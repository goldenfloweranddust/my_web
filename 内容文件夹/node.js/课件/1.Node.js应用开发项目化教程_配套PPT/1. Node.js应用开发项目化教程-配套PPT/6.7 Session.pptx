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88" r:id="rId4"/>
    <p:sldId id="478" r:id="rId6"/>
    <p:sldId id="489" r:id="rId7"/>
    <p:sldId id="499" r:id="rId8"/>
    <p:sldId id="480" r:id="rId9"/>
    <p:sldId id="481" r:id="rId10"/>
    <p:sldId id="482" r:id="rId11"/>
    <p:sldId id="483" r:id="rId12"/>
    <p:sldId id="484" r:id="rId13"/>
    <p:sldId id="485" r:id="rId14"/>
    <p:sldId id="486" r:id="rId15"/>
    <p:sldId id="487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44C"/>
    <a:srgbClr val="AFABAB"/>
    <a:srgbClr val="000000"/>
    <a:srgbClr val="333333"/>
    <a:srgbClr val="3C853C"/>
    <a:srgbClr val="232323"/>
    <a:srgbClr val="D86060"/>
    <a:srgbClr val="434343"/>
    <a:srgbClr val="D1644F"/>
    <a:srgbClr val="474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85" autoAdjust="0"/>
  </p:normalViewPr>
  <p:slideViewPr>
    <p:cSldViewPr snapToGrid="0" showGuides="1">
      <p:cViewPr varScale="1">
        <p:scale>
          <a:sx n="72" d="100"/>
          <a:sy n="72" d="100"/>
        </p:scale>
        <p:origin x="474" y="72"/>
      </p:cViewPr>
      <p:guideLst>
        <p:guide orient="horz" pos="2108"/>
        <p:guide pos="3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756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cookie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类似，都是用于维持客户端和服务器之间会话状态的技术。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Cookie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是存储在客户端，但是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是存储在服务器，安全性更好。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，称为“会话控制”。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对象存储特定用户会话所需的属性及配置信息。服务器通过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对象将用户的信息临时保存在服务器，客户是无法修改的，用户离开网站后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session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才会被注销。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image" Target="../media/image2.png"/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00.xml"/><Relationship Id="rId14" Type="http://schemas.openxmlformats.org/officeDocument/2006/relationships/image" Target="../media/image6.png"/><Relationship Id="rId13" Type="http://schemas.openxmlformats.org/officeDocument/2006/relationships/tags" Target="../tags/tag599.xml"/><Relationship Id="rId12" Type="http://schemas.microsoft.com/office/2007/relationships/hdphoto" Target="../media/image5.wdp"/><Relationship Id="rId11" Type="http://schemas.openxmlformats.org/officeDocument/2006/relationships/image" Target="../media/image4.png"/><Relationship Id="rId10" Type="http://schemas.openxmlformats.org/officeDocument/2006/relationships/tags" Target="../tags/tag598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6.xml"/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" Type="http://schemas.openxmlformats.org/officeDocument/2006/relationships/tags" Target="../tags/tag6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6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611.xml"/><Relationship Id="rId4" Type="http://schemas.openxmlformats.org/officeDocument/2006/relationships/tags" Target="../tags/tag610.xml"/><Relationship Id="rId3" Type="http://schemas.openxmlformats.org/officeDocument/2006/relationships/tags" Target="../tags/tag609.xml"/><Relationship Id="rId2" Type="http://schemas.openxmlformats.org/officeDocument/2006/relationships/tags" Target="../tags/tag608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13.xml"/><Relationship Id="rId1" Type="http://schemas.openxmlformats.org/officeDocument/2006/relationships/tags" Target="../tags/tag60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0.xml"/><Relationship Id="rId8" Type="http://schemas.openxmlformats.org/officeDocument/2006/relationships/tags" Target="../tags/tag619.xml"/><Relationship Id="rId7" Type="http://schemas.openxmlformats.org/officeDocument/2006/relationships/tags" Target="../tags/tag618.xml"/><Relationship Id="rId6" Type="http://schemas.openxmlformats.org/officeDocument/2006/relationships/tags" Target="../tags/tag61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tags" Target="../tags/tag616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30.xml"/><Relationship Id="rId21" Type="http://schemas.openxmlformats.org/officeDocument/2006/relationships/tags" Target="../tags/tag629.xml"/><Relationship Id="rId20" Type="http://schemas.openxmlformats.org/officeDocument/2006/relationships/tags" Target="../tags/tag628.xml"/><Relationship Id="rId2" Type="http://schemas.openxmlformats.org/officeDocument/2006/relationships/tags" Target="../tags/tag615.xml"/><Relationship Id="rId19" Type="http://schemas.openxmlformats.org/officeDocument/2006/relationships/tags" Target="../tags/tag627.xml"/><Relationship Id="rId18" Type="http://schemas.openxmlformats.org/officeDocument/2006/relationships/tags" Target="../tags/tag626.xml"/><Relationship Id="rId17" Type="http://schemas.openxmlformats.org/officeDocument/2006/relationships/tags" Target="../tags/tag625.xml"/><Relationship Id="rId16" Type="http://schemas.openxmlformats.org/officeDocument/2006/relationships/tags" Target="../tags/tag624.xml"/><Relationship Id="rId15" Type="http://schemas.openxmlformats.org/officeDocument/2006/relationships/tags" Target="../tags/tag623.xml"/><Relationship Id="rId14" Type="http://schemas.openxmlformats.org/officeDocument/2006/relationships/tags" Target="../tags/tag622.xml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tags" Target="../tags/tag621.xml"/><Relationship Id="rId10" Type="http://schemas.openxmlformats.org/officeDocument/2006/relationships/image" Target="../media/image10.png"/><Relationship Id="rId1" Type="http://schemas.openxmlformats.org/officeDocument/2006/relationships/tags" Target="../tags/tag61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37.xml"/><Relationship Id="rId8" Type="http://schemas.openxmlformats.org/officeDocument/2006/relationships/tags" Target="../tags/tag636.xml"/><Relationship Id="rId7" Type="http://schemas.openxmlformats.org/officeDocument/2006/relationships/image" Target="../media/image8.svg"/><Relationship Id="rId6" Type="http://schemas.openxmlformats.org/officeDocument/2006/relationships/image" Target="../media/image10.png"/><Relationship Id="rId5" Type="http://schemas.openxmlformats.org/officeDocument/2006/relationships/tags" Target="../tags/tag635.xml"/><Relationship Id="rId4" Type="http://schemas.openxmlformats.org/officeDocument/2006/relationships/tags" Target="../tags/tag634.xml"/><Relationship Id="rId3" Type="http://schemas.openxmlformats.org/officeDocument/2006/relationships/tags" Target="../tags/tag633.xml"/><Relationship Id="rId2" Type="http://schemas.openxmlformats.org/officeDocument/2006/relationships/tags" Target="../tags/tag632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43.xml"/><Relationship Id="rId14" Type="http://schemas.openxmlformats.org/officeDocument/2006/relationships/tags" Target="../tags/tag642.xml"/><Relationship Id="rId13" Type="http://schemas.openxmlformats.org/officeDocument/2006/relationships/tags" Target="../tags/tag641.xml"/><Relationship Id="rId12" Type="http://schemas.openxmlformats.org/officeDocument/2006/relationships/tags" Target="../tags/tag640.xml"/><Relationship Id="rId11" Type="http://schemas.openxmlformats.org/officeDocument/2006/relationships/tags" Target="../tags/tag639.xml"/><Relationship Id="rId10" Type="http://schemas.openxmlformats.org/officeDocument/2006/relationships/tags" Target="../tags/tag638.xml"/><Relationship Id="rId1" Type="http://schemas.openxmlformats.org/officeDocument/2006/relationships/tags" Target="../tags/tag63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648.xml"/><Relationship Id="rId4" Type="http://schemas.openxmlformats.org/officeDocument/2006/relationships/tags" Target="../tags/tag647.xml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" Type="http://schemas.openxmlformats.org/officeDocument/2006/relationships/tags" Target="../tags/tag64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57.xml"/><Relationship Id="rId8" Type="http://schemas.openxmlformats.org/officeDocument/2006/relationships/tags" Target="../tags/tag656.xml"/><Relationship Id="rId7" Type="http://schemas.openxmlformats.org/officeDocument/2006/relationships/tags" Target="../tags/tag655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3" Type="http://schemas.openxmlformats.org/officeDocument/2006/relationships/tags" Target="../tags/tag651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671.xml"/><Relationship Id="rId22" Type="http://schemas.openxmlformats.org/officeDocument/2006/relationships/tags" Target="../tags/tag670.xml"/><Relationship Id="rId21" Type="http://schemas.openxmlformats.org/officeDocument/2006/relationships/tags" Target="../tags/tag669.xml"/><Relationship Id="rId20" Type="http://schemas.openxmlformats.org/officeDocument/2006/relationships/tags" Target="../tags/tag668.xml"/><Relationship Id="rId2" Type="http://schemas.openxmlformats.org/officeDocument/2006/relationships/tags" Target="../tags/tag650.xml"/><Relationship Id="rId19" Type="http://schemas.openxmlformats.org/officeDocument/2006/relationships/tags" Target="../tags/tag667.xml"/><Relationship Id="rId18" Type="http://schemas.openxmlformats.org/officeDocument/2006/relationships/tags" Target="../tags/tag666.xml"/><Relationship Id="rId17" Type="http://schemas.openxmlformats.org/officeDocument/2006/relationships/tags" Target="../tags/tag665.xml"/><Relationship Id="rId16" Type="http://schemas.openxmlformats.org/officeDocument/2006/relationships/tags" Target="../tags/tag664.xml"/><Relationship Id="rId15" Type="http://schemas.openxmlformats.org/officeDocument/2006/relationships/tags" Target="../tags/tag663.xml"/><Relationship Id="rId14" Type="http://schemas.openxmlformats.org/officeDocument/2006/relationships/tags" Target="../tags/tag662.xml"/><Relationship Id="rId13" Type="http://schemas.openxmlformats.org/officeDocument/2006/relationships/tags" Target="../tags/tag661.xml"/><Relationship Id="rId12" Type="http://schemas.openxmlformats.org/officeDocument/2006/relationships/tags" Target="../tags/tag660.xml"/><Relationship Id="rId11" Type="http://schemas.openxmlformats.org/officeDocument/2006/relationships/tags" Target="../tags/tag659.xml"/><Relationship Id="rId10" Type="http://schemas.openxmlformats.org/officeDocument/2006/relationships/tags" Target="../tags/tag658.xml"/><Relationship Id="rId1" Type="http://schemas.openxmlformats.org/officeDocument/2006/relationships/tags" Target="../tags/tag64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80.xml"/><Relationship Id="rId8" Type="http://schemas.openxmlformats.org/officeDocument/2006/relationships/tags" Target="../tags/tag679.xml"/><Relationship Id="rId7" Type="http://schemas.openxmlformats.org/officeDocument/2006/relationships/tags" Target="../tags/tag678.xml"/><Relationship Id="rId6" Type="http://schemas.openxmlformats.org/officeDocument/2006/relationships/tags" Target="../tags/tag677.xml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673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689.xml"/><Relationship Id="rId17" Type="http://schemas.openxmlformats.org/officeDocument/2006/relationships/tags" Target="../tags/tag688.xml"/><Relationship Id="rId16" Type="http://schemas.openxmlformats.org/officeDocument/2006/relationships/tags" Target="../tags/tag687.xml"/><Relationship Id="rId15" Type="http://schemas.openxmlformats.org/officeDocument/2006/relationships/tags" Target="../tags/tag686.xml"/><Relationship Id="rId14" Type="http://schemas.openxmlformats.org/officeDocument/2006/relationships/tags" Target="../tags/tag685.xml"/><Relationship Id="rId13" Type="http://schemas.openxmlformats.org/officeDocument/2006/relationships/tags" Target="../tags/tag684.xml"/><Relationship Id="rId12" Type="http://schemas.openxmlformats.org/officeDocument/2006/relationships/tags" Target="../tags/tag683.xml"/><Relationship Id="rId11" Type="http://schemas.openxmlformats.org/officeDocument/2006/relationships/tags" Target="../tags/tag682.xml"/><Relationship Id="rId10" Type="http://schemas.openxmlformats.org/officeDocument/2006/relationships/tags" Target="../tags/tag681.xml"/><Relationship Id="rId1" Type="http://schemas.openxmlformats.org/officeDocument/2006/relationships/tags" Target="../tags/tag67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98.xml"/><Relationship Id="rId8" Type="http://schemas.openxmlformats.org/officeDocument/2006/relationships/tags" Target="../tags/tag697.xml"/><Relationship Id="rId7" Type="http://schemas.openxmlformats.org/officeDocument/2006/relationships/tags" Target="../tags/tag696.xml"/><Relationship Id="rId6" Type="http://schemas.openxmlformats.org/officeDocument/2006/relationships/tags" Target="../tags/tag695.xml"/><Relationship Id="rId5" Type="http://schemas.openxmlformats.org/officeDocument/2006/relationships/tags" Target="../tags/tag694.xml"/><Relationship Id="rId4" Type="http://schemas.openxmlformats.org/officeDocument/2006/relationships/tags" Target="../tags/tag693.xml"/><Relationship Id="rId3" Type="http://schemas.openxmlformats.org/officeDocument/2006/relationships/tags" Target="../tags/tag692.xml"/><Relationship Id="rId24" Type="http://schemas.openxmlformats.org/officeDocument/2006/relationships/notesSlide" Target="../notesSlides/notesSlide10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709.xml"/><Relationship Id="rId21" Type="http://schemas.openxmlformats.org/officeDocument/2006/relationships/tags" Target="../tags/tag708.xml"/><Relationship Id="rId20" Type="http://schemas.openxmlformats.org/officeDocument/2006/relationships/image" Target="../media/image14.png"/><Relationship Id="rId2" Type="http://schemas.openxmlformats.org/officeDocument/2006/relationships/tags" Target="../tags/tag691.xml"/><Relationship Id="rId19" Type="http://schemas.openxmlformats.org/officeDocument/2006/relationships/tags" Target="../tags/tag707.xml"/><Relationship Id="rId18" Type="http://schemas.openxmlformats.org/officeDocument/2006/relationships/image" Target="../media/image13.png"/><Relationship Id="rId17" Type="http://schemas.openxmlformats.org/officeDocument/2006/relationships/tags" Target="../tags/tag706.xml"/><Relationship Id="rId16" Type="http://schemas.openxmlformats.org/officeDocument/2006/relationships/tags" Target="../tags/tag705.xml"/><Relationship Id="rId15" Type="http://schemas.openxmlformats.org/officeDocument/2006/relationships/tags" Target="../tags/tag704.xml"/><Relationship Id="rId14" Type="http://schemas.openxmlformats.org/officeDocument/2006/relationships/tags" Target="../tags/tag703.xml"/><Relationship Id="rId13" Type="http://schemas.openxmlformats.org/officeDocument/2006/relationships/tags" Target="../tags/tag702.xml"/><Relationship Id="rId12" Type="http://schemas.openxmlformats.org/officeDocument/2006/relationships/tags" Target="../tags/tag701.xml"/><Relationship Id="rId11" Type="http://schemas.openxmlformats.org/officeDocument/2006/relationships/tags" Target="../tags/tag700.xml"/><Relationship Id="rId10" Type="http://schemas.openxmlformats.org/officeDocument/2006/relationships/tags" Target="../tags/tag699.xml"/><Relationship Id="rId1" Type="http://schemas.openxmlformats.org/officeDocument/2006/relationships/tags" Target="../tags/tag69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18.xml"/><Relationship Id="rId8" Type="http://schemas.openxmlformats.org/officeDocument/2006/relationships/tags" Target="../tags/tag717.xml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6" Type="http://schemas.openxmlformats.org/officeDocument/2006/relationships/notesSlide" Target="../notesSlides/notesSlide11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753.xml"/><Relationship Id="rId43" Type="http://schemas.openxmlformats.org/officeDocument/2006/relationships/tags" Target="../tags/tag752.xml"/><Relationship Id="rId42" Type="http://schemas.openxmlformats.org/officeDocument/2006/relationships/tags" Target="../tags/tag751.xml"/><Relationship Id="rId41" Type="http://schemas.openxmlformats.org/officeDocument/2006/relationships/tags" Target="../tags/tag750.xml"/><Relationship Id="rId40" Type="http://schemas.openxmlformats.org/officeDocument/2006/relationships/tags" Target="../tags/tag749.xml"/><Relationship Id="rId4" Type="http://schemas.openxmlformats.org/officeDocument/2006/relationships/tags" Target="../tags/tag713.xml"/><Relationship Id="rId39" Type="http://schemas.openxmlformats.org/officeDocument/2006/relationships/tags" Target="../tags/tag748.xml"/><Relationship Id="rId38" Type="http://schemas.openxmlformats.org/officeDocument/2006/relationships/tags" Target="../tags/tag747.xml"/><Relationship Id="rId37" Type="http://schemas.openxmlformats.org/officeDocument/2006/relationships/tags" Target="../tags/tag746.xml"/><Relationship Id="rId36" Type="http://schemas.openxmlformats.org/officeDocument/2006/relationships/tags" Target="../tags/tag745.xml"/><Relationship Id="rId35" Type="http://schemas.openxmlformats.org/officeDocument/2006/relationships/tags" Target="../tags/tag744.xml"/><Relationship Id="rId34" Type="http://schemas.openxmlformats.org/officeDocument/2006/relationships/tags" Target="../tags/tag743.xml"/><Relationship Id="rId33" Type="http://schemas.openxmlformats.org/officeDocument/2006/relationships/tags" Target="../tags/tag742.xml"/><Relationship Id="rId32" Type="http://schemas.openxmlformats.org/officeDocument/2006/relationships/tags" Target="../tags/tag741.xml"/><Relationship Id="rId31" Type="http://schemas.openxmlformats.org/officeDocument/2006/relationships/tags" Target="../tags/tag740.xml"/><Relationship Id="rId30" Type="http://schemas.openxmlformats.org/officeDocument/2006/relationships/tags" Target="../tags/tag739.xml"/><Relationship Id="rId3" Type="http://schemas.openxmlformats.org/officeDocument/2006/relationships/tags" Target="../tags/tag712.xml"/><Relationship Id="rId29" Type="http://schemas.openxmlformats.org/officeDocument/2006/relationships/tags" Target="../tags/tag738.xml"/><Relationship Id="rId28" Type="http://schemas.openxmlformats.org/officeDocument/2006/relationships/tags" Target="../tags/tag737.xml"/><Relationship Id="rId27" Type="http://schemas.openxmlformats.org/officeDocument/2006/relationships/tags" Target="../tags/tag736.xml"/><Relationship Id="rId26" Type="http://schemas.openxmlformats.org/officeDocument/2006/relationships/tags" Target="../tags/tag735.xml"/><Relationship Id="rId25" Type="http://schemas.openxmlformats.org/officeDocument/2006/relationships/tags" Target="../tags/tag734.xml"/><Relationship Id="rId24" Type="http://schemas.openxmlformats.org/officeDocument/2006/relationships/tags" Target="../tags/tag733.xml"/><Relationship Id="rId23" Type="http://schemas.openxmlformats.org/officeDocument/2006/relationships/tags" Target="../tags/tag732.xml"/><Relationship Id="rId22" Type="http://schemas.openxmlformats.org/officeDocument/2006/relationships/tags" Target="../tags/tag731.xml"/><Relationship Id="rId21" Type="http://schemas.openxmlformats.org/officeDocument/2006/relationships/tags" Target="../tags/tag730.xml"/><Relationship Id="rId20" Type="http://schemas.openxmlformats.org/officeDocument/2006/relationships/tags" Target="../tags/tag729.xml"/><Relationship Id="rId2" Type="http://schemas.openxmlformats.org/officeDocument/2006/relationships/tags" Target="../tags/tag711.xml"/><Relationship Id="rId19" Type="http://schemas.openxmlformats.org/officeDocument/2006/relationships/tags" Target="../tags/tag728.xml"/><Relationship Id="rId18" Type="http://schemas.openxmlformats.org/officeDocument/2006/relationships/tags" Target="../tags/tag727.xml"/><Relationship Id="rId17" Type="http://schemas.openxmlformats.org/officeDocument/2006/relationships/tags" Target="../tags/tag726.xml"/><Relationship Id="rId16" Type="http://schemas.openxmlformats.org/officeDocument/2006/relationships/tags" Target="../tags/tag725.xml"/><Relationship Id="rId15" Type="http://schemas.openxmlformats.org/officeDocument/2006/relationships/tags" Target="../tags/tag724.xml"/><Relationship Id="rId14" Type="http://schemas.openxmlformats.org/officeDocument/2006/relationships/tags" Target="../tags/tag723.xml"/><Relationship Id="rId13" Type="http://schemas.openxmlformats.org/officeDocument/2006/relationships/tags" Target="../tags/tag722.xml"/><Relationship Id="rId12" Type="http://schemas.openxmlformats.org/officeDocument/2006/relationships/tags" Target="../tags/tag721.xml"/><Relationship Id="rId11" Type="http://schemas.openxmlformats.org/officeDocument/2006/relationships/tags" Target="../tags/tag720.xml"/><Relationship Id="rId10" Type="http://schemas.openxmlformats.org/officeDocument/2006/relationships/tags" Target="../tags/tag719.xml"/><Relationship Id="rId1" Type="http://schemas.openxmlformats.org/officeDocument/2006/relationships/tags" Target="../tags/tag7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55.xml"/><Relationship Id="rId1" Type="http://schemas.openxmlformats.org/officeDocument/2006/relationships/tags" Target="../tags/tag7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95425" y="2195830"/>
            <a:ext cx="908304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Session</a:t>
            </a:r>
            <a:endParaRPr lang="en-US" altLang="zh-CN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5308" t="19850" r="15876" b="23550"/>
          <a:stretch>
            <a:fillRect/>
          </a:stretch>
        </p:blipFill>
        <p:spPr>
          <a:xfrm>
            <a:off x="8058173" y="2054469"/>
            <a:ext cx="2971800" cy="2444261"/>
          </a:xfrm>
          <a:prstGeom prst="rect">
            <a:avLst/>
          </a:prstGeom>
        </p:spPr>
      </p:pic>
      <p:cxnSp>
        <p:nvCxnSpPr>
          <p:cNvPr id="42" name="直接箭头连接符 41"/>
          <p:cNvCxnSpPr/>
          <p:nvPr>
            <p:custDataLst>
              <p:tags r:id="rId4"/>
            </p:custDataLst>
          </p:nvPr>
        </p:nvCxnSpPr>
        <p:spPr>
          <a:xfrm>
            <a:off x="4094993" y="2648708"/>
            <a:ext cx="4159885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>
            <p:custDataLst>
              <p:tags r:id="rId5"/>
            </p:custDataLst>
          </p:nvPr>
        </p:nvCxnSpPr>
        <p:spPr>
          <a:xfrm flipH="1">
            <a:off x="4090352" y="2952115"/>
            <a:ext cx="4120515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8517255" y="1144905"/>
            <a:ext cx="1513840" cy="1339850"/>
            <a:chOff x="13413" y="1803"/>
            <a:chExt cx="2384" cy="211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6"/>
            <a:srcRect l="-1093" t="27939" r="2917" b="30397"/>
            <a:stretch>
              <a:fillRect/>
            </a:stretch>
          </p:blipFill>
          <p:spPr>
            <a:xfrm>
              <a:off x="13413" y="1803"/>
              <a:ext cx="2385" cy="2111"/>
            </a:xfrm>
            <a:prstGeom prst="rect">
              <a:avLst/>
            </a:prstGeom>
          </p:spPr>
        </p:pic>
        <p:sp>
          <p:nvSpPr>
            <p:cNvPr id="69" name="文本框 68"/>
            <p:cNvSpPr txBox="1"/>
            <p:nvPr>
              <p:custDataLst>
                <p:tags r:id="rId7"/>
              </p:custDataLst>
            </p:nvPr>
          </p:nvSpPr>
          <p:spPr>
            <a:xfrm>
              <a:off x="13533" y="2408"/>
              <a:ext cx="2019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kern="100" dirty="0"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session id</a:t>
              </a:r>
              <a:endParaRPr lang="en-US" altLang="zh-CN" sz="1600" kern="100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600" kern="100" dirty="0"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存储</a:t>
              </a:r>
              <a:endParaRPr lang="zh-CN" altLang="en-US" sz="1600" kern="100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114550" y="5088255"/>
            <a:ext cx="7581265" cy="718820"/>
            <a:chOff x="3209" y="9137"/>
            <a:chExt cx="11939" cy="1132"/>
          </a:xfrm>
        </p:grpSpPr>
        <p:sp>
          <p:nvSpPr>
            <p:cNvPr id="5" name="任意多边形 228"/>
            <p:cNvSpPr/>
            <p:nvPr>
              <p:custDataLst>
                <p:tags r:id="rId8"/>
              </p:custDataLst>
            </p:nvPr>
          </p:nvSpPr>
          <p:spPr>
            <a:xfrm>
              <a:off x="3209" y="9137"/>
              <a:ext cx="11939" cy="1016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277" y="9300"/>
              <a:ext cx="11542" cy="969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Session</a:t>
              </a:r>
              <a:r>
                <a:rPr lang="zh-CN" altLang="en-US" sz="2000" b="1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存储登录用户账号、用户个性配置，购物车商品数据</a:t>
              </a:r>
              <a:r>
                <a:rPr lang="zh-CN" altLang="en-US" sz="2000" b="1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等。</a:t>
              </a:r>
              <a:endParaRPr lang="zh-CN" altLang="en-US" sz="20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5150" y="2608580"/>
            <a:ext cx="1895475" cy="147637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459730" y="2280285"/>
            <a:ext cx="138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登录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284470" y="2957830"/>
            <a:ext cx="138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session id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051935" y="3836035"/>
            <a:ext cx="3252470" cy="368300"/>
            <a:chOff x="6721" y="6041"/>
            <a:chExt cx="5122" cy="580"/>
          </a:xfrm>
        </p:grpSpPr>
        <p:cxnSp>
          <p:nvCxnSpPr>
            <p:cNvPr id="16" name="直接箭头连接符 15"/>
            <p:cNvCxnSpPr/>
            <p:nvPr>
              <p:custDataLst>
                <p:tags r:id="rId10"/>
              </p:custDataLst>
            </p:nvPr>
          </p:nvCxnSpPr>
          <p:spPr>
            <a:xfrm>
              <a:off x="6721" y="6047"/>
              <a:ext cx="5123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7769" y="6041"/>
              <a:ext cx="30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请求（</a:t>
              </a:r>
              <a:r>
                <a:rPr lang="en-US" altLang="zh-CN">
                  <a:solidFill>
                    <a:srgbClr val="FF0000"/>
                  </a:solidFill>
                </a:rPr>
                <a:t>session id</a:t>
              </a:r>
              <a:r>
                <a:rPr lang="zh-CN" altLang="en-US"/>
                <a:t>）</a:t>
              </a:r>
              <a:endParaRPr lang="zh-CN" altLang="en-US"/>
            </a:p>
          </p:txBody>
        </p:sp>
      </p:grpSp>
      <p:sp>
        <p:nvSpPr>
          <p:cNvPr id="18" name="云形标注 17"/>
          <p:cNvSpPr/>
          <p:nvPr/>
        </p:nvSpPr>
        <p:spPr>
          <a:xfrm>
            <a:off x="7520940" y="3502025"/>
            <a:ext cx="1560195" cy="762635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rgbClr val="FF0000"/>
                </a:solidFill>
              </a:rPr>
              <a:t>Yes! I know you!</a:t>
            </a:r>
            <a:endParaRPr lang="en-US" altLang="zh-CN" sz="1400" b="1">
              <a:solidFill>
                <a:srgbClr val="FF0000"/>
              </a:solidFill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50" y="2223135"/>
            <a:ext cx="1082040" cy="80073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976880" y="2493645"/>
            <a:ext cx="943610" cy="529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cookie</a:t>
            </a:r>
            <a:endParaRPr lang="en-US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千库网_购物折扣促销c4d电商_元素编号13445937"/>
          <p:cNvPicPr>
            <a:picLocks noChangeAspect="1"/>
          </p:cNvPicPr>
          <p:nvPr/>
        </p:nvPicPr>
        <p:blipFill>
          <a:blip r:embed="rId14"/>
          <a:srcRect l="1027" t="19844" r="-616" b="26869"/>
          <a:stretch>
            <a:fillRect/>
          </a:stretch>
        </p:blipFill>
        <p:spPr>
          <a:xfrm>
            <a:off x="9530080" y="5603875"/>
            <a:ext cx="1928495" cy="125412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8" grpId="0" animBg="1"/>
      <p:bldP spid="1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2611755" y="3082925"/>
            <a:ext cx="3176905" cy="699135"/>
            <a:chOff x="2948" y="4855"/>
            <a:chExt cx="5003" cy="1101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3730" cy="751"/>
            </a:xfrm>
            <a:prstGeom prst="rect">
              <a:avLst/>
            </a:prstGeom>
            <a:noFill/>
          </p:spPr>
          <p:txBody>
            <a:bodyPr wrap="square" rtlCol="0"/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Session工作原理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579235" y="3082925"/>
            <a:ext cx="4326255" cy="699135"/>
            <a:chOff x="7998" y="4855"/>
            <a:chExt cx="6813" cy="1101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7998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9271" y="5030"/>
              <a:ext cx="5540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Session安装配置与获取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28594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</a:t>
            </a: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Session</a:t>
            </a:r>
            <a:endParaRPr kumimoji="1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567002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9006" y="1573551"/>
            <a:ext cx="1345474" cy="44516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4480" y="1576705"/>
            <a:ext cx="231140" cy="4448175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2964607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5020" y="1693545"/>
            <a:ext cx="750824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Session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称为“会话控制”，是用于维持客户端和服务器之间会话状态的技术。</a:t>
            </a:r>
            <a:endParaRPr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Session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数据特征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endParaRPr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可以跨页面被访问</a:t>
            </a:r>
            <a:r>
              <a:rPr 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有一定的访问时延。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 descr="C:/Users/Administrator/Desktop/000.png000"/>
          <p:cNvPicPr>
            <a:picLocks noChangeAspect="1"/>
          </p:cNvPicPr>
          <p:nvPr/>
        </p:nvPicPr>
        <p:blipFill>
          <a:blip r:embed="rId9"/>
          <a:srcRect l="1981" r="1981"/>
          <a:stretch>
            <a:fillRect/>
          </a:stretch>
        </p:blipFill>
        <p:spPr>
          <a:xfrm>
            <a:off x="10029825" y="2964815"/>
            <a:ext cx="1985645" cy="2067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1594485" y="1180465"/>
            <a:ext cx="9623425" cy="873760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080" y="3021223"/>
            <a:ext cx="569913" cy="569913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851657" y="67333"/>
            <a:ext cx="329247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工作原理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994535" y="1668780"/>
            <a:ext cx="63436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SzPct val="60000"/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用户是无法修改的，用户离开网站后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才会被注销。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835140" y="5262245"/>
            <a:ext cx="457708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auto">
              <a:lnSpc>
                <a:spcPct val="100000"/>
              </a:lnSpc>
            </a:pP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检查是否存在这个</a:t>
            </a:r>
            <a:r>
              <a:rPr lang="en-US" altLang="zh-CN" sz="14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sessionid</a:t>
            </a:r>
            <a:r>
              <a:rPr lang="zh-CN" altLang="en-US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不存在</a:t>
            </a:r>
            <a:r>
              <a:rPr lang="zh-CN" altLang="en-US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新建一个</a:t>
            </a:r>
            <a:r>
              <a:rPr lang="en-US" altLang="zh-CN" sz="14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sessionid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（重复步骤</a:t>
            </a: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1-2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的流程）</a:t>
            </a:r>
            <a:endParaRPr lang="en-US" altLang="zh-CN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algn="just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</a:t>
            </a:r>
            <a:r>
              <a:rPr lang="zh-CN" altLang="en-US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altLang="zh-CN" sz="1400" kern="10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找到与sessionid相对应的信息</a:t>
            </a:r>
            <a:r>
              <a:rPr lang="zh-CN" sz="1400" kern="10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，后续的请求都会交换这个sessionid，进行有状态的会话。</a:t>
            </a:r>
            <a:endParaRPr lang="zh-CN" sz="1400" kern="10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>
            <p:custDataLst>
              <p:tags r:id="rId9"/>
            </p:custDataLst>
          </p:nvPr>
        </p:nvSpPr>
        <p:spPr>
          <a:xfrm>
            <a:off x="497205" y="1177290"/>
            <a:ext cx="1092835" cy="87820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605" y="1292225"/>
            <a:ext cx="568325" cy="5702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1994535" y="1111250"/>
            <a:ext cx="649541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存储在服务器中，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特定用户会话所需的属性及配置信息。</a:t>
            </a:r>
            <a:endParaRPr lang="zh-CN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2"/>
          <a:srcRect l="26596" t="12672" r="12904" b="25652"/>
          <a:stretch>
            <a:fillRect/>
          </a:stretch>
        </p:blipFill>
        <p:spPr>
          <a:xfrm>
            <a:off x="1395730" y="3105150"/>
            <a:ext cx="1293495" cy="1318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6735" y="2643527"/>
            <a:ext cx="2375192" cy="2613149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>
            <p:custDataLst>
              <p:tags r:id="rId14"/>
            </p:custDataLst>
          </p:nvPr>
        </p:nvCxnSpPr>
        <p:spPr>
          <a:xfrm>
            <a:off x="3246120" y="3093720"/>
            <a:ext cx="513588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4606225" y="2644920"/>
            <a:ext cx="258401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1-1. 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第一次请求</a:t>
            </a:r>
            <a:r>
              <a:rPr lang="zh-CN" altLang="en-US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</a:t>
            </a:r>
            <a:endParaRPr lang="zh-CN" altLang="en-US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16"/>
            </p:custDataLst>
          </p:nvPr>
        </p:nvCxnSpPr>
        <p:spPr>
          <a:xfrm flipH="1">
            <a:off x="3272330" y="3794760"/>
            <a:ext cx="513588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3065961" y="3318912"/>
            <a:ext cx="5638097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服务器将生成的</a:t>
            </a:r>
            <a:r>
              <a:rPr lang="en-US" altLang="zh-CN" sz="14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sessionid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cookie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的方式返回给客户端</a:t>
            </a:r>
            <a:endParaRPr lang="zh-CN" altLang="zh-CN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5" name="直接箭头连接符 24"/>
          <p:cNvCxnSpPr/>
          <p:nvPr>
            <p:custDataLst>
              <p:tags r:id="rId18"/>
            </p:custDataLst>
          </p:nvPr>
        </p:nvCxnSpPr>
        <p:spPr>
          <a:xfrm>
            <a:off x="3246120" y="4566530"/>
            <a:ext cx="513588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3279140" y="4071620"/>
            <a:ext cx="519811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3-2. 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客户端再次访问服务器时，就会携带该</a:t>
            </a:r>
            <a:r>
              <a:rPr lang="en-US" altLang="zh-CN" sz="14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sessionid</a:t>
            </a:r>
            <a:endParaRPr lang="en-US" altLang="zh-CN" sz="1400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0"/>
            </p:custDataLst>
          </p:nvPr>
        </p:nvSpPr>
        <p:spPr>
          <a:xfrm>
            <a:off x="389255" y="4414520"/>
            <a:ext cx="29686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3-1. 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客户端收到</a:t>
            </a:r>
            <a:r>
              <a:rPr lang="en-US" altLang="zh-CN" sz="14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sessionid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</a:t>
            </a:r>
            <a:endParaRPr lang="zh-CN" altLang="zh-CN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ctr" fontAlgn="auto">
              <a:lnSpc>
                <a:spcPct val="100000"/>
              </a:lnSpc>
            </a:pP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将它保存在</a:t>
            </a: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cookie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zh-CN" altLang="zh-CN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1"/>
            </p:custDataLst>
          </p:nvPr>
        </p:nvSpPr>
        <p:spPr>
          <a:xfrm>
            <a:off x="7780072" y="2277393"/>
            <a:ext cx="3437879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1-2. </a:t>
            </a:r>
            <a:r>
              <a:rPr lang="zh-CN" altLang="zh-CN" sz="14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服务器会生成一个</a:t>
            </a:r>
            <a:r>
              <a:rPr lang="en-US" altLang="zh-CN" sz="1400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sessionid</a:t>
            </a:r>
            <a:endParaRPr lang="en-US" altLang="zh-CN" sz="1400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24" grpId="0"/>
      <p:bldP spid="26" grpId="0"/>
      <p:bldP spid="28" grpId="0"/>
      <p:bldP spid="29" grpId="0"/>
      <p:bldP spid="16" grpId="0"/>
      <p:bldP spid="7" grpId="0"/>
      <p:bldP spid="16" grpId="1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>
            <p:custDataLst>
              <p:tags r:id="rId1"/>
            </p:custDataLst>
          </p:nvPr>
        </p:nvSpPr>
        <p:spPr>
          <a:xfrm>
            <a:off x="1554480" y="1152525"/>
            <a:ext cx="9896475" cy="876935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1026987" y="64008"/>
            <a:ext cx="4485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安装配置与获取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594995" y="1152525"/>
            <a:ext cx="959485" cy="87820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010" y="1276582"/>
            <a:ext cx="569913" cy="569913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554480" y="1188085"/>
            <a:ext cx="96659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express-session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—— </a:t>
            </a: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数据的第三方</a:t>
            </a: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模块。</a:t>
            </a:r>
            <a:endParaRPr lang="zh-CN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982980" y="3368675"/>
            <a:ext cx="48107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5305" algn="just"/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app.use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(session(option))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208915" y="2846070"/>
            <a:ext cx="66795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2400" dirty="0">
                <a:solidFill>
                  <a:schemeClr val="dk1">
                    <a:hueOff val="0"/>
                    <a:satOff val="0"/>
                    <a:alphaOff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</a:t>
            </a:r>
            <a:r>
              <a:rPr lang="zh-CN" altLang="en-US" sz="2400" dirty="0">
                <a:solidFill>
                  <a:schemeClr val="dk1">
                    <a:hueOff val="0"/>
                    <a:satOff val="0"/>
                    <a:alphaOff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引入express-session后进行配置</a:t>
            </a:r>
            <a:endParaRPr lang="zh-CN" altLang="en-US" sz="2400" dirty="0">
              <a:solidFill>
                <a:schemeClr val="dk1">
                  <a:hueOff val="0"/>
                  <a:satOff val="0"/>
                  <a:alphaOff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箭头: 下 14"/>
          <p:cNvSpPr/>
          <p:nvPr>
            <p:custDataLst>
              <p:tags r:id="rId11"/>
            </p:custDataLst>
          </p:nvPr>
        </p:nvSpPr>
        <p:spPr>
          <a:xfrm rot="16200000">
            <a:off x="2593340" y="2787015"/>
            <a:ext cx="762635" cy="3215005"/>
          </a:xfrm>
          <a:prstGeom prst="downArrow">
            <a:avLst/>
          </a:prstGeom>
          <a:solidFill>
            <a:schemeClr val="accent1">
              <a:hueOff val="0"/>
              <a:satOff val="0"/>
              <a:alphaOff val="0"/>
            </a:schemeClr>
          </a:solidFill>
          <a:ln>
            <a:solidFill>
              <a:schemeClr val="lt1">
                <a:hueOff val="0"/>
                <a:satOff val="0"/>
                <a:alphaOff val="0"/>
                <a:lumMod val="9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>
            <p:custDataLst>
              <p:tags r:id="rId12"/>
            </p:custDataLst>
          </p:nvPr>
        </p:nvSpPr>
        <p:spPr>
          <a:xfrm>
            <a:off x="6617970" y="2923540"/>
            <a:ext cx="5147310" cy="381635"/>
          </a:xfrm>
          <a:custGeom>
            <a:avLst/>
            <a:gdLst>
              <a:gd name="connsiteX0" fmla="*/ 0 w 5327811"/>
              <a:gd name="connsiteY0" fmla="*/ 0 h 1474723"/>
              <a:gd name="connsiteX1" fmla="*/ 5327811 w 5327811"/>
              <a:gd name="connsiteY1" fmla="*/ 0 h 1474723"/>
              <a:gd name="connsiteX2" fmla="*/ 5327811 w 5327811"/>
              <a:gd name="connsiteY2" fmla="*/ 1474723 h 1474723"/>
              <a:gd name="connsiteX3" fmla="*/ 0 w 5327811"/>
              <a:gd name="connsiteY3" fmla="*/ 1474723 h 1474723"/>
              <a:gd name="connsiteX4" fmla="*/ 0 w 5327811"/>
              <a:gd name="connsiteY4" fmla="*/ 0 h 1474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27811" h="1474723">
                <a:moveTo>
                  <a:pt x="0" y="0"/>
                </a:moveTo>
                <a:lnTo>
                  <a:pt x="5327811" y="0"/>
                </a:lnTo>
                <a:lnTo>
                  <a:pt x="5327811" y="1474723"/>
                </a:lnTo>
                <a:lnTo>
                  <a:pt x="0" y="14747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2400" kern="1200" dirty="0">
                <a:solidFill>
                  <a:schemeClr val="dk1">
                    <a:hueOff val="0"/>
                    <a:satOff val="0"/>
                    <a:alphaOff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路由文件中获取请求对象</a:t>
            </a:r>
            <a:r>
              <a:rPr lang="zh-CN" altLang="en-US" sz="2400" kern="1200" dirty="0">
                <a:solidFill>
                  <a:schemeClr val="dk1">
                    <a:hueOff val="0"/>
                    <a:satOff val="0"/>
                    <a:alphaOff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en-US" altLang="zh-CN" sz="2400" kern="1200" dirty="0">
                <a:solidFill>
                  <a:schemeClr val="dk1">
                    <a:hueOff val="0"/>
                    <a:satOff val="0"/>
                    <a:alphaOff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endParaRPr lang="zh-CN" altLang="en-US" sz="2400" kern="1200" dirty="0">
              <a:solidFill>
                <a:schemeClr val="dk1">
                  <a:hueOff val="0"/>
                  <a:satOff val="0"/>
                  <a:alphaOff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箭头: 上 16"/>
          <p:cNvSpPr/>
          <p:nvPr>
            <p:custDataLst>
              <p:tags r:id="rId13"/>
            </p:custDataLst>
          </p:nvPr>
        </p:nvSpPr>
        <p:spPr>
          <a:xfrm rot="5400000">
            <a:off x="8532495" y="2754630"/>
            <a:ext cx="827405" cy="3215005"/>
          </a:xfrm>
          <a:prstGeom prst="upArrow">
            <a:avLst/>
          </a:prstGeom>
          <a:solidFill>
            <a:schemeClr val="accent1">
              <a:hueOff val="0"/>
              <a:satOff val="0"/>
              <a:alphaOff val="0"/>
            </a:schemeClr>
          </a:solidFill>
          <a:ln>
            <a:solidFill>
              <a:schemeClr val="lt1">
                <a:hueOff val="0"/>
                <a:satOff val="0"/>
                <a:alphaOff val="0"/>
                <a:lumMod val="9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8210275" y="3368935"/>
            <a:ext cx="147239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req.session</a:t>
            </a:r>
            <a:endParaRPr lang="en-US" altLang="zh-CN" sz="1800" b="1" i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396355" y="2779395"/>
            <a:ext cx="0" cy="32150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/>
      <p:bldP spid="13" grpId="0"/>
      <p:bldP spid="11" grpId="1"/>
      <p:bldP spid="13" grpId="1"/>
      <p:bldP spid="19" grpId="0"/>
      <p:bldP spid="16" grpId="0" bldLvl="0" animBg="1"/>
      <p:bldP spid="19" grpId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26550" y="893987"/>
            <a:ext cx="6428077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配置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option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参数：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3"/>
            </p:custDataLst>
          </p:nvPr>
        </p:nvGraphicFramePr>
        <p:xfrm>
          <a:off x="431800" y="1624965"/>
          <a:ext cx="10482580" cy="4834255"/>
        </p:xfrm>
        <a:graphic>
          <a:graphicData uri="http://schemas.openxmlformats.org/drawingml/2006/table">
            <a:tbl>
              <a:tblPr firstRow="1" bandRow="1"/>
              <a:tblGrid>
                <a:gridCol w="1806575"/>
                <a:gridCol w="8676005"/>
              </a:tblGrid>
              <a:tr h="529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属性</a:t>
                      </a:r>
                      <a:endParaRPr lang="en-US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3613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name</a:t>
                      </a:r>
                      <a:endParaRPr lang="en-US" altLang="zh-CN" sz="16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cookie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的名字，默认为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connect.sid</a:t>
                      </a:r>
                      <a:endParaRPr lang="en-US" altLang="zh-CN" sz="1400" b="0" kern="12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13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store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存储实例</a:t>
                      </a:r>
                      <a:endParaRPr lang="zh-CN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1" kern="1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secret</a:t>
                      </a:r>
                      <a:endParaRPr lang="en-US" altLang="zh-CN" sz="16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cookie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签名，防止被篡改</a:t>
                      </a:r>
                      <a:endParaRPr lang="zh-CN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1" kern="1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cookie</a:t>
                      </a:r>
                      <a:endParaRPr lang="en-US" altLang="zh-CN" sz="16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cookie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设置，默认为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 path:</a:t>
                      </a:r>
                      <a:r>
                        <a:rPr lang="en-US" altLang="zh-CN" sz="140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'/'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 </a:t>
                      </a:r>
                      <a:r>
                        <a:rPr lang="en-US" altLang="zh-CN" sz="1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httpOnly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: </a:t>
                      </a:r>
                      <a:r>
                        <a:rPr lang="en-US" altLang="zh-CN" sz="1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true,secure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: false, </a:t>
                      </a:r>
                      <a:r>
                        <a:rPr lang="en-US" altLang="zh-CN" sz="1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maxAge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: null }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genid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生成新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ID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的函数</a:t>
                      </a:r>
                      <a:endParaRPr lang="zh-CN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rolling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在每次请求时强行设置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cookie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，这将重置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cookie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过期时间，默认为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lang="en-US" alt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b="1" kern="1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resave</a:t>
                      </a:r>
                      <a:endParaRPr lang="en-US" altLang="zh-CN" sz="16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强制保存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，默认为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，建议设为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proxy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当设置了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secure cookies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时，信任反向代理。当设定为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时，“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x-forwarded-proto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”的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header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信息将被使用；当设定为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时，所有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headers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将被忽略。当该属性没有被设定时，将使用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Express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trust proxy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saveUninitialized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强制将未初始化的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存储。当新建了一个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且未设定属性或值时，它就处于未初始化状态。在设定一个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cookie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前，这对于登陆验证、减轻服务端存储压力以及权限控制是有帮助的，默认为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unset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buFont typeface="Wingdings" panose="05000000000000000000" pitchFamily="2" charset="2"/>
                        <a:buNone/>
                      </a:pP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控制</a:t>
                      </a:r>
                      <a:r>
                        <a:rPr lang="en-US" altLang="zh-CN" sz="1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req.session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是否取消，可以使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</a:t>
                      </a:r>
                      <a:r>
                        <a:rPr lang="zh-CN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保持存储状态但忽略修改或删除的请求，默认为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keep</a:t>
                      </a:r>
                      <a:endParaRPr lang="en-US" altLang="zh-CN" sz="14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026987" y="64008"/>
            <a:ext cx="4485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安装配置与获取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"/>
          <p:cNvSpPr/>
          <p:nvPr>
            <p:custDataLst>
              <p:tags r:id="rId3"/>
            </p:custDataLst>
          </p:nvPr>
        </p:nvSpPr>
        <p:spPr bwMode="auto">
          <a:xfrm>
            <a:off x="619125" y="1268095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TextBox 27"/>
          <p:cNvSpPr txBox="1">
            <a:spLocks noChangeArrowheads="1"/>
          </p:cNvSpPr>
          <p:nvPr/>
        </p:nvSpPr>
        <p:spPr bwMode="auto">
          <a:xfrm>
            <a:off x="1359535" y="1275715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iconfont-1187-868615"/>
          <p:cNvSpPr/>
          <p:nvPr>
            <p:custDataLst>
              <p:tags r:id="rId4"/>
            </p:custDataLst>
          </p:nvPr>
        </p:nvSpPr>
        <p:spPr>
          <a:xfrm>
            <a:off x="549275" y="1069340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的安装配置与设置获取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椭圆 41"/>
          <p:cNvSpPr/>
          <p:nvPr>
            <p:custDataLst>
              <p:tags r:id="rId5"/>
            </p:custDataLst>
          </p:nvPr>
        </p:nvSpPr>
        <p:spPr>
          <a:xfrm>
            <a:off x="9255154" y="2929104"/>
            <a:ext cx="412528" cy="333574"/>
          </a:xfrm>
          <a:custGeom>
            <a:avLst/>
            <a:gdLst>
              <a:gd name="connsiteX0" fmla="*/ 0 w 331788"/>
              <a:gd name="connsiteY0" fmla="*/ 255587 h 268287"/>
              <a:gd name="connsiteX1" fmla="*/ 331788 w 331788"/>
              <a:gd name="connsiteY1" fmla="*/ 255587 h 268287"/>
              <a:gd name="connsiteX2" fmla="*/ 331788 w 331788"/>
              <a:gd name="connsiteY2" fmla="*/ 268287 h 268287"/>
              <a:gd name="connsiteX3" fmla="*/ 0 w 331788"/>
              <a:gd name="connsiteY3" fmla="*/ 268287 h 268287"/>
              <a:gd name="connsiteX4" fmla="*/ 76201 w 331788"/>
              <a:gd name="connsiteY4" fmla="*/ 207962 h 268287"/>
              <a:gd name="connsiteX5" fmla="*/ 82551 w 331788"/>
              <a:gd name="connsiteY5" fmla="*/ 207962 h 268287"/>
              <a:gd name="connsiteX6" fmla="*/ 82551 w 331788"/>
              <a:gd name="connsiteY6" fmla="*/ 247650 h 268287"/>
              <a:gd name="connsiteX7" fmla="*/ 55563 w 331788"/>
              <a:gd name="connsiteY7" fmla="*/ 247650 h 268287"/>
              <a:gd name="connsiteX8" fmla="*/ 55563 w 331788"/>
              <a:gd name="connsiteY8" fmla="*/ 227012 h 268287"/>
              <a:gd name="connsiteX9" fmla="*/ 115888 w 331788"/>
              <a:gd name="connsiteY9" fmla="*/ 168275 h 268287"/>
              <a:gd name="connsiteX10" fmla="*/ 127168 w 331788"/>
              <a:gd name="connsiteY10" fmla="*/ 168275 h 268287"/>
              <a:gd name="connsiteX11" fmla="*/ 139701 w 331788"/>
              <a:gd name="connsiteY11" fmla="*/ 170835 h 268287"/>
              <a:gd name="connsiteX12" fmla="*/ 139701 w 331788"/>
              <a:gd name="connsiteY12" fmla="*/ 247650 h 268287"/>
              <a:gd name="connsiteX13" fmla="*/ 115888 w 331788"/>
              <a:gd name="connsiteY13" fmla="*/ 247650 h 268287"/>
              <a:gd name="connsiteX14" fmla="*/ 198438 w 331788"/>
              <a:gd name="connsiteY14" fmla="*/ 155575 h 268287"/>
              <a:gd name="connsiteX15" fmla="*/ 198438 w 331788"/>
              <a:gd name="connsiteY15" fmla="*/ 247650 h 268287"/>
              <a:gd name="connsiteX16" fmla="*/ 173038 w 331788"/>
              <a:gd name="connsiteY16" fmla="*/ 247650 h 268287"/>
              <a:gd name="connsiteX17" fmla="*/ 173038 w 331788"/>
              <a:gd name="connsiteY17" fmla="*/ 168363 h 268287"/>
              <a:gd name="connsiteX18" fmla="*/ 198438 w 331788"/>
              <a:gd name="connsiteY18" fmla="*/ 155575 h 268287"/>
              <a:gd name="connsiteX19" fmla="*/ 149226 w 331788"/>
              <a:gd name="connsiteY19" fmla="*/ 41376 h 268287"/>
              <a:gd name="connsiteX20" fmla="*/ 114947 w 331788"/>
              <a:gd name="connsiteY20" fmla="*/ 55968 h 268287"/>
              <a:gd name="connsiteX21" fmla="*/ 114947 w 331788"/>
              <a:gd name="connsiteY21" fmla="*/ 123418 h 268287"/>
              <a:gd name="connsiteX22" fmla="*/ 183504 w 331788"/>
              <a:gd name="connsiteY22" fmla="*/ 123418 h 268287"/>
              <a:gd name="connsiteX23" fmla="*/ 183504 w 331788"/>
              <a:gd name="connsiteY23" fmla="*/ 55968 h 268287"/>
              <a:gd name="connsiteX24" fmla="*/ 149226 w 331788"/>
              <a:gd name="connsiteY24" fmla="*/ 41376 h 268287"/>
              <a:gd name="connsiteX25" fmla="*/ 228600 w 331788"/>
              <a:gd name="connsiteY25" fmla="*/ 39687 h 268287"/>
              <a:gd name="connsiteX26" fmla="*/ 254000 w 331788"/>
              <a:gd name="connsiteY26" fmla="*/ 39687 h 268287"/>
              <a:gd name="connsiteX27" fmla="*/ 254000 w 331788"/>
              <a:gd name="connsiteY27" fmla="*/ 247650 h 268287"/>
              <a:gd name="connsiteX28" fmla="*/ 228600 w 331788"/>
              <a:gd name="connsiteY28" fmla="*/ 247650 h 268287"/>
              <a:gd name="connsiteX29" fmla="*/ 228600 w 331788"/>
              <a:gd name="connsiteY29" fmla="*/ 110730 h 268287"/>
              <a:gd name="connsiteX30" fmla="*/ 231140 w 331788"/>
              <a:gd name="connsiteY30" fmla="*/ 90063 h 268287"/>
              <a:gd name="connsiteX31" fmla="*/ 228600 w 331788"/>
              <a:gd name="connsiteY31" fmla="*/ 69396 h 268287"/>
              <a:gd name="connsiteX32" fmla="*/ 228600 w 331788"/>
              <a:gd name="connsiteY32" fmla="*/ 39687 h 268287"/>
              <a:gd name="connsiteX33" fmla="*/ 149707 w 331788"/>
              <a:gd name="connsiteY33" fmla="*/ 22312 h 268287"/>
              <a:gd name="connsiteX34" fmla="*/ 196764 w 331788"/>
              <a:gd name="connsiteY34" fmla="*/ 41623 h 268287"/>
              <a:gd name="connsiteX35" fmla="*/ 196764 w 331788"/>
              <a:gd name="connsiteY35" fmla="*/ 136893 h 268287"/>
              <a:gd name="connsiteX36" fmla="*/ 109096 w 331788"/>
              <a:gd name="connsiteY36" fmla="*/ 143330 h 268287"/>
              <a:gd name="connsiteX37" fmla="*/ 97492 w 331788"/>
              <a:gd name="connsiteY37" fmla="*/ 154917 h 268287"/>
              <a:gd name="connsiteX38" fmla="*/ 93625 w 331788"/>
              <a:gd name="connsiteY38" fmla="*/ 170366 h 268287"/>
              <a:gd name="connsiteX39" fmla="*/ 43344 w 331788"/>
              <a:gd name="connsiteY39" fmla="*/ 220576 h 268287"/>
              <a:gd name="connsiteX40" fmla="*/ 18848 w 331788"/>
              <a:gd name="connsiteY40" fmla="*/ 220576 h 268287"/>
              <a:gd name="connsiteX41" fmla="*/ 18848 w 331788"/>
              <a:gd name="connsiteY41" fmla="*/ 196115 h 268287"/>
              <a:gd name="connsiteX42" fmla="*/ 67840 w 331788"/>
              <a:gd name="connsiteY42" fmla="*/ 145905 h 268287"/>
              <a:gd name="connsiteX43" fmla="*/ 84600 w 331788"/>
              <a:gd name="connsiteY43" fmla="*/ 140755 h 268287"/>
              <a:gd name="connsiteX44" fmla="*/ 96203 w 331788"/>
              <a:gd name="connsiteY44" fmla="*/ 129168 h 268287"/>
              <a:gd name="connsiteX45" fmla="*/ 102649 w 331788"/>
              <a:gd name="connsiteY45" fmla="*/ 41623 h 268287"/>
              <a:gd name="connsiteX46" fmla="*/ 149707 w 331788"/>
              <a:gd name="connsiteY46" fmla="*/ 22312 h 268287"/>
              <a:gd name="connsiteX47" fmla="*/ 280988 w 331788"/>
              <a:gd name="connsiteY47" fmla="*/ 0 h 268287"/>
              <a:gd name="connsiteX48" fmla="*/ 306388 w 331788"/>
              <a:gd name="connsiteY48" fmla="*/ 0 h 268287"/>
              <a:gd name="connsiteX49" fmla="*/ 306388 w 331788"/>
              <a:gd name="connsiteY49" fmla="*/ 247650 h 268287"/>
              <a:gd name="connsiteX50" fmla="*/ 280988 w 331788"/>
              <a:gd name="connsiteY50" fmla="*/ 247650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788" h="268287">
                <a:moveTo>
                  <a:pt x="0" y="255587"/>
                </a:moveTo>
                <a:lnTo>
                  <a:pt x="331788" y="255587"/>
                </a:lnTo>
                <a:lnTo>
                  <a:pt x="331788" y="268287"/>
                </a:lnTo>
                <a:lnTo>
                  <a:pt x="0" y="268287"/>
                </a:lnTo>
                <a:close/>
                <a:moveTo>
                  <a:pt x="76201" y="207962"/>
                </a:moveTo>
                <a:lnTo>
                  <a:pt x="82551" y="207962"/>
                </a:lnTo>
                <a:lnTo>
                  <a:pt x="82551" y="247650"/>
                </a:lnTo>
                <a:lnTo>
                  <a:pt x="55563" y="247650"/>
                </a:lnTo>
                <a:lnTo>
                  <a:pt x="55563" y="227012"/>
                </a:lnTo>
                <a:close/>
                <a:moveTo>
                  <a:pt x="115888" y="168275"/>
                </a:moveTo>
                <a:cubicBezTo>
                  <a:pt x="115888" y="168275"/>
                  <a:pt x="115888" y="168275"/>
                  <a:pt x="127168" y="168275"/>
                </a:cubicBezTo>
                <a:cubicBezTo>
                  <a:pt x="130928" y="169555"/>
                  <a:pt x="135941" y="170835"/>
                  <a:pt x="139701" y="170835"/>
                </a:cubicBezTo>
                <a:cubicBezTo>
                  <a:pt x="139701" y="170835"/>
                  <a:pt x="139701" y="170835"/>
                  <a:pt x="139701" y="247650"/>
                </a:cubicBezTo>
                <a:cubicBezTo>
                  <a:pt x="139701" y="247650"/>
                  <a:pt x="139701" y="247650"/>
                  <a:pt x="115888" y="247650"/>
                </a:cubicBezTo>
                <a:close/>
                <a:moveTo>
                  <a:pt x="198438" y="155575"/>
                </a:moveTo>
                <a:cubicBezTo>
                  <a:pt x="198438" y="155575"/>
                  <a:pt x="198438" y="155575"/>
                  <a:pt x="198438" y="247650"/>
                </a:cubicBezTo>
                <a:cubicBezTo>
                  <a:pt x="198438" y="247650"/>
                  <a:pt x="198438" y="247650"/>
                  <a:pt x="173038" y="247650"/>
                </a:cubicBezTo>
                <a:lnTo>
                  <a:pt x="173038" y="168363"/>
                </a:lnTo>
                <a:cubicBezTo>
                  <a:pt x="181928" y="165805"/>
                  <a:pt x="190818" y="161969"/>
                  <a:pt x="198438" y="155575"/>
                </a:cubicBezTo>
                <a:close/>
                <a:moveTo>
                  <a:pt x="149226" y="41376"/>
                </a:moveTo>
                <a:cubicBezTo>
                  <a:pt x="136937" y="41376"/>
                  <a:pt x="124649" y="46240"/>
                  <a:pt x="114947" y="55968"/>
                </a:cubicBezTo>
                <a:cubicBezTo>
                  <a:pt x="96838" y="74128"/>
                  <a:pt x="96838" y="105259"/>
                  <a:pt x="114947" y="123418"/>
                </a:cubicBezTo>
                <a:cubicBezTo>
                  <a:pt x="134350" y="142875"/>
                  <a:pt x="164101" y="142875"/>
                  <a:pt x="183504" y="123418"/>
                </a:cubicBezTo>
                <a:cubicBezTo>
                  <a:pt x="201613" y="105259"/>
                  <a:pt x="201613" y="74128"/>
                  <a:pt x="183504" y="55968"/>
                </a:cubicBezTo>
                <a:cubicBezTo>
                  <a:pt x="173803" y="46240"/>
                  <a:pt x="161514" y="41376"/>
                  <a:pt x="149226" y="41376"/>
                </a:cubicBezTo>
                <a:close/>
                <a:moveTo>
                  <a:pt x="228600" y="39687"/>
                </a:moveTo>
                <a:cubicBezTo>
                  <a:pt x="228600" y="39687"/>
                  <a:pt x="228600" y="39687"/>
                  <a:pt x="254000" y="39687"/>
                </a:cubicBezTo>
                <a:lnTo>
                  <a:pt x="254000" y="247650"/>
                </a:lnTo>
                <a:cubicBezTo>
                  <a:pt x="254000" y="247650"/>
                  <a:pt x="254000" y="247650"/>
                  <a:pt x="228600" y="247650"/>
                </a:cubicBezTo>
                <a:cubicBezTo>
                  <a:pt x="228600" y="247650"/>
                  <a:pt x="228600" y="247650"/>
                  <a:pt x="228600" y="110730"/>
                </a:cubicBezTo>
                <a:cubicBezTo>
                  <a:pt x="231140" y="104272"/>
                  <a:pt x="231140" y="96521"/>
                  <a:pt x="231140" y="90063"/>
                </a:cubicBezTo>
                <a:cubicBezTo>
                  <a:pt x="231140" y="83604"/>
                  <a:pt x="231140" y="75854"/>
                  <a:pt x="228600" y="69396"/>
                </a:cubicBezTo>
                <a:cubicBezTo>
                  <a:pt x="228600" y="69396"/>
                  <a:pt x="228600" y="69396"/>
                  <a:pt x="228600" y="39687"/>
                </a:cubicBezTo>
                <a:close/>
                <a:moveTo>
                  <a:pt x="149707" y="22312"/>
                </a:moveTo>
                <a:cubicBezTo>
                  <a:pt x="166789" y="22312"/>
                  <a:pt x="183872" y="28749"/>
                  <a:pt x="196764" y="41623"/>
                </a:cubicBezTo>
                <a:cubicBezTo>
                  <a:pt x="223838" y="68659"/>
                  <a:pt x="223838" y="111144"/>
                  <a:pt x="196764" y="136893"/>
                </a:cubicBezTo>
                <a:cubicBezTo>
                  <a:pt x="173558" y="161354"/>
                  <a:pt x="136170" y="162641"/>
                  <a:pt x="109096" y="143330"/>
                </a:cubicBezTo>
                <a:cubicBezTo>
                  <a:pt x="109096" y="143330"/>
                  <a:pt x="109096" y="143330"/>
                  <a:pt x="97492" y="154917"/>
                </a:cubicBezTo>
                <a:cubicBezTo>
                  <a:pt x="98782" y="160067"/>
                  <a:pt x="97492" y="166504"/>
                  <a:pt x="93625" y="170366"/>
                </a:cubicBezTo>
                <a:cubicBezTo>
                  <a:pt x="93625" y="170366"/>
                  <a:pt x="93625" y="170366"/>
                  <a:pt x="43344" y="220576"/>
                </a:cubicBezTo>
                <a:cubicBezTo>
                  <a:pt x="35608" y="227013"/>
                  <a:pt x="25295" y="227013"/>
                  <a:pt x="18848" y="220576"/>
                </a:cubicBezTo>
                <a:cubicBezTo>
                  <a:pt x="11113" y="214139"/>
                  <a:pt x="11113" y="202552"/>
                  <a:pt x="18848" y="196115"/>
                </a:cubicBezTo>
                <a:cubicBezTo>
                  <a:pt x="18848" y="196115"/>
                  <a:pt x="18848" y="196115"/>
                  <a:pt x="67840" y="145905"/>
                </a:cubicBezTo>
                <a:cubicBezTo>
                  <a:pt x="72997" y="142043"/>
                  <a:pt x="78154" y="140755"/>
                  <a:pt x="84600" y="140755"/>
                </a:cubicBezTo>
                <a:cubicBezTo>
                  <a:pt x="84600" y="140755"/>
                  <a:pt x="84600" y="140755"/>
                  <a:pt x="96203" y="129168"/>
                </a:cubicBezTo>
                <a:cubicBezTo>
                  <a:pt x="75575" y="103420"/>
                  <a:pt x="78154" y="66084"/>
                  <a:pt x="102649" y="41623"/>
                </a:cubicBezTo>
                <a:cubicBezTo>
                  <a:pt x="115542" y="28749"/>
                  <a:pt x="132624" y="22312"/>
                  <a:pt x="149707" y="22312"/>
                </a:cubicBezTo>
                <a:close/>
                <a:moveTo>
                  <a:pt x="280988" y="0"/>
                </a:moveTo>
                <a:lnTo>
                  <a:pt x="306388" y="0"/>
                </a:lnTo>
                <a:lnTo>
                  <a:pt x="306388" y="247650"/>
                </a:lnTo>
                <a:lnTo>
                  <a:pt x="280988" y="247650"/>
                </a:ln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2895" y="2631440"/>
            <a:ext cx="3751580" cy="3385185"/>
            <a:chOff x="477" y="4144"/>
            <a:chExt cx="5908" cy="5331"/>
          </a:xfrm>
        </p:grpSpPr>
        <p:sp>
          <p:nvSpPr>
            <p:cNvPr id="21" name="任意多边形: 形状 4"/>
            <p:cNvSpPr/>
            <p:nvPr>
              <p:custDataLst>
                <p:tags r:id="rId6"/>
              </p:custDataLst>
            </p:nvPr>
          </p:nvSpPr>
          <p:spPr bwMode="auto">
            <a:xfrm>
              <a:off x="1223" y="4144"/>
              <a:ext cx="5163" cy="1572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775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椭圆 38"/>
            <p:cNvSpPr/>
            <p:nvPr>
              <p:custDataLst>
                <p:tags r:id="rId7"/>
              </p:custDataLst>
            </p:nvPr>
          </p:nvSpPr>
          <p:spPr>
            <a:xfrm>
              <a:off x="3783" y="4569"/>
              <a:ext cx="650" cy="613"/>
            </a:xfrm>
            <a:custGeom>
              <a:avLst/>
              <a:gdLst>
                <a:gd name="connsiteX0" fmla="*/ 255815 w 338138"/>
                <a:gd name="connsiteY0" fmla="*/ 276225 h 319088"/>
                <a:gd name="connsiteX1" fmla="*/ 267653 w 338138"/>
                <a:gd name="connsiteY1" fmla="*/ 282720 h 319088"/>
                <a:gd name="connsiteX2" fmla="*/ 275546 w 338138"/>
                <a:gd name="connsiteY2" fmla="*/ 282720 h 319088"/>
                <a:gd name="connsiteX3" fmla="*/ 287384 w 338138"/>
                <a:gd name="connsiteY3" fmla="*/ 276225 h 319088"/>
                <a:gd name="connsiteX4" fmla="*/ 290015 w 338138"/>
                <a:gd name="connsiteY4" fmla="*/ 277524 h 319088"/>
                <a:gd name="connsiteX5" fmla="*/ 295276 w 338138"/>
                <a:gd name="connsiteY5" fmla="*/ 284018 h 319088"/>
                <a:gd name="connsiteX6" fmla="*/ 295276 w 338138"/>
                <a:gd name="connsiteY6" fmla="*/ 315191 h 319088"/>
                <a:gd name="connsiteX7" fmla="*/ 271600 w 338138"/>
                <a:gd name="connsiteY7" fmla="*/ 319088 h 319088"/>
                <a:gd name="connsiteX8" fmla="*/ 249238 w 338138"/>
                <a:gd name="connsiteY8" fmla="*/ 315191 h 319088"/>
                <a:gd name="connsiteX9" fmla="*/ 249238 w 338138"/>
                <a:gd name="connsiteY9" fmla="*/ 284018 h 319088"/>
                <a:gd name="connsiteX10" fmla="*/ 253184 w 338138"/>
                <a:gd name="connsiteY10" fmla="*/ 277524 h 319088"/>
                <a:gd name="connsiteX11" fmla="*/ 255815 w 338138"/>
                <a:gd name="connsiteY11" fmla="*/ 276225 h 319088"/>
                <a:gd name="connsiteX12" fmla="*/ 50755 w 338138"/>
                <a:gd name="connsiteY12" fmla="*/ 276225 h 319088"/>
                <a:gd name="connsiteX13" fmla="*/ 62593 w 338138"/>
                <a:gd name="connsiteY13" fmla="*/ 282720 h 319088"/>
                <a:gd name="connsiteX14" fmla="*/ 70486 w 338138"/>
                <a:gd name="connsiteY14" fmla="*/ 282720 h 319088"/>
                <a:gd name="connsiteX15" fmla="*/ 82324 w 338138"/>
                <a:gd name="connsiteY15" fmla="*/ 276225 h 319088"/>
                <a:gd name="connsiteX16" fmla="*/ 84955 w 338138"/>
                <a:gd name="connsiteY16" fmla="*/ 277524 h 319088"/>
                <a:gd name="connsiteX17" fmla="*/ 88901 w 338138"/>
                <a:gd name="connsiteY17" fmla="*/ 284018 h 319088"/>
                <a:gd name="connsiteX18" fmla="*/ 88901 w 338138"/>
                <a:gd name="connsiteY18" fmla="*/ 315191 h 319088"/>
                <a:gd name="connsiteX19" fmla="*/ 66539 w 338138"/>
                <a:gd name="connsiteY19" fmla="*/ 319088 h 319088"/>
                <a:gd name="connsiteX20" fmla="*/ 42863 w 338138"/>
                <a:gd name="connsiteY20" fmla="*/ 315191 h 319088"/>
                <a:gd name="connsiteX21" fmla="*/ 42863 w 338138"/>
                <a:gd name="connsiteY21" fmla="*/ 284018 h 319088"/>
                <a:gd name="connsiteX22" fmla="*/ 48124 w 338138"/>
                <a:gd name="connsiteY22" fmla="*/ 277524 h 319088"/>
                <a:gd name="connsiteX23" fmla="*/ 50755 w 338138"/>
                <a:gd name="connsiteY23" fmla="*/ 276225 h 319088"/>
                <a:gd name="connsiteX24" fmla="*/ 273050 w 338138"/>
                <a:gd name="connsiteY24" fmla="*/ 214313 h 319088"/>
                <a:gd name="connsiteX25" fmla="*/ 282575 w 338138"/>
                <a:gd name="connsiteY25" fmla="*/ 224632 h 319088"/>
                <a:gd name="connsiteX26" fmla="*/ 273050 w 338138"/>
                <a:gd name="connsiteY26" fmla="*/ 234951 h 319088"/>
                <a:gd name="connsiteX27" fmla="*/ 263525 w 338138"/>
                <a:gd name="connsiteY27" fmla="*/ 224632 h 319088"/>
                <a:gd name="connsiteX28" fmla="*/ 273050 w 338138"/>
                <a:gd name="connsiteY28" fmla="*/ 214313 h 319088"/>
                <a:gd name="connsiteX29" fmla="*/ 65882 w 338138"/>
                <a:gd name="connsiteY29" fmla="*/ 214313 h 319088"/>
                <a:gd name="connsiteX30" fmla="*/ 76201 w 338138"/>
                <a:gd name="connsiteY30" fmla="*/ 224632 h 319088"/>
                <a:gd name="connsiteX31" fmla="*/ 65882 w 338138"/>
                <a:gd name="connsiteY31" fmla="*/ 234951 h 319088"/>
                <a:gd name="connsiteX32" fmla="*/ 55563 w 338138"/>
                <a:gd name="connsiteY32" fmla="*/ 224632 h 319088"/>
                <a:gd name="connsiteX33" fmla="*/ 65882 w 338138"/>
                <a:gd name="connsiteY33" fmla="*/ 214313 h 319088"/>
                <a:gd name="connsiteX34" fmla="*/ 272257 w 338138"/>
                <a:gd name="connsiteY34" fmla="*/ 196850 h 319088"/>
                <a:gd name="connsiteX35" fmla="*/ 244475 w 338138"/>
                <a:gd name="connsiteY35" fmla="*/ 224632 h 319088"/>
                <a:gd name="connsiteX36" fmla="*/ 272257 w 338138"/>
                <a:gd name="connsiteY36" fmla="*/ 252414 h 319088"/>
                <a:gd name="connsiteX37" fmla="*/ 300039 w 338138"/>
                <a:gd name="connsiteY37" fmla="*/ 224632 h 319088"/>
                <a:gd name="connsiteX38" fmla="*/ 272257 w 338138"/>
                <a:gd name="connsiteY38" fmla="*/ 196850 h 319088"/>
                <a:gd name="connsiteX39" fmla="*/ 65882 w 338138"/>
                <a:gd name="connsiteY39" fmla="*/ 196850 h 319088"/>
                <a:gd name="connsiteX40" fmla="*/ 38100 w 338138"/>
                <a:gd name="connsiteY40" fmla="*/ 224632 h 319088"/>
                <a:gd name="connsiteX41" fmla="*/ 65882 w 338138"/>
                <a:gd name="connsiteY41" fmla="*/ 252414 h 319088"/>
                <a:gd name="connsiteX42" fmla="*/ 93664 w 338138"/>
                <a:gd name="connsiteY42" fmla="*/ 224632 h 319088"/>
                <a:gd name="connsiteX43" fmla="*/ 65882 w 338138"/>
                <a:gd name="connsiteY43" fmla="*/ 196850 h 319088"/>
                <a:gd name="connsiteX44" fmla="*/ 272257 w 338138"/>
                <a:gd name="connsiteY44" fmla="*/ 187325 h 319088"/>
                <a:gd name="connsiteX45" fmla="*/ 338138 w 338138"/>
                <a:gd name="connsiteY45" fmla="*/ 253322 h 319088"/>
                <a:gd name="connsiteX46" fmla="*/ 313103 w 338138"/>
                <a:gd name="connsiteY46" fmla="*/ 304800 h 319088"/>
                <a:gd name="connsiteX47" fmla="*/ 313103 w 338138"/>
                <a:gd name="connsiteY47" fmla="*/ 283681 h 319088"/>
                <a:gd name="connsiteX48" fmla="*/ 295974 w 338138"/>
                <a:gd name="connsiteY48" fmla="*/ 259922 h 319088"/>
                <a:gd name="connsiteX49" fmla="*/ 290704 w 338138"/>
                <a:gd name="connsiteY49" fmla="*/ 258602 h 319088"/>
                <a:gd name="connsiteX50" fmla="*/ 284115 w 338138"/>
                <a:gd name="connsiteY50" fmla="*/ 258602 h 319088"/>
                <a:gd name="connsiteX51" fmla="*/ 272257 w 338138"/>
                <a:gd name="connsiteY51" fmla="*/ 265202 h 319088"/>
                <a:gd name="connsiteX52" fmla="*/ 260398 w 338138"/>
                <a:gd name="connsiteY52" fmla="*/ 258602 h 319088"/>
                <a:gd name="connsiteX53" fmla="*/ 255128 w 338138"/>
                <a:gd name="connsiteY53" fmla="*/ 258602 h 319088"/>
                <a:gd name="connsiteX54" fmla="*/ 248539 w 338138"/>
                <a:gd name="connsiteY54" fmla="*/ 259922 h 319088"/>
                <a:gd name="connsiteX55" fmla="*/ 232728 w 338138"/>
                <a:gd name="connsiteY55" fmla="*/ 283681 h 319088"/>
                <a:gd name="connsiteX56" fmla="*/ 232728 w 338138"/>
                <a:gd name="connsiteY56" fmla="*/ 304800 h 319088"/>
                <a:gd name="connsiteX57" fmla="*/ 206375 w 338138"/>
                <a:gd name="connsiteY57" fmla="*/ 253322 h 319088"/>
                <a:gd name="connsiteX58" fmla="*/ 272257 w 338138"/>
                <a:gd name="connsiteY58" fmla="*/ 187325 h 319088"/>
                <a:gd name="connsiteX59" fmla="*/ 65881 w 338138"/>
                <a:gd name="connsiteY59" fmla="*/ 187325 h 319088"/>
                <a:gd name="connsiteX60" fmla="*/ 131763 w 338138"/>
                <a:gd name="connsiteY60" fmla="*/ 253322 h 319088"/>
                <a:gd name="connsiteX61" fmla="*/ 105410 w 338138"/>
                <a:gd name="connsiteY61" fmla="*/ 304800 h 319088"/>
                <a:gd name="connsiteX62" fmla="*/ 105410 w 338138"/>
                <a:gd name="connsiteY62" fmla="*/ 283681 h 319088"/>
                <a:gd name="connsiteX63" fmla="*/ 89599 w 338138"/>
                <a:gd name="connsiteY63" fmla="*/ 259922 h 319088"/>
                <a:gd name="connsiteX64" fmla="*/ 83010 w 338138"/>
                <a:gd name="connsiteY64" fmla="*/ 258602 h 319088"/>
                <a:gd name="connsiteX65" fmla="*/ 77740 w 338138"/>
                <a:gd name="connsiteY65" fmla="*/ 258602 h 319088"/>
                <a:gd name="connsiteX66" fmla="*/ 65881 w 338138"/>
                <a:gd name="connsiteY66" fmla="*/ 265202 h 319088"/>
                <a:gd name="connsiteX67" fmla="*/ 54023 w 338138"/>
                <a:gd name="connsiteY67" fmla="*/ 258602 h 319088"/>
                <a:gd name="connsiteX68" fmla="*/ 47434 w 338138"/>
                <a:gd name="connsiteY68" fmla="*/ 258602 h 319088"/>
                <a:gd name="connsiteX69" fmla="*/ 42164 w 338138"/>
                <a:gd name="connsiteY69" fmla="*/ 259922 h 319088"/>
                <a:gd name="connsiteX70" fmla="*/ 25035 w 338138"/>
                <a:gd name="connsiteY70" fmla="*/ 283681 h 319088"/>
                <a:gd name="connsiteX71" fmla="*/ 25035 w 338138"/>
                <a:gd name="connsiteY71" fmla="*/ 304800 h 319088"/>
                <a:gd name="connsiteX72" fmla="*/ 0 w 338138"/>
                <a:gd name="connsiteY72" fmla="*/ 253322 h 319088"/>
                <a:gd name="connsiteX73" fmla="*/ 65881 w 338138"/>
                <a:gd name="connsiteY73" fmla="*/ 187325 h 319088"/>
                <a:gd name="connsiteX74" fmla="*/ 159754 w 338138"/>
                <a:gd name="connsiteY74" fmla="*/ 149225 h 319088"/>
                <a:gd name="connsiteX75" fmla="*/ 169069 w 338138"/>
                <a:gd name="connsiteY75" fmla="*/ 149225 h 319088"/>
                <a:gd name="connsiteX76" fmla="*/ 178384 w 338138"/>
                <a:gd name="connsiteY76" fmla="*/ 149225 h 319088"/>
                <a:gd name="connsiteX77" fmla="*/ 178384 w 338138"/>
                <a:gd name="connsiteY77" fmla="*/ 175331 h 319088"/>
                <a:gd name="connsiteX78" fmla="*/ 214313 w 338138"/>
                <a:gd name="connsiteY78" fmla="*/ 193605 h 319088"/>
                <a:gd name="connsiteX79" fmla="*/ 202337 w 338138"/>
                <a:gd name="connsiteY79" fmla="*/ 207963 h 319088"/>
                <a:gd name="connsiteX80" fmla="*/ 169069 w 338138"/>
                <a:gd name="connsiteY80" fmla="*/ 190994 h 319088"/>
                <a:gd name="connsiteX81" fmla="*/ 135802 w 338138"/>
                <a:gd name="connsiteY81" fmla="*/ 207963 h 319088"/>
                <a:gd name="connsiteX82" fmla="*/ 123825 w 338138"/>
                <a:gd name="connsiteY82" fmla="*/ 193605 h 319088"/>
                <a:gd name="connsiteX83" fmla="*/ 159754 w 338138"/>
                <a:gd name="connsiteY83" fmla="*/ 175331 h 319088"/>
                <a:gd name="connsiteX84" fmla="*/ 159754 w 338138"/>
                <a:gd name="connsiteY84" fmla="*/ 149225 h 319088"/>
                <a:gd name="connsiteX85" fmla="*/ 154175 w 338138"/>
                <a:gd name="connsiteY85" fmla="*/ 88900 h 319088"/>
                <a:gd name="connsiteX86" fmla="*/ 165941 w 338138"/>
                <a:gd name="connsiteY86" fmla="*/ 95394 h 319088"/>
                <a:gd name="connsiteX87" fmla="*/ 173785 w 338138"/>
                <a:gd name="connsiteY87" fmla="*/ 95394 h 319088"/>
                <a:gd name="connsiteX88" fmla="*/ 185551 w 338138"/>
                <a:gd name="connsiteY88" fmla="*/ 88900 h 319088"/>
                <a:gd name="connsiteX89" fmla="*/ 188166 w 338138"/>
                <a:gd name="connsiteY89" fmla="*/ 90199 h 319088"/>
                <a:gd name="connsiteX90" fmla="*/ 192088 w 338138"/>
                <a:gd name="connsiteY90" fmla="*/ 96693 h 319088"/>
                <a:gd name="connsiteX91" fmla="*/ 192088 w 338138"/>
                <a:gd name="connsiteY91" fmla="*/ 126567 h 319088"/>
                <a:gd name="connsiteX92" fmla="*/ 169863 w 338138"/>
                <a:gd name="connsiteY92" fmla="*/ 131763 h 319088"/>
                <a:gd name="connsiteX93" fmla="*/ 147638 w 338138"/>
                <a:gd name="connsiteY93" fmla="*/ 126567 h 319088"/>
                <a:gd name="connsiteX94" fmla="*/ 147638 w 338138"/>
                <a:gd name="connsiteY94" fmla="*/ 96693 h 319088"/>
                <a:gd name="connsiteX95" fmla="*/ 151560 w 338138"/>
                <a:gd name="connsiteY95" fmla="*/ 90199 h 319088"/>
                <a:gd name="connsiteX96" fmla="*/ 154175 w 338138"/>
                <a:gd name="connsiteY96" fmla="*/ 88900 h 319088"/>
                <a:gd name="connsiteX97" fmla="*/ 169069 w 338138"/>
                <a:gd name="connsiteY97" fmla="*/ 26988 h 319088"/>
                <a:gd name="connsiteX98" fmla="*/ 179388 w 338138"/>
                <a:gd name="connsiteY98" fmla="*/ 36513 h 319088"/>
                <a:gd name="connsiteX99" fmla="*/ 169069 w 338138"/>
                <a:gd name="connsiteY99" fmla="*/ 46038 h 319088"/>
                <a:gd name="connsiteX100" fmla="*/ 158750 w 338138"/>
                <a:gd name="connsiteY100" fmla="*/ 36513 h 319088"/>
                <a:gd name="connsiteX101" fmla="*/ 169069 w 338138"/>
                <a:gd name="connsiteY101" fmla="*/ 26988 h 319088"/>
                <a:gd name="connsiteX102" fmla="*/ 169070 w 338138"/>
                <a:gd name="connsiteY102" fmla="*/ 9525 h 319088"/>
                <a:gd name="connsiteX103" fmla="*/ 141288 w 338138"/>
                <a:gd name="connsiteY103" fmla="*/ 37307 h 319088"/>
                <a:gd name="connsiteX104" fmla="*/ 169070 w 338138"/>
                <a:gd name="connsiteY104" fmla="*/ 65089 h 319088"/>
                <a:gd name="connsiteX105" fmla="*/ 196852 w 338138"/>
                <a:gd name="connsiteY105" fmla="*/ 37307 h 319088"/>
                <a:gd name="connsiteX106" fmla="*/ 169070 w 338138"/>
                <a:gd name="connsiteY106" fmla="*/ 9525 h 319088"/>
                <a:gd name="connsiteX107" fmla="*/ 169070 w 338138"/>
                <a:gd name="connsiteY107" fmla="*/ 0 h 319088"/>
                <a:gd name="connsiteX108" fmla="*/ 234951 w 338138"/>
                <a:gd name="connsiteY108" fmla="*/ 65997 h 319088"/>
                <a:gd name="connsiteX109" fmla="*/ 209916 w 338138"/>
                <a:gd name="connsiteY109" fmla="*/ 117475 h 319088"/>
                <a:gd name="connsiteX110" fmla="*/ 209916 w 338138"/>
                <a:gd name="connsiteY110" fmla="*/ 96356 h 319088"/>
                <a:gd name="connsiteX111" fmla="*/ 192787 w 338138"/>
                <a:gd name="connsiteY111" fmla="*/ 72597 h 319088"/>
                <a:gd name="connsiteX112" fmla="*/ 187517 w 338138"/>
                <a:gd name="connsiteY112" fmla="*/ 71277 h 319088"/>
                <a:gd name="connsiteX113" fmla="*/ 180928 w 338138"/>
                <a:gd name="connsiteY113" fmla="*/ 71277 h 319088"/>
                <a:gd name="connsiteX114" fmla="*/ 169070 w 338138"/>
                <a:gd name="connsiteY114" fmla="*/ 76557 h 319088"/>
                <a:gd name="connsiteX115" fmla="*/ 157211 w 338138"/>
                <a:gd name="connsiteY115" fmla="*/ 71277 h 319088"/>
                <a:gd name="connsiteX116" fmla="*/ 150623 w 338138"/>
                <a:gd name="connsiteY116" fmla="*/ 71277 h 319088"/>
                <a:gd name="connsiteX117" fmla="*/ 145352 w 338138"/>
                <a:gd name="connsiteY117" fmla="*/ 72597 h 319088"/>
                <a:gd name="connsiteX118" fmla="*/ 128223 w 338138"/>
                <a:gd name="connsiteY118" fmla="*/ 96356 h 319088"/>
                <a:gd name="connsiteX119" fmla="*/ 128223 w 338138"/>
                <a:gd name="connsiteY119" fmla="*/ 117475 h 319088"/>
                <a:gd name="connsiteX120" fmla="*/ 103188 w 338138"/>
                <a:gd name="connsiteY120" fmla="*/ 65997 h 319088"/>
                <a:gd name="connsiteX121" fmla="*/ 169070 w 338138"/>
                <a:gd name="connsiteY121" fmla="*/ 0 h 31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38138" h="319088">
                  <a:moveTo>
                    <a:pt x="255815" y="276225"/>
                  </a:moveTo>
                  <a:cubicBezTo>
                    <a:pt x="255815" y="276225"/>
                    <a:pt x="255815" y="276225"/>
                    <a:pt x="267653" y="282720"/>
                  </a:cubicBezTo>
                  <a:cubicBezTo>
                    <a:pt x="270284" y="284018"/>
                    <a:pt x="272915" y="284018"/>
                    <a:pt x="275546" y="282720"/>
                  </a:cubicBezTo>
                  <a:cubicBezTo>
                    <a:pt x="275546" y="282720"/>
                    <a:pt x="275546" y="282720"/>
                    <a:pt x="287384" y="276225"/>
                  </a:cubicBezTo>
                  <a:cubicBezTo>
                    <a:pt x="287384" y="276225"/>
                    <a:pt x="287384" y="276225"/>
                    <a:pt x="290015" y="277524"/>
                  </a:cubicBezTo>
                  <a:cubicBezTo>
                    <a:pt x="292646" y="278823"/>
                    <a:pt x="295276" y="281421"/>
                    <a:pt x="295276" y="284018"/>
                  </a:cubicBezTo>
                  <a:cubicBezTo>
                    <a:pt x="295276" y="284018"/>
                    <a:pt x="295276" y="284018"/>
                    <a:pt x="295276" y="315191"/>
                  </a:cubicBezTo>
                  <a:cubicBezTo>
                    <a:pt x="287384" y="317789"/>
                    <a:pt x="279492" y="319088"/>
                    <a:pt x="271600" y="319088"/>
                  </a:cubicBezTo>
                  <a:cubicBezTo>
                    <a:pt x="263707" y="319088"/>
                    <a:pt x="255815" y="317789"/>
                    <a:pt x="249238" y="315191"/>
                  </a:cubicBezTo>
                  <a:cubicBezTo>
                    <a:pt x="249238" y="315191"/>
                    <a:pt x="249238" y="315191"/>
                    <a:pt x="249238" y="284018"/>
                  </a:cubicBezTo>
                  <a:cubicBezTo>
                    <a:pt x="249238" y="281421"/>
                    <a:pt x="250554" y="278823"/>
                    <a:pt x="253184" y="277524"/>
                  </a:cubicBezTo>
                  <a:cubicBezTo>
                    <a:pt x="253184" y="277524"/>
                    <a:pt x="253184" y="277524"/>
                    <a:pt x="255815" y="276225"/>
                  </a:cubicBezTo>
                  <a:close/>
                  <a:moveTo>
                    <a:pt x="50755" y="276225"/>
                  </a:moveTo>
                  <a:cubicBezTo>
                    <a:pt x="50755" y="276225"/>
                    <a:pt x="50755" y="276225"/>
                    <a:pt x="62593" y="282720"/>
                  </a:cubicBezTo>
                  <a:cubicBezTo>
                    <a:pt x="65224" y="284018"/>
                    <a:pt x="67855" y="284018"/>
                    <a:pt x="70486" y="282720"/>
                  </a:cubicBezTo>
                  <a:cubicBezTo>
                    <a:pt x="70486" y="282720"/>
                    <a:pt x="70486" y="282720"/>
                    <a:pt x="82324" y="276225"/>
                  </a:cubicBezTo>
                  <a:cubicBezTo>
                    <a:pt x="82324" y="276225"/>
                    <a:pt x="82324" y="276225"/>
                    <a:pt x="84955" y="277524"/>
                  </a:cubicBezTo>
                  <a:cubicBezTo>
                    <a:pt x="87585" y="278823"/>
                    <a:pt x="88901" y="281421"/>
                    <a:pt x="88901" y="284018"/>
                  </a:cubicBezTo>
                  <a:cubicBezTo>
                    <a:pt x="88901" y="284018"/>
                    <a:pt x="88901" y="284018"/>
                    <a:pt x="88901" y="315191"/>
                  </a:cubicBezTo>
                  <a:cubicBezTo>
                    <a:pt x="82324" y="317789"/>
                    <a:pt x="74432" y="319088"/>
                    <a:pt x="66539" y="319088"/>
                  </a:cubicBezTo>
                  <a:cubicBezTo>
                    <a:pt x="58647" y="319088"/>
                    <a:pt x="50755" y="317789"/>
                    <a:pt x="42863" y="315191"/>
                  </a:cubicBezTo>
                  <a:cubicBezTo>
                    <a:pt x="42863" y="315191"/>
                    <a:pt x="42863" y="315191"/>
                    <a:pt x="42863" y="284018"/>
                  </a:cubicBezTo>
                  <a:cubicBezTo>
                    <a:pt x="42863" y="281421"/>
                    <a:pt x="45493" y="278823"/>
                    <a:pt x="48124" y="277524"/>
                  </a:cubicBezTo>
                  <a:cubicBezTo>
                    <a:pt x="48124" y="277524"/>
                    <a:pt x="48124" y="277524"/>
                    <a:pt x="50755" y="276225"/>
                  </a:cubicBezTo>
                  <a:close/>
                  <a:moveTo>
                    <a:pt x="273050" y="214313"/>
                  </a:moveTo>
                  <a:cubicBezTo>
                    <a:pt x="278311" y="214313"/>
                    <a:pt x="282575" y="218933"/>
                    <a:pt x="282575" y="224632"/>
                  </a:cubicBezTo>
                  <a:cubicBezTo>
                    <a:pt x="282575" y="230331"/>
                    <a:pt x="278311" y="234951"/>
                    <a:pt x="273050" y="234951"/>
                  </a:cubicBezTo>
                  <a:cubicBezTo>
                    <a:pt x="267789" y="234951"/>
                    <a:pt x="263525" y="230331"/>
                    <a:pt x="263525" y="224632"/>
                  </a:cubicBezTo>
                  <a:cubicBezTo>
                    <a:pt x="263525" y="218933"/>
                    <a:pt x="267789" y="214313"/>
                    <a:pt x="273050" y="214313"/>
                  </a:cubicBezTo>
                  <a:close/>
                  <a:moveTo>
                    <a:pt x="65882" y="214313"/>
                  </a:moveTo>
                  <a:cubicBezTo>
                    <a:pt x="71581" y="214313"/>
                    <a:pt x="76201" y="218933"/>
                    <a:pt x="76201" y="224632"/>
                  </a:cubicBezTo>
                  <a:cubicBezTo>
                    <a:pt x="76201" y="230331"/>
                    <a:pt x="71581" y="234951"/>
                    <a:pt x="65882" y="234951"/>
                  </a:cubicBezTo>
                  <a:cubicBezTo>
                    <a:pt x="60183" y="234951"/>
                    <a:pt x="55563" y="230331"/>
                    <a:pt x="55563" y="224632"/>
                  </a:cubicBezTo>
                  <a:cubicBezTo>
                    <a:pt x="55563" y="218933"/>
                    <a:pt x="60183" y="214313"/>
                    <a:pt x="65882" y="214313"/>
                  </a:cubicBezTo>
                  <a:close/>
                  <a:moveTo>
                    <a:pt x="272257" y="196850"/>
                  </a:moveTo>
                  <a:cubicBezTo>
                    <a:pt x="256913" y="196850"/>
                    <a:pt x="244475" y="209288"/>
                    <a:pt x="244475" y="224632"/>
                  </a:cubicBezTo>
                  <a:cubicBezTo>
                    <a:pt x="244475" y="239976"/>
                    <a:pt x="256913" y="252414"/>
                    <a:pt x="272257" y="252414"/>
                  </a:cubicBezTo>
                  <a:cubicBezTo>
                    <a:pt x="287601" y="252414"/>
                    <a:pt x="300039" y="239976"/>
                    <a:pt x="300039" y="224632"/>
                  </a:cubicBezTo>
                  <a:cubicBezTo>
                    <a:pt x="300039" y="209288"/>
                    <a:pt x="287601" y="196850"/>
                    <a:pt x="272257" y="196850"/>
                  </a:cubicBezTo>
                  <a:close/>
                  <a:moveTo>
                    <a:pt x="65882" y="196850"/>
                  </a:moveTo>
                  <a:cubicBezTo>
                    <a:pt x="50538" y="196850"/>
                    <a:pt x="38100" y="209288"/>
                    <a:pt x="38100" y="224632"/>
                  </a:cubicBezTo>
                  <a:cubicBezTo>
                    <a:pt x="38100" y="239976"/>
                    <a:pt x="50538" y="252414"/>
                    <a:pt x="65882" y="252414"/>
                  </a:cubicBezTo>
                  <a:cubicBezTo>
                    <a:pt x="81226" y="252414"/>
                    <a:pt x="93664" y="239976"/>
                    <a:pt x="93664" y="224632"/>
                  </a:cubicBezTo>
                  <a:cubicBezTo>
                    <a:pt x="93664" y="209288"/>
                    <a:pt x="81226" y="196850"/>
                    <a:pt x="65882" y="196850"/>
                  </a:cubicBezTo>
                  <a:close/>
                  <a:moveTo>
                    <a:pt x="272257" y="187325"/>
                  </a:moveTo>
                  <a:cubicBezTo>
                    <a:pt x="309150" y="187325"/>
                    <a:pt x="338138" y="217684"/>
                    <a:pt x="338138" y="253322"/>
                  </a:cubicBezTo>
                  <a:cubicBezTo>
                    <a:pt x="338138" y="274441"/>
                    <a:pt x="328915" y="292921"/>
                    <a:pt x="313103" y="304800"/>
                  </a:cubicBezTo>
                  <a:cubicBezTo>
                    <a:pt x="313103" y="304800"/>
                    <a:pt x="313103" y="304800"/>
                    <a:pt x="313103" y="283681"/>
                  </a:cubicBezTo>
                  <a:cubicBezTo>
                    <a:pt x="313103" y="273121"/>
                    <a:pt x="306515" y="263882"/>
                    <a:pt x="295974" y="259922"/>
                  </a:cubicBezTo>
                  <a:cubicBezTo>
                    <a:pt x="295974" y="259922"/>
                    <a:pt x="290704" y="258602"/>
                    <a:pt x="290704" y="258602"/>
                  </a:cubicBezTo>
                  <a:cubicBezTo>
                    <a:pt x="288068" y="257282"/>
                    <a:pt x="286751" y="258602"/>
                    <a:pt x="284115" y="258602"/>
                  </a:cubicBezTo>
                  <a:cubicBezTo>
                    <a:pt x="284115" y="258602"/>
                    <a:pt x="284115" y="258602"/>
                    <a:pt x="272257" y="265202"/>
                  </a:cubicBezTo>
                  <a:cubicBezTo>
                    <a:pt x="272257" y="265202"/>
                    <a:pt x="272257" y="265202"/>
                    <a:pt x="260398" y="258602"/>
                  </a:cubicBezTo>
                  <a:cubicBezTo>
                    <a:pt x="259080" y="258602"/>
                    <a:pt x="256445" y="257282"/>
                    <a:pt x="255128" y="258602"/>
                  </a:cubicBezTo>
                  <a:cubicBezTo>
                    <a:pt x="255128" y="258602"/>
                    <a:pt x="248539" y="259922"/>
                    <a:pt x="248539" y="259922"/>
                  </a:cubicBezTo>
                  <a:cubicBezTo>
                    <a:pt x="239316" y="263882"/>
                    <a:pt x="232728" y="273121"/>
                    <a:pt x="232728" y="283681"/>
                  </a:cubicBezTo>
                  <a:cubicBezTo>
                    <a:pt x="232728" y="283681"/>
                    <a:pt x="232728" y="283681"/>
                    <a:pt x="232728" y="304800"/>
                  </a:cubicBezTo>
                  <a:cubicBezTo>
                    <a:pt x="216916" y="292921"/>
                    <a:pt x="206375" y="274441"/>
                    <a:pt x="206375" y="253322"/>
                  </a:cubicBezTo>
                  <a:cubicBezTo>
                    <a:pt x="206375" y="217684"/>
                    <a:pt x="236681" y="187325"/>
                    <a:pt x="272257" y="187325"/>
                  </a:cubicBezTo>
                  <a:close/>
                  <a:moveTo>
                    <a:pt x="65881" y="187325"/>
                  </a:moveTo>
                  <a:cubicBezTo>
                    <a:pt x="101457" y="187325"/>
                    <a:pt x="131763" y="217684"/>
                    <a:pt x="131763" y="253322"/>
                  </a:cubicBezTo>
                  <a:cubicBezTo>
                    <a:pt x="131763" y="274441"/>
                    <a:pt x="121222" y="292921"/>
                    <a:pt x="105410" y="304800"/>
                  </a:cubicBezTo>
                  <a:cubicBezTo>
                    <a:pt x="105410" y="304800"/>
                    <a:pt x="105410" y="304800"/>
                    <a:pt x="105410" y="283681"/>
                  </a:cubicBezTo>
                  <a:cubicBezTo>
                    <a:pt x="105410" y="273121"/>
                    <a:pt x="98822" y="263882"/>
                    <a:pt x="89599" y="259922"/>
                  </a:cubicBezTo>
                  <a:cubicBezTo>
                    <a:pt x="89599" y="259922"/>
                    <a:pt x="83010" y="258602"/>
                    <a:pt x="83010" y="258602"/>
                  </a:cubicBezTo>
                  <a:cubicBezTo>
                    <a:pt x="81693" y="257282"/>
                    <a:pt x="79058" y="258602"/>
                    <a:pt x="77740" y="258602"/>
                  </a:cubicBezTo>
                  <a:cubicBezTo>
                    <a:pt x="77740" y="258602"/>
                    <a:pt x="77740" y="258602"/>
                    <a:pt x="65881" y="265202"/>
                  </a:cubicBezTo>
                  <a:cubicBezTo>
                    <a:pt x="65881" y="265202"/>
                    <a:pt x="65881" y="265202"/>
                    <a:pt x="54023" y="258602"/>
                  </a:cubicBezTo>
                  <a:cubicBezTo>
                    <a:pt x="51387" y="258602"/>
                    <a:pt x="50070" y="257282"/>
                    <a:pt x="47434" y="258602"/>
                  </a:cubicBezTo>
                  <a:cubicBezTo>
                    <a:pt x="47434" y="258602"/>
                    <a:pt x="42164" y="259922"/>
                    <a:pt x="42164" y="259922"/>
                  </a:cubicBezTo>
                  <a:cubicBezTo>
                    <a:pt x="31623" y="263882"/>
                    <a:pt x="25035" y="273121"/>
                    <a:pt x="25035" y="283681"/>
                  </a:cubicBezTo>
                  <a:cubicBezTo>
                    <a:pt x="25035" y="283681"/>
                    <a:pt x="25035" y="283681"/>
                    <a:pt x="25035" y="304800"/>
                  </a:cubicBezTo>
                  <a:cubicBezTo>
                    <a:pt x="9223" y="292921"/>
                    <a:pt x="0" y="274441"/>
                    <a:pt x="0" y="253322"/>
                  </a:cubicBezTo>
                  <a:cubicBezTo>
                    <a:pt x="0" y="217684"/>
                    <a:pt x="28988" y="187325"/>
                    <a:pt x="65881" y="187325"/>
                  </a:cubicBezTo>
                  <a:close/>
                  <a:moveTo>
                    <a:pt x="159754" y="149225"/>
                  </a:moveTo>
                  <a:cubicBezTo>
                    <a:pt x="163746" y="149225"/>
                    <a:pt x="166408" y="149225"/>
                    <a:pt x="169069" y="149225"/>
                  </a:cubicBezTo>
                  <a:cubicBezTo>
                    <a:pt x="171731" y="149225"/>
                    <a:pt x="174392" y="149225"/>
                    <a:pt x="178384" y="149225"/>
                  </a:cubicBezTo>
                  <a:cubicBezTo>
                    <a:pt x="178384" y="149225"/>
                    <a:pt x="178384" y="149225"/>
                    <a:pt x="178384" y="175331"/>
                  </a:cubicBezTo>
                  <a:lnTo>
                    <a:pt x="214313" y="193605"/>
                  </a:lnTo>
                  <a:cubicBezTo>
                    <a:pt x="210321" y="197521"/>
                    <a:pt x="206329" y="202742"/>
                    <a:pt x="202337" y="207963"/>
                  </a:cubicBezTo>
                  <a:cubicBezTo>
                    <a:pt x="202337" y="207963"/>
                    <a:pt x="202337" y="207963"/>
                    <a:pt x="169069" y="190994"/>
                  </a:cubicBezTo>
                  <a:cubicBezTo>
                    <a:pt x="169069" y="190994"/>
                    <a:pt x="169069" y="190994"/>
                    <a:pt x="135802" y="207963"/>
                  </a:cubicBezTo>
                  <a:cubicBezTo>
                    <a:pt x="131809" y="202742"/>
                    <a:pt x="127817" y="197521"/>
                    <a:pt x="123825" y="193605"/>
                  </a:cubicBezTo>
                  <a:cubicBezTo>
                    <a:pt x="123825" y="193605"/>
                    <a:pt x="123825" y="193605"/>
                    <a:pt x="159754" y="175331"/>
                  </a:cubicBezTo>
                  <a:cubicBezTo>
                    <a:pt x="159754" y="175331"/>
                    <a:pt x="159754" y="175331"/>
                    <a:pt x="159754" y="149225"/>
                  </a:cubicBezTo>
                  <a:close/>
                  <a:moveTo>
                    <a:pt x="154175" y="88900"/>
                  </a:moveTo>
                  <a:cubicBezTo>
                    <a:pt x="154175" y="88900"/>
                    <a:pt x="154175" y="88900"/>
                    <a:pt x="165941" y="95394"/>
                  </a:cubicBezTo>
                  <a:cubicBezTo>
                    <a:pt x="168556" y="95394"/>
                    <a:pt x="171171" y="95394"/>
                    <a:pt x="173785" y="95394"/>
                  </a:cubicBezTo>
                  <a:cubicBezTo>
                    <a:pt x="173785" y="95394"/>
                    <a:pt x="173785" y="95394"/>
                    <a:pt x="185551" y="88900"/>
                  </a:cubicBezTo>
                  <a:lnTo>
                    <a:pt x="188166" y="90199"/>
                  </a:lnTo>
                  <a:cubicBezTo>
                    <a:pt x="190781" y="90199"/>
                    <a:pt x="192088" y="92797"/>
                    <a:pt x="192088" y="96693"/>
                  </a:cubicBezTo>
                  <a:cubicBezTo>
                    <a:pt x="192088" y="96693"/>
                    <a:pt x="192088" y="96693"/>
                    <a:pt x="192088" y="126567"/>
                  </a:cubicBezTo>
                  <a:cubicBezTo>
                    <a:pt x="185551" y="129165"/>
                    <a:pt x="177707" y="131763"/>
                    <a:pt x="169863" y="131763"/>
                  </a:cubicBezTo>
                  <a:cubicBezTo>
                    <a:pt x="162019" y="131763"/>
                    <a:pt x="154175" y="129165"/>
                    <a:pt x="147638" y="126567"/>
                  </a:cubicBezTo>
                  <a:cubicBezTo>
                    <a:pt x="147638" y="126567"/>
                    <a:pt x="147638" y="126567"/>
                    <a:pt x="147638" y="96693"/>
                  </a:cubicBezTo>
                  <a:cubicBezTo>
                    <a:pt x="147638" y="92797"/>
                    <a:pt x="148946" y="90199"/>
                    <a:pt x="151560" y="90199"/>
                  </a:cubicBezTo>
                  <a:cubicBezTo>
                    <a:pt x="151560" y="90199"/>
                    <a:pt x="151560" y="90199"/>
                    <a:pt x="154175" y="88900"/>
                  </a:cubicBezTo>
                  <a:close/>
                  <a:moveTo>
                    <a:pt x="169069" y="26988"/>
                  </a:moveTo>
                  <a:cubicBezTo>
                    <a:pt x="174768" y="26988"/>
                    <a:pt x="179388" y="31252"/>
                    <a:pt x="179388" y="36513"/>
                  </a:cubicBezTo>
                  <a:cubicBezTo>
                    <a:pt x="179388" y="41774"/>
                    <a:pt x="174768" y="46038"/>
                    <a:pt x="169069" y="46038"/>
                  </a:cubicBezTo>
                  <a:cubicBezTo>
                    <a:pt x="163370" y="46038"/>
                    <a:pt x="158750" y="41774"/>
                    <a:pt x="158750" y="36513"/>
                  </a:cubicBezTo>
                  <a:cubicBezTo>
                    <a:pt x="158750" y="31252"/>
                    <a:pt x="163370" y="26988"/>
                    <a:pt x="169069" y="26988"/>
                  </a:cubicBezTo>
                  <a:close/>
                  <a:moveTo>
                    <a:pt x="169070" y="9525"/>
                  </a:moveTo>
                  <a:cubicBezTo>
                    <a:pt x="153726" y="9525"/>
                    <a:pt x="141288" y="21963"/>
                    <a:pt x="141288" y="37307"/>
                  </a:cubicBezTo>
                  <a:cubicBezTo>
                    <a:pt x="141288" y="52651"/>
                    <a:pt x="153726" y="65089"/>
                    <a:pt x="169070" y="65089"/>
                  </a:cubicBezTo>
                  <a:cubicBezTo>
                    <a:pt x="184414" y="65089"/>
                    <a:pt x="196852" y="52651"/>
                    <a:pt x="196852" y="37307"/>
                  </a:cubicBezTo>
                  <a:cubicBezTo>
                    <a:pt x="196852" y="21963"/>
                    <a:pt x="184414" y="9525"/>
                    <a:pt x="169070" y="9525"/>
                  </a:cubicBezTo>
                  <a:close/>
                  <a:moveTo>
                    <a:pt x="169070" y="0"/>
                  </a:moveTo>
                  <a:cubicBezTo>
                    <a:pt x="204646" y="0"/>
                    <a:pt x="234951" y="29039"/>
                    <a:pt x="234951" y="65997"/>
                  </a:cubicBezTo>
                  <a:cubicBezTo>
                    <a:pt x="234951" y="87116"/>
                    <a:pt x="224410" y="105595"/>
                    <a:pt x="209916" y="117475"/>
                  </a:cubicBezTo>
                  <a:cubicBezTo>
                    <a:pt x="209916" y="117475"/>
                    <a:pt x="209916" y="117475"/>
                    <a:pt x="209916" y="96356"/>
                  </a:cubicBezTo>
                  <a:cubicBezTo>
                    <a:pt x="209916" y="85796"/>
                    <a:pt x="203328" y="75237"/>
                    <a:pt x="192787" y="72597"/>
                  </a:cubicBezTo>
                  <a:cubicBezTo>
                    <a:pt x="192787" y="72597"/>
                    <a:pt x="187517" y="71277"/>
                    <a:pt x="187517" y="71277"/>
                  </a:cubicBezTo>
                  <a:cubicBezTo>
                    <a:pt x="184881" y="69957"/>
                    <a:pt x="182246" y="69957"/>
                    <a:pt x="180928" y="71277"/>
                  </a:cubicBezTo>
                  <a:cubicBezTo>
                    <a:pt x="180928" y="71277"/>
                    <a:pt x="180928" y="71277"/>
                    <a:pt x="169070" y="76557"/>
                  </a:cubicBezTo>
                  <a:cubicBezTo>
                    <a:pt x="169070" y="76557"/>
                    <a:pt x="169070" y="76557"/>
                    <a:pt x="157211" y="71277"/>
                  </a:cubicBezTo>
                  <a:cubicBezTo>
                    <a:pt x="155893" y="69957"/>
                    <a:pt x="153258" y="69957"/>
                    <a:pt x="150623" y="71277"/>
                  </a:cubicBezTo>
                  <a:cubicBezTo>
                    <a:pt x="150623" y="71277"/>
                    <a:pt x="145352" y="72597"/>
                    <a:pt x="145352" y="72597"/>
                  </a:cubicBezTo>
                  <a:cubicBezTo>
                    <a:pt x="134811" y="75237"/>
                    <a:pt x="128223" y="85796"/>
                    <a:pt x="128223" y="96356"/>
                  </a:cubicBezTo>
                  <a:cubicBezTo>
                    <a:pt x="128223" y="96356"/>
                    <a:pt x="128223" y="96356"/>
                    <a:pt x="128223" y="117475"/>
                  </a:cubicBezTo>
                  <a:cubicBezTo>
                    <a:pt x="113729" y="105595"/>
                    <a:pt x="103188" y="87116"/>
                    <a:pt x="103188" y="65997"/>
                  </a:cubicBezTo>
                  <a:cubicBezTo>
                    <a:pt x="103188" y="29039"/>
                    <a:pt x="133494" y="0"/>
                    <a:pt x="169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105" tIns="45053" rIns="90105" bIns="45053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75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477" y="7587"/>
              <a:ext cx="4467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535305" algn="just">
                <a:lnSpc>
                  <a:spcPct val="150000"/>
                </a:lnSpc>
              </a:pP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express </a:t>
              </a: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mysession</a:t>
              </a:r>
              <a:endPara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535305" algn="just">
                <a:lnSpc>
                  <a:spcPct val="150000"/>
                </a:lnSpc>
              </a:pP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cd </a:t>
              </a: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mysession</a:t>
              </a:r>
              <a:endPara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535305" algn="just">
                <a:lnSpc>
                  <a:spcPct val="150000"/>
                </a:lnSpc>
              </a:pP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</a:t>
              </a:r>
              <a:r>
                <a:rPr lang="en-US" altLang="zh-CN" sz="16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install</a:t>
              </a:r>
              <a:endPara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22" y="6589"/>
              <a:ext cx="3890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285750" indent="-285750" algn="ctr">
                <a:lnSpc>
                  <a:spcPct val="120000"/>
                </a:lnSpc>
                <a:spcBef>
                  <a:spcPts val="395"/>
                </a:spcBef>
                <a:buFont typeface="Wingdings" panose="05000000000000000000" pitchFamily="2" charset="2"/>
                <a:buChar char="Ø"/>
              </a:pPr>
              <a:r>
                <a:rPr lang="zh-CN" altLang="zh-CN" sz="16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搭建项目环境，</a:t>
              </a:r>
              <a:endPara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Bef>
                  <a:spcPts val="395"/>
                </a:spcBef>
              </a:pPr>
              <a:r>
                <a:rPr lang="zh-CN" altLang="zh-CN" sz="16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安装依赖包</a:t>
              </a:r>
              <a:endParaRPr lang="zh-CN" altLang="zh-CN" sz="16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27" name="椭圆 39"/>
          <p:cNvSpPr/>
          <p:nvPr>
            <p:custDataLst>
              <p:tags r:id="rId10"/>
            </p:custDataLst>
          </p:nvPr>
        </p:nvSpPr>
        <p:spPr>
          <a:xfrm>
            <a:off x="4660900" y="2903220"/>
            <a:ext cx="412750" cy="385445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椭圆 40"/>
          <p:cNvSpPr/>
          <p:nvPr>
            <p:custDataLst>
              <p:tags r:id="rId11"/>
            </p:custDataLst>
          </p:nvPr>
        </p:nvSpPr>
        <p:spPr>
          <a:xfrm>
            <a:off x="7003415" y="2892425"/>
            <a:ext cx="412750" cy="406400"/>
          </a:xfrm>
          <a:custGeom>
            <a:avLst/>
            <a:gdLst>
              <a:gd name="connsiteX0" fmla="*/ 155534 w 331788"/>
              <a:gd name="connsiteY0" fmla="*/ 53107 h 327025"/>
              <a:gd name="connsiteX1" fmla="*/ 176255 w 331788"/>
              <a:gd name="connsiteY1" fmla="*/ 53107 h 327025"/>
              <a:gd name="connsiteX2" fmla="*/ 283746 w 331788"/>
              <a:gd name="connsiteY2" fmla="*/ 141384 h 327025"/>
              <a:gd name="connsiteX3" fmla="*/ 288926 w 331788"/>
              <a:gd name="connsiteY3" fmla="*/ 154366 h 327025"/>
              <a:gd name="connsiteX4" fmla="*/ 288926 w 331788"/>
              <a:gd name="connsiteY4" fmla="*/ 310149 h 327025"/>
              <a:gd name="connsiteX5" fmla="*/ 273385 w 331788"/>
              <a:gd name="connsiteY5" fmla="*/ 327025 h 327025"/>
              <a:gd name="connsiteX6" fmla="*/ 207337 w 331788"/>
              <a:gd name="connsiteY6" fmla="*/ 327025 h 327025"/>
              <a:gd name="connsiteX7" fmla="*/ 207337 w 331788"/>
              <a:gd name="connsiteY7" fmla="*/ 234854 h 327025"/>
              <a:gd name="connsiteX8" fmla="*/ 195681 w 331788"/>
              <a:gd name="connsiteY8" fmla="*/ 223170 h 327025"/>
              <a:gd name="connsiteX9" fmla="*/ 136108 w 331788"/>
              <a:gd name="connsiteY9" fmla="*/ 223170 h 327025"/>
              <a:gd name="connsiteX10" fmla="*/ 124452 w 331788"/>
              <a:gd name="connsiteY10" fmla="*/ 234854 h 327025"/>
              <a:gd name="connsiteX11" fmla="*/ 124452 w 331788"/>
              <a:gd name="connsiteY11" fmla="*/ 327025 h 327025"/>
              <a:gd name="connsiteX12" fmla="*/ 58404 w 331788"/>
              <a:gd name="connsiteY12" fmla="*/ 327025 h 327025"/>
              <a:gd name="connsiteX13" fmla="*/ 42863 w 331788"/>
              <a:gd name="connsiteY13" fmla="*/ 310149 h 327025"/>
              <a:gd name="connsiteX14" fmla="*/ 42863 w 331788"/>
              <a:gd name="connsiteY14" fmla="*/ 154366 h 327025"/>
              <a:gd name="connsiteX15" fmla="*/ 48043 w 331788"/>
              <a:gd name="connsiteY15" fmla="*/ 141384 h 327025"/>
              <a:gd name="connsiteX16" fmla="*/ 155534 w 331788"/>
              <a:gd name="connsiteY16" fmla="*/ 53107 h 327025"/>
              <a:gd name="connsiteX17" fmla="*/ 165894 w 331788"/>
              <a:gd name="connsiteY17" fmla="*/ 0 h 327025"/>
              <a:gd name="connsiteX18" fmla="*/ 189223 w 331788"/>
              <a:gd name="connsiteY18" fmla="*/ 9125 h 327025"/>
              <a:gd name="connsiteX19" fmla="*/ 325308 w 331788"/>
              <a:gd name="connsiteY19" fmla="*/ 117321 h 327025"/>
              <a:gd name="connsiteX20" fmla="*/ 331788 w 331788"/>
              <a:gd name="connsiteY20" fmla="*/ 130356 h 327025"/>
              <a:gd name="connsiteX21" fmla="*/ 331788 w 331788"/>
              <a:gd name="connsiteY21" fmla="*/ 143392 h 327025"/>
              <a:gd name="connsiteX22" fmla="*/ 314940 w 331788"/>
              <a:gd name="connsiteY22" fmla="*/ 160338 h 327025"/>
              <a:gd name="connsiteX23" fmla="*/ 298091 w 331788"/>
              <a:gd name="connsiteY23" fmla="*/ 143392 h 327025"/>
              <a:gd name="connsiteX24" fmla="*/ 298091 w 331788"/>
              <a:gd name="connsiteY24" fmla="*/ 139481 h 327025"/>
              <a:gd name="connsiteX25" fmla="*/ 176263 w 331788"/>
              <a:gd name="connsiteY25" fmla="*/ 41714 h 327025"/>
              <a:gd name="connsiteX26" fmla="*/ 165894 w 331788"/>
              <a:gd name="connsiteY26" fmla="*/ 37804 h 327025"/>
              <a:gd name="connsiteX27" fmla="*/ 155526 w 331788"/>
              <a:gd name="connsiteY27" fmla="*/ 41714 h 327025"/>
              <a:gd name="connsiteX28" fmla="*/ 33697 w 331788"/>
              <a:gd name="connsiteY28" fmla="*/ 139481 h 327025"/>
              <a:gd name="connsiteX29" fmla="*/ 33697 w 331788"/>
              <a:gd name="connsiteY29" fmla="*/ 143392 h 327025"/>
              <a:gd name="connsiteX30" fmla="*/ 16849 w 331788"/>
              <a:gd name="connsiteY30" fmla="*/ 160338 h 327025"/>
              <a:gd name="connsiteX31" fmla="*/ 0 w 331788"/>
              <a:gd name="connsiteY31" fmla="*/ 143392 h 327025"/>
              <a:gd name="connsiteX32" fmla="*/ 0 w 331788"/>
              <a:gd name="connsiteY32" fmla="*/ 130356 h 327025"/>
              <a:gd name="connsiteX33" fmla="*/ 6480 w 331788"/>
              <a:gd name="connsiteY33" fmla="*/ 117321 h 327025"/>
              <a:gd name="connsiteX34" fmla="*/ 142565 w 331788"/>
              <a:gd name="connsiteY34" fmla="*/ 9125 h 327025"/>
              <a:gd name="connsiteX35" fmla="*/ 165894 w 331788"/>
              <a:gd name="connsiteY35" fmla="*/ 0 h 32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88" h="327025">
                <a:moveTo>
                  <a:pt x="155534" y="53107"/>
                </a:moveTo>
                <a:cubicBezTo>
                  <a:pt x="162009" y="49212"/>
                  <a:pt x="169780" y="49212"/>
                  <a:pt x="176255" y="53107"/>
                </a:cubicBezTo>
                <a:cubicBezTo>
                  <a:pt x="176255" y="53107"/>
                  <a:pt x="176255" y="53107"/>
                  <a:pt x="283746" y="141384"/>
                </a:cubicBezTo>
                <a:cubicBezTo>
                  <a:pt x="286336" y="143980"/>
                  <a:pt x="288926" y="149173"/>
                  <a:pt x="288926" y="154366"/>
                </a:cubicBezTo>
                <a:cubicBezTo>
                  <a:pt x="288926" y="154366"/>
                  <a:pt x="288926" y="154366"/>
                  <a:pt x="288926" y="310149"/>
                </a:cubicBezTo>
                <a:cubicBezTo>
                  <a:pt x="288926" y="319236"/>
                  <a:pt x="282451" y="327025"/>
                  <a:pt x="273385" y="327025"/>
                </a:cubicBezTo>
                <a:cubicBezTo>
                  <a:pt x="273385" y="327025"/>
                  <a:pt x="273385" y="327025"/>
                  <a:pt x="207337" y="327025"/>
                </a:cubicBezTo>
                <a:cubicBezTo>
                  <a:pt x="207337" y="327025"/>
                  <a:pt x="207337" y="327025"/>
                  <a:pt x="207337" y="234854"/>
                </a:cubicBezTo>
                <a:cubicBezTo>
                  <a:pt x="207337" y="228363"/>
                  <a:pt x="202157" y="223170"/>
                  <a:pt x="195681" y="223170"/>
                </a:cubicBezTo>
                <a:cubicBezTo>
                  <a:pt x="195681" y="223170"/>
                  <a:pt x="195681" y="223170"/>
                  <a:pt x="136108" y="223170"/>
                </a:cubicBezTo>
                <a:cubicBezTo>
                  <a:pt x="129633" y="223170"/>
                  <a:pt x="124452" y="228363"/>
                  <a:pt x="124452" y="234854"/>
                </a:cubicBezTo>
                <a:cubicBezTo>
                  <a:pt x="124452" y="234854"/>
                  <a:pt x="124452" y="234854"/>
                  <a:pt x="124452" y="327025"/>
                </a:cubicBezTo>
                <a:cubicBezTo>
                  <a:pt x="124452" y="327025"/>
                  <a:pt x="124452" y="327025"/>
                  <a:pt x="58404" y="327025"/>
                </a:cubicBezTo>
                <a:cubicBezTo>
                  <a:pt x="49338" y="327025"/>
                  <a:pt x="42863" y="319236"/>
                  <a:pt x="42863" y="310149"/>
                </a:cubicBezTo>
                <a:cubicBezTo>
                  <a:pt x="42863" y="310149"/>
                  <a:pt x="42863" y="310149"/>
                  <a:pt x="42863" y="154366"/>
                </a:cubicBezTo>
                <a:cubicBezTo>
                  <a:pt x="42863" y="149173"/>
                  <a:pt x="45453" y="143980"/>
                  <a:pt x="48043" y="141384"/>
                </a:cubicBezTo>
                <a:cubicBezTo>
                  <a:pt x="48043" y="141384"/>
                  <a:pt x="48043" y="141384"/>
                  <a:pt x="155534" y="53107"/>
                </a:cubicBezTo>
                <a:close/>
                <a:moveTo>
                  <a:pt x="165894" y="0"/>
                </a:moveTo>
                <a:cubicBezTo>
                  <a:pt x="173670" y="0"/>
                  <a:pt x="182743" y="2607"/>
                  <a:pt x="189223" y="9125"/>
                </a:cubicBezTo>
                <a:cubicBezTo>
                  <a:pt x="189223" y="9125"/>
                  <a:pt x="189223" y="9125"/>
                  <a:pt x="325308" y="117321"/>
                </a:cubicBezTo>
                <a:cubicBezTo>
                  <a:pt x="329196" y="121231"/>
                  <a:pt x="331788" y="126446"/>
                  <a:pt x="331788" y="130356"/>
                </a:cubicBezTo>
                <a:cubicBezTo>
                  <a:pt x="331788" y="130356"/>
                  <a:pt x="331788" y="138178"/>
                  <a:pt x="331788" y="143392"/>
                </a:cubicBezTo>
                <a:cubicBezTo>
                  <a:pt x="331788" y="152517"/>
                  <a:pt x="324012" y="160338"/>
                  <a:pt x="314940" y="160338"/>
                </a:cubicBezTo>
                <a:cubicBezTo>
                  <a:pt x="305867" y="160338"/>
                  <a:pt x="298091" y="152517"/>
                  <a:pt x="298091" y="143392"/>
                </a:cubicBezTo>
                <a:cubicBezTo>
                  <a:pt x="298091" y="142088"/>
                  <a:pt x="298091" y="140785"/>
                  <a:pt x="298091" y="139481"/>
                </a:cubicBezTo>
                <a:cubicBezTo>
                  <a:pt x="298091" y="139481"/>
                  <a:pt x="298091" y="139481"/>
                  <a:pt x="176263" y="41714"/>
                </a:cubicBezTo>
                <a:cubicBezTo>
                  <a:pt x="176263" y="41714"/>
                  <a:pt x="171078" y="37804"/>
                  <a:pt x="165894" y="37804"/>
                </a:cubicBezTo>
                <a:cubicBezTo>
                  <a:pt x="160710" y="37804"/>
                  <a:pt x="155526" y="41714"/>
                  <a:pt x="155526" y="41714"/>
                </a:cubicBezTo>
                <a:cubicBezTo>
                  <a:pt x="155526" y="41714"/>
                  <a:pt x="155526" y="41714"/>
                  <a:pt x="33697" y="139481"/>
                </a:cubicBezTo>
                <a:cubicBezTo>
                  <a:pt x="33697" y="140785"/>
                  <a:pt x="33697" y="142088"/>
                  <a:pt x="33697" y="143392"/>
                </a:cubicBezTo>
                <a:cubicBezTo>
                  <a:pt x="33697" y="152517"/>
                  <a:pt x="25921" y="160338"/>
                  <a:pt x="16849" y="160338"/>
                </a:cubicBezTo>
                <a:cubicBezTo>
                  <a:pt x="7776" y="160338"/>
                  <a:pt x="0" y="152517"/>
                  <a:pt x="0" y="143392"/>
                </a:cubicBezTo>
                <a:cubicBezTo>
                  <a:pt x="0" y="138178"/>
                  <a:pt x="0" y="130356"/>
                  <a:pt x="0" y="130356"/>
                </a:cubicBezTo>
                <a:cubicBezTo>
                  <a:pt x="0" y="126446"/>
                  <a:pt x="2592" y="121231"/>
                  <a:pt x="6480" y="117321"/>
                </a:cubicBezTo>
                <a:cubicBezTo>
                  <a:pt x="6480" y="117321"/>
                  <a:pt x="6480" y="117321"/>
                  <a:pt x="142565" y="9125"/>
                </a:cubicBezTo>
                <a:cubicBezTo>
                  <a:pt x="149046" y="2607"/>
                  <a:pt x="158118" y="0"/>
                  <a:pt x="1658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329295" y="2631440"/>
            <a:ext cx="3277870" cy="3362960"/>
            <a:chOff x="13117" y="4144"/>
            <a:chExt cx="5162" cy="5296"/>
          </a:xfrm>
        </p:grpSpPr>
        <p:sp>
          <p:nvSpPr>
            <p:cNvPr id="34" name="Rectangle 2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015" y="6476"/>
              <a:ext cx="3822" cy="29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285750" indent="-285750" algn="l">
                <a:lnSpc>
                  <a:spcPct val="120000"/>
                </a:lnSpc>
                <a:spcBef>
                  <a:spcPts val="395"/>
                </a:spcBef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测试运行</a:t>
              </a:r>
              <a:endPara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>
                <a:lnSpc>
                  <a:spcPct val="150000"/>
                </a:lnSpc>
                <a:spcBef>
                  <a:spcPts val="395"/>
                </a:spcBef>
                <a:buFont typeface="Wingdings" panose="05000000000000000000" pitchFamily="2" charset="2"/>
                <a:buNone/>
              </a:pP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npm run start</a:t>
              </a:r>
              <a:endPara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indent="0" algn="l">
                <a:lnSpc>
                  <a:spcPct val="150000"/>
                </a:lnSpc>
                <a:spcBef>
                  <a:spcPts val="395"/>
                </a:spcBef>
                <a:buFont typeface="Wingdings" panose="05000000000000000000" pitchFamily="2" charset="2"/>
                <a:buNone/>
              </a:pPr>
              <a:r>
                <a:rPr lang="zh-CN" altLang="en-US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或</a:t>
              </a:r>
              <a:r>
                <a:rPr lang="en-US" altLang="zh-CN" sz="16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nodemon app.js</a:t>
              </a:r>
              <a:endPara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395"/>
                </a:spcBef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浏览器打开</a:t>
              </a:r>
              <a:endPara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indent="0" algn="l">
                <a:lnSpc>
                  <a:spcPct val="150000"/>
                </a:lnSpc>
                <a:spcBef>
                  <a:spcPts val="395"/>
                </a:spcBef>
                <a:buFont typeface="Wingdings" panose="05000000000000000000" pitchFamily="2" charset="2"/>
                <a:buNone/>
              </a:pPr>
              <a:r>
                <a:rPr lang="en-US" altLang="zh-CN" sz="1200" b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http://localhost:3000/login</a:t>
              </a:r>
              <a:endParaRPr lang="zh-CN" altLang="en-US" sz="12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任意多边形: 形状 2"/>
            <p:cNvSpPr/>
            <p:nvPr>
              <p:custDataLst>
                <p:tags r:id="rId13"/>
              </p:custDataLst>
            </p:nvPr>
          </p:nvSpPr>
          <p:spPr bwMode="auto">
            <a:xfrm>
              <a:off x="13117" y="4144"/>
              <a:ext cx="5163" cy="1572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775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椭圆 39"/>
            <p:cNvSpPr/>
            <p:nvPr>
              <p:custDataLst>
                <p:tags r:id="rId14"/>
              </p:custDataLst>
            </p:nvPr>
          </p:nvSpPr>
          <p:spPr>
            <a:xfrm>
              <a:off x="14966" y="4716"/>
              <a:ext cx="650" cy="607"/>
            </a:xfrm>
            <a:custGeom>
              <a:avLst/>
              <a:gdLst>
                <a:gd name="connsiteX0" fmla="*/ 159472 w 338138"/>
                <a:gd name="connsiteY0" fmla="*/ 265112 h 315913"/>
                <a:gd name="connsiteX1" fmla="*/ 155575 w 338138"/>
                <a:gd name="connsiteY1" fmla="*/ 269194 h 315913"/>
                <a:gd name="connsiteX2" fmla="*/ 155575 w 338138"/>
                <a:gd name="connsiteY2" fmla="*/ 289605 h 315913"/>
                <a:gd name="connsiteX3" fmla="*/ 158173 w 338138"/>
                <a:gd name="connsiteY3" fmla="*/ 293687 h 315913"/>
                <a:gd name="connsiteX4" fmla="*/ 181553 w 338138"/>
                <a:gd name="connsiteY4" fmla="*/ 293687 h 315913"/>
                <a:gd name="connsiteX5" fmla="*/ 184150 w 338138"/>
                <a:gd name="connsiteY5" fmla="*/ 290966 h 315913"/>
                <a:gd name="connsiteX6" fmla="*/ 184150 w 338138"/>
                <a:gd name="connsiteY6" fmla="*/ 269194 h 315913"/>
                <a:gd name="connsiteX7" fmla="*/ 181553 w 338138"/>
                <a:gd name="connsiteY7" fmla="*/ 265112 h 315913"/>
                <a:gd name="connsiteX8" fmla="*/ 159472 w 338138"/>
                <a:gd name="connsiteY8" fmla="*/ 265112 h 315913"/>
                <a:gd name="connsiteX9" fmla="*/ 169069 w 338138"/>
                <a:gd name="connsiteY9" fmla="*/ 222250 h 315913"/>
                <a:gd name="connsiteX10" fmla="*/ 155575 w 338138"/>
                <a:gd name="connsiteY10" fmla="*/ 235744 h 315913"/>
                <a:gd name="connsiteX11" fmla="*/ 169069 w 338138"/>
                <a:gd name="connsiteY11" fmla="*/ 249238 h 315913"/>
                <a:gd name="connsiteX12" fmla="*/ 182563 w 338138"/>
                <a:gd name="connsiteY12" fmla="*/ 235744 h 315913"/>
                <a:gd name="connsiteX13" fmla="*/ 169069 w 338138"/>
                <a:gd name="connsiteY13" fmla="*/ 222250 h 315913"/>
                <a:gd name="connsiteX14" fmla="*/ 145852 w 338138"/>
                <a:gd name="connsiteY14" fmla="*/ 55033 h 315913"/>
                <a:gd name="connsiteX15" fmla="*/ 157704 w 338138"/>
                <a:gd name="connsiteY15" fmla="*/ 56356 h 315913"/>
                <a:gd name="connsiteX16" fmla="*/ 156388 w 338138"/>
                <a:gd name="connsiteY16" fmla="*/ 68262 h 315913"/>
                <a:gd name="connsiteX17" fmla="*/ 57619 w 338138"/>
                <a:gd name="connsiteY17" fmla="*/ 137054 h 315913"/>
                <a:gd name="connsiteX18" fmla="*/ 53669 w 338138"/>
                <a:gd name="connsiteY18" fmla="*/ 139700 h 315913"/>
                <a:gd name="connsiteX19" fmla="*/ 47084 w 338138"/>
                <a:gd name="connsiteY19" fmla="*/ 135731 h 315913"/>
                <a:gd name="connsiteX20" fmla="*/ 48401 w 338138"/>
                <a:gd name="connsiteY20" fmla="*/ 123825 h 315913"/>
                <a:gd name="connsiteX21" fmla="*/ 145852 w 338138"/>
                <a:gd name="connsiteY21" fmla="*/ 55033 h 315913"/>
                <a:gd name="connsiteX22" fmla="*/ 88577 w 338138"/>
                <a:gd name="connsiteY22" fmla="*/ 47055 h 315913"/>
                <a:gd name="connsiteX23" fmla="*/ 100532 w 338138"/>
                <a:gd name="connsiteY23" fmla="*/ 48358 h 315913"/>
                <a:gd name="connsiteX24" fmla="*/ 99203 w 338138"/>
                <a:gd name="connsiteY24" fmla="*/ 60081 h 315913"/>
                <a:gd name="connsiteX25" fmla="*/ 52712 w 338138"/>
                <a:gd name="connsiteY25" fmla="*/ 92645 h 315913"/>
                <a:gd name="connsiteX26" fmla="*/ 47399 w 338138"/>
                <a:gd name="connsiteY26" fmla="*/ 95250 h 315913"/>
                <a:gd name="connsiteX27" fmla="*/ 40757 w 338138"/>
                <a:gd name="connsiteY27" fmla="*/ 91342 h 315913"/>
                <a:gd name="connsiteX28" fmla="*/ 43414 w 338138"/>
                <a:gd name="connsiteY28" fmla="*/ 79619 h 315913"/>
                <a:gd name="connsiteX29" fmla="*/ 88577 w 338138"/>
                <a:gd name="connsiteY29" fmla="*/ 47055 h 315913"/>
                <a:gd name="connsiteX30" fmla="*/ 35086 w 338138"/>
                <a:gd name="connsiteY30" fmla="*/ 22225 h 315913"/>
                <a:gd name="connsiteX31" fmla="*/ 20637 w 338138"/>
                <a:gd name="connsiteY31" fmla="*/ 35344 h 315913"/>
                <a:gd name="connsiteX32" fmla="*/ 20637 w 338138"/>
                <a:gd name="connsiteY32" fmla="*/ 196707 h 315913"/>
                <a:gd name="connsiteX33" fmla="*/ 35086 w 338138"/>
                <a:gd name="connsiteY33" fmla="*/ 211138 h 315913"/>
                <a:gd name="connsiteX34" fmla="*/ 303051 w 338138"/>
                <a:gd name="connsiteY34" fmla="*/ 211138 h 315913"/>
                <a:gd name="connsiteX35" fmla="*/ 317500 w 338138"/>
                <a:gd name="connsiteY35" fmla="*/ 196707 h 315913"/>
                <a:gd name="connsiteX36" fmla="*/ 317500 w 338138"/>
                <a:gd name="connsiteY36" fmla="*/ 35344 h 315913"/>
                <a:gd name="connsiteX37" fmla="*/ 303051 w 338138"/>
                <a:gd name="connsiteY37" fmla="*/ 22225 h 315913"/>
                <a:gd name="connsiteX38" fmla="*/ 35086 w 338138"/>
                <a:gd name="connsiteY38" fmla="*/ 22225 h 315913"/>
                <a:gd name="connsiteX39" fmla="*/ 14529 w 338138"/>
                <a:gd name="connsiteY39" fmla="*/ 0 h 315913"/>
                <a:gd name="connsiteX40" fmla="*/ 323609 w 338138"/>
                <a:gd name="connsiteY40" fmla="*/ 0 h 315913"/>
                <a:gd name="connsiteX41" fmla="*/ 338138 w 338138"/>
                <a:gd name="connsiteY41" fmla="*/ 13163 h 315913"/>
                <a:gd name="connsiteX42" fmla="*/ 338138 w 338138"/>
                <a:gd name="connsiteY42" fmla="*/ 251414 h 315913"/>
                <a:gd name="connsiteX43" fmla="*/ 323609 w 338138"/>
                <a:gd name="connsiteY43" fmla="*/ 265893 h 315913"/>
                <a:gd name="connsiteX44" fmla="*/ 210016 w 338138"/>
                <a:gd name="connsiteY44" fmla="*/ 265893 h 315913"/>
                <a:gd name="connsiteX45" fmla="*/ 207374 w 338138"/>
                <a:gd name="connsiteY45" fmla="*/ 268526 h 315913"/>
                <a:gd name="connsiteX46" fmla="*/ 207374 w 338138"/>
                <a:gd name="connsiteY46" fmla="*/ 290903 h 315913"/>
                <a:gd name="connsiteX47" fmla="*/ 208695 w 338138"/>
                <a:gd name="connsiteY47" fmla="*/ 293536 h 315913"/>
                <a:gd name="connsiteX48" fmla="*/ 239074 w 338138"/>
                <a:gd name="connsiteY48" fmla="*/ 293536 h 315913"/>
                <a:gd name="connsiteX49" fmla="*/ 250962 w 338138"/>
                <a:gd name="connsiteY49" fmla="*/ 305383 h 315913"/>
                <a:gd name="connsiteX50" fmla="*/ 239074 w 338138"/>
                <a:gd name="connsiteY50" fmla="*/ 315913 h 315913"/>
                <a:gd name="connsiteX51" fmla="*/ 99064 w 338138"/>
                <a:gd name="connsiteY51" fmla="*/ 315913 h 315913"/>
                <a:gd name="connsiteX52" fmla="*/ 87176 w 338138"/>
                <a:gd name="connsiteY52" fmla="*/ 305383 h 315913"/>
                <a:gd name="connsiteX53" fmla="*/ 99064 w 338138"/>
                <a:gd name="connsiteY53" fmla="*/ 293536 h 315913"/>
                <a:gd name="connsiteX54" fmla="*/ 129444 w 338138"/>
                <a:gd name="connsiteY54" fmla="*/ 293536 h 315913"/>
                <a:gd name="connsiteX55" fmla="*/ 130765 w 338138"/>
                <a:gd name="connsiteY55" fmla="*/ 289587 h 315913"/>
                <a:gd name="connsiteX56" fmla="*/ 130765 w 338138"/>
                <a:gd name="connsiteY56" fmla="*/ 268526 h 315913"/>
                <a:gd name="connsiteX57" fmla="*/ 126802 w 338138"/>
                <a:gd name="connsiteY57" fmla="*/ 265893 h 315913"/>
                <a:gd name="connsiteX58" fmla="*/ 14529 w 338138"/>
                <a:gd name="connsiteY58" fmla="*/ 265893 h 315913"/>
                <a:gd name="connsiteX59" fmla="*/ 0 w 338138"/>
                <a:gd name="connsiteY59" fmla="*/ 251414 h 315913"/>
                <a:gd name="connsiteX60" fmla="*/ 0 w 338138"/>
                <a:gd name="connsiteY60" fmla="*/ 13163 h 315913"/>
                <a:gd name="connsiteX61" fmla="*/ 14529 w 338138"/>
                <a:gd name="connsiteY61" fmla="*/ 0 h 31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138" h="315913">
                  <a:moveTo>
                    <a:pt x="159472" y="265112"/>
                  </a:moveTo>
                  <a:cubicBezTo>
                    <a:pt x="159472" y="265112"/>
                    <a:pt x="155575" y="265112"/>
                    <a:pt x="155575" y="269194"/>
                  </a:cubicBezTo>
                  <a:cubicBezTo>
                    <a:pt x="155575" y="269194"/>
                    <a:pt x="155575" y="269194"/>
                    <a:pt x="155575" y="289605"/>
                  </a:cubicBezTo>
                  <a:cubicBezTo>
                    <a:pt x="155575" y="292326"/>
                    <a:pt x="155575" y="293687"/>
                    <a:pt x="158173" y="293687"/>
                  </a:cubicBezTo>
                  <a:cubicBezTo>
                    <a:pt x="158173" y="293687"/>
                    <a:pt x="158173" y="293687"/>
                    <a:pt x="181553" y="293687"/>
                  </a:cubicBezTo>
                  <a:cubicBezTo>
                    <a:pt x="182851" y="293687"/>
                    <a:pt x="184150" y="292326"/>
                    <a:pt x="184150" y="290966"/>
                  </a:cubicBezTo>
                  <a:cubicBezTo>
                    <a:pt x="184150" y="290966"/>
                    <a:pt x="184150" y="290966"/>
                    <a:pt x="184150" y="269194"/>
                  </a:cubicBezTo>
                  <a:cubicBezTo>
                    <a:pt x="184150" y="265112"/>
                    <a:pt x="181553" y="265112"/>
                    <a:pt x="181553" y="265112"/>
                  </a:cubicBezTo>
                  <a:cubicBezTo>
                    <a:pt x="181553" y="265112"/>
                    <a:pt x="181553" y="265112"/>
                    <a:pt x="159472" y="265112"/>
                  </a:cubicBezTo>
                  <a:close/>
                  <a:moveTo>
                    <a:pt x="169069" y="222250"/>
                  </a:moveTo>
                  <a:cubicBezTo>
                    <a:pt x="161616" y="222250"/>
                    <a:pt x="155575" y="228291"/>
                    <a:pt x="155575" y="235744"/>
                  </a:cubicBezTo>
                  <a:cubicBezTo>
                    <a:pt x="155575" y="243197"/>
                    <a:pt x="161616" y="249238"/>
                    <a:pt x="169069" y="249238"/>
                  </a:cubicBezTo>
                  <a:cubicBezTo>
                    <a:pt x="176522" y="249238"/>
                    <a:pt x="182563" y="243197"/>
                    <a:pt x="182563" y="235744"/>
                  </a:cubicBezTo>
                  <a:cubicBezTo>
                    <a:pt x="182563" y="228291"/>
                    <a:pt x="176522" y="222250"/>
                    <a:pt x="169069" y="222250"/>
                  </a:cubicBezTo>
                  <a:close/>
                  <a:moveTo>
                    <a:pt x="145852" y="55033"/>
                  </a:moveTo>
                  <a:cubicBezTo>
                    <a:pt x="149803" y="52387"/>
                    <a:pt x="155071" y="52387"/>
                    <a:pt x="157704" y="56356"/>
                  </a:cubicBezTo>
                  <a:cubicBezTo>
                    <a:pt x="160338" y="60325"/>
                    <a:pt x="159021" y="65616"/>
                    <a:pt x="156388" y="68262"/>
                  </a:cubicBezTo>
                  <a:cubicBezTo>
                    <a:pt x="57619" y="137054"/>
                    <a:pt x="57619" y="137054"/>
                    <a:pt x="57619" y="137054"/>
                  </a:cubicBezTo>
                  <a:cubicBezTo>
                    <a:pt x="56302" y="138377"/>
                    <a:pt x="54986" y="139700"/>
                    <a:pt x="53669" y="139700"/>
                  </a:cubicBezTo>
                  <a:cubicBezTo>
                    <a:pt x="51035" y="139700"/>
                    <a:pt x="48401" y="138377"/>
                    <a:pt x="47084" y="135731"/>
                  </a:cubicBezTo>
                  <a:cubicBezTo>
                    <a:pt x="44450" y="131762"/>
                    <a:pt x="44450" y="126471"/>
                    <a:pt x="48401" y="123825"/>
                  </a:cubicBezTo>
                  <a:cubicBezTo>
                    <a:pt x="145852" y="55033"/>
                    <a:pt x="145852" y="55033"/>
                    <a:pt x="145852" y="55033"/>
                  </a:cubicBezTo>
                  <a:close/>
                  <a:moveTo>
                    <a:pt x="88577" y="47055"/>
                  </a:moveTo>
                  <a:cubicBezTo>
                    <a:pt x="92562" y="44450"/>
                    <a:pt x="97875" y="44450"/>
                    <a:pt x="100532" y="48358"/>
                  </a:cubicBezTo>
                  <a:cubicBezTo>
                    <a:pt x="103188" y="52265"/>
                    <a:pt x="101860" y="57476"/>
                    <a:pt x="99203" y="60081"/>
                  </a:cubicBezTo>
                  <a:cubicBezTo>
                    <a:pt x="52712" y="92645"/>
                    <a:pt x="52712" y="92645"/>
                    <a:pt x="52712" y="92645"/>
                  </a:cubicBezTo>
                  <a:cubicBezTo>
                    <a:pt x="51384" y="93947"/>
                    <a:pt x="50055" y="95250"/>
                    <a:pt x="47399" y="95250"/>
                  </a:cubicBezTo>
                  <a:cubicBezTo>
                    <a:pt x="44742" y="95250"/>
                    <a:pt x="42085" y="93947"/>
                    <a:pt x="40757" y="91342"/>
                  </a:cubicBezTo>
                  <a:cubicBezTo>
                    <a:pt x="38100" y="87435"/>
                    <a:pt x="39429" y="82224"/>
                    <a:pt x="43414" y="79619"/>
                  </a:cubicBezTo>
                  <a:cubicBezTo>
                    <a:pt x="88577" y="47055"/>
                    <a:pt x="88577" y="47055"/>
                    <a:pt x="88577" y="47055"/>
                  </a:cubicBezTo>
                  <a:close/>
                  <a:moveTo>
                    <a:pt x="35086" y="22225"/>
                  </a:moveTo>
                  <a:cubicBezTo>
                    <a:pt x="27205" y="22225"/>
                    <a:pt x="20637" y="28785"/>
                    <a:pt x="20637" y="35344"/>
                  </a:cubicBezTo>
                  <a:cubicBezTo>
                    <a:pt x="20637" y="35344"/>
                    <a:pt x="20637" y="35344"/>
                    <a:pt x="20637" y="196707"/>
                  </a:cubicBezTo>
                  <a:cubicBezTo>
                    <a:pt x="20637" y="204579"/>
                    <a:pt x="27205" y="211138"/>
                    <a:pt x="35086" y="211138"/>
                  </a:cubicBezTo>
                  <a:cubicBezTo>
                    <a:pt x="35086" y="211138"/>
                    <a:pt x="35086" y="211138"/>
                    <a:pt x="303051" y="211138"/>
                  </a:cubicBezTo>
                  <a:cubicBezTo>
                    <a:pt x="310932" y="211138"/>
                    <a:pt x="317500" y="204579"/>
                    <a:pt x="317500" y="196707"/>
                  </a:cubicBezTo>
                  <a:lnTo>
                    <a:pt x="317500" y="35344"/>
                  </a:lnTo>
                  <a:cubicBezTo>
                    <a:pt x="317500" y="28785"/>
                    <a:pt x="310932" y="22225"/>
                    <a:pt x="303051" y="22225"/>
                  </a:cubicBezTo>
                  <a:cubicBezTo>
                    <a:pt x="303051" y="22225"/>
                    <a:pt x="303051" y="22225"/>
                    <a:pt x="35086" y="22225"/>
                  </a:cubicBezTo>
                  <a:close/>
                  <a:moveTo>
                    <a:pt x="14529" y="0"/>
                  </a:moveTo>
                  <a:cubicBezTo>
                    <a:pt x="14529" y="0"/>
                    <a:pt x="14529" y="0"/>
                    <a:pt x="323609" y="0"/>
                  </a:cubicBezTo>
                  <a:cubicBezTo>
                    <a:pt x="331534" y="0"/>
                    <a:pt x="338138" y="5265"/>
                    <a:pt x="338138" y="13163"/>
                  </a:cubicBezTo>
                  <a:cubicBezTo>
                    <a:pt x="338138" y="13163"/>
                    <a:pt x="338138" y="13163"/>
                    <a:pt x="338138" y="251414"/>
                  </a:cubicBezTo>
                  <a:cubicBezTo>
                    <a:pt x="338138" y="259312"/>
                    <a:pt x="331534" y="265893"/>
                    <a:pt x="323609" y="265893"/>
                  </a:cubicBezTo>
                  <a:cubicBezTo>
                    <a:pt x="323609" y="265893"/>
                    <a:pt x="323609" y="265893"/>
                    <a:pt x="210016" y="265893"/>
                  </a:cubicBezTo>
                  <a:cubicBezTo>
                    <a:pt x="210016" y="265893"/>
                    <a:pt x="207374" y="265893"/>
                    <a:pt x="207374" y="268526"/>
                  </a:cubicBezTo>
                  <a:cubicBezTo>
                    <a:pt x="207374" y="268526"/>
                    <a:pt x="207374" y="268526"/>
                    <a:pt x="207374" y="290903"/>
                  </a:cubicBezTo>
                  <a:cubicBezTo>
                    <a:pt x="207374" y="292220"/>
                    <a:pt x="207374" y="293536"/>
                    <a:pt x="208695" y="293536"/>
                  </a:cubicBezTo>
                  <a:cubicBezTo>
                    <a:pt x="208695" y="293536"/>
                    <a:pt x="208695" y="293536"/>
                    <a:pt x="239074" y="293536"/>
                  </a:cubicBezTo>
                  <a:cubicBezTo>
                    <a:pt x="245679" y="293536"/>
                    <a:pt x="250962" y="298801"/>
                    <a:pt x="250962" y="305383"/>
                  </a:cubicBezTo>
                  <a:cubicBezTo>
                    <a:pt x="250962" y="310648"/>
                    <a:pt x="245679" y="315913"/>
                    <a:pt x="239074" y="315913"/>
                  </a:cubicBezTo>
                  <a:cubicBezTo>
                    <a:pt x="239074" y="315913"/>
                    <a:pt x="239074" y="315913"/>
                    <a:pt x="99064" y="315913"/>
                  </a:cubicBezTo>
                  <a:cubicBezTo>
                    <a:pt x="92460" y="315913"/>
                    <a:pt x="87176" y="310648"/>
                    <a:pt x="87176" y="305383"/>
                  </a:cubicBezTo>
                  <a:cubicBezTo>
                    <a:pt x="87176" y="298801"/>
                    <a:pt x="92460" y="293536"/>
                    <a:pt x="99064" y="293536"/>
                  </a:cubicBezTo>
                  <a:cubicBezTo>
                    <a:pt x="99064" y="293536"/>
                    <a:pt x="99064" y="293536"/>
                    <a:pt x="129444" y="293536"/>
                  </a:cubicBezTo>
                  <a:cubicBezTo>
                    <a:pt x="130765" y="293536"/>
                    <a:pt x="130765" y="292220"/>
                    <a:pt x="130765" y="289587"/>
                  </a:cubicBezTo>
                  <a:cubicBezTo>
                    <a:pt x="130765" y="289587"/>
                    <a:pt x="130765" y="289587"/>
                    <a:pt x="130765" y="268526"/>
                  </a:cubicBezTo>
                  <a:cubicBezTo>
                    <a:pt x="130765" y="264577"/>
                    <a:pt x="126802" y="265893"/>
                    <a:pt x="126802" y="265893"/>
                  </a:cubicBezTo>
                  <a:cubicBezTo>
                    <a:pt x="126802" y="265893"/>
                    <a:pt x="126802" y="265893"/>
                    <a:pt x="14529" y="265893"/>
                  </a:cubicBezTo>
                  <a:cubicBezTo>
                    <a:pt x="6604" y="265893"/>
                    <a:pt x="0" y="259312"/>
                    <a:pt x="0" y="251414"/>
                  </a:cubicBezTo>
                  <a:cubicBezTo>
                    <a:pt x="0" y="251414"/>
                    <a:pt x="0" y="251414"/>
                    <a:pt x="0" y="13163"/>
                  </a:cubicBezTo>
                  <a:cubicBezTo>
                    <a:pt x="0" y="5265"/>
                    <a:pt x="6604" y="0"/>
                    <a:pt x="145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105" tIns="45053" rIns="90105" bIns="45053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75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1026987" y="64008"/>
            <a:ext cx="4485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安装配置与获取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034665" y="2631440"/>
            <a:ext cx="3479800" cy="2622550"/>
            <a:chOff x="4779" y="4144"/>
            <a:chExt cx="5480" cy="4130"/>
          </a:xfrm>
        </p:grpSpPr>
        <p:grpSp>
          <p:nvGrpSpPr>
            <p:cNvPr id="3" name="组合 2"/>
            <p:cNvGrpSpPr/>
            <p:nvPr/>
          </p:nvGrpSpPr>
          <p:grpSpPr>
            <a:xfrm>
              <a:off x="4779" y="4144"/>
              <a:ext cx="5480" cy="4131"/>
              <a:chOff x="4779" y="4144"/>
              <a:chExt cx="5480" cy="4131"/>
            </a:xfrm>
          </p:grpSpPr>
          <p:sp>
            <p:nvSpPr>
              <p:cNvPr id="26" name="任意多边形: 形状 2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097" y="4144"/>
                <a:ext cx="5163" cy="1572"/>
              </a:xfrm>
              <a:custGeom>
                <a:avLst/>
                <a:gdLst>
                  <a:gd name="T0" fmla="*/ 204 w 296"/>
                  <a:gd name="T1" fmla="*/ 132 h 132"/>
                  <a:gd name="T2" fmla="*/ 296 w 296"/>
                  <a:gd name="T3" fmla="*/ 0 h 132"/>
                  <a:gd name="T4" fmla="*/ 95 w 296"/>
                  <a:gd name="T5" fmla="*/ 0 h 132"/>
                  <a:gd name="T6" fmla="*/ 0 w 296"/>
                  <a:gd name="T7" fmla="*/ 132 h 132"/>
                  <a:gd name="T8" fmla="*/ 204 w 296"/>
                  <a:gd name="T9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132">
                    <a:moveTo>
                      <a:pt x="204" y="132"/>
                    </a:moveTo>
                    <a:lnTo>
                      <a:pt x="296" y="0"/>
                    </a:lnTo>
                    <a:lnTo>
                      <a:pt x="95" y="0"/>
                    </a:lnTo>
                    <a:lnTo>
                      <a:pt x="0" y="132"/>
                    </a:lnTo>
                    <a:lnTo>
                      <a:pt x="204" y="13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1775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779" y="6575"/>
                <a:ext cx="3713" cy="10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ctr">
                  <a:lnSpc>
                    <a:spcPct val="120000"/>
                  </a:lnSpc>
                  <a:spcBef>
                    <a:spcPts val="395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1600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安装第三方中间件</a:t>
                </a:r>
                <a:endParaRPr lang="en-US" altLang="zh-CN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  <a:spcBef>
                    <a:spcPts val="395"/>
                  </a:spcBef>
                </a:pPr>
                <a:r>
                  <a:rPr lang="en-US" altLang="zh-CN" sz="1600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e</a:t>
                </a:r>
                <a:r>
                  <a:rPr lang="en-US" altLang="zh-CN" sz="1600" kern="100" dirty="0">
                    <a:solidFill>
                      <a:schemeClr val="dk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xpress-session</a:t>
                </a:r>
                <a:endParaRPr lang="en-US" altLang="zh-CN" sz="1600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4779" y="7745"/>
                <a:ext cx="5014" cy="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i="1" kern="1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npm</a:t>
                </a:r>
                <a:r>
                  <a:rPr lang="en-US" altLang="zh-CN" sz="1600" b="1" i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install express-session </a:t>
                </a:r>
                <a:endParaRPr lang="en-US" altLang="zh-CN" sz="1600" b="1" i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椭圆 39"/>
            <p:cNvSpPr/>
            <p:nvPr>
              <p:custDataLst>
                <p:tags r:id="rId19"/>
              </p:custDataLst>
            </p:nvPr>
          </p:nvSpPr>
          <p:spPr>
            <a:xfrm>
              <a:off x="7340" y="4716"/>
              <a:ext cx="650" cy="607"/>
            </a:xfrm>
            <a:custGeom>
              <a:avLst/>
              <a:gdLst>
                <a:gd name="connsiteX0" fmla="*/ 159472 w 338138"/>
                <a:gd name="connsiteY0" fmla="*/ 265112 h 315913"/>
                <a:gd name="connsiteX1" fmla="*/ 155575 w 338138"/>
                <a:gd name="connsiteY1" fmla="*/ 269194 h 315913"/>
                <a:gd name="connsiteX2" fmla="*/ 155575 w 338138"/>
                <a:gd name="connsiteY2" fmla="*/ 289605 h 315913"/>
                <a:gd name="connsiteX3" fmla="*/ 158173 w 338138"/>
                <a:gd name="connsiteY3" fmla="*/ 293687 h 315913"/>
                <a:gd name="connsiteX4" fmla="*/ 181553 w 338138"/>
                <a:gd name="connsiteY4" fmla="*/ 293687 h 315913"/>
                <a:gd name="connsiteX5" fmla="*/ 184150 w 338138"/>
                <a:gd name="connsiteY5" fmla="*/ 290966 h 315913"/>
                <a:gd name="connsiteX6" fmla="*/ 184150 w 338138"/>
                <a:gd name="connsiteY6" fmla="*/ 269194 h 315913"/>
                <a:gd name="connsiteX7" fmla="*/ 181553 w 338138"/>
                <a:gd name="connsiteY7" fmla="*/ 265112 h 315913"/>
                <a:gd name="connsiteX8" fmla="*/ 159472 w 338138"/>
                <a:gd name="connsiteY8" fmla="*/ 265112 h 315913"/>
                <a:gd name="connsiteX9" fmla="*/ 169069 w 338138"/>
                <a:gd name="connsiteY9" fmla="*/ 222250 h 315913"/>
                <a:gd name="connsiteX10" fmla="*/ 155575 w 338138"/>
                <a:gd name="connsiteY10" fmla="*/ 235744 h 315913"/>
                <a:gd name="connsiteX11" fmla="*/ 169069 w 338138"/>
                <a:gd name="connsiteY11" fmla="*/ 249238 h 315913"/>
                <a:gd name="connsiteX12" fmla="*/ 182563 w 338138"/>
                <a:gd name="connsiteY12" fmla="*/ 235744 h 315913"/>
                <a:gd name="connsiteX13" fmla="*/ 169069 w 338138"/>
                <a:gd name="connsiteY13" fmla="*/ 222250 h 315913"/>
                <a:gd name="connsiteX14" fmla="*/ 145852 w 338138"/>
                <a:gd name="connsiteY14" fmla="*/ 55033 h 315913"/>
                <a:gd name="connsiteX15" fmla="*/ 157704 w 338138"/>
                <a:gd name="connsiteY15" fmla="*/ 56356 h 315913"/>
                <a:gd name="connsiteX16" fmla="*/ 156388 w 338138"/>
                <a:gd name="connsiteY16" fmla="*/ 68262 h 315913"/>
                <a:gd name="connsiteX17" fmla="*/ 57619 w 338138"/>
                <a:gd name="connsiteY17" fmla="*/ 137054 h 315913"/>
                <a:gd name="connsiteX18" fmla="*/ 53669 w 338138"/>
                <a:gd name="connsiteY18" fmla="*/ 139700 h 315913"/>
                <a:gd name="connsiteX19" fmla="*/ 47084 w 338138"/>
                <a:gd name="connsiteY19" fmla="*/ 135731 h 315913"/>
                <a:gd name="connsiteX20" fmla="*/ 48401 w 338138"/>
                <a:gd name="connsiteY20" fmla="*/ 123825 h 315913"/>
                <a:gd name="connsiteX21" fmla="*/ 145852 w 338138"/>
                <a:gd name="connsiteY21" fmla="*/ 55033 h 315913"/>
                <a:gd name="connsiteX22" fmla="*/ 88577 w 338138"/>
                <a:gd name="connsiteY22" fmla="*/ 47055 h 315913"/>
                <a:gd name="connsiteX23" fmla="*/ 100532 w 338138"/>
                <a:gd name="connsiteY23" fmla="*/ 48358 h 315913"/>
                <a:gd name="connsiteX24" fmla="*/ 99203 w 338138"/>
                <a:gd name="connsiteY24" fmla="*/ 60081 h 315913"/>
                <a:gd name="connsiteX25" fmla="*/ 52712 w 338138"/>
                <a:gd name="connsiteY25" fmla="*/ 92645 h 315913"/>
                <a:gd name="connsiteX26" fmla="*/ 47399 w 338138"/>
                <a:gd name="connsiteY26" fmla="*/ 95250 h 315913"/>
                <a:gd name="connsiteX27" fmla="*/ 40757 w 338138"/>
                <a:gd name="connsiteY27" fmla="*/ 91342 h 315913"/>
                <a:gd name="connsiteX28" fmla="*/ 43414 w 338138"/>
                <a:gd name="connsiteY28" fmla="*/ 79619 h 315913"/>
                <a:gd name="connsiteX29" fmla="*/ 88577 w 338138"/>
                <a:gd name="connsiteY29" fmla="*/ 47055 h 315913"/>
                <a:gd name="connsiteX30" fmla="*/ 35086 w 338138"/>
                <a:gd name="connsiteY30" fmla="*/ 22225 h 315913"/>
                <a:gd name="connsiteX31" fmla="*/ 20637 w 338138"/>
                <a:gd name="connsiteY31" fmla="*/ 35344 h 315913"/>
                <a:gd name="connsiteX32" fmla="*/ 20637 w 338138"/>
                <a:gd name="connsiteY32" fmla="*/ 196707 h 315913"/>
                <a:gd name="connsiteX33" fmla="*/ 35086 w 338138"/>
                <a:gd name="connsiteY33" fmla="*/ 211138 h 315913"/>
                <a:gd name="connsiteX34" fmla="*/ 303051 w 338138"/>
                <a:gd name="connsiteY34" fmla="*/ 211138 h 315913"/>
                <a:gd name="connsiteX35" fmla="*/ 317500 w 338138"/>
                <a:gd name="connsiteY35" fmla="*/ 196707 h 315913"/>
                <a:gd name="connsiteX36" fmla="*/ 317500 w 338138"/>
                <a:gd name="connsiteY36" fmla="*/ 35344 h 315913"/>
                <a:gd name="connsiteX37" fmla="*/ 303051 w 338138"/>
                <a:gd name="connsiteY37" fmla="*/ 22225 h 315913"/>
                <a:gd name="connsiteX38" fmla="*/ 35086 w 338138"/>
                <a:gd name="connsiteY38" fmla="*/ 22225 h 315913"/>
                <a:gd name="connsiteX39" fmla="*/ 14529 w 338138"/>
                <a:gd name="connsiteY39" fmla="*/ 0 h 315913"/>
                <a:gd name="connsiteX40" fmla="*/ 323609 w 338138"/>
                <a:gd name="connsiteY40" fmla="*/ 0 h 315913"/>
                <a:gd name="connsiteX41" fmla="*/ 338138 w 338138"/>
                <a:gd name="connsiteY41" fmla="*/ 13163 h 315913"/>
                <a:gd name="connsiteX42" fmla="*/ 338138 w 338138"/>
                <a:gd name="connsiteY42" fmla="*/ 251414 h 315913"/>
                <a:gd name="connsiteX43" fmla="*/ 323609 w 338138"/>
                <a:gd name="connsiteY43" fmla="*/ 265893 h 315913"/>
                <a:gd name="connsiteX44" fmla="*/ 210016 w 338138"/>
                <a:gd name="connsiteY44" fmla="*/ 265893 h 315913"/>
                <a:gd name="connsiteX45" fmla="*/ 207374 w 338138"/>
                <a:gd name="connsiteY45" fmla="*/ 268526 h 315913"/>
                <a:gd name="connsiteX46" fmla="*/ 207374 w 338138"/>
                <a:gd name="connsiteY46" fmla="*/ 290903 h 315913"/>
                <a:gd name="connsiteX47" fmla="*/ 208695 w 338138"/>
                <a:gd name="connsiteY47" fmla="*/ 293536 h 315913"/>
                <a:gd name="connsiteX48" fmla="*/ 239074 w 338138"/>
                <a:gd name="connsiteY48" fmla="*/ 293536 h 315913"/>
                <a:gd name="connsiteX49" fmla="*/ 250962 w 338138"/>
                <a:gd name="connsiteY49" fmla="*/ 305383 h 315913"/>
                <a:gd name="connsiteX50" fmla="*/ 239074 w 338138"/>
                <a:gd name="connsiteY50" fmla="*/ 315913 h 315913"/>
                <a:gd name="connsiteX51" fmla="*/ 99064 w 338138"/>
                <a:gd name="connsiteY51" fmla="*/ 315913 h 315913"/>
                <a:gd name="connsiteX52" fmla="*/ 87176 w 338138"/>
                <a:gd name="connsiteY52" fmla="*/ 305383 h 315913"/>
                <a:gd name="connsiteX53" fmla="*/ 99064 w 338138"/>
                <a:gd name="connsiteY53" fmla="*/ 293536 h 315913"/>
                <a:gd name="connsiteX54" fmla="*/ 129444 w 338138"/>
                <a:gd name="connsiteY54" fmla="*/ 293536 h 315913"/>
                <a:gd name="connsiteX55" fmla="*/ 130765 w 338138"/>
                <a:gd name="connsiteY55" fmla="*/ 289587 h 315913"/>
                <a:gd name="connsiteX56" fmla="*/ 130765 w 338138"/>
                <a:gd name="connsiteY56" fmla="*/ 268526 h 315913"/>
                <a:gd name="connsiteX57" fmla="*/ 126802 w 338138"/>
                <a:gd name="connsiteY57" fmla="*/ 265893 h 315913"/>
                <a:gd name="connsiteX58" fmla="*/ 14529 w 338138"/>
                <a:gd name="connsiteY58" fmla="*/ 265893 h 315913"/>
                <a:gd name="connsiteX59" fmla="*/ 0 w 338138"/>
                <a:gd name="connsiteY59" fmla="*/ 251414 h 315913"/>
                <a:gd name="connsiteX60" fmla="*/ 0 w 338138"/>
                <a:gd name="connsiteY60" fmla="*/ 13163 h 315913"/>
                <a:gd name="connsiteX61" fmla="*/ 14529 w 338138"/>
                <a:gd name="connsiteY61" fmla="*/ 0 h 31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138" h="315913">
                  <a:moveTo>
                    <a:pt x="159472" y="265112"/>
                  </a:moveTo>
                  <a:cubicBezTo>
                    <a:pt x="159472" y="265112"/>
                    <a:pt x="155575" y="265112"/>
                    <a:pt x="155575" y="269194"/>
                  </a:cubicBezTo>
                  <a:cubicBezTo>
                    <a:pt x="155575" y="269194"/>
                    <a:pt x="155575" y="269194"/>
                    <a:pt x="155575" y="289605"/>
                  </a:cubicBezTo>
                  <a:cubicBezTo>
                    <a:pt x="155575" y="292326"/>
                    <a:pt x="155575" y="293687"/>
                    <a:pt x="158173" y="293687"/>
                  </a:cubicBezTo>
                  <a:cubicBezTo>
                    <a:pt x="158173" y="293687"/>
                    <a:pt x="158173" y="293687"/>
                    <a:pt x="181553" y="293687"/>
                  </a:cubicBezTo>
                  <a:cubicBezTo>
                    <a:pt x="182851" y="293687"/>
                    <a:pt x="184150" y="292326"/>
                    <a:pt x="184150" y="290966"/>
                  </a:cubicBezTo>
                  <a:cubicBezTo>
                    <a:pt x="184150" y="290966"/>
                    <a:pt x="184150" y="290966"/>
                    <a:pt x="184150" y="269194"/>
                  </a:cubicBezTo>
                  <a:cubicBezTo>
                    <a:pt x="184150" y="265112"/>
                    <a:pt x="181553" y="265112"/>
                    <a:pt x="181553" y="265112"/>
                  </a:cubicBezTo>
                  <a:cubicBezTo>
                    <a:pt x="181553" y="265112"/>
                    <a:pt x="181553" y="265112"/>
                    <a:pt x="159472" y="265112"/>
                  </a:cubicBezTo>
                  <a:close/>
                  <a:moveTo>
                    <a:pt x="169069" y="222250"/>
                  </a:moveTo>
                  <a:cubicBezTo>
                    <a:pt x="161616" y="222250"/>
                    <a:pt x="155575" y="228291"/>
                    <a:pt x="155575" y="235744"/>
                  </a:cubicBezTo>
                  <a:cubicBezTo>
                    <a:pt x="155575" y="243197"/>
                    <a:pt x="161616" y="249238"/>
                    <a:pt x="169069" y="249238"/>
                  </a:cubicBezTo>
                  <a:cubicBezTo>
                    <a:pt x="176522" y="249238"/>
                    <a:pt x="182563" y="243197"/>
                    <a:pt x="182563" y="235744"/>
                  </a:cubicBezTo>
                  <a:cubicBezTo>
                    <a:pt x="182563" y="228291"/>
                    <a:pt x="176522" y="222250"/>
                    <a:pt x="169069" y="222250"/>
                  </a:cubicBezTo>
                  <a:close/>
                  <a:moveTo>
                    <a:pt x="145852" y="55033"/>
                  </a:moveTo>
                  <a:cubicBezTo>
                    <a:pt x="149803" y="52387"/>
                    <a:pt x="155071" y="52387"/>
                    <a:pt x="157704" y="56356"/>
                  </a:cubicBezTo>
                  <a:cubicBezTo>
                    <a:pt x="160338" y="60325"/>
                    <a:pt x="159021" y="65616"/>
                    <a:pt x="156388" y="68262"/>
                  </a:cubicBezTo>
                  <a:cubicBezTo>
                    <a:pt x="57619" y="137054"/>
                    <a:pt x="57619" y="137054"/>
                    <a:pt x="57619" y="137054"/>
                  </a:cubicBezTo>
                  <a:cubicBezTo>
                    <a:pt x="56302" y="138377"/>
                    <a:pt x="54986" y="139700"/>
                    <a:pt x="53669" y="139700"/>
                  </a:cubicBezTo>
                  <a:cubicBezTo>
                    <a:pt x="51035" y="139700"/>
                    <a:pt x="48401" y="138377"/>
                    <a:pt x="47084" y="135731"/>
                  </a:cubicBezTo>
                  <a:cubicBezTo>
                    <a:pt x="44450" y="131762"/>
                    <a:pt x="44450" y="126471"/>
                    <a:pt x="48401" y="123825"/>
                  </a:cubicBezTo>
                  <a:cubicBezTo>
                    <a:pt x="145852" y="55033"/>
                    <a:pt x="145852" y="55033"/>
                    <a:pt x="145852" y="55033"/>
                  </a:cubicBezTo>
                  <a:close/>
                  <a:moveTo>
                    <a:pt x="88577" y="47055"/>
                  </a:moveTo>
                  <a:cubicBezTo>
                    <a:pt x="92562" y="44450"/>
                    <a:pt x="97875" y="44450"/>
                    <a:pt x="100532" y="48358"/>
                  </a:cubicBezTo>
                  <a:cubicBezTo>
                    <a:pt x="103188" y="52265"/>
                    <a:pt x="101860" y="57476"/>
                    <a:pt x="99203" y="60081"/>
                  </a:cubicBezTo>
                  <a:cubicBezTo>
                    <a:pt x="52712" y="92645"/>
                    <a:pt x="52712" y="92645"/>
                    <a:pt x="52712" y="92645"/>
                  </a:cubicBezTo>
                  <a:cubicBezTo>
                    <a:pt x="51384" y="93947"/>
                    <a:pt x="50055" y="95250"/>
                    <a:pt x="47399" y="95250"/>
                  </a:cubicBezTo>
                  <a:cubicBezTo>
                    <a:pt x="44742" y="95250"/>
                    <a:pt x="42085" y="93947"/>
                    <a:pt x="40757" y="91342"/>
                  </a:cubicBezTo>
                  <a:cubicBezTo>
                    <a:pt x="38100" y="87435"/>
                    <a:pt x="39429" y="82224"/>
                    <a:pt x="43414" y="79619"/>
                  </a:cubicBezTo>
                  <a:cubicBezTo>
                    <a:pt x="88577" y="47055"/>
                    <a:pt x="88577" y="47055"/>
                    <a:pt x="88577" y="47055"/>
                  </a:cubicBezTo>
                  <a:close/>
                  <a:moveTo>
                    <a:pt x="35086" y="22225"/>
                  </a:moveTo>
                  <a:cubicBezTo>
                    <a:pt x="27205" y="22225"/>
                    <a:pt x="20637" y="28785"/>
                    <a:pt x="20637" y="35344"/>
                  </a:cubicBezTo>
                  <a:cubicBezTo>
                    <a:pt x="20637" y="35344"/>
                    <a:pt x="20637" y="35344"/>
                    <a:pt x="20637" y="196707"/>
                  </a:cubicBezTo>
                  <a:cubicBezTo>
                    <a:pt x="20637" y="204579"/>
                    <a:pt x="27205" y="211138"/>
                    <a:pt x="35086" y="211138"/>
                  </a:cubicBezTo>
                  <a:cubicBezTo>
                    <a:pt x="35086" y="211138"/>
                    <a:pt x="35086" y="211138"/>
                    <a:pt x="303051" y="211138"/>
                  </a:cubicBezTo>
                  <a:cubicBezTo>
                    <a:pt x="310932" y="211138"/>
                    <a:pt x="317500" y="204579"/>
                    <a:pt x="317500" y="196707"/>
                  </a:cubicBezTo>
                  <a:lnTo>
                    <a:pt x="317500" y="35344"/>
                  </a:lnTo>
                  <a:cubicBezTo>
                    <a:pt x="317500" y="28785"/>
                    <a:pt x="310932" y="22225"/>
                    <a:pt x="303051" y="22225"/>
                  </a:cubicBezTo>
                  <a:cubicBezTo>
                    <a:pt x="303051" y="22225"/>
                    <a:pt x="303051" y="22225"/>
                    <a:pt x="35086" y="22225"/>
                  </a:cubicBezTo>
                  <a:close/>
                  <a:moveTo>
                    <a:pt x="14529" y="0"/>
                  </a:moveTo>
                  <a:cubicBezTo>
                    <a:pt x="14529" y="0"/>
                    <a:pt x="14529" y="0"/>
                    <a:pt x="323609" y="0"/>
                  </a:cubicBezTo>
                  <a:cubicBezTo>
                    <a:pt x="331534" y="0"/>
                    <a:pt x="338138" y="5265"/>
                    <a:pt x="338138" y="13163"/>
                  </a:cubicBezTo>
                  <a:cubicBezTo>
                    <a:pt x="338138" y="13163"/>
                    <a:pt x="338138" y="13163"/>
                    <a:pt x="338138" y="251414"/>
                  </a:cubicBezTo>
                  <a:cubicBezTo>
                    <a:pt x="338138" y="259312"/>
                    <a:pt x="331534" y="265893"/>
                    <a:pt x="323609" y="265893"/>
                  </a:cubicBezTo>
                  <a:cubicBezTo>
                    <a:pt x="323609" y="265893"/>
                    <a:pt x="323609" y="265893"/>
                    <a:pt x="210016" y="265893"/>
                  </a:cubicBezTo>
                  <a:cubicBezTo>
                    <a:pt x="210016" y="265893"/>
                    <a:pt x="207374" y="265893"/>
                    <a:pt x="207374" y="268526"/>
                  </a:cubicBezTo>
                  <a:cubicBezTo>
                    <a:pt x="207374" y="268526"/>
                    <a:pt x="207374" y="268526"/>
                    <a:pt x="207374" y="290903"/>
                  </a:cubicBezTo>
                  <a:cubicBezTo>
                    <a:pt x="207374" y="292220"/>
                    <a:pt x="207374" y="293536"/>
                    <a:pt x="208695" y="293536"/>
                  </a:cubicBezTo>
                  <a:cubicBezTo>
                    <a:pt x="208695" y="293536"/>
                    <a:pt x="208695" y="293536"/>
                    <a:pt x="239074" y="293536"/>
                  </a:cubicBezTo>
                  <a:cubicBezTo>
                    <a:pt x="245679" y="293536"/>
                    <a:pt x="250962" y="298801"/>
                    <a:pt x="250962" y="305383"/>
                  </a:cubicBezTo>
                  <a:cubicBezTo>
                    <a:pt x="250962" y="310648"/>
                    <a:pt x="245679" y="315913"/>
                    <a:pt x="239074" y="315913"/>
                  </a:cubicBezTo>
                  <a:cubicBezTo>
                    <a:pt x="239074" y="315913"/>
                    <a:pt x="239074" y="315913"/>
                    <a:pt x="99064" y="315913"/>
                  </a:cubicBezTo>
                  <a:cubicBezTo>
                    <a:pt x="92460" y="315913"/>
                    <a:pt x="87176" y="310648"/>
                    <a:pt x="87176" y="305383"/>
                  </a:cubicBezTo>
                  <a:cubicBezTo>
                    <a:pt x="87176" y="298801"/>
                    <a:pt x="92460" y="293536"/>
                    <a:pt x="99064" y="293536"/>
                  </a:cubicBezTo>
                  <a:cubicBezTo>
                    <a:pt x="99064" y="293536"/>
                    <a:pt x="99064" y="293536"/>
                    <a:pt x="129444" y="293536"/>
                  </a:cubicBezTo>
                  <a:cubicBezTo>
                    <a:pt x="130765" y="293536"/>
                    <a:pt x="130765" y="292220"/>
                    <a:pt x="130765" y="289587"/>
                  </a:cubicBezTo>
                  <a:cubicBezTo>
                    <a:pt x="130765" y="289587"/>
                    <a:pt x="130765" y="289587"/>
                    <a:pt x="130765" y="268526"/>
                  </a:cubicBezTo>
                  <a:cubicBezTo>
                    <a:pt x="130765" y="264577"/>
                    <a:pt x="126802" y="265893"/>
                    <a:pt x="126802" y="265893"/>
                  </a:cubicBezTo>
                  <a:cubicBezTo>
                    <a:pt x="126802" y="265893"/>
                    <a:pt x="126802" y="265893"/>
                    <a:pt x="14529" y="265893"/>
                  </a:cubicBezTo>
                  <a:cubicBezTo>
                    <a:pt x="6604" y="265893"/>
                    <a:pt x="0" y="259312"/>
                    <a:pt x="0" y="251414"/>
                  </a:cubicBezTo>
                  <a:cubicBezTo>
                    <a:pt x="0" y="251414"/>
                    <a:pt x="0" y="251414"/>
                    <a:pt x="0" y="13163"/>
                  </a:cubicBezTo>
                  <a:cubicBezTo>
                    <a:pt x="0" y="5265"/>
                    <a:pt x="6604" y="0"/>
                    <a:pt x="145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105" tIns="45053" rIns="90105" bIns="45053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75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793740" y="2631440"/>
            <a:ext cx="3277870" cy="2738120"/>
            <a:chOff x="9124" y="4144"/>
            <a:chExt cx="5162" cy="4312"/>
          </a:xfrm>
        </p:grpSpPr>
        <p:grpSp>
          <p:nvGrpSpPr>
            <p:cNvPr id="4" name="组合 3"/>
            <p:cNvGrpSpPr/>
            <p:nvPr/>
          </p:nvGrpSpPr>
          <p:grpSpPr>
            <a:xfrm>
              <a:off x="9124" y="4144"/>
              <a:ext cx="5162" cy="4313"/>
              <a:chOff x="9124" y="4144"/>
              <a:chExt cx="5162" cy="4313"/>
            </a:xfrm>
          </p:grpSpPr>
          <p:sp>
            <p:nvSpPr>
              <p:cNvPr id="30" name="任意多边形: 形状 3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9124" y="4144"/>
                <a:ext cx="5163" cy="1572"/>
              </a:xfrm>
              <a:custGeom>
                <a:avLst/>
                <a:gdLst>
                  <a:gd name="T0" fmla="*/ 204 w 296"/>
                  <a:gd name="T1" fmla="*/ 132 h 132"/>
                  <a:gd name="T2" fmla="*/ 296 w 296"/>
                  <a:gd name="T3" fmla="*/ 0 h 132"/>
                  <a:gd name="T4" fmla="*/ 95 w 296"/>
                  <a:gd name="T5" fmla="*/ 0 h 132"/>
                  <a:gd name="T6" fmla="*/ 0 w 296"/>
                  <a:gd name="T7" fmla="*/ 132 h 132"/>
                  <a:gd name="T8" fmla="*/ 204 w 296"/>
                  <a:gd name="T9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132">
                    <a:moveTo>
                      <a:pt x="204" y="132"/>
                    </a:moveTo>
                    <a:lnTo>
                      <a:pt x="296" y="0"/>
                    </a:lnTo>
                    <a:lnTo>
                      <a:pt x="95" y="0"/>
                    </a:lnTo>
                    <a:lnTo>
                      <a:pt x="0" y="132"/>
                    </a:lnTo>
                    <a:lnTo>
                      <a:pt x="204" y="1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1775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Rectangle 24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9479" y="6605"/>
                <a:ext cx="3253" cy="1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noAutofit/>
              </a:bodyPr>
              <a:lstStyle/>
              <a:p>
                <a:pPr marL="285750" indent="-285750" algn="ctr">
                  <a:lnSpc>
                    <a:spcPct val="120000"/>
                  </a:lnSpc>
                  <a:spcBef>
                    <a:spcPts val="395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1600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修改index.js文件，</a:t>
                </a:r>
                <a:endPara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ctr">
                  <a:lnSpc>
                    <a:spcPct val="120000"/>
                  </a:lnSpc>
                  <a:spcBef>
                    <a:spcPts val="395"/>
                  </a:spcBef>
                  <a:buFont typeface="Wingdings" panose="05000000000000000000" pitchFamily="2" charset="2"/>
                  <a:buNone/>
                </a:pPr>
                <a:r>
                  <a:rPr lang="en-US" altLang="zh-CN" sz="1600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</a:t>
                </a:r>
                <a:r>
                  <a:rPr lang="zh-CN" altLang="en-US" sz="1600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设置并获取session</a:t>
                </a:r>
                <a:endPara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0" algn="ctr">
                  <a:lnSpc>
                    <a:spcPct val="120000"/>
                  </a:lnSpc>
                  <a:spcBef>
                    <a:spcPts val="395"/>
                  </a:spcBef>
                  <a:buFont typeface="Wingdings" panose="05000000000000000000" pitchFamily="2" charset="2"/>
                  <a:buNone/>
                </a:pPr>
                <a:r>
                  <a:rPr lang="en-US" altLang="zh-CN" sz="1600" b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  </a:t>
                </a:r>
                <a:r>
                  <a:rPr lang="en-US" altLang="zh-CN" sz="1600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routes/index.js </a:t>
                </a:r>
                <a:endParaRPr lang="zh-CN" altLang="en-US" sz="1600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" name="椭圆 38"/>
            <p:cNvSpPr/>
            <p:nvPr>
              <p:custDataLst>
                <p:tags r:id="rId22"/>
              </p:custDataLst>
            </p:nvPr>
          </p:nvSpPr>
          <p:spPr>
            <a:xfrm>
              <a:off x="11259" y="4710"/>
              <a:ext cx="650" cy="613"/>
            </a:xfrm>
            <a:custGeom>
              <a:avLst/>
              <a:gdLst>
                <a:gd name="connsiteX0" fmla="*/ 255815 w 338138"/>
                <a:gd name="connsiteY0" fmla="*/ 276225 h 319088"/>
                <a:gd name="connsiteX1" fmla="*/ 267653 w 338138"/>
                <a:gd name="connsiteY1" fmla="*/ 282720 h 319088"/>
                <a:gd name="connsiteX2" fmla="*/ 275546 w 338138"/>
                <a:gd name="connsiteY2" fmla="*/ 282720 h 319088"/>
                <a:gd name="connsiteX3" fmla="*/ 287384 w 338138"/>
                <a:gd name="connsiteY3" fmla="*/ 276225 h 319088"/>
                <a:gd name="connsiteX4" fmla="*/ 290015 w 338138"/>
                <a:gd name="connsiteY4" fmla="*/ 277524 h 319088"/>
                <a:gd name="connsiteX5" fmla="*/ 295276 w 338138"/>
                <a:gd name="connsiteY5" fmla="*/ 284018 h 319088"/>
                <a:gd name="connsiteX6" fmla="*/ 295276 w 338138"/>
                <a:gd name="connsiteY6" fmla="*/ 315191 h 319088"/>
                <a:gd name="connsiteX7" fmla="*/ 271600 w 338138"/>
                <a:gd name="connsiteY7" fmla="*/ 319088 h 319088"/>
                <a:gd name="connsiteX8" fmla="*/ 249238 w 338138"/>
                <a:gd name="connsiteY8" fmla="*/ 315191 h 319088"/>
                <a:gd name="connsiteX9" fmla="*/ 249238 w 338138"/>
                <a:gd name="connsiteY9" fmla="*/ 284018 h 319088"/>
                <a:gd name="connsiteX10" fmla="*/ 253184 w 338138"/>
                <a:gd name="connsiteY10" fmla="*/ 277524 h 319088"/>
                <a:gd name="connsiteX11" fmla="*/ 255815 w 338138"/>
                <a:gd name="connsiteY11" fmla="*/ 276225 h 319088"/>
                <a:gd name="connsiteX12" fmla="*/ 50755 w 338138"/>
                <a:gd name="connsiteY12" fmla="*/ 276225 h 319088"/>
                <a:gd name="connsiteX13" fmla="*/ 62593 w 338138"/>
                <a:gd name="connsiteY13" fmla="*/ 282720 h 319088"/>
                <a:gd name="connsiteX14" fmla="*/ 70486 w 338138"/>
                <a:gd name="connsiteY14" fmla="*/ 282720 h 319088"/>
                <a:gd name="connsiteX15" fmla="*/ 82324 w 338138"/>
                <a:gd name="connsiteY15" fmla="*/ 276225 h 319088"/>
                <a:gd name="connsiteX16" fmla="*/ 84955 w 338138"/>
                <a:gd name="connsiteY16" fmla="*/ 277524 h 319088"/>
                <a:gd name="connsiteX17" fmla="*/ 88901 w 338138"/>
                <a:gd name="connsiteY17" fmla="*/ 284018 h 319088"/>
                <a:gd name="connsiteX18" fmla="*/ 88901 w 338138"/>
                <a:gd name="connsiteY18" fmla="*/ 315191 h 319088"/>
                <a:gd name="connsiteX19" fmla="*/ 66539 w 338138"/>
                <a:gd name="connsiteY19" fmla="*/ 319088 h 319088"/>
                <a:gd name="connsiteX20" fmla="*/ 42863 w 338138"/>
                <a:gd name="connsiteY20" fmla="*/ 315191 h 319088"/>
                <a:gd name="connsiteX21" fmla="*/ 42863 w 338138"/>
                <a:gd name="connsiteY21" fmla="*/ 284018 h 319088"/>
                <a:gd name="connsiteX22" fmla="*/ 48124 w 338138"/>
                <a:gd name="connsiteY22" fmla="*/ 277524 h 319088"/>
                <a:gd name="connsiteX23" fmla="*/ 50755 w 338138"/>
                <a:gd name="connsiteY23" fmla="*/ 276225 h 319088"/>
                <a:gd name="connsiteX24" fmla="*/ 273050 w 338138"/>
                <a:gd name="connsiteY24" fmla="*/ 214313 h 319088"/>
                <a:gd name="connsiteX25" fmla="*/ 282575 w 338138"/>
                <a:gd name="connsiteY25" fmla="*/ 224632 h 319088"/>
                <a:gd name="connsiteX26" fmla="*/ 273050 w 338138"/>
                <a:gd name="connsiteY26" fmla="*/ 234951 h 319088"/>
                <a:gd name="connsiteX27" fmla="*/ 263525 w 338138"/>
                <a:gd name="connsiteY27" fmla="*/ 224632 h 319088"/>
                <a:gd name="connsiteX28" fmla="*/ 273050 w 338138"/>
                <a:gd name="connsiteY28" fmla="*/ 214313 h 319088"/>
                <a:gd name="connsiteX29" fmla="*/ 65882 w 338138"/>
                <a:gd name="connsiteY29" fmla="*/ 214313 h 319088"/>
                <a:gd name="connsiteX30" fmla="*/ 76201 w 338138"/>
                <a:gd name="connsiteY30" fmla="*/ 224632 h 319088"/>
                <a:gd name="connsiteX31" fmla="*/ 65882 w 338138"/>
                <a:gd name="connsiteY31" fmla="*/ 234951 h 319088"/>
                <a:gd name="connsiteX32" fmla="*/ 55563 w 338138"/>
                <a:gd name="connsiteY32" fmla="*/ 224632 h 319088"/>
                <a:gd name="connsiteX33" fmla="*/ 65882 w 338138"/>
                <a:gd name="connsiteY33" fmla="*/ 214313 h 319088"/>
                <a:gd name="connsiteX34" fmla="*/ 272257 w 338138"/>
                <a:gd name="connsiteY34" fmla="*/ 196850 h 319088"/>
                <a:gd name="connsiteX35" fmla="*/ 244475 w 338138"/>
                <a:gd name="connsiteY35" fmla="*/ 224632 h 319088"/>
                <a:gd name="connsiteX36" fmla="*/ 272257 w 338138"/>
                <a:gd name="connsiteY36" fmla="*/ 252414 h 319088"/>
                <a:gd name="connsiteX37" fmla="*/ 300039 w 338138"/>
                <a:gd name="connsiteY37" fmla="*/ 224632 h 319088"/>
                <a:gd name="connsiteX38" fmla="*/ 272257 w 338138"/>
                <a:gd name="connsiteY38" fmla="*/ 196850 h 319088"/>
                <a:gd name="connsiteX39" fmla="*/ 65882 w 338138"/>
                <a:gd name="connsiteY39" fmla="*/ 196850 h 319088"/>
                <a:gd name="connsiteX40" fmla="*/ 38100 w 338138"/>
                <a:gd name="connsiteY40" fmla="*/ 224632 h 319088"/>
                <a:gd name="connsiteX41" fmla="*/ 65882 w 338138"/>
                <a:gd name="connsiteY41" fmla="*/ 252414 h 319088"/>
                <a:gd name="connsiteX42" fmla="*/ 93664 w 338138"/>
                <a:gd name="connsiteY42" fmla="*/ 224632 h 319088"/>
                <a:gd name="connsiteX43" fmla="*/ 65882 w 338138"/>
                <a:gd name="connsiteY43" fmla="*/ 196850 h 319088"/>
                <a:gd name="connsiteX44" fmla="*/ 272257 w 338138"/>
                <a:gd name="connsiteY44" fmla="*/ 187325 h 319088"/>
                <a:gd name="connsiteX45" fmla="*/ 338138 w 338138"/>
                <a:gd name="connsiteY45" fmla="*/ 253322 h 319088"/>
                <a:gd name="connsiteX46" fmla="*/ 313103 w 338138"/>
                <a:gd name="connsiteY46" fmla="*/ 304800 h 319088"/>
                <a:gd name="connsiteX47" fmla="*/ 313103 w 338138"/>
                <a:gd name="connsiteY47" fmla="*/ 283681 h 319088"/>
                <a:gd name="connsiteX48" fmla="*/ 295974 w 338138"/>
                <a:gd name="connsiteY48" fmla="*/ 259922 h 319088"/>
                <a:gd name="connsiteX49" fmla="*/ 290704 w 338138"/>
                <a:gd name="connsiteY49" fmla="*/ 258602 h 319088"/>
                <a:gd name="connsiteX50" fmla="*/ 284115 w 338138"/>
                <a:gd name="connsiteY50" fmla="*/ 258602 h 319088"/>
                <a:gd name="connsiteX51" fmla="*/ 272257 w 338138"/>
                <a:gd name="connsiteY51" fmla="*/ 265202 h 319088"/>
                <a:gd name="connsiteX52" fmla="*/ 260398 w 338138"/>
                <a:gd name="connsiteY52" fmla="*/ 258602 h 319088"/>
                <a:gd name="connsiteX53" fmla="*/ 255128 w 338138"/>
                <a:gd name="connsiteY53" fmla="*/ 258602 h 319088"/>
                <a:gd name="connsiteX54" fmla="*/ 248539 w 338138"/>
                <a:gd name="connsiteY54" fmla="*/ 259922 h 319088"/>
                <a:gd name="connsiteX55" fmla="*/ 232728 w 338138"/>
                <a:gd name="connsiteY55" fmla="*/ 283681 h 319088"/>
                <a:gd name="connsiteX56" fmla="*/ 232728 w 338138"/>
                <a:gd name="connsiteY56" fmla="*/ 304800 h 319088"/>
                <a:gd name="connsiteX57" fmla="*/ 206375 w 338138"/>
                <a:gd name="connsiteY57" fmla="*/ 253322 h 319088"/>
                <a:gd name="connsiteX58" fmla="*/ 272257 w 338138"/>
                <a:gd name="connsiteY58" fmla="*/ 187325 h 319088"/>
                <a:gd name="connsiteX59" fmla="*/ 65881 w 338138"/>
                <a:gd name="connsiteY59" fmla="*/ 187325 h 319088"/>
                <a:gd name="connsiteX60" fmla="*/ 131763 w 338138"/>
                <a:gd name="connsiteY60" fmla="*/ 253322 h 319088"/>
                <a:gd name="connsiteX61" fmla="*/ 105410 w 338138"/>
                <a:gd name="connsiteY61" fmla="*/ 304800 h 319088"/>
                <a:gd name="connsiteX62" fmla="*/ 105410 w 338138"/>
                <a:gd name="connsiteY62" fmla="*/ 283681 h 319088"/>
                <a:gd name="connsiteX63" fmla="*/ 89599 w 338138"/>
                <a:gd name="connsiteY63" fmla="*/ 259922 h 319088"/>
                <a:gd name="connsiteX64" fmla="*/ 83010 w 338138"/>
                <a:gd name="connsiteY64" fmla="*/ 258602 h 319088"/>
                <a:gd name="connsiteX65" fmla="*/ 77740 w 338138"/>
                <a:gd name="connsiteY65" fmla="*/ 258602 h 319088"/>
                <a:gd name="connsiteX66" fmla="*/ 65881 w 338138"/>
                <a:gd name="connsiteY66" fmla="*/ 265202 h 319088"/>
                <a:gd name="connsiteX67" fmla="*/ 54023 w 338138"/>
                <a:gd name="connsiteY67" fmla="*/ 258602 h 319088"/>
                <a:gd name="connsiteX68" fmla="*/ 47434 w 338138"/>
                <a:gd name="connsiteY68" fmla="*/ 258602 h 319088"/>
                <a:gd name="connsiteX69" fmla="*/ 42164 w 338138"/>
                <a:gd name="connsiteY69" fmla="*/ 259922 h 319088"/>
                <a:gd name="connsiteX70" fmla="*/ 25035 w 338138"/>
                <a:gd name="connsiteY70" fmla="*/ 283681 h 319088"/>
                <a:gd name="connsiteX71" fmla="*/ 25035 w 338138"/>
                <a:gd name="connsiteY71" fmla="*/ 304800 h 319088"/>
                <a:gd name="connsiteX72" fmla="*/ 0 w 338138"/>
                <a:gd name="connsiteY72" fmla="*/ 253322 h 319088"/>
                <a:gd name="connsiteX73" fmla="*/ 65881 w 338138"/>
                <a:gd name="connsiteY73" fmla="*/ 187325 h 319088"/>
                <a:gd name="connsiteX74" fmla="*/ 159754 w 338138"/>
                <a:gd name="connsiteY74" fmla="*/ 149225 h 319088"/>
                <a:gd name="connsiteX75" fmla="*/ 169069 w 338138"/>
                <a:gd name="connsiteY75" fmla="*/ 149225 h 319088"/>
                <a:gd name="connsiteX76" fmla="*/ 178384 w 338138"/>
                <a:gd name="connsiteY76" fmla="*/ 149225 h 319088"/>
                <a:gd name="connsiteX77" fmla="*/ 178384 w 338138"/>
                <a:gd name="connsiteY77" fmla="*/ 175331 h 319088"/>
                <a:gd name="connsiteX78" fmla="*/ 214313 w 338138"/>
                <a:gd name="connsiteY78" fmla="*/ 193605 h 319088"/>
                <a:gd name="connsiteX79" fmla="*/ 202337 w 338138"/>
                <a:gd name="connsiteY79" fmla="*/ 207963 h 319088"/>
                <a:gd name="connsiteX80" fmla="*/ 169069 w 338138"/>
                <a:gd name="connsiteY80" fmla="*/ 190994 h 319088"/>
                <a:gd name="connsiteX81" fmla="*/ 135802 w 338138"/>
                <a:gd name="connsiteY81" fmla="*/ 207963 h 319088"/>
                <a:gd name="connsiteX82" fmla="*/ 123825 w 338138"/>
                <a:gd name="connsiteY82" fmla="*/ 193605 h 319088"/>
                <a:gd name="connsiteX83" fmla="*/ 159754 w 338138"/>
                <a:gd name="connsiteY83" fmla="*/ 175331 h 319088"/>
                <a:gd name="connsiteX84" fmla="*/ 159754 w 338138"/>
                <a:gd name="connsiteY84" fmla="*/ 149225 h 319088"/>
                <a:gd name="connsiteX85" fmla="*/ 154175 w 338138"/>
                <a:gd name="connsiteY85" fmla="*/ 88900 h 319088"/>
                <a:gd name="connsiteX86" fmla="*/ 165941 w 338138"/>
                <a:gd name="connsiteY86" fmla="*/ 95394 h 319088"/>
                <a:gd name="connsiteX87" fmla="*/ 173785 w 338138"/>
                <a:gd name="connsiteY87" fmla="*/ 95394 h 319088"/>
                <a:gd name="connsiteX88" fmla="*/ 185551 w 338138"/>
                <a:gd name="connsiteY88" fmla="*/ 88900 h 319088"/>
                <a:gd name="connsiteX89" fmla="*/ 188166 w 338138"/>
                <a:gd name="connsiteY89" fmla="*/ 90199 h 319088"/>
                <a:gd name="connsiteX90" fmla="*/ 192088 w 338138"/>
                <a:gd name="connsiteY90" fmla="*/ 96693 h 319088"/>
                <a:gd name="connsiteX91" fmla="*/ 192088 w 338138"/>
                <a:gd name="connsiteY91" fmla="*/ 126567 h 319088"/>
                <a:gd name="connsiteX92" fmla="*/ 169863 w 338138"/>
                <a:gd name="connsiteY92" fmla="*/ 131763 h 319088"/>
                <a:gd name="connsiteX93" fmla="*/ 147638 w 338138"/>
                <a:gd name="connsiteY93" fmla="*/ 126567 h 319088"/>
                <a:gd name="connsiteX94" fmla="*/ 147638 w 338138"/>
                <a:gd name="connsiteY94" fmla="*/ 96693 h 319088"/>
                <a:gd name="connsiteX95" fmla="*/ 151560 w 338138"/>
                <a:gd name="connsiteY95" fmla="*/ 90199 h 319088"/>
                <a:gd name="connsiteX96" fmla="*/ 154175 w 338138"/>
                <a:gd name="connsiteY96" fmla="*/ 88900 h 319088"/>
                <a:gd name="connsiteX97" fmla="*/ 169069 w 338138"/>
                <a:gd name="connsiteY97" fmla="*/ 26988 h 319088"/>
                <a:gd name="connsiteX98" fmla="*/ 179388 w 338138"/>
                <a:gd name="connsiteY98" fmla="*/ 36513 h 319088"/>
                <a:gd name="connsiteX99" fmla="*/ 169069 w 338138"/>
                <a:gd name="connsiteY99" fmla="*/ 46038 h 319088"/>
                <a:gd name="connsiteX100" fmla="*/ 158750 w 338138"/>
                <a:gd name="connsiteY100" fmla="*/ 36513 h 319088"/>
                <a:gd name="connsiteX101" fmla="*/ 169069 w 338138"/>
                <a:gd name="connsiteY101" fmla="*/ 26988 h 319088"/>
                <a:gd name="connsiteX102" fmla="*/ 169070 w 338138"/>
                <a:gd name="connsiteY102" fmla="*/ 9525 h 319088"/>
                <a:gd name="connsiteX103" fmla="*/ 141288 w 338138"/>
                <a:gd name="connsiteY103" fmla="*/ 37307 h 319088"/>
                <a:gd name="connsiteX104" fmla="*/ 169070 w 338138"/>
                <a:gd name="connsiteY104" fmla="*/ 65089 h 319088"/>
                <a:gd name="connsiteX105" fmla="*/ 196852 w 338138"/>
                <a:gd name="connsiteY105" fmla="*/ 37307 h 319088"/>
                <a:gd name="connsiteX106" fmla="*/ 169070 w 338138"/>
                <a:gd name="connsiteY106" fmla="*/ 9525 h 319088"/>
                <a:gd name="connsiteX107" fmla="*/ 169070 w 338138"/>
                <a:gd name="connsiteY107" fmla="*/ 0 h 319088"/>
                <a:gd name="connsiteX108" fmla="*/ 234951 w 338138"/>
                <a:gd name="connsiteY108" fmla="*/ 65997 h 319088"/>
                <a:gd name="connsiteX109" fmla="*/ 209916 w 338138"/>
                <a:gd name="connsiteY109" fmla="*/ 117475 h 319088"/>
                <a:gd name="connsiteX110" fmla="*/ 209916 w 338138"/>
                <a:gd name="connsiteY110" fmla="*/ 96356 h 319088"/>
                <a:gd name="connsiteX111" fmla="*/ 192787 w 338138"/>
                <a:gd name="connsiteY111" fmla="*/ 72597 h 319088"/>
                <a:gd name="connsiteX112" fmla="*/ 187517 w 338138"/>
                <a:gd name="connsiteY112" fmla="*/ 71277 h 319088"/>
                <a:gd name="connsiteX113" fmla="*/ 180928 w 338138"/>
                <a:gd name="connsiteY113" fmla="*/ 71277 h 319088"/>
                <a:gd name="connsiteX114" fmla="*/ 169070 w 338138"/>
                <a:gd name="connsiteY114" fmla="*/ 76557 h 319088"/>
                <a:gd name="connsiteX115" fmla="*/ 157211 w 338138"/>
                <a:gd name="connsiteY115" fmla="*/ 71277 h 319088"/>
                <a:gd name="connsiteX116" fmla="*/ 150623 w 338138"/>
                <a:gd name="connsiteY116" fmla="*/ 71277 h 319088"/>
                <a:gd name="connsiteX117" fmla="*/ 145352 w 338138"/>
                <a:gd name="connsiteY117" fmla="*/ 72597 h 319088"/>
                <a:gd name="connsiteX118" fmla="*/ 128223 w 338138"/>
                <a:gd name="connsiteY118" fmla="*/ 96356 h 319088"/>
                <a:gd name="connsiteX119" fmla="*/ 128223 w 338138"/>
                <a:gd name="connsiteY119" fmla="*/ 117475 h 319088"/>
                <a:gd name="connsiteX120" fmla="*/ 103188 w 338138"/>
                <a:gd name="connsiteY120" fmla="*/ 65997 h 319088"/>
                <a:gd name="connsiteX121" fmla="*/ 169070 w 338138"/>
                <a:gd name="connsiteY121" fmla="*/ 0 h 31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38138" h="319088">
                  <a:moveTo>
                    <a:pt x="255815" y="276225"/>
                  </a:moveTo>
                  <a:cubicBezTo>
                    <a:pt x="255815" y="276225"/>
                    <a:pt x="255815" y="276225"/>
                    <a:pt x="267653" y="282720"/>
                  </a:cubicBezTo>
                  <a:cubicBezTo>
                    <a:pt x="270284" y="284018"/>
                    <a:pt x="272915" y="284018"/>
                    <a:pt x="275546" y="282720"/>
                  </a:cubicBezTo>
                  <a:cubicBezTo>
                    <a:pt x="275546" y="282720"/>
                    <a:pt x="275546" y="282720"/>
                    <a:pt x="287384" y="276225"/>
                  </a:cubicBezTo>
                  <a:cubicBezTo>
                    <a:pt x="287384" y="276225"/>
                    <a:pt x="287384" y="276225"/>
                    <a:pt x="290015" y="277524"/>
                  </a:cubicBezTo>
                  <a:cubicBezTo>
                    <a:pt x="292646" y="278823"/>
                    <a:pt x="295276" y="281421"/>
                    <a:pt x="295276" y="284018"/>
                  </a:cubicBezTo>
                  <a:cubicBezTo>
                    <a:pt x="295276" y="284018"/>
                    <a:pt x="295276" y="284018"/>
                    <a:pt x="295276" y="315191"/>
                  </a:cubicBezTo>
                  <a:cubicBezTo>
                    <a:pt x="287384" y="317789"/>
                    <a:pt x="279492" y="319088"/>
                    <a:pt x="271600" y="319088"/>
                  </a:cubicBezTo>
                  <a:cubicBezTo>
                    <a:pt x="263707" y="319088"/>
                    <a:pt x="255815" y="317789"/>
                    <a:pt x="249238" y="315191"/>
                  </a:cubicBezTo>
                  <a:cubicBezTo>
                    <a:pt x="249238" y="315191"/>
                    <a:pt x="249238" y="315191"/>
                    <a:pt x="249238" y="284018"/>
                  </a:cubicBezTo>
                  <a:cubicBezTo>
                    <a:pt x="249238" y="281421"/>
                    <a:pt x="250554" y="278823"/>
                    <a:pt x="253184" y="277524"/>
                  </a:cubicBezTo>
                  <a:cubicBezTo>
                    <a:pt x="253184" y="277524"/>
                    <a:pt x="253184" y="277524"/>
                    <a:pt x="255815" y="276225"/>
                  </a:cubicBezTo>
                  <a:close/>
                  <a:moveTo>
                    <a:pt x="50755" y="276225"/>
                  </a:moveTo>
                  <a:cubicBezTo>
                    <a:pt x="50755" y="276225"/>
                    <a:pt x="50755" y="276225"/>
                    <a:pt x="62593" y="282720"/>
                  </a:cubicBezTo>
                  <a:cubicBezTo>
                    <a:pt x="65224" y="284018"/>
                    <a:pt x="67855" y="284018"/>
                    <a:pt x="70486" y="282720"/>
                  </a:cubicBezTo>
                  <a:cubicBezTo>
                    <a:pt x="70486" y="282720"/>
                    <a:pt x="70486" y="282720"/>
                    <a:pt x="82324" y="276225"/>
                  </a:cubicBezTo>
                  <a:cubicBezTo>
                    <a:pt x="82324" y="276225"/>
                    <a:pt x="82324" y="276225"/>
                    <a:pt x="84955" y="277524"/>
                  </a:cubicBezTo>
                  <a:cubicBezTo>
                    <a:pt x="87585" y="278823"/>
                    <a:pt x="88901" y="281421"/>
                    <a:pt x="88901" y="284018"/>
                  </a:cubicBezTo>
                  <a:cubicBezTo>
                    <a:pt x="88901" y="284018"/>
                    <a:pt x="88901" y="284018"/>
                    <a:pt x="88901" y="315191"/>
                  </a:cubicBezTo>
                  <a:cubicBezTo>
                    <a:pt x="82324" y="317789"/>
                    <a:pt x="74432" y="319088"/>
                    <a:pt x="66539" y="319088"/>
                  </a:cubicBezTo>
                  <a:cubicBezTo>
                    <a:pt x="58647" y="319088"/>
                    <a:pt x="50755" y="317789"/>
                    <a:pt x="42863" y="315191"/>
                  </a:cubicBezTo>
                  <a:cubicBezTo>
                    <a:pt x="42863" y="315191"/>
                    <a:pt x="42863" y="315191"/>
                    <a:pt x="42863" y="284018"/>
                  </a:cubicBezTo>
                  <a:cubicBezTo>
                    <a:pt x="42863" y="281421"/>
                    <a:pt x="45493" y="278823"/>
                    <a:pt x="48124" y="277524"/>
                  </a:cubicBezTo>
                  <a:cubicBezTo>
                    <a:pt x="48124" y="277524"/>
                    <a:pt x="48124" y="277524"/>
                    <a:pt x="50755" y="276225"/>
                  </a:cubicBezTo>
                  <a:close/>
                  <a:moveTo>
                    <a:pt x="273050" y="214313"/>
                  </a:moveTo>
                  <a:cubicBezTo>
                    <a:pt x="278311" y="214313"/>
                    <a:pt x="282575" y="218933"/>
                    <a:pt x="282575" y="224632"/>
                  </a:cubicBezTo>
                  <a:cubicBezTo>
                    <a:pt x="282575" y="230331"/>
                    <a:pt x="278311" y="234951"/>
                    <a:pt x="273050" y="234951"/>
                  </a:cubicBezTo>
                  <a:cubicBezTo>
                    <a:pt x="267789" y="234951"/>
                    <a:pt x="263525" y="230331"/>
                    <a:pt x="263525" y="224632"/>
                  </a:cubicBezTo>
                  <a:cubicBezTo>
                    <a:pt x="263525" y="218933"/>
                    <a:pt x="267789" y="214313"/>
                    <a:pt x="273050" y="214313"/>
                  </a:cubicBezTo>
                  <a:close/>
                  <a:moveTo>
                    <a:pt x="65882" y="214313"/>
                  </a:moveTo>
                  <a:cubicBezTo>
                    <a:pt x="71581" y="214313"/>
                    <a:pt x="76201" y="218933"/>
                    <a:pt x="76201" y="224632"/>
                  </a:cubicBezTo>
                  <a:cubicBezTo>
                    <a:pt x="76201" y="230331"/>
                    <a:pt x="71581" y="234951"/>
                    <a:pt x="65882" y="234951"/>
                  </a:cubicBezTo>
                  <a:cubicBezTo>
                    <a:pt x="60183" y="234951"/>
                    <a:pt x="55563" y="230331"/>
                    <a:pt x="55563" y="224632"/>
                  </a:cubicBezTo>
                  <a:cubicBezTo>
                    <a:pt x="55563" y="218933"/>
                    <a:pt x="60183" y="214313"/>
                    <a:pt x="65882" y="214313"/>
                  </a:cubicBezTo>
                  <a:close/>
                  <a:moveTo>
                    <a:pt x="272257" y="196850"/>
                  </a:moveTo>
                  <a:cubicBezTo>
                    <a:pt x="256913" y="196850"/>
                    <a:pt x="244475" y="209288"/>
                    <a:pt x="244475" y="224632"/>
                  </a:cubicBezTo>
                  <a:cubicBezTo>
                    <a:pt x="244475" y="239976"/>
                    <a:pt x="256913" y="252414"/>
                    <a:pt x="272257" y="252414"/>
                  </a:cubicBezTo>
                  <a:cubicBezTo>
                    <a:pt x="287601" y="252414"/>
                    <a:pt x="300039" y="239976"/>
                    <a:pt x="300039" y="224632"/>
                  </a:cubicBezTo>
                  <a:cubicBezTo>
                    <a:pt x="300039" y="209288"/>
                    <a:pt x="287601" y="196850"/>
                    <a:pt x="272257" y="196850"/>
                  </a:cubicBezTo>
                  <a:close/>
                  <a:moveTo>
                    <a:pt x="65882" y="196850"/>
                  </a:moveTo>
                  <a:cubicBezTo>
                    <a:pt x="50538" y="196850"/>
                    <a:pt x="38100" y="209288"/>
                    <a:pt x="38100" y="224632"/>
                  </a:cubicBezTo>
                  <a:cubicBezTo>
                    <a:pt x="38100" y="239976"/>
                    <a:pt x="50538" y="252414"/>
                    <a:pt x="65882" y="252414"/>
                  </a:cubicBezTo>
                  <a:cubicBezTo>
                    <a:pt x="81226" y="252414"/>
                    <a:pt x="93664" y="239976"/>
                    <a:pt x="93664" y="224632"/>
                  </a:cubicBezTo>
                  <a:cubicBezTo>
                    <a:pt x="93664" y="209288"/>
                    <a:pt x="81226" y="196850"/>
                    <a:pt x="65882" y="196850"/>
                  </a:cubicBezTo>
                  <a:close/>
                  <a:moveTo>
                    <a:pt x="272257" y="187325"/>
                  </a:moveTo>
                  <a:cubicBezTo>
                    <a:pt x="309150" y="187325"/>
                    <a:pt x="338138" y="217684"/>
                    <a:pt x="338138" y="253322"/>
                  </a:cubicBezTo>
                  <a:cubicBezTo>
                    <a:pt x="338138" y="274441"/>
                    <a:pt x="328915" y="292921"/>
                    <a:pt x="313103" y="304800"/>
                  </a:cubicBezTo>
                  <a:cubicBezTo>
                    <a:pt x="313103" y="304800"/>
                    <a:pt x="313103" y="304800"/>
                    <a:pt x="313103" y="283681"/>
                  </a:cubicBezTo>
                  <a:cubicBezTo>
                    <a:pt x="313103" y="273121"/>
                    <a:pt x="306515" y="263882"/>
                    <a:pt x="295974" y="259922"/>
                  </a:cubicBezTo>
                  <a:cubicBezTo>
                    <a:pt x="295974" y="259922"/>
                    <a:pt x="290704" y="258602"/>
                    <a:pt x="290704" y="258602"/>
                  </a:cubicBezTo>
                  <a:cubicBezTo>
                    <a:pt x="288068" y="257282"/>
                    <a:pt x="286751" y="258602"/>
                    <a:pt x="284115" y="258602"/>
                  </a:cubicBezTo>
                  <a:cubicBezTo>
                    <a:pt x="284115" y="258602"/>
                    <a:pt x="284115" y="258602"/>
                    <a:pt x="272257" y="265202"/>
                  </a:cubicBezTo>
                  <a:cubicBezTo>
                    <a:pt x="272257" y="265202"/>
                    <a:pt x="272257" y="265202"/>
                    <a:pt x="260398" y="258602"/>
                  </a:cubicBezTo>
                  <a:cubicBezTo>
                    <a:pt x="259080" y="258602"/>
                    <a:pt x="256445" y="257282"/>
                    <a:pt x="255128" y="258602"/>
                  </a:cubicBezTo>
                  <a:cubicBezTo>
                    <a:pt x="255128" y="258602"/>
                    <a:pt x="248539" y="259922"/>
                    <a:pt x="248539" y="259922"/>
                  </a:cubicBezTo>
                  <a:cubicBezTo>
                    <a:pt x="239316" y="263882"/>
                    <a:pt x="232728" y="273121"/>
                    <a:pt x="232728" y="283681"/>
                  </a:cubicBezTo>
                  <a:cubicBezTo>
                    <a:pt x="232728" y="283681"/>
                    <a:pt x="232728" y="283681"/>
                    <a:pt x="232728" y="304800"/>
                  </a:cubicBezTo>
                  <a:cubicBezTo>
                    <a:pt x="216916" y="292921"/>
                    <a:pt x="206375" y="274441"/>
                    <a:pt x="206375" y="253322"/>
                  </a:cubicBezTo>
                  <a:cubicBezTo>
                    <a:pt x="206375" y="217684"/>
                    <a:pt x="236681" y="187325"/>
                    <a:pt x="272257" y="187325"/>
                  </a:cubicBezTo>
                  <a:close/>
                  <a:moveTo>
                    <a:pt x="65881" y="187325"/>
                  </a:moveTo>
                  <a:cubicBezTo>
                    <a:pt x="101457" y="187325"/>
                    <a:pt x="131763" y="217684"/>
                    <a:pt x="131763" y="253322"/>
                  </a:cubicBezTo>
                  <a:cubicBezTo>
                    <a:pt x="131763" y="274441"/>
                    <a:pt x="121222" y="292921"/>
                    <a:pt x="105410" y="304800"/>
                  </a:cubicBezTo>
                  <a:cubicBezTo>
                    <a:pt x="105410" y="304800"/>
                    <a:pt x="105410" y="304800"/>
                    <a:pt x="105410" y="283681"/>
                  </a:cubicBezTo>
                  <a:cubicBezTo>
                    <a:pt x="105410" y="273121"/>
                    <a:pt x="98822" y="263882"/>
                    <a:pt x="89599" y="259922"/>
                  </a:cubicBezTo>
                  <a:cubicBezTo>
                    <a:pt x="89599" y="259922"/>
                    <a:pt x="83010" y="258602"/>
                    <a:pt x="83010" y="258602"/>
                  </a:cubicBezTo>
                  <a:cubicBezTo>
                    <a:pt x="81693" y="257282"/>
                    <a:pt x="79058" y="258602"/>
                    <a:pt x="77740" y="258602"/>
                  </a:cubicBezTo>
                  <a:cubicBezTo>
                    <a:pt x="77740" y="258602"/>
                    <a:pt x="77740" y="258602"/>
                    <a:pt x="65881" y="265202"/>
                  </a:cubicBezTo>
                  <a:cubicBezTo>
                    <a:pt x="65881" y="265202"/>
                    <a:pt x="65881" y="265202"/>
                    <a:pt x="54023" y="258602"/>
                  </a:cubicBezTo>
                  <a:cubicBezTo>
                    <a:pt x="51387" y="258602"/>
                    <a:pt x="50070" y="257282"/>
                    <a:pt x="47434" y="258602"/>
                  </a:cubicBezTo>
                  <a:cubicBezTo>
                    <a:pt x="47434" y="258602"/>
                    <a:pt x="42164" y="259922"/>
                    <a:pt x="42164" y="259922"/>
                  </a:cubicBezTo>
                  <a:cubicBezTo>
                    <a:pt x="31623" y="263882"/>
                    <a:pt x="25035" y="273121"/>
                    <a:pt x="25035" y="283681"/>
                  </a:cubicBezTo>
                  <a:cubicBezTo>
                    <a:pt x="25035" y="283681"/>
                    <a:pt x="25035" y="283681"/>
                    <a:pt x="25035" y="304800"/>
                  </a:cubicBezTo>
                  <a:cubicBezTo>
                    <a:pt x="9223" y="292921"/>
                    <a:pt x="0" y="274441"/>
                    <a:pt x="0" y="253322"/>
                  </a:cubicBezTo>
                  <a:cubicBezTo>
                    <a:pt x="0" y="217684"/>
                    <a:pt x="28988" y="187325"/>
                    <a:pt x="65881" y="187325"/>
                  </a:cubicBezTo>
                  <a:close/>
                  <a:moveTo>
                    <a:pt x="159754" y="149225"/>
                  </a:moveTo>
                  <a:cubicBezTo>
                    <a:pt x="163746" y="149225"/>
                    <a:pt x="166408" y="149225"/>
                    <a:pt x="169069" y="149225"/>
                  </a:cubicBezTo>
                  <a:cubicBezTo>
                    <a:pt x="171731" y="149225"/>
                    <a:pt x="174392" y="149225"/>
                    <a:pt x="178384" y="149225"/>
                  </a:cubicBezTo>
                  <a:cubicBezTo>
                    <a:pt x="178384" y="149225"/>
                    <a:pt x="178384" y="149225"/>
                    <a:pt x="178384" y="175331"/>
                  </a:cubicBezTo>
                  <a:lnTo>
                    <a:pt x="214313" y="193605"/>
                  </a:lnTo>
                  <a:cubicBezTo>
                    <a:pt x="210321" y="197521"/>
                    <a:pt x="206329" y="202742"/>
                    <a:pt x="202337" y="207963"/>
                  </a:cubicBezTo>
                  <a:cubicBezTo>
                    <a:pt x="202337" y="207963"/>
                    <a:pt x="202337" y="207963"/>
                    <a:pt x="169069" y="190994"/>
                  </a:cubicBezTo>
                  <a:cubicBezTo>
                    <a:pt x="169069" y="190994"/>
                    <a:pt x="169069" y="190994"/>
                    <a:pt x="135802" y="207963"/>
                  </a:cubicBezTo>
                  <a:cubicBezTo>
                    <a:pt x="131809" y="202742"/>
                    <a:pt x="127817" y="197521"/>
                    <a:pt x="123825" y="193605"/>
                  </a:cubicBezTo>
                  <a:cubicBezTo>
                    <a:pt x="123825" y="193605"/>
                    <a:pt x="123825" y="193605"/>
                    <a:pt x="159754" y="175331"/>
                  </a:cubicBezTo>
                  <a:cubicBezTo>
                    <a:pt x="159754" y="175331"/>
                    <a:pt x="159754" y="175331"/>
                    <a:pt x="159754" y="149225"/>
                  </a:cubicBezTo>
                  <a:close/>
                  <a:moveTo>
                    <a:pt x="154175" y="88900"/>
                  </a:moveTo>
                  <a:cubicBezTo>
                    <a:pt x="154175" y="88900"/>
                    <a:pt x="154175" y="88900"/>
                    <a:pt x="165941" y="95394"/>
                  </a:cubicBezTo>
                  <a:cubicBezTo>
                    <a:pt x="168556" y="95394"/>
                    <a:pt x="171171" y="95394"/>
                    <a:pt x="173785" y="95394"/>
                  </a:cubicBezTo>
                  <a:cubicBezTo>
                    <a:pt x="173785" y="95394"/>
                    <a:pt x="173785" y="95394"/>
                    <a:pt x="185551" y="88900"/>
                  </a:cubicBezTo>
                  <a:lnTo>
                    <a:pt x="188166" y="90199"/>
                  </a:lnTo>
                  <a:cubicBezTo>
                    <a:pt x="190781" y="90199"/>
                    <a:pt x="192088" y="92797"/>
                    <a:pt x="192088" y="96693"/>
                  </a:cubicBezTo>
                  <a:cubicBezTo>
                    <a:pt x="192088" y="96693"/>
                    <a:pt x="192088" y="96693"/>
                    <a:pt x="192088" y="126567"/>
                  </a:cubicBezTo>
                  <a:cubicBezTo>
                    <a:pt x="185551" y="129165"/>
                    <a:pt x="177707" y="131763"/>
                    <a:pt x="169863" y="131763"/>
                  </a:cubicBezTo>
                  <a:cubicBezTo>
                    <a:pt x="162019" y="131763"/>
                    <a:pt x="154175" y="129165"/>
                    <a:pt x="147638" y="126567"/>
                  </a:cubicBezTo>
                  <a:cubicBezTo>
                    <a:pt x="147638" y="126567"/>
                    <a:pt x="147638" y="126567"/>
                    <a:pt x="147638" y="96693"/>
                  </a:cubicBezTo>
                  <a:cubicBezTo>
                    <a:pt x="147638" y="92797"/>
                    <a:pt x="148946" y="90199"/>
                    <a:pt x="151560" y="90199"/>
                  </a:cubicBezTo>
                  <a:cubicBezTo>
                    <a:pt x="151560" y="90199"/>
                    <a:pt x="151560" y="90199"/>
                    <a:pt x="154175" y="88900"/>
                  </a:cubicBezTo>
                  <a:close/>
                  <a:moveTo>
                    <a:pt x="169069" y="26988"/>
                  </a:moveTo>
                  <a:cubicBezTo>
                    <a:pt x="174768" y="26988"/>
                    <a:pt x="179388" y="31252"/>
                    <a:pt x="179388" y="36513"/>
                  </a:cubicBezTo>
                  <a:cubicBezTo>
                    <a:pt x="179388" y="41774"/>
                    <a:pt x="174768" y="46038"/>
                    <a:pt x="169069" y="46038"/>
                  </a:cubicBezTo>
                  <a:cubicBezTo>
                    <a:pt x="163370" y="46038"/>
                    <a:pt x="158750" y="41774"/>
                    <a:pt x="158750" y="36513"/>
                  </a:cubicBezTo>
                  <a:cubicBezTo>
                    <a:pt x="158750" y="31252"/>
                    <a:pt x="163370" y="26988"/>
                    <a:pt x="169069" y="26988"/>
                  </a:cubicBezTo>
                  <a:close/>
                  <a:moveTo>
                    <a:pt x="169070" y="9525"/>
                  </a:moveTo>
                  <a:cubicBezTo>
                    <a:pt x="153726" y="9525"/>
                    <a:pt x="141288" y="21963"/>
                    <a:pt x="141288" y="37307"/>
                  </a:cubicBezTo>
                  <a:cubicBezTo>
                    <a:pt x="141288" y="52651"/>
                    <a:pt x="153726" y="65089"/>
                    <a:pt x="169070" y="65089"/>
                  </a:cubicBezTo>
                  <a:cubicBezTo>
                    <a:pt x="184414" y="65089"/>
                    <a:pt x="196852" y="52651"/>
                    <a:pt x="196852" y="37307"/>
                  </a:cubicBezTo>
                  <a:cubicBezTo>
                    <a:pt x="196852" y="21963"/>
                    <a:pt x="184414" y="9525"/>
                    <a:pt x="169070" y="9525"/>
                  </a:cubicBezTo>
                  <a:close/>
                  <a:moveTo>
                    <a:pt x="169070" y="0"/>
                  </a:moveTo>
                  <a:cubicBezTo>
                    <a:pt x="204646" y="0"/>
                    <a:pt x="234951" y="29039"/>
                    <a:pt x="234951" y="65997"/>
                  </a:cubicBezTo>
                  <a:cubicBezTo>
                    <a:pt x="234951" y="87116"/>
                    <a:pt x="224410" y="105595"/>
                    <a:pt x="209916" y="117475"/>
                  </a:cubicBezTo>
                  <a:cubicBezTo>
                    <a:pt x="209916" y="117475"/>
                    <a:pt x="209916" y="117475"/>
                    <a:pt x="209916" y="96356"/>
                  </a:cubicBezTo>
                  <a:cubicBezTo>
                    <a:pt x="209916" y="85796"/>
                    <a:pt x="203328" y="75237"/>
                    <a:pt x="192787" y="72597"/>
                  </a:cubicBezTo>
                  <a:cubicBezTo>
                    <a:pt x="192787" y="72597"/>
                    <a:pt x="187517" y="71277"/>
                    <a:pt x="187517" y="71277"/>
                  </a:cubicBezTo>
                  <a:cubicBezTo>
                    <a:pt x="184881" y="69957"/>
                    <a:pt x="182246" y="69957"/>
                    <a:pt x="180928" y="71277"/>
                  </a:cubicBezTo>
                  <a:cubicBezTo>
                    <a:pt x="180928" y="71277"/>
                    <a:pt x="180928" y="71277"/>
                    <a:pt x="169070" y="76557"/>
                  </a:cubicBezTo>
                  <a:cubicBezTo>
                    <a:pt x="169070" y="76557"/>
                    <a:pt x="169070" y="76557"/>
                    <a:pt x="157211" y="71277"/>
                  </a:cubicBezTo>
                  <a:cubicBezTo>
                    <a:pt x="155893" y="69957"/>
                    <a:pt x="153258" y="69957"/>
                    <a:pt x="150623" y="71277"/>
                  </a:cubicBezTo>
                  <a:cubicBezTo>
                    <a:pt x="150623" y="71277"/>
                    <a:pt x="145352" y="72597"/>
                    <a:pt x="145352" y="72597"/>
                  </a:cubicBezTo>
                  <a:cubicBezTo>
                    <a:pt x="134811" y="75237"/>
                    <a:pt x="128223" y="85796"/>
                    <a:pt x="128223" y="96356"/>
                  </a:cubicBezTo>
                  <a:cubicBezTo>
                    <a:pt x="128223" y="96356"/>
                    <a:pt x="128223" y="96356"/>
                    <a:pt x="128223" y="117475"/>
                  </a:cubicBezTo>
                  <a:cubicBezTo>
                    <a:pt x="113729" y="105595"/>
                    <a:pt x="103188" y="87116"/>
                    <a:pt x="103188" y="65997"/>
                  </a:cubicBezTo>
                  <a:cubicBezTo>
                    <a:pt x="103188" y="29039"/>
                    <a:pt x="133494" y="0"/>
                    <a:pt x="169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105" tIns="45053" rIns="90105" bIns="45053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775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3283585" y="1231900"/>
            <a:ext cx="8057515" cy="53835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圆角矩形 25"/>
          <p:cNvSpPr/>
          <p:nvPr>
            <p:custDataLst>
              <p:tags r:id="rId4"/>
            </p:custDataLst>
          </p:nvPr>
        </p:nvSpPr>
        <p:spPr>
          <a:xfrm>
            <a:off x="3243580" y="1231900"/>
            <a:ext cx="8093710" cy="53835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3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3480225" y="1200722"/>
            <a:ext cx="7307765" cy="5492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 express = require("express");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 session = require("express-session");</a:t>
            </a:r>
            <a:endParaRPr lang="zh-CN" altLang="zh-CN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配置中间件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router.use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(session({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secret: "keyboard cat",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resave: false,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saveUninitialized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true,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cookie: ('name', 'value’, {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maxAge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5 * 60 * 1000,  // 5</a:t>
            </a:r>
            <a:r>
              <a: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secure: false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})</a:t>
            </a:r>
            <a:endParaRPr lang="zh-CN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}));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143000" y="1579880"/>
            <a:ext cx="117475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62180" y="2956660"/>
            <a:ext cx="5646343" cy="361837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52095" y="4888865"/>
            <a:ext cx="3218180" cy="593090"/>
            <a:chOff x="397" y="7699"/>
            <a:chExt cx="5068" cy="934"/>
          </a:xfrm>
        </p:grpSpPr>
        <p:sp>
          <p:nvSpPr>
            <p:cNvPr id="23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97" y="7699"/>
              <a:ext cx="4300" cy="9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使用中间件，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配置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session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参数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2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028" y="8057"/>
              <a:ext cx="43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028" y="7699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204470" y="2124075"/>
            <a:ext cx="8107680" cy="1056005"/>
            <a:chOff x="322" y="3345"/>
            <a:chExt cx="12768" cy="1663"/>
          </a:xfrm>
        </p:grpSpPr>
        <p:sp>
          <p:nvSpPr>
            <p:cNvPr id="34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4006"/>
              <a:ext cx="4381" cy="1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引入第三方中间件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express-session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1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905" y="4451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4905" y="4006"/>
              <a:ext cx="0" cy="100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452" y="3345"/>
              <a:ext cx="763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344" y="3345"/>
              <a:ext cx="0" cy="110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1026987" y="64008"/>
            <a:ext cx="4485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安装配置与获取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6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3261360" y="1231900"/>
            <a:ext cx="8044180" cy="551434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圆角矩形 25"/>
          <p:cNvSpPr/>
          <p:nvPr>
            <p:custDataLst>
              <p:tags r:id="rId4"/>
            </p:custDataLst>
          </p:nvPr>
        </p:nvSpPr>
        <p:spPr>
          <a:xfrm>
            <a:off x="3243580" y="1231900"/>
            <a:ext cx="8093710" cy="551434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3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3502025" y="1152525"/>
            <a:ext cx="7307580" cy="5360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router.use('/login', function(req, res) {   </a:t>
            </a:r>
            <a:r>
              <a:rPr lang="en-US" altLang="zh-CN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en-US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</a:t>
            </a:r>
            <a:endParaRPr lang="en-US" altLang="zh-CN" sz="14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设置 session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req.session.userinfo = '管理员';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res.send("登录成功！");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router.use('/', function(req, res) {   </a:t>
            </a:r>
            <a:r>
              <a:rPr lang="en-US" altLang="zh-CN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</a:t>
            </a:r>
            <a:r>
              <a:rPr lang="zh-CN" altLang="en-US" sz="14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首页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获取 session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if (req.session.userinfo) {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res.send("你好，" + req.session.userinfo + "，欢迎访问本站！");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 else {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res.send("未登录");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 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20745" y="3429635"/>
            <a:ext cx="7400925" cy="21996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3520" y="4653280"/>
            <a:ext cx="3155950" cy="742950"/>
            <a:chOff x="352" y="7328"/>
            <a:chExt cx="4970" cy="1170"/>
          </a:xfrm>
        </p:grpSpPr>
        <p:sp>
          <p:nvSpPr>
            <p:cNvPr id="23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2" y="7328"/>
              <a:ext cx="4381" cy="11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 eaLnBrk="1" hangingPunct="1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已有信息：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显示欢迎语句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提示未登录</a:t>
              </a:r>
              <a:endParaRPr lang="zh-CN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886" y="7818"/>
              <a:ext cx="43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4886" y="7328"/>
              <a:ext cx="0" cy="117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" name="组合 1"/>
          <p:cNvGrpSpPr/>
          <p:nvPr/>
        </p:nvGrpSpPr>
        <p:grpSpPr>
          <a:xfrm>
            <a:off x="223520" y="2292350"/>
            <a:ext cx="7510780" cy="636270"/>
            <a:chOff x="352" y="3848"/>
            <a:chExt cx="11828" cy="1002"/>
          </a:xfrm>
        </p:grpSpPr>
        <p:sp>
          <p:nvSpPr>
            <p:cNvPr id="45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52" y="3848"/>
              <a:ext cx="4381" cy="1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session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的参数值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7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935" y="429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4935" y="3848"/>
              <a:ext cx="0" cy="100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374" y="3848"/>
              <a:ext cx="680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5374" y="3907"/>
              <a:ext cx="0" cy="38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9" name="文本框 48"/>
          <p:cNvSpPr txBox="1"/>
          <p:nvPr>
            <p:custDataLst>
              <p:tags r:id="rId14"/>
            </p:custDataLst>
          </p:nvPr>
        </p:nvSpPr>
        <p:spPr>
          <a:xfrm>
            <a:off x="648335" y="1581150"/>
            <a:ext cx="2021205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routes/index.js 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1026987" y="64008"/>
            <a:ext cx="4485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安装配置与获取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6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6835" y="4691380"/>
            <a:ext cx="3187700" cy="882650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19"/>
            </p:custDataLst>
          </p:nvPr>
        </p:nvSpPr>
        <p:spPr>
          <a:xfrm>
            <a:off x="7734935" y="5192395"/>
            <a:ext cx="1306830" cy="240030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16300" y="1231900"/>
            <a:ext cx="7400925" cy="18326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34935" y="2463800"/>
            <a:ext cx="3187700" cy="882650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1"/>
            </p:custDataLst>
          </p:nvPr>
        </p:nvSpPr>
        <p:spPr>
          <a:xfrm>
            <a:off x="7823835" y="2474595"/>
            <a:ext cx="1207770" cy="2724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 bldLvl="0" animBg="1"/>
      <p:bldP spid="49" grpId="0"/>
      <p:bldP spid="11" grpId="0" animBg="1"/>
      <p:bldP spid="11" grpId="1" animBg="1"/>
      <p:bldP spid="12" grpId="0" bldLvl="0" animBg="1"/>
      <p:bldP spid="12" grpId="1" animBg="1"/>
      <p:bldP spid="1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321900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14365" y="1414780"/>
            <a:ext cx="5834380" cy="1728470"/>
            <a:chOff x="9025" y="2874"/>
            <a:chExt cx="9188" cy="2722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9025" y="3958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169" y="4102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823" y="2874"/>
              <a:ext cx="8390" cy="272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Session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工作原理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称为“会话”，是用于维持客户端和服务器之间会话状态的技术。Session 对象在服务器端存储特定用户会话所需的属性及配置信息，安全性好。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714365" y="4044950"/>
            <a:ext cx="5850255" cy="1728470"/>
            <a:chOff x="8999" y="6370"/>
            <a:chExt cx="9213" cy="2722"/>
          </a:xfrm>
        </p:grpSpPr>
        <p:sp>
          <p:nvSpPr>
            <p:cNvPr id="91" name="圆角矩形 133"/>
            <p:cNvSpPr/>
            <p:nvPr>
              <p:custDataLst>
                <p:tags r:id="rId7"/>
              </p:custDataLst>
            </p:nvPr>
          </p:nvSpPr>
          <p:spPr>
            <a:xfrm>
              <a:off x="8999" y="7212"/>
              <a:ext cx="585" cy="509"/>
            </a:xfrm>
            <a:prstGeom prst="roundRect">
              <a:avLst/>
            </a:prstGeom>
            <a:solidFill>
              <a:srgbClr val="4C944C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任意多边形 134"/>
            <p:cNvSpPr/>
            <p:nvPr>
              <p:custDataLst>
                <p:tags r:id="rId8"/>
              </p:custDataLst>
            </p:nvPr>
          </p:nvSpPr>
          <p:spPr>
            <a:xfrm>
              <a:off x="9165" y="7360"/>
              <a:ext cx="254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矩形 80"/>
            <p:cNvSpPr/>
            <p:nvPr>
              <p:custDataLst>
                <p:tags r:id="rId9"/>
              </p:custDataLst>
            </p:nvPr>
          </p:nvSpPr>
          <p:spPr>
            <a:xfrm>
              <a:off x="9878" y="6370"/>
              <a:ext cx="8334" cy="272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Session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安装配置与获取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在Express 框架中，处理 Session 数据的第三方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模块为 express-session。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在项目入口文件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app.js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中配置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Session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5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5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SLIDE_BACKGROUND_TYPE" val="general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6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SLIDE_BACKGROUND_TYPE" val="general"/>
</p:tagLst>
</file>

<file path=ppt/tags/tag614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SLIDE_BACKGROUND_TYPE" val="general"/>
</p:tagLst>
</file>

<file path=ppt/tags/tag631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2"/>
  <p:tag name="KSO_WM_UNIT_LINE_FILL_TYPE" val="2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2"/>
  <p:tag name="KSO_WM_UNIT_LINE_FILL_TYPE" val="2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SLIDE_BACKGROUND_TYPE" val="general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ABLE_BEAUTIFY" val="smartTable{838ffd3b-1a98-49c9-b006-f6e6307528fd}"/>
  <p:tag name="TABLE_ENDDRAG_ORIGIN_RECT" val="803*380"/>
  <p:tag name="TABLE_ENDDRAG_RECT" val="55*127*803*380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SLIDE_BACKGROUND_TYPE" val="general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5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1.xml><?xml version="1.0" encoding="utf-8"?>
<p:tagLst xmlns:p="http://schemas.openxmlformats.org/presentationml/2006/main">
  <p:tag name="KSO_WM_SLIDE_BACKGROUND_TYPE" val="general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7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8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9.xml><?xml version="1.0" encoding="utf-8"?>
<p:tagLst xmlns:p="http://schemas.openxmlformats.org/presentationml/2006/main">
  <p:tag name="KSO_WM_SLIDE_BACKGROUND_TYPE" val="general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9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0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9.xml><?xml version="1.0" encoding="utf-8"?>
<p:tagLst xmlns:p="http://schemas.openxmlformats.org/presentationml/2006/main">
  <p:tag name="KSO_WM_SLIDE_BACKGROUND_TYPE" val="general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53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54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55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56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2486</Words>
  <Application>WPS 演示</Application>
  <PresentationFormat>宽屏</PresentationFormat>
  <Paragraphs>210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Times New Roman</vt:lpstr>
      <vt:lpstr>Calibri</vt:lpstr>
      <vt:lpstr>Calibri</vt:lpstr>
      <vt:lpstr>Times New Roman</vt:lpstr>
      <vt:lpstr>等线</vt:lpstr>
      <vt:lpstr>Arial Unicode MS</vt:lpstr>
      <vt:lpstr>黑体</vt:lpstr>
      <vt:lpstr>Calibri Light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423</cp:revision>
  <dcterms:created xsi:type="dcterms:W3CDTF">2020-10-23T09:50:00Z</dcterms:created>
  <dcterms:modified xsi:type="dcterms:W3CDTF">2024-06-30T05:31:59Z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5C0213A85E5A4C8C8D160B50A69243B3_12</vt:lpwstr>
  </property>
  <property fmtid="{D5CDD505-2E9C-101B-9397-08002B2CF9AE}" pid="3" name="KSOProductBuildVer">
    <vt:lpwstr>2052-12.1.0.16929</vt:lpwstr>
  </property>
</Properties>
</file>