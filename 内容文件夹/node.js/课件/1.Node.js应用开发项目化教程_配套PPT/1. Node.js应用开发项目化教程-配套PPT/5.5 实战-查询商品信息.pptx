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tags/tag657.xml" ContentType="application/vnd.openxmlformats-officedocument.presentationml.tags+xml"/>
  <Override PartName="/ppt/tags/tag658.xml" ContentType="application/vnd.openxmlformats-officedocument.presentationml.tags+xml"/>
  <Override PartName="/ppt/tags/tag659.xml" ContentType="application/vnd.openxmlformats-officedocument.presentationml.tags+xml"/>
  <Override PartName="/ppt/tags/tag66.xml" ContentType="application/vnd.openxmlformats-officedocument.presentationml.tags+xml"/>
  <Override PartName="/ppt/tags/tag660.xml" ContentType="application/vnd.openxmlformats-officedocument.presentationml.tags+xml"/>
  <Override PartName="/ppt/tags/tag661.xml" ContentType="application/vnd.openxmlformats-officedocument.presentationml.tags+xml"/>
  <Override PartName="/ppt/tags/tag662.xml" ContentType="application/vnd.openxmlformats-officedocument.presentationml.tags+xml"/>
  <Override PartName="/ppt/tags/tag663.xml" ContentType="application/vnd.openxmlformats-officedocument.presentationml.tags+xml"/>
  <Override PartName="/ppt/tags/tag664.xml" ContentType="application/vnd.openxmlformats-officedocument.presentationml.tags+xml"/>
  <Override PartName="/ppt/tags/tag665.xml" ContentType="application/vnd.openxmlformats-officedocument.presentationml.tags+xml"/>
  <Override PartName="/ppt/tags/tag666.xml" ContentType="application/vnd.openxmlformats-officedocument.presentationml.tags+xml"/>
  <Override PartName="/ppt/tags/tag667.xml" ContentType="application/vnd.openxmlformats-officedocument.presentationml.tags+xml"/>
  <Override PartName="/ppt/tags/tag668.xml" ContentType="application/vnd.openxmlformats-officedocument.presentationml.tags+xml"/>
  <Override PartName="/ppt/tags/tag669.xml" ContentType="application/vnd.openxmlformats-officedocument.presentationml.tags+xml"/>
  <Override PartName="/ppt/tags/tag67.xml" ContentType="application/vnd.openxmlformats-officedocument.presentationml.tags+xml"/>
  <Override PartName="/ppt/tags/tag670.xml" ContentType="application/vnd.openxmlformats-officedocument.presentationml.tags+xml"/>
  <Override PartName="/ppt/tags/tag671.xml" ContentType="application/vnd.openxmlformats-officedocument.presentationml.tags+xml"/>
  <Override PartName="/ppt/tags/tag672.xml" ContentType="application/vnd.openxmlformats-officedocument.presentationml.tags+xml"/>
  <Override PartName="/ppt/tags/tag673.xml" ContentType="application/vnd.openxmlformats-officedocument.presentationml.tags+xml"/>
  <Override PartName="/ppt/tags/tag674.xml" ContentType="application/vnd.openxmlformats-officedocument.presentationml.tags+xml"/>
  <Override PartName="/ppt/tags/tag675.xml" ContentType="application/vnd.openxmlformats-officedocument.presentationml.tags+xml"/>
  <Override PartName="/ppt/tags/tag676.xml" ContentType="application/vnd.openxmlformats-officedocument.presentationml.tags+xml"/>
  <Override PartName="/ppt/tags/tag677.xml" ContentType="application/vnd.openxmlformats-officedocument.presentationml.tags+xml"/>
  <Override PartName="/ppt/tags/tag678.xml" ContentType="application/vnd.openxmlformats-officedocument.presentationml.tags+xml"/>
  <Override PartName="/ppt/tags/tag679.xml" ContentType="application/vnd.openxmlformats-officedocument.presentationml.tags+xml"/>
  <Override PartName="/ppt/tags/tag68.xml" ContentType="application/vnd.openxmlformats-officedocument.presentationml.tags+xml"/>
  <Override PartName="/ppt/tags/tag680.xml" ContentType="application/vnd.openxmlformats-officedocument.presentationml.tags+xml"/>
  <Override PartName="/ppt/tags/tag681.xml" ContentType="application/vnd.openxmlformats-officedocument.presentationml.tags+xml"/>
  <Override PartName="/ppt/tags/tag682.xml" ContentType="application/vnd.openxmlformats-officedocument.presentationml.tags+xml"/>
  <Override PartName="/ppt/tags/tag683.xml" ContentType="application/vnd.openxmlformats-officedocument.presentationml.tags+xml"/>
  <Override PartName="/ppt/tags/tag684.xml" ContentType="application/vnd.openxmlformats-officedocument.presentationml.tags+xml"/>
  <Override PartName="/ppt/tags/tag685.xml" ContentType="application/vnd.openxmlformats-officedocument.presentationml.tags+xml"/>
  <Override PartName="/ppt/tags/tag686.xml" ContentType="application/vnd.openxmlformats-officedocument.presentationml.tags+xml"/>
  <Override PartName="/ppt/tags/tag687.xml" ContentType="application/vnd.openxmlformats-officedocument.presentationml.tags+xml"/>
  <Override PartName="/ppt/tags/tag688.xml" ContentType="application/vnd.openxmlformats-officedocument.presentationml.tags+xml"/>
  <Override PartName="/ppt/tags/tag689.xml" ContentType="application/vnd.openxmlformats-officedocument.presentationml.tags+xml"/>
  <Override PartName="/ppt/tags/tag69.xml" ContentType="application/vnd.openxmlformats-officedocument.presentationml.tags+xml"/>
  <Override PartName="/ppt/tags/tag690.xml" ContentType="application/vnd.openxmlformats-officedocument.presentationml.tags+xml"/>
  <Override PartName="/ppt/tags/tag691.xml" ContentType="application/vnd.openxmlformats-officedocument.presentationml.tags+xml"/>
  <Override PartName="/ppt/tags/tag692.xml" ContentType="application/vnd.openxmlformats-officedocument.presentationml.tags+xml"/>
  <Override PartName="/ppt/tags/tag693.xml" ContentType="application/vnd.openxmlformats-officedocument.presentationml.tags+xml"/>
  <Override PartName="/ppt/tags/tag694.xml" ContentType="application/vnd.openxmlformats-officedocument.presentationml.tags+xml"/>
  <Override PartName="/ppt/tags/tag695.xml" ContentType="application/vnd.openxmlformats-officedocument.presentationml.tags+xml"/>
  <Override PartName="/ppt/tags/tag696.xml" ContentType="application/vnd.openxmlformats-officedocument.presentationml.tags+xml"/>
  <Override PartName="/ppt/tags/tag697.xml" ContentType="application/vnd.openxmlformats-officedocument.presentationml.tags+xml"/>
  <Override PartName="/ppt/tags/tag698.xml" ContentType="application/vnd.openxmlformats-officedocument.presentationml.tags+xml"/>
  <Override PartName="/ppt/tags/tag69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00.xml" ContentType="application/vnd.openxmlformats-officedocument.presentationml.tags+xml"/>
  <Override PartName="/ppt/tags/tag701.xml" ContentType="application/vnd.openxmlformats-officedocument.presentationml.tags+xml"/>
  <Override PartName="/ppt/tags/tag702.xml" ContentType="application/vnd.openxmlformats-officedocument.presentationml.tags+xml"/>
  <Override PartName="/ppt/tags/tag703.xml" ContentType="application/vnd.openxmlformats-officedocument.presentationml.tags+xml"/>
  <Override PartName="/ppt/tags/tag704.xml" ContentType="application/vnd.openxmlformats-officedocument.presentationml.tags+xml"/>
  <Override PartName="/ppt/tags/tag705.xml" ContentType="application/vnd.openxmlformats-officedocument.presentationml.tags+xml"/>
  <Override PartName="/ppt/tags/tag706.xml" ContentType="application/vnd.openxmlformats-officedocument.presentationml.tags+xml"/>
  <Override PartName="/ppt/tags/tag707.xml" ContentType="application/vnd.openxmlformats-officedocument.presentationml.tags+xml"/>
  <Override PartName="/ppt/tags/tag708.xml" ContentType="application/vnd.openxmlformats-officedocument.presentationml.tags+xml"/>
  <Override PartName="/ppt/tags/tag709.xml" ContentType="application/vnd.openxmlformats-officedocument.presentationml.tags+xml"/>
  <Override PartName="/ppt/tags/tag71.xml" ContentType="application/vnd.openxmlformats-officedocument.presentationml.tags+xml"/>
  <Override PartName="/ppt/tags/tag710.xml" ContentType="application/vnd.openxmlformats-officedocument.presentationml.tags+xml"/>
  <Override PartName="/ppt/tags/tag711.xml" ContentType="application/vnd.openxmlformats-officedocument.presentationml.tags+xml"/>
  <Override PartName="/ppt/tags/tag712.xml" ContentType="application/vnd.openxmlformats-officedocument.presentationml.tags+xml"/>
  <Override PartName="/ppt/tags/tag713.xml" ContentType="application/vnd.openxmlformats-officedocument.presentationml.tags+xml"/>
  <Override PartName="/ppt/tags/tag714.xml" ContentType="application/vnd.openxmlformats-officedocument.presentationml.tags+xml"/>
  <Override PartName="/ppt/tags/tag715.xml" ContentType="application/vnd.openxmlformats-officedocument.presentationml.tags+xml"/>
  <Override PartName="/ppt/tags/tag716.xml" ContentType="application/vnd.openxmlformats-officedocument.presentationml.tags+xml"/>
  <Override PartName="/ppt/tags/tag717.xml" ContentType="application/vnd.openxmlformats-officedocument.presentationml.tags+xml"/>
  <Override PartName="/ppt/tags/tag718.xml" ContentType="application/vnd.openxmlformats-officedocument.presentationml.tags+xml"/>
  <Override PartName="/ppt/tags/tag719.xml" ContentType="application/vnd.openxmlformats-officedocument.presentationml.tags+xml"/>
  <Override PartName="/ppt/tags/tag72.xml" ContentType="application/vnd.openxmlformats-officedocument.presentationml.tags+xml"/>
  <Override PartName="/ppt/tags/tag720.xml" ContentType="application/vnd.openxmlformats-officedocument.presentationml.tags+xml"/>
  <Override PartName="/ppt/tags/tag721.xml" ContentType="application/vnd.openxmlformats-officedocument.presentationml.tags+xml"/>
  <Override PartName="/ppt/tags/tag722.xml" ContentType="application/vnd.openxmlformats-officedocument.presentationml.tags+xml"/>
  <Override PartName="/ppt/tags/tag723.xml" ContentType="application/vnd.openxmlformats-officedocument.presentationml.tags+xml"/>
  <Override PartName="/ppt/tags/tag724.xml" ContentType="application/vnd.openxmlformats-officedocument.presentationml.tags+xml"/>
  <Override PartName="/ppt/tags/tag725.xml" ContentType="application/vnd.openxmlformats-officedocument.presentationml.tags+xml"/>
  <Override PartName="/ppt/tags/tag726.xml" ContentType="application/vnd.openxmlformats-officedocument.presentationml.tags+xml"/>
  <Override PartName="/ppt/tags/tag727.xml" ContentType="application/vnd.openxmlformats-officedocument.presentationml.tags+xml"/>
  <Override PartName="/ppt/tags/tag728.xml" ContentType="application/vnd.openxmlformats-officedocument.presentationml.tags+xml"/>
  <Override PartName="/ppt/tags/tag729.xml" ContentType="application/vnd.openxmlformats-officedocument.presentationml.tags+xml"/>
  <Override PartName="/ppt/tags/tag73.xml" ContentType="application/vnd.openxmlformats-officedocument.presentationml.tags+xml"/>
  <Override PartName="/ppt/tags/tag730.xml" ContentType="application/vnd.openxmlformats-officedocument.presentationml.tags+xml"/>
  <Override PartName="/ppt/tags/tag731.xml" ContentType="application/vnd.openxmlformats-officedocument.presentationml.tags+xml"/>
  <Override PartName="/ppt/tags/tag732.xml" ContentType="application/vnd.openxmlformats-officedocument.presentationml.tags+xml"/>
  <Override PartName="/ppt/tags/tag733.xml" ContentType="application/vnd.openxmlformats-officedocument.presentationml.tags+xml"/>
  <Override PartName="/ppt/tags/tag734.xml" ContentType="application/vnd.openxmlformats-officedocument.presentationml.tags+xml"/>
  <Override PartName="/ppt/tags/tag735.xml" ContentType="application/vnd.openxmlformats-officedocument.presentationml.tags+xml"/>
  <Override PartName="/ppt/tags/tag736.xml" ContentType="application/vnd.openxmlformats-officedocument.presentationml.tags+xml"/>
  <Override PartName="/ppt/tags/tag737.xml" ContentType="application/vnd.openxmlformats-officedocument.presentationml.tags+xml"/>
  <Override PartName="/ppt/tags/tag738.xml" ContentType="application/vnd.openxmlformats-officedocument.presentationml.tags+xml"/>
  <Override PartName="/ppt/tags/tag739.xml" ContentType="application/vnd.openxmlformats-officedocument.presentationml.tags+xml"/>
  <Override PartName="/ppt/tags/tag74.xml" ContentType="application/vnd.openxmlformats-officedocument.presentationml.tags+xml"/>
  <Override PartName="/ppt/tags/tag740.xml" ContentType="application/vnd.openxmlformats-officedocument.presentationml.tags+xml"/>
  <Override PartName="/ppt/tags/tag741.xml" ContentType="application/vnd.openxmlformats-officedocument.presentationml.tags+xml"/>
  <Override PartName="/ppt/tags/tag742.xml" ContentType="application/vnd.openxmlformats-officedocument.presentationml.tags+xml"/>
  <Override PartName="/ppt/tags/tag743.xml" ContentType="application/vnd.openxmlformats-officedocument.presentationml.tags+xml"/>
  <Override PartName="/ppt/tags/tag744.xml" ContentType="application/vnd.openxmlformats-officedocument.presentationml.tags+xml"/>
  <Override PartName="/ppt/tags/tag745.xml" ContentType="application/vnd.openxmlformats-officedocument.presentationml.tags+xml"/>
  <Override PartName="/ppt/tags/tag746.xml" ContentType="application/vnd.openxmlformats-officedocument.presentationml.tags+xml"/>
  <Override PartName="/ppt/tags/tag747.xml" ContentType="application/vnd.openxmlformats-officedocument.presentationml.tags+xml"/>
  <Override PartName="/ppt/tags/tag748.xml" ContentType="application/vnd.openxmlformats-officedocument.presentationml.tags+xml"/>
  <Override PartName="/ppt/tags/tag749.xml" ContentType="application/vnd.openxmlformats-officedocument.presentationml.tags+xml"/>
  <Override PartName="/ppt/tags/tag75.xml" ContentType="application/vnd.openxmlformats-officedocument.presentationml.tags+xml"/>
  <Override PartName="/ppt/tags/tag750.xml" ContentType="application/vnd.openxmlformats-officedocument.presentationml.tags+xml"/>
  <Override PartName="/ppt/tags/tag751.xml" ContentType="application/vnd.openxmlformats-officedocument.presentationml.tags+xml"/>
  <Override PartName="/ppt/tags/tag752.xml" ContentType="application/vnd.openxmlformats-officedocument.presentationml.tags+xml"/>
  <Override PartName="/ppt/tags/tag753.xml" ContentType="application/vnd.openxmlformats-officedocument.presentationml.tags+xml"/>
  <Override PartName="/ppt/tags/tag754.xml" ContentType="application/vnd.openxmlformats-officedocument.presentationml.tags+xml"/>
  <Override PartName="/ppt/tags/tag755.xml" ContentType="application/vnd.openxmlformats-officedocument.presentationml.tags+xml"/>
  <Override PartName="/ppt/tags/tag756.xml" ContentType="application/vnd.openxmlformats-officedocument.presentationml.tags+xml"/>
  <Override PartName="/ppt/tags/tag757.xml" ContentType="application/vnd.openxmlformats-officedocument.presentationml.tags+xml"/>
  <Override PartName="/ppt/tags/tag758.xml" ContentType="application/vnd.openxmlformats-officedocument.presentationml.tags+xml"/>
  <Override PartName="/ppt/tags/tag759.xml" ContentType="application/vnd.openxmlformats-officedocument.presentationml.tags+xml"/>
  <Override PartName="/ppt/tags/tag76.xml" ContentType="application/vnd.openxmlformats-officedocument.presentationml.tags+xml"/>
  <Override PartName="/ppt/tags/tag760.xml" ContentType="application/vnd.openxmlformats-officedocument.presentationml.tags+xml"/>
  <Override PartName="/ppt/tags/tag761.xml" ContentType="application/vnd.openxmlformats-officedocument.presentationml.tags+xml"/>
  <Override PartName="/ppt/tags/tag762.xml" ContentType="application/vnd.openxmlformats-officedocument.presentationml.tags+xml"/>
  <Override PartName="/ppt/tags/tag763.xml" ContentType="application/vnd.openxmlformats-officedocument.presentationml.tags+xml"/>
  <Override PartName="/ppt/tags/tag764.xml" ContentType="application/vnd.openxmlformats-officedocument.presentationml.tags+xml"/>
  <Override PartName="/ppt/tags/tag765.xml" ContentType="application/vnd.openxmlformats-officedocument.presentationml.tags+xml"/>
  <Override PartName="/ppt/tags/tag766.xml" ContentType="application/vnd.openxmlformats-officedocument.presentationml.tags+xml"/>
  <Override PartName="/ppt/tags/tag767.xml" ContentType="application/vnd.openxmlformats-officedocument.presentationml.tags+xml"/>
  <Override PartName="/ppt/tags/tag768.xml" ContentType="application/vnd.openxmlformats-officedocument.presentationml.tags+xml"/>
  <Override PartName="/ppt/tags/tag769.xml" ContentType="application/vnd.openxmlformats-officedocument.presentationml.tags+xml"/>
  <Override PartName="/ppt/tags/tag77.xml" ContentType="application/vnd.openxmlformats-officedocument.presentationml.tags+xml"/>
  <Override PartName="/ppt/tags/tag770.xml" ContentType="application/vnd.openxmlformats-officedocument.presentationml.tags+xml"/>
  <Override PartName="/ppt/tags/tag771.xml" ContentType="application/vnd.openxmlformats-officedocument.presentationml.tags+xml"/>
  <Override PartName="/ppt/tags/tag772.xml" ContentType="application/vnd.openxmlformats-officedocument.presentationml.tags+xml"/>
  <Override PartName="/ppt/tags/tag773.xml" ContentType="application/vnd.openxmlformats-officedocument.presentationml.tags+xml"/>
  <Override PartName="/ppt/tags/tag774.xml" ContentType="application/vnd.openxmlformats-officedocument.presentationml.tags+xml"/>
  <Override PartName="/ppt/tags/tag775.xml" ContentType="application/vnd.openxmlformats-officedocument.presentationml.tags+xml"/>
  <Override PartName="/ppt/tags/tag776.xml" ContentType="application/vnd.openxmlformats-officedocument.presentationml.tags+xml"/>
  <Override PartName="/ppt/tags/tag777.xml" ContentType="application/vnd.openxmlformats-officedocument.presentationml.tags+xml"/>
  <Override PartName="/ppt/tags/tag778.xml" ContentType="application/vnd.openxmlformats-officedocument.presentationml.tags+xml"/>
  <Override PartName="/ppt/tags/tag779.xml" ContentType="application/vnd.openxmlformats-officedocument.presentationml.tags+xml"/>
  <Override PartName="/ppt/tags/tag78.xml" ContentType="application/vnd.openxmlformats-officedocument.presentationml.tags+xml"/>
  <Override PartName="/ppt/tags/tag780.xml" ContentType="application/vnd.openxmlformats-officedocument.presentationml.tags+xml"/>
  <Override PartName="/ppt/tags/tag781.xml" ContentType="application/vnd.openxmlformats-officedocument.presentationml.tags+xml"/>
  <Override PartName="/ppt/tags/tag782.xml" ContentType="application/vnd.openxmlformats-officedocument.presentationml.tags+xml"/>
  <Override PartName="/ppt/tags/tag783.xml" ContentType="application/vnd.openxmlformats-officedocument.presentationml.tags+xml"/>
  <Override PartName="/ppt/tags/tag784.xml" ContentType="application/vnd.openxmlformats-officedocument.presentationml.tags+xml"/>
  <Override PartName="/ppt/tags/tag785.xml" ContentType="application/vnd.openxmlformats-officedocument.presentationml.tags+xml"/>
  <Override PartName="/ppt/tags/tag786.xml" ContentType="application/vnd.openxmlformats-officedocument.presentationml.tags+xml"/>
  <Override PartName="/ppt/tags/tag787.xml" ContentType="application/vnd.openxmlformats-officedocument.presentationml.tags+xml"/>
  <Override PartName="/ppt/tags/tag788.xml" ContentType="application/vnd.openxmlformats-officedocument.presentationml.tags+xml"/>
  <Override PartName="/ppt/tags/tag789.xml" ContentType="application/vnd.openxmlformats-officedocument.presentationml.tags+xml"/>
  <Override PartName="/ppt/tags/tag79.xml" ContentType="application/vnd.openxmlformats-officedocument.presentationml.tags+xml"/>
  <Override PartName="/ppt/tags/tag790.xml" ContentType="application/vnd.openxmlformats-officedocument.presentationml.tags+xml"/>
  <Override PartName="/ppt/tags/tag791.xml" ContentType="application/vnd.openxmlformats-officedocument.presentationml.tags+xml"/>
  <Override PartName="/ppt/tags/tag792.xml" ContentType="application/vnd.openxmlformats-officedocument.presentationml.tags+xml"/>
  <Override PartName="/ppt/tags/tag793.xml" ContentType="application/vnd.openxmlformats-officedocument.presentationml.tags+xml"/>
  <Override PartName="/ppt/tags/tag794.xml" ContentType="application/vnd.openxmlformats-officedocument.presentationml.tags+xml"/>
  <Override PartName="/ppt/tags/tag795.xml" ContentType="application/vnd.openxmlformats-officedocument.presentationml.tags+xml"/>
  <Override PartName="/ppt/tags/tag796.xml" ContentType="application/vnd.openxmlformats-officedocument.presentationml.tags+xml"/>
  <Override PartName="/ppt/tags/tag797.xml" ContentType="application/vnd.openxmlformats-officedocument.presentationml.tags+xml"/>
  <Override PartName="/ppt/tags/tag798.xml" ContentType="application/vnd.openxmlformats-officedocument.presentationml.tags+xml"/>
  <Override PartName="/ppt/tags/tag79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00.xml" ContentType="application/vnd.openxmlformats-officedocument.presentationml.tags+xml"/>
  <Override PartName="/ppt/tags/tag801.xml" ContentType="application/vnd.openxmlformats-officedocument.presentationml.tags+xml"/>
  <Override PartName="/ppt/tags/tag802.xml" ContentType="application/vnd.openxmlformats-officedocument.presentationml.tags+xml"/>
  <Override PartName="/ppt/tags/tag803.xml" ContentType="application/vnd.openxmlformats-officedocument.presentationml.tags+xml"/>
  <Override PartName="/ppt/tags/tag804.xml" ContentType="application/vnd.openxmlformats-officedocument.presentationml.tags+xml"/>
  <Override PartName="/ppt/tags/tag805.xml" ContentType="application/vnd.openxmlformats-officedocument.presentationml.tags+xml"/>
  <Override PartName="/ppt/tags/tag806.xml" ContentType="application/vnd.openxmlformats-officedocument.presentationml.tags+xml"/>
  <Override PartName="/ppt/tags/tag807.xml" ContentType="application/vnd.openxmlformats-officedocument.presentationml.tags+xml"/>
  <Override PartName="/ppt/tags/tag808.xml" ContentType="application/vnd.openxmlformats-officedocument.presentationml.tags+xml"/>
  <Override PartName="/ppt/tags/tag809.xml" ContentType="application/vnd.openxmlformats-officedocument.presentationml.tags+xml"/>
  <Override PartName="/ppt/tags/tag81.xml" ContentType="application/vnd.openxmlformats-officedocument.presentationml.tags+xml"/>
  <Override PartName="/ppt/tags/tag810.xml" ContentType="application/vnd.openxmlformats-officedocument.presentationml.tags+xml"/>
  <Override PartName="/ppt/tags/tag811.xml" ContentType="application/vnd.openxmlformats-officedocument.presentationml.tags+xml"/>
  <Override PartName="/ppt/tags/tag812.xml" ContentType="application/vnd.openxmlformats-officedocument.presentationml.tags+xml"/>
  <Override PartName="/ppt/tags/tag813.xml" ContentType="application/vnd.openxmlformats-officedocument.presentationml.tags+xml"/>
  <Override PartName="/ppt/tags/tag814.xml" ContentType="application/vnd.openxmlformats-officedocument.presentationml.tags+xml"/>
  <Override PartName="/ppt/tags/tag815.xml" ContentType="application/vnd.openxmlformats-officedocument.presentationml.tags+xml"/>
  <Override PartName="/ppt/tags/tag816.xml" ContentType="application/vnd.openxmlformats-officedocument.presentationml.tags+xml"/>
  <Override PartName="/ppt/tags/tag817.xml" ContentType="application/vnd.openxmlformats-officedocument.presentationml.tags+xml"/>
  <Override PartName="/ppt/tags/tag818.xml" ContentType="application/vnd.openxmlformats-officedocument.presentationml.tags+xml"/>
  <Override PartName="/ppt/tags/tag819.xml" ContentType="application/vnd.openxmlformats-officedocument.presentationml.tags+xml"/>
  <Override PartName="/ppt/tags/tag82.xml" ContentType="application/vnd.openxmlformats-officedocument.presentationml.tags+xml"/>
  <Override PartName="/ppt/tags/tag820.xml" ContentType="application/vnd.openxmlformats-officedocument.presentationml.tags+xml"/>
  <Override PartName="/ppt/tags/tag821.xml" ContentType="application/vnd.openxmlformats-officedocument.presentationml.tags+xml"/>
  <Override PartName="/ppt/tags/tag822.xml" ContentType="application/vnd.openxmlformats-officedocument.presentationml.tags+xml"/>
  <Override PartName="/ppt/tags/tag823.xml" ContentType="application/vnd.openxmlformats-officedocument.presentationml.tags+xml"/>
  <Override PartName="/ppt/tags/tag824.xml" ContentType="application/vnd.openxmlformats-officedocument.presentationml.tags+xml"/>
  <Override PartName="/ppt/tags/tag825.xml" ContentType="application/vnd.openxmlformats-officedocument.presentationml.tags+xml"/>
  <Override PartName="/ppt/tags/tag826.xml" ContentType="application/vnd.openxmlformats-officedocument.presentationml.tags+xml"/>
  <Override PartName="/ppt/tags/tag827.xml" ContentType="application/vnd.openxmlformats-officedocument.presentationml.tags+xml"/>
  <Override PartName="/ppt/tags/tag828.xml" ContentType="application/vnd.openxmlformats-officedocument.presentationml.tags+xml"/>
  <Override PartName="/ppt/tags/tag829.xml" ContentType="application/vnd.openxmlformats-officedocument.presentationml.tags+xml"/>
  <Override PartName="/ppt/tags/tag83.xml" ContentType="application/vnd.openxmlformats-officedocument.presentationml.tags+xml"/>
  <Override PartName="/ppt/tags/tag830.xml" ContentType="application/vnd.openxmlformats-officedocument.presentationml.tags+xml"/>
  <Override PartName="/ppt/tags/tag831.xml" ContentType="application/vnd.openxmlformats-officedocument.presentationml.tags+xml"/>
  <Override PartName="/ppt/tags/tag832.xml" ContentType="application/vnd.openxmlformats-officedocument.presentationml.tags+xml"/>
  <Override PartName="/ppt/tags/tag833.xml" ContentType="application/vnd.openxmlformats-officedocument.presentationml.tags+xml"/>
  <Override PartName="/ppt/tags/tag834.xml" ContentType="application/vnd.openxmlformats-officedocument.presentationml.tags+xml"/>
  <Override PartName="/ppt/tags/tag835.xml" ContentType="application/vnd.openxmlformats-officedocument.presentationml.tags+xml"/>
  <Override PartName="/ppt/tags/tag836.xml" ContentType="application/vnd.openxmlformats-officedocument.presentationml.tags+xml"/>
  <Override PartName="/ppt/tags/tag837.xml" ContentType="application/vnd.openxmlformats-officedocument.presentationml.tags+xml"/>
  <Override PartName="/ppt/tags/tag838.xml" ContentType="application/vnd.openxmlformats-officedocument.presentationml.tags+xml"/>
  <Override PartName="/ppt/tags/tag839.xml" ContentType="application/vnd.openxmlformats-officedocument.presentationml.tags+xml"/>
  <Override PartName="/ppt/tags/tag84.xml" ContentType="application/vnd.openxmlformats-officedocument.presentationml.tags+xml"/>
  <Override PartName="/ppt/tags/tag840.xml" ContentType="application/vnd.openxmlformats-officedocument.presentationml.tags+xml"/>
  <Override PartName="/ppt/tags/tag841.xml" ContentType="application/vnd.openxmlformats-officedocument.presentationml.tags+xml"/>
  <Override PartName="/ppt/tags/tag842.xml" ContentType="application/vnd.openxmlformats-officedocument.presentationml.tags+xml"/>
  <Override PartName="/ppt/tags/tag843.xml" ContentType="application/vnd.openxmlformats-officedocument.presentationml.tags+xml"/>
  <Override PartName="/ppt/tags/tag844.xml" ContentType="application/vnd.openxmlformats-officedocument.presentationml.tags+xml"/>
  <Override PartName="/ppt/tags/tag845.xml" ContentType="application/vnd.openxmlformats-officedocument.presentationml.tags+xml"/>
  <Override PartName="/ppt/tags/tag846.xml" ContentType="application/vnd.openxmlformats-officedocument.presentationml.tags+xml"/>
  <Override PartName="/ppt/tags/tag847.xml" ContentType="application/vnd.openxmlformats-officedocument.presentationml.tags+xml"/>
  <Override PartName="/ppt/tags/tag848.xml" ContentType="application/vnd.openxmlformats-officedocument.presentationml.tags+xml"/>
  <Override PartName="/ppt/tags/tag849.xml" ContentType="application/vnd.openxmlformats-officedocument.presentationml.tags+xml"/>
  <Override PartName="/ppt/tags/tag85.xml" ContentType="application/vnd.openxmlformats-officedocument.presentationml.tags+xml"/>
  <Override PartName="/ppt/tags/tag850.xml" ContentType="application/vnd.openxmlformats-officedocument.presentationml.tags+xml"/>
  <Override PartName="/ppt/tags/tag851.xml" ContentType="application/vnd.openxmlformats-officedocument.presentationml.tags+xml"/>
  <Override PartName="/ppt/tags/tag852.xml" ContentType="application/vnd.openxmlformats-officedocument.presentationml.tags+xml"/>
  <Override PartName="/ppt/tags/tag853.xml" ContentType="application/vnd.openxmlformats-officedocument.presentationml.tags+xml"/>
  <Override PartName="/ppt/tags/tag854.xml" ContentType="application/vnd.openxmlformats-officedocument.presentationml.tags+xml"/>
  <Override PartName="/ppt/tags/tag855.xml" ContentType="application/vnd.openxmlformats-officedocument.presentationml.tags+xml"/>
  <Override PartName="/ppt/tags/tag856.xml" ContentType="application/vnd.openxmlformats-officedocument.presentationml.tags+xml"/>
  <Override PartName="/ppt/tags/tag857.xml" ContentType="application/vnd.openxmlformats-officedocument.presentationml.tags+xml"/>
  <Override PartName="/ppt/tags/tag858.xml" ContentType="application/vnd.openxmlformats-officedocument.presentationml.tags+xml"/>
  <Override PartName="/ppt/tags/tag859.xml" ContentType="application/vnd.openxmlformats-officedocument.presentationml.tags+xml"/>
  <Override PartName="/ppt/tags/tag86.xml" ContentType="application/vnd.openxmlformats-officedocument.presentationml.tags+xml"/>
  <Override PartName="/ppt/tags/tag860.xml" ContentType="application/vnd.openxmlformats-officedocument.presentationml.tags+xml"/>
  <Override PartName="/ppt/tags/tag861.xml" ContentType="application/vnd.openxmlformats-officedocument.presentationml.tags+xml"/>
  <Override PartName="/ppt/tags/tag862.xml" ContentType="application/vnd.openxmlformats-officedocument.presentationml.tags+xml"/>
  <Override PartName="/ppt/tags/tag863.xml" ContentType="application/vnd.openxmlformats-officedocument.presentationml.tags+xml"/>
  <Override PartName="/ppt/tags/tag864.xml" ContentType="application/vnd.openxmlformats-officedocument.presentationml.tags+xml"/>
  <Override PartName="/ppt/tags/tag865.xml" ContentType="application/vnd.openxmlformats-officedocument.presentationml.tags+xml"/>
  <Override PartName="/ppt/tags/tag866.xml" ContentType="application/vnd.openxmlformats-officedocument.presentationml.tags+xml"/>
  <Override PartName="/ppt/tags/tag867.xml" ContentType="application/vnd.openxmlformats-officedocument.presentationml.tags+xml"/>
  <Override PartName="/ppt/tags/tag868.xml" ContentType="application/vnd.openxmlformats-officedocument.presentationml.tags+xml"/>
  <Override PartName="/ppt/tags/tag869.xml" ContentType="application/vnd.openxmlformats-officedocument.presentationml.tags+xml"/>
  <Override PartName="/ppt/tags/tag87.xml" ContentType="application/vnd.openxmlformats-officedocument.presentationml.tags+xml"/>
  <Override PartName="/ppt/tags/tag870.xml" ContentType="application/vnd.openxmlformats-officedocument.presentationml.tags+xml"/>
  <Override PartName="/ppt/tags/tag871.xml" ContentType="application/vnd.openxmlformats-officedocument.presentationml.tags+xml"/>
  <Override PartName="/ppt/tags/tag872.xml" ContentType="application/vnd.openxmlformats-officedocument.presentationml.tags+xml"/>
  <Override PartName="/ppt/tags/tag873.xml" ContentType="application/vnd.openxmlformats-officedocument.presentationml.tags+xml"/>
  <Override PartName="/ppt/tags/tag874.xml" ContentType="application/vnd.openxmlformats-officedocument.presentationml.tags+xml"/>
  <Override PartName="/ppt/tags/tag875.xml" ContentType="application/vnd.openxmlformats-officedocument.presentationml.tags+xml"/>
  <Override PartName="/ppt/tags/tag876.xml" ContentType="application/vnd.openxmlformats-officedocument.presentationml.tags+xml"/>
  <Override PartName="/ppt/tags/tag877.xml" ContentType="application/vnd.openxmlformats-officedocument.presentationml.tags+xml"/>
  <Override PartName="/ppt/tags/tag878.xml" ContentType="application/vnd.openxmlformats-officedocument.presentationml.tags+xml"/>
  <Override PartName="/ppt/tags/tag879.xml" ContentType="application/vnd.openxmlformats-officedocument.presentationml.tags+xml"/>
  <Override PartName="/ppt/tags/tag88.xml" ContentType="application/vnd.openxmlformats-officedocument.presentationml.tags+xml"/>
  <Override PartName="/ppt/tags/tag880.xml" ContentType="application/vnd.openxmlformats-officedocument.presentationml.tags+xml"/>
  <Override PartName="/ppt/tags/tag881.xml" ContentType="application/vnd.openxmlformats-officedocument.presentationml.tags+xml"/>
  <Override PartName="/ppt/tags/tag882.xml" ContentType="application/vnd.openxmlformats-officedocument.presentationml.tags+xml"/>
  <Override PartName="/ppt/tags/tag883.xml" ContentType="application/vnd.openxmlformats-officedocument.presentationml.tags+xml"/>
  <Override PartName="/ppt/tags/tag884.xml" ContentType="application/vnd.openxmlformats-officedocument.presentationml.tags+xml"/>
  <Override PartName="/ppt/tags/tag885.xml" ContentType="application/vnd.openxmlformats-officedocument.presentationml.tags+xml"/>
  <Override PartName="/ppt/tags/tag886.xml" ContentType="application/vnd.openxmlformats-officedocument.presentationml.tags+xml"/>
  <Override PartName="/ppt/tags/tag887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3" r:id="rId3"/>
  </p:sldMasterIdLst>
  <p:notesMasterIdLst>
    <p:notesMasterId r:id="rId5"/>
  </p:notesMasterIdLst>
  <p:sldIdLst>
    <p:sldId id="440" r:id="rId4"/>
    <p:sldId id="441" r:id="rId6"/>
    <p:sldId id="442" r:id="rId7"/>
    <p:sldId id="443" r:id="rId8"/>
    <p:sldId id="444" r:id="rId9"/>
    <p:sldId id="445" r:id="rId10"/>
    <p:sldId id="446" r:id="rId11"/>
    <p:sldId id="447" r:id="rId12"/>
    <p:sldId id="463" r:id="rId13"/>
    <p:sldId id="460" r:id="rId14"/>
    <p:sldId id="464" r:id="rId15"/>
    <p:sldId id="459" r:id="rId16"/>
    <p:sldId id="482" r:id="rId17"/>
    <p:sldId id="466" r:id="rId18"/>
    <p:sldId id="474" r:id="rId19"/>
    <p:sldId id="455" r:id="rId20"/>
    <p:sldId id="456" r:id="rId21"/>
    <p:sldId id="457" r:id="rId22"/>
  </p:sldIdLst>
  <p:sldSz cx="12192000" cy="6858000"/>
  <p:notesSz cx="6858000" cy="9144000"/>
  <p:custDataLst>
    <p:tags r:id="rId2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3" userDrawn="1">
          <p15:clr>
            <a:srgbClr val="A4A3A4"/>
          </p15:clr>
        </p15:guide>
        <p15:guide id="2" pos="3821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 D" initials="WD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333333"/>
    <a:srgbClr val="4C944C"/>
    <a:srgbClr val="0070C0"/>
    <a:srgbClr val="AFABAB"/>
    <a:srgbClr val="3C853C"/>
    <a:srgbClr val="232323"/>
    <a:srgbClr val="D86060"/>
    <a:srgbClr val="434343"/>
    <a:srgbClr val="D164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3775" autoAdjust="0"/>
  </p:normalViewPr>
  <p:slideViewPr>
    <p:cSldViewPr snapToGrid="0" showGuides="1">
      <p:cViewPr varScale="1">
        <p:scale>
          <a:sx n="68" d="100"/>
          <a:sy n="68" d="100"/>
        </p:scale>
        <p:origin x="174" y="72"/>
      </p:cViewPr>
      <p:guideLst>
        <p:guide orient="horz" pos="2153"/>
        <p:guide pos="382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7" Type="http://schemas.openxmlformats.org/officeDocument/2006/relationships/tags" Target="tags/tag887.xml"/><Relationship Id="rId26" Type="http://schemas.openxmlformats.org/officeDocument/2006/relationships/commentAuthors" Target="commentAuthors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EB6FD2-0759-46B1-9F64-D04F291895A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BB2EFB-E667-4DCF-9EB2-5F5E148B72F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3550C-0EAD-42A3-AC8C-7F87D0B3B98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3CD7-97CD-4F57-B351-69A253B17F80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8923550C-0EAD-42A3-AC8C-7F87D0B3B98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3CD7-97CD-4F57-B351-69A253B17F80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3CD7-97CD-4F57-B351-69A253B17F80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104EBB-0E67-4A8F-8892-A39B7B2E550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104EBB-0E67-4A8F-8892-A39B7B2E550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104EBB-0E67-4A8F-8892-A39B7B2E550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CBD92E64-5989-4DAC-91ED-545C524ECB94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8923550C-0EAD-42A3-AC8C-7F87D0B3B98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2" Type="http://schemas.openxmlformats.org/officeDocument/2006/relationships/tags" Target="../tags/tag91.xml"/><Relationship Id="rId91" Type="http://schemas.openxmlformats.org/officeDocument/2006/relationships/tags" Target="../tags/tag90.xml"/><Relationship Id="rId90" Type="http://schemas.openxmlformats.org/officeDocument/2006/relationships/tags" Target="../tags/tag89.xml"/><Relationship Id="rId9" Type="http://schemas.openxmlformats.org/officeDocument/2006/relationships/tags" Target="../tags/tag8.xml"/><Relationship Id="rId89" Type="http://schemas.openxmlformats.org/officeDocument/2006/relationships/tags" Target="../tags/tag88.xml"/><Relationship Id="rId88" Type="http://schemas.openxmlformats.org/officeDocument/2006/relationships/tags" Target="../tags/tag87.xml"/><Relationship Id="rId87" Type="http://schemas.openxmlformats.org/officeDocument/2006/relationships/tags" Target="../tags/tag86.xml"/><Relationship Id="rId86" Type="http://schemas.openxmlformats.org/officeDocument/2006/relationships/tags" Target="../tags/tag85.xml"/><Relationship Id="rId85" Type="http://schemas.openxmlformats.org/officeDocument/2006/relationships/tags" Target="../tags/tag84.xml"/><Relationship Id="rId84" Type="http://schemas.openxmlformats.org/officeDocument/2006/relationships/tags" Target="../tags/tag83.xml"/><Relationship Id="rId83" Type="http://schemas.openxmlformats.org/officeDocument/2006/relationships/tags" Target="../tags/tag82.xml"/><Relationship Id="rId82" Type="http://schemas.openxmlformats.org/officeDocument/2006/relationships/tags" Target="../tags/tag81.xml"/><Relationship Id="rId81" Type="http://schemas.openxmlformats.org/officeDocument/2006/relationships/tags" Target="../tags/tag80.xml"/><Relationship Id="rId80" Type="http://schemas.openxmlformats.org/officeDocument/2006/relationships/tags" Target="../tags/tag79.xml"/><Relationship Id="rId8" Type="http://schemas.openxmlformats.org/officeDocument/2006/relationships/tags" Target="../tags/tag7.xml"/><Relationship Id="rId79" Type="http://schemas.openxmlformats.org/officeDocument/2006/relationships/tags" Target="../tags/tag78.xml"/><Relationship Id="rId78" Type="http://schemas.openxmlformats.org/officeDocument/2006/relationships/tags" Target="../tags/tag77.xml"/><Relationship Id="rId77" Type="http://schemas.openxmlformats.org/officeDocument/2006/relationships/tags" Target="../tags/tag76.xml"/><Relationship Id="rId76" Type="http://schemas.openxmlformats.org/officeDocument/2006/relationships/tags" Target="../tags/tag75.xml"/><Relationship Id="rId75" Type="http://schemas.openxmlformats.org/officeDocument/2006/relationships/tags" Target="../tags/tag74.xml"/><Relationship Id="rId74" Type="http://schemas.openxmlformats.org/officeDocument/2006/relationships/tags" Target="../tags/tag73.xml"/><Relationship Id="rId73" Type="http://schemas.openxmlformats.org/officeDocument/2006/relationships/tags" Target="../tags/tag72.xml"/><Relationship Id="rId72" Type="http://schemas.openxmlformats.org/officeDocument/2006/relationships/tags" Target="../tags/tag71.xml"/><Relationship Id="rId71" Type="http://schemas.openxmlformats.org/officeDocument/2006/relationships/tags" Target="../tags/tag70.xml"/><Relationship Id="rId70" Type="http://schemas.openxmlformats.org/officeDocument/2006/relationships/tags" Target="../tags/tag69.xml"/><Relationship Id="rId7" Type="http://schemas.openxmlformats.org/officeDocument/2006/relationships/tags" Target="../tags/tag6.xml"/><Relationship Id="rId69" Type="http://schemas.openxmlformats.org/officeDocument/2006/relationships/tags" Target="../tags/tag68.xml"/><Relationship Id="rId68" Type="http://schemas.openxmlformats.org/officeDocument/2006/relationships/tags" Target="../tags/tag67.xml"/><Relationship Id="rId67" Type="http://schemas.openxmlformats.org/officeDocument/2006/relationships/tags" Target="../tags/tag66.xml"/><Relationship Id="rId66" Type="http://schemas.openxmlformats.org/officeDocument/2006/relationships/tags" Target="../tags/tag65.xml"/><Relationship Id="rId65" Type="http://schemas.openxmlformats.org/officeDocument/2006/relationships/tags" Target="../tags/tag64.xml"/><Relationship Id="rId64" Type="http://schemas.openxmlformats.org/officeDocument/2006/relationships/tags" Target="../tags/tag63.xml"/><Relationship Id="rId63" Type="http://schemas.openxmlformats.org/officeDocument/2006/relationships/tags" Target="../tags/tag62.xml"/><Relationship Id="rId62" Type="http://schemas.openxmlformats.org/officeDocument/2006/relationships/tags" Target="../tags/tag61.xml"/><Relationship Id="rId61" Type="http://schemas.openxmlformats.org/officeDocument/2006/relationships/tags" Target="../tags/tag60.xml"/><Relationship Id="rId60" Type="http://schemas.openxmlformats.org/officeDocument/2006/relationships/tags" Target="../tags/tag59.xml"/><Relationship Id="rId6" Type="http://schemas.openxmlformats.org/officeDocument/2006/relationships/tags" Target="../tags/tag5.xml"/><Relationship Id="rId59" Type="http://schemas.openxmlformats.org/officeDocument/2006/relationships/tags" Target="../tags/tag58.xml"/><Relationship Id="rId58" Type="http://schemas.openxmlformats.org/officeDocument/2006/relationships/tags" Target="../tags/tag57.xml"/><Relationship Id="rId57" Type="http://schemas.openxmlformats.org/officeDocument/2006/relationships/tags" Target="../tags/tag56.xml"/><Relationship Id="rId56" Type="http://schemas.openxmlformats.org/officeDocument/2006/relationships/tags" Target="../tags/tag55.xml"/><Relationship Id="rId55" Type="http://schemas.openxmlformats.org/officeDocument/2006/relationships/tags" Target="../tags/tag54.xml"/><Relationship Id="rId54" Type="http://schemas.openxmlformats.org/officeDocument/2006/relationships/tags" Target="../tags/tag53.xml"/><Relationship Id="rId53" Type="http://schemas.openxmlformats.org/officeDocument/2006/relationships/tags" Target="../tags/tag52.xml"/><Relationship Id="rId52" Type="http://schemas.openxmlformats.org/officeDocument/2006/relationships/tags" Target="../tags/tag51.xml"/><Relationship Id="rId51" Type="http://schemas.openxmlformats.org/officeDocument/2006/relationships/tags" Target="../tags/tag50.xml"/><Relationship Id="rId50" Type="http://schemas.openxmlformats.org/officeDocument/2006/relationships/tags" Target="../tags/tag49.xml"/><Relationship Id="rId5" Type="http://schemas.openxmlformats.org/officeDocument/2006/relationships/tags" Target="../tags/tag4.xml"/><Relationship Id="rId49" Type="http://schemas.openxmlformats.org/officeDocument/2006/relationships/tags" Target="../tags/tag48.xml"/><Relationship Id="rId48" Type="http://schemas.openxmlformats.org/officeDocument/2006/relationships/tags" Target="../tags/tag47.xml"/><Relationship Id="rId47" Type="http://schemas.openxmlformats.org/officeDocument/2006/relationships/tags" Target="../tags/tag46.xml"/><Relationship Id="rId46" Type="http://schemas.openxmlformats.org/officeDocument/2006/relationships/tags" Target="../tags/tag45.xml"/><Relationship Id="rId45" Type="http://schemas.openxmlformats.org/officeDocument/2006/relationships/tags" Target="../tags/tag44.xml"/><Relationship Id="rId44" Type="http://schemas.openxmlformats.org/officeDocument/2006/relationships/tags" Target="../tags/tag43.xml"/><Relationship Id="rId43" Type="http://schemas.openxmlformats.org/officeDocument/2006/relationships/tags" Target="../tags/tag42.xml"/><Relationship Id="rId42" Type="http://schemas.openxmlformats.org/officeDocument/2006/relationships/tags" Target="../tags/tag41.xml"/><Relationship Id="rId41" Type="http://schemas.openxmlformats.org/officeDocument/2006/relationships/tags" Target="../tags/tag40.xml"/><Relationship Id="rId40" Type="http://schemas.openxmlformats.org/officeDocument/2006/relationships/tags" Target="../tags/tag39.xml"/><Relationship Id="rId4" Type="http://schemas.openxmlformats.org/officeDocument/2006/relationships/tags" Target="../tags/tag3.xml"/><Relationship Id="rId39" Type="http://schemas.openxmlformats.org/officeDocument/2006/relationships/tags" Target="../tags/tag38.xml"/><Relationship Id="rId38" Type="http://schemas.openxmlformats.org/officeDocument/2006/relationships/tags" Target="../tags/tag37.xml"/><Relationship Id="rId37" Type="http://schemas.openxmlformats.org/officeDocument/2006/relationships/tags" Target="../tags/tag36.xml"/><Relationship Id="rId36" Type="http://schemas.openxmlformats.org/officeDocument/2006/relationships/tags" Target="../tags/tag35.xml"/><Relationship Id="rId35" Type="http://schemas.openxmlformats.org/officeDocument/2006/relationships/tags" Target="../tags/tag34.xml"/><Relationship Id="rId34" Type="http://schemas.openxmlformats.org/officeDocument/2006/relationships/tags" Target="../tags/tag33.xml"/><Relationship Id="rId33" Type="http://schemas.openxmlformats.org/officeDocument/2006/relationships/tags" Target="../tags/tag32.xml"/><Relationship Id="rId32" Type="http://schemas.openxmlformats.org/officeDocument/2006/relationships/tags" Target="../tags/tag31.xml"/><Relationship Id="rId31" Type="http://schemas.openxmlformats.org/officeDocument/2006/relationships/tags" Target="../tags/tag30.xml"/><Relationship Id="rId30" Type="http://schemas.openxmlformats.org/officeDocument/2006/relationships/tags" Target="../tags/tag29.xml"/><Relationship Id="rId3" Type="http://schemas.openxmlformats.org/officeDocument/2006/relationships/tags" Target="../tags/tag2.xml"/><Relationship Id="rId29" Type="http://schemas.openxmlformats.org/officeDocument/2006/relationships/tags" Target="../tags/tag28.xml"/><Relationship Id="rId28" Type="http://schemas.openxmlformats.org/officeDocument/2006/relationships/tags" Target="../tags/tag27.xml"/><Relationship Id="rId27" Type="http://schemas.openxmlformats.org/officeDocument/2006/relationships/tags" Target="../tags/tag26.xml"/><Relationship Id="rId26" Type="http://schemas.openxmlformats.org/officeDocument/2006/relationships/tags" Target="../tags/tag25.xml"/><Relationship Id="rId25" Type="http://schemas.openxmlformats.org/officeDocument/2006/relationships/tags" Target="../tags/tag24.xml"/><Relationship Id="rId24" Type="http://schemas.openxmlformats.org/officeDocument/2006/relationships/tags" Target="../tags/tag23.xml"/><Relationship Id="rId23" Type="http://schemas.openxmlformats.org/officeDocument/2006/relationships/tags" Target="../tags/tag22.xml"/><Relationship Id="rId22" Type="http://schemas.openxmlformats.org/officeDocument/2006/relationships/tags" Target="../tags/tag21.xml"/><Relationship Id="rId21" Type="http://schemas.openxmlformats.org/officeDocument/2006/relationships/tags" Target="../tags/tag20.xml"/><Relationship Id="rId20" Type="http://schemas.openxmlformats.org/officeDocument/2006/relationships/tags" Target="../tags/tag19.xml"/><Relationship Id="rId2" Type="http://schemas.openxmlformats.org/officeDocument/2006/relationships/tags" Target="../tags/tag1.xml"/><Relationship Id="rId19" Type="http://schemas.openxmlformats.org/officeDocument/2006/relationships/tags" Target="../tags/tag18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99.xml"/><Relationship Id="rId8" Type="http://schemas.openxmlformats.org/officeDocument/2006/relationships/tags" Target="../tags/tag98.xml"/><Relationship Id="rId7" Type="http://schemas.openxmlformats.org/officeDocument/2006/relationships/tags" Target="../tags/tag97.xml"/><Relationship Id="rId6" Type="http://schemas.openxmlformats.org/officeDocument/2006/relationships/tags" Target="../tags/tag96.xml"/><Relationship Id="rId5" Type="http://schemas.openxmlformats.org/officeDocument/2006/relationships/tags" Target="../tags/tag95.xml"/><Relationship Id="rId4" Type="http://schemas.openxmlformats.org/officeDocument/2006/relationships/tags" Target="../tags/tag94.xml"/><Relationship Id="rId35" Type="http://schemas.openxmlformats.org/officeDocument/2006/relationships/tags" Target="../tags/tag125.xml"/><Relationship Id="rId34" Type="http://schemas.openxmlformats.org/officeDocument/2006/relationships/tags" Target="../tags/tag124.xml"/><Relationship Id="rId33" Type="http://schemas.openxmlformats.org/officeDocument/2006/relationships/tags" Target="../tags/tag123.xml"/><Relationship Id="rId32" Type="http://schemas.openxmlformats.org/officeDocument/2006/relationships/tags" Target="../tags/tag122.xml"/><Relationship Id="rId31" Type="http://schemas.openxmlformats.org/officeDocument/2006/relationships/tags" Target="../tags/tag121.xml"/><Relationship Id="rId30" Type="http://schemas.openxmlformats.org/officeDocument/2006/relationships/tags" Target="../tags/tag120.xml"/><Relationship Id="rId3" Type="http://schemas.openxmlformats.org/officeDocument/2006/relationships/tags" Target="../tags/tag93.xml"/><Relationship Id="rId29" Type="http://schemas.openxmlformats.org/officeDocument/2006/relationships/tags" Target="../tags/tag119.xml"/><Relationship Id="rId28" Type="http://schemas.openxmlformats.org/officeDocument/2006/relationships/tags" Target="../tags/tag118.xml"/><Relationship Id="rId27" Type="http://schemas.openxmlformats.org/officeDocument/2006/relationships/tags" Target="../tags/tag117.xml"/><Relationship Id="rId26" Type="http://schemas.openxmlformats.org/officeDocument/2006/relationships/tags" Target="../tags/tag116.xml"/><Relationship Id="rId25" Type="http://schemas.openxmlformats.org/officeDocument/2006/relationships/tags" Target="../tags/tag115.xml"/><Relationship Id="rId24" Type="http://schemas.openxmlformats.org/officeDocument/2006/relationships/tags" Target="../tags/tag114.xml"/><Relationship Id="rId23" Type="http://schemas.openxmlformats.org/officeDocument/2006/relationships/tags" Target="../tags/tag113.xml"/><Relationship Id="rId22" Type="http://schemas.openxmlformats.org/officeDocument/2006/relationships/tags" Target="../tags/tag112.xml"/><Relationship Id="rId21" Type="http://schemas.openxmlformats.org/officeDocument/2006/relationships/tags" Target="../tags/tag111.xml"/><Relationship Id="rId20" Type="http://schemas.openxmlformats.org/officeDocument/2006/relationships/tags" Target="../tags/tag110.xml"/><Relationship Id="rId2" Type="http://schemas.openxmlformats.org/officeDocument/2006/relationships/tags" Target="../tags/tag92.xml"/><Relationship Id="rId19" Type="http://schemas.openxmlformats.org/officeDocument/2006/relationships/tags" Target="../tags/tag109.xml"/><Relationship Id="rId18" Type="http://schemas.openxmlformats.org/officeDocument/2006/relationships/tags" Target="../tags/tag108.xml"/><Relationship Id="rId17" Type="http://schemas.openxmlformats.org/officeDocument/2006/relationships/tags" Target="../tags/tag107.xml"/><Relationship Id="rId16" Type="http://schemas.openxmlformats.org/officeDocument/2006/relationships/tags" Target="../tags/tag106.xml"/><Relationship Id="rId15" Type="http://schemas.openxmlformats.org/officeDocument/2006/relationships/tags" Target="../tags/tag105.xml"/><Relationship Id="rId14" Type="http://schemas.openxmlformats.org/officeDocument/2006/relationships/tags" Target="../tags/tag104.xml"/><Relationship Id="rId13" Type="http://schemas.openxmlformats.org/officeDocument/2006/relationships/tags" Target="../tags/tag103.xml"/><Relationship Id="rId12" Type="http://schemas.openxmlformats.org/officeDocument/2006/relationships/tags" Target="../tags/tag102.xml"/><Relationship Id="rId11" Type="http://schemas.openxmlformats.org/officeDocument/2006/relationships/tags" Target="../tags/tag101.xml"/><Relationship Id="rId10" Type="http://schemas.openxmlformats.org/officeDocument/2006/relationships/tags" Target="../tags/tag100.xml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93" Type="http://schemas.openxmlformats.org/officeDocument/2006/relationships/tags" Target="../tags/tag217.xml"/><Relationship Id="rId92" Type="http://schemas.openxmlformats.org/officeDocument/2006/relationships/tags" Target="../tags/tag216.xml"/><Relationship Id="rId91" Type="http://schemas.openxmlformats.org/officeDocument/2006/relationships/tags" Target="../tags/tag215.xml"/><Relationship Id="rId90" Type="http://schemas.openxmlformats.org/officeDocument/2006/relationships/tags" Target="../tags/tag214.xml"/><Relationship Id="rId9" Type="http://schemas.openxmlformats.org/officeDocument/2006/relationships/tags" Target="../tags/tag133.xml"/><Relationship Id="rId89" Type="http://schemas.openxmlformats.org/officeDocument/2006/relationships/tags" Target="../tags/tag213.xml"/><Relationship Id="rId88" Type="http://schemas.openxmlformats.org/officeDocument/2006/relationships/tags" Target="../tags/tag212.xml"/><Relationship Id="rId87" Type="http://schemas.openxmlformats.org/officeDocument/2006/relationships/tags" Target="../tags/tag211.xml"/><Relationship Id="rId86" Type="http://schemas.openxmlformats.org/officeDocument/2006/relationships/tags" Target="../tags/tag210.xml"/><Relationship Id="rId85" Type="http://schemas.openxmlformats.org/officeDocument/2006/relationships/tags" Target="../tags/tag209.xml"/><Relationship Id="rId84" Type="http://schemas.openxmlformats.org/officeDocument/2006/relationships/tags" Target="../tags/tag208.xml"/><Relationship Id="rId83" Type="http://schemas.openxmlformats.org/officeDocument/2006/relationships/tags" Target="../tags/tag207.xml"/><Relationship Id="rId82" Type="http://schemas.openxmlformats.org/officeDocument/2006/relationships/tags" Target="../tags/tag206.xml"/><Relationship Id="rId81" Type="http://schemas.openxmlformats.org/officeDocument/2006/relationships/tags" Target="../tags/tag205.xml"/><Relationship Id="rId80" Type="http://schemas.openxmlformats.org/officeDocument/2006/relationships/tags" Target="../tags/tag204.xml"/><Relationship Id="rId8" Type="http://schemas.openxmlformats.org/officeDocument/2006/relationships/tags" Target="../tags/tag132.xml"/><Relationship Id="rId79" Type="http://schemas.openxmlformats.org/officeDocument/2006/relationships/tags" Target="../tags/tag203.xml"/><Relationship Id="rId78" Type="http://schemas.openxmlformats.org/officeDocument/2006/relationships/tags" Target="../tags/tag202.xml"/><Relationship Id="rId77" Type="http://schemas.openxmlformats.org/officeDocument/2006/relationships/tags" Target="../tags/tag201.xml"/><Relationship Id="rId76" Type="http://schemas.openxmlformats.org/officeDocument/2006/relationships/tags" Target="../tags/tag200.xml"/><Relationship Id="rId75" Type="http://schemas.openxmlformats.org/officeDocument/2006/relationships/tags" Target="../tags/tag199.xml"/><Relationship Id="rId74" Type="http://schemas.openxmlformats.org/officeDocument/2006/relationships/tags" Target="../tags/tag198.xml"/><Relationship Id="rId73" Type="http://schemas.openxmlformats.org/officeDocument/2006/relationships/tags" Target="../tags/tag197.xml"/><Relationship Id="rId72" Type="http://schemas.openxmlformats.org/officeDocument/2006/relationships/tags" Target="../tags/tag196.xml"/><Relationship Id="rId71" Type="http://schemas.openxmlformats.org/officeDocument/2006/relationships/tags" Target="../tags/tag195.xml"/><Relationship Id="rId70" Type="http://schemas.openxmlformats.org/officeDocument/2006/relationships/tags" Target="../tags/tag194.xml"/><Relationship Id="rId7" Type="http://schemas.openxmlformats.org/officeDocument/2006/relationships/tags" Target="../tags/tag131.xml"/><Relationship Id="rId69" Type="http://schemas.openxmlformats.org/officeDocument/2006/relationships/tags" Target="../tags/tag193.xml"/><Relationship Id="rId68" Type="http://schemas.openxmlformats.org/officeDocument/2006/relationships/tags" Target="../tags/tag192.xml"/><Relationship Id="rId67" Type="http://schemas.openxmlformats.org/officeDocument/2006/relationships/tags" Target="../tags/tag191.xml"/><Relationship Id="rId66" Type="http://schemas.openxmlformats.org/officeDocument/2006/relationships/tags" Target="../tags/tag190.xml"/><Relationship Id="rId65" Type="http://schemas.openxmlformats.org/officeDocument/2006/relationships/tags" Target="../tags/tag189.xml"/><Relationship Id="rId64" Type="http://schemas.openxmlformats.org/officeDocument/2006/relationships/tags" Target="../tags/tag188.xml"/><Relationship Id="rId63" Type="http://schemas.openxmlformats.org/officeDocument/2006/relationships/tags" Target="../tags/tag187.xml"/><Relationship Id="rId62" Type="http://schemas.openxmlformats.org/officeDocument/2006/relationships/tags" Target="../tags/tag186.xml"/><Relationship Id="rId61" Type="http://schemas.openxmlformats.org/officeDocument/2006/relationships/tags" Target="../tags/tag185.xml"/><Relationship Id="rId60" Type="http://schemas.openxmlformats.org/officeDocument/2006/relationships/tags" Target="../tags/tag184.xml"/><Relationship Id="rId6" Type="http://schemas.openxmlformats.org/officeDocument/2006/relationships/tags" Target="../tags/tag130.xml"/><Relationship Id="rId59" Type="http://schemas.openxmlformats.org/officeDocument/2006/relationships/tags" Target="../tags/tag183.xml"/><Relationship Id="rId58" Type="http://schemas.openxmlformats.org/officeDocument/2006/relationships/tags" Target="../tags/tag182.xml"/><Relationship Id="rId57" Type="http://schemas.openxmlformats.org/officeDocument/2006/relationships/tags" Target="../tags/tag181.xml"/><Relationship Id="rId56" Type="http://schemas.openxmlformats.org/officeDocument/2006/relationships/tags" Target="../tags/tag180.xml"/><Relationship Id="rId55" Type="http://schemas.openxmlformats.org/officeDocument/2006/relationships/tags" Target="../tags/tag179.xml"/><Relationship Id="rId54" Type="http://schemas.openxmlformats.org/officeDocument/2006/relationships/tags" Target="../tags/tag178.xml"/><Relationship Id="rId53" Type="http://schemas.openxmlformats.org/officeDocument/2006/relationships/tags" Target="../tags/tag177.xml"/><Relationship Id="rId52" Type="http://schemas.openxmlformats.org/officeDocument/2006/relationships/tags" Target="../tags/tag176.xml"/><Relationship Id="rId51" Type="http://schemas.openxmlformats.org/officeDocument/2006/relationships/tags" Target="../tags/tag175.xml"/><Relationship Id="rId50" Type="http://schemas.openxmlformats.org/officeDocument/2006/relationships/tags" Target="../tags/tag174.xml"/><Relationship Id="rId5" Type="http://schemas.openxmlformats.org/officeDocument/2006/relationships/tags" Target="../tags/tag129.xml"/><Relationship Id="rId49" Type="http://schemas.openxmlformats.org/officeDocument/2006/relationships/tags" Target="../tags/tag173.xml"/><Relationship Id="rId48" Type="http://schemas.openxmlformats.org/officeDocument/2006/relationships/tags" Target="../tags/tag172.xml"/><Relationship Id="rId47" Type="http://schemas.openxmlformats.org/officeDocument/2006/relationships/tags" Target="../tags/tag171.xml"/><Relationship Id="rId46" Type="http://schemas.openxmlformats.org/officeDocument/2006/relationships/tags" Target="../tags/tag170.xml"/><Relationship Id="rId45" Type="http://schemas.openxmlformats.org/officeDocument/2006/relationships/tags" Target="../tags/tag169.xml"/><Relationship Id="rId44" Type="http://schemas.openxmlformats.org/officeDocument/2006/relationships/tags" Target="../tags/tag168.xml"/><Relationship Id="rId43" Type="http://schemas.openxmlformats.org/officeDocument/2006/relationships/tags" Target="../tags/tag167.xml"/><Relationship Id="rId42" Type="http://schemas.openxmlformats.org/officeDocument/2006/relationships/tags" Target="../tags/tag166.xml"/><Relationship Id="rId41" Type="http://schemas.openxmlformats.org/officeDocument/2006/relationships/tags" Target="../tags/tag165.xml"/><Relationship Id="rId40" Type="http://schemas.openxmlformats.org/officeDocument/2006/relationships/tags" Target="../tags/tag164.xml"/><Relationship Id="rId4" Type="http://schemas.openxmlformats.org/officeDocument/2006/relationships/tags" Target="../tags/tag128.xml"/><Relationship Id="rId39" Type="http://schemas.openxmlformats.org/officeDocument/2006/relationships/tags" Target="../tags/tag163.xml"/><Relationship Id="rId38" Type="http://schemas.openxmlformats.org/officeDocument/2006/relationships/tags" Target="../tags/tag162.xml"/><Relationship Id="rId37" Type="http://schemas.openxmlformats.org/officeDocument/2006/relationships/tags" Target="../tags/tag161.xml"/><Relationship Id="rId36" Type="http://schemas.openxmlformats.org/officeDocument/2006/relationships/tags" Target="../tags/tag160.xml"/><Relationship Id="rId35" Type="http://schemas.openxmlformats.org/officeDocument/2006/relationships/tags" Target="../tags/tag159.xml"/><Relationship Id="rId34" Type="http://schemas.openxmlformats.org/officeDocument/2006/relationships/tags" Target="../tags/tag158.xml"/><Relationship Id="rId33" Type="http://schemas.openxmlformats.org/officeDocument/2006/relationships/tags" Target="../tags/tag157.xml"/><Relationship Id="rId32" Type="http://schemas.openxmlformats.org/officeDocument/2006/relationships/tags" Target="../tags/tag156.xml"/><Relationship Id="rId31" Type="http://schemas.openxmlformats.org/officeDocument/2006/relationships/tags" Target="../tags/tag155.xml"/><Relationship Id="rId30" Type="http://schemas.openxmlformats.org/officeDocument/2006/relationships/tags" Target="../tags/tag154.xml"/><Relationship Id="rId3" Type="http://schemas.openxmlformats.org/officeDocument/2006/relationships/tags" Target="../tags/tag127.xml"/><Relationship Id="rId29" Type="http://schemas.openxmlformats.org/officeDocument/2006/relationships/tags" Target="../tags/tag153.xml"/><Relationship Id="rId28" Type="http://schemas.openxmlformats.org/officeDocument/2006/relationships/tags" Target="../tags/tag152.xml"/><Relationship Id="rId27" Type="http://schemas.openxmlformats.org/officeDocument/2006/relationships/tags" Target="../tags/tag151.xml"/><Relationship Id="rId26" Type="http://schemas.openxmlformats.org/officeDocument/2006/relationships/tags" Target="../tags/tag150.xml"/><Relationship Id="rId25" Type="http://schemas.openxmlformats.org/officeDocument/2006/relationships/tags" Target="../tags/tag149.xml"/><Relationship Id="rId24" Type="http://schemas.openxmlformats.org/officeDocument/2006/relationships/tags" Target="../tags/tag148.xml"/><Relationship Id="rId23" Type="http://schemas.openxmlformats.org/officeDocument/2006/relationships/tags" Target="../tags/tag147.xml"/><Relationship Id="rId22" Type="http://schemas.openxmlformats.org/officeDocument/2006/relationships/tags" Target="../tags/tag146.xml"/><Relationship Id="rId21" Type="http://schemas.openxmlformats.org/officeDocument/2006/relationships/tags" Target="../tags/tag145.xml"/><Relationship Id="rId20" Type="http://schemas.openxmlformats.org/officeDocument/2006/relationships/tags" Target="../tags/tag144.xml"/><Relationship Id="rId2" Type="http://schemas.openxmlformats.org/officeDocument/2006/relationships/tags" Target="../tags/tag126.xml"/><Relationship Id="rId19" Type="http://schemas.openxmlformats.org/officeDocument/2006/relationships/tags" Target="../tags/tag143.xml"/><Relationship Id="rId18" Type="http://schemas.openxmlformats.org/officeDocument/2006/relationships/tags" Target="../tags/tag142.xml"/><Relationship Id="rId17" Type="http://schemas.openxmlformats.org/officeDocument/2006/relationships/tags" Target="../tags/tag141.xml"/><Relationship Id="rId16" Type="http://schemas.openxmlformats.org/officeDocument/2006/relationships/tags" Target="../tags/tag140.xml"/><Relationship Id="rId15" Type="http://schemas.openxmlformats.org/officeDocument/2006/relationships/tags" Target="../tags/tag139.xml"/><Relationship Id="rId14" Type="http://schemas.openxmlformats.org/officeDocument/2006/relationships/tags" Target="../tags/tag138.xml"/><Relationship Id="rId13" Type="http://schemas.openxmlformats.org/officeDocument/2006/relationships/tags" Target="../tags/tag137.xml"/><Relationship Id="rId12" Type="http://schemas.openxmlformats.org/officeDocument/2006/relationships/tags" Target="../tags/tag136.xml"/><Relationship Id="rId11" Type="http://schemas.openxmlformats.org/officeDocument/2006/relationships/tags" Target="../tags/tag135.xml"/><Relationship Id="rId10" Type="http://schemas.openxmlformats.org/officeDocument/2006/relationships/tags" Target="../tags/tag134.xml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223.xml"/><Relationship Id="rId6" Type="http://schemas.openxmlformats.org/officeDocument/2006/relationships/tags" Target="../tags/tag222.xml"/><Relationship Id="rId5" Type="http://schemas.openxmlformats.org/officeDocument/2006/relationships/tags" Target="../tags/tag221.xml"/><Relationship Id="rId4" Type="http://schemas.openxmlformats.org/officeDocument/2006/relationships/tags" Target="../tags/tag220.xml"/><Relationship Id="rId3" Type="http://schemas.openxmlformats.org/officeDocument/2006/relationships/tags" Target="../tags/tag219.xml"/><Relationship Id="rId2" Type="http://schemas.openxmlformats.org/officeDocument/2006/relationships/tags" Target="../tags/tag218.xml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9" Type="http://schemas.openxmlformats.org/officeDocument/2006/relationships/tags" Target="../tags/tag231.xml"/><Relationship Id="rId8" Type="http://schemas.openxmlformats.org/officeDocument/2006/relationships/tags" Target="../tags/tag230.xml"/><Relationship Id="rId7" Type="http://schemas.openxmlformats.org/officeDocument/2006/relationships/tags" Target="../tags/tag229.xml"/><Relationship Id="rId6" Type="http://schemas.openxmlformats.org/officeDocument/2006/relationships/tags" Target="../tags/tag228.xml"/><Relationship Id="rId5" Type="http://schemas.openxmlformats.org/officeDocument/2006/relationships/tags" Target="../tags/tag227.xml"/><Relationship Id="rId4" Type="http://schemas.openxmlformats.org/officeDocument/2006/relationships/tags" Target="../tags/tag226.xml"/><Relationship Id="rId3" Type="http://schemas.openxmlformats.org/officeDocument/2006/relationships/tags" Target="../tags/tag225.xml"/><Relationship Id="rId2" Type="http://schemas.openxmlformats.org/officeDocument/2006/relationships/tags" Target="../tags/tag224.xml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9" Type="http://schemas.openxmlformats.org/officeDocument/2006/relationships/tags" Target="../tags/tag239.xml"/><Relationship Id="rId84" Type="http://schemas.openxmlformats.org/officeDocument/2006/relationships/tags" Target="../tags/tag314.xml"/><Relationship Id="rId83" Type="http://schemas.openxmlformats.org/officeDocument/2006/relationships/tags" Target="../tags/tag313.xml"/><Relationship Id="rId82" Type="http://schemas.openxmlformats.org/officeDocument/2006/relationships/tags" Target="../tags/tag312.xml"/><Relationship Id="rId81" Type="http://schemas.openxmlformats.org/officeDocument/2006/relationships/tags" Target="../tags/tag311.xml"/><Relationship Id="rId80" Type="http://schemas.openxmlformats.org/officeDocument/2006/relationships/tags" Target="../tags/tag310.xml"/><Relationship Id="rId8" Type="http://schemas.openxmlformats.org/officeDocument/2006/relationships/tags" Target="../tags/tag238.xml"/><Relationship Id="rId79" Type="http://schemas.openxmlformats.org/officeDocument/2006/relationships/tags" Target="../tags/tag309.xml"/><Relationship Id="rId78" Type="http://schemas.openxmlformats.org/officeDocument/2006/relationships/tags" Target="../tags/tag308.xml"/><Relationship Id="rId77" Type="http://schemas.openxmlformats.org/officeDocument/2006/relationships/tags" Target="../tags/tag307.xml"/><Relationship Id="rId76" Type="http://schemas.openxmlformats.org/officeDocument/2006/relationships/tags" Target="../tags/tag306.xml"/><Relationship Id="rId75" Type="http://schemas.openxmlformats.org/officeDocument/2006/relationships/tags" Target="../tags/tag305.xml"/><Relationship Id="rId74" Type="http://schemas.openxmlformats.org/officeDocument/2006/relationships/tags" Target="../tags/tag304.xml"/><Relationship Id="rId73" Type="http://schemas.openxmlformats.org/officeDocument/2006/relationships/tags" Target="../tags/tag303.xml"/><Relationship Id="rId72" Type="http://schemas.openxmlformats.org/officeDocument/2006/relationships/tags" Target="../tags/tag302.xml"/><Relationship Id="rId71" Type="http://schemas.openxmlformats.org/officeDocument/2006/relationships/tags" Target="../tags/tag301.xml"/><Relationship Id="rId70" Type="http://schemas.openxmlformats.org/officeDocument/2006/relationships/tags" Target="../tags/tag300.xml"/><Relationship Id="rId7" Type="http://schemas.openxmlformats.org/officeDocument/2006/relationships/tags" Target="../tags/tag237.xml"/><Relationship Id="rId69" Type="http://schemas.openxmlformats.org/officeDocument/2006/relationships/tags" Target="../tags/tag299.xml"/><Relationship Id="rId68" Type="http://schemas.openxmlformats.org/officeDocument/2006/relationships/tags" Target="../tags/tag298.xml"/><Relationship Id="rId67" Type="http://schemas.openxmlformats.org/officeDocument/2006/relationships/tags" Target="../tags/tag297.xml"/><Relationship Id="rId66" Type="http://schemas.openxmlformats.org/officeDocument/2006/relationships/tags" Target="../tags/tag296.xml"/><Relationship Id="rId65" Type="http://schemas.openxmlformats.org/officeDocument/2006/relationships/tags" Target="../tags/tag295.xml"/><Relationship Id="rId64" Type="http://schemas.openxmlformats.org/officeDocument/2006/relationships/tags" Target="../tags/tag294.xml"/><Relationship Id="rId63" Type="http://schemas.openxmlformats.org/officeDocument/2006/relationships/tags" Target="../tags/tag293.xml"/><Relationship Id="rId62" Type="http://schemas.openxmlformats.org/officeDocument/2006/relationships/tags" Target="../tags/tag292.xml"/><Relationship Id="rId61" Type="http://schemas.openxmlformats.org/officeDocument/2006/relationships/tags" Target="../tags/tag291.xml"/><Relationship Id="rId60" Type="http://schemas.openxmlformats.org/officeDocument/2006/relationships/tags" Target="../tags/tag290.xml"/><Relationship Id="rId6" Type="http://schemas.openxmlformats.org/officeDocument/2006/relationships/tags" Target="../tags/tag236.xml"/><Relationship Id="rId59" Type="http://schemas.openxmlformats.org/officeDocument/2006/relationships/tags" Target="../tags/tag289.xml"/><Relationship Id="rId58" Type="http://schemas.openxmlformats.org/officeDocument/2006/relationships/tags" Target="../tags/tag288.xml"/><Relationship Id="rId57" Type="http://schemas.openxmlformats.org/officeDocument/2006/relationships/tags" Target="../tags/tag287.xml"/><Relationship Id="rId56" Type="http://schemas.openxmlformats.org/officeDocument/2006/relationships/tags" Target="../tags/tag286.xml"/><Relationship Id="rId55" Type="http://schemas.openxmlformats.org/officeDocument/2006/relationships/tags" Target="../tags/tag285.xml"/><Relationship Id="rId54" Type="http://schemas.openxmlformats.org/officeDocument/2006/relationships/tags" Target="../tags/tag284.xml"/><Relationship Id="rId53" Type="http://schemas.openxmlformats.org/officeDocument/2006/relationships/tags" Target="../tags/tag283.xml"/><Relationship Id="rId52" Type="http://schemas.openxmlformats.org/officeDocument/2006/relationships/tags" Target="../tags/tag282.xml"/><Relationship Id="rId51" Type="http://schemas.openxmlformats.org/officeDocument/2006/relationships/tags" Target="../tags/tag281.xml"/><Relationship Id="rId50" Type="http://schemas.openxmlformats.org/officeDocument/2006/relationships/tags" Target="../tags/tag280.xml"/><Relationship Id="rId5" Type="http://schemas.openxmlformats.org/officeDocument/2006/relationships/tags" Target="../tags/tag235.xml"/><Relationship Id="rId49" Type="http://schemas.openxmlformats.org/officeDocument/2006/relationships/tags" Target="../tags/tag279.xml"/><Relationship Id="rId48" Type="http://schemas.openxmlformats.org/officeDocument/2006/relationships/tags" Target="../tags/tag278.xml"/><Relationship Id="rId47" Type="http://schemas.openxmlformats.org/officeDocument/2006/relationships/tags" Target="../tags/tag277.xml"/><Relationship Id="rId46" Type="http://schemas.openxmlformats.org/officeDocument/2006/relationships/tags" Target="../tags/tag276.xml"/><Relationship Id="rId45" Type="http://schemas.openxmlformats.org/officeDocument/2006/relationships/tags" Target="../tags/tag275.xml"/><Relationship Id="rId44" Type="http://schemas.openxmlformats.org/officeDocument/2006/relationships/tags" Target="../tags/tag274.xml"/><Relationship Id="rId43" Type="http://schemas.openxmlformats.org/officeDocument/2006/relationships/tags" Target="../tags/tag273.xml"/><Relationship Id="rId42" Type="http://schemas.openxmlformats.org/officeDocument/2006/relationships/tags" Target="../tags/tag272.xml"/><Relationship Id="rId41" Type="http://schemas.openxmlformats.org/officeDocument/2006/relationships/tags" Target="../tags/tag271.xml"/><Relationship Id="rId40" Type="http://schemas.openxmlformats.org/officeDocument/2006/relationships/tags" Target="../tags/tag270.xml"/><Relationship Id="rId4" Type="http://schemas.openxmlformats.org/officeDocument/2006/relationships/tags" Target="../tags/tag234.xml"/><Relationship Id="rId39" Type="http://schemas.openxmlformats.org/officeDocument/2006/relationships/tags" Target="../tags/tag269.xml"/><Relationship Id="rId38" Type="http://schemas.openxmlformats.org/officeDocument/2006/relationships/tags" Target="../tags/tag268.xml"/><Relationship Id="rId37" Type="http://schemas.openxmlformats.org/officeDocument/2006/relationships/tags" Target="../tags/tag267.xml"/><Relationship Id="rId36" Type="http://schemas.openxmlformats.org/officeDocument/2006/relationships/tags" Target="../tags/tag266.xml"/><Relationship Id="rId35" Type="http://schemas.openxmlformats.org/officeDocument/2006/relationships/tags" Target="../tags/tag265.xml"/><Relationship Id="rId34" Type="http://schemas.openxmlformats.org/officeDocument/2006/relationships/tags" Target="../tags/tag264.xml"/><Relationship Id="rId33" Type="http://schemas.openxmlformats.org/officeDocument/2006/relationships/tags" Target="../tags/tag263.xml"/><Relationship Id="rId32" Type="http://schemas.openxmlformats.org/officeDocument/2006/relationships/tags" Target="../tags/tag262.xml"/><Relationship Id="rId31" Type="http://schemas.openxmlformats.org/officeDocument/2006/relationships/tags" Target="../tags/tag261.xml"/><Relationship Id="rId30" Type="http://schemas.openxmlformats.org/officeDocument/2006/relationships/tags" Target="../tags/tag260.xml"/><Relationship Id="rId3" Type="http://schemas.openxmlformats.org/officeDocument/2006/relationships/tags" Target="../tags/tag233.xml"/><Relationship Id="rId29" Type="http://schemas.openxmlformats.org/officeDocument/2006/relationships/tags" Target="../tags/tag259.xml"/><Relationship Id="rId28" Type="http://schemas.openxmlformats.org/officeDocument/2006/relationships/tags" Target="../tags/tag258.xml"/><Relationship Id="rId27" Type="http://schemas.openxmlformats.org/officeDocument/2006/relationships/tags" Target="../tags/tag257.xml"/><Relationship Id="rId26" Type="http://schemas.openxmlformats.org/officeDocument/2006/relationships/tags" Target="../tags/tag256.xml"/><Relationship Id="rId25" Type="http://schemas.openxmlformats.org/officeDocument/2006/relationships/tags" Target="../tags/tag255.xml"/><Relationship Id="rId24" Type="http://schemas.openxmlformats.org/officeDocument/2006/relationships/tags" Target="../tags/tag254.xml"/><Relationship Id="rId23" Type="http://schemas.openxmlformats.org/officeDocument/2006/relationships/tags" Target="../tags/tag253.xml"/><Relationship Id="rId22" Type="http://schemas.openxmlformats.org/officeDocument/2006/relationships/tags" Target="../tags/tag252.xml"/><Relationship Id="rId21" Type="http://schemas.openxmlformats.org/officeDocument/2006/relationships/tags" Target="../tags/tag251.xml"/><Relationship Id="rId20" Type="http://schemas.openxmlformats.org/officeDocument/2006/relationships/tags" Target="../tags/tag250.xml"/><Relationship Id="rId2" Type="http://schemas.openxmlformats.org/officeDocument/2006/relationships/tags" Target="../tags/tag232.xml"/><Relationship Id="rId19" Type="http://schemas.openxmlformats.org/officeDocument/2006/relationships/tags" Target="../tags/tag249.xml"/><Relationship Id="rId18" Type="http://schemas.openxmlformats.org/officeDocument/2006/relationships/tags" Target="../tags/tag248.xml"/><Relationship Id="rId17" Type="http://schemas.openxmlformats.org/officeDocument/2006/relationships/tags" Target="../tags/tag247.xml"/><Relationship Id="rId16" Type="http://schemas.openxmlformats.org/officeDocument/2006/relationships/tags" Target="../tags/tag246.xml"/><Relationship Id="rId15" Type="http://schemas.openxmlformats.org/officeDocument/2006/relationships/tags" Target="../tags/tag245.xml"/><Relationship Id="rId14" Type="http://schemas.openxmlformats.org/officeDocument/2006/relationships/tags" Target="../tags/tag244.xml"/><Relationship Id="rId13" Type="http://schemas.openxmlformats.org/officeDocument/2006/relationships/tags" Target="../tags/tag243.xml"/><Relationship Id="rId12" Type="http://schemas.openxmlformats.org/officeDocument/2006/relationships/tags" Target="../tags/tag242.xml"/><Relationship Id="rId11" Type="http://schemas.openxmlformats.org/officeDocument/2006/relationships/tags" Target="../tags/tag241.xml"/><Relationship Id="rId10" Type="http://schemas.openxmlformats.org/officeDocument/2006/relationships/tags" Target="../tags/tag240.xml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4" Type="http://schemas.openxmlformats.org/officeDocument/2006/relationships/tags" Target="../tags/tag317.xml"/><Relationship Id="rId3" Type="http://schemas.openxmlformats.org/officeDocument/2006/relationships/tags" Target="../tags/tag316.xml"/><Relationship Id="rId2" Type="http://schemas.openxmlformats.org/officeDocument/2006/relationships/tags" Target="../tags/tag315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7" Type="http://schemas.openxmlformats.org/officeDocument/2006/relationships/tags" Target="../tags/tag323.xml"/><Relationship Id="rId6" Type="http://schemas.openxmlformats.org/officeDocument/2006/relationships/tags" Target="../tags/tag322.xml"/><Relationship Id="rId5" Type="http://schemas.openxmlformats.org/officeDocument/2006/relationships/tags" Target="../tags/tag321.xml"/><Relationship Id="rId4" Type="http://schemas.openxmlformats.org/officeDocument/2006/relationships/tags" Target="../tags/tag320.xml"/><Relationship Id="rId3" Type="http://schemas.openxmlformats.org/officeDocument/2006/relationships/tags" Target="../tags/tag319.xml"/><Relationship Id="rId2" Type="http://schemas.openxmlformats.org/officeDocument/2006/relationships/tags" Target="../tags/tag318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328.xml"/><Relationship Id="rId5" Type="http://schemas.openxmlformats.org/officeDocument/2006/relationships/tags" Target="../tags/tag327.xml"/><Relationship Id="rId4" Type="http://schemas.openxmlformats.org/officeDocument/2006/relationships/tags" Target="../tags/tag326.xml"/><Relationship Id="rId3" Type="http://schemas.openxmlformats.org/officeDocument/2006/relationships/tags" Target="../tags/tag325.xml"/><Relationship Id="rId2" Type="http://schemas.openxmlformats.org/officeDocument/2006/relationships/tags" Target="../tags/tag324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5" Type="http://schemas.openxmlformats.org/officeDocument/2006/relationships/tags" Target="../tags/tag332.xml"/><Relationship Id="rId4" Type="http://schemas.openxmlformats.org/officeDocument/2006/relationships/tags" Target="../tags/tag331.xml"/><Relationship Id="rId3" Type="http://schemas.openxmlformats.org/officeDocument/2006/relationships/tags" Target="../tags/tag330.xml"/><Relationship Id="rId2" Type="http://schemas.openxmlformats.org/officeDocument/2006/relationships/tags" Target="../tags/tag329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340.xml"/><Relationship Id="rId84" Type="http://schemas.openxmlformats.org/officeDocument/2006/relationships/tags" Target="../tags/tag415.xml"/><Relationship Id="rId83" Type="http://schemas.openxmlformats.org/officeDocument/2006/relationships/tags" Target="../tags/tag414.xml"/><Relationship Id="rId82" Type="http://schemas.openxmlformats.org/officeDocument/2006/relationships/tags" Target="../tags/tag413.xml"/><Relationship Id="rId81" Type="http://schemas.openxmlformats.org/officeDocument/2006/relationships/tags" Target="../tags/tag412.xml"/><Relationship Id="rId80" Type="http://schemas.openxmlformats.org/officeDocument/2006/relationships/tags" Target="../tags/tag411.xml"/><Relationship Id="rId8" Type="http://schemas.openxmlformats.org/officeDocument/2006/relationships/tags" Target="../tags/tag339.xml"/><Relationship Id="rId79" Type="http://schemas.openxmlformats.org/officeDocument/2006/relationships/tags" Target="../tags/tag410.xml"/><Relationship Id="rId78" Type="http://schemas.openxmlformats.org/officeDocument/2006/relationships/tags" Target="../tags/tag409.xml"/><Relationship Id="rId77" Type="http://schemas.openxmlformats.org/officeDocument/2006/relationships/tags" Target="../tags/tag408.xml"/><Relationship Id="rId76" Type="http://schemas.openxmlformats.org/officeDocument/2006/relationships/tags" Target="../tags/tag407.xml"/><Relationship Id="rId75" Type="http://schemas.openxmlformats.org/officeDocument/2006/relationships/tags" Target="../tags/tag406.xml"/><Relationship Id="rId74" Type="http://schemas.openxmlformats.org/officeDocument/2006/relationships/tags" Target="../tags/tag405.xml"/><Relationship Id="rId73" Type="http://schemas.openxmlformats.org/officeDocument/2006/relationships/tags" Target="../tags/tag404.xml"/><Relationship Id="rId72" Type="http://schemas.openxmlformats.org/officeDocument/2006/relationships/tags" Target="../tags/tag403.xml"/><Relationship Id="rId71" Type="http://schemas.openxmlformats.org/officeDocument/2006/relationships/tags" Target="../tags/tag402.xml"/><Relationship Id="rId70" Type="http://schemas.openxmlformats.org/officeDocument/2006/relationships/tags" Target="../tags/tag401.xml"/><Relationship Id="rId7" Type="http://schemas.openxmlformats.org/officeDocument/2006/relationships/tags" Target="../tags/tag338.xml"/><Relationship Id="rId69" Type="http://schemas.openxmlformats.org/officeDocument/2006/relationships/tags" Target="../tags/tag400.xml"/><Relationship Id="rId68" Type="http://schemas.openxmlformats.org/officeDocument/2006/relationships/tags" Target="../tags/tag399.xml"/><Relationship Id="rId67" Type="http://schemas.openxmlformats.org/officeDocument/2006/relationships/tags" Target="../tags/tag398.xml"/><Relationship Id="rId66" Type="http://schemas.openxmlformats.org/officeDocument/2006/relationships/tags" Target="../tags/tag397.xml"/><Relationship Id="rId65" Type="http://schemas.openxmlformats.org/officeDocument/2006/relationships/tags" Target="../tags/tag396.xml"/><Relationship Id="rId64" Type="http://schemas.openxmlformats.org/officeDocument/2006/relationships/tags" Target="../tags/tag395.xml"/><Relationship Id="rId63" Type="http://schemas.openxmlformats.org/officeDocument/2006/relationships/tags" Target="../tags/tag394.xml"/><Relationship Id="rId62" Type="http://schemas.openxmlformats.org/officeDocument/2006/relationships/tags" Target="../tags/tag393.xml"/><Relationship Id="rId61" Type="http://schemas.openxmlformats.org/officeDocument/2006/relationships/tags" Target="../tags/tag392.xml"/><Relationship Id="rId60" Type="http://schemas.openxmlformats.org/officeDocument/2006/relationships/tags" Target="../tags/tag391.xml"/><Relationship Id="rId6" Type="http://schemas.openxmlformats.org/officeDocument/2006/relationships/tags" Target="../tags/tag337.xml"/><Relationship Id="rId59" Type="http://schemas.openxmlformats.org/officeDocument/2006/relationships/tags" Target="../tags/tag390.xml"/><Relationship Id="rId58" Type="http://schemas.openxmlformats.org/officeDocument/2006/relationships/tags" Target="../tags/tag389.xml"/><Relationship Id="rId57" Type="http://schemas.openxmlformats.org/officeDocument/2006/relationships/tags" Target="../tags/tag388.xml"/><Relationship Id="rId56" Type="http://schemas.openxmlformats.org/officeDocument/2006/relationships/tags" Target="../tags/tag387.xml"/><Relationship Id="rId55" Type="http://schemas.openxmlformats.org/officeDocument/2006/relationships/tags" Target="../tags/tag386.xml"/><Relationship Id="rId54" Type="http://schemas.openxmlformats.org/officeDocument/2006/relationships/tags" Target="../tags/tag385.xml"/><Relationship Id="rId53" Type="http://schemas.openxmlformats.org/officeDocument/2006/relationships/tags" Target="../tags/tag384.xml"/><Relationship Id="rId52" Type="http://schemas.openxmlformats.org/officeDocument/2006/relationships/tags" Target="../tags/tag383.xml"/><Relationship Id="rId51" Type="http://schemas.openxmlformats.org/officeDocument/2006/relationships/tags" Target="../tags/tag382.xml"/><Relationship Id="rId50" Type="http://schemas.openxmlformats.org/officeDocument/2006/relationships/tags" Target="../tags/tag381.xml"/><Relationship Id="rId5" Type="http://schemas.openxmlformats.org/officeDocument/2006/relationships/tags" Target="../tags/tag336.xml"/><Relationship Id="rId49" Type="http://schemas.openxmlformats.org/officeDocument/2006/relationships/tags" Target="../tags/tag380.xml"/><Relationship Id="rId48" Type="http://schemas.openxmlformats.org/officeDocument/2006/relationships/tags" Target="../tags/tag379.xml"/><Relationship Id="rId47" Type="http://schemas.openxmlformats.org/officeDocument/2006/relationships/tags" Target="../tags/tag378.xml"/><Relationship Id="rId46" Type="http://schemas.openxmlformats.org/officeDocument/2006/relationships/tags" Target="../tags/tag377.xml"/><Relationship Id="rId45" Type="http://schemas.openxmlformats.org/officeDocument/2006/relationships/tags" Target="../tags/tag376.xml"/><Relationship Id="rId44" Type="http://schemas.openxmlformats.org/officeDocument/2006/relationships/tags" Target="../tags/tag375.xml"/><Relationship Id="rId43" Type="http://schemas.openxmlformats.org/officeDocument/2006/relationships/tags" Target="../tags/tag374.xml"/><Relationship Id="rId42" Type="http://schemas.openxmlformats.org/officeDocument/2006/relationships/tags" Target="../tags/tag373.xml"/><Relationship Id="rId41" Type="http://schemas.openxmlformats.org/officeDocument/2006/relationships/tags" Target="../tags/tag372.xml"/><Relationship Id="rId40" Type="http://schemas.openxmlformats.org/officeDocument/2006/relationships/tags" Target="../tags/tag371.xml"/><Relationship Id="rId4" Type="http://schemas.openxmlformats.org/officeDocument/2006/relationships/tags" Target="../tags/tag335.xml"/><Relationship Id="rId39" Type="http://schemas.openxmlformats.org/officeDocument/2006/relationships/tags" Target="../tags/tag370.xml"/><Relationship Id="rId38" Type="http://schemas.openxmlformats.org/officeDocument/2006/relationships/tags" Target="../tags/tag369.xml"/><Relationship Id="rId37" Type="http://schemas.openxmlformats.org/officeDocument/2006/relationships/tags" Target="../tags/tag368.xml"/><Relationship Id="rId36" Type="http://schemas.openxmlformats.org/officeDocument/2006/relationships/tags" Target="../tags/tag367.xml"/><Relationship Id="rId35" Type="http://schemas.openxmlformats.org/officeDocument/2006/relationships/tags" Target="../tags/tag366.xml"/><Relationship Id="rId34" Type="http://schemas.openxmlformats.org/officeDocument/2006/relationships/tags" Target="../tags/tag365.xml"/><Relationship Id="rId33" Type="http://schemas.openxmlformats.org/officeDocument/2006/relationships/tags" Target="../tags/tag364.xml"/><Relationship Id="rId32" Type="http://schemas.openxmlformats.org/officeDocument/2006/relationships/tags" Target="../tags/tag363.xml"/><Relationship Id="rId31" Type="http://schemas.openxmlformats.org/officeDocument/2006/relationships/tags" Target="../tags/tag362.xml"/><Relationship Id="rId30" Type="http://schemas.openxmlformats.org/officeDocument/2006/relationships/tags" Target="../tags/tag361.xml"/><Relationship Id="rId3" Type="http://schemas.openxmlformats.org/officeDocument/2006/relationships/tags" Target="../tags/tag334.xml"/><Relationship Id="rId29" Type="http://schemas.openxmlformats.org/officeDocument/2006/relationships/tags" Target="../tags/tag360.xml"/><Relationship Id="rId28" Type="http://schemas.openxmlformats.org/officeDocument/2006/relationships/tags" Target="../tags/tag359.xml"/><Relationship Id="rId27" Type="http://schemas.openxmlformats.org/officeDocument/2006/relationships/tags" Target="../tags/tag358.xml"/><Relationship Id="rId26" Type="http://schemas.openxmlformats.org/officeDocument/2006/relationships/tags" Target="../tags/tag357.xml"/><Relationship Id="rId25" Type="http://schemas.openxmlformats.org/officeDocument/2006/relationships/tags" Target="../tags/tag356.xml"/><Relationship Id="rId24" Type="http://schemas.openxmlformats.org/officeDocument/2006/relationships/tags" Target="../tags/tag355.xml"/><Relationship Id="rId23" Type="http://schemas.openxmlformats.org/officeDocument/2006/relationships/tags" Target="../tags/tag354.xml"/><Relationship Id="rId22" Type="http://schemas.openxmlformats.org/officeDocument/2006/relationships/tags" Target="../tags/tag353.xml"/><Relationship Id="rId21" Type="http://schemas.openxmlformats.org/officeDocument/2006/relationships/tags" Target="../tags/tag352.xml"/><Relationship Id="rId20" Type="http://schemas.openxmlformats.org/officeDocument/2006/relationships/tags" Target="../tags/tag351.xml"/><Relationship Id="rId2" Type="http://schemas.openxmlformats.org/officeDocument/2006/relationships/tags" Target="../tags/tag333.xml"/><Relationship Id="rId19" Type="http://schemas.openxmlformats.org/officeDocument/2006/relationships/tags" Target="../tags/tag350.xml"/><Relationship Id="rId18" Type="http://schemas.openxmlformats.org/officeDocument/2006/relationships/tags" Target="../tags/tag349.xml"/><Relationship Id="rId17" Type="http://schemas.openxmlformats.org/officeDocument/2006/relationships/tags" Target="../tags/tag348.xml"/><Relationship Id="rId16" Type="http://schemas.openxmlformats.org/officeDocument/2006/relationships/tags" Target="../tags/tag347.xml"/><Relationship Id="rId15" Type="http://schemas.openxmlformats.org/officeDocument/2006/relationships/tags" Target="../tags/tag346.xml"/><Relationship Id="rId14" Type="http://schemas.openxmlformats.org/officeDocument/2006/relationships/tags" Target="../tags/tag345.xml"/><Relationship Id="rId13" Type="http://schemas.openxmlformats.org/officeDocument/2006/relationships/tags" Target="../tags/tag344.xml"/><Relationship Id="rId12" Type="http://schemas.openxmlformats.org/officeDocument/2006/relationships/tags" Target="../tags/tag343.xml"/><Relationship Id="rId11" Type="http://schemas.openxmlformats.org/officeDocument/2006/relationships/tags" Target="../tags/tag342.xml"/><Relationship Id="rId10" Type="http://schemas.openxmlformats.org/officeDocument/2006/relationships/tags" Target="../tags/tag341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421.xml"/><Relationship Id="rId6" Type="http://schemas.openxmlformats.org/officeDocument/2006/relationships/tags" Target="../tags/tag420.xml"/><Relationship Id="rId5" Type="http://schemas.openxmlformats.org/officeDocument/2006/relationships/tags" Target="../tags/tag419.xml"/><Relationship Id="rId4" Type="http://schemas.openxmlformats.org/officeDocument/2006/relationships/tags" Target="../tags/tag418.xml"/><Relationship Id="rId3" Type="http://schemas.openxmlformats.org/officeDocument/2006/relationships/tags" Target="../tags/tag417.xml"/><Relationship Id="rId2" Type="http://schemas.openxmlformats.org/officeDocument/2006/relationships/tags" Target="../tags/tag416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429.xml"/><Relationship Id="rId8" Type="http://schemas.openxmlformats.org/officeDocument/2006/relationships/tags" Target="../tags/tag428.xml"/><Relationship Id="rId7" Type="http://schemas.openxmlformats.org/officeDocument/2006/relationships/tags" Target="../tags/tag427.xml"/><Relationship Id="rId6" Type="http://schemas.openxmlformats.org/officeDocument/2006/relationships/tags" Target="../tags/tag426.xml"/><Relationship Id="rId5" Type="http://schemas.openxmlformats.org/officeDocument/2006/relationships/tags" Target="../tags/tag425.xml"/><Relationship Id="rId4" Type="http://schemas.openxmlformats.org/officeDocument/2006/relationships/tags" Target="../tags/tag424.xml"/><Relationship Id="rId3" Type="http://schemas.openxmlformats.org/officeDocument/2006/relationships/tags" Target="../tags/tag423.xml"/><Relationship Id="rId26" Type="http://schemas.openxmlformats.org/officeDocument/2006/relationships/tags" Target="../tags/tag446.xml"/><Relationship Id="rId25" Type="http://schemas.openxmlformats.org/officeDocument/2006/relationships/tags" Target="../tags/tag445.xml"/><Relationship Id="rId24" Type="http://schemas.openxmlformats.org/officeDocument/2006/relationships/tags" Target="../tags/tag444.xml"/><Relationship Id="rId23" Type="http://schemas.openxmlformats.org/officeDocument/2006/relationships/tags" Target="../tags/tag443.xml"/><Relationship Id="rId22" Type="http://schemas.openxmlformats.org/officeDocument/2006/relationships/tags" Target="../tags/tag442.xml"/><Relationship Id="rId21" Type="http://schemas.openxmlformats.org/officeDocument/2006/relationships/tags" Target="../tags/tag441.xml"/><Relationship Id="rId20" Type="http://schemas.openxmlformats.org/officeDocument/2006/relationships/tags" Target="../tags/tag440.xml"/><Relationship Id="rId2" Type="http://schemas.openxmlformats.org/officeDocument/2006/relationships/tags" Target="../tags/tag422.xml"/><Relationship Id="rId19" Type="http://schemas.openxmlformats.org/officeDocument/2006/relationships/tags" Target="../tags/tag439.xml"/><Relationship Id="rId18" Type="http://schemas.openxmlformats.org/officeDocument/2006/relationships/tags" Target="../tags/tag438.xml"/><Relationship Id="rId17" Type="http://schemas.openxmlformats.org/officeDocument/2006/relationships/tags" Target="../tags/tag437.xml"/><Relationship Id="rId16" Type="http://schemas.openxmlformats.org/officeDocument/2006/relationships/tags" Target="../tags/tag436.xml"/><Relationship Id="rId15" Type="http://schemas.openxmlformats.org/officeDocument/2006/relationships/tags" Target="../tags/tag435.xml"/><Relationship Id="rId14" Type="http://schemas.openxmlformats.org/officeDocument/2006/relationships/tags" Target="../tags/tag434.xml"/><Relationship Id="rId13" Type="http://schemas.openxmlformats.org/officeDocument/2006/relationships/tags" Target="../tags/tag433.xml"/><Relationship Id="rId12" Type="http://schemas.openxmlformats.org/officeDocument/2006/relationships/tags" Target="../tags/tag432.xml"/><Relationship Id="rId11" Type="http://schemas.openxmlformats.org/officeDocument/2006/relationships/tags" Target="../tags/tag431.xml"/><Relationship Id="rId10" Type="http://schemas.openxmlformats.org/officeDocument/2006/relationships/tags" Target="../tags/tag430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9" Type="http://schemas.openxmlformats.org/officeDocument/2006/relationships/tags" Target="../tags/tag454.xml"/><Relationship Id="rId8" Type="http://schemas.openxmlformats.org/officeDocument/2006/relationships/tags" Target="../tags/tag453.xml"/><Relationship Id="rId7" Type="http://schemas.openxmlformats.org/officeDocument/2006/relationships/tags" Target="../tags/tag452.xml"/><Relationship Id="rId6" Type="http://schemas.openxmlformats.org/officeDocument/2006/relationships/tags" Target="../tags/tag451.xml"/><Relationship Id="rId5" Type="http://schemas.openxmlformats.org/officeDocument/2006/relationships/tags" Target="../tags/tag450.xml"/><Relationship Id="rId4" Type="http://schemas.openxmlformats.org/officeDocument/2006/relationships/tags" Target="../tags/tag449.xml"/><Relationship Id="rId3" Type="http://schemas.openxmlformats.org/officeDocument/2006/relationships/tags" Target="../tags/tag448.xml"/><Relationship Id="rId27" Type="http://schemas.openxmlformats.org/officeDocument/2006/relationships/tags" Target="../tags/tag472.xml"/><Relationship Id="rId26" Type="http://schemas.openxmlformats.org/officeDocument/2006/relationships/tags" Target="../tags/tag471.xml"/><Relationship Id="rId25" Type="http://schemas.openxmlformats.org/officeDocument/2006/relationships/tags" Target="../tags/tag470.xml"/><Relationship Id="rId24" Type="http://schemas.openxmlformats.org/officeDocument/2006/relationships/tags" Target="../tags/tag469.xml"/><Relationship Id="rId23" Type="http://schemas.openxmlformats.org/officeDocument/2006/relationships/tags" Target="../tags/tag468.xml"/><Relationship Id="rId22" Type="http://schemas.openxmlformats.org/officeDocument/2006/relationships/tags" Target="../tags/tag467.xml"/><Relationship Id="rId21" Type="http://schemas.openxmlformats.org/officeDocument/2006/relationships/tags" Target="../tags/tag466.xml"/><Relationship Id="rId20" Type="http://schemas.openxmlformats.org/officeDocument/2006/relationships/tags" Target="../tags/tag465.xml"/><Relationship Id="rId2" Type="http://schemas.openxmlformats.org/officeDocument/2006/relationships/tags" Target="../tags/tag447.xml"/><Relationship Id="rId19" Type="http://schemas.openxmlformats.org/officeDocument/2006/relationships/tags" Target="../tags/tag464.xml"/><Relationship Id="rId18" Type="http://schemas.openxmlformats.org/officeDocument/2006/relationships/tags" Target="../tags/tag463.xml"/><Relationship Id="rId17" Type="http://schemas.openxmlformats.org/officeDocument/2006/relationships/tags" Target="../tags/tag462.xml"/><Relationship Id="rId16" Type="http://schemas.openxmlformats.org/officeDocument/2006/relationships/tags" Target="../tags/tag461.xml"/><Relationship Id="rId15" Type="http://schemas.openxmlformats.org/officeDocument/2006/relationships/tags" Target="../tags/tag460.xml"/><Relationship Id="rId14" Type="http://schemas.openxmlformats.org/officeDocument/2006/relationships/tags" Target="../tags/tag459.xml"/><Relationship Id="rId13" Type="http://schemas.openxmlformats.org/officeDocument/2006/relationships/tags" Target="../tags/tag458.xml"/><Relationship Id="rId12" Type="http://schemas.openxmlformats.org/officeDocument/2006/relationships/tags" Target="../tags/tag457.xml"/><Relationship Id="rId11" Type="http://schemas.openxmlformats.org/officeDocument/2006/relationships/tags" Target="../tags/tag456.xml"/><Relationship Id="rId10" Type="http://schemas.openxmlformats.org/officeDocument/2006/relationships/tags" Target="../tags/tag455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9" Type="http://schemas.openxmlformats.org/officeDocument/2006/relationships/tags" Target="../tags/tag480.xml"/><Relationship Id="rId8" Type="http://schemas.openxmlformats.org/officeDocument/2006/relationships/tags" Target="../tags/tag479.xml"/><Relationship Id="rId7" Type="http://schemas.openxmlformats.org/officeDocument/2006/relationships/tags" Target="../tags/tag478.xml"/><Relationship Id="rId6" Type="http://schemas.openxmlformats.org/officeDocument/2006/relationships/tags" Target="../tags/tag477.xml"/><Relationship Id="rId5" Type="http://schemas.openxmlformats.org/officeDocument/2006/relationships/tags" Target="../tags/tag476.xml"/><Relationship Id="rId4" Type="http://schemas.openxmlformats.org/officeDocument/2006/relationships/tags" Target="../tags/tag475.xml"/><Relationship Id="rId3" Type="http://schemas.openxmlformats.org/officeDocument/2006/relationships/tags" Target="../tags/tag474.xml"/><Relationship Id="rId28" Type="http://schemas.openxmlformats.org/officeDocument/2006/relationships/tags" Target="../tags/tag499.xml"/><Relationship Id="rId27" Type="http://schemas.openxmlformats.org/officeDocument/2006/relationships/tags" Target="../tags/tag498.xml"/><Relationship Id="rId26" Type="http://schemas.openxmlformats.org/officeDocument/2006/relationships/tags" Target="../tags/tag497.xml"/><Relationship Id="rId25" Type="http://schemas.openxmlformats.org/officeDocument/2006/relationships/tags" Target="../tags/tag496.xml"/><Relationship Id="rId24" Type="http://schemas.openxmlformats.org/officeDocument/2006/relationships/tags" Target="../tags/tag495.xml"/><Relationship Id="rId23" Type="http://schemas.openxmlformats.org/officeDocument/2006/relationships/tags" Target="../tags/tag494.xml"/><Relationship Id="rId22" Type="http://schemas.openxmlformats.org/officeDocument/2006/relationships/tags" Target="../tags/tag493.xml"/><Relationship Id="rId21" Type="http://schemas.openxmlformats.org/officeDocument/2006/relationships/tags" Target="../tags/tag492.xml"/><Relationship Id="rId20" Type="http://schemas.openxmlformats.org/officeDocument/2006/relationships/tags" Target="../tags/tag491.xml"/><Relationship Id="rId2" Type="http://schemas.openxmlformats.org/officeDocument/2006/relationships/tags" Target="../tags/tag473.xml"/><Relationship Id="rId19" Type="http://schemas.openxmlformats.org/officeDocument/2006/relationships/tags" Target="../tags/tag490.xml"/><Relationship Id="rId18" Type="http://schemas.openxmlformats.org/officeDocument/2006/relationships/tags" Target="../tags/tag489.xml"/><Relationship Id="rId17" Type="http://schemas.openxmlformats.org/officeDocument/2006/relationships/tags" Target="../tags/tag488.xml"/><Relationship Id="rId16" Type="http://schemas.openxmlformats.org/officeDocument/2006/relationships/tags" Target="../tags/tag487.xml"/><Relationship Id="rId15" Type="http://schemas.openxmlformats.org/officeDocument/2006/relationships/tags" Target="../tags/tag486.xml"/><Relationship Id="rId14" Type="http://schemas.openxmlformats.org/officeDocument/2006/relationships/tags" Target="../tags/tag485.xml"/><Relationship Id="rId13" Type="http://schemas.openxmlformats.org/officeDocument/2006/relationships/tags" Target="../tags/tag484.xml"/><Relationship Id="rId12" Type="http://schemas.openxmlformats.org/officeDocument/2006/relationships/tags" Target="../tags/tag483.xml"/><Relationship Id="rId11" Type="http://schemas.openxmlformats.org/officeDocument/2006/relationships/tags" Target="../tags/tag482.xml"/><Relationship Id="rId10" Type="http://schemas.openxmlformats.org/officeDocument/2006/relationships/tags" Target="../tags/tag481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9" Type="http://schemas.openxmlformats.org/officeDocument/2006/relationships/tags" Target="../tags/tag507.xml"/><Relationship Id="rId8" Type="http://schemas.openxmlformats.org/officeDocument/2006/relationships/tags" Target="../tags/tag506.xml"/><Relationship Id="rId7" Type="http://schemas.openxmlformats.org/officeDocument/2006/relationships/tags" Target="../tags/tag505.xml"/><Relationship Id="rId6" Type="http://schemas.openxmlformats.org/officeDocument/2006/relationships/tags" Target="../tags/tag504.xml"/><Relationship Id="rId5" Type="http://schemas.openxmlformats.org/officeDocument/2006/relationships/tags" Target="../tags/tag503.xml"/><Relationship Id="rId4" Type="http://schemas.openxmlformats.org/officeDocument/2006/relationships/tags" Target="../tags/tag502.xml"/><Relationship Id="rId3" Type="http://schemas.openxmlformats.org/officeDocument/2006/relationships/tags" Target="../tags/tag501.xml"/><Relationship Id="rId27" Type="http://schemas.openxmlformats.org/officeDocument/2006/relationships/tags" Target="../tags/tag525.xml"/><Relationship Id="rId26" Type="http://schemas.openxmlformats.org/officeDocument/2006/relationships/tags" Target="../tags/tag524.xml"/><Relationship Id="rId25" Type="http://schemas.openxmlformats.org/officeDocument/2006/relationships/tags" Target="../tags/tag523.xml"/><Relationship Id="rId24" Type="http://schemas.openxmlformats.org/officeDocument/2006/relationships/tags" Target="../tags/tag522.xml"/><Relationship Id="rId23" Type="http://schemas.openxmlformats.org/officeDocument/2006/relationships/tags" Target="../tags/tag521.xml"/><Relationship Id="rId22" Type="http://schemas.openxmlformats.org/officeDocument/2006/relationships/tags" Target="../tags/tag520.xml"/><Relationship Id="rId21" Type="http://schemas.openxmlformats.org/officeDocument/2006/relationships/tags" Target="../tags/tag519.xml"/><Relationship Id="rId20" Type="http://schemas.openxmlformats.org/officeDocument/2006/relationships/tags" Target="../tags/tag518.xml"/><Relationship Id="rId2" Type="http://schemas.openxmlformats.org/officeDocument/2006/relationships/tags" Target="../tags/tag500.xml"/><Relationship Id="rId19" Type="http://schemas.openxmlformats.org/officeDocument/2006/relationships/tags" Target="../tags/tag517.xml"/><Relationship Id="rId18" Type="http://schemas.openxmlformats.org/officeDocument/2006/relationships/tags" Target="../tags/tag516.xml"/><Relationship Id="rId17" Type="http://schemas.openxmlformats.org/officeDocument/2006/relationships/tags" Target="../tags/tag515.xml"/><Relationship Id="rId16" Type="http://schemas.openxmlformats.org/officeDocument/2006/relationships/tags" Target="../tags/tag514.xml"/><Relationship Id="rId15" Type="http://schemas.openxmlformats.org/officeDocument/2006/relationships/tags" Target="../tags/tag513.xml"/><Relationship Id="rId14" Type="http://schemas.openxmlformats.org/officeDocument/2006/relationships/tags" Target="../tags/tag512.xml"/><Relationship Id="rId13" Type="http://schemas.openxmlformats.org/officeDocument/2006/relationships/tags" Target="../tags/tag511.xml"/><Relationship Id="rId12" Type="http://schemas.openxmlformats.org/officeDocument/2006/relationships/tags" Target="../tags/tag510.xml"/><Relationship Id="rId11" Type="http://schemas.openxmlformats.org/officeDocument/2006/relationships/tags" Target="../tags/tag509.xml"/><Relationship Id="rId10" Type="http://schemas.openxmlformats.org/officeDocument/2006/relationships/tags" Target="../tags/tag508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9" Type="http://schemas.openxmlformats.org/officeDocument/2006/relationships/tags" Target="../tags/tag533.xml"/><Relationship Id="rId8" Type="http://schemas.openxmlformats.org/officeDocument/2006/relationships/tags" Target="../tags/tag532.xml"/><Relationship Id="rId7" Type="http://schemas.openxmlformats.org/officeDocument/2006/relationships/tags" Target="../tags/tag531.xml"/><Relationship Id="rId6" Type="http://schemas.openxmlformats.org/officeDocument/2006/relationships/tags" Target="../tags/tag530.xml"/><Relationship Id="rId5" Type="http://schemas.openxmlformats.org/officeDocument/2006/relationships/tags" Target="../tags/tag529.xml"/><Relationship Id="rId4" Type="http://schemas.openxmlformats.org/officeDocument/2006/relationships/tags" Target="../tags/tag528.xml"/><Relationship Id="rId3" Type="http://schemas.openxmlformats.org/officeDocument/2006/relationships/tags" Target="../tags/tag527.xml"/><Relationship Id="rId2" Type="http://schemas.openxmlformats.org/officeDocument/2006/relationships/tags" Target="../tags/tag526.xml"/><Relationship Id="rId12" Type="http://schemas.openxmlformats.org/officeDocument/2006/relationships/tags" Target="../tags/tag536.xml"/><Relationship Id="rId11" Type="http://schemas.openxmlformats.org/officeDocument/2006/relationships/tags" Target="../tags/tag535.xml"/><Relationship Id="rId10" Type="http://schemas.openxmlformats.org/officeDocument/2006/relationships/tags" Target="../tags/tag534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544.xml"/><Relationship Id="rId8" Type="http://schemas.openxmlformats.org/officeDocument/2006/relationships/tags" Target="../tags/tag543.xml"/><Relationship Id="rId7" Type="http://schemas.openxmlformats.org/officeDocument/2006/relationships/tags" Target="../tags/tag542.xml"/><Relationship Id="rId6" Type="http://schemas.openxmlformats.org/officeDocument/2006/relationships/tags" Target="../tags/tag541.xml"/><Relationship Id="rId5" Type="http://schemas.openxmlformats.org/officeDocument/2006/relationships/tags" Target="../tags/tag540.xml"/><Relationship Id="rId48" Type="http://schemas.openxmlformats.org/officeDocument/2006/relationships/tags" Target="../tags/tag583.xml"/><Relationship Id="rId47" Type="http://schemas.openxmlformats.org/officeDocument/2006/relationships/tags" Target="../tags/tag582.xml"/><Relationship Id="rId46" Type="http://schemas.openxmlformats.org/officeDocument/2006/relationships/tags" Target="../tags/tag581.xml"/><Relationship Id="rId45" Type="http://schemas.openxmlformats.org/officeDocument/2006/relationships/tags" Target="../tags/tag580.xml"/><Relationship Id="rId44" Type="http://schemas.openxmlformats.org/officeDocument/2006/relationships/tags" Target="../tags/tag579.xml"/><Relationship Id="rId43" Type="http://schemas.openxmlformats.org/officeDocument/2006/relationships/tags" Target="../tags/tag578.xml"/><Relationship Id="rId42" Type="http://schemas.openxmlformats.org/officeDocument/2006/relationships/tags" Target="../tags/tag577.xml"/><Relationship Id="rId41" Type="http://schemas.openxmlformats.org/officeDocument/2006/relationships/tags" Target="../tags/tag576.xml"/><Relationship Id="rId40" Type="http://schemas.openxmlformats.org/officeDocument/2006/relationships/tags" Target="../tags/tag575.xml"/><Relationship Id="rId4" Type="http://schemas.openxmlformats.org/officeDocument/2006/relationships/tags" Target="../tags/tag539.xml"/><Relationship Id="rId39" Type="http://schemas.openxmlformats.org/officeDocument/2006/relationships/tags" Target="../tags/tag574.xml"/><Relationship Id="rId38" Type="http://schemas.openxmlformats.org/officeDocument/2006/relationships/tags" Target="../tags/tag573.xml"/><Relationship Id="rId37" Type="http://schemas.openxmlformats.org/officeDocument/2006/relationships/tags" Target="../tags/tag572.xml"/><Relationship Id="rId36" Type="http://schemas.openxmlformats.org/officeDocument/2006/relationships/tags" Target="../tags/tag571.xml"/><Relationship Id="rId35" Type="http://schemas.openxmlformats.org/officeDocument/2006/relationships/tags" Target="../tags/tag570.xml"/><Relationship Id="rId34" Type="http://schemas.openxmlformats.org/officeDocument/2006/relationships/tags" Target="../tags/tag569.xml"/><Relationship Id="rId33" Type="http://schemas.openxmlformats.org/officeDocument/2006/relationships/tags" Target="../tags/tag568.xml"/><Relationship Id="rId32" Type="http://schemas.openxmlformats.org/officeDocument/2006/relationships/tags" Target="../tags/tag567.xml"/><Relationship Id="rId31" Type="http://schemas.openxmlformats.org/officeDocument/2006/relationships/tags" Target="../tags/tag566.xml"/><Relationship Id="rId30" Type="http://schemas.openxmlformats.org/officeDocument/2006/relationships/tags" Target="../tags/tag565.xml"/><Relationship Id="rId3" Type="http://schemas.openxmlformats.org/officeDocument/2006/relationships/tags" Target="../tags/tag538.xml"/><Relationship Id="rId29" Type="http://schemas.openxmlformats.org/officeDocument/2006/relationships/tags" Target="../tags/tag564.xml"/><Relationship Id="rId28" Type="http://schemas.openxmlformats.org/officeDocument/2006/relationships/tags" Target="../tags/tag563.xml"/><Relationship Id="rId27" Type="http://schemas.openxmlformats.org/officeDocument/2006/relationships/tags" Target="../tags/tag562.xml"/><Relationship Id="rId26" Type="http://schemas.openxmlformats.org/officeDocument/2006/relationships/tags" Target="../tags/tag561.xml"/><Relationship Id="rId25" Type="http://schemas.openxmlformats.org/officeDocument/2006/relationships/tags" Target="../tags/tag560.xml"/><Relationship Id="rId24" Type="http://schemas.openxmlformats.org/officeDocument/2006/relationships/tags" Target="../tags/tag559.xml"/><Relationship Id="rId23" Type="http://schemas.openxmlformats.org/officeDocument/2006/relationships/tags" Target="../tags/tag558.xml"/><Relationship Id="rId22" Type="http://schemas.openxmlformats.org/officeDocument/2006/relationships/tags" Target="../tags/tag557.xml"/><Relationship Id="rId21" Type="http://schemas.openxmlformats.org/officeDocument/2006/relationships/tags" Target="../tags/tag556.xml"/><Relationship Id="rId20" Type="http://schemas.openxmlformats.org/officeDocument/2006/relationships/tags" Target="../tags/tag555.xml"/><Relationship Id="rId2" Type="http://schemas.openxmlformats.org/officeDocument/2006/relationships/tags" Target="../tags/tag537.xml"/><Relationship Id="rId19" Type="http://schemas.openxmlformats.org/officeDocument/2006/relationships/tags" Target="../tags/tag554.xml"/><Relationship Id="rId18" Type="http://schemas.openxmlformats.org/officeDocument/2006/relationships/tags" Target="../tags/tag553.xml"/><Relationship Id="rId17" Type="http://schemas.openxmlformats.org/officeDocument/2006/relationships/tags" Target="../tags/tag552.xml"/><Relationship Id="rId16" Type="http://schemas.openxmlformats.org/officeDocument/2006/relationships/tags" Target="../tags/tag551.xml"/><Relationship Id="rId15" Type="http://schemas.openxmlformats.org/officeDocument/2006/relationships/tags" Target="../tags/tag550.xml"/><Relationship Id="rId14" Type="http://schemas.openxmlformats.org/officeDocument/2006/relationships/tags" Target="../tags/tag549.xml"/><Relationship Id="rId13" Type="http://schemas.openxmlformats.org/officeDocument/2006/relationships/tags" Target="../tags/tag548.xml"/><Relationship Id="rId12" Type="http://schemas.openxmlformats.org/officeDocument/2006/relationships/tags" Target="../tags/tag547.xml"/><Relationship Id="rId11" Type="http://schemas.openxmlformats.org/officeDocument/2006/relationships/tags" Target="../tags/tag546.xml"/><Relationship Id="rId10" Type="http://schemas.openxmlformats.org/officeDocument/2006/relationships/tags" Target="../tags/tag545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/>
        </p:nvGrpSpPr>
        <p:grpSpPr>
          <a:xfrm>
            <a:off x="4693293" y="6490421"/>
            <a:ext cx="7498707" cy="246556"/>
            <a:chOff x="4693293" y="6630890"/>
            <a:chExt cx="7498707" cy="246556"/>
          </a:xfrm>
          <a:solidFill>
            <a:srgbClr val="3C853C"/>
          </a:solidFill>
        </p:grpSpPr>
        <p:sp>
          <p:nvSpPr>
            <p:cNvPr id="8" name="任意多边形: 形状 9"/>
            <p:cNvSpPr/>
            <p:nvPr/>
          </p:nvSpPr>
          <p:spPr>
            <a:xfrm flipH="1" flipV="1">
              <a:off x="5435916" y="6630890"/>
              <a:ext cx="250739" cy="246556"/>
            </a:xfrm>
            <a:custGeom>
              <a:avLst/>
              <a:gdLst>
                <a:gd name="connsiteX0" fmla="*/ 134562 w 250739"/>
                <a:gd name="connsiteY0" fmla="*/ 246556 h 246556"/>
                <a:gd name="connsiteX1" fmla="*/ 0 w 250739"/>
                <a:gd name="connsiteY1" fmla="*/ 246556 h 246556"/>
                <a:gd name="connsiteX2" fmla="*/ 116177 w 250739"/>
                <a:gd name="connsiteY2" fmla="*/ 0 h 246556"/>
                <a:gd name="connsiteX3" fmla="*/ 250739 w 250739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39" h="246556">
                  <a:moveTo>
                    <a:pt x="134562" y="246556"/>
                  </a:moveTo>
                  <a:lnTo>
                    <a:pt x="0" y="246556"/>
                  </a:lnTo>
                  <a:lnTo>
                    <a:pt x="116177" y="0"/>
                  </a:lnTo>
                  <a:lnTo>
                    <a:pt x="25073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9" name="任意多边形: 形状 10"/>
            <p:cNvSpPr/>
            <p:nvPr/>
          </p:nvSpPr>
          <p:spPr>
            <a:xfrm flipH="1" flipV="1">
              <a:off x="5188375" y="6630890"/>
              <a:ext cx="250739" cy="246556"/>
            </a:xfrm>
            <a:custGeom>
              <a:avLst/>
              <a:gdLst>
                <a:gd name="connsiteX0" fmla="*/ 134562 w 250739"/>
                <a:gd name="connsiteY0" fmla="*/ 246556 h 246556"/>
                <a:gd name="connsiteX1" fmla="*/ 0 w 250739"/>
                <a:gd name="connsiteY1" fmla="*/ 246556 h 246556"/>
                <a:gd name="connsiteX2" fmla="*/ 116177 w 250739"/>
                <a:gd name="connsiteY2" fmla="*/ 0 h 246556"/>
                <a:gd name="connsiteX3" fmla="*/ 250739 w 250739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39" h="246556">
                  <a:moveTo>
                    <a:pt x="134562" y="246556"/>
                  </a:moveTo>
                  <a:lnTo>
                    <a:pt x="0" y="246556"/>
                  </a:lnTo>
                  <a:lnTo>
                    <a:pt x="116177" y="0"/>
                  </a:lnTo>
                  <a:lnTo>
                    <a:pt x="25073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0" name="任意多边形: 形状 11"/>
            <p:cNvSpPr/>
            <p:nvPr/>
          </p:nvSpPr>
          <p:spPr>
            <a:xfrm flipH="1" flipV="1">
              <a:off x="4940834" y="6630890"/>
              <a:ext cx="250740" cy="246556"/>
            </a:xfrm>
            <a:custGeom>
              <a:avLst/>
              <a:gdLst>
                <a:gd name="connsiteX0" fmla="*/ 134563 w 250740"/>
                <a:gd name="connsiteY0" fmla="*/ 246556 h 246556"/>
                <a:gd name="connsiteX1" fmla="*/ 0 w 250740"/>
                <a:gd name="connsiteY1" fmla="*/ 246556 h 246556"/>
                <a:gd name="connsiteX2" fmla="*/ 116178 w 250740"/>
                <a:gd name="connsiteY2" fmla="*/ 0 h 246556"/>
                <a:gd name="connsiteX3" fmla="*/ 250740 w 250740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40" h="246556">
                  <a:moveTo>
                    <a:pt x="134563" y="246556"/>
                  </a:moveTo>
                  <a:lnTo>
                    <a:pt x="0" y="246556"/>
                  </a:lnTo>
                  <a:lnTo>
                    <a:pt x="116178" y="0"/>
                  </a:lnTo>
                  <a:lnTo>
                    <a:pt x="25074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1" name="任意多边形: 形状 12"/>
            <p:cNvSpPr/>
            <p:nvPr/>
          </p:nvSpPr>
          <p:spPr>
            <a:xfrm flipH="1" flipV="1">
              <a:off x="4693293" y="6630890"/>
              <a:ext cx="250739" cy="246556"/>
            </a:xfrm>
            <a:custGeom>
              <a:avLst/>
              <a:gdLst>
                <a:gd name="connsiteX0" fmla="*/ 134562 w 250739"/>
                <a:gd name="connsiteY0" fmla="*/ 246556 h 246556"/>
                <a:gd name="connsiteX1" fmla="*/ 0 w 250739"/>
                <a:gd name="connsiteY1" fmla="*/ 246556 h 246556"/>
                <a:gd name="connsiteX2" fmla="*/ 116177 w 250739"/>
                <a:gd name="connsiteY2" fmla="*/ 0 h 246556"/>
                <a:gd name="connsiteX3" fmla="*/ 250739 w 250739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39" h="246556">
                  <a:moveTo>
                    <a:pt x="134562" y="246556"/>
                  </a:moveTo>
                  <a:lnTo>
                    <a:pt x="0" y="246556"/>
                  </a:lnTo>
                  <a:lnTo>
                    <a:pt x="116177" y="0"/>
                  </a:lnTo>
                  <a:lnTo>
                    <a:pt x="25073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2" name="任意多边形: 形状 13"/>
            <p:cNvSpPr/>
            <p:nvPr/>
          </p:nvSpPr>
          <p:spPr>
            <a:xfrm flipH="1" flipV="1">
              <a:off x="5668723" y="6630890"/>
              <a:ext cx="6523277" cy="246556"/>
            </a:xfrm>
            <a:custGeom>
              <a:avLst/>
              <a:gdLst>
                <a:gd name="connsiteX0" fmla="*/ 6407100 w 6523277"/>
                <a:gd name="connsiteY0" fmla="*/ 246556 h 246556"/>
                <a:gd name="connsiteX1" fmla="*/ 6230994 w 6523277"/>
                <a:gd name="connsiteY1" fmla="*/ 246556 h 246556"/>
                <a:gd name="connsiteX2" fmla="*/ 4926478 w 6523277"/>
                <a:gd name="connsiteY2" fmla="*/ 246556 h 246556"/>
                <a:gd name="connsiteX3" fmla="*/ 4750372 w 6523277"/>
                <a:gd name="connsiteY3" fmla="*/ 246556 h 246556"/>
                <a:gd name="connsiteX4" fmla="*/ 3445856 w 6523277"/>
                <a:gd name="connsiteY4" fmla="*/ 246556 h 246556"/>
                <a:gd name="connsiteX5" fmla="*/ 3269750 w 6523277"/>
                <a:gd name="connsiteY5" fmla="*/ 246556 h 246556"/>
                <a:gd name="connsiteX6" fmla="*/ 3137350 w 6523277"/>
                <a:gd name="connsiteY6" fmla="*/ 246556 h 246556"/>
                <a:gd name="connsiteX7" fmla="*/ 2961244 w 6523277"/>
                <a:gd name="connsiteY7" fmla="*/ 246556 h 246556"/>
                <a:gd name="connsiteX8" fmla="*/ 1656728 w 6523277"/>
                <a:gd name="connsiteY8" fmla="*/ 246556 h 246556"/>
                <a:gd name="connsiteX9" fmla="*/ 1480622 w 6523277"/>
                <a:gd name="connsiteY9" fmla="*/ 246556 h 246556"/>
                <a:gd name="connsiteX10" fmla="*/ 176106 w 6523277"/>
                <a:gd name="connsiteY10" fmla="*/ 246556 h 246556"/>
                <a:gd name="connsiteX11" fmla="*/ 0 w 6523277"/>
                <a:gd name="connsiteY11" fmla="*/ 246556 h 246556"/>
                <a:gd name="connsiteX12" fmla="*/ 0 w 6523277"/>
                <a:gd name="connsiteY12" fmla="*/ 0 h 246556"/>
                <a:gd name="connsiteX13" fmla="*/ 6523277 w 6523277"/>
                <a:gd name="connsiteY1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523277" h="246556">
                  <a:moveTo>
                    <a:pt x="6407100" y="246556"/>
                  </a:moveTo>
                  <a:lnTo>
                    <a:pt x="6230994" y="246556"/>
                  </a:lnTo>
                  <a:lnTo>
                    <a:pt x="4926478" y="246556"/>
                  </a:lnTo>
                  <a:lnTo>
                    <a:pt x="4750372" y="246556"/>
                  </a:lnTo>
                  <a:lnTo>
                    <a:pt x="3445856" y="246556"/>
                  </a:lnTo>
                  <a:lnTo>
                    <a:pt x="3269750" y="246556"/>
                  </a:lnTo>
                  <a:lnTo>
                    <a:pt x="3137350" y="246556"/>
                  </a:lnTo>
                  <a:lnTo>
                    <a:pt x="2961244" y="246556"/>
                  </a:lnTo>
                  <a:lnTo>
                    <a:pt x="1656728" y="246556"/>
                  </a:lnTo>
                  <a:lnTo>
                    <a:pt x="1480622" y="246556"/>
                  </a:lnTo>
                  <a:lnTo>
                    <a:pt x="176106" y="246556"/>
                  </a:lnTo>
                  <a:lnTo>
                    <a:pt x="0" y="246556"/>
                  </a:lnTo>
                  <a:lnTo>
                    <a:pt x="0" y="0"/>
                  </a:lnTo>
                  <a:lnTo>
                    <a:pt x="652327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13" name="Rectangle 29_1"/>
          <p:cNvSpPr/>
          <p:nvPr userDrawn="1"/>
        </p:nvSpPr>
        <p:spPr>
          <a:xfrm flipV="1">
            <a:off x="-1" y="812941"/>
            <a:ext cx="12192001" cy="45719"/>
          </a:xfrm>
          <a:prstGeom prst="rect">
            <a:avLst/>
          </a:prstGeom>
          <a:gradFill flip="none" rotWithShape="1">
            <a:gsLst>
              <a:gs pos="100000">
                <a:srgbClr val="667F6E">
                  <a:alpha val="0"/>
                  <a:lumMod val="0"/>
                  <a:lumOff val="100000"/>
                </a:srgbClr>
              </a:gs>
              <a:gs pos="0">
                <a:srgbClr val="667F6E">
                  <a:lumMod val="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14" name="Group 6_1"/>
          <p:cNvGrpSpPr/>
          <p:nvPr userDrawn="1"/>
        </p:nvGrpSpPr>
        <p:grpSpPr>
          <a:xfrm>
            <a:off x="1" y="118334"/>
            <a:ext cx="856142" cy="769441"/>
            <a:chOff x="485029" y="258183"/>
            <a:chExt cx="856142" cy="769441"/>
          </a:xfrm>
        </p:grpSpPr>
        <p:grpSp>
          <p:nvGrpSpPr>
            <p:cNvPr id="15" name="组合 14"/>
            <p:cNvGrpSpPr/>
            <p:nvPr/>
          </p:nvGrpSpPr>
          <p:grpSpPr>
            <a:xfrm>
              <a:off x="485029" y="414793"/>
              <a:ext cx="817659" cy="532737"/>
              <a:chOff x="461175" y="398890"/>
              <a:chExt cx="817659" cy="532737"/>
            </a:xfrm>
          </p:grpSpPr>
          <p:sp>
            <p:nvSpPr>
              <p:cNvPr id="17" name="平行四边形 16"/>
              <p:cNvSpPr/>
              <p:nvPr/>
            </p:nvSpPr>
            <p:spPr>
              <a:xfrm>
                <a:off x="461175" y="398890"/>
                <a:ext cx="341906" cy="532737"/>
              </a:xfrm>
              <a:prstGeom prst="parallelogram">
                <a:avLst>
                  <a:gd name="adj" fmla="val 48256"/>
                </a:avLst>
              </a:prstGeom>
              <a:solidFill>
                <a:srgbClr val="3333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8" name="平行四边形 17"/>
              <p:cNvSpPr/>
              <p:nvPr/>
            </p:nvSpPr>
            <p:spPr>
              <a:xfrm>
                <a:off x="699052" y="398890"/>
                <a:ext cx="341906" cy="532737"/>
              </a:xfrm>
              <a:prstGeom prst="parallelogram">
                <a:avLst>
                  <a:gd name="adj" fmla="val 48256"/>
                </a:avLst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9" name="平行四边形 18"/>
              <p:cNvSpPr/>
              <p:nvPr/>
            </p:nvSpPr>
            <p:spPr>
              <a:xfrm>
                <a:off x="936928" y="398890"/>
                <a:ext cx="341906" cy="532737"/>
              </a:xfrm>
              <a:prstGeom prst="parallelogram">
                <a:avLst>
                  <a:gd name="adj" fmla="val 48256"/>
                </a:avLst>
              </a:prstGeom>
              <a:solidFill>
                <a:srgbClr val="3C853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sp>
          <p:nvSpPr>
            <p:cNvPr id="16" name="文本框 15"/>
            <p:cNvSpPr txBox="1"/>
            <p:nvPr/>
          </p:nvSpPr>
          <p:spPr>
            <a:xfrm>
              <a:off x="1156440" y="258183"/>
              <a:ext cx="184731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 sz="4400" i="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>
            <p:custDataLst>
              <p:tags r:id="rId2"/>
            </p:custDataLst>
          </p:nvPr>
        </p:nvSpPr>
        <p:spPr bwMode="auto">
          <a:xfrm>
            <a:off x="8909050" y="2859087"/>
            <a:ext cx="3282950" cy="399891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6"/>
          <p:cNvSpPr/>
          <p:nvPr>
            <p:custDataLst>
              <p:tags r:id="rId4"/>
            </p:custDataLst>
          </p:nvPr>
        </p:nvSpPr>
        <p:spPr bwMode="auto">
          <a:xfrm>
            <a:off x="0" y="3995737"/>
            <a:ext cx="2433638" cy="2862263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7"/>
          <p:cNvSpPr/>
          <p:nvPr>
            <p:custDataLst>
              <p:tags r:id="rId5"/>
            </p:custDataLst>
          </p:nvPr>
        </p:nvSpPr>
        <p:spPr bwMode="auto">
          <a:xfrm>
            <a:off x="479502" y="5089664"/>
            <a:ext cx="4076997" cy="1768336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8"/>
          <p:cNvSpPr/>
          <p:nvPr>
            <p:custDataLst>
              <p:tags r:id="rId6"/>
            </p:custDataLst>
          </p:nvPr>
        </p:nvSpPr>
        <p:spPr bwMode="auto">
          <a:xfrm>
            <a:off x="4865858" y="5074503"/>
            <a:ext cx="6305380" cy="1783497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9"/>
          <p:cNvSpPr/>
          <p:nvPr>
            <p:custDataLst>
              <p:tags r:id="rId7"/>
            </p:custDataLst>
          </p:nvPr>
        </p:nvSpPr>
        <p:spPr bwMode="auto">
          <a:xfrm>
            <a:off x="10150475" y="4402137"/>
            <a:ext cx="2041525" cy="2455863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3" name="Freeform 11"/>
          <p:cNvSpPr/>
          <p:nvPr>
            <p:custDataLst>
              <p:tags r:id="rId8"/>
            </p:custDataLst>
          </p:nvPr>
        </p:nvSpPr>
        <p:spPr bwMode="auto">
          <a:xfrm>
            <a:off x="10493375" y="0"/>
            <a:ext cx="1698625" cy="154305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5" name="组合 4"/>
          <p:cNvGrpSpPr/>
          <p:nvPr>
            <p:custDataLst>
              <p:tags r:id="rId9"/>
            </p:custDataLst>
          </p:nvPr>
        </p:nvGrpSpPr>
        <p:grpSpPr>
          <a:xfrm>
            <a:off x="853588" y="-15913"/>
            <a:ext cx="1778716" cy="1425979"/>
            <a:chOff x="853588" y="-15913"/>
            <a:chExt cx="1778716" cy="1425979"/>
          </a:xfrm>
        </p:grpSpPr>
        <p:sp>
          <p:nvSpPr>
            <p:cNvPr id="15" name="任意多边形 122"/>
            <p:cNvSpPr/>
            <p:nvPr>
              <p:custDataLst>
                <p:tags r:id="rId10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21"/>
            <p:cNvSpPr/>
            <p:nvPr>
              <p:custDataLst>
                <p:tags r:id="rId11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20"/>
            <p:cNvSpPr/>
            <p:nvPr>
              <p:custDataLst>
                <p:tags r:id="rId12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9"/>
            <p:cNvSpPr/>
            <p:nvPr>
              <p:custDataLst>
                <p:tags r:id="rId13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8"/>
            <p:cNvSpPr/>
            <p:nvPr>
              <p:custDataLst>
                <p:tags r:id="rId14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7"/>
            <p:cNvSpPr/>
            <p:nvPr>
              <p:custDataLst>
                <p:tags r:id="rId15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6"/>
            <p:cNvSpPr/>
            <p:nvPr>
              <p:custDataLst>
                <p:tags r:id="rId16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5"/>
            <p:cNvSpPr/>
            <p:nvPr>
              <p:custDataLst>
                <p:tags r:id="rId17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4"/>
            <p:cNvSpPr/>
            <p:nvPr>
              <p:custDataLst>
                <p:tags r:id="rId18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13"/>
            <p:cNvSpPr/>
            <p:nvPr>
              <p:custDataLst>
                <p:tags r:id="rId19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12"/>
            <p:cNvSpPr/>
            <p:nvPr>
              <p:custDataLst>
                <p:tags r:id="rId20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11"/>
            <p:cNvSpPr/>
            <p:nvPr>
              <p:custDataLst>
                <p:tags r:id="rId21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10"/>
            <p:cNvSpPr/>
            <p:nvPr>
              <p:custDataLst>
                <p:tags r:id="rId22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1" name="任意多边形 109"/>
            <p:cNvSpPr/>
            <p:nvPr>
              <p:custDataLst>
                <p:tags r:id="rId23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2" name="任意多边形 108"/>
            <p:cNvSpPr/>
            <p:nvPr>
              <p:custDataLst>
                <p:tags r:id="rId24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3" name="任意多边形 107"/>
            <p:cNvSpPr/>
            <p:nvPr>
              <p:custDataLst>
                <p:tags r:id="rId25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06"/>
            <p:cNvSpPr/>
            <p:nvPr>
              <p:custDataLst>
                <p:tags r:id="rId26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5" name="组合 54"/>
          <p:cNvGrpSpPr/>
          <p:nvPr>
            <p:custDataLst>
              <p:tags r:id="rId27"/>
            </p:custDataLst>
          </p:nvPr>
        </p:nvGrpSpPr>
        <p:grpSpPr>
          <a:xfrm>
            <a:off x="2753955" y="5356596"/>
            <a:ext cx="1853474" cy="1512821"/>
            <a:chOff x="2753955" y="5356596"/>
            <a:chExt cx="1853474" cy="1512821"/>
          </a:xfrm>
        </p:grpSpPr>
        <p:sp>
          <p:nvSpPr>
            <p:cNvPr id="36" name="任意多边形 152"/>
            <p:cNvSpPr/>
            <p:nvPr>
              <p:custDataLst>
                <p:tags r:id="rId28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51"/>
            <p:cNvSpPr/>
            <p:nvPr>
              <p:custDataLst>
                <p:tags r:id="rId29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50"/>
            <p:cNvSpPr/>
            <p:nvPr>
              <p:custDataLst>
                <p:tags r:id="rId30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9"/>
            <p:cNvSpPr/>
            <p:nvPr>
              <p:custDataLst>
                <p:tags r:id="rId31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8"/>
            <p:cNvSpPr/>
            <p:nvPr>
              <p:custDataLst>
                <p:tags r:id="rId32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7"/>
            <p:cNvSpPr/>
            <p:nvPr>
              <p:custDataLst>
                <p:tags r:id="rId33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6"/>
            <p:cNvSpPr/>
            <p:nvPr>
              <p:custDataLst>
                <p:tags r:id="rId34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5"/>
            <p:cNvSpPr/>
            <p:nvPr>
              <p:custDataLst>
                <p:tags r:id="rId35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4"/>
            <p:cNvSpPr/>
            <p:nvPr>
              <p:custDataLst>
                <p:tags r:id="rId36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43"/>
            <p:cNvSpPr/>
            <p:nvPr>
              <p:custDataLst>
                <p:tags r:id="rId37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42"/>
            <p:cNvSpPr/>
            <p:nvPr>
              <p:custDataLst>
                <p:tags r:id="rId38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41"/>
            <p:cNvSpPr/>
            <p:nvPr>
              <p:custDataLst>
                <p:tags r:id="rId39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40"/>
            <p:cNvSpPr/>
            <p:nvPr>
              <p:custDataLst>
                <p:tags r:id="rId40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9" name="任意多边形 139"/>
            <p:cNvSpPr/>
            <p:nvPr>
              <p:custDataLst>
                <p:tags r:id="rId41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0" name="任意多边形 138"/>
            <p:cNvSpPr/>
            <p:nvPr>
              <p:custDataLst>
                <p:tags r:id="rId42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1" name="任意多边形 137"/>
            <p:cNvSpPr/>
            <p:nvPr>
              <p:custDataLst>
                <p:tags r:id="rId43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2" name="任意多边形 136"/>
            <p:cNvSpPr/>
            <p:nvPr>
              <p:custDataLst>
                <p:tags r:id="rId44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4" name="组合 53"/>
          <p:cNvGrpSpPr/>
          <p:nvPr>
            <p:custDataLst>
              <p:tags r:id="rId45"/>
            </p:custDataLst>
          </p:nvPr>
        </p:nvGrpSpPr>
        <p:grpSpPr>
          <a:xfrm>
            <a:off x="9044119" y="-15877"/>
            <a:ext cx="2624337" cy="2103905"/>
            <a:chOff x="9044119" y="-15877"/>
            <a:chExt cx="2624337" cy="2103905"/>
          </a:xfrm>
        </p:grpSpPr>
        <p:sp>
          <p:nvSpPr>
            <p:cNvPr id="63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7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8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3" name="组合 52"/>
          <p:cNvGrpSpPr/>
          <p:nvPr>
            <p:custDataLst>
              <p:tags r:id="rId63"/>
            </p:custDataLst>
          </p:nvPr>
        </p:nvGrpSpPr>
        <p:grpSpPr>
          <a:xfrm>
            <a:off x="3948556" y="-15912"/>
            <a:ext cx="842959" cy="675792"/>
            <a:chOff x="3948556" y="-15912"/>
            <a:chExt cx="842959" cy="675792"/>
          </a:xfrm>
        </p:grpSpPr>
        <p:sp>
          <p:nvSpPr>
            <p:cNvPr id="81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5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6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7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8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9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0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1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2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3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4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5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6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7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98" name="组合 97"/>
          <p:cNvGrpSpPr/>
          <p:nvPr>
            <p:custDataLst>
              <p:tags r:id="rId81"/>
            </p:custDataLst>
          </p:nvPr>
        </p:nvGrpSpPr>
        <p:grpSpPr>
          <a:xfrm flipV="1">
            <a:off x="4846073" y="1206906"/>
            <a:ext cx="2499854" cy="423321"/>
            <a:chOff x="4846073" y="4928576"/>
            <a:chExt cx="2499854" cy="423321"/>
          </a:xfrm>
          <a:solidFill>
            <a:srgbClr val="B8CD32"/>
          </a:solidFill>
        </p:grpSpPr>
        <p:cxnSp>
          <p:nvCxnSpPr>
            <p:cNvPr id="99" name="直接连接符 98"/>
            <p:cNvCxnSpPr/>
            <p:nvPr>
              <p:custDataLst>
                <p:tags r:id="rId82"/>
              </p:custDataLst>
            </p:nvPr>
          </p:nvCxnSpPr>
          <p:spPr>
            <a:xfrm flipV="1">
              <a:off x="7345927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接连接符 99"/>
            <p:cNvCxnSpPr/>
            <p:nvPr>
              <p:custDataLst>
                <p:tags r:id="rId83"/>
              </p:custDataLst>
            </p:nvPr>
          </p:nvCxnSpPr>
          <p:spPr>
            <a:xfrm rot="10800000">
              <a:off x="4846074" y="5258793"/>
              <a:ext cx="2499853" cy="0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连接符 100"/>
            <p:cNvCxnSpPr/>
            <p:nvPr>
              <p:custDataLst>
                <p:tags r:id="rId84"/>
              </p:custDataLst>
            </p:nvPr>
          </p:nvCxnSpPr>
          <p:spPr>
            <a:xfrm flipV="1">
              <a:off x="4846073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组合 3"/>
          <p:cNvGrpSpPr/>
          <p:nvPr>
            <p:custDataLst>
              <p:tags r:id="rId85"/>
            </p:custDataLst>
          </p:nvPr>
        </p:nvGrpSpPr>
        <p:grpSpPr>
          <a:xfrm>
            <a:off x="4846073" y="5229700"/>
            <a:ext cx="2499854" cy="644021"/>
            <a:chOff x="4846073" y="4936838"/>
            <a:chExt cx="2499854" cy="644021"/>
          </a:xfrm>
        </p:grpSpPr>
        <p:cxnSp>
          <p:nvCxnSpPr>
            <p:cNvPr id="102" name="直接连接符 101"/>
            <p:cNvCxnSpPr/>
            <p:nvPr>
              <p:custDataLst>
                <p:tags r:id="rId86"/>
              </p:custDataLst>
            </p:nvPr>
          </p:nvCxnSpPr>
          <p:spPr>
            <a:xfrm flipV="1">
              <a:off x="7345927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连接符 102"/>
            <p:cNvCxnSpPr/>
            <p:nvPr>
              <p:custDataLst>
                <p:tags r:id="rId87"/>
              </p:custDataLst>
            </p:nvPr>
          </p:nvCxnSpPr>
          <p:spPr>
            <a:xfrm rot="10800000">
              <a:off x="4846074" y="5487382"/>
              <a:ext cx="2499853" cy="0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接连接符 103"/>
            <p:cNvCxnSpPr/>
            <p:nvPr>
              <p:custDataLst>
                <p:tags r:id="rId88"/>
              </p:custDataLst>
            </p:nvPr>
          </p:nvCxnSpPr>
          <p:spPr>
            <a:xfrm flipV="1">
              <a:off x="4846073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89"/>
            </p:custDataLst>
          </p:nvPr>
        </p:nvSpPr>
        <p:spPr>
          <a:xfrm>
            <a:off x="2331537" y="2195875"/>
            <a:ext cx="7528927" cy="1515717"/>
          </a:xfrm>
        </p:spPr>
        <p:txBody>
          <a:bodyPr lIns="90000" tIns="46800" rIns="90000" bIns="46800" anchor="ctr">
            <a:normAutofit/>
          </a:bodyPr>
          <a:lstStyle>
            <a:lvl1pPr algn="ctr">
              <a:defRPr sz="7200" spc="6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90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91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9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>
            <p:custDataLst>
              <p:tags r:id="rId2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>
            <p:custDataLst>
              <p:tags r:id="rId3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6"/>
          <p:cNvSpPr/>
          <p:nvPr>
            <p:custDataLst>
              <p:tags r:id="rId4"/>
            </p:custDataLst>
          </p:nvPr>
        </p:nvSpPr>
        <p:spPr bwMode="auto">
          <a:xfrm>
            <a:off x="0" y="5821680"/>
            <a:ext cx="881131" cy="1036320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0" name="组合 9"/>
          <p:cNvGrpSpPr/>
          <p:nvPr>
            <p:custDataLst>
              <p:tags r:id="rId5"/>
            </p:custDataLst>
          </p:nvPr>
        </p:nvGrpSpPr>
        <p:grpSpPr>
          <a:xfrm>
            <a:off x="11298538" y="0"/>
            <a:ext cx="893461" cy="716280"/>
            <a:chOff x="9044119" y="-15877"/>
            <a:chExt cx="2624337" cy="2103905"/>
          </a:xfrm>
        </p:grpSpPr>
        <p:sp>
          <p:nvSpPr>
            <p:cNvPr id="11" name="任意多边形 122"/>
            <p:cNvSpPr/>
            <p:nvPr>
              <p:custDataLst>
                <p:tags r:id="rId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" name="任意多边形 121"/>
            <p:cNvSpPr/>
            <p:nvPr>
              <p:custDataLst>
                <p:tags r:id="rId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" name="任意多边形 120"/>
            <p:cNvSpPr/>
            <p:nvPr>
              <p:custDataLst>
                <p:tags r:id="rId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" name="任意多边形 119"/>
            <p:cNvSpPr/>
            <p:nvPr>
              <p:custDataLst>
                <p:tags r:id="rId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18"/>
            <p:cNvSpPr/>
            <p:nvPr>
              <p:custDataLst>
                <p:tags r:id="rId1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17"/>
            <p:cNvSpPr/>
            <p:nvPr>
              <p:custDataLst>
                <p:tags r:id="rId1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6"/>
            <p:cNvSpPr/>
            <p:nvPr>
              <p:custDataLst>
                <p:tags r:id="rId1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5"/>
            <p:cNvSpPr/>
            <p:nvPr>
              <p:custDataLst>
                <p:tags r:id="rId1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4"/>
            <p:cNvSpPr/>
            <p:nvPr>
              <p:custDataLst>
                <p:tags r:id="rId1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3"/>
            <p:cNvSpPr/>
            <p:nvPr>
              <p:custDataLst>
                <p:tags r:id="rId1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2"/>
            <p:cNvSpPr/>
            <p:nvPr>
              <p:custDataLst>
                <p:tags r:id="rId1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1"/>
            <p:cNvSpPr/>
            <p:nvPr>
              <p:custDataLst>
                <p:tags r:id="rId1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0"/>
            <p:cNvSpPr/>
            <p:nvPr>
              <p:custDataLst>
                <p:tags r:id="rId1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09"/>
            <p:cNvSpPr/>
            <p:nvPr>
              <p:custDataLst>
                <p:tags r:id="rId1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08"/>
            <p:cNvSpPr/>
            <p:nvPr>
              <p:custDataLst>
                <p:tags r:id="rId2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07"/>
            <p:cNvSpPr/>
            <p:nvPr>
              <p:custDataLst>
                <p:tags r:id="rId2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6"/>
            <p:cNvSpPr/>
            <p:nvPr>
              <p:custDataLst>
                <p:tags r:id="rId2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2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grpSp>
        <p:nvGrpSpPr>
          <p:cNvPr id="28" name="组合 27"/>
          <p:cNvGrpSpPr/>
          <p:nvPr>
            <p:custDataLst>
              <p:tags r:id="rId26"/>
            </p:custDataLst>
          </p:nvPr>
        </p:nvGrpSpPr>
        <p:grpSpPr>
          <a:xfrm rot="15253305" flipV="1">
            <a:off x="-67126" y="926797"/>
            <a:ext cx="794286" cy="328536"/>
            <a:chOff x="4739901" y="4919245"/>
            <a:chExt cx="2499854" cy="426211"/>
          </a:xfrm>
          <a:solidFill>
            <a:srgbClr val="B8CD32"/>
          </a:solidFill>
        </p:grpSpPr>
        <p:cxnSp>
          <p:nvCxnSpPr>
            <p:cNvPr id="29" name="直接连接符 28"/>
            <p:cNvCxnSpPr/>
            <p:nvPr>
              <p:custDataLst>
                <p:tags r:id="rId27"/>
              </p:custDataLst>
            </p:nvPr>
          </p:nvCxnSpPr>
          <p:spPr>
            <a:xfrm flipV="1">
              <a:off x="7183009" y="491924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/>
            <p:cNvCxnSpPr/>
            <p:nvPr>
              <p:custDataLst>
                <p:tags r:id="rId28"/>
              </p:custDataLst>
            </p:nvPr>
          </p:nvCxnSpPr>
          <p:spPr>
            <a:xfrm rot="10800000">
              <a:off x="4739901" y="5222215"/>
              <a:ext cx="2499854" cy="0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/>
            <p:cNvCxnSpPr/>
            <p:nvPr>
              <p:custDataLst>
                <p:tags r:id="rId29"/>
              </p:custDataLst>
            </p:nvPr>
          </p:nvCxnSpPr>
          <p:spPr>
            <a:xfrm flipV="1">
              <a:off x="4900271" y="492213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组合 31"/>
          <p:cNvGrpSpPr/>
          <p:nvPr>
            <p:custDataLst>
              <p:tags r:id="rId30"/>
            </p:custDataLst>
          </p:nvPr>
        </p:nvGrpSpPr>
        <p:grpSpPr>
          <a:xfrm rot="6590921" flipV="1">
            <a:off x="11439861" y="5989771"/>
            <a:ext cx="794286" cy="328536"/>
            <a:chOff x="4739901" y="4919245"/>
            <a:chExt cx="2499854" cy="426211"/>
          </a:xfrm>
          <a:solidFill>
            <a:srgbClr val="B8CD32"/>
          </a:solidFill>
        </p:grpSpPr>
        <p:cxnSp>
          <p:nvCxnSpPr>
            <p:cNvPr id="33" name="直接连接符 32"/>
            <p:cNvCxnSpPr/>
            <p:nvPr>
              <p:custDataLst>
                <p:tags r:id="rId31"/>
              </p:custDataLst>
            </p:nvPr>
          </p:nvCxnSpPr>
          <p:spPr>
            <a:xfrm flipV="1">
              <a:off x="7183009" y="491924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>
              <p:custDataLst>
                <p:tags r:id="rId32"/>
              </p:custDataLst>
            </p:nvPr>
          </p:nvCxnSpPr>
          <p:spPr>
            <a:xfrm rot="10800000">
              <a:off x="4739901" y="5222215"/>
              <a:ext cx="2499854" cy="0"/>
            </a:xfrm>
            <a:prstGeom prst="line">
              <a:avLst/>
            </a:prstGeom>
            <a:grpFill/>
            <a:ln w="1905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/>
            <p:nvPr>
              <p:custDataLst>
                <p:tags r:id="rId33"/>
              </p:custDataLst>
            </p:nvPr>
          </p:nvCxnSpPr>
          <p:spPr>
            <a:xfrm flipV="1">
              <a:off x="4900271" y="492213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34"/>
            </p:custDataLst>
          </p:nvPr>
        </p:nvSpPr>
        <p:spPr>
          <a:xfrm>
            <a:off x="623888" y="406800"/>
            <a:ext cx="10944225" cy="863601"/>
          </a:xfrm>
        </p:spPr>
        <p:txBody>
          <a:bodyPr>
            <a:normAutofit/>
          </a:bodyPr>
          <a:lstStyle>
            <a:lvl1pPr>
              <a:defRPr sz="2800"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5"/>
            </p:custDataLst>
          </p:nvPr>
        </p:nvSpPr>
        <p:spPr>
          <a:xfrm>
            <a:off x="623888" y="1412875"/>
            <a:ext cx="10944224" cy="4895850"/>
          </a:xfrm>
        </p:spPr>
        <p:txBody>
          <a:bodyPr/>
          <a:lstStyle>
            <a:lvl1pPr>
              <a:defRPr baseline="0"/>
            </a:lvl1pPr>
            <a:lvl2pPr>
              <a:defRPr baseline="0"/>
            </a:lvl2pPr>
            <a:lvl3pPr>
              <a:defRPr baseline="0"/>
            </a:lvl3pPr>
            <a:lvl4pPr>
              <a:defRPr baseline="0"/>
            </a:lvl4pPr>
            <a:lvl5pPr>
              <a:defRPr baseline="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>
            <p:custDataLst>
              <p:tags r:id="rId2"/>
            </p:custDataLst>
          </p:nvPr>
        </p:nvSpPr>
        <p:spPr bwMode="auto">
          <a:xfrm>
            <a:off x="8909050" y="2859087"/>
            <a:ext cx="3282950" cy="399891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6"/>
          <p:cNvSpPr/>
          <p:nvPr>
            <p:custDataLst>
              <p:tags r:id="rId4"/>
            </p:custDataLst>
          </p:nvPr>
        </p:nvSpPr>
        <p:spPr bwMode="auto">
          <a:xfrm>
            <a:off x="0" y="3995737"/>
            <a:ext cx="2433638" cy="2862263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7"/>
          <p:cNvSpPr/>
          <p:nvPr>
            <p:custDataLst>
              <p:tags r:id="rId5"/>
            </p:custDataLst>
          </p:nvPr>
        </p:nvSpPr>
        <p:spPr bwMode="auto">
          <a:xfrm>
            <a:off x="479502" y="5089664"/>
            <a:ext cx="4076997" cy="1768336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8"/>
          <p:cNvSpPr/>
          <p:nvPr>
            <p:custDataLst>
              <p:tags r:id="rId6"/>
            </p:custDataLst>
          </p:nvPr>
        </p:nvSpPr>
        <p:spPr bwMode="auto">
          <a:xfrm>
            <a:off x="4865858" y="5074503"/>
            <a:ext cx="6305380" cy="1783497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9"/>
          <p:cNvSpPr/>
          <p:nvPr>
            <p:custDataLst>
              <p:tags r:id="rId7"/>
            </p:custDataLst>
          </p:nvPr>
        </p:nvSpPr>
        <p:spPr bwMode="auto">
          <a:xfrm>
            <a:off x="10150475" y="4402137"/>
            <a:ext cx="2041525" cy="2455863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3" name="Freeform 11"/>
          <p:cNvSpPr/>
          <p:nvPr>
            <p:custDataLst>
              <p:tags r:id="rId8"/>
            </p:custDataLst>
          </p:nvPr>
        </p:nvSpPr>
        <p:spPr bwMode="auto">
          <a:xfrm>
            <a:off x="10493375" y="0"/>
            <a:ext cx="1698625" cy="154305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4" name="组合 13"/>
          <p:cNvGrpSpPr/>
          <p:nvPr>
            <p:custDataLst>
              <p:tags r:id="rId9"/>
            </p:custDataLst>
          </p:nvPr>
        </p:nvGrpSpPr>
        <p:grpSpPr>
          <a:xfrm>
            <a:off x="853588" y="-5639"/>
            <a:ext cx="1778716" cy="1425979"/>
            <a:chOff x="853588" y="-15913"/>
            <a:chExt cx="1778716" cy="1425979"/>
          </a:xfrm>
        </p:grpSpPr>
        <p:sp>
          <p:nvSpPr>
            <p:cNvPr id="15" name="任意多边形 122"/>
            <p:cNvSpPr/>
            <p:nvPr>
              <p:custDataLst>
                <p:tags r:id="rId10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1"/>
            <p:cNvSpPr/>
            <p:nvPr>
              <p:custDataLst>
                <p:tags r:id="rId11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20"/>
            <p:cNvSpPr/>
            <p:nvPr>
              <p:custDataLst>
                <p:tags r:id="rId12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9"/>
            <p:cNvSpPr/>
            <p:nvPr>
              <p:custDataLst>
                <p:tags r:id="rId13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8"/>
            <p:cNvSpPr/>
            <p:nvPr>
              <p:custDataLst>
                <p:tags r:id="rId14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7"/>
            <p:cNvSpPr/>
            <p:nvPr>
              <p:custDataLst>
                <p:tags r:id="rId15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6"/>
            <p:cNvSpPr/>
            <p:nvPr>
              <p:custDataLst>
                <p:tags r:id="rId16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5"/>
            <p:cNvSpPr/>
            <p:nvPr>
              <p:custDataLst>
                <p:tags r:id="rId17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4"/>
            <p:cNvSpPr/>
            <p:nvPr>
              <p:custDataLst>
                <p:tags r:id="rId18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3"/>
            <p:cNvSpPr/>
            <p:nvPr>
              <p:custDataLst>
                <p:tags r:id="rId19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2"/>
            <p:cNvSpPr/>
            <p:nvPr>
              <p:custDataLst>
                <p:tags r:id="rId20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1"/>
            <p:cNvSpPr/>
            <p:nvPr>
              <p:custDataLst>
                <p:tags r:id="rId21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10"/>
            <p:cNvSpPr/>
            <p:nvPr>
              <p:custDataLst>
                <p:tags r:id="rId22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9"/>
            <p:cNvSpPr/>
            <p:nvPr>
              <p:custDataLst>
                <p:tags r:id="rId23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8"/>
            <p:cNvSpPr/>
            <p:nvPr>
              <p:custDataLst>
                <p:tags r:id="rId24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7"/>
            <p:cNvSpPr/>
            <p:nvPr>
              <p:custDataLst>
                <p:tags r:id="rId25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1" name="任意多边形 106"/>
            <p:cNvSpPr/>
            <p:nvPr>
              <p:custDataLst>
                <p:tags r:id="rId26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32" name="组合 31"/>
          <p:cNvGrpSpPr/>
          <p:nvPr>
            <p:custDataLst>
              <p:tags r:id="rId27"/>
            </p:custDataLst>
          </p:nvPr>
        </p:nvGrpSpPr>
        <p:grpSpPr>
          <a:xfrm>
            <a:off x="2753955" y="5356596"/>
            <a:ext cx="1853474" cy="1512821"/>
            <a:chOff x="2753955" y="5356596"/>
            <a:chExt cx="1853474" cy="1512821"/>
          </a:xfrm>
        </p:grpSpPr>
        <p:sp>
          <p:nvSpPr>
            <p:cNvPr id="33" name="任意多边形 152"/>
            <p:cNvSpPr/>
            <p:nvPr>
              <p:custDataLst>
                <p:tags r:id="rId28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51"/>
            <p:cNvSpPr/>
            <p:nvPr>
              <p:custDataLst>
                <p:tags r:id="rId29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5" name="任意多边形 150"/>
            <p:cNvSpPr/>
            <p:nvPr>
              <p:custDataLst>
                <p:tags r:id="rId30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6" name="任意多边形 149"/>
            <p:cNvSpPr/>
            <p:nvPr>
              <p:custDataLst>
                <p:tags r:id="rId31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48"/>
            <p:cNvSpPr/>
            <p:nvPr>
              <p:custDataLst>
                <p:tags r:id="rId32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47"/>
            <p:cNvSpPr/>
            <p:nvPr>
              <p:custDataLst>
                <p:tags r:id="rId33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6"/>
            <p:cNvSpPr/>
            <p:nvPr>
              <p:custDataLst>
                <p:tags r:id="rId34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5"/>
            <p:cNvSpPr/>
            <p:nvPr>
              <p:custDataLst>
                <p:tags r:id="rId35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4"/>
            <p:cNvSpPr/>
            <p:nvPr>
              <p:custDataLst>
                <p:tags r:id="rId36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3"/>
            <p:cNvSpPr/>
            <p:nvPr>
              <p:custDataLst>
                <p:tags r:id="rId37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2"/>
            <p:cNvSpPr/>
            <p:nvPr>
              <p:custDataLst>
                <p:tags r:id="rId38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1"/>
            <p:cNvSpPr/>
            <p:nvPr>
              <p:custDataLst>
                <p:tags r:id="rId39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40"/>
            <p:cNvSpPr/>
            <p:nvPr>
              <p:custDataLst>
                <p:tags r:id="rId40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39"/>
            <p:cNvSpPr/>
            <p:nvPr>
              <p:custDataLst>
                <p:tags r:id="rId41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38"/>
            <p:cNvSpPr/>
            <p:nvPr>
              <p:custDataLst>
                <p:tags r:id="rId42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37"/>
            <p:cNvSpPr/>
            <p:nvPr>
              <p:custDataLst>
                <p:tags r:id="rId43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9" name="任意多边形 136"/>
            <p:cNvSpPr/>
            <p:nvPr>
              <p:custDataLst>
                <p:tags r:id="rId44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1" name="组合 50"/>
          <p:cNvGrpSpPr/>
          <p:nvPr>
            <p:custDataLst>
              <p:tags r:id="rId45"/>
            </p:custDataLst>
          </p:nvPr>
        </p:nvGrpSpPr>
        <p:grpSpPr>
          <a:xfrm>
            <a:off x="9044119" y="-5603"/>
            <a:ext cx="2624337" cy="2103905"/>
            <a:chOff x="9044119" y="-15877"/>
            <a:chExt cx="2624337" cy="2103905"/>
          </a:xfrm>
        </p:grpSpPr>
        <p:sp>
          <p:nvSpPr>
            <p:cNvPr id="52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7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8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69" name="组合 68"/>
          <p:cNvGrpSpPr/>
          <p:nvPr>
            <p:custDataLst>
              <p:tags r:id="rId63"/>
            </p:custDataLst>
          </p:nvPr>
        </p:nvGrpSpPr>
        <p:grpSpPr>
          <a:xfrm>
            <a:off x="3948556" y="-5638"/>
            <a:ext cx="842959" cy="675792"/>
            <a:chOff x="3948556" y="-15912"/>
            <a:chExt cx="842959" cy="675792"/>
          </a:xfrm>
        </p:grpSpPr>
        <p:sp>
          <p:nvSpPr>
            <p:cNvPr id="70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5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6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87" name="组合 86"/>
          <p:cNvGrpSpPr/>
          <p:nvPr>
            <p:custDataLst>
              <p:tags r:id="rId81"/>
            </p:custDataLst>
          </p:nvPr>
        </p:nvGrpSpPr>
        <p:grpSpPr>
          <a:xfrm rot="5400000" flipV="1">
            <a:off x="8242798" y="3217339"/>
            <a:ext cx="2499854" cy="423321"/>
            <a:chOff x="4846073" y="4928576"/>
            <a:chExt cx="2499854" cy="423321"/>
          </a:xfrm>
          <a:solidFill>
            <a:srgbClr val="B8CD32"/>
          </a:solidFill>
        </p:grpSpPr>
        <p:cxnSp>
          <p:nvCxnSpPr>
            <p:cNvPr id="88" name="直接连接符 87"/>
            <p:cNvCxnSpPr/>
            <p:nvPr>
              <p:custDataLst>
                <p:tags r:id="rId82"/>
              </p:custDataLst>
            </p:nvPr>
          </p:nvCxnSpPr>
          <p:spPr>
            <a:xfrm flipV="1">
              <a:off x="7345927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接连接符 88"/>
            <p:cNvCxnSpPr/>
            <p:nvPr>
              <p:custDataLst>
                <p:tags r:id="rId83"/>
              </p:custDataLst>
            </p:nvPr>
          </p:nvCxnSpPr>
          <p:spPr>
            <a:xfrm rot="10800000">
              <a:off x="4846074" y="5258793"/>
              <a:ext cx="2499853" cy="0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连接符 89"/>
            <p:cNvCxnSpPr/>
            <p:nvPr>
              <p:custDataLst>
                <p:tags r:id="rId84"/>
              </p:custDataLst>
            </p:nvPr>
          </p:nvCxnSpPr>
          <p:spPr>
            <a:xfrm flipV="1">
              <a:off x="4846073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1" name="组合 90"/>
          <p:cNvGrpSpPr/>
          <p:nvPr>
            <p:custDataLst>
              <p:tags r:id="rId85"/>
            </p:custDataLst>
          </p:nvPr>
        </p:nvGrpSpPr>
        <p:grpSpPr>
          <a:xfrm rot="5400000">
            <a:off x="1559700" y="3106989"/>
            <a:ext cx="2499854" cy="644021"/>
            <a:chOff x="4846073" y="4936838"/>
            <a:chExt cx="2499854" cy="644021"/>
          </a:xfrm>
        </p:grpSpPr>
        <p:cxnSp>
          <p:nvCxnSpPr>
            <p:cNvPr id="92" name="直接连接符 91"/>
            <p:cNvCxnSpPr/>
            <p:nvPr>
              <p:custDataLst>
                <p:tags r:id="rId86"/>
              </p:custDataLst>
            </p:nvPr>
          </p:nvCxnSpPr>
          <p:spPr>
            <a:xfrm flipV="1">
              <a:off x="7345927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连接符 92"/>
            <p:cNvCxnSpPr/>
            <p:nvPr>
              <p:custDataLst>
                <p:tags r:id="rId87"/>
              </p:custDataLst>
            </p:nvPr>
          </p:nvCxnSpPr>
          <p:spPr>
            <a:xfrm rot="10800000">
              <a:off x="4846074" y="5487382"/>
              <a:ext cx="2499853" cy="0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连接符 93"/>
            <p:cNvCxnSpPr/>
            <p:nvPr>
              <p:custDataLst>
                <p:tags r:id="rId88"/>
              </p:custDataLst>
            </p:nvPr>
          </p:nvCxnSpPr>
          <p:spPr>
            <a:xfrm flipV="1">
              <a:off x="4846073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89"/>
            </p:custDataLst>
          </p:nvPr>
        </p:nvSpPr>
        <p:spPr>
          <a:xfrm>
            <a:off x="3376054" y="2898183"/>
            <a:ext cx="5439892" cy="1061634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90"/>
            </p:custDataLst>
          </p:nvPr>
        </p:nvSpPr>
        <p:spPr>
          <a:xfrm>
            <a:off x="3376054" y="4047036"/>
            <a:ext cx="5439892" cy="862218"/>
          </a:xfrm>
        </p:spPr>
        <p:txBody>
          <a:bodyPr>
            <a:normAutofit/>
          </a:bodyPr>
          <a:lstStyle>
            <a:lvl1pPr marL="0" indent="0" algn="ctr">
              <a:buNone/>
              <a:defRPr sz="26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91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9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3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23887" y="406800"/>
            <a:ext cx="10944226" cy="86360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23888" y="1414800"/>
            <a:ext cx="5400000" cy="48960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/>
            </a:lvl1pPr>
            <a:lvl2pPr>
              <a:defRPr lang="zh-CN" altLang="en-US" dirty="0"/>
            </a:lvl2pPr>
            <a:lvl3pPr>
              <a:defRPr lang="zh-CN" altLang="en-US" dirty="0"/>
            </a:lvl3pPr>
            <a:lvl4pPr>
              <a:defRPr lang="zh-CN" altLang="en-US" dirty="0"/>
            </a:lvl4pPr>
            <a:lvl5pPr>
              <a:defRPr lang="zh-CN" altLang="en-US" dirty="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168114" y="1414800"/>
            <a:ext cx="5400000" cy="4896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23888" y="406800"/>
            <a:ext cx="10944225" cy="86400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623887" y="1414799"/>
            <a:ext cx="5400000" cy="862537"/>
          </a:xfrm>
        </p:spPr>
        <p:txBody>
          <a:bodyPr anchor="b"/>
          <a:lstStyle>
            <a:lvl1pPr marL="0" indent="0">
              <a:buNone/>
              <a:defRPr sz="2400" b="1" spc="14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23887" y="2424217"/>
            <a:ext cx="5400000" cy="3888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6166800" y="1414799"/>
            <a:ext cx="5400000" cy="862537"/>
          </a:xfrm>
        </p:spPr>
        <p:txBody>
          <a:bodyPr anchor="b"/>
          <a:lstStyle>
            <a:lvl1pPr marL="0" indent="0">
              <a:buNone/>
              <a:defRPr sz="2400" b="1" spc="14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166800" y="2424217"/>
            <a:ext cx="5400000" cy="3888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5"/>
          <p:cNvSpPr/>
          <p:nvPr userDrawn="1">
            <p:custDataLst>
              <p:tags r:id="rId2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8"/>
          <p:cNvSpPr/>
          <p:nvPr userDrawn="1">
            <p:custDataLst>
              <p:tags r:id="rId3"/>
            </p:custDataLst>
          </p:nvPr>
        </p:nvSpPr>
        <p:spPr bwMode="auto">
          <a:xfrm>
            <a:off x="5994754" y="5393815"/>
            <a:ext cx="5176483" cy="1464185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6" name="Freeform 10"/>
          <p:cNvSpPr/>
          <p:nvPr userDrawn="1">
            <p:custDataLst>
              <p:tags r:id="rId4"/>
            </p:custDataLst>
          </p:nvPr>
        </p:nvSpPr>
        <p:spPr bwMode="auto">
          <a:xfrm>
            <a:off x="9937278" y="4111557"/>
            <a:ext cx="2254721" cy="274644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9"/>
          <p:cNvSpPr/>
          <p:nvPr userDrawn="1">
            <p:custDataLst>
              <p:tags r:id="rId5"/>
            </p:custDataLst>
          </p:nvPr>
        </p:nvSpPr>
        <p:spPr bwMode="auto">
          <a:xfrm>
            <a:off x="10789885" y="5171320"/>
            <a:ext cx="1402114" cy="1686680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3" name="组合 12"/>
          <p:cNvGrpSpPr/>
          <p:nvPr userDrawn="1">
            <p:custDataLst>
              <p:tags r:id="rId6"/>
            </p:custDataLst>
          </p:nvPr>
        </p:nvGrpSpPr>
        <p:grpSpPr>
          <a:xfrm>
            <a:off x="853588" y="-15913"/>
            <a:ext cx="1778716" cy="1425979"/>
            <a:chOff x="853588" y="-15913"/>
            <a:chExt cx="1778716" cy="1425979"/>
          </a:xfrm>
        </p:grpSpPr>
        <p:sp>
          <p:nvSpPr>
            <p:cNvPr id="14" name="任意多边形 122"/>
            <p:cNvSpPr/>
            <p:nvPr>
              <p:custDataLst>
                <p:tags r:id="rId7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21"/>
            <p:cNvSpPr/>
            <p:nvPr>
              <p:custDataLst>
                <p:tags r:id="rId8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0"/>
            <p:cNvSpPr/>
            <p:nvPr>
              <p:custDataLst>
                <p:tags r:id="rId9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9"/>
            <p:cNvSpPr/>
            <p:nvPr>
              <p:custDataLst>
                <p:tags r:id="rId10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8"/>
            <p:cNvSpPr/>
            <p:nvPr>
              <p:custDataLst>
                <p:tags r:id="rId11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7"/>
            <p:cNvSpPr/>
            <p:nvPr>
              <p:custDataLst>
                <p:tags r:id="rId12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6"/>
            <p:cNvSpPr/>
            <p:nvPr>
              <p:custDataLst>
                <p:tags r:id="rId13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5"/>
            <p:cNvSpPr/>
            <p:nvPr>
              <p:custDataLst>
                <p:tags r:id="rId14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4"/>
            <p:cNvSpPr/>
            <p:nvPr>
              <p:custDataLst>
                <p:tags r:id="rId15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3"/>
            <p:cNvSpPr/>
            <p:nvPr>
              <p:custDataLst>
                <p:tags r:id="rId16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2"/>
            <p:cNvSpPr/>
            <p:nvPr>
              <p:custDataLst>
                <p:tags r:id="rId17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1"/>
            <p:cNvSpPr/>
            <p:nvPr>
              <p:custDataLst>
                <p:tags r:id="rId18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0"/>
            <p:cNvSpPr/>
            <p:nvPr>
              <p:custDataLst>
                <p:tags r:id="rId19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9"/>
            <p:cNvSpPr/>
            <p:nvPr>
              <p:custDataLst>
                <p:tags r:id="rId20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8"/>
            <p:cNvSpPr/>
            <p:nvPr>
              <p:custDataLst>
                <p:tags r:id="rId21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7"/>
            <p:cNvSpPr/>
            <p:nvPr>
              <p:custDataLst>
                <p:tags r:id="rId22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6"/>
            <p:cNvSpPr/>
            <p:nvPr>
              <p:custDataLst>
                <p:tags r:id="rId23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8" name="Freeform 6"/>
          <p:cNvSpPr/>
          <p:nvPr userDrawn="1">
            <p:custDataLst>
              <p:tags r:id="rId24"/>
            </p:custDataLst>
          </p:nvPr>
        </p:nvSpPr>
        <p:spPr bwMode="auto">
          <a:xfrm>
            <a:off x="1" y="4442537"/>
            <a:ext cx="2055255" cy="2417237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7"/>
          <p:cNvSpPr/>
          <p:nvPr userDrawn="1">
            <p:custDataLst>
              <p:tags r:id="rId25"/>
            </p:custDataLst>
          </p:nvPr>
        </p:nvSpPr>
        <p:spPr bwMode="auto">
          <a:xfrm>
            <a:off x="404950" y="5366380"/>
            <a:ext cx="3443104" cy="1493394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31" name="组合 30"/>
          <p:cNvGrpSpPr/>
          <p:nvPr userDrawn="1">
            <p:custDataLst>
              <p:tags r:id="rId26"/>
            </p:custDataLst>
          </p:nvPr>
        </p:nvGrpSpPr>
        <p:grpSpPr>
          <a:xfrm>
            <a:off x="2325770" y="5591809"/>
            <a:ext cx="1565295" cy="1277607"/>
            <a:chOff x="2753955" y="5356596"/>
            <a:chExt cx="1853474" cy="1512821"/>
          </a:xfrm>
        </p:grpSpPr>
        <p:sp>
          <p:nvSpPr>
            <p:cNvPr id="32" name="任意多边形 152"/>
            <p:cNvSpPr/>
            <p:nvPr>
              <p:custDataLst>
                <p:tags r:id="rId27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3" name="任意多边形 151"/>
            <p:cNvSpPr/>
            <p:nvPr>
              <p:custDataLst>
                <p:tags r:id="rId28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50"/>
            <p:cNvSpPr/>
            <p:nvPr>
              <p:custDataLst>
                <p:tags r:id="rId29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5" name="任意多边形 149"/>
            <p:cNvSpPr/>
            <p:nvPr>
              <p:custDataLst>
                <p:tags r:id="rId30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6" name="任意多边形 148"/>
            <p:cNvSpPr/>
            <p:nvPr>
              <p:custDataLst>
                <p:tags r:id="rId31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47"/>
            <p:cNvSpPr/>
            <p:nvPr>
              <p:custDataLst>
                <p:tags r:id="rId32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46"/>
            <p:cNvSpPr/>
            <p:nvPr>
              <p:custDataLst>
                <p:tags r:id="rId33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5"/>
            <p:cNvSpPr/>
            <p:nvPr>
              <p:custDataLst>
                <p:tags r:id="rId34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4"/>
            <p:cNvSpPr/>
            <p:nvPr>
              <p:custDataLst>
                <p:tags r:id="rId35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3"/>
            <p:cNvSpPr/>
            <p:nvPr>
              <p:custDataLst>
                <p:tags r:id="rId36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2"/>
            <p:cNvSpPr/>
            <p:nvPr>
              <p:custDataLst>
                <p:tags r:id="rId37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1"/>
            <p:cNvSpPr/>
            <p:nvPr>
              <p:custDataLst>
                <p:tags r:id="rId38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0"/>
            <p:cNvSpPr/>
            <p:nvPr>
              <p:custDataLst>
                <p:tags r:id="rId39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39"/>
            <p:cNvSpPr/>
            <p:nvPr>
              <p:custDataLst>
                <p:tags r:id="rId40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38"/>
            <p:cNvSpPr/>
            <p:nvPr>
              <p:custDataLst>
                <p:tags r:id="rId41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37"/>
            <p:cNvSpPr/>
            <p:nvPr>
              <p:custDataLst>
                <p:tags r:id="rId42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36"/>
            <p:cNvSpPr/>
            <p:nvPr>
              <p:custDataLst>
                <p:tags r:id="rId43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2" name="Freeform 11"/>
          <p:cNvSpPr/>
          <p:nvPr userDrawn="1">
            <p:custDataLst>
              <p:tags r:id="rId44"/>
            </p:custDataLst>
          </p:nvPr>
        </p:nvSpPr>
        <p:spPr bwMode="auto">
          <a:xfrm>
            <a:off x="10650309" y="-1466"/>
            <a:ext cx="1541691" cy="140049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49" name="组合 48"/>
          <p:cNvGrpSpPr/>
          <p:nvPr userDrawn="1">
            <p:custDataLst>
              <p:tags r:id="rId45"/>
            </p:custDataLst>
          </p:nvPr>
        </p:nvGrpSpPr>
        <p:grpSpPr>
          <a:xfrm>
            <a:off x="9334948" y="-15876"/>
            <a:ext cx="2381878" cy="1909528"/>
            <a:chOff x="9044119" y="-15877"/>
            <a:chExt cx="2624337" cy="2103905"/>
          </a:xfrm>
        </p:grpSpPr>
        <p:sp>
          <p:nvSpPr>
            <p:cNvPr id="50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1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2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67" name="组合 66"/>
          <p:cNvGrpSpPr/>
          <p:nvPr userDrawn="1">
            <p:custDataLst>
              <p:tags r:id="rId63"/>
            </p:custDataLst>
          </p:nvPr>
        </p:nvGrpSpPr>
        <p:grpSpPr>
          <a:xfrm>
            <a:off x="3948556" y="-15912"/>
            <a:ext cx="842959" cy="675792"/>
            <a:chOff x="3948556" y="-15912"/>
            <a:chExt cx="842959" cy="675792"/>
          </a:xfrm>
        </p:grpSpPr>
        <p:sp>
          <p:nvSpPr>
            <p:cNvPr id="68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 userDrawn="1">
            <p:ph type="title"/>
            <p:custDataLst>
              <p:tags r:id="rId81"/>
            </p:custDataLst>
          </p:nvPr>
        </p:nvSpPr>
        <p:spPr/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 userDrawn="1">
            <p:ph type="dt" sz="half" idx="10"/>
            <p:custDataLst>
              <p:tags r:id="rId8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8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8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23887" y="406800"/>
            <a:ext cx="10944225" cy="863601"/>
          </a:xfrm>
        </p:spPr>
        <p:txBody>
          <a:bodyPr anchor="ctr" anchorCtr="0"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622800" y="1412875"/>
            <a:ext cx="6913236" cy="4895937"/>
          </a:xfrm>
        </p:spPr>
        <p:txBody>
          <a:bodyPr>
            <a:normAutofit/>
          </a:bodyPr>
          <a:lstStyle>
            <a:lvl1pPr marL="0" indent="0">
              <a:buNone/>
              <a:defRPr sz="3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7680960" y="1414800"/>
            <a:ext cx="3887971" cy="4895937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10199688" y="406800"/>
            <a:ext cx="1368424" cy="5903913"/>
          </a:xfrm>
        </p:spPr>
        <p:txBody>
          <a:bodyPr vert="eaVert" anchor="ctr">
            <a:normAutofit/>
          </a:bodyPr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623887" y="406800"/>
            <a:ext cx="9432926" cy="590391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23888" y="980082"/>
            <a:ext cx="10944225" cy="489783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10"/>
          <p:cNvSpPr/>
          <p:nvPr>
            <p:custDataLst>
              <p:tags r:id="rId2"/>
            </p:custDataLst>
          </p:nvPr>
        </p:nvSpPr>
        <p:spPr bwMode="auto">
          <a:xfrm flipH="1">
            <a:off x="0" y="2859087"/>
            <a:ext cx="3282950" cy="399891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7" name="Freeform 5"/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6"/>
          <p:cNvSpPr/>
          <p:nvPr>
            <p:custDataLst>
              <p:tags r:id="rId4"/>
            </p:custDataLst>
          </p:nvPr>
        </p:nvSpPr>
        <p:spPr bwMode="auto">
          <a:xfrm flipH="1">
            <a:off x="9758362" y="3995737"/>
            <a:ext cx="2433638" cy="2862263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7"/>
          <p:cNvSpPr/>
          <p:nvPr>
            <p:custDataLst>
              <p:tags r:id="rId5"/>
            </p:custDataLst>
          </p:nvPr>
        </p:nvSpPr>
        <p:spPr bwMode="auto">
          <a:xfrm>
            <a:off x="0" y="5089664"/>
            <a:ext cx="4076997" cy="1768336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8"/>
          <p:cNvSpPr/>
          <p:nvPr>
            <p:custDataLst>
              <p:tags r:id="rId6"/>
            </p:custDataLst>
          </p:nvPr>
        </p:nvSpPr>
        <p:spPr bwMode="auto">
          <a:xfrm>
            <a:off x="4865858" y="5074503"/>
            <a:ext cx="6305380" cy="1783497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9"/>
          <p:cNvSpPr/>
          <p:nvPr>
            <p:custDataLst>
              <p:tags r:id="rId7"/>
            </p:custDataLst>
          </p:nvPr>
        </p:nvSpPr>
        <p:spPr bwMode="auto">
          <a:xfrm>
            <a:off x="10150475" y="4402137"/>
            <a:ext cx="2041525" cy="2455863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11"/>
          <p:cNvSpPr/>
          <p:nvPr>
            <p:custDataLst>
              <p:tags r:id="rId8"/>
            </p:custDataLst>
          </p:nvPr>
        </p:nvSpPr>
        <p:spPr bwMode="auto">
          <a:xfrm>
            <a:off x="10493375" y="0"/>
            <a:ext cx="1698625" cy="154305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3" name="组合 12"/>
          <p:cNvGrpSpPr/>
          <p:nvPr>
            <p:custDataLst>
              <p:tags r:id="rId9"/>
            </p:custDataLst>
          </p:nvPr>
        </p:nvGrpSpPr>
        <p:grpSpPr>
          <a:xfrm>
            <a:off x="853588" y="-15913"/>
            <a:ext cx="1778716" cy="1425979"/>
            <a:chOff x="853588" y="-15913"/>
            <a:chExt cx="1778716" cy="1425979"/>
          </a:xfrm>
          <a:solidFill>
            <a:schemeClr val="accent4"/>
          </a:solidFill>
        </p:grpSpPr>
        <p:sp>
          <p:nvSpPr>
            <p:cNvPr id="14" name="任意多边形 122"/>
            <p:cNvSpPr/>
            <p:nvPr>
              <p:custDataLst>
                <p:tags r:id="rId10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21"/>
            <p:cNvSpPr/>
            <p:nvPr>
              <p:custDataLst>
                <p:tags r:id="rId11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0"/>
            <p:cNvSpPr/>
            <p:nvPr>
              <p:custDataLst>
                <p:tags r:id="rId12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9"/>
            <p:cNvSpPr/>
            <p:nvPr>
              <p:custDataLst>
                <p:tags r:id="rId13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8"/>
            <p:cNvSpPr/>
            <p:nvPr>
              <p:custDataLst>
                <p:tags r:id="rId14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7"/>
            <p:cNvSpPr/>
            <p:nvPr>
              <p:custDataLst>
                <p:tags r:id="rId15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6"/>
            <p:cNvSpPr/>
            <p:nvPr>
              <p:custDataLst>
                <p:tags r:id="rId16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5"/>
            <p:cNvSpPr/>
            <p:nvPr>
              <p:custDataLst>
                <p:tags r:id="rId17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4"/>
            <p:cNvSpPr/>
            <p:nvPr>
              <p:custDataLst>
                <p:tags r:id="rId18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3"/>
            <p:cNvSpPr/>
            <p:nvPr>
              <p:custDataLst>
                <p:tags r:id="rId19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2"/>
            <p:cNvSpPr/>
            <p:nvPr>
              <p:custDataLst>
                <p:tags r:id="rId20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1"/>
            <p:cNvSpPr/>
            <p:nvPr>
              <p:custDataLst>
                <p:tags r:id="rId21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0"/>
            <p:cNvSpPr/>
            <p:nvPr>
              <p:custDataLst>
                <p:tags r:id="rId22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9"/>
            <p:cNvSpPr/>
            <p:nvPr>
              <p:custDataLst>
                <p:tags r:id="rId23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8"/>
            <p:cNvSpPr/>
            <p:nvPr>
              <p:custDataLst>
                <p:tags r:id="rId24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7"/>
            <p:cNvSpPr/>
            <p:nvPr>
              <p:custDataLst>
                <p:tags r:id="rId25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6"/>
            <p:cNvSpPr/>
            <p:nvPr>
              <p:custDataLst>
                <p:tags r:id="rId26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31" name="组合 30"/>
          <p:cNvGrpSpPr/>
          <p:nvPr>
            <p:custDataLst>
              <p:tags r:id="rId27"/>
            </p:custDataLst>
          </p:nvPr>
        </p:nvGrpSpPr>
        <p:grpSpPr>
          <a:xfrm>
            <a:off x="2753955" y="5356596"/>
            <a:ext cx="1853474" cy="1512821"/>
            <a:chOff x="2753955" y="5356596"/>
            <a:chExt cx="1853474" cy="1512821"/>
          </a:xfrm>
        </p:grpSpPr>
        <p:sp>
          <p:nvSpPr>
            <p:cNvPr id="32" name="任意多边形 152"/>
            <p:cNvSpPr/>
            <p:nvPr>
              <p:custDataLst>
                <p:tags r:id="rId28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3" name="任意多边形 151"/>
            <p:cNvSpPr/>
            <p:nvPr>
              <p:custDataLst>
                <p:tags r:id="rId29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50"/>
            <p:cNvSpPr/>
            <p:nvPr>
              <p:custDataLst>
                <p:tags r:id="rId30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5" name="任意多边形 149"/>
            <p:cNvSpPr/>
            <p:nvPr>
              <p:custDataLst>
                <p:tags r:id="rId31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6" name="任意多边形 148"/>
            <p:cNvSpPr/>
            <p:nvPr>
              <p:custDataLst>
                <p:tags r:id="rId32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47"/>
            <p:cNvSpPr/>
            <p:nvPr>
              <p:custDataLst>
                <p:tags r:id="rId33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46"/>
            <p:cNvSpPr/>
            <p:nvPr>
              <p:custDataLst>
                <p:tags r:id="rId34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5"/>
            <p:cNvSpPr/>
            <p:nvPr>
              <p:custDataLst>
                <p:tags r:id="rId35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4"/>
            <p:cNvSpPr/>
            <p:nvPr>
              <p:custDataLst>
                <p:tags r:id="rId36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3"/>
            <p:cNvSpPr/>
            <p:nvPr>
              <p:custDataLst>
                <p:tags r:id="rId37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2"/>
            <p:cNvSpPr/>
            <p:nvPr>
              <p:custDataLst>
                <p:tags r:id="rId38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1"/>
            <p:cNvSpPr/>
            <p:nvPr>
              <p:custDataLst>
                <p:tags r:id="rId39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0"/>
            <p:cNvSpPr/>
            <p:nvPr>
              <p:custDataLst>
                <p:tags r:id="rId40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39"/>
            <p:cNvSpPr/>
            <p:nvPr>
              <p:custDataLst>
                <p:tags r:id="rId41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38"/>
            <p:cNvSpPr/>
            <p:nvPr>
              <p:custDataLst>
                <p:tags r:id="rId42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37"/>
            <p:cNvSpPr/>
            <p:nvPr>
              <p:custDataLst>
                <p:tags r:id="rId43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36"/>
            <p:cNvSpPr/>
            <p:nvPr>
              <p:custDataLst>
                <p:tags r:id="rId44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49" name="组合 48"/>
          <p:cNvGrpSpPr/>
          <p:nvPr>
            <p:custDataLst>
              <p:tags r:id="rId45"/>
            </p:custDataLst>
          </p:nvPr>
        </p:nvGrpSpPr>
        <p:grpSpPr>
          <a:xfrm>
            <a:off x="9044119" y="-15877"/>
            <a:ext cx="2624337" cy="2103905"/>
            <a:chOff x="9044119" y="-15877"/>
            <a:chExt cx="2624337" cy="2103905"/>
          </a:xfrm>
        </p:grpSpPr>
        <p:sp>
          <p:nvSpPr>
            <p:cNvPr id="50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1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2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67" name="组合 66"/>
          <p:cNvGrpSpPr/>
          <p:nvPr>
            <p:custDataLst>
              <p:tags r:id="rId63"/>
            </p:custDataLst>
          </p:nvPr>
        </p:nvGrpSpPr>
        <p:grpSpPr>
          <a:xfrm>
            <a:off x="3948556" y="-15912"/>
            <a:ext cx="842959" cy="675792"/>
            <a:chOff x="3948556" y="-15912"/>
            <a:chExt cx="842959" cy="675792"/>
          </a:xfrm>
        </p:grpSpPr>
        <p:sp>
          <p:nvSpPr>
            <p:cNvPr id="68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81"/>
            </p:custDataLst>
          </p:nvPr>
        </p:nvSpPr>
        <p:spPr>
          <a:xfrm>
            <a:off x="2693212" y="2052491"/>
            <a:ext cx="6805576" cy="2016125"/>
          </a:xfrm>
        </p:spPr>
        <p:txBody>
          <a:bodyPr anchor="ctr">
            <a:normAutofit/>
          </a:bodyPr>
          <a:lstStyle>
            <a:lvl1pPr algn="ctr">
              <a:defRPr sz="9600" spc="0" baseline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3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4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 userDrawn="1">
            <p:custDataLst>
              <p:tags r:id="rId3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292800" y="304200"/>
            <a:ext cx="11606400" cy="6249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Freeform 6"/>
          <p:cNvSpPr/>
          <p:nvPr userDrawn="1">
            <p:custDataLst>
              <p:tags r:id="rId3"/>
            </p:custDataLst>
          </p:nvPr>
        </p:nvSpPr>
        <p:spPr bwMode="auto">
          <a:xfrm>
            <a:off x="0" y="5821680"/>
            <a:ext cx="881131" cy="1036320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0" name="组合 9"/>
          <p:cNvGrpSpPr/>
          <p:nvPr userDrawn="1">
            <p:custDataLst>
              <p:tags r:id="rId4"/>
            </p:custDataLst>
          </p:nvPr>
        </p:nvGrpSpPr>
        <p:grpSpPr>
          <a:xfrm>
            <a:off x="11298538" y="0"/>
            <a:ext cx="893461" cy="716280"/>
            <a:chOff x="9044119" y="-15877"/>
            <a:chExt cx="2624337" cy="2103905"/>
          </a:xfrm>
        </p:grpSpPr>
        <p:sp>
          <p:nvSpPr>
            <p:cNvPr id="11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2"/>
            </p:custDataLst>
          </p:nvPr>
        </p:nvSpPr>
        <p:spPr>
          <a:xfrm>
            <a:off x="1281600" y="1249200"/>
            <a:ext cx="9626400" cy="723600"/>
          </a:xfrm>
        </p:spPr>
        <p:txBody>
          <a:bodyPr anchor="ctr"/>
          <a:lstStyle>
            <a:lvl1pPr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23"/>
            </p:custDataLst>
          </p:nvPr>
        </p:nvSpPr>
        <p:spPr>
          <a:xfrm>
            <a:off x="1281113" y="2163600"/>
            <a:ext cx="9626600" cy="3445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4823460" cy="686625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dirty="0">
              <a:sym typeface="+mn-ea"/>
            </a:endParaRPr>
          </a:p>
        </p:txBody>
      </p:sp>
      <p:sp>
        <p:nvSpPr>
          <p:cNvPr id="10" name="Freeform 8"/>
          <p:cNvSpPr/>
          <p:nvPr userDrawn="1">
            <p:custDataLst>
              <p:tags r:id="rId3"/>
            </p:custDataLst>
          </p:nvPr>
        </p:nvSpPr>
        <p:spPr bwMode="auto">
          <a:xfrm>
            <a:off x="9039860" y="5642610"/>
            <a:ext cx="3197860" cy="1243330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3" name="组合 12"/>
          <p:cNvGrpSpPr/>
          <p:nvPr userDrawn="1">
            <p:custDataLst>
              <p:tags r:id="rId4"/>
            </p:custDataLst>
          </p:nvPr>
        </p:nvGrpSpPr>
        <p:grpSpPr>
          <a:xfrm>
            <a:off x="-6985" y="-1905"/>
            <a:ext cx="1170305" cy="938530"/>
            <a:chOff x="853588" y="-15913"/>
            <a:chExt cx="1778716" cy="1425979"/>
          </a:xfrm>
          <a:solidFill>
            <a:schemeClr val="accent4"/>
          </a:solidFill>
        </p:grpSpPr>
        <p:sp>
          <p:nvSpPr>
            <p:cNvPr id="14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2"/>
            </p:custDataLst>
          </p:nvPr>
        </p:nvSpPr>
        <p:spPr>
          <a:xfrm>
            <a:off x="583200" y="770400"/>
            <a:ext cx="3960000" cy="882000"/>
          </a:xfrm>
        </p:spPr>
        <p:txBody>
          <a:bodyPr anchor="ctr"/>
          <a:lstStyle>
            <a:lvl1pPr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26"/>
            </p:custDataLst>
          </p:nvPr>
        </p:nvSpPr>
        <p:spPr>
          <a:xfrm>
            <a:off x="586800" y="1764000"/>
            <a:ext cx="3956400" cy="4093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27"/>
            </p:custDataLst>
          </p:nvPr>
        </p:nvSpPr>
        <p:spPr>
          <a:xfrm>
            <a:off x="5101200" y="769938"/>
            <a:ext cx="6480000" cy="5087937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2664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6" name="Freeform 6"/>
          <p:cNvSpPr/>
          <p:nvPr userDrawn="1">
            <p:custDataLst>
              <p:tags r:id="rId3"/>
            </p:custDataLst>
          </p:nvPr>
        </p:nvSpPr>
        <p:spPr bwMode="auto">
          <a:xfrm>
            <a:off x="0" y="5139055"/>
            <a:ext cx="1461770" cy="1718945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3" name="Freeform 11"/>
          <p:cNvSpPr/>
          <p:nvPr userDrawn="1">
            <p:custDataLst>
              <p:tags r:id="rId4"/>
            </p:custDataLst>
          </p:nvPr>
        </p:nvSpPr>
        <p:spPr bwMode="auto">
          <a:xfrm>
            <a:off x="11170920" y="0"/>
            <a:ext cx="1021080" cy="927735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51" name="组合 50"/>
          <p:cNvGrpSpPr/>
          <p:nvPr userDrawn="1">
            <p:custDataLst>
              <p:tags r:id="rId5"/>
            </p:custDataLst>
          </p:nvPr>
        </p:nvGrpSpPr>
        <p:grpSpPr>
          <a:xfrm>
            <a:off x="10561955" y="1905"/>
            <a:ext cx="1576705" cy="1263650"/>
            <a:chOff x="9044119" y="-15877"/>
            <a:chExt cx="2624337" cy="2103905"/>
          </a:xfrm>
        </p:grpSpPr>
        <p:sp>
          <p:nvSpPr>
            <p:cNvPr id="52" name="任意多边形 122"/>
            <p:cNvSpPr/>
            <p:nvPr>
              <p:custDataLst>
                <p:tags r:id="rId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21"/>
            <p:cNvSpPr/>
            <p:nvPr>
              <p:custDataLst>
                <p:tags r:id="rId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20"/>
            <p:cNvSpPr/>
            <p:nvPr>
              <p:custDataLst>
                <p:tags r:id="rId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9"/>
            <p:cNvSpPr/>
            <p:nvPr>
              <p:custDataLst>
                <p:tags r:id="rId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8"/>
            <p:cNvSpPr/>
            <p:nvPr>
              <p:custDataLst>
                <p:tags r:id="rId1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7"/>
            <p:cNvSpPr/>
            <p:nvPr>
              <p:custDataLst>
                <p:tags r:id="rId1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6"/>
            <p:cNvSpPr/>
            <p:nvPr>
              <p:custDataLst>
                <p:tags r:id="rId1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5"/>
            <p:cNvSpPr/>
            <p:nvPr>
              <p:custDataLst>
                <p:tags r:id="rId1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4"/>
            <p:cNvSpPr/>
            <p:nvPr>
              <p:custDataLst>
                <p:tags r:id="rId1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3"/>
            <p:cNvSpPr/>
            <p:nvPr>
              <p:custDataLst>
                <p:tags r:id="rId1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2"/>
            <p:cNvSpPr/>
            <p:nvPr>
              <p:custDataLst>
                <p:tags r:id="rId1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11"/>
            <p:cNvSpPr/>
            <p:nvPr>
              <p:custDataLst>
                <p:tags r:id="rId1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10"/>
            <p:cNvSpPr/>
            <p:nvPr>
              <p:custDataLst>
                <p:tags r:id="rId1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9"/>
            <p:cNvSpPr/>
            <p:nvPr>
              <p:custDataLst>
                <p:tags r:id="rId1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8"/>
            <p:cNvSpPr/>
            <p:nvPr>
              <p:custDataLst>
                <p:tags r:id="rId2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7" name="任意多边形 107"/>
            <p:cNvSpPr/>
            <p:nvPr>
              <p:custDataLst>
                <p:tags r:id="rId2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8" name="任意多边形 106"/>
            <p:cNvSpPr/>
            <p:nvPr>
              <p:custDataLst>
                <p:tags r:id="rId2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23"/>
            </p:custDataLst>
          </p:nvPr>
        </p:nvSpPr>
        <p:spPr>
          <a:xfrm>
            <a:off x="612000" y="781200"/>
            <a:ext cx="10976400" cy="626400"/>
          </a:xfrm>
        </p:spPr>
        <p:txBody>
          <a:bodyPr anchor="ctr"/>
          <a:lstStyle>
            <a:lvl1pPr algn="ctr"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27"/>
            </p:custDataLst>
          </p:nvPr>
        </p:nvSpPr>
        <p:spPr>
          <a:xfrm>
            <a:off x="612000" y="1659600"/>
            <a:ext cx="10975975" cy="828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28"/>
            </p:custDataLst>
          </p:nvPr>
        </p:nvSpPr>
        <p:spPr>
          <a:xfrm>
            <a:off x="612775" y="2808000"/>
            <a:ext cx="10965600" cy="34308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5029201"/>
            <a:ext cx="12192000" cy="182879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11" name="Freeform 9"/>
          <p:cNvSpPr/>
          <p:nvPr userDrawn="1">
            <p:custDataLst>
              <p:tags r:id="rId3"/>
            </p:custDataLst>
          </p:nvPr>
        </p:nvSpPr>
        <p:spPr bwMode="auto">
          <a:xfrm>
            <a:off x="10150475" y="4893310"/>
            <a:ext cx="2041525" cy="1964690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67" name="组合 66"/>
          <p:cNvGrpSpPr/>
          <p:nvPr userDrawn="1">
            <p:custDataLst>
              <p:tags r:id="rId4"/>
            </p:custDataLst>
          </p:nvPr>
        </p:nvGrpSpPr>
        <p:grpSpPr>
          <a:xfrm>
            <a:off x="-17654" y="-15912"/>
            <a:ext cx="842959" cy="675792"/>
            <a:chOff x="3948556" y="-15912"/>
            <a:chExt cx="842959" cy="675792"/>
          </a:xfrm>
        </p:grpSpPr>
        <p:sp>
          <p:nvSpPr>
            <p:cNvPr id="68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22"/>
            </p:custDataLst>
          </p:nvPr>
        </p:nvSpPr>
        <p:spPr>
          <a:xfrm>
            <a:off x="604800" y="669600"/>
            <a:ext cx="10976400" cy="565200"/>
          </a:xfrm>
        </p:spPr>
        <p:txBody>
          <a:bodyPr anchor="ctr"/>
          <a:lstStyle>
            <a:lvl1pPr algn="ctr"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26"/>
            </p:custDataLst>
          </p:nvPr>
        </p:nvSpPr>
        <p:spPr>
          <a:xfrm>
            <a:off x="604837" y="1681200"/>
            <a:ext cx="10990800" cy="321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27"/>
            </p:custDataLst>
          </p:nvPr>
        </p:nvSpPr>
        <p:spPr>
          <a:xfrm>
            <a:off x="594000" y="5180400"/>
            <a:ext cx="11001600" cy="10116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8" name="Freeform 5"/>
          <p:cNvSpPr/>
          <p:nvPr userDrawn="1">
            <p:custDataLst>
              <p:tags r:id="rId3"/>
            </p:custDataLst>
          </p:nvPr>
        </p:nvSpPr>
        <p:spPr bwMode="auto">
          <a:xfrm flipH="1">
            <a:off x="10751185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9"/>
          <p:cNvSpPr/>
          <p:nvPr userDrawn="1">
            <p:custDataLst>
              <p:tags r:id="rId4"/>
            </p:custDataLst>
          </p:nvPr>
        </p:nvSpPr>
        <p:spPr bwMode="auto">
          <a:xfrm flipH="1">
            <a:off x="1270" y="4761865"/>
            <a:ext cx="2041525" cy="2096135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79600" y="237600"/>
            <a:ext cx="11037600" cy="441964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9"/>
            </p:custDataLst>
          </p:nvPr>
        </p:nvSpPr>
        <p:spPr>
          <a:xfrm>
            <a:off x="579600" y="1663200"/>
            <a:ext cx="53424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0"/>
            </p:custDataLst>
          </p:nvPr>
        </p:nvSpPr>
        <p:spPr>
          <a:xfrm>
            <a:off x="6242400" y="1663200"/>
            <a:ext cx="53676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1"/>
            </p:custDataLst>
          </p:nvPr>
        </p:nvSpPr>
        <p:spPr>
          <a:xfrm>
            <a:off x="572400" y="4816800"/>
            <a:ext cx="53424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2"/>
            </p:custDataLst>
          </p:nvPr>
        </p:nvSpPr>
        <p:spPr>
          <a:xfrm>
            <a:off x="6253200" y="4813200"/>
            <a:ext cx="53676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959224"/>
            <a:ext cx="12192000" cy="4939553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grpSp>
        <p:nvGrpSpPr>
          <p:cNvPr id="8" name="组合 7"/>
          <p:cNvGrpSpPr/>
          <p:nvPr userDrawn="1">
            <p:custDataLst>
              <p:tags r:id="rId3"/>
            </p:custDataLst>
          </p:nvPr>
        </p:nvGrpSpPr>
        <p:grpSpPr>
          <a:xfrm>
            <a:off x="6985" y="5356225"/>
            <a:ext cx="2432050" cy="1517015"/>
            <a:chOff x="11" y="6292"/>
            <a:chExt cx="7267" cy="4532"/>
          </a:xfrm>
        </p:grpSpPr>
        <p:sp>
          <p:nvSpPr>
            <p:cNvPr id="9" name="Freeform 6"/>
            <p:cNvSpPr/>
            <p:nvPr userDrawn="1">
              <p:custDataLst>
                <p:tags r:id="rId4"/>
              </p:custDataLst>
            </p:nvPr>
          </p:nvSpPr>
          <p:spPr bwMode="auto">
            <a:xfrm>
              <a:off x="11" y="6292"/>
              <a:ext cx="3833" cy="4508"/>
            </a:xfrm>
            <a:custGeom>
              <a:avLst/>
              <a:gdLst>
                <a:gd name="T0" fmla="*/ 0 w 1364"/>
                <a:gd name="T1" fmla="*/ 208 h 1604"/>
                <a:gd name="T2" fmla="*/ 1288 w 1364"/>
                <a:gd name="T3" fmla="*/ 1092 h 1604"/>
                <a:gd name="T4" fmla="*/ 1016 w 1364"/>
                <a:gd name="T5" fmla="*/ 1324 h 1604"/>
                <a:gd name="T6" fmla="*/ 920 w 1364"/>
                <a:gd name="T7" fmla="*/ 1296 h 1604"/>
                <a:gd name="T8" fmla="*/ 648 w 1364"/>
                <a:gd name="T9" fmla="*/ 1604 h 1604"/>
                <a:gd name="T10" fmla="*/ 0 w 1364"/>
                <a:gd name="T11" fmla="*/ 1604 h 1604"/>
                <a:gd name="T12" fmla="*/ 0 w 1364"/>
                <a:gd name="T13" fmla="*/ 208 h 16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64" h="1604">
                  <a:moveTo>
                    <a:pt x="0" y="208"/>
                  </a:moveTo>
                  <a:cubicBezTo>
                    <a:pt x="0" y="208"/>
                    <a:pt x="1040" y="0"/>
                    <a:pt x="1288" y="1092"/>
                  </a:cubicBezTo>
                  <a:cubicBezTo>
                    <a:pt x="1288" y="1092"/>
                    <a:pt x="1364" y="1388"/>
                    <a:pt x="1016" y="1324"/>
                  </a:cubicBezTo>
                  <a:cubicBezTo>
                    <a:pt x="920" y="1296"/>
                    <a:pt x="920" y="1296"/>
                    <a:pt x="920" y="1296"/>
                  </a:cubicBezTo>
                  <a:cubicBezTo>
                    <a:pt x="920" y="1296"/>
                    <a:pt x="716" y="1236"/>
                    <a:pt x="648" y="1604"/>
                  </a:cubicBezTo>
                  <a:cubicBezTo>
                    <a:pt x="0" y="1604"/>
                    <a:pt x="0" y="1604"/>
                    <a:pt x="0" y="1604"/>
                  </a:cubicBezTo>
                  <a:lnTo>
                    <a:pt x="0" y="208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" name="Freeform 7"/>
            <p:cNvSpPr/>
            <p:nvPr userDrawn="1">
              <p:custDataLst>
                <p:tags r:id="rId5"/>
              </p:custDataLst>
            </p:nvPr>
          </p:nvSpPr>
          <p:spPr bwMode="auto">
            <a:xfrm>
              <a:off x="756" y="8015"/>
              <a:ext cx="4753" cy="2785"/>
            </a:xfrm>
            <a:custGeom>
              <a:avLst/>
              <a:gdLst>
                <a:gd name="T0" fmla="*/ 0 w 1624"/>
                <a:gd name="T1" fmla="*/ 704 h 704"/>
                <a:gd name="T2" fmla="*/ 1204 w 1624"/>
                <a:gd name="T3" fmla="*/ 28 h 704"/>
                <a:gd name="T4" fmla="*/ 1452 w 1624"/>
                <a:gd name="T5" fmla="*/ 304 h 704"/>
                <a:gd name="T6" fmla="*/ 1376 w 1624"/>
                <a:gd name="T7" fmla="*/ 704 h 704"/>
                <a:gd name="T8" fmla="*/ 0 w 1624"/>
                <a:gd name="T9" fmla="*/ 704 h 7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24" h="704">
                  <a:moveTo>
                    <a:pt x="0" y="704"/>
                  </a:moveTo>
                  <a:cubicBezTo>
                    <a:pt x="0" y="704"/>
                    <a:pt x="540" y="48"/>
                    <a:pt x="1204" y="28"/>
                  </a:cubicBezTo>
                  <a:cubicBezTo>
                    <a:pt x="1204" y="28"/>
                    <a:pt x="1624" y="0"/>
                    <a:pt x="1452" y="304"/>
                  </a:cubicBezTo>
                  <a:cubicBezTo>
                    <a:pt x="1452" y="304"/>
                    <a:pt x="1252" y="616"/>
                    <a:pt x="1376" y="704"/>
                  </a:cubicBezTo>
                  <a:lnTo>
                    <a:pt x="0" y="704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grpSp>
          <p:nvGrpSpPr>
            <p:cNvPr id="55" name="组合 54"/>
            <p:cNvGrpSpPr/>
            <p:nvPr userDrawn="1">
              <p:custDataLst>
                <p:tags r:id="rId6"/>
              </p:custDataLst>
            </p:nvPr>
          </p:nvGrpSpPr>
          <p:grpSpPr>
            <a:xfrm>
              <a:off x="4359" y="8442"/>
              <a:ext cx="2919" cy="2382"/>
              <a:chOff x="2753955" y="5356596"/>
              <a:chExt cx="1853474" cy="1512821"/>
            </a:xfrm>
            <a:solidFill>
              <a:schemeClr val="accent1"/>
            </a:solidFill>
          </p:grpSpPr>
          <p:sp>
            <p:nvSpPr>
              <p:cNvPr id="36" name="任意多边形 152"/>
              <p:cNvSpPr/>
              <p:nvPr>
                <p:custDataLst>
                  <p:tags r:id="rId7"/>
                </p:custDataLst>
              </p:nvPr>
            </p:nvSpPr>
            <p:spPr>
              <a:xfrm>
                <a:off x="2852811" y="5356596"/>
                <a:ext cx="778025" cy="1338207"/>
              </a:xfrm>
              <a:custGeom>
                <a:avLst/>
                <a:gdLst>
                  <a:gd name="connsiteX0" fmla="*/ 778025 w 778025"/>
                  <a:gd name="connsiteY0" fmla="*/ 0 h 1338207"/>
                  <a:gd name="connsiteX1" fmla="*/ 5411 w 778025"/>
                  <a:gd name="connsiteY1" fmla="*/ 1338207 h 1338207"/>
                  <a:gd name="connsiteX2" fmla="*/ 0 w 778025"/>
                  <a:gd name="connsiteY2" fmla="*/ 1270818 h 1338207"/>
                  <a:gd name="connsiteX3" fmla="*/ 716960 w 778025"/>
                  <a:gd name="connsiteY3" fmla="*/ 29008 h 1338207"/>
                  <a:gd name="connsiteX4" fmla="*/ 778025 w 778025"/>
                  <a:gd name="connsiteY4" fmla="*/ 0 h 13382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8025" h="1338207">
                    <a:moveTo>
                      <a:pt x="778025" y="0"/>
                    </a:moveTo>
                    <a:cubicBezTo>
                      <a:pt x="778025" y="0"/>
                      <a:pt x="778025" y="0"/>
                      <a:pt x="5411" y="1338207"/>
                    </a:cubicBezTo>
                    <a:cubicBezTo>
                      <a:pt x="1824" y="1317234"/>
                      <a:pt x="566" y="1293826"/>
                      <a:pt x="0" y="1270818"/>
                    </a:cubicBezTo>
                    <a:cubicBezTo>
                      <a:pt x="0" y="1270818"/>
                      <a:pt x="0" y="1270818"/>
                      <a:pt x="716960" y="29008"/>
                    </a:cubicBezTo>
                    <a:cubicBezTo>
                      <a:pt x="737168" y="17994"/>
                      <a:pt x="758069" y="7379"/>
                      <a:pt x="77802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7" name="任意多边形 151"/>
              <p:cNvSpPr/>
              <p:nvPr>
                <p:custDataLst>
                  <p:tags r:id="rId8"/>
                </p:custDataLst>
              </p:nvPr>
            </p:nvSpPr>
            <p:spPr>
              <a:xfrm>
                <a:off x="2911753" y="5361148"/>
                <a:ext cx="845438" cy="1440807"/>
              </a:xfrm>
              <a:custGeom>
                <a:avLst/>
                <a:gdLst>
                  <a:gd name="connsiteX0" fmla="*/ 845438 w 845438"/>
                  <a:gd name="connsiteY0" fmla="*/ 0 h 1440807"/>
                  <a:gd name="connsiteX1" fmla="*/ 13588 w 845438"/>
                  <a:gd name="connsiteY1" fmla="*/ 1440807 h 1440807"/>
                  <a:gd name="connsiteX2" fmla="*/ 0 w 845438"/>
                  <a:gd name="connsiteY2" fmla="*/ 1387583 h 1440807"/>
                  <a:gd name="connsiteX3" fmla="*/ 792550 w 845438"/>
                  <a:gd name="connsiteY3" fmla="*/ 14845 h 1440807"/>
                  <a:gd name="connsiteX4" fmla="*/ 845438 w 845438"/>
                  <a:gd name="connsiteY4" fmla="*/ 0 h 14408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45438" h="1440807">
                    <a:moveTo>
                      <a:pt x="845438" y="0"/>
                    </a:moveTo>
                    <a:cubicBezTo>
                      <a:pt x="845438" y="0"/>
                      <a:pt x="845438" y="0"/>
                      <a:pt x="13588" y="1440807"/>
                    </a:cubicBezTo>
                    <a:cubicBezTo>
                      <a:pt x="8240" y="1424484"/>
                      <a:pt x="3710" y="1406742"/>
                      <a:pt x="0" y="1387583"/>
                    </a:cubicBezTo>
                    <a:cubicBezTo>
                      <a:pt x="0" y="1387583"/>
                      <a:pt x="0" y="1387583"/>
                      <a:pt x="792550" y="14845"/>
                    </a:cubicBezTo>
                    <a:cubicBezTo>
                      <a:pt x="810998" y="8479"/>
                      <a:pt x="828628" y="3530"/>
                      <a:pt x="845438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8" name="任意多边形 150"/>
              <p:cNvSpPr/>
              <p:nvPr>
                <p:custDataLst>
                  <p:tags r:id="rId9"/>
                </p:custDataLst>
              </p:nvPr>
            </p:nvSpPr>
            <p:spPr>
              <a:xfrm>
                <a:off x="2802949" y="5372565"/>
                <a:ext cx="689682" cy="1194565"/>
              </a:xfrm>
              <a:custGeom>
                <a:avLst/>
                <a:gdLst>
                  <a:gd name="connsiteX0" fmla="*/ 689682 w 689682"/>
                  <a:gd name="connsiteY0" fmla="*/ 0 h 1194565"/>
                  <a:gd name="connsiteX1" fmla="*/ 0 w 689682"/>
                  <a:gd name="connsiteY1" fmla="*/ 1194565 h 1194565"/>
                  <a:gd name="connsiteX2" fmla="*/ 4351 w 689682"/>
                  <a:gd name="connsiteY2" fmla="*/ 1110269 h 1194565"/>
                  <a:gd name="connsiteX3" fmla="*/ 618855 w 689682"/>
                  <a:gd name="connsiteY3" fmla="*/ 45917 h 1194565"/>
                  <a:gd name="connsiteX4" fmla="*/ 689682 w 689682"/>
                  <a:gd name="connsiteY4" fmla="*/ 0 h 11945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89682" h="1194565">
                    <a:moveTo>
                      <a:pt x="689682" y="0"/>
                    </a:moveTo>
                    <a:cubicBezTo>
                      <a:pt x="689682" y="0"/>
                      <a:pt x="689682" y="0"/>
                      <a:pt x="0" y="1194565"/>
                    </a:cubicBezTo>
                    <a:cubicBezTo>
                      <a:pt x="485" y="1166538"/>
                      <a:pt x="1663" y="1138911"/>
                      <a:pt x="4351" y="1110269"/>
                    </a:cubicBezTo>
                    <a:cubicBezTo>
                      <a:pt x="4351" y="1110269"/>
                      <a:pt x="4351" y="1110269"/>
                      <a:pt x="618855" y="45917"/>
                    </a:cubicBezTo>
                    <a:cubicBezTo>
                      <a:pt x="642316" y="29268"/>
                      <a:pt x="665653" y="14434"/>
                      <a:pt x="68968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9" name="任意多边形 149"/>
              <p:cNvSpPr/>
              <p:nvPr>
                <p:custDataLst>
                  <p:tags r:id="rId10"/>
                </p:custDataLst>
              </p:nvPr>
            </p:nvSpPr>
            <p:spPr>
              <a:xfrm>
                <a:off x="2981626" y="5381822"/>
                <a:ext cx="892612" cy="1487595"/>
              </a:xfrm>
              <a:custGeom>
                <a:avLst/>
                <a:gdLst>
                  <a:gd name="connsiteX0" fmla="*/ 892612 w 892612"/>
                  <a:gd name="connsiteY0" fmla="*/ 0 h 1487595"/>
                  <a:gd name="connsiteX1" fmla="*/ 99407 w 892612"/>
                  <a:gd name="connsiteY1" fmla="*/ 1373872 h 1487595"/>
                  <a:gd name="connsiteX2" fmla="*/ 33749 w 892612"/>
                  <a:gd name="connsiteY2" fmla="*/ 1487595 h 1487595"/>
                  <a:gd name="connsiteX3" fmla="*/ 8806 w 892612"/>
                  <a:gd name="connsiteY3" fmla="*/ 1487595 h 1487595"/>
                  <a:gd name="connsiteX4" fmla="*/ 0 w 892612"/>
                  <a:gd name="connsiteY4" fmla="*/ 1469290 h 1487595"/>
                  <a:gd name="connsiteX5" fmla="*/ 846279 w 892612"/>
                  <a:gd name="connsiteY5" fmla="*/ 3492 h 1487595"/>
                  <a:gd name="connsiteX6" fmla="*/ 892612 w 892612"/>
                  <a:gd name="connsiteY6" fmla="*/ 0 h 14875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92612" h="1487595">
                    <a:moveTo>
                      <a:pt x="892612" y="0"/>
                    </a:moveTo>
                    <a:cubicBezTo>
                      <a:pt x="892612" y="0"/>
                      <a:pt x="892612" y="0"/>
                      <a:pt x="99407" y="1373872"/>
                    </a:cubicBezTo>
                    <a:lnTo>
                      <a:pt x="33749" y="1487595"/>
                    </a:lnTo>
                    <a:lnTo>
                      <a:pt x="8806" y="1487595"/>
                    </a:lnTo>
                    <a:lnTo>
                      <a:pt x="0" y="1469290"/>
                    </a:lnTo>
                    <a:cubicBezTo>
                      <a:pt x="0" y="1469290"/>
                      <a:pt x="0" y="1469290"/>
                      <a:pt x="846279" y="3492"/>
                    </a:cubicBezTo>
                    <a:cubicBezTo>
                      <a:pt x="862269" y="1383"/>
                      <a:pt x="877440" y="691"/>
                      <a:pt x="89261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0" name="任意多边形 148"/>
              <p:cNvSpPr/>
              <p:nvPr>
                <p:custDataLst>
                  <p:tags r:id="rId11"/>
                </p:custDataLst>
              </p:nvPr>
            </p:nvSpPr>
            <p:spPr>
              <a:xfrm>
                <a:off x="3100041" y="5410660"/>
                <a:ext cx="883628" cy="1458756"/>
              </a:xfrm>
              <a:custGeom>
                <a:avLst/>
                <a:gdLst>
                  <a:gd name="connsiteX0" fmla="*/ 842213 w 883628"/>
                  <a:gd name="connsiteY0" fmla="*/ 0 h 1458756"/>
                  <a:gd name="connsiteX1" fmla="*/ 883628 w 883628"/>
                  <a:gd name="connsiteY1" fmla="*/ 5026 h 1458756"/>
                  <a:gd name="connsiteX2" fmla="*/ 67343 w 883628"/>
                  <a:gd name="connsiteY2" fmla="*/ 1418874 h 1458756"/>
                  <a:gd name="connsiteX3" fmla="*/ 44317 w 883628"/>
                  <a:gd name="connsiteY3" fmla="*/ 1458756 h 1458756"/>
                  <a:gd name="connsiteX4" fmla="*/ 0 w 883628"/>
                  <a:gd name="connsiteY4" fmla="*/ 1458756 h 1458756"/>
                  <a:gd name="connsiteX5" fmla="*/ 7196 w 883628"/>
                  <a:gd name="connsiteY5" fmla="*/ 1446291 h 1458756"/>
                  <a:gd name="connsiteX6" fmla="*/ 842213 w 883628"/>
                  <a:gd name="connsiteY6" fmla="*/ 0 h 14587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83628" h="1458756">
                    <a:moveTo>
                      <a:pt x="842213" y="0"/>
                    </a:moveTo>
                    <a:cubicBezTo>
                      <a:pt x="856563" y="731"/>
                      <a:pt x="870096" y="2879"/>
                      <a:pt x="883628" y="5026"/>
                    </a:cubicBezTo>
                    <a:cubicBezTo>
                      <a:pt x="883628" y="5026"/>
                      <a:pt x="883628" y="5026"/>
                      <a:pt x="67343" y="1418874"/>
                    </a:cubicBezTo>
                    <a:lnTo>
                      <a:pt x="44317" y="1458756"/>
                    </a:lnTo>
                    <a:lnTo>
                      <a:pt x="0" y="1458756"/>
                    </a:lnTo>
                    <a:lnTo>
                      <a:pt x="7196" y="1446291"/>
                    </a:lnTo>
                    <a:cubicBezTo>
                      <a:pt x="84672" y="1312099"/>
                      <a:pt x="291274" y="954254"/>
                      <a:pt x="84221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1" name="任意多边形 147"/>
              <p:cNvSpPr/>
              <p:nvPr>
                <p:custDataLst>
                  <p:tags r:id="rId12"/>
                </p:custDataLst>
              </p:nvPr>
            </p:nvSpPr>
            <p:spPr>
              <a:xfrm>
                <a:off x="2764377" y="5415763"/>
                <a:ext cx="576287" cy="998158"/>
              </a:xfrm>
              <a:custGeom>
                <a:avLst/>
                <a:gdLst>
                  <a:gd name="connsiteX0" fmla="*/ 576287 w 576287"/>
                  <a:gd name="connsiteY0" fmla="*/ 0 h 998158"/>
                  <a:gd name="connsiteX1" fmla="*/ 0 w 576287"/>
                  <a:gd name="connsiteY1" fmla="*/ 998158 h 998158"/>
                  <a:gd name="connsiteX2" fmla="*/ 22426 w 576287"/>
                  <a:gd name="connsiteY2" fmla="*/ 882555 h 998158"/>
                  <a:gd name="connsiteX3" fmla="*/ 487385 w 576287"/>
                  <a:gd name="connsiteY3" fmla="*/ 77223 h 998158"/>
                  <a:gd name="connsiteX4" fmla="*/ 576287 w 576287"/>
                  <a:gd name="connsiteY4" fmla="*/ 0 h 9981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76287" h="998158">
                    <a:moveTo>
                      <a:pt x="576287" y="0"/>
                    </a:moveTo>
                    <a:cubicBezTo>
                      <a:pt x="576287" y="0"/>
                      <a:pt x="576287" y="0"/>
                      <a:pt x="0" y="998158"/>
                    </a:cubicBezTo>
                    <a:cubicBezTo>
                      <a:pt x="4726" y="961188"/>
                      <a:pt x="12474" y="922181"/>
                      <a:pt x="22426" y="882555"/>
                    </a:cubicBezTo>
                    <a:cubicBezTo>
                      <a:pt x="22426" y="882555"/>
                      <a:pt x="22426" y="882555"/>
                      <a:pt x="487385" y="77223"/>
                    </a:cubicBezTo>
                    <a:cubicBezTo>
                      <a:pt x="516725" y="48792"/>
                      <a:pt x="546632" y="22578"/>
                      <a:pt x="5762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2" name="任意多边形 146"/>
              <p:cNvSpPr/>
              <p:nvPr>
                <p:custDataLst>
                  <p:tags r:id="rId13"/>
                </p:custDataLst>
              </p:nvPr>
            </p:nvSpPr>
            <p:spPr>
              <a:xfrm>
                <a:off x="3227072" y="5446910"/>
                <a:ext cx="857794" cy="1422506"/>
              </a:xfrm>
              <a:custGeom>
                <a:avLst/>
                <a:gdLst>
                  <a:gd name="connsiteX0" fmla="*/ 821284 w 857794"/>
                  <a:gd name="connsiteY0" fmla="*/ 0 h 1422506"/>
                  <a:gd name="connsiteX1" fmla="*/ 857794 w 857794"/>
                  <a:gd name="connsiteY1" fmla="*/ 13522 h 1422506"/>
                  <a:gd name="connsiteX2" fmla="*/ 108221 w 857794"/>
                  <a:gd name="connsiteY2" fmla="*/ 1311821 h 1422506"/>
                  <a:gd name="connsiteX3" fmla="*/ 44317 w 857794"/>
                  <a:gd name="connsiteY3" fmla="*/ 1422506 h 1422506"/>
                  <a:gd name="connsiteX4" fmla="*/ 0 w 857794"/>
                  <a:gd name="connsiteY4" fmla="*/ 1422506 h 1422506"/>
                  <a:gd name="connsiteX5" fmla="*/ 31019 w 857794"/>
                  <a:gd name="connsiteY5" fmla="*/ 1368778 h 1422506"/>
                  <a:gd name="connsiteX6" fmla="*/ 821284 w 857794"/>
                  <a:gd name="connsiteY6" fmla="*/ 0 h 14225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57794" h="1422506">
                    <a:moveTo>
                      <a:pt x="821284" y="0"/>
                    </a:moveTo>
                    <a:cubicBezTo>
                      <a:pt x="833999" y="3563"/>
                      <a:pt x="845897" y="8543"/>
                      <a:pt x="857794" y="13522"/>
                    </a:cubicBezTo>
                    <a:cubicBezTo>
                      <a:pt x="857794" y="13522"/>
                      <a:pt x="857794" y="13522"/>
                      <a:pt x="108221" y="1311821"/>
                    </a:cubicBezTo>
                    <a:lnTo>
                      <a:pt x="44317" y="1422506"/>
                    </a:lnTo>
                    <a:lnTo>
                      <a:pt x="0" y="1422506"/>
                    </a:lnTo>
                    <a:lnTo>
                      <a:pt x="31019" y="1368778"/>
                    </a:lnTo>
                    <a:cubicBezTo>
                      <a:pt x="143914" y="1173238"/>
                      <a:pt x="369704" y="782159"/>
                      <a:pt x="8212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3" name="任意多边形 145"/>
              <p:cNvSpPr/>
              <p:nvPr>
                <p:custDataLst>
                  <p:tags r:id="rId14"/>
                </p:custDataLst>
              </p:nvPr>
            </p:nvSpPr>
            <p:spPr>
              <a:xfrm>
                <a:off x="3356055" y="5497094"/>
                <a:ext cx="823913" cy="1372323"/>
              </a:xfrm>
              <a:custGeom>
                <a:avLst/>
                <a:gdLst>
                  <a:gd name="connsiteX0" fmla="*/ 792311 w 823913"/>
                  <a:gd name="connsiteY0" fmla="*/ 0 h 1372323"/>
                  <a:gd name="connsiteX1" fmla="*/ 793696 w 823913"/>
                  <a:gd name="connsiteY1" fmla="*/ 800 h 1372323"/>
                  <a:gd name="connsiteX2" fmla="*/ 823913 w 823913"/>
                  <a:gd name="connsiteY2" fmla="*/ 22024 h 1372323"/>
                  <a:gd name="connsiteX3" fmla="*/ 77036 w 823913"/>
                  <a:gd name="connsiteY3" fmla="*/ 1315653 h 1372323"/>
                  <a:gd name="connsiteX4" fmla="*/ 44317 w 823913"/>
                  <a:gd name="connsiteY4" fmla="*/ 1372323 h 1372323"/>
                  <a:gd name="connsiteX5" fmla="*/ 0 w 823913"/>
                  <a:gd name="connsiteY5" fmla="*/ 1372323 h 1372323"/>
                  <a:gd name="connsiteX6" fmla="*/ 44515 w 823913"/>
                  <a:gd name="connsiteY6" fmla="*/ 1295221 h 1372323"/>
                  <a:gd name="connsiteX7" fmla="*/ 792311 w 823913"/>
                  <a:gd name="connsiteY7" fmla="*/ 0 h 13723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23913" h="1372323">
                    <a:moveTo>
                      <a:pt x="792311" y="0"/>
                    </a:moveTo>
                    <a:cubicBezTo>
                      <a:pt x="793004" y="400"/>
                      <a:pt x="793004" y="400"/>
                      <a:pt x="793696" y="800"/>
                    </a:cubicBezTo>
                    <a:cubicBezTo>
                      <a:pt x="804083" y="6797"/>
                      <a:pt x="814344" y="14611"/>
                      <a:pt x="823913" y="22024"/>
                    </a:cubicBezTo>
                    <a:cubicBezTo>
                      <a:pt x="823913" y="22024"/>
                      <a:pt x="823913" y="22024"/>
                      <a:pt x="77036" y="1315653"/>
                    </a:cubicBezTo>
                    <a:lnTo>
                      <a:pt x="44317" y="1372323"/>
                    </a:lnTo>
                    <a:lnTo>
                      <a:pt x="0" y="1372323"/>
                    </a:lnTo>
                    <a:lnTo>
                      <a:pt x="44515" y="1295221"/>
                    </a:lnTo>
                    <a:cubicBezTo>
                      <a:pt x="170443" y="1077107"/>
                      <a:pt x="394316" y="689348"/>
                      <a:pt x="79231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4" name="任意多边形 144"/>
              <p:cNvSpPr/>
              <p:nvPr>
                <p:custDataLst>
                  <p:tags r:id="rId15"/>
                </p:custDataLst>
              </p:nvPr>
            </p:nvSpPr>
            <p:spPr>
              <a:xfrm>
                <a:off x="2753955" y="5509416"/>
                <a:ext cx="403655" cy="699151"/>
              </a:xfrm>
              <a:custGeom>
                <a:avLst/>
                <a:gdLst>
                  <a:gd name="connsiteX0" fmla="*/ 403655 w 403655"/>
                  <a:gd name="connsiteY0" fmla="*/ 0 h 699151"/>
                  <a:gd name="connsiteX1" fmla="*/ 0 w 403655"/>
                  <a:gd name="connsiteY1" fmla="*/ 699151 h 699151"/>
                  <a:gd name="connsiteX2" fmla="*/ 82792 w 403655"/>
                  <a:gd name="connsiteY2" fmla="*/ 478990 h 699151"/>
                  <a:gd name="connsiteX3" fmla="*/ 254386 w 403655"/>
                  <a:gd name="connsiteY3" fmla="*/ 181780 h 699151"/>
                  <a:gd name="connsiteX4" fmla="*/ 403655 w 403655"/>
                  <a:gd name="connsiteY4" fmla="*/ 0 h 6991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03655" h="699151">
                    <a:moveTo>
                      <a:pt x="403655" y="0"/>
                    </a:moveTo>
                    <a:cubicBezTo>
                      <a:pt x="403655" y="0"/>
                      <a:pt x="403655" y="0"/>
                      <a:pt x="0" y="699151"/>
                    </a:cubicBezTo>
                    <a:cubicBezTo>
                      <a:pt x="20719" y="628083"/>
                      <a:pt x="48861" y="553752"/>
                      <a:pt x="82792" y="478990"/>
                    </a:cubicBezTo>
                    <a:cubicBezTo>
                      <a:pt x="82792" y="478990"/>
                      <a:pt x="82792" y="478990"/>
                      <a:pt x="254386" y="181780"/>
                    </a:cubicBezTo>
                    <a:cubicBezTo>
                      <a:pt x="302167" y="115014"/>
                      <a:pt x="352467" y="53477"/>
                      <a:pt x="40365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5" name="任意多边形 143"/>
              <p:cNvSpPr/>
              <p:nvPr>
                <p:custDataLst>
                  <p:tags r:id="rId16"/>
                </p:custDataLst>
              </p:nvPr>
            </p:nvSpPr>
            <p:spPr>
              <a:xfrm>
                <a:off x="3485039" y="5558808"/>
                <a:ext cx="783375" cy="1310608"/>
              </a:xfrm>
              <a:custGeom>
                <a:avLst/>
                <a:gdLst>
                  <a:gd name="connsiteX0" fmla="*/ 756680 w 783375"/>
                  <a:gd name="connsiteY0" fmla="*/ 0 h 1310608"/>
                  <a:gd name="connsiteX1" fmla="*/ 783375 w 783375"/>
                  <a:gd name="connsiteY1" fmla="*/ 30523 h 1310608"/>
                  <a:gd name="connsiteX2" fmla="*/ 50163 w 783375"/>
                  <a:gd name="connsiteY2" fmla="*/ 1300484 h 1310608"/>
                  <a:gd name="connsiteX3" fmla="*/ 44318 w 783375"/>
                  <a:gd name="connsiteY3" fmla="*/ 1310608 h 1310608"/>
                  <a:gd name="connsiteX4" fmla="*/ 0 w 783375"/>
                  <a:gd name="connsiteY4" fmla="*/ 1310608 h 1310608"/>
                  <a:gd name="connsiteX5" fmla="*/ 14449 w 783375"/>
                  <a:gd name="connsiteY5" fmla="*/ 1285582 h 1310608"/>
                  <a:gd name="connsiteX6" fmla="*/ 756680 w 783375"/>
                  <a:gd name="connsiteY6" fmla="*/ 0 h 13106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83375" h="1310608">
                    <a:moveTo>
                      <a:pt x="756680" y="0"/>
                    </a:moveTo>
                    <a:cubicBezTo>
                      <a:pt x="766124" y="9230"/>
                      <a:pt x="775567" y="18460"/>
                      <a:pt x="783375" y="30523"/>
                    </a:cubicBezTo>
                    <a:cubicBezTo>
                      <a:pt x="783375" y="30523"/>
                      <a:pt x="783375" y="30523"/>
                      <a:pt x="50163" y="1300484"/>
                    </a:cubicBezTo>
                    <a:lnTo>
                      <a:pt x="44318" y="1310608"/>
                    </a:lnTo>
                    <a:lnTo>
                      <a:pt x="0" y="1310608"/>
                    </a:lnTo>
                    <a:lnTo>
                      <a:pt x="14449" y="1285582"/>
                    </a:lnTo>
                    <a:cubicBezTo>
                      <a:pt x="139440" y="1069091"/>
                      <a:pt x="361647" y="684218"/>
                      <a:pt x="75668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6" name="任意多边形 142"/>
              <p:cNvSpPr/>
              <p:nvPr>
                <p:custDataLst>
                  <p:tags r:id="rId17"/>
                </p:custDataLst>
              </p:nvPr>
            </p:nvSpPr>
            <p:spPr>
              <a:xfrm>
                <a:off x="3614023" y="5630782"/>
                <a:ext cx="736081" cy="1238634"/>
              </a:xfrm>
              <a:custGeom>
                <a:avLst/>
                <a:gdLst>
                  <a:gd name="connsiteX0" fmla="*/ 715126 w 736081"/>
                  <a:gd name="connsiteY0" fmla="*/ 0 h 1238634"/>
                  <a:gd name="connsiteX1" fmla="*/ 736081 w 736081"/>
                  <a:gd name="connsiteY1" fmla="*/ 40464 h 1238634"/>
                  <a:gd name="connsiteX2" fmla="*/ 96173 w 736081"/>
                  <a:gd name="connsiteY2" fmla="*/ 1148817 h 1238634"/>
                  <a:gd name="connsiteX3" fmla="*/ 44317 w 736081"/>
                  <a:gd name="connsiteY3" fmla="*/ 1238634 h 1238634"/>
                  <a:gd name="connsiteX4" fmla="*/ 0 w 736081"/>
                  <a:gd name="connsiteY4" fmla="*/ 1238634 h 1238634"/>
                  <a:gd name="connsiteX5" fmla="*/ 46707 w 736081"/>
                  <a:gd name="connsiteY5" fmla="*/ 1157736 h 1238634"/>
                  <a:gd name="connsiteX6" fmla="*/ 715126 w 736081"/>
                  <a:gd name="connsiteY6" fmla="*/ 0 h 12386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36081" h="1238634">
                    <a:moveTo>
                      <a:pt x="715126" y="0"/>
                    </a:moveTo>
                    <a:cubicBezTo>
                      <a:pt x="722930" y="12070"/>
                      <a:pt x="729915" y="25558"/>
                      <a:pt x="736081" y="40464"/>
                    </a:cubicBezTo>
                    <a:cubicBezTo>
                      <a:pt x="736081" y="40464"/>
                      <a:pt x="736081" y="40464"/>
                      <a:pt x="96173" y="1148817"/>
                    </a:cubicBezTo>
                    <a:lnTo>
                      <a:pt x="44317" y="1238634"/>
                    </a:lnTo>
                    <a:lnTo>
                      <a:pt x="0" y="1238634"/>
                    </a:lnTo>
                    <a:lnTo>
                      <a:pt x="46707" y="1157736"/>
                    </a:lnTo>
                    <a:cubicBezTo>
                      <a:pt x="176245" y="933368"/>
                      <a:pt x="383507" y="574381"/>
                      <a:pt x="71512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7" name="任意多边形 141"/>
              <p:cNvSpPr/>
              <p:nvPr>
                <p:custDataLst>
                  <p:tags r:id="rId18"/>
                </p:custDataLst>
              </p:nvPr>
            </p:nvSpPr>
            <p:spPr>
              <a:xfrm>
                <a:off x="3743006" y="5718881"/>
                <a:ext cx="680330" cy="1150536"/>
              </a:xfrm>
              <a:custGeom>
                <a:avLst/>
                <a:gdLst>
                  <a:gd name="connsiteX0" fmla="*/ 664262 w 680330"/>
                  <a:gd name="connsiteY0" fmla="*/ 0 h 1150536"/>
                  <a:gd name="connsiteX1" fmla="*/ 680330 w 680330"/>
                  <a:gd name="connsiteY1" fmla="*/ 48930 h 1150536"/>
                  <a:gd name="connsiteX2" fmla="*/ 75412 w 680330"/>
                  <a:gd name="connsiteY2" fmla="*/ 1096678 h 1150536"/>
                  <a:gd name="connsiteX3" fmla="*/ 44317 w 680330"/>
                  <a:gd name="connsiteY3" fmla="*/ 1150536 h 1150536"/>
                  <a:gd name="connsiteX4" fmla="*/ 0 w 680330"/>
                  <a:gd name="connsiteY4" fmla="*/ 1150536 h 1150536"/>
                  <a:gd name="connsiteX5" fmla="*/ 23987 w 680330"/>
                  <a:gd name="connsiteY5" fmla="*/ 1108989 h 1150536"/>
                  <a:gd name="connsiteX6" fmla="*/ 664262 w 680330"/>
                  <a:gd name="connsiteY6" fmla="*/ 0 h 11505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80330" h="1150536">
                    <a:moveTo>
                      <a:pt x="664262" y="0"/>
                    </a:moveTo>
                    <a:cubicBezTo>
                      <a:pt x="670436" y="14894"/>
                      <a:pt x="675792" y="31204"/>
                      <a:pt x="680330" y="48930"/>
                    </a:cubicBezTo>
                    <a:cubicBezTo>
                      <a:pt x="680330" y="48930"/>
                      <a:pt x="680330" y="48930"/>
                      <a:pt x="75412" y="1096678"/>
                    </a:cubicBezTo>
                    <a:lnTo>
                      <a:pt x="44317" y="1150536"/>
                    </a:lnTo>
                    <a:lnTo>
                      <a:pt x="0" y="1150536"/>
                    </a:lnTo>
                    <a:lnTo>
                      <a:pt x="23987" y="1108989"/>
                    </a:lnTo>
                    <a:cubicBezTo>
                      <a:pt x="148072" y="894069"/>
                      <a:pt x="346606" y="550196"/>
                      <a:pt x="6642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8" name="任意多边形 140"/>
              <p:cNvSpPr/>
              <p:nvPr>
                <p:custDataLst>
                  <p:tags r:id="rId19"/>
                </p:custDataLst>
              </p:nvPr>
            </p:nvSpPr>
            <p:spPr>
              <a:xfrm>
                <a:off x="3870035" y="5819324"/>
                <a:ext cx="614984" cy="1050093"/>
              </a:xfrm>
              <a:custGeom>
                <a:avLst/>
                <a:gdLst>
                  <a:gd name="connsiteX0" fmla="*/ 606271 w 614984"/>
                  <a:gd name="connsiteY0" fmla="*/ 0 h 1050093"/>
                  <a:gd name="connsiteX1" fmla="*/ 614984 w 614984"/>
                  <a:gd name="connsiteY1" fmla="*/ 61668 h 1050093"/>
                  <a:gd name="connsiteX2" fmla="*/ 115513 w 614984"/>
                  <a:gd name="connsiteY2" fmla="*/ 926777 h 1050093"/>
                  <a:gd name="connsiteX3" fmla="*/ 44317 w 614984"/>
                  <a:gd name="connsiteY3" fmla="*/ 1050093 h 1050093"/>
                  <a:gd name="connsiteX4" fmla="*/ 0 w 614984"/>
                  <a:gd name="connsiteY4" fmla="*/ 1050093 h 1050093"/>
                  <a:gd name="connsiteX5" fmla="*/ 5653 w 614984"/>
                  <a:gd name="connsiteY5" fmla="*/ 1040301 h 1050093"/>
                  <a:gd name="connsiteX6" fmla="*/ 606271 w 614984"/>
                  <a:gd name="connsiteY6" fmla="*/ 0 h 10500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14984" h="1050093">
                    <a:moveTo>
                      <a:pt x="606271" y="0"/>
                    </a:moveTo>
                    <a:cubicBezTo>
                      <a:pt x="610685" y="19540"/>
                      <a:pt x="613590" y="40096"/>
                      <a:pt x="614984" y="61668"/>
                    </a:cubicBezTo>
                    <a:cubicBezTo>
                      <a:pt x="614984" y="61668"/>
                      <a:pt x="614984" y="61668"/>
                      <a:pt x="115513" y="926777"/>
                    </a:cubicBezTo>
                    <a:lnTo>
                      <a:pt x="44317" y="1050093"/>
                    </a:lnTo>
                    <a:lnTo>
                      <a:pt x="0" y="1050093"/>
                    </a:lnTo>
                    <a:lnTo>
                      <a:pt x="5653" y="1040301"/>
                    </a:lnTo>
                    <a:cubicBezTo>
                      <a:pt x="122052" y="838692"/>
                      <a:pt x="308290" y="516118"/>
                      <a:pt x="6062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9" name="任意多边形 139"/>
              <p:cNvSpPr/>
              <p:nvPr>
                <p:custDataLst>
                  <p:tags r:id="rId20"/>
                </p:custDataLst>
              </p:nvPr>
            </p:nvSpPr>
            <p:spPr>
              <a:xfrm>
                <a:off x="3999017" y="5938200"/>
                <a:ext cx="538932" cy="931217"/>
              </a:xfrm>
              <a:custGeom>
                <a:avLst/>
                <a:gdLst>
                  <a:gd name="connsiteX0" fmla="*/ 537639 w 538932"/>
                  <a:gd name="connsiteY0" fmla="*/ 0 h 931217"/>
                  <a:gd name="connsiteX1" fmla="*/ 537322 w 538932"/>
                  <a:gd name="connsiteY1" fmla="*/ 77309 h 931217"/>
                  <a:gd name="connsiteX2" fmla="*/ 98704 w 538932"/>
                  <a:gd name="connsiteY2" fmla="*/ 837017 h 931217"/>
                  <a:gd name="connsiteX3" fmla="*/ 44318 w 538932"/>
                  <a:gd name="connsiteY3" fmla="*/ 931217 h 931217"/>
                  <a:gd name="connsiteX4" fmla="*/ 0 w 538932"/>
                  <a:gd name="connsiteY4" fmla="*/ 931217 h 931217"/>
                  <a:gd name="connsiteX5" fmla="*/ 50362 w 538932"/>
                  <a:gd name="connsiteY5" fmla="*/ 843989 h 931217"/>
                  <a:gd name="connsiteX6" fmla="*/ 537639 w 538932"/>
                  <a:gd name="connsiteY6" fmla="*/ 0 h 9312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38932" h="931217">
                    <a:moveTo>
                      <a:pt x="537639" y="0"/>
                    </a:moveTo>
                    <a:cubicBezTo>
                      <a:pt x="539590" y="23807"/>
                      <a:pt x="539211" y="50049"/>
                      <a:pt x="537322" y="77309"/>
                    </a:cubicBezTo>
                    <a:cubicBezTo>
                      <a:pt x="537322" y="77309"/>
                      <a:pt x="537322" y="77309"/>
                      <a:pt x="98704" y="837017"/>
                    </a:cubicBezTo>
                    <a:lnTo>
                      <a:pt x="44318" y="931217"/>
                    </a:lnTo>
                    <a:lnTo>
                      <a:pt x="0" y="931217"/>
                    </a:lnTo>
                    <a:lnTo>
                      <a:pt x="50362" y="843989"/>
                    </a:lnTo>
                    <a:cubicBezTo>
                      <a:pt x="156981" y="659318"/>
                      <a:pt x="312064" y="390707"/>
                      <a:pt x="537639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0" name="任意多边形 138"/>
              <p:cNvSpPr/>
              <p:nvPr>
                <p:custDataLst>
                  <p:tags r:id="rId21"/>
                </p:custDataLst>
              </p:nvPr>
            </p:nvSpPr>
            <p:spPr>
              <a:xfrm>
                <a:off x="4128002" y="6080530"/>
                <a:ext cx="455464" cy="788887"/>
              </a:xfrm>
              <a:custGeom>
                <a:avLst/>
                <a:gdLst>
                  <a:gd name="connsiteX0" fmla="*/ 455464 w 455464"/>
                  <a:gd name="connsiteY0" fmla="*/ 0 h 788887"/>
                  <a:gd name="connsiteX1" fmla="*/ 440416 w 455464"/>
                  <a:gd name="connsiteY1" fmla="*/ 102823 h 788887"/>
                  <a:gd name="connsiteX2" fmla="*/ 88431 w 455464"/>
                  <a:gd name="connsiteY2" fmla="*/ 712479 h 788887"/>
                  <a:gd name="connsiteX3" fmla="*/ 44317 w 455464"/>
                  <a:gd name="connsiteY3" fmla="*/ 788887 h 788887"/>
                  <a:gd name="connsiteX4" fmla="*/ 0 w 455464"/>
                  <a:gd name="connsiteY4" fmla="*/ 788887 h 788887"/>
                  <a:gd name="connsiteX5" fmla="*/ 35594 w 455464"/>
                  <a:gd name="connsiteY5" fmla="*/ 727235 h 788887"/>
                  <a:gd name="connsiteX6" fmla="*/ 455464 w 455464"/>
                  <a:gd name="connsiteY6" fmla="*/ 0 h 7888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55464" h="788887">
                    <a:moveTo>
                      <a:pt x="455464" y="0"/>
                    </a:moveTo>
                    <a:cubicBezTo>
                      <a:pt x="451686" y="33729"/>
                      <a:pt x="447216" y="67059"/>
                      <a:pt x="440416" y="102823"/>
                    </a:cubicBezTo>
                    <a:cubicBezTo>
                      <a:pt x="440416" y="102823"/>
                      <a:pt x="440416" y="102823"/>
                      <a:pt x="88431" y="712479"/>
                    </a:cubicBezTo>
                    <a:lnTo>
                      <a:pt x="44317" y="788887"/>
                    </a:lnTo>
                    <a:lnTo>
                      <a:pt x="0" y="788887"/>
                    </a:lnTo>
                    <a:lnTo>
                      <a:pt x="35594" y="727235"/>
                    </a:lnTo>
                    <a:cubicBezTo>
                      <a:pt x="127465" y="568111"/>
                      <a:pt x="261094" y="336658"/>
                      <a:pt x="45546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1" name="任意多边形 137"/>
              <p:cNvSpPr/>
              <p:nvPr>
                <p:custDataLst>
                  <p:tags r:id="rId22"/>
                </p:custDataLst>
              </p:nvPr>
            </p:nvSpPr>
            <p:spPr>
              <a:xfrm>
                <a:off x="4256988" y="6262435"/>
                <a:ext cx="350441" cy="606982"/>
              </a:xfrm>
              <a:custGeom>
                <a:avLst/>
                <a:gdLst>
                  <a:gd name="connsiteX0" fmla="*/ 350441 w 350441"/>
                  <a:gd name="connsiteY0" fmla="*/ 0 h 606982"/>
                  <a:gd name="connsiteX1" fmla="*/ 302636 w 350441"/>
                  <a:gd name="connsiteY1" fmla="*/ 159559 h 606982"/>
                  <a:gd name="connsiteX2" fmla="*/ 92049 w 350441"/>
                  <a:gd name="connsiteY2" fmla="*/ 524307 h 606982"/>
                  <a:gd name="connsiteX3" fmla="*/ 44317 w 350441"/>
                  <a:gd name="connsiteY3" fmla="*/ 606982 h 606982"/>
                  <a:gd name="connsiteX4" fmla="*/ 0 w 350441"/>
                  <a:gd name="connsiteY4" fmla="*/ 606982 h 606982"/>
                  <a:gd name="connsiteX5" fmla="*/ 28827 w 350441"/>
                  <a:gd name="connsiteY5" fmla="*/ 557052 h 606982"/>
                  <a:gd name="connsiteX6" fmla="*/ 350441 w 350441"/>
                  <a:gd name="connsiteY6" fmla="*/ 0 h 6069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50441" h="606982">
                    <a:moveTo>
                      <a:pt x="350441" y="0"/>
                    </a:moveTo>
                    <a:cubicBezTo>
                      <a:pt x="338221" y="51550"/>
                      <a:pt x="322286" y="104737"/>
                      <a:pt x="302636" y="159559"/>
                    </a:cubicBezTo>
                    <a:cubicBezTo>
                      <a:pt x="302636" y="159559"/>
                      <a:pt x="302636" y="159559"/>
                      <a:pt x="92049" y="524307"/>
                    </a:cubicBezTo>
                    <a:lnTo>
                      <a:pt x="44317" y="606982"/>
                    </a:lnTo>
                    <a:lnTo>
                      <a:pt x="0" y="606982"/>
                    </a:lnTo>
                    <a:lnTo>
                      <a:pt x="28827" y="557052"/>
                    </a:lnTo>
                    <a:cubicBezTo>
                      <a:pt x="99198" y="435165"/>
                      <a:pt x="201556" y="257876"/>
                      <a:pt x="35044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2" name="任意多边形 136"/>
              <p:cNvSpPr/>
              <p:nvPr>
                <p:custDataLst>
                  <p:tags r:id="rId23"/>
                </p:custDataLst>
              </p:nvPr>
            </p:nvSpPr>
            <p:spPr>
              <a:xfrm>
                <a:off x="4384017" y="6554888"/>
                <a:ext cx="181594" cy="314529"/>
              </a:xfrm>
              <a:custGeom>
                <a:avLst/>
                <a:gdLst>
                  <a:gd name="connsiteX0" fmla="*/ 181594 w 181594"/>
                  <a:gd name="connsiteY0" fmla="*/ 0 h 314529"/>
                  <a:gd name="connsiteX1" fmla="*/ 100989 w 181594"/>
                  <a:gd name="connsiteY1" fmla="*/ 187001 h 314529"/>
                  <a:gd name="connsiteX2" fmla="*/ 44195 w 181594"/>
                  <a:gd name="connsiteY2" fmla="*/ 273100 h 314529"/>
                  <a:gd name="connsiteX3" fmla="*/ 9396 w 181594"/>
                  <a:gd name="connsiteY3" fmla="*/ 314529 h 314529"/>
                  <a:gd name="connsiteX4" fmla="*/ 0 w 181594"/>
                  <a:gd name="connsiteY4" fmla="*/ 314529 h 314529"/>
                  <a:gd name="connsiteX5" fmla="*/ 181594 w 181594"/>
                  <a:gd name="connsiteY5" fmla="*/ 0 h 3145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1594" h="314529">
                    <a:moveTo>
                      <a:pt x="181594" y="0"/>
                    </a:moveTo>
                    <a:cubicBezTo>
                      <a:pt x="162164" y="64117"/>
                      <a:pt x="136056" y="126263"/>
                      <a:pt x="100989" y="187001"/>
                    </a:cubicBezTo>
                    <a:cubicBezTo>
                      <a:pt x="83455" y="217370"/>
                      <a:pt x="64497" y="245976"/>
                      <a:pt x="44195" y="273100"/>
                    </a:cubicBezTo>
                    <a:lnTo>
                      <a:pt x="9396" y="314529"/>
                    </a:lnTo>
                    <a:lnTo>
                      <a:pt x="0" y="314529"/>
                    </a:lnTo>
                    <a:lnTo>
                      <a:pt x="181594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</p:grpSp>
      <p:grpSp>
        <p:nvGrpSpPr>
          <p:cNvPr id="11" name="组合 10"/>
          <p:cNvGrpSpPr/>
          <p:nvPr userDrawn="1">
            <p:custDataLst>
              <p:tags r:id="rId24"/>
            </p:custDataLst>
          </p:nvPr>
        </p:nvGrpSpPr>
        <p:grpSpPr>
          <a:xfrm>
            <a:off x="10436225" y="-8890"/>
            <a:ext cx="1755140" cy="1172845"/>
            <a:chOff x="14243" y="-25"/>
            <a:chExt cx="4956" cy="3312"/>
          </a:xfrm>
        </p:grpSpPr>
        <p:sp>
          <p:nvSpPr>
            <p:cNvPr id="13" name="Freeform 11"/>
            <p:cNvSpPr/>
            <p:nvPr userDrawn="1">
              <p:custDataLst>
                <p:tags r:id="rId25"/>
              </p:custDataLst>
            </p:nvPr>
          </p:nvSpPr>
          <p:spPr bwMode="auto">
            <a:xfrm>
              <a:off x="16525" y="0"/>
              <a:ext cx="2675" cy="2430"/>
            </a:xfrm>
            <a:custGeom>
              <a:avLst/>
              <a:gdLst>
                <a:gd name="T0" fmla="*/ 324 w 952"/>
                <a:gd name="T1" fmla="*/ 0 h 864"/>
                <a:gd name="T2" fmla="*/ 296 w 952"/>
                <a:gd name="T3" fmla="*/ 376 h 864"/>
                <a:gd name="T4" fmla="*/ 536 w 952"/>
                <a:gd name="T5" fmla="*/ 700 h 864"/>
                <a:gd name="T6" fmla="*/ 952 w 952"/>
                <a:gd name="T7" fmla="*/ 768 h 864"/>
                <a:gd name="T8" fmla="*/ 952 w 952"/>
                <a:gd name="T9" fmla="*/ 0 h 864"/>
                <a:gd name="T10" fmla="*/ 324 w 952"/>
                <a:gd name="T11" fmla="*/ 0 h 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52" h="864">
                  <a:moveTo>
                    <a:pt x="324" y="0"/>
                  </a:moveTo>
                  <a:cubicBezTo>
                    <a:pt x="324" y="0"/>
                    <a:pt x="488" y="152"/>
                    <a:pt x="296" y="376"/>
                  </a:cubicBezTo>
                  <a:cubicBezTo>
                    <a:pt x="296" y="376"/>
                    <a:pt x="0" y="864"/>
                    <a:pt x="536" y="700"/>
                  </a:cubicBezTo>
                  <a:cubicBezTo>
                    <a:pt x="536" y="700"/>
                    <a:pt x="796" y="616"/>
                    <a:pt x="952" y="768"/>
                  </a:cubicBezTo>
                  <a:cubicBezTo>
                    <a:pt x="952" y="0"/>
                    <a:pt x="952" y="0"/>
                    <a:pt x="952" y="0"/>
                  </a:cubicBezTo>
                  <a:lnTo>
                    <a:pt x="32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grpSp>
          <p:nvGrpSpPr>
            <p:cNvPr id="54" name="组合 53"/>
            <p:cNvGrpSpPr/>
            <p:nvPr userDrawn="1">
              <p:custDataLst>
                <p:tags r:id="rId26"/>
              </p:custDataLst>
            </p:nvPr>
          </p:nvGrpSpPr>
          <p:grpSpPr>
            <a:xfrm>
              <a:off x="14243" y="-25"/>
              <a:ext cx="4133" cy="3313"/>
              <a:chOff x="9044119" y="-15877"/>
              <a:chExt cx="2624337" cy="2103905"/>
            </a:xfrm>
          </p:grpSpPr>
          <p:sp>
            <p:nvSpPr>
              <p:cNvPr id="63" name="任意多边形 122"/>
              <p:cNvSpPr/>
              <p:nvPr>
                <p:custDataLst>
                  <p:tags r:id="rId27"/>
                </p:custDataLst>
              </p:nvPr>
            </p:nvSpPr>
            <p:spPr>
              <a:xfrm>
                <a:off x="9044119" y="-15876"/>
                <a:ext cx="407785" cy="706307"/>
              </a:xfrm>
              <a:custGeom>
                <a:avLst/>
                <a:gdLst>
                  <a:gd name="connsiteX0" fmla="*/ 255661 w 302156"/>
                  <a:gd name="connsiteY0" fmla="*/ 0 h 523351"/>
                  <a:gd name="connsiteX1" fmla="*/ 302156 w 302156"/>
                  <a:gd name="connsiteY1" fmla="*/ 0 h 523351"/>
                  <a:gd name="connsiteX2" fmla="*/ 285876 w 302156"/>
                  <a:gd name="connsiteY2" fmla="*/ 28198 h 523351"/>
                  <a:gd name="connsiteX3" fmla="*/ 0 w 302156"/>
                  <a:gd name="connsiteY3" fmla="*/ 523351 h 523351"/>
                  <a:gd name="connsiteX4" fmla="*/ 86860 w 302156"/>
                  <a:gd name="connsiteY4" fmla="*/ 292372 h 523351"/>
                  <a:gd name="connsiteX5" fmla="*/ 207463 w 302156"/>
                  <a:gd name="connsiteY5" fmla="*/ 83480 h 523351"/>
                  <a:gd name="connsiteX6" fmla="*/ 255661 w 302156"/>
                  <a:gd name="connsiteY6" fmla="*/ 0 h 5233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02156" h="523351">
                    <a:moveTo>
                      <a:pt x="255661" y="0"/>
                    </a:moveTo>
                    <a:lnTo>
                      <a:pt x="302156" y="0"/>
                    </a:lnTo>
                    <a:lnTo>
                      <a:pt x="285876" y="28198"/>
                    </a:lnTo>
                    <a:cubicBezTo>
                      <a:pt x="223325" y="136541"/>
                      <a:pt x="132341" y="294130"/>
                      <a:pt x="0" y="523351"/>
                    </a:cubicBezTo>
                    <a:cubicBezTo>
                      <a:pt x="21737" y="448790"/>
                      <a:pt x="51262" y="370808"/>
                      <a:pt x="86860" y="292372"/>
                    </a:cubicBezTo>
                    <a:cubicBezTo>
                      <a:pt x="86860" y="292372"/>
                      <a:pt x="86860" y="292372"/>
                      <a:pt x="207463" y="83480"/>
                    </a:cubicBezTo>
                    <a:lnTo>
                      <a:pt x="255661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4" name="任意多边形 121"/>
              <p:cNvSpPr/>
              <p:nvPr>
                <p:custDataLst>
                  <p:tags r:id="rId28"/>
                </p:custDataLst>
              </p:nvPr>
            </p:nvSpPr>
            <p:spPr>
              <a:xfrm>
                <a:off x="9058874" y="-15876"/>
                <a:ext cx="575657" cy="997070"/>
              </a:xfrm>
              <a:custGeom>
                <a:avLst/>
                <a:gdLst>
                  <a:gd name="connsiteX0" fmla="*/ 380051 w 426544"/>
                  <a:gd name="connsiteY0" fmla="*/ 0 h 738797"/>
                  <a:gd name="connsiteX1" fmla="*/ 426544 w 426544"/>
                  <a:gd name="connsiteY1" fmla="*/ 0 h 738797"/>
                  <a:gd name="connsiteX2" fmla="*/ 408138 w 426544"/>
                  <a:gd name="connsiteY2" fmla="*/ 31881 h 738797"/>
                  <a:gd name="connsiteX3" fmla="*/ 0 w 426544"/>
                  <a:gd name="connsiteY3" fmla="*/ 738797 h 738797"/>
                  <a:gd name="connsiteX4" fmla="*/ 23528 w 426544"/>
                  <a:gd name="connsiteY4" fmla="*/ 617513 h 738797"/>
                  <a:gd name="connsiteX5" fmla="*/ 350321 w 426544"/>
                  <a:gd name="connsiteY5" fmla="*/ 51493 h 738797"/>
                  <a:gd name="connsiteX6" fmla="*/ 380051 w 426544"/>
                  <a:gd name="connsiteY6" fmla="*/ 0 h 7387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26544" h="738797">
                    <a:moveTo>
                      <a:pt x="380051" y="0"/>
                    </a:moveTo>
                    <a:lnTo>
                      <a:pt x="426544" y="0"/>
                    </a:lnTo>
                    <a:lnTo>
                      <a:pt x="408138" y="31881"/>
                    </a:lnTo>
                    <a:cubicBezTo>
                      <a:pt x="318835" y="186559"/>
                      <a:pt x="188939" y="411545"/>
                      <a:pt x="0" y="738797"/>
                    </a:cubicBezTo>
                    <a:cubicBezTo>
                      <a:pt x="4959" y="700009"/>
                      <a:pt x="13087" y="659086"/>
                      <a:pt x="23528" y="617513"/>
                    </a:cubicBezTo>
                    <a:cubicBezTo>
                      <a:pt x="23528" y="617513"/>
                      <a:pt x="23528" y="617513"/>
                      <a:pt x="350321" y="51493"/>
                    </a:cubicBezTo>
                    <a:lnTo>
                      <a:pt x="380051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5" name="任意多边形 120"/>
              <p:cNvSpPr/>
              <p:nvPr>
                <p:custDataLst>
                  <p:tags r:id="rId29"/>
                </p:custDataLst>
              </p:nvPr>
            </p:nvSpPr>
            <p:spPr>
              <a:xfrm>
                <a:off x="9113492" y="-15876"/>
                <a:ext cx="700903" cy="1213998"/>
              </a:xfrm>
              <a:custGeom>
                <a:avLst/>
                <a:gdLst>
                  <a:gd name="connsiteX0" fmla="*/ 472852 w 519347"/>
                  <a:gd name="connsiteY0" fmla="*/ 0 h 899534"/>
                  <a:gd name="connsiteX1" fmla="*/ 519347 w 519347"/>
                  <a:gd name="connsiteY1" fmla="*/ 0 h 899534"/>
                  <a:gd name="connsiteX2" fmla="*/ 488447 w 519347"/>
                  <a:gd name="connsiteY2" fmla="*/ 53520 h 899534"/>
                  <a:gd name="connsiteX3" fmla="*/ 0 w 519347"/>
                  <a:gd name="connsiteY3" fmla="*/ 899534 h 899534"/>
                  <a:gd name="connsiteX4" fmla="*/ 4566 w 519347"/>
                  <a:gd name="connsiteY4" fmla="*/ 811095 h 899534"/>
                  <a:gd name="connsiteX5" fmla="*/ 436464 w 519347"/>
                  <a:gd name="connsiteY5" fmla="*/ 63025 h 899534"/>
                  <a:gd name="connsiteX6" fmla="*/ 472852 w 519347"/>
                  <a:gd name="connsiteY6" fmla="*/ 0 h 8995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19347" h="899534">
                    <a:moveTo>
                      <a:pt x="472852" y="0"/>
                    </a:moveTo>
                    <a:lnTo>
                      <a:pt x="519347" y="0"/>
                    </a:lnTo>
                    <a:lnTo>
                      <a:pt x="488447" y="53520"/>
                    </a:lnTo>
                    <a:cubicBezTo>
                      <a:pt x="381572" y="238633"/>
                      <a:pt x="226117" y="507889"/>
                      <a:pt x="0" y="899534"/>
                    </a:cubicBezTo>
                    <a:cubicBezTo>
                      <a:pt x="510" y="870130"/>
                      <a:pt x="1746" y="841145"/>
                      <a:pt x="4566" y="811095"/>
                    </a:cubicBezTo>
                    <a:cubicBezTo>
                      <a:pt x="4566" y="811095"/>
                      <a:pt x="4566" y="811095"/>
                      <a:pt x="436464" y="63025"/>
                    </a:cubicBezTo>
                    <a:lnTo>
                      <a:pt x="472852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6" name="任意多边形 119"/>
              <p:cNvSpPr/>
              <p:nvPr>
                <p:custDataLst>
                  <p:tags r:id="rId30"/>
                </p:custDataLst>
              </p:nvPr>
            </p:nvSpPr>
            <p:spPr>
              <a:xfrm>
                <a:off x="9184090" y="-15876"/>
                <a:ext cx="812932" cy="1394769"/>
              </a:xfrm>
              <a:custGeom>
                <a:avLst/>
                <a:gdLst>
                  <a:gd name="connsiteX0" fmla="*/ 555861 w 602357"/>
                  <a:gd name="connsiteY0" fmla="*/ 0 h 1033480"/>
                  <a:gd name="connsiteX1" fmla="*/ 602357 w 602357"/>
                  <a:gd name="connsiteY1" fmla="*/ 0 h 1033480"/>
                  <a:gd name="connsiteX2" fmla="*/ 552857 w 602357"/>
                  <a:gd name="connsiteY2" fmla="*/ 85735 h 1033480"/>
                  <a:gd name="connsiteX3" fmla="*/ 5677 w 602357"/>
                  <a:gd name="connsiteY3" fmla="*/ 1033480 h 1033480"/>
                  <a:gd name="connsiteX4" fmla="*/ 0 w 602357"/>
                  <a:gd name="connsiteY4" fmla="*/ 962780 h 1033480"/>
                  <a:gd name="connsiteX5" fmla="*/ 503909 w 602357"/>
                  <a:gd name="connsiteY5" fmla="*/ 89985 h 1033480"/>
                  <a:gd name="connsiteX6" fmla="*/ 555861 w 602357"/>
                  <a:gd name="connsiteY6" fmla="*/ 0 h 10334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02357" h="1033480">
                    <a:moveTo>
                      <a:pt x="555861" y="0"/>
                    </a:moveTo>
                    <a:lnTo>
                      <a:pt x="602357" y="0"/>
                    </a:lnTo>
                    <a:lnTo>
                      <a:pt x="552857" y="85735"/>
                    </a:lnTo>
                    <a:cubicBezTo>
                      <a:pt x="433131" y="293108"/>
                      <a:pt x="258983" y="594741"/>
                      <a:pt x="5677" y="1033480"/>
                    </a:cubicBezTo>
                    <a:cubicBezTo>
                      <a:pt x="1914" y="1011477"/>
                      <a:pt x="594" y="986919"/>
                      <a:pt x="0" y="962780"/>
                    </a:cubicBezTo>
                    <a:cubicBezTo>
                      <a:pt x="0" y="962780"/>
                      <a:pt x="0" y="962780"/>
                      <a:pt x="503909" y="89985"/>
                    </a:cubicBezTo>
                    <a:lnTo>
                      <a:pt x="555861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7" name="任意多边形 118"/>
              <p:cNvSpPr/>
              <p:nvPr>
                <p:custDataLst>
                  <p:tags r:id="rId31"/>
                </p:custDataLst>
              </p:nvPr>
            </p:nvSpPr>
            <p:spPr>
              <a:xfrm>
                <a:off x="9267546" y="-15876"/>
                <a:ext cx="912104" cy="1546484"/>
              </a:xfrm>
              <a:custGeom>
                <a:avLst/>
                <a:gdLst>
                  <a:gd name="connsiteX0" fmla="*/ 629345 w 675840"/>
                  <a:gd name="connsiteY0" fmla="*/ 0 h 1145896"/>
                  <a:gd name="connsiteX1" fmla="*/ 675840 w 675840"/>
                  <a:gd name="connsiteY1" fmla="*/ 0 h 1145896"/>
                  <a:gd name="connsiteX2" fmla="*/ 673914 w 675840"/>
                  <a:gd name="connsiteY2" fmla="*/ 3335 h 1145896"/>
                  <a:gd name="connsiteX3" fmla="*/ 14256 w 675840"/>
                  <a:gd name="connsiteY3" fmla="*/ 1145896 h 1145896"/>
                  <a:gd name="connsiteX4" fmla="*/ 0 w 675840"/>
                  <a:gd name="connsiteY4" fmla="*/ 1090056 h 1145896"/>
                  <a:gd name="connsiteX5" fmla="*/ 618876 w 675840"/>
                  <a:gd name="connsiteY5" fmla="*/ 18132 h 1145896"/>
                  <a:gd name="connsiteX6" fmla="*/ 629345 w 675840"/>
                  <a:gd name="connsiteY6" fmla="*/ 0 h 1145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75840" h="1145896">
                    <a:moveTo>
                      <a:pt x="629345" y="0"/>
                    </a:moveTo>
                    <a:lnTo>
                      <a:pt x="675840" y="0"/>
                    </a:lnTo>
                    <a:lnTo>
                      <a:pt x="673914" y="3335"/>
                    </a:lnTo>
                    <a:cubicBezTo>
                      <a:pt x="546073" y="224762"/>
                      <a:pt x="341528" y="579044"/>
                      <a:pt x="14256" y="1145896"/>
                    </a:cubicBezTo>
                    <a:cubicBezTo>
                      <a:pt x="8645" y="1128771"/>
                      <a:pt x="3893" y="1110157"/>
                      <a:pt x="0" y="1090056"/>
                    </a:cubicBezTo>
                    <a:cubicBezTo>
                      <a:pt x="0" y="1090056"/>
                      <a:pt x="0" y="1090056"/>
                      <a:pt x="618876" y="18132"/>
                    </a:cubicBezTo>
                    <a:lnTo>
                      <a:pt x="629345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8" name="任意多边形 117"/>
              <p:cNvSpPr/>
              <p:nvPr>
                <p:custDataLst>
                  <p:tags r:id="rId32"/>
                </p:custDataLst>
              </p:nvPr>
            </p:nvSpPr>
            <p:spPr>
              <a:xfrm>
                <a:off x="9366478" y="-15876"/>
                <a:ext cx="995799" cy="1675374"/>
              </a:xfrm>
              <a:custGeom>
                <a:avLst/>
                <a:gdLst>
                  <a:gd name="connsiteX0" fmla="*/ 691359 w 737856"/>
                  <a:gd name="connsiteY0" fmla="*/ 0 h 1241399"/>
                  <a:gd name="connsiteX1" fmla="*/ 737856 w 737856"/>
                  <a:gd name="connsiteY1" fmla="*/ 0 h 1241399"/>
                  <a:gd name="connsiteX2" fmla="*/ 713003 w 737856"/>
                  <a:gd name="connsiteY2" fmla="*/ 43046 h 1241399"/>
                  <a:gd name="connsiteX3" fmla="*/ 21133 w 737856"/>
                  <a:gd name="connsiteY3" fmla="*/ 1241399 h 1241399"/>
                  <a:gd name="connsiteX4" fmla="*/ 0 w 737856"/>
                  <a:gd name="connsiteY4" fmla="*/ 1197470 h 1241399"/>
                  <a:gd name="connsiteX5" fmla="*/ 660831 w 737856"/>
                  <a:gd name="connsiteY5" fmla="*/ 52877 h 1241399"/>
                  <a:gd name="connsiteX6" fmla="*/ 691359 w 737856"/>
                  <a:gd name="connsiteY6" fmla="*/ 0 h 12413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37856" h="1241399">
                    <a:moveTo>
                      <a:pt x="691359" y="0"/>
                    </a:moveTo>
                    <a:lnTo>
                      <a:pt x="737856" y="0"/>
                    </a:lnTo>
                    <a:lnTo>
                      <a:pt x="713003" y="43046"/>
                    </a:lnTo>
                    <a:cubicBezTo>
                      <a:pt x="578920" y="275285"/>
                      <a:pt x="364386" y="646867"/>
                      <a:pt x="21133" y="1241399"/>
                    </a:cubicBezTo>
                    <a:cubicBezTo>
                      <a:pt x="13803" y="1227252"/>
                      <a:pt x="6472" y="1213104"/>
                      <a:pt x="0" y="1197470"/>
                    </a:cubicBezTo>
                    <a:cubicBezTo>
                      <a:pt x="0" y="1197470"/>
                      <a:pt x="0" y="1197470"/>
                      <a:pt x="660831" y="52877"/>
                    </a:cubicBezTo>
                    <a:lnTo>
                      <a:pt x="69135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9" name="任意多边形 116"/>
              <p:cNvSpPr/>
              <p:nvPr>
                <p:custDataLst>
                  <p:tags r:id="rId33"/>
                </p:custDataLst>
              </p:nvPr>
            </p:nvSpPr>
            <p:spPr>
              <a:xfrm>
                <a:off x="9478515" y="-15876"/>
                <a:ext cx="1066392" cy="1785584"/>
              </a:xfrm>
              <a:custGeom>
                <a:avLst/>
                <a:gdLst>
                  <a:gd name="connsiteX0" fmla="*/ 743667 w 790163"/>
                  <a:gd name="connsiteY0" fmla="*/ 0 h 1323061"/>
                  <a:gd name="connsiteX1" fmla="*/ 790163 w 790163"/>
                  <a:gd name="connsiteY1" fmla="*/ 0 h 1323061"/>
                  <a:gd name="connsiteX2" fmla="*/ 738294 w 790163"/>
                  <a:gd name="connsiteY2" fmla="*/ 89838 h 1323061"/>
                  <a:gd name="connsiteX3" fmla="*/ 26293 w 790163"/>
                  <a:gd name="connsiteY3" fmla="*/ 1323061 h 1323061"/>
                  <a:gd name="connsiteX4" fmla="*/ 0 w 790163"/>
                  <a:gd name="connsiteY4" fmla="*/ 1288068 h 1323061"/>
                  <a:gd name="connsiteX5" fmla="*/ 688336 w 790163"/>
                  <a:gd name="connsiteY5" fmla="*/ 95836 h 1323061"/>
                  <a:gd name="connsiteX6" fmla="*/ 743667 w 790163"/>
                  <a:gd name="connsiteY6" fmla="*/ 0 h 13230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90163" h="1323061">
                    <a:moveTo>
                      <a:pt x="743667" y="0"/>
                    </a:moveTo>
                    <a:lnTo>
                      <a:pt x="790163" y="0"/>
                    </a:lnTo>
                    <a:lnTo>
                      <a:pt x="738294" y="89838"/>
                    </a:lnTo>
                    <a:cubicBezTo>
                      <a:pt x="600310" y="328835"/>
                      <a:pt x="379534" y="711229"/>
                      <a:pt x="26293" y="1323061"/>
                    </a:cubicBezTo>
                    <a:cubicBezTo>
                      <a:pt x="17243" y="1311892"/>
                      <a:pt x="8193" y="1300723"/>
                      <a:pt x="0" y="1288068"/>
                    </a:cubicBezTo>
                    <a:cubicBezTo>
                      <a:pt x="0" y="1288068"/>
                      <a:pt x="0" y="1288068"/>
                      <a:pt x="688336" y="95836"/>
                    </a:cubicBezTo>
                    <a:lnTo>
                      <a:pt x="743667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0" name="任意多边形 115"/>
              <p:cNvSpPr/>
              <p:nvPr>
                <p:custDataLst>
                  <p:tags r:id="rId34"/>
                </p:custDataLst>
              </p:nvPr>
            </p:nvSpPr>
            <p:spPr>
              <a:xfrm>
                <a:off x="9598080" y="-15877"/>
                <a:ext cx="1126689" cy="1877994"/>
              </a:xfrm>
              <a:custGeom>
                <a:avLst/>
                <a:gdLst>
                  <a:gd name="connsiteX0" fmla="*/ 788345 w 834841"/>
                  <a:gd name="connsiteY0" fmla="*/ 0 h 1391534"/>
                  <a:gd name="connsiteX1" fmla="*/ 834841 w 834841"/>
                  <a:gd name="connsiteY1" fmla="*/ 0 h 1391534"/>
                  <a:gd name="connsiteX2" fmla="*/ 815980 w 834841"/>
                  <a:gd name="connsiteY2" fmla="*/ 32668 h 1391534"/>
                  <a:gd name="connsiteX3" fmla="*/ 31438 w 834841"/>
                  <a:gd name="connsiteY3" fmla="*/ 1391534 h 1391534"/>
                  <a:gd name="connsiteX4" fmla="*/ 0 w 834841"/>
                  <a:gd name="connsiteY4" fmla="*/ 1365455 h 1391534"/>
                  <a:gd name="connsiteX5" fmla="*/ 780748 w 834841"/>
                  <a:gd name="connsiteY5" fmla="*/ 13159 h 1391534"/>
                  <a:gd name="connsiteX6" fmla="*/ 788345 w 834841"/>
                  <a:gd name="connsiteY6" fmla="*/ 0 h 13915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34841" h="1391534">
                    <a:moveTo>
                      <a:pt x="788345" y="0"/>
                    </a:moveTo>
                    <a:lnTo>
                      <a:pt x="834841" y="0"/>
                    </a:lnTo>
                    <a:lnTo>
                      <a:pt x="815980" y="32668"/>
                    </a:lnTo>
                    <a:cubicBezTo>
                      <a:pt x="683864" y="261500"/>
                      <a:pt x="448991" y="668312"/>
                      <a:pt x="31438" y="1391534"/>
                    </a:cubicBezTo>
                    <a:cubicBezTo>
                      <a:pt x="20672" y="1383337"/>
                      <a:pt x="9907" y="1375139"/>
                      <a:pt x="0" y="1365455"/>
                    </a:cubicBezTo>
                    <a:cubicBezTo>
                      <a:pt x="0" y="1365455"/>
                      <a:pt x="0" y="1365455"/>
                      <a:pt x="780748" y="13159"/>
                    </a:cubicBezTo>
                    <a:lnTo>
                      <a:pt x="788345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1" name="任意多边形 114"/>
              <p:cNvSpPr/>
              <p:nvPr>
                <p:custDataLst>
                  <p:tags r:id="rId35"/>
                </p:custDataLst>
              </p:nvPr>
            </p:nvSpPr>
            <p:spPr>
              <a:xfrm>
                <a:off x="9730418" y="-15876"/>
                <a:ext cx="1176980" cy="1953062"/>
              </a:xfrm>
              <a:custGeom>
                <a:avLst/>
                <a:gdLst>
                  <a:gd name="connsiteX0" fmla="*/ 825609 w 872105"/>
                  <a:gd name="connsiteY0" fmla="*/ 0 h 1447157"/>
                  <a:gd name="connsiteX1" fmla="*/ 872105 w 872105"/>
                  <a:gd name="connsiteY1" fmla="*/ 0 h 1447157"/>
                  <a:gd name="connsiteX2" fmla="*/ 868689 w 872105"/>
                  <a:gd name="connsiteY2" fmla="*/ 5916 h 1447157"/>
                  <a:gd name="connsiteX3" fmla="*/ 36588 w 872105"/>
                  <a:gd name="connsiteY3" fmla="*/ 1447157 h 1447157"/>
                  <a:gd name="connsiteX4" fmla="*/ 1453 w 872105"/>
                  <a:gd name="connsiteY4" fmla="*/ 1430836 h 1447157"/>
                  <a:gd name="connsiteX5" fmla="*/ 0 w 872105"/>
                  <a:gd name="connsiteY5" fmla="*/ 1429997 h 1447157"/>
                  <a:gd name="connsiteX6" fmla="*/ 786405 w 872105"/>
                  <a:gd name="connsiteY6" fmla="*/ 67903 h 1447157"/>
                  <a:gd name="connsiteX7" fmla="*/ 825609 w 872105"/>
                  <a:gd name="connsiteY7" fmla="*/ 0 h 1447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72105" h="1447157">
                    <a:moveTo>
                      <a:pt x="825609" y="0"/>
                    </a:moveTo>
                    <a:lnTo>
                      <a:pt x="872105" y="0"/>
                    </a:lnTo>
                    <a:lnTo>
                      <a:pt x="868689" y="5916"/>
                    </a:lnTo>
                    <a:cubicBezTo>
                      <a:pt x="749817" y="211808"/>
                      <a:pt x="512074" y="623591"/>
                      <a:pt x="36588" y="1447157"/>
                    </a:cubicBezTo>
                    <a:cubicBezTo>
                      <a:pt x="24832" y="1442352"/>
                      <a:pt x="12350" y="1437128"/>
                      <a:pt x="1453" y="1430836"/>
                    </a:cubicBezTo>
                    <a:cubicBezTo>
                      <a:pt x="726" y="1430417"/>
                      <a:pt x="726" y="1430417"/>
                      <a:pt x="0" y="1429997"/>
                    </a:cubicBezTo>
                    <a:cubicBezTo>
                      <a:pt x="0" y="1429997"/>
                      <a:pt x="0" y="1429997"/>
                      <a:pt x="786405" y="67903"/>
                    </a:cubicBezTo>
                    <a:lnTo>
                      <a:pt x="82560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2" name="任意多边形 113"/>
              <p:cNvSpPr/>
              <p:nvPr>
                <p:custDataLst>
                  <p:tags r:id="rId36"/>
                </p:custDataLst>
              </p:nvPr>
            </p:nvSpPr>
            <p:spPr>
              <a:xfrm>
                <a:off x="9872180" y="-15876"/>
                <a:ext cx="1217844" cy="2011807"/>
              </a:xfrm>
              <a:custGeom>
                <a:avLst/>
                <a:gdLst>
                  <a:gd name="connsiteX0" fmla="*/ 855889 w 902384"/>
                  <a:gd name="connsiteY0" fmla="*/ 0 h 1490685"/>
                  <a:gd name="connsiteX1" fmla="*/ 902384 w 902384"/>
                  <a:gd name="connsiteY1" fmla="*/ 0 h 1490685"/>
                  <a:gd name="connsiteX2" fmla="*/ 897132 w 902384"/>
                  <a:gd name="connsiteY2" fmla="*/ 9096 h 1490685"/>
                  <a:gd name="connsiteX3" fmla="*/ 41736 w 902384"/>
                  <a:gd name="connsiteY3" fmla="*/ 1490685 h 1490685"/>
                  <a:gd name="connsiteX4" fmla="*/ 0 w 902384"/>
                  <a:gd name="connsiteY4" fmla="*/ 1482442 h 1490685"/>
                  <a:gd name="connsiteX5" fmla="*/ 780554 w 902384"/>
                  <a:gd name="connsiteY5" fmla="*/ 130483 h 1490685"/>
                  <a:gd name="connsiteX6" fmla="*/ 855889 w 902384"/>
                  <a:gd name="connsiteY6" fmla="*/ 0 h 14906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02384" h="1490685">
                    <a:moveTo>
                      <a:pt x="855889" y="0"/>
                    </a:moveTo>
                    <a:lnTo>
                      <a:pt x="902384" y="0"/>
                    </a:lnTo>
                    <a:lnTo>
                      <a:pt x="897132" y="9096"/>
                    </a:lnTo>
                    <a:cubicBezTo>
                      <a:pt x="796618" y="183191"/>
                      <a:pt x="566871" y="581124"/>
                      <a:pt x="41736" y="1490685"/>
                    </a:cubicBezTo>
                    <a:cubicBezTo>
                      <a:pt x="26680" y="1489919"/>
                      <a:pt x="13340" y="1486181"/>
                      <a:pt x="0" y="1482442"/>
                    </a:cubicBezTo>
                    <a:cubicBezTo>
                      <a:pt x="0" y="1482442"/>
                      <a:pt x="0" y="1482442"/>
                      <a:pt x="780554" y="130483"/>
                    </a:cubicBezTo>
                    <a:lnTo>
                      <a:pt x="85588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3" name="任意多边形 112"/>
              <p:cNvSpPr/>
              <p:nvPr>
                <p:custDataLst>
                  <p:tags r:id="rId37"/>
                </p:custDataLst>
              </p:nvPr>
            </p:nvSpPr>
            <p:spPr>
              <a:xfrm>
                <a:off x="10022332" y="-15876"/>
                <a:ext cx="1250320" cy="2057325"/>
              </a:xfrm>
              <a:custGeom>
                <a:avLst/>
                <a:gdLst>
                  <a:gd name="connsiteX0" fmla="*/ 879952 w 926448"/>
                  <a:gd name="connsiteY0" fmla="*/ 0 h 1524413"/>
                  <a:gd name="connsiteX1" fmla="*/ 926448 w 926448"/>
                  <a:gd name="connsiteY1" fmla="*/ 0 h 1524413"/>
                  <a:gd name="connsiteX2" fmla="*/ 922230 w 926448"/>
                  <a:gd name="connsiteY2" fmla="*/ 7306 h 1524413"/>
                  <a:gd name="connsiteX3" fmla="*/ 47757 w 926448"/>
                  <a:gd name="connsiteY3" fmla="*/ 1521937 h 1524413"/>
                  <a:gd name="connsiteX4" fmla="*/ 0 w 926448"/>
                  <a:gd name="connsiteY4" fmla="*/ 1524123 h 1524413"/>
                  <a:gd name="connsiteX5" fmla="*/ 843482 w 926448"/>
                  <a:gd name="connsiteY5" fmla="*/ 63168 h 1524413"/>
                  <a:gd name="connsiteX6" fmla="*/ 879952 w 926448"/>
                  <a:gd name="connsiteY6" fmla="*/ 0 h 15244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26448" h="1524413">
                    <a:moveTo>
                      <a:pt x="879952" y="0"/>
                    </a:moveTo>
                    <a:lnTo>
                      <a:pt x="926448" y="0"/>
                    </a:lnTo>
                    <a:lnTo>
                      <a:pt x="922230" y="7306"/>
                    </a:lnTo>
                    <a:cubicBezTo>
                      <a:pt x="861671" y="112197"/>
                      <a:pt x="667882" y="447850"/>
                      <a:pt x="47757" y="1521937"/>
                    </a:cubicBezTo>
                    <a:cubicBezTo>
                      <a:pt x="30979" y="1524154"/>
                      <a:pt x="15060" y="1524882"/>
                      <a:pt x="0" y="1524123"/>
                    </a:cubicBezTo>
                    <a:cubicBezTo>
                      <a:pt x="0" y="1524123"/>
                      <a:pt x="0" y="1524123"/>
                      <a:pt x="843482" y="63168"/>
                    </a:cubicBezTo>
                    <a:lnTo>
                      <a:pt x="879952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4" name="任意多边形 111"/>
              <p:cNvSpPr/>
              <p:nvPr>
                <p:custDataLst>
                  <p:tags r:id="rId38"/>
                </p:custDataLst>
              </p:nvPr>
            </p:nvSpPr>
            <p:spPr>
              <a:xfrm>
                <a:off x="10185663" y="-2916"/>
                <a:ext cx="1222136" cy="2077396"/>
              </a:xfrm>
              <a:custGeom>
                <a:avLst/>
                <a:gdLst>
                  <a:gd name="connsiteX0" fmla="*/ 888707 w 905564"/>
                  <a:gd name="connsiteY0" fmla="*/ 0 h 1539285"/>
                  <a:gd name="connsiteX1" fmla="*/ 905564 w 905564"/>
                  <a:gd name="connsiteY1" fmla="*/ 51334 h 1539285"/>
                  <a:gd name="connsiteX2" fmla="*/ 52886 w 905564"/>
                  <a:gd name="connsiteY2" fmla="*/ 1528217 h 1539285"/>
                  <a:gd name="connsiteX3" fmla="*/ 0 w 905564"/>
                  <a:gd name="connsiteY3" fmla="*/ 1539285 h 1539285"/>
                  <a:gd name="connsiteX4" fmla="*/ 888707 w 905564"/>
                  <a:gd name="connsiteY4" fmla="*/ 0 h 15392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05564" h="1539285">
                    <a:moveTo>
                      <a:pt x="888707" y="0"/>
                    </a:moveTo>
                    <a:cubicBezTo>
                      <a:pt x="895184" y="15625"/>
                      <a:pt x="900803" y="32737"/>
                      <a:pt x="905564" y="51334"/>
                    </a:cubicBezTo>
                    <a:cubicBezTo>
                      <a:pt x="905564" y="51334"/>
                      <a:pt x="905564" y="51334"/>
                      <a:pt x="52886" y="1528217"/>
                    </a:cubicBezTo>
                    <a:cubicBezTo>
                      <a:pt x="34399" y="1533392"/>
                      <a:pt x="16771" y="1537082"/>
                      <a:pt x="0" y="1539285"/>
                    </a:cubicBezTo>
                    <a:cubicBezTo>
                      <a:pt x="0" y="1539285"/>
                      <a:pt x="0" y="1539285"/>
                      <a:pt x="888707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5" name="任意多边形 110"/>
              <p:cNvSpPr/>
              <p:nvPr>
                <p:custDataLst>
                  <p:tags r:id="rId39"/>
                </p:custDataLst>
              </p:nvPr>
            </p:nvSpPr>
            <p:spPr>
              <a:xfrm>
                <a:off x="10357701" y="139301"/>
                <a:ext cx="1137436" cy="1948727"/>
              </a:xfrm>
              <a:custGeom>
                <a:avLst/>
                <a:gdLst>
                  <a:gd name="connsiteX0" fmla="*/ 833662 w 842804"/>
                  <a:gd name="connsiteY0" fmla="*/ 0 h 1443945"/>
                  <a:gd name="connsiteX1" fmla="*/ 842804 w 842804"/>
                  <a:gd name="connsiteY1" fmla="*/ 64699 h 1443945"/>
                  <a:gd name="connsiteX2" fmla="*/ 60602 w 842804"/>
                  <a:gd name="connsiteY2" fmla="*/ 1419512 h 1443945"/>
                  <a:gd name="connsiteX3" fmla="*/ 0 w 842804"/>
                  <a:gd name="connsiteY3" fmla="*/ 1443945 h 1443945"/>
                  <a:gd name="connsiteX4" fmla="*/ 833662 w 842804"/>
                  <a:gd name="connsiteY4" fmla="*/ 0 h 14439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42804" h="1443945">
                    <a:moveTo>
                      <a:pt x="833662" y="0"/>
                    </a:moveTo>
                    <a:cubicBezTo>
                      <a:pt x="838294" y="20500"/>
                      <a:pt x="841341" y="42067"/>
                      <a:pt x="842804" y="64699"/>
                    </a:cubicBezTo>
                    <a:cubicBezTo>
                      <a:pt x="842804" y="64699"/>
                      <a:pt x="842804" y="64699"/>
                      <a:pt x="60602" y="1419512"/>
                    </a:cubicBezTo>
                    <a:cubicBezTo>
                      <a:pt x="40270" y="1429561"/>
                      <a:pt x="20070" y="1437706"/>
                      <a:pt x="0" y="1443945"/>
                    </a:cubicBezTo>
                    <a:cubicBezTo>
                      <a:pt x="0" y="1443945"/>
                      <a:pt x="0" y="1443945"/>
                      <a:pt x="833662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6" name="任意多边形 109"/>
              <p:cNvSpPr/>
              <p:nvPr>
                <p:custDataLst>
                  <p:tags r:id="rId40"/>
                </p:custDataLst>
              </p:nvPr>
            </p:nvSpPr>
            <p:spPr>
              <a:xfrm>
                <a:off x="10546195" y="307619"/>
                <a:ext cx="1023884" cy="1770248"/>
              </a:xfrm>
              <a:custGeom>
                <a:avLst/>
                <a:gdLst>
                  <a:gd name="connsiteX0" fmla="*/ 757309 w 758666"/>
                  <a:gd name="connsiteY0" fmla="*/ 0 h 1311698"/>
                  <a:gd name="connsiteX1" fmla="*/ 756977 w 758666"/>
                  <a:gd name="connsiteY1" fmla="*/ 81107 h 1311698"/>
                  <a:gd name="connsiteX2" fmla="*/ 70075 w 758666"/>
                  <a:gd name="connsiteY2" fmla="*/ 1270857 h 1311698"/>
                  <a:gd name="connsiteX3" fmla="*/ 0 w 758666"/>
                  <a:gd name="connsiteY3" fmla="*/ 1311698 h 1311698"/>
                  <a:gd name="connsiteX4" fmla="*/ 757309 w 758666"/>
                  <a:gd name="connsiteY4" fmla="*/ 0 h 1311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58666" h="1311698">
                    <a:moveTo>
                      <a:pt x="757309" y="0"/>
                    </a:moveTo>
                    <a:cubicBezTo>
                      <a:pt x="759356" y="24976"/>
                      <a:pt x="758959" y="52508"/>
                      <a:pt x="756977" y="81107"/>
                    </a:cubicBezTo>
                    <a:cubicBezTo>
                      <a:pt x="756977" y="81107"/>
                      <a:pt x="756977" y="81107"/>
                      <a:pt x="70075" y="1270857"/>
                    </a:cubicBezTo>
                    <a:cubicBezTo>
                      <a:pt x="46298" y="1286873"/>
                      <a:pt x="22653" y="1300983"/>
                      <a:pt x="0" y="1311698"/>
                    </a:cubicBezTo>
                    <a:cubicBezTo>
                      <a:pt x="0" y="1311698"/>
                      <a:pt x="0" y="1311698"/>
                      <a:pt x="757309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7" name="任意多边形 108"/>
              <p:cNvSpPr/>
              <p:nvPr>
                <p:custDataLst>
                  <p:tags r:id="rId41"/>
                </p:custDataLst>
              </p:nvPr>
            </p:nvSpPr>
            <p:spPr>
              <a:xfrm>
                <a:off x="10753860" y="509144"/>
                <a:ext cx="880668" cy="1525362"/>
              </a:xfrm>
              <a:custGeom>
                <a:avLst/>
                <a:gdLst>
                  <a:gd name="connsiteX0" fmla="*/ 652547 w 652547"/>
                  <a:gd name="connsiteY0" fmla="*/ 0 h 1130245"/>
                  <a:gd name="connsiteX1" fmla="*/ 636760 w 652547"/>
                  <a:gd name="connsiteY1" fmla="*/ 107876 h 1130245"/>
                  <a:gd name="connsiteX2" fmla="*/ 85530 w 652547"/>
                  <a:gd name="connsiteY2" fmla="*/ 1062635 h 1130245"/>
                  <a:gd name="connsiteX3" fmla="*/ 0 w 652547"/>
                  <a:gd name="connsiteY3" fmla="*/ 1130245 h 1130245"/>
                  <a:gd name="connsiteX4" fmla="*/ 652547 w 652547"/>
                  <a:gd name="connsiteY4" fmla="*/ 0 h 11302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2547" h="1130245">
                    <a:moveTo>
                      <a:pt x="652547" y="0"/>
                    </a:moveTo>
                    <a:cubicBezTo>
                      <a:pt x="648584" y="35387"/>
                      <a:pt x="643894" y="70354"/>
                      <a:pt x="636760" y="107876"/>
                    </a:cubicBezTo>
                    <a:cubicBezTo>
                      <a:pt x="636760" y="107876"/>
                      <a:pt x="636760" y="107876"/>
                      <a:pt x="85530" y="1062635"/>
                    </a:cubicBezTo>
                    <a:cubicBezTo>
                      <a:pt x="56601" y="1087574"/>
                      <a:pt x="28664" y="1109119"/>
                      <a:pt x="0" y="1130245"/>
                    </a:cubicBezTo>
                    <a:cubicBezTo>
                      <a:pt x="0" y="1130245"/>
                      <a:pt x="0" y="1130245"/>
                      <a:pt x="652547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8" name="任意多边形 107"/>
              <p:cNvSpPr/>
              <p:nvPr>
                <p:custDataLst>
                  <p:tags r:id="rId42"/>
                </p:custDataLst>
              </p:nvPr>
            </p:nvSpPr>
            <p:spPr>
              <a:xfrm>
                <a:off x="10993875" y="766703"/>
                <a:ext cx="674581" cy="1168406"/>
              </a:xfrm>
              <a:custGeom>
                <a:avLst/>
                <a:gdLst>
                  <a:gd name="connsiteX0" fmla="*/ 499843 w 499843"/>
                  <a:gd name="connsiteY0" fmla="*/ 0 h 865752"/>
                  <a:gd name="connsiteX1" fmla="*/ 449689 w 499843"/>
                  <a:gd name="connsiteY1" fmla="*/ 167400 h 865752"/>
                  <a:gd name="connsiteX2" fmla="*/ 119896 w 499843"/>
                  <a:gd name="connsiteY2" fmla="*/ 738618 h 865752"/>
                  <a:gd name="connsiteX3" fmla="*/ 0 w 499843"/>
                  <a:gd name="connsiteY3" fmla="*/ 865752 h 865752"/>
                  <a:gd name="connsiteX4" fmla="*/ 499843 w 499843"/>
                  <a:gd name="connsiteY4" fmla="*/ 0 h 8657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99843" h="865752">
                    <a:moveTo>
                      <a:pt x="499843" y="0"/>
                    </a:moveTo>
                    <a:cubicBezTo>
                      <a:pt x="487022" y="54083"/>
                      <a:pt x="470304" y="109883"/>
                      <a:pt x="449689" y="167400"/>
                    </a:cubicBezTo>
                    <a:cubicBezTo>
                      <a:pt x="449689" y="167400"/>
                      <a:pt x="449689" y="167400"/>
                      <a:pt x="119896" y="738618"/>
                    </a:cubicBezTo>
                    <a:cubicBezTo>
                      <a:pt x="80393" y="785230"/>
                      <a:pt x="40427" y="827608"/>
                      <a:pt x="0" y="865752"/>
                    </a:cubicBezTo>
                    <a:cubicBezTo>
                      <a:pt x="0" y="865752"/>
                      <a:pt x="0" y="865752"/>
                      <a:pt x="499843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9" name="任意多边形 106"/>
              <p:cNvSpPr/>
              <p:nvPr>
                <p:custDataLst>
                  <p:tags r:id="rId43"/>
                </p:custDataLst>
              </p:nvPr>
            </p:nvSpPr>
            <p:spPr>
              <a:xfrm>
                <a:off x="11322880" y="1180787"/>
                <a:ext cx="286367" cy="496002"/>
              </a:xfrm>
              <a:custGeom>
                <a:avLst/>
                <a:gdLst>
                  <a:gd name="connsiteX0" fmla="*/ 212189 w 212189"/>
                  <a:gd name="connsiteY0" fmla="*/ 0 h 367522"/>
                  <a:gd name="connsiteX1" fmla="*/ 127623 w 212189"/>
                  <a:gd name="connsiteY1" fmla="*/ 196191 h 367522"/>
                  <a:gd name="connsiteX2" fmla="*/ 0 w 212189"/>
                  <a:gd name="connsiteY2" fmla="*/ 367522 h 367522"/>
                  <a:gd name="connsiteX3" fmla="*/ 212189 w 212189"/>
                  <a:gd name="connsiteY3" fmla="*/ 0 h 3675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2189" h="367522">
                    <a:moveTo>
                      <a:pt x="212189" y="0"/>
                    </a:moveTo>
                    <a:cubicBezTo>
                      <a:pt x="191805" y="67268"/>
                      <a:pt x="164414" y="132467"/>
                      <a:pt x="127623" y="196191"/>
                    </a:cubicBezTo>
                    <a:cubicBezTo>
                      <a:pt x="90832" y="259914"/>
                      <a:pt x="48064" y="316235"/>
                      <a:pt x="0" y="367522"/>
                    </a:cubicBezTo>
                    <a:lnTo>
                      <a:pt x="21218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4"/>
            </p:custDataLst>
          </p:nvPr>
        </p:nvSpPr>
        <p:spPr>
          <a:xfrm>
            <a:off x="1522800" y="1339200"/>
            <a:ext cx="9144000" cy="2386800"/>
          </a:xfrm>
        </p:spPr>
        <p:txBody>
          <a:bodyPr anchor="b"/>
          <a:lstStyle>
            <a:lvl1pPr algn="ctr">
              <a:defRPr sz="6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48"/>
            </p:custDataLst>
          </p:nvPr>
        </p:nvSpPr>
        <p:spPr>
          <a:xfrm>
            <a:off x="1522413" y="3862800"/>
            <a:ext cx="9144000" cy="1656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3.xml"/><Relationship Id="rId8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0.xml"/><Relationship Id="rId5" Type="http://schemas.openxmlformats.org/officeDocument/2006/relationships/slideLayout" Target="../slideLayouts/slideLayout9.xml"/><Relationship Id="rId4" Type="http://schemas.openxmlformats.org/officeDocument/2006/relationships/slideLayout" Target="../slideLayouts/slideLayout8.xml"/><Relationship Id="rId3" Type="http://schemas.openxmlformats.org/officeDocument/2006/relationships/slideLayout" Target="../slideLayouts/slideLayout7.xml"/><Relationship Id="rId26" Type="http://schemas.openxmlformats.org/officeDocument/2006/relationships/theme" Target="../theme/theme2.xml"/><Relationship Id="rId25" Type="http://schemas.openxmlformats.org/officeDocument/2006/relationships/tags" Target="../tags/tag589.xml"/><Relationship Id="rId24" Type="http://schemas.openxmlformats.org/officeDocument/2006/relationships/tags" Target="../tags/tag588.xml"/><Relationship Id="rId23" Type="http://schemas.openxmlformats.org/officeDocument/2006/relationships/tags" Target="../tags/tag587.xml"/><Relationship Id="rId22" Type="http://schemas.openxmlformats.org/officeDocument/2006/relationships/tags" Target="../tags/tag586.xml"/><Relationship Id="rId21" Type="http://schemas.openxmlformats.org/officeDocument/2006/relationships/tags" Target="../tags/tag585.xml"/><Relationship Id="rId20" Type="http://schemas.openxmlformats.org/officeDocument/2006/relationships/tags" Target="../tags/tag584.xml"/><Relationship Id="rId2" Type="http://schemas.openxmlformats.org/officeDocument/2006/relationships/slideLayout" Target="../slideLayouts/slideLayout6.xml"/><Relationship Id="rId19" Type="http://schemas.openxmlformats.org/officeDocument/2006/relationships/slideLayout" Target="../slideLayouts/slideLayout23.xml"/><Relationship Id="rId18" Type="http://schemas.openxmlformats.org/officeDocument/2006/relationships/slideLayout" Target="../slideLayouts/slideLayout22.xml"/><Relationship Id="rId17" Type="http://schemas.openxmlformats.org/officeDocument/2006/relationships/slideLayout" Target="../slideLayouts/slideLayout21.xml"/><Relationship Id="rId16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8.xml"/><Relationship Id="rId13" Type="http://schemas.openxmlformats.org/officeDocument/2006/relationships/slideLayout" Target="../slideLayouts/slideLayout17.xml"/><Relationship Id="rId12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4.xml"/><Relationship Id="rId1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ransition spd="slow">
    <p:wip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0"/>
            </p:custDataLst>
          </p:nvPr>
        </p:nvSpPr>
        <p:spPr>
          <a:xfrm>
            <a:off x="623888" y="407239"/>
            <a:ext cx="10944225" cy="864000"/>
          </a:xfrm>
          <a:prstGeom prst="rect">
            <a:avLst/>
          </a:prstGeom>
        </p:spPr>
        <p:txBody>
          <a:bodyPr vert="horz" lIns="91440" tIns="45720" rIns="91440" bIns="4680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1"/>
            </p:custDataLst>
          </p:nvPr>
        </p:nvSpPr>
        <p:spPr>
          <a:xfrm>
            <a:off x="623888" y="1414800"/>
            <a:ext cx="10944225" cy="4895850"/>
          </a:xfrm>
          <a:prstGeom prst="rect">
            <a:avLst/>
          </a:prstGeom>
        </p:spPr>
        <p:txBody>
          <a:bodyPr vert="horz" lIns="91440" tIns="45720" rIns="9144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2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l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3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ct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4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>
            <p:custDataLst>
              <p:tags r:id="rId25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  <p:sldLayoutId id="2147483664" r:id="rId11"/>
    <p:sldLayoutId id="2147483665" r:id="rId12"/>
    <p:sldLayoutId id="2147483666" r:id="rId13"/>
    <p:sldLayoutId id="2147483667" r:id="rId14"/>
    <p:sldLayoutId id="2147483668" r:id="rId15"/>
    <p:sldLayoutId id="2147483669" r:id="rId16"/>
    <p:sldLayoutId id="2147483670" r:id="rId17"/>
    <p:sldLayoutId id="2147483671" r:id="rId18"/>
    <p:sldLayoutId id="2147483672" r:id="rId19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b="1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5.xml"/><Relationship Id="rId2" Type="http://schemas.openxmlformats.org/officeDocument/2006/relationships/tags" Target="../tags/tag591.xml"/><Relationship Id="rId1" Type="http://schemas.openxmlformats.org/officeDocument/2006/relationships/tags" Target="../tags/tag590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600.xml"/><Relationship Id="rId8" Type="http://schemas.openxmlformats.org/officeDocument/2006/relationships/tags" Target="../tags/tag599.xml"/><Relationship Id="rId73" Type="http://schemas.openxmlformats.org/officeDocument/2006/relationships/notesSlide" Target="../notesSlides/notesSlide2.xml"/><Relationship Id="rId72" Type="http://schemas.openxmlformats.org/officeDocument/2006/relationships/slideLayout" Target="../slideLayouts/slideLayout11.xml"/><Relationship Id="rId71" Type="http://schemas.openxmlformats.org/officeDocument/2006/relationships/tags" Target="../tags/tag658.xml"/><Relationship Id="rId70" Type="http://schemas.openxmlformats.org/officeDocument/2006/relationships/image" Target="../media/image4.png"/><Relationship Id="rId7" Type="http://schemas.openxmlformats.org/officeDocument/2006/relationships/tags" Target="../tags/tag598.xml"/><Relationship Id="rId69" Type="http://schemas.openxmlformats.org/officeDocument/2006/relationships/image" Target="../media/image3.jpeg"/><Relationship Id="rId68" Type="http://schemas.openxmlformats.org/officeDocument/2006/relationships/tags" Target="../tags/tag657.xml"/><Relationship Id="rId67" Type="http://schemas.openxmlformats.org/officeDocument/2006/relationships/image" Target="../media/image2.png"/><Relationship Id="rId66" Type="http://schemas.openxmlformats.org/officeDocument/2006/relationships/tags" Target="../tags/tag656.xml"/><Relationship Id="rId65" Type="http://schemas.openxmlformats.org/officeDocument/2006/relationships/image" Target="../media/image1.jpeg"/><Relationship Id="rId64" Type="http://schemas.openxmlformats.org/officeDocument/2006/relationships/tags" Target="../tags/tag655.xml"/><Relationship Id="rId63" Type="http://schemas.openxmlformats.org/officeDocument/2006/relationships/tags" Target="../tags/tag654.xml"/><Relationship Id="rId62" Type="http://schemas.openxmlformats.org/officeDocument/2006/relationships/tags" Target="../tags/tag653.xml"/><Relationship Id="rId61" Type="http://schemas.openxmlformats.org/officeDocument/2006/relationships/tags" Target="../tags/tag652.xml"/><Relationship Id="rId60" Type="http://schemas.openxmlformats.org/officeDocument/2006/relationships/tags" Target="../tags/tag651.xml"/><Relationship Id="rId6" Type="http://schemas.openxmlformats.org/officeDocument/2006/relationships/tags" Target="../tags/tag597.xml"/><Relationship Id="rId59" Type="http://schemas.openxmlformats.org/officeDocument/2006/relationships/tags" Target="../tags/tag650.xml"/><Relationship Id="rId58" Type="http://schemas.openxmlformats.org/officeDocument/2006/relationships/tags" Target="../tags/tag649.xml"/><Relationship Id="rId57" Type="http://schemas.openxmlformats.org/officeDocument/2006/relationships/tags" Target="../tags/tag648.xml"/><Relationship Id="rId56" Type="http://schemas.openxmlformats.org/officeDocument/2006/relationships/tags" Target="../tags/tag647.xml"/><Relationship Id="rId55" Type="http://schemas.openxmlformats.org/officeDocument/2006/relationships/tags" Target="../tags/tag646.xml"/><Relationship Id="rId54" Type="http://schemas.openxmlformats.org/officeDocument/2006/relationships/tags" Target="../tags/tag645.xml"/><Relationship Id="rId53" Type="http://schemas.openxmlformats.org/officeDocument/2006/relationships/tags" Target="../tags/tag644.xml"/><Relationship Id="rId52" Type="http://schemas.openxmlformats.org/officeDocument/2006/relationships/tags" Target="../tags/tag643.xml"/><Relationship Id="rId51" Type="http://schemas.openxmlformats.org/officeDocument/2006/relationships/tags" Target="../tags/tag642.xml"/><Relationship Id="rId50" Type="http://schemas.openxmlformats.org/officeDocument/2006/relationships/tags" Target="../tags/tag641.xml"/><Relationship Id="rId5" Type="http://schemas.openxmlformats.org/officeDocument/2006/relationships/tags" Target="../tags/tag596.xml"/><Relationship Id="rId49" Type="http://schemas.openxmlformats.org/officeDocument/2006/relationships/tags" Target="../tags/tag640.xml"/><Relationship Id="rId48" Type="http://schemas.openxmlformats.org/officeDocument/2006/relationships/tags" Target="../tags/tag639.xml"/><Relationship Id="rId47" Type="http://schemas.openxmlformats.org/officeDocument/2006/relationships/tags" Target="../tags/tag638.xml"/><Relationship Id="rId46" Type="http://schemas.openxmlformats.org/officeDocument/2006/relationships/tags" Target="../tags/tag637.xml"/><Relationship Id="rId45" Type="http://schemas.openxmlformats.org/officeDocument/2006/relationships/tags" Target="../tags/tag636.xml"/><Relationship Id="rId44" Type="http://schemas.openxmlformats.org/officeDocument/2006/relationships/tags" Target="../tags/tag635.xml"/><Relationship Id="rId43" Type="http://schemas.openxmlformats.org/officeDocument/2006/relationships/tags" Target="../tags/tag634.xml"/><Relationship Id="rId42" Type="http://schemas.openxmlformats.org/officeDocument/2006/relationships/tags" Target="../tags/tag633.xml"/><Relationship Id="rId41" Type="http://schemas.openxmlformats.org/officeDocument/2006/relationships/tags" Target="../tags/tag632.xml"/><Relationship Id="rId40" Type="http://schemas.openxmlformats.org/officeDocument/2006/relationships/tags" Target="../tags/tag631.xml"/><Relationship Id="rId4" Type="http://schemas.openxmlformats.org/officeDocument/2006/relationships/tags" Target="../tags/tag595.xml"/><Relationship Id="rId39" Type="http://schemas.openxmlformats.org/officeDocument/2006/relationships/tags" Target="../tags/tag630.xml"/><Relationship Id="rId38" Type="http://schemas.openxmlformats.org/officeDocument/2006/relationships/tags" Target="../tags/tag629.xml"/><Relationship Id="rId37" Type="http://schemas.openxmlformats.org/officeDocument/2006/relationships/tags" Target="../tags/tag628.xml"/><Relationship Id="rId36" Type="http://schemas.openxmlformats.org/officeDocument/2006/relationships/tags" Target="../tags/tag627.xml"/><Relationship Id="rId35" Type="http://schemas.openxmlformats.org/officeDocument/2006/relationships/tags" Target="../tags/tag626.xml"/><Relationship Id="rId34" Type="http://schemas.openxmlformats.org/officeDocument/2006/relationships/tags" Target="../tags/tag625.xml"/><Relationship Id="rId33" Type="http://schemas.openxmlformats.org/officeDocument/2006/relationships/tags" Target="../tags/tag624.xml"/><Relationship Id="rId32" Type="http://schemas.openxmlformats.org/officeDocument/2006/relationships/tags" Target="../tags/tag623.xml"/><Relationship Id="rId31" Type="http://schemas.openxmlformats.org/officeDocument/2006/relationships/tags" Target="../tags/tag622.xml"/><Relationship Id="rId30" Type="http://schemas.openxmlformats.org/officeDocument/2006/relationships/tags" Target="../tags/tag621.xml"/><Relationship Id="rId3" Type="http://schemas.openxmlformats.org/officeDocument/2006/relationships/tags" Target="../tags/tag594.xml"/><Relationship Id="rId29" Type="http://schemas.openxmlformats.org/officeDocument/2006/relationships/tags" Target="../tags/tag620.xml"/><Relationship Id="rId28" Type="http://schemas.openxmlformats.org/officeDocument/2006/relationships/tags" Target="../tags/tag619.xml"/><Relationship Id="rId27" Type="http://schemas.openxmlformats.org/officeDocument/2006/relationships/tags" Target="../tags/tag618.xml"/><Relationship Id="rId26" Type="http://schemas.openxmlformats.org/officeDocument/2006/relationships/tags" Target="../tags/tag617.xml"/><Relationship Id="rId25" Type="http://schemas.openxmlformats.org/officeDocument/2006/relationships/tags" Target="../tags/tag616.xml"/><Relationship Id="rId24" Type="http://schemas.openxmlformats.org/officeDocument/2006/relationships/tags" Target="../tags/tag615.xml"/><Relationship Id="rId23" Type="http://schemas.openxmlformats.org/officeDocument/2006/relationships/tags" Target="../tags/tag614.xml"/><Relationship Id="rId22" Type="http://schemas.openxmlformats.org/officeDocument/2006/relationships/tags" Target="../tags/tag613.xml"/><Relationship Id="rId21" Type="http://schemas.openxmlformats.org/officeDocument/2006/relationships/tags" Target="../tags/tag612.xml"/><Relationship Id="rId20" Type="http://schemas.openxmlformats.org/officeDocument/2006/relationships/tags" Target="../tags/tag611.xml"/><Relationship Id="rId2" Type="http://schemas.openxmlformats.org/officeDocument/2006/relationships/tags" Target="../tags/tag593.xml"/><Relationship Id="rId19" Type="http://schemas.openxmlformats.org/officeDocument/2006/relationships/tags" Target="../tags/tag610.xml"/><Relationship Id="rId18" Type="http://schemas.openxmlformats.org/officeDocument/2006/relationships/tags" Target="../tags/tag609.xml"/><Relationship Id="rId17" Type="http://schemas.openxmlformats.org/officeDocument/2006/relationships/tags" Target="../tags/tag608.xml"/><Relationship Id="rId16" Type="http://schemas.openxmlformats.org/officeDocument/2006/relationships/tags" Target="../tags/tag607.xml"/><Relationship Id="rId15" Type="http://schemas.openxmlformats.org/officeDocument/2006/relationships/tags" Target="../tags/tag606.xml"/><Relationship Id="rId14" Type="http://schemas.openxmlformats.org/officeDocument/2006/relationships/tags" Target="../tags/tag605.xml"/><Relationship Id="rId13" Type="http://schemas.openxmlformats.org/officeDocument/2006/relationships/tags" Target="../tags/tag604.xml"/><Relationship Id="rId12" Type="http://schemas.openxmlformats.org/officeDocument/2006/relationships/tags" Target="../tags/tag603.xml"/><Relationship Id="rId11" Type="http://schemas.openxmlformats.org/officeDocument/2006/relationships/tags" Target="../tags/tag602.xml"/><Relationship Id="rId10" Type="http://schemas.openxmlformats.org/officeDocument/2006/relationships/tags" Target="../tags/tag601.xml"/><Relationship Id="rId1" Type="http://schemas.openxmlformats.org/officeDocument/2006/relationships/tags" Target="../tags/tag592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0.xml"/><Relationship Id="rId8" Type="http://schemas.openxmlformats.org/officeDocument/2006/relationships/tags" Target="../tags/tag666.xml"/><Relationship Id="rId7" Type="http://schemas.openxmlformats.org/officeDocument/2006/relationships/tags" Target="../tags/tag665.xml"/><Relationship Id="rId6" Type="http://schemas.openxmlformats.org/officeDocument/2006/relationships/tags" Target="../tags/tag664.xml"/><Relationship Id="rId5" Type="http://schemas.openxmlformats.org/officeDocument/2006/relationships/tags" Target="../tags/tag663.xml"/><Relationship Id="rId4" Type="http://schemas.openxmlformats.org/officeDocument/2006/relationships/tags" Target="../tags/tag662.xml"/><Relationship Id="rId3" Type="http://schemas.openxmlformats.org/officeDocument/2006/relationships/tags" Target="../tags/tag661.xml"/><Relationship Id="rId2" Type="http://schemas.openxmlformats.org/officeDocument/2006/relationships/tags" Target="../tags/tag660.xml"/><Relationship Id="rId10" Type="http://schemas.openxmlformats.org/officeDocument/2006/relationships/notesSlide" Target="../notesSlides/notesSlide3.xml"/><Relationship Id="rId1" Type="http://schemas.openxmlformats.org/officeDocument/2006/relationships/tags" Target="../tags/tag659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4.xml"/><Relationship Id="rId8" Type="http://schemas.openxmlformats.org/officeDocument/2006/relationships/slideLayout" Target="../slideLayouts/slideLayout11.xml"/><Relationship Id="rId7" Type="http://schemas.openxmlformats.org/officeDocument/2006/relationships/tags" Target="../tags/tag672.xml"/><Relationship Id="rId6" Type="http://schemas.openxmlformats.org/officeDocument/2006/relationships/image" Target="../media/image5.png"/><Relationship Id="rId5" Type="http://schemas.openxmlformats.org/officeDocument/2006/relationships/tags" Target="../tags/tag671.xml"/><Relationship Id="rId4" Type="http://schemas.openxmlformats.org/officeDocument/2006/relationships/tags" Target="../tags/tag670.xml"/><Relationship Id="rId3" Type="http://schemas.openxmlformats.org/officeDocument/2006/relationships/tags" Target="../tags/tag669.xml"/><Relationship Id="rId2" Type="http://schemas.openxmlformats.org/officeDocument/2006/relationships/tags" Target="../tags/tag668.xml"/><Relationship Id="rId1" Type="http://schemas.openxmlformats.org/officeDocument/2006/relationships/tags" Target="../tags/tag667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681.xml"/><Relationship Id="rId8" Type="http://schemas.openxmlformats.org/officeDocument/2006/relationships/tags" Target="../tags/tag680.xml"/><Relationship Id="rId7" Type="http://schemas.openxmlformats.org/officeDocument/2006/relationships/tags" Target="../tags/tag679.xml"/><Relationship Id="rId6" Type="http://schemas.openxmlformats.org/officeDocument/2006/relationships/tags" Target="../tags/tag678.xml"/><Relationship Id="rId5" Type="http://schemas.openxmlformats.org/officeDocument/2006/relationships/tags" Target="../tags/tag677.xml"/><Relationship Id="rId4" Type="http://schemas.openxmlformats.org/officeDocument/2006/relationships/tags" Target="../tags/tag676.xml"/><Relationship Id="rId3" Type="http://schemas.openxmlformats.org/officeDocument/2006/relationships/tags" Target="../tags/tag675.xml"/><Relationship Id="rId24" Type="http://schemas.openxmlformats.org/officeDocument/2006/relationships/notesSlide" Target="../notesSlides/notesSlide5.xml"/><Relationship Id="rId23" Type="http://schemas.openxmlformats.org/officeDocument/2006/relationships/slideLayout" Target="../slideLayouts/slideLayout11.xml"/><Relationship Id="rId22" Type="http://schemas.openxmlformats.org/officeDocument/2006/relationships/tags" Target="../tags/tag693.xml"/><Relationship Id="rId21" Type="http://schemas.openxmlformats.org/officeDocument/2006/relationships/tags" Target="../tags/tag692.xml"/><Relationship Id="rId20" Type="http://schemas.openxmlformats.org/officeDocument/2006/relationships/tags" Target="../tags/tag691.xml"/><Relationship Id="rId2" Type="http://schemas.openxmlformats.org/officeDocument/2006/relationships/tags" Target="../tags/tag674.xml"/><Relationship Id="rId19" Type="http://schemas.openxmlformats.org/officeDocument/2006/relationships/tags" Target="../tags/tag690.xml"/><Relationship Id="rId18" Type="http://schemas.openxmlformats.org/officeDocument/2006/relationships/tags" Target="../tags/tag689.xml"/><Relationship Id="rId17" Type="http://schemas.openxmlformats.org/officeDocument/2006/relationships/tags" Target="../tags/tag688.xml"/><Relationship Id="rId16" Type="http://schemas.openxmlformats.org/officeDocument/2006/relationships/tags" Target="../tags/tag687.xml"/><Relationship Id="rId15" Type="http://schemas.openxmlformats.org/officeDocument/2006/relationships/tags" Target="../tags/tag686.xml"/><Relationship Id="rId14" Type="http://schemas.openxmlformats.org/officeDocument/2006/relationships/tags" Target="../tags/tag685.xml"/><Relationship Id="rId13" Type="http://schemas.openxmlformats.org/officeDocument/2006/relationships/tags" Target="../tags/tag684.xml"/><Relationship Id="rId12" Type="http://schemas.openxmlformats.org/officeDocument/2006/relationships/tags" Target="../tags/tag683.xml"/><Relationship Id="rId11" Type="http://schemas.openxmlformats.org/officeDocument/2006/relationships/image" Target="../media/image6.png"/><Relationship Id="rId10" Type="http://schemas.openxmlformats.org/officeDocument/2006/relationships/tags" Target="../tags/tag682.xml"/><Relationship Id="rId1" Type="http://schemas.openxmlformats.org/officeDocument/2006/relationships/tags" Target="../tags/tag673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701.xml"/><Relationship Id="rId8" Type="http://schemas.openxmlformats.org/officeDocument/2006/relationships/tags" Target="../tags/tag700.xml"/><Relationship Id="rId7" Type="http://schemas.openxmlformats.org/officeDocument/2006/relationships/tags" Target="../tags/tag699.xml"/><Relationship Id="rId6" Type="http://schemas.openxmlformats.org/officeDocument/2006/relationships/tags" Target="../tags/tag698.xml"/><Relationship Id="rId5" Type="http://schemas.openxmlformats.org/officeDocument/2006/relationships/tags" Target="../tags/tag697.xml"/><Relationship Id="rId4" Type="http://schemas.openxmlformats.org/officeDocument/2006/relationships/image" Target="../media/image7.jpeg"/><Relationship Id="rId3" Type="http://schemas.openxmlformats.org/officeDocument/2006/relationships/tags" Target="../tags/tag696.xml"/><Relationship Id="rId23" Type="http://schemas.openxmlformats.org/officeDocument/2006/relationships/notesSlide" Target="../notesSlides/notesSlide6.xml"/><Relationship Id="rId22" Type="http://schemas.openxmlformats.org/officeDocument/2006/relationships/slideLayout" Target="../slideLayouts/slideLayout11.xml"/><Relationship Id="rId21" Type="http://schemas.openxmlformats.org/officeDocument/2006/relationships/tags" Target="../tags/tag713.xml"/><Relationship Id="rId20" Type="http://schemas.openxmlformats.org/officeDocument/2006/relationships/tags" Target="../tags/tag712.xml"/><Relationship Id="rId2" Type="http://schemas.openxmlformats.org/officeDocument/2006/relationships/tags" Target="../tags/tag695.xml"/><Relationship Id="rId19" Type="http://schemas.openxmlformats.org/officeDocument/2006/relationships/tags" Target="../tags/tag711.xml"/><Relationship Id="rId18" Type="http://schemas.openxmlformats.org/officeDocument/2006/relationships/tags" Target="../tags/tag710.xml"/><Relationship Id="rId17" Type="http://schemas.openxmlformats.org/officeDocument/2006/relationships/tags" Target="../tags/tag709.xml"/><Relationship Id="rId16" Type="http://schemas.openxmlformats.org/officeDocument/2006/relationships/tags" Target="../tags/tag708.xml"/><Relationship Id="rId15" Type="http://schemas.openxmlformats.org/officeDocument/2006/relationships/tags" Target="../tags/tag707.xml"/><Relationship Id="rId14" Type="http://schemas.openxmlformats.org/officeDocument/2006/relationships/tags" Target="../tags/tag706.xml"/><Relationship Id="rId13" Type="http://schemas.openxmlformats.org/officeDocument/2006/relationships/tags" Target="../tags/tag705.xml"/><Relationship Id="rId12" Type="http://schemas.openxmlformats.org/officeDocument/2006/relationships/tags" Target="../tags/tag704.xml"/><Relationship Id="rId11" Type="http://schemas.openxmlformats.org/officeDocument/2006/relationships/tags" Target="../tags/tag703.xml"/><Relationship Id="rId10" Type="http://schemas.openxmlformats.org/officeDocument/2006/relationships/tags" Target="../tags/tag702.xml"/><Relationship Id="rId1" Type="http://schemas.openxmlformats.org/officeDocument/2006/relationships/tags" Target="../tags/tag694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722.xml"/><Relationship Id="rId8" Type="http://schemas.openxmlformats.org/officeDocument/2006/relationships/tags" Target="../tags/tag721.xml"/><Relationship Id="rId7" Type="http://schemas.openxmlformats.org/officeDocument/2006/relationships/tags" Target="../tags/tag720.xml"/><Relationship Id="rId6" Type="http://schemas.openxmlformats.org/officeDocument/2006/relationships/tags" Target="../tags/tag719.xml"/><Relationship Id="rId5" Type="http://schemas.openxmlformats.org/officeDocument/2006/relationships/tags" Target="../tags/tag718.xml"/><Relationship Id="rId4" Type="http://schemas.openxmlformats.org/officeDocument/2006/relationships/tags" Target="../tags/tag717.xml"/><Relationship Id="rId3" Type="http://schemas.openxmlformats.org/officeDocument/2006/relationships/tags" Target="../tags/tag716.xml"/><Relationship Id="rId26" Type="http://schemas.openxmlformats.org/officeDocument/2006/relationships/slideLayout" Target="../slideLayouts/slideLayout11.xml"/><Relationship Id="rId25" Type="http://schemas.openxmlformats.org/officeDocument/2006/relationships/tags" Target="../tags/tag736.xml"/><Relationship Id="rId24" Type="http://schemas.openxmlformats.org/officeDocument/2006/relationships/tags" Target="../tags/tag735.xml"/><Relationship Id="rId23" Type="http://schemas.openxmlformats.org/officeDocument/2006/relationships/tags" Target="../tags/tag734.xml"/><Relationship Id="rId22" Type="http://schemas.openxmlformats.org/officeDocument/2006/relationships/image" Target="../media/image9.jpeg"/><Relationship Id="rId21" Type="http://schemas.openxmlformats.org/officeDocument/2006/relationships/tags" Target="../tags/tag733.xml"/><Relationship Id="rId20" Type="http://schemas.openxmlformats.org/officeDocument/2006/relationships/image" Target="../media/image8.png"/><Relationship Id="rId2" Type="http://schemas.openxmlformats.org/officeDocument/2006/relationships/tags" Target="../tags/tag715.xml"/><Relationship Id="rId19" Type="http://schemas.openxmlformats.org/officeDocument/2006/relationships/tags" Target="../tags/tag732.xml"/><Relationship Id="rId18" Type="http://schemas.openxmlformats.org/officeDocument/2006/relationships/tags" Target="../tags/tag731.xml"/><Relationship Id="rId17" Type="http://schemas.openxmlformats.org/officeDocument/2006/relationships/tags" Target="../tags/tag730.xml"/><Relationship Id="rId16" Type="http://schemas.openxmlformats.org/officeDocument/2006/relationships/tags" Target="../tags/tag729.xml"/><Relationship Id="rId15" Type="http://schemas.openxmlformats.org/officeDocument/2006/relationships/tags" Target="../tags/tag728.xml"/><Relationship Id="rId14" Type="http://schemas.openxmlformats.org/officeDocument/2006/relationships/tags" Target="../tags/tag727.xml"/><Relationship Id="rId13" Type="http://schemas.openxmlformats.org/officeDocument/2006/relationships/tags" Target="../tags/tag726.xml"/><Relationship Id="rId12" Type="http://schemas.openxmlformats.org/officeDocument/2006/relationships/tags" Target="../tags/tag725.xml"/><Relationship Id="rId11" Type="http://schemas.openxmlformats.org/officeDocument/2006/relationships/tags" Target="../tags/tag724.xml"/><Relationship Id="rId10" Type="http://schemas.openxmlformats.org/officeDocument/2006/relationships/tags" Target="../tags/tag723.xml"/><Relationship Id="rId1" Type="http://schemas.openxmlformats.org/officeDocument/2006/relationships/tags" Target="../tags/tag714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jpeg"/><Relationship Id="rId8" Type="http://schemas.openxmlformats.org/officeDocument/2006/relationships/tags" Target="../tags/tag744.xml"/><Relationship Id="rId7" Type="http://schemas.openxmlformats.org/officeDocument/2006/relationships/tags" Target="../tags/tag743.xml"/><Relationship Id="rId6" Type="http://schemas.openxmlformats.org/officeDocument/2006/relationships/tags" Target="../tags/tag742.xml"/><Relationship Id="rId5" Type="http://schemas.openxmlformats.org/officeDocument/2006/relationships/tags" Target="../tags/tag741.xml"/><Relationship Id="rId4" Type="http://schemas.openxmlformats.org/officeDocument/2006/relationships/tags" Target="../tags/tag740.xml"/><Relationship Id="rId3" Type="http://schemas.openxmlformats.org/officeDocument/2006/relationships/tags" Target="../tags/tag739.xml"/><Relationship Id="rId2" Type="http://schemas.openxmlformats.org/officeDocument/2006/relationships/tags" Target="../tags/tag738.xml"/><Relationship Id="rId14" Type="http://schemas.openxmlformats.org/officeDocument/2006/relationships/notesSlide" Target="../notesSlides/notesSlide7.xml"/><Relationship Id="rId13" Type="http://schemas.openxmlformats.org/officeDocument/2006/relationships/slideLayout" Target="../slideLayouts/slideLayout11.xml"/><Relationship Id="rId12" Type="http://schemas.openxmlformats.org/officeDocument/2006/relationships/tags" Target="../tags/tag747.xml"/><Relationship Id="rId11" Type="http://schemas.openxmlformats.org/officeDocument/2006/relationships/tags" Target="../tags/tag746.xml"/><Relationship Id="rId10" Type="http://schemas.openxmlformats.org/officeDocument/2006/relationships/tags" Target="../tags/tag745.xml"/><Relationship Id="rId1" Type="http://schemas.openxmlformats.org/officeDocument/2006/relationships/tags" Target="../tags/tag737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756.xml"/><Relationship Id="rId8" Type="http://schemas.openxmlformats.org/officeDocument/2006/relationships/tags" Target="../tags/tag755.xml"/><Relationship Id="rId7" Type="http://schemas.openxmlformats.org/officeDocument/2006/relationships/tags" Target="../tags/tag754.xml"/><Relationship Id="rId6" Type="http://schemas.openxmlformats.org/officeDocument/2006/relationships/tags" Target="../tags/tag753.xml"/><Relationship Id="rId5" Type="http://schemas.openxmlformats.org/officeDocument/2006/relationships/tags" Target="../tags/tag752.xml"/><Relationship Id="rId4" Type="http://schemas.openxmlformats.org/officeDocument/2006/relationships/tags" Target="../tags/tag751.xml"/><Relationship Id="rId3" Type="http://schemas.openxmlformats.org/officeDocument/2006/relationships/tags" Target="../tags/tag750.xml"/><Relationship Id="rId2" Type="http://schemas.openxmlformats.org/officeDocument/2006/relationships/tags" Target="../tags/tag749.xml"/><Relationship Id="rId14" Type="http://schemas.openxmlformats.org/officeDocument/2006/relationships/notesSlide" Target="../notesSlides/notesSlide8.xml"/><Relationship Id="rId13" Type="http://schemas.openxmlformats.org/officeDocument/2006/relationships/slideLayout" Target="../slideLayouts/slideLayout11.xml"/><Relationship Id="rId12" Type="http://schemas.openxmlformats.org/officeDocument/2006/relationships/tags" Target="../tags/tag759.xml"/><Relationship Id="rId11" Type="http://schemas.openxmlformats.org/officeDocument/2006/relationships/tags" Target="../tags/tag758.xml"/><Relationship Id="rId10" Type="http://schemas.openxmlformats.org/officeDocument/2006/relationships/tags" Target="../tags/tag757.xml"/><Relationship Id="rId1" Type="http://schemas.openxmlformats.org/officeDocument/2006/relationships/tags" Target="../tags/tag748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9.xml"/><Relationship Id="rId8" Type="http://schemas.openxmlformats.org/officeDocument/2006/relationships/slideLayout" Target="../slideLayouts/slideLayout11.xml"/><Relationship Id="rId7" Type="http://schemas.openxmlformats.org/officeDocument/2006/relationships/tags" Target="../tags/tag766.xml"/><Relationship Id="rId6" Type="http://schemas.openxmlformats.org/officeDocument/2006/relationships/tags" Target="../tags/tag765.xml"/><Relationship Id="rId5" Type="http://schemas.openxmlformats.org/officeDocument/2006/relationships/tags" Target="../tags/tag764.xml"/><Relationship Id="rId4" Type="http://schemas.openxmlformats.org/officeDocument/2006/relationships/tags" Target="../tags/tag763.xml"/><Relationship Id="rId3" Type="http://schemas.openxmlformats.org/officeDocument/2006/relationships/tags" Target="../tags/tag762.xml"/><Relationship Id="rId2" Type="http://schemas.openxmlformats.org/officeDocument/2006/relationships/tags" Target="../tags/tag761.xml"/><Relationship Id="rId1" Type="http://schemas.openxmlformats.org/officeDocument/2006/relationships/tags" Target="../tags/tag760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775.xml"/><Relationship Id="rId8" Type="http://schemas.openxmlformats.org/officeDocument/2006/relationships/tags" Target="../tags/tag774.xml"/><Relationship Id="rId7" Type="http://schemas.openxmlformats.org/officeDocument/2006/relationships/tags" Target="../tags/tag773.xml"/><Relationship Id="rId6" Type="http://schemas.openxmlformats.org/officeDocument/2006/relationships/tags" Target="../tags/tag772.xml"/><Relationship Id="rId5" Type="http://schemas.openxmlformats.org/officeDocument/2006/relationships/tags" Target="../tags/tag771.xml"/><Relationship Id="rId4" Type="http://schemas.openxmlformats.org/officeDocument/2006/relationships/tags" Target="../tags/tag770.xml"/><Relationship Id="rId3" Type="http://schemas.openxmlformats.org/officeDocument/2006/relationships/tags" Target="../tags/tag769.xml"/><Relationship Id="rId2" Type="http://schemas.openxmlformats.org/officeDocument/2006/relationships/tags" Target="../tags/tag768.xml"/><Relationship Id="rId14" Type="http://schemas.openxmlformats.org/officeDocument/2006/relationships/notesSlide" Target="../notesSlides/notesSlide10.xml"/><Relationship Id="rId13" Type="http://schemas.openxmlformats.org/officeDocument/2006/relationships/slideLayout" Target="../slideLayouts/slideLayout11.xml"/><Relationship Id="rId12" Type="http://schemas.openxmlformats.org/officeDocument/2006/relationships/tags" Target="../tags/tag778.xml"/><Relationship Id="rId11" Type="http://schemas.openxmlformats.org/officeDocument/2006/relationships/tags" Target="../tags/tag777.xml"/><Relationship Id="rId10" Type="http://schemas.openxmlformats.org/officeDocument/2006/relationships/tags" Target="../tags/tag776.xml"/><Relationship Id="rId1" Type="http://schemas.openxmlformats.org/officeDocument/2006/relationships/tags" Target="../tags/tag767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jpeg"/><Relationship Id="rId8" Type="http://schemas.openxmlformats.org/officeDocument/2006/relationships/tags" Target="../tags/tag786.xml"/><Relationship Id="rId7" Type="http://schemas.openxmlformats.org/officeDocument/2006/relationships/tags" Target="../tags/tag785.xml"/><Relationship Id="rId6" Type="http://schemas.openxmlformats.org/officeDocument/2006/relationships/tags" Target="../tags/tag784.xml"/><Relationship Id="rId5" Type="http://schemas.openxmlformats.org/officeDocument/2006/relationships/tags" Target="../tags/tag783.xml"/><Relationship Id="rId4" Type="http://schemas.openxmlformats.org/officeDocument/2006/relationships/tags" Target="../tags/tag782.xml"/><Relationship Id="rId3" Type="http://schemas.openxmlformats.org/officeDocument/2006/relationships/tags" Target="../tags/tag781.xml"/><Relationship Id="rId2" Type="http://schemas.openxmlformats.org/officeDocument/2006/relationships/tags" Target="../tags/tag780.xml"/><Relationship Id="rId14" Type="http://schemas.openxmlformats.org/officeDocument/2006/relationships/notesSlide" Target="../notesSlides/notesSlide11.xml"/><Relationship Id="rId13" Type="http://schemas.openxmlformats.org/officeDocument/2006/relationships/slideLayout" Target="../slideLayouts/slideLayout11.xml"/><Relationship Id="rId12" Type="http://schemas.openxmlformats.org/officeDocument/2006/relationships/tags" Target="../tags/tag789.xml"/><Relationship Id="rId11" Type="http://schemas.openxmlformats.org/officeDocument/2006/relationships/tags" Target="../tags/tag788.xml"/><Relationship Id="rId10" Type="http://schemas.openxmlformats.org/officeDocument/2006/relationships/tags" Target="../tags/tag787.xml"/><Relationship Id="rId1" Type="http://schemas.openxmlformats.org/officeDocument/2006/relationships/tags" Target="../tags/tag779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1.xml"/><Relationship Id="rId8" Type="http://schemas.openxmlformats.org/officeDocument/2006/relationships/tags" Target="../tags/tag796.xml"/><Relationship Id="rId7" Type="http://schemas.openxmlformats.org/officeDocument/2006/relationships/tags" Target="../tags/tag795.xml"/><Relationship Id="rId6" Type="http://schemas.openxmlformats.org/officeDocument/2006/relationships/image" Target="../media/image11.png"/><Relationship Id="rId5" Type="http://schemas.openxmlformats.org/officeDocument/2006/relationships/tags" Target="../tags/tag794.xml"/><Relationship Id="rId4" Type="http://schemas.openxmlformats.org/officeDocument/2006/relationships/tags" Target="../tags/tag793.xml"/><Relationship Id="rId3" Type="http://schemas.openxmlformats.org/officeDocument/2006/relationships/tags" Target="../tags/tag792.xml"/><Relationship Id="rId2" Type="http://schemas.openxmlformats.org/officeDocument/2006/relationships/tags" Target="../tags/tag791.xml"/><Relationship Id="rId10" Type="http://schemas.openxmlformats.org/officeDocument/2006/relationships/notesSlide" Target="../notesSlides/notesSlide12.xml"/><Relationship Id="rId1" Type="http://schemas.openxmlformats.org/officeDocument/2006/relationships/tags" Target="../tags/tag790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805.xml"/><Relationship Id="rId8" Type="http://schemas.openxmlformats.org/officeDocument/2006/relationships/tags" Target="../tags/tag804.xml"/><Relationship Id="rId7" Type="http://schemas.openxmlformats.org/officeDocument/2006/relationships/tags" Target="../tags/tag803.xml"/><Relationship Id="rId6" Type="http://schemas.openxmlformats.org/officeDocument/2006/relationships/tags" Target="../tags/tag802.xml"/><Relationship Id="rId5" Type="http://schemas.openxmlformats.org/officeDocument/2006/relationships/tags" Target="../tags/tag801.xml"/><Relationship Id="rId4" Type="http://schemas.openxmlformats.org/officeDocument/2006/relationships/tags" Target="../tags/tag800.xml"/><Relationship Id="rId3" Type="http://schemas.openxmlformats.org/officeDocument/2006/relationships/tags" Target="../tags/tag799.xml"/><Relationship Id="rId2" Type="http://schemas.openxmlformats.org/officeDocument/2006/relationships/tags" Target="../tags/tag798.xml"/><Relationship Id="rId14" Type="http://schemas.openxmlformats.org/officeDocument/2006/relationships/notesSlide" Target="../notesSlides/notesSlide13.xml"/><Relationship Id="rId13" Type="http://schemas.openxmlformats.org/officeDocument/2006/relationships/slideLayout" Target="../slideLayouts/slideLayout11.xml"/><Relationship Id="rId12" Type="http://schemas.openxmlformats.org/officeDocument/2006/relationships/tags" Target="../tags/tag808.xml"/><Relationship Id="rId11" Type="http://schemas.openxmlformats.org/officeDocument/2006/relationships/tags" Target="../tags/tag807.xml"/><Relationship Id="rId10" Type="http://schemas.openxmlformats.org/officeDocument/2006/relationships/tags" Target="../tags/tag806.xml"/><Relationship Id="rId1" Type="http://schemas.openxmlformats.org/officeDocument/2006/relationships/tags" Target="../tags/tag797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817.xml"/><Relationship Id="rId8" Type="http://schemas.openxmlformats.org/officeDocument/2006/relationships/tags" Target="../tags/tag816.xml"/><Relationship Id="rId7" Type="http://schemas.openxmlformats.org/officeDocument/2006/relationships/tags" Target="../tags/tag815.xml"/><Relationship Id="rId6" Type="http://schemas.openxmlformats.org/officeDocument/2006/relationships/tags" Target="../tags/tag814.xml"/><Relationship Id="rId5" Type="http://schemas.openxmlformats.org/officeDocument/2006/relationships/tags" Target="../tags/tag813.xml"/><Relationship Id="rId4" Type="http://schemas.openxmlformats.org/officeDocument/2006/relationships/tags" Target="../tags/tag812.xml"/><Relationship Id="rId3" Type="http://schemas.openxmlformats.org/officeDocument/2006/relationships/tags" Target="../tags/tag811.xml"/><Relationship Id="rId2" Type="http://schemas.openxmlformats.org/officeDocument/2006/relationships/tags" Target="../tags/tag810.xml"/><Relationship Id="rId19" Type="http://schemas.openxmlformats.org/officeDocument/2006/relationships/notesSlide" Target="../notesSlides/notesSlide14.xml"/><Relationship Id="rId18" Type="http://schemas.openxmlformats.org/officeDocument/2006/relationships/slideLayout" Target="../slideLayouts/slideLayout11.xml"/><Relationship Id="rId17" Type="http://schemas.openxmlformats.org/officeDocument/2006/relationships/tags" Target="../tags/tag825.xml"/><Relationship Id="rId16" Type="http://schemas.openxmlformats.org/officeDocument/2006/relationships/tags" Target="../tags/tag824.xml"/><Relationship Id="rId15" Type="http://schemas.openxmlformats.org/officeDocument/2006/relationships/tags" Target="../tags/tag823.xml"/><Relationship Id="rId14" Type="http://schemas.openxmlformats.org/officeDocument/2006/relationships/tags" Target="../tags/tag822.xml"/><Relationship Id="rId13" Type="http://schemas.openxmlformats.org/officeDocument/2006/relationships/tags" Target="../tags/tag821.xml"/><Relationship Id="rId12" Type="http://schemas.openxmlformats.org/officeDocument/2006/relationships/tags" Target="../tags/tag820.xml"/><Relationship Id="rId11" Type="http://schemas.openxmlformats.org/officeDocument/2006/relationships/tags" Target="../tags/tag819.xml"/><Relationship Id="rId10" Type="http://schemas.openxmlformats.org/officeDocument/2006/relationships/tags" Target="../tags/tag818.xml"/><Relationship Id="rId1" Type="http://schemas.openxmlformats.org/officeDocument/2006/relationships/tags" Target="../tags/tag809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833.xml"/><Relationship Id="rId8" Type="http://schemas.openxmlformats.org/officeDocument/2006/relationships/tags" Target="../tags/tag832.xml"/><Relationship Id="rId7" Type="http://schemas.openxmlformats.org/officeDocument/2006/relationships/image" Target="../media/image12.png"/><Relationship Id="rId6" Type="http://schemas.openxmlformats.org/officeDocument/2006/relationships/tags" Target="../tags/tag831.xml"/><Relationship Id="rId5" Type="http://schemas.openxmlformats.org/officeDocument/2006/relationships/tags" Target="../tags/tag830.xml"/><Relationship Id="rId4" Type="http://schemas.openxmlformats.org/officeDocument/2006/relationships/tags" Target="../tags/tag829.xml"/><Relationship Id="rId3" Type="http://schemas.openxmlformats.org/officeDocument/2006/relationships/tags" Target="../tags/tag828.xml"/><Relationship Id="rId2" Type="http://schemas.openxmlformats.org/officeDocument/2006/relationships/tags" Target="../tags/tag827.xml"/><Relationship Id="rId16" Type="http://schemas.openxmlformats.org/officeDocument/2006/relationships/notesSlide" Target="../notesSlides/notesSlide15.xml"/><Relationship Id="rId15" Type="http://schemas.openxmlformats.org/officeDocument/2006/relationships/slideLayout" Target="../slideLayouts/slideLayout11.xml"/><Relationship Id="rId14" Type="http://schemas.openxmlformats.org/officeDocument/2006/relationships/tags" Target="../tags/tag837.xml"/><Relationship Id="rId13" Type="http://schemas.openxmlformats.org/officeDocument/2006/relationships/image" Target="../media/image13.png"/><Relationship Id="rId12" Type="http://schemas.openxmlformats.org/officeDocument/2006/relationships/tags" Target="../tags/tag836.xml"/><Relationship Id="rId11" Type="http://schemas.openxmlformats.org/officeDocument/2006/relationships/tags" Target="../tags/tag835.xml"/><Relationship Id="rId10" Type="http://schemas.openxmlformats.org/officeDocument/2006/relationships/tags" Target="../tags/tag834.xml"/><Relationship Id="rId1" Type="http://schemas.openxmlformats.org/officeDocument/2006/relationships/tags" Target="../tags/tag826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846.xml"/><Relationship Id="rId8" Type="http://schemas.openxmlformats.org/officeDocument/2006/relationships/tags" Target="../tags/tag845.xml"/><Relationship Id="rId7" Type="http://schemas.openxmlformats.org/officeDocument/2006/relationships/tags" Target="../tags/tag844.xml"/><Relationship Id="rId6" Type="http://schemas.openxmlformats.org/officeDocument/2006/relationships/tags" Target="../tags/tag843.xml"/><Relationship Id="rId52" Type="http://schemas.openxmlformats.org/officeDocument/2006/relationships/notesSlide" Target="../notesSlides/notesSlide16.xml"/><Relationship Id="rId51" Type="http://schemas.openxmlformats.org/officeDocument/2006/relationships/slideLayout" Target="../slideLayouts/slideLayout11.xml"/><Relationship Id="rId50" Type="http://schemas.openxmlformats.org/officeDocument/2006/relationships/tags" Target="../tags/tag884.xml"/><Relationship Id="rId5" Type="http://schemas.openxmlformats.org/officeDocument/2006/relationships/tags" Target="../tags/tag842.xml"/><Relationship Id="rId49" Type="http://schemas.openxmlformats.org/officeDocument/2006/relationships/image" Target="../media/image16.png"/><Relationship Id="rId48" Type="http://schemas.openxmlformats.org/officeDocument/2006/relationships/image" Target="../media/image15.png"/><Relationship Id="rId47" Type="http://schemas.openxmlformats.org/officeDocument/2006/relationships/image" Target="../media/image14.png"/><Relationship Id="rId46" Type="http://schemas.openxmlformats.org/officeDocument/2006/relationships/tags" Target="../tags/tag883.xml"/><Relationship Id="rId45" Type="http://schemas.openxmlformats.org/officeDocument/2006/relationships/tags" Target="../tags/tag882.xml"/><Relationship Id="rId44" Type="http://schemas.openxmlformats.org/officeDocument/2006/relationships/tags" Target="../tags/tag881.xml"/><Relationship Id="rId43" Type="http://schemas.openxmlformats.org/officeDocument/2006/relationships/tags" Target="../tags/tag880.xml"/><Relationship Id="rId42" Type="http://schemas.openxmlformats.org/officeDocument/2006/relationships/tags" Target="../tags/tag879.xml"/><Relationship Id="rId41" Type="http://schemas.openxmlformats.org/officeDocument/2006/relationships/tags" Target="../tags/tag878.xml"/><Relationship Id="rId40" Type="http://schemas.openxmlformats.org/officeDocument/2006/relationships/tags" Target="../tags/tag877.xml"/><Relationship Id="rId4" Type="http://schemas.openxmlformats.org/officeDocument/2006/relationships/tags" Target="../tags/tag841.xml"/><Relationship Id="rId39" Type="http://schemas.openxmlformats.org/officeDocument/2006/relationships/tags" Target="../tags/tag876.xml"/><Relationship Id="rId38" Type="http://schemas.openxmlformats.org/officeDocument/2006/relationships/tags" Target="../tags/tag875.xml"/><Relationship Id="rId37" Type="http://schemas.openxmlformats.org/officeDocument/2006/relationships/tags" Target="../tags/tag874.xml"/><Relationship Id="rId36" Type="http://schemas.openxmlformats.org/officeDocument/2006/relationships/tags" Target="../tags/tag873.xml"/><Relationship Id="rId35" Type="http://schemas.openxmlformats.org/officeDocument/2006/relationships/tags" Target="../tags/tag872.xml"/><Relationship Id="rId34" Type="http://schemas.openxmlformats.org/officeDocument/2006/relationships/tags" Target="../tags/tag871.xml"/><Relationship Id="rId33" Type="http://schemas.openxmlformats.org/officeDocument/2006/relationships/tags" Target="../tags/tag870.xml"/><Relationship Id="rId32" Type="http://schemas.openxmlformats.org/officeDocument/2006/relationships/tags" Target="../tags/tag869.xml"/><Relationship Id="rId31" Type="http://schemas.openxmlformats.org/officeDocument/2006/relationships/tags" Target="../tags/tag868.xml"/><Relationship Id="rId30" Type="http://schemas.openxmlformats.org/officeDocument/2006/relationships/tags" Target="../tags/tag867.xml"/><Relationship Id="rId3" Type="http://schemas.openxmlformats.org/officeDocument/2006/relationships/tags" Target="../tags/tag840.xml"/><Relationship Id="rId29" Type="http://schemas.openxmlformats.org/officeDocument/2006/relationships/tags" Target="../tags/tag866.xml"/><Relationship Id="rId28" Type="http://schemas.openxmlformats.org/officeDocument/2006/relationships/tags" Target="../tags/tag865.xml"/><Relationship Id="rId27" Type="http://schemas.openxmlformats.org/officeDocument/2006/relationships/tags" Target="../tags/tag864.xml"/><Relationship Id="rId26" Type="http://schemas.openxmlformats.org/officeDocument/2006/relationships/tags" Target="../tags/tag863.xml"/><Relationship Id="rId25" Type="http://schemas.openxmlformats.org/officeDocument/2006/relationships/tags" Target="../tags/tag862.xml"/><Relationship Id="rId24" Type="http://schemas.openxmlformats.org/officeDocument/2006/relationships/tags" Target="../tags/tag861.xml"/><Relationship Id="rId23" Type="http://schemas.openxmlformats.org/officeDocument/2006/relationships/tags" Target="../tags/tag860.xml"/><Relationship Id="rId22" Type="http://schemas.openxmlformats.org/officeDocument/2006/relationships/tags" Target="../tags/tag859.xml"/><Relationship Id="rId21" Type="http://schemas.openxmlformats.org/officeDocument/2006/relationships/tags" Target="../tags/tag858.xml"/><Relationship Id="rId20" Type="http://schemas.openxmlformats.org/officeDocument/2006/relationships/tags" Target="../tags/tag857.xml"/><Relationship Id="rId2" Type="http://schemas.openxmlformats.org/officeDocument/2006/relationships/tags" Target="../tags/tag839.xml"/><Relationship Id="rId19" Type="http://schemas.openxmlformats.org/officeDocument/2006/relationships/tags" Target="../tags/tag856.xml"/><Relationship Id="rId18" Type="http://schemas.openxmlformats.org/officeDocument/2006/relationships/tags" Target="../tags/tag855.xml"/><Relationship Id="rId17" Type="http://schemas.openxmlformats.org/officeDocument/2006/relationships/tags" Target="../tags/tag854.xml"/><Relationship Id="rId16" Type="http://schemas.openxmlformats.org/officeDocument/2006/relationships/tags" Target="../tags/tag853.xml"/><Relationship Id="rId15" Type="http://schemas.openxmlformats.org/officeDocument/2006/relationships/tags" Target="../tags/tag852.xml"/><Relationship Id="rId14" Type="http://schemas.openxmlformats.org/officeDocument/2006/relationships/tags" Target="../tags/tag851.xml"/><Relationship Id="rId13" Type="http://schemas.openxmlformats.org/officeDocument/2006/relationships/tags" Target="../tags/tag850.xml"/><Relationship Id="rId12" Type="http://schemas.openxmlformats.org/officeDocument/2006/relationships/tags" Target="../tags/tag849.xml"/><Relationship Id="rId11" Type="http://schemas.openxmlformats.org/officeDocument/2006/relationships/tags" Target="../tags/tag848.xml"/><Relationship Id="rId10" Type="http://schemas.openxmlformats.org/officeDocument/2006/relationships/tags" Target="../tags/tag847.xml"/><Relationship Id="rId1" Type="http://schemas.openxmlformats.org/officeDocument/2006/relationships/tags" Target="../tags/tag838.xml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15.xml"/><Relationship Id="rId2" Type="http://schemas.openxmlformats.org/officeDocument/2006/relationships/tags" Target="../tags/tag886.xml"/><Relationship Id="rId1" Type="http://schemas.openxmlformats.org/officeDocument/2006/relationships/tags" Target="../tags/tag88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20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2331537" y="2195875"/>
            <a:ext cx="7528927" cy="1515717"/>
          </a:xfrm>
          <a:prstGeom prst="rect">
            <a:avLst/>
          </a:prstGeom>
        </p:spPr>
        <p:txBody>
          <a:bodyPr vert="horz" lIns="90000" tIns="46800" rIns="90000" bIns="46800" rtlCol="0" anchor="ctr">
            <a:normAutofit/>
          </a:bodyPr>
          <a:lstStyle>
            <a:lvl1pPr algn="ctr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sz="7200" b="1" kern="1200" spc="600" baseline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7200" dirty="0">
                <a:gradFill>
                  <a:gsLst>
                    <a:gs pos="0">
                      <a:schemeClr val="accent1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0"/>
                </a:gradFill>
                <a:sym typeface="Arial" panose="020B0604020202020204" pitchFamily="34" charset="0"/>
              </a:rPr>
              <a:t>查询商品信息</a:t>
            </a:r>
            <a:endParaRPr lang="zh-CN" altLang="en-US" sz="7200" dirty="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2"/>
                  </a:gs>
                </a:gsLst>
                <a:lin ang="0" scaled="0"/>
              </a:gradFill>
              <a:sym typeface="Arial" panose="020B0604020202020204" pitchFamily="34" charset="0"/>
            </a:endParaRPr>
          </a:p>
        </p:txBody>
      </p:sp>
    </p:spTree>
    <p:custDataLst>
      <p:tags r:id="rId2"/>
    </p:custData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3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828652" y="200499"/>
            <a:ext cx="9956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引入</a:t>
            </a:r>
            <a:endParaRPr kumimoji="1" lang="zh-CN" altLang="en-US" sz="32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1532255" y="4672965"/>
            <a:ext cx="9643745" cy="1196975"/>
            <a:chOff x="2601" y="7900"/>
            <a:chExt cx="15187" cy="1885"/>
          </a:xfrm>
        </p:grpSpPr>
        <p:sp>
          <p:nvSpPr>
            <p:cNvPr id="127" name="TextBox 31"/>
            <p:cNvSpPr txBox="1"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3626" y="8348"/>
              <a:ext cx="14163" cy="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45799" tIns="22900" rIns="45799" bIns="2290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  <a:cs typeface="MS PGothic" panose="020B0600070205080204" charset="-128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5pPr>
              <a:lvl6pPr marL="25146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6pPr>
              <a:lvl7pPr marL="29718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7pPr>
              <a:lvl8pPr marL="34290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8pPr>
              <a:lvl9pPr marL="38862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9pPr>
            </a:lstStyle>
            <a:p>
              <a:pPr algn="ctr" eaLnBrk="1" hangingPunct="1"/>
              <a:r>
                <a:rPr lang="zh-CN" altLang="en-US" sz="28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Lato Black" panose="020F0A02020204030203" pitchFamily="34" charset="0"/>
                  <a:sym typeface="Arial" panose="020B0604020202020204" pitchFamily="34" charset="0"/>
                </a:rPr>
                <a:t>如何将数据库中的</a:t>
              </a:r>
              <a:r>
                <a:rPr lang="zh-CN" altLang="en-US" sz="28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Lato Black" panose="020F0A02020204030203" pitchFamily="34" charset="0"/>
                  <a:sym typeface="Arial" panose="020B0604020202020204" pitchFamily="34" charset="0"/>
                </a:rPr>
                <a:t>数据查询出来显示在</a:t>
              </a:r>
              <a:r>
                <a:rPr lang="en-US" altLang="zh-CN" sz="28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Lato Black" panose="020F0A02020204030203" pitchFamily="34" charset="0"/>
                  <a:sym typeface="Arial" panose="020B0604020202020204" pitchFamily="34" charset="0"/>
                </a:rPr>
                <a:t>Web</a:t>
              </a:r>
              <a:r>
                <a:rPr lang="zh-CN" altLang="en-US" sz="28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Lato Black" panose="020F0A02020204030203" pitchFamily="34" charset="0"/>
                  <a:sym typeface="Arial" panose="020B0604020202020204" pitchFamily="34" charset="0"/>
                </a:rPr>
                <a:t>页面</a:t>
              </a:r>
              <a:r>
                <a:rPr lang="zh-CN" altLang="en-US" sz="28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Lato Black" panose="020F0A02020204030203" pitchFamily="34" charset="0"/>
                  <a:sym typeface="Arial" panose="020B0604020202020204" pitchFamily="34" charset="0"/>
                </a:rPr>
                <a:t>上？</a:t>
              </a:r>
              <a:endParaRPr lang="zh-CN" altLang="en-US" sz="28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Black" panose="020F0A02020204030203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461" name="ï$líḍe"/>
            <p:cNvSpPr/>
            <p:nvPr>
              <p:custDataLst>
                <p:tags r:id="rId4"/>
              </p:custDataLst>
            </p:nvPr>
          </p:nvSpPr>
          <p:spPr bwMode="auto">
            <a:xfrm>
              <a:off x="3306" y="8792"/>
              <a:ext cx="112" cy="135"/>
            </a:xfrm>
            <a:custGeom>
              <a:avLst/>
              <a:gdLst>
                <a:gd name="T0" fmla="*/ 86 w 153"/>
                <a:gd name="T1" fmla="*/ 184 h 184"/>
                <a:gd name="T2" fmla="*/ 88 w 153"/>
                <a:gd name="T3" fmla="*/ 172 h 184"/>
                <a:gd name="T4" fmla="*/ 153 w 153"/>
                <a:gd name="T5" fmla="*/ 119 h 184"/>
                <a:gd name="T6" fmla="*/ 124 w 153"/>
                <a:gd name="T7" fmla="*/ 108 h 184"/>
                <a:gd name="T8" fmla="*/ 99 w 153"/>
                <a:gd name="T9" fmla="*/ 126 h 184"/>
                <a:gd name="T10" fmla="*/ 112 w 153"/>
                <a:gd name="T11" fmla="*/ 52 h 184"/>
                <a:gd name="T12" fmla="*/ 86 w 153"/>
                <a:gd name="T13" fmla="*/ 25 h 184"/>
                <a:gd name="T14" fmla="*/ 72 w 153"/>
                <a:gd name="T15" fmla="*/ 72 h 184"/>
                <a:gd name="T16" fmla="*/ 58 w 153"/>
                <a:gd name="T17" fmla="*/ 25 h 184"/>
                <a:gd name="T18" fmla="*/ 37 w 153"/>
                <a:gd name="T19" fmla="*/ 20 h 184"/>
                <a:gd name="T20" fmla="*/ 34 w 153"/>
                <a:gd name="T21" fmla="*/ 44 h 184"/>
                <a:gd name="T22" fmla="*/ 35 w 153"/>
                <a:gd name="T23" fmla="*/ 80 h 184"/>
                <a:gd name="T24" fmla="*/ 3 w 153"/>
                <a:gd name="T25" fmla="*/ 46 h 184"/>
                <a:gd name="T26" fmla="*/ 10 w 153"/>
                <a:gd name="T27" fmla="*/ 111 h 184"/>
                <a:gd name="T28" fmla="*/ 10 w 153"/>
                <a:gd name="T29" fmla="*/ 153 h 184"/>
                <a:gd name="T30" fmla="*/ 10 w 153"/>
                <a:gd name="T31" fmla="*/ 155 h 184"/>
                <a:gd name="T32" fmla="*/ 86 w 153"/>
                <a:gd name="T33" fmla="*/ 184 h 1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53" h="184">
                  <a:moveTo>
                    <a:pt x="86" y="184"/>
                  </a:moveTo>
                  <a:cubicBezTo>
                    <a:pt x="87" y="180"/>
                    <a:pt x="88" y="176"/>
                    <a:pt x="88" y="172"/>
                  </a:cubicBezTo>
                  <a:cubicBezTo>
                    <a:pt x="104" y="156"/>
                    <a:pt x="131" y="130"/>
                    <a:pt x="153" y="119"/>
                  </a:cubicBezTo>
                  <a:cubicBezTo>
                    <a:pt x="153" y="119"/>
                    <a:pt x="153" y="93"/>
                    <a:pt x="124" y="108"/>
                  </a:cubicBezTo>
                  <a:cubicBezTo>
                    <a:pt x="106" y="117"/>
                    <a:pt x="100" y="123"/>
                    <a:pt x="99" y="126"/>
                  </a:cubicBezTo>
                  <a:cubicBezTo>
                    <a:pt x="101" y="116"/>
                    <a:pt x="106" y="83"/>
                    <a:pt x="112" y="52"/>
                  </a:cubicBezTo>
                  <a:cubicBezTo>
                    <a:pt x="121" y="3"/>
                    <a:pt x="90" y="0"/>
                    <a:pt x="86" y="25"/>
                  </a:cubicBezTo>
                  <a:cubicBezTo>
                    <a:pt x="84" y="41"/>
                    <a:pt x="74" y="79"/>
                    <a:pt x="72" y="72"/>
                  </a:cubicBezTo>
                  <a:cubicBezTo>
                    <a:pt x="65" y="43"/>
                    <a:pt x="61" y="31"/>
                    <a:pt x="58" y="25"/>
                  </a:cubicBezTo>
                  <a:cubicBezTo>
                    <a:pt x="54" y="15"/>
                    <a:pt x="43" y="14"/>
                    <a:pt x="37" y="20"/>
                  </a:cubicBezTo>
                  <a:cubicBezTo>
                    <a:pt x="33" y="24"/>
                    <a:pt x="31" y="33"/>
                    <a:pt x="34" y="44"/>
                  </a:cubicBezTo>
                  <a:cubicBezTo>
                    <a:pt x="40" y="68"/>
                    <a:pt x="35" y="80"/>
                    <a:pt x="35" y="80"/>
                  </a:cubicBezTo>
                  <a:cubicBezTo>
                    <a:pt x="35" y="80"/>
                    <a:pt x="21" y="24"/>
                    <a:pt x="3" y="46"/>
                  </a:cubicBezTo>
                  <a:cubicBezTo>
                    <a:pt x="0" y="51"/>
                    <a:pt x="10" y="111"/>
                    <a:pt x="10" y="111"/>
                  </a:cubicBezTo>
                  <a:cubicBezTo>
                    <a:pt x="11" y="128"/>
                    <a:pt x="10" y="140"/>
                    <a:pt x="10" y="153"/>
                  </a:cubicBezTo>
                  <a:cubicBezTo>
                    <a:pt x="10" y="153"/>
                    <a:pt x="10" y="154"/>
                    <a:pt x="10" y="155"/>
                  </a:cubicBezTo>
                  <a:cubicBezTo>
                    <a:pt x="36" y="158"/>
                    <a:pt x="62" y="169"/>
                    <a:pt x="86" y="184"/>
                  </a:cubicBezTo>
                  <a:close/>
                </a:path>
              </a:pathLst>
            </a:custGeom>
            <a:solidFill>
              <a:srgbClr val="FEDB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62" name="îşľîḋé"/>
            <p:cNvSpPr/>
            <p:nvPr>
              <p:custDataLst>
                <p:tags r:id="rId5"/>
              </p:custDataLst>
            </p:nvPr>
          </p:nvSpPr>
          <p:spPr bwMode="auto">
            <a:xfrm>
              <a:off x="2824" y="9703"/>
              <a:ext cx="524" cy="82"/>
            </a:xfrm>
            <a:prstGeom prst="ellipse">
              <a:avLst/>
            </a:prstGeom>
            <a:solidFill>
              <a:srgbClr val="D6E1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63" name="îśḷïḋé"/>
            <p:cNvSpPr/>
            <p:nvPr>
              <p:custDataLst>
                <p:tags r:id="rId6"/>
              </p:custDataLst>
            </p:nvPr>
          </p:nvSpPr>
          <p:spPr bwMode="auto">
            <a:xfrm>
              <a:off x="3130" y="8881"/>
              <a:ext cx="242" cy="218"/>
            </a:xfrm>
            <a:custGeom>
              <a:avLst/>
              <a:gdLst>
                <a:gd name="T0" fmla="*/ 249 w 331"/>
                <a:gd name="T1" fmla="*/ 30 h 298"/>
                <a:gd name="T2" fmla="*/ 1 w 331"/>
                <a:gd name="T3" fmla="*/ 189 h 298"/>
                <a:gd name="T4" fmla="*/ 5 w 331"/>
                <a:gd name="T5" fmla="*/ 297 h 298"/>
                <a:gd name="T6" fmla="*/ 9 w 331"/>
                <a:gd name="T7" fmla="*/ 298 h 298"/>
                <a:gd name="T8" fmla="*/ 331 w 331"/>
                <a:gd name="T9" fmla="*/ 47 h 298"/>
                <a:gd name="T10" fmla="*/ 249 w 331"/>
                <a:gd name="T11" fmla="*/ 30 h 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31" h="298">
                  <a:moveTo>
                    <a:pt x="249" y="30"/>
                  </a:moveTo>
                  <a:cubicBezTo>
                    <a:pt x="225" y="139"/>
                    <a:pt x="85" y="176"/>
                    <a:pt x="1" y="189"/>
                  </a:cubicBezTo>
                  <a:cubicBezTo>
                    <a:pt x="0" y="225"/>
                    <a:pt x="2" y="261"/>
                    <a:pt x="5" y="297"/>
                  </a:cubicBezTo>
                  <a:cubicBezTo>
                    <a:pt x="8" y="298"/>
                    <a:pt x="9" y="298"/>
                    <a:pt x="9" y="298"/>
                  </a:cubicBezTo>
                  <a:cubicBezTo>
                    <a:pt x="252" y="297"/>
                    <a:pt x="331" y="47"/>
                    <a:pt x="331" y="47"/>
                  </a:cubicBezTo>
                  <a:cubicBezTo>
                    <a:pt x="307" y="0"/>
                    <a:pt x="249" y="30"/>
                    <a:pt x="249" y="3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64" name="iṩḷïďê"/>
            <p:cNvSpPr/>
            <p:nvPr>
              <p:custDataLst>
                <p:tags r:id="rId7"/>
              </p:custDataLst>
            </p:nvPr>
          </p:nvSpPr>
          <p:spPr bwMode="auto">
            <a:xfrm>
              <a:off x="3318" y="8906"/>
              <a:ext cx="16" cy="15"/>
            </a:xfrm>
            <a:custGeom>
              <a:avLst/>
              <a:gdLst>
                <a:gd name="T0" fmla="*/ 3 w 22"/>
                <a:gd name="T1" fmla="*/ 17 h 21"/>
                <a:gd name="T2" fmla="*/ 16 w 22"/>
                <a:gd name="T3" fmla="*/ 17 h 21"/>
                <a:gd name="T4" fmla="*/ 19 w 22"/>
                <a:gd name="T5" fmla="*/ 4 h 21"/>
                <a:gd name="T6" fmla="*/ 6 w 22"/>
                <a:gd name="T7" fmla="*/ 3 h 21"/>
                <a:gd name="T8" fmla="*/ 3 w 22"/>
                <a:gd name="T9" fmla="*/ 1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1">
                  <a:moveTo>
                    <a:pt x="3" y="17"/>
                  </a:moveTo>
                  <a:cubicBezTo>
                    <a:pt x="6" y="20"/>
                    <a:pt x="12" y="21"/>
                    <a:pt x="16" y="17"/>
                  </a:cubicBezTo>
                  <a:cubicBezTo>
                    <a:pt x="21" y="14"/>
                    <a:pt x="22" y="8"/>
                    <a:pt x="19" y="4"/>
                  </a:cubicBezTo>
                  <a:cubicBezTo>
                    <a:pt x="17" y="0"/>
                    <a:pt x="11" y="0"/>
                    <a:pt x="6" y="3"/>
                  </a:cubicBezTo>
                  <a:cubicBezTo>
                    <a:pt x="1" y="7"/>
                    <a:pt x="0" y="13"/>
                    <a:pt x="3" y="17"/>
                  </a:cubicBezTo>
                  <a:close/>
                </a:path>
              </a:pathLst>
            </a:custGeom>
            <a:solidFill>
              <a:srgbClr val="4547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65" name="îsľîḋé"/>
            <p:cNvSpPr/>
            <p:nvPr>
              <p:custDataLst>
                <p:tags r:id="rId8"/>
              </p:custDataLst>
            </p:nvPr>
          </p:nvSpPr>
          <p:spPr bwMode="auto">
            <a:xfrm>
              <a:off x="2973" y="8959"/>
              <a:ext cx="88" cy="97"/>
            </a:xfrm>
            <a:custGeom>
              <a:avLst/>
              <a:gdLst>
                <a:gd name="T0" fmla="*/ 0 w 120"/>
                <a:gd name="T1" fmla="*/ 34 h 133"/>
                <a:gd name="T2" fmla="*/ 9 w 120"/>
                <a:gd name="T3" fmla="*/ 82 h 133"/>
                <a:gd name="T4" fmla="*/ 68 w 120"/>
                <a:gd name="T5" fmla="*/ 130 h 133"/>
                <a:gd name="T6" fmla="*/ 120 w 120"/>
                <a:gd name="T7" fmla="*/ 81 h 133"/>
                <a:gd name="T8" fmla="*/ 106 w 120"/>
                <a:gd name="T9" fmla="*/ 36 h 133"/>
                <a:gd name="T10" fmla="*/ 0 w 120"/>
                <a:gd name="T11" fmla="*/ 34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0" h="133">
                  <a:moveTo>
                    <a:pt x="0" y="34"/>
                  </a:moveTo>
                  <a:cubicBezTo>
                    <a:pt x="0" y="34"/>
                    <a:pt x="11" y="75"/>
                    <a:pt x="9" y="82"/>
                  </a:cubicBezTo>
                  <a:cubicBezTo>
                    <a:pt x="9" y="82"/>
                    <a:pt x="17" y="133"/>
                    <a:pt x="68" y="130"/>
                  </a:cubicBezTo>
                  <a:cubicBezTo>
                    <a:pt x="119" y="127"/>
                    <a:pt x="120" y="81"/>
                    <a:pt x="120" y="81"/>
                  </a:cubicBezTo>
                  <a:cubicBezTo>
                    <a:pt x="120" y="81"/>
                    <a:pt x="109" y="47"/>
                    <a:pt x="106" y="36"/>
                  </a:cubicBezTo>
                  <a:cubicBezTo>
                    <a:pt x="103" y="25"/>
                    <a:pt x="63" y="0"/>
                    <a:pt x="0" y="34"/>
                  </a:cubicBezTo>
                  <a:close/>
                </a:path>
              </a:pathLst>
            </a:custGeom>
            <a:solidFill>
              <a:srgbClr val="F4CC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66" name="ïsḻïdê"/>
            <p:cNvSpPr/>
            <p:nvPr>
              <p:custDataLst>
                <p:tags r:id="rId9"/>
              </p:custDataLst>
            </p:nvPr>
          </p:nvSpPr>
          <p:spPr bwMode="auto">
            <a:xfrm>
              <a:off x="2987" y="8955"/>
              <a:ext cx="71" cy="80"/>
            </a:xfrm>
            <a:custGeom>
              <a:avLst/>
              <a:gdLst>
                <a:gd name="T0" fmla="*/ 0 w 96"/>
                <a:gd name="T1" fmla="*/ 35 h 109"/>
                <a:gd name="T2" fmla="*/ 96 w 96"/>
                <a:gd name="T3" fmla="*/ 75 h 109"/>
                <a:gd name="T4" fmla="*/ 87 w 96"/>
                <a:gd name="T5" fmla="*/ 45 h 109"/>
                <a:gd name="T6" fmla="*/ 0 w 96"/>
                <a:gd name="T7" fmla="*/ 35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6" h="109">
                  <a:moveTo>
                    <a:pt x="0" y="35"/>
                  </a:moveTo>
                  <a:cubicBezTo>
                    <a:pt x="0" y="35"/>
                    <a:pt x="22" y="109"/>
                    <a:pt x="96" y="75"/>
                  </a:cubicBezTo>
                  <a:cubicBezTo>
                    <a:pt x="96" y="75"/>
                    <a:pt x="87" y="51"/>
                    <a:pt x="87" y="45"/>
                  </a:cubicBezTo>
                  <a:cubicBezTo>
                    <a:pt x="86" y="39"/>
                    <a:pt x="63" y="0"/>
                    <a:pt x="0" y="35"/>
                  </a:cubicBezTo>
                  <a:close/>
                </a:path>
              </a:pathLst>
            </a:custGeom>
            <a:solidFill>
              <a:srgbClr val="F4C49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67" name="iS1îḍê"/>
            <p:cNvSpPr/>
            <p:nvPr>
              <p:custDataLst>
                <p:tags r:id="rId10"/>
              </p:custDataLst>
            </p:nvPr>
          </p:nvSpPr>
          <p:spPr bwMode="auto">
            <a:xfrm>
              <a:off x="2985" y="9044"/>
              <a:ext cx="75" cy="154"/>
            </a:xfrm>
            <a:custGeom>
              <a:avLst/>
              <a:gdLst>
                <a:gd name="T0" fmla="*/ 0 w 103"/>
                <a:gd name="T1" fmla="*/ 8 h 210"/>
                <a:gd name="T2" fmla="*/ 94 w 103"/>
                <a:gd name="T3" fmla="*/ 210 h 210"/>
                <a:gd name="T4" fmla="*/ 103 w 103"/>
                <a:gd name="T5" fmla="*/ 0 h 210"/>
                <a:gd name="T6" fmla="*/ 61 w 103"/>
                <a:gd name="T7" fmla="*/ 21 h 210"/>
                <a:gd name="T8" fmla="*/ 0 w 103"/>
                <a:gd name="T9" fmla="*/ 8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3" h="210">
                  <a:moveTo>
                    <a:pt x="0" y="8"/>
                  </a:moveTo>
                  <a:cubicBezTo>
                    <a:pt x="29" y="84"/>
                    <a:pt x="94" y="210"/>
                    <a:pt x="94" y="210"/>
                  </a:cubicBezTo>
                  <a:cubicBezTo>
                    <a:pt x="96" y="202"/>
                    <a:pt x="100" y="74"/>
                    <a:pt x="103" y="0"/>
                  </a:cubicBezTo>
                  <a:cubicBezTo>
                    <a:pt x="93" y="10"/>
                    <a:pt x="78" y="18"/>
                    <a:pt x="61" y="21"/>
                  </a:cubicBezTo>
                  <a:cubicBezTo>
                    <a:pt x="37" y="25"/>
                    <a:pt x="15" y="20"/>
                    <a:pt x="0" y="8"/>
                  </a:cubicBezTo>
                  <a:close/>
                </a:path>
              </a:pathLst>
            </a:custGeom>
            <a:solidFill>
              <a:srgbClr val="CE6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68" name="işļíḓé"/>
            <p:cNvSpPr/>
            <p:nvPr>
              <p:custDataLst>
                <p:tags r:id="rId11"/>
              </p:custDataLst>
            </p:nvPr>
          </p:nvSpPr>
          <p:spPr bwMode="auto">
            <a:xfrm>
              <a:off x="2975" y="9006"/>
              <a:ext cx="87" cy="57"/>
            </a:xfrm>
            <a:custGeom>
              <a:avLst/>
              <a:gdLst>
                <a:gd name="T0" fmla="*/ 117 w 119"/>
                <a:gd name="T1" fmla="*/ 1 h 78"/>
                <a:gd name="T2" fmla="*/ 69 w 119"/>
                <a:gd name="T3" fmla="*/ 58 h 78"/>
                <a:gd name="T4" fmla="*/ 4 w 119"/>
                <a:gd name="T5" fmla="*/ 25 h 78"/>
                <a:gd name="T6" fmla="*/ 0 w 119"/>
                <a:gd name="T7" fmla="*/ 23 h 78"/>
                <a:gd name="T8" fmla="*/ 13 w 119"/>
                <a:gd name="T9" fmla="*/ 61 h 78"/>
                <a:gd name="T10" fmla="*/ 74 w 119"/>
                <a:gd name="T11" fmla="*/ 74 h 78"/>
                <a:gd name="T12" fmla="*/ 116 w 119"/>
                <a:gd name="T13" fmla="*/ 53 h 78"/>
                <a:gd name="T14" fmla="*/ 118 w 119"/>
                <a:gd name="T15" fmla="*/ 0 h 78"/>
                <a:gd name="T16" fmla="*/ 117 w 119"/>
                <a:gd name="T17" fmla="*/ 1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9" h="78">
                  <a:moveTo>
                    <a:pt x="117" y="1"/>
                  </a:moveTo>
                  <a:cubicBezTo>
                    <a:pt x="119" y="28"/>
                    <a:pt x="98" y="52"/>
                    <a:pt x="69" y="58"/>
                  </a:cubicBezTo>
                  <a:cubicBezTo>
                    <a:pt x="40" y="63"/>
                    <a:pt x="13" y="49"/>
                    <a:pt x="4" y="25"/>
                  </a:cubicBezTo>
                  <a:cubicBezTo>
                    <a:pt x="2" y="24"/>
                    <a:pt x="0" y="23"/>
                    <a:pt x="0" y="23"/>
                  </a:cubicBezTo>
                  <a:cubicBezTo>
                    <a:pt x="3" y="32"/>
                    <a:pt x="7" y="45"/>
                    <a:pt x="13" y="61"/>
                  </a:cubicBezTo>
                  <a:cubicBezTo>
                    <a:pt x="28" y="73"/>
                    <a:pt x="50" y="78"/>
                    <a:pt x="74" y="74"/>
                  </a:cubicBezTo>
                  <a:cubicBezTo>
                    <a:pt x="91" y="71"/>
                    <a:pt x="106" y="63"/>
                    <a:pt x="116" y="53"/>
                  </a:cubicBezTo>
                  <a:cubicBezTo>
                    <a:pt x="117" y="22"/>
                    <a:pt x="118" y="0"/>
                    <a:pt x="118" y="0"/>
                  </a:cubicBezTo>
                  <a:lnTo>
                    <a:pt x="117" y="1"/>
                  </a:lnTo>
                  <a:close/>
                </a:path>
              </a:pathLst>
            </a:custGeom>
            <a:solidFill>
              <a:srgbClr val="9928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69" name="iŝ1îḓé"/>
            <p:cNvSpPr/>
            <p:nvPr>
              <p:custDataLst>
                <p:tags r:id="rId12"/>
              </p:custDataLst>
            </p:nvPr>
          </p:nvSpPr>
          <p:spPr bwMode="auto">
            <a:xfrm>
              <a:off x="3060" y="9280"/>
              <a:ext cx="184" cy="428"/>
            </a:xfrm>
            <a:custGeom>
              <a:avLst/>
              <a:gdLst>
                <a:gd name="T0" fmla="*/ 168 w 251"/>
                <a:gd name="T1" fmla="*/ 577 h 585"/>
                <a:gd name="T2" fmla="*/ 139 w 251"/>
                <a:gd name="T3" fmla="*/ 531 h 585"/>
                <a:gd name="T4" fmla="*/ 208 w 251"/>
                <a:gd name="T5" fmla="*/ 361 h 585"/>
                <a:gd name="T6" fmla="*/ 180 w 251"/>
                <a:gd name="T7" fmla="*/ 21 h 585"/>
                <a:gd name="T8" fmla="*/ 49 w 251"/>
                <a:gd name="T9" fmla="*/ 147 h 585"/>
                <a:gd name="T10" fmla="*/ 92 w 251"/>
                <a:gd name="T11" fmla="*/ 518 h 585"/>
                <a:gd name="T12" fmla="*/ 84 w 251"/>
                <a:gd name="T13" fmla="*/ 574 h 585"/>
                <a:gd name="T14" fmla="*/ 168 w 251"/>
                <a:gd name="T15" fmla="*/ 577 h 5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51" h="585">
                  <a:moveTo>
                    <a:pt x="168" y="577"/>
                  </a:moveTo>
                  <a:cubicBezTo>
                    <a:pt x="139" y="531"/>
                    <a:pt x="139" y="531"/>
                    <a:pt x="139" y="531"/>
                  </a:cubicBezTo>
                  <a:cubicBezTo>
                    <a:pt x="139" y="531"/>
                    <a:pt x="164" y="500"/>
                    <a:pt x="208" y="361"/>
                  </a:cubicBezTo>
                  <a:cubicBezTo>
                    <a:pt x="251" y="222"/>
                    <a:pt x="180" y="21"/>
                    <a:pt x="180" y="21"/>
                  </a:cubicBezTo>
                  <a:cubicBezTo>
                    <a:pt x="90" y="0"/>
                    <a:pt x="0" y="87"/>
                    <a:pt x="49" y="147"/>
                  </a:cubicBezTo>
                  <a:cubicBezTo>
                    <a:pt x="99" y="207"/>
                    <a:pt x="103" y="474"/>
                    <a:pt x="92" y="518"/>
                  </a:cubicBezTo>
                  <a:cubicBezTo>
                    <a:pt x="88" y="535"/>
                    <a:pt x="85" y="556"/>
                    <a:pt x="84" y="574"/>
                  </a:cubicBezTo>
                  <a:cubicBezTo>
                    <a:pt x="112" y="585"/>
                    <a:pt x="140" y="584"/>
                    <a:pt x="168" y="577"/>
                  </a:cubicBezTo>
                  <a:close/>
                </a:path>
              </a:pathLst>
            </a:custGeom>
            <a:solidFill>
              <a:srgbClr val="FEDB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70" name="íşlíḑè"/>
            <p:cNvSpPr/>
            <p:nvPr>
              <p:custDataLst>
                <p:tags r:id="rId13"/>
              </p:custDataLst>
            </p:nvPr>
          </p:nvSpPr>
          <p:spPr bwMode="auto">
            <a:xfrm>
              <a:off x="3120" y="9700"/>
              <a:ext cx="89" cy="43"/>
            </a:xfrm>
            <a:custGeom>
              <a:avLst/>
              <a:gdLst>
                <a:gd name="T0" fmla="*/ 2 w 121"/>
                <a:gd name="T1" fmla="*/ 0 h 59"/>
                <a:gd name="T2" fmla="*/ 0 w 121"/>
                <a:gd name="T3" fmla="*/ 53 h 59"/>
                <a:gd name="T4" fmla="*/ 7 w 121"/>
                <a:gd name="T5" fmla="*/ 53 h 59"/>
                <a:gd name="T6" fmla="*/ 19 w 121"/>
                <a:gd name="T7" fmla="*/ 32 h 59"/>
                <a:gd name="T8" fmla="*/ 52 w 121"/>
                <a:gd name="T9" fmla="*/ 55 h 59"/>
                <a:gd name="T10" fmla="*/ 121 w 121"/>
                <a:gd name="T11" fmla="*/ 59 h 59"/>
                <a:gd name="T12" fmla="*/ 86 w 121"/>
                <a:gd name="T13" fmla="*/ 3 h 59"/>
                <a:gd name="T14" fmla="*/ 2 w 121"/>
                <a:gd name="T15" fmla="*/ 0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1" h="59">
                  <a:moveTo>
                    <a:pt x="2" y="0"/>
                  </a:moveTo>
                  <a:cubicBezTo>
                    <a:pt x="0" y="29"/>
                    <a:pt x="0" y="53"/>
                    <a:pt x="0" y="53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7" y="53"/>
                    <a:pt x="13" y="43"/>
                    <a:pt x="19" y="32"/>
                  </a:cubicBezTo>
                  <a:cubicBezTo>
                    <a:pt x="25" y="22"/>
                    <a:pt x="52" y="55"/>
                    <a:pt x="52" y="55"/>
                  </a:cubicBezTo>
                  <a:cubicBezTo>
                    <a:pt x="121" y="59"/>
                    <a:pt x="121" y="59"/>
                    <a:pt x="121" y="59"/>
                  </a:cubicBezTo>
                  <a:cubicBezTo>
                    <a:pt x="86" y="3"/>
                    <a:pt x="86" y="3"/>
                    <a:pt x="86" y="3"/>
                  </a:cubicBezTo>
                  <a:cubicBezTo>
                    <a:pt x="58" y="10"/>
                    <a:pt x="30" y="11"/>
                    <a:pt x="2" y="0"/>
                  </a:cubicBez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71" name="î$ļïḓe"/>
            <p:cNvSpPr/>
            <p:nvPr>
              <p:custDataLst>
                <p:tags r:id="rId14"/>
              </p:custDataLst>
            </p:nvPr>
          </p:nvSpPr>
          <p:spPr bwMode="auto">
            <a:xfrm>
              <a:off x="2927" y="9280"/>
              <a:ext cx="184" cy="427"/>
            </a:xfrm>
            <a:custGeom>
              <a:avLst/>
              <a:gdLst>
                <a:gd name="T0" fmla="*/ 168 w 251"/>
                <a:gd name="T1" fmla="*/ 576 h 584"/>
                <a:gd name="T2" fmla="*/ 140 w 251"/>
                <a:gd name="T3" fmla="*/ 531 h 584"/>
                <a:gd name="T4" fmla="*/ 208 w 251"/>
                <a:gd name="T5" fmla="*/ 360 h 584"/>
                <a:gd name="T6" fmla="*/ 181 w 251"/>
                <a:gd name="T7" fmla="*/ 20 h 584"/>
                <a:gd name="T8" fmla="*/ 50 w 251"/>
                <a:gd name="T9" fmla="*/ 146 h 584"/>
                <a:gd name="T10" fmla="*/ 92 w 251"/>
                <a:gd name="T11" fmla="*/ 517 h 584"/>
                <a:gd name="T12" fmla="*/ 84 w 251"/>
                <a:gd name="T13" fmla="*/ 573 h 584"/>
                <a:gd name="T14" fmla="*/ 168 w 251"/>
                <a:gd name="T15" fmla="*/ 576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51" h="584">
                  <a:moveTo>
                    <a:pt x="168" y="576"/>
                  </a:moveTo>
                  <a:cubicBezTo>
                    <a:pt x="140" y="531"/>
                    <a:pt x="140" y="531"/>
                    <a:pt x="140" y="531"/>
                  </a:cubicBezTo>
                  <a:cubicBezTo>
                    <a:pt x="140" y="531"/>
                    <a:pt x="164" y="500"/>
                    <a:pt x="208" y="360"/>
                  </a:cubicBezTo>
                  <a:cubicBezTo>
                    <a:pt x="251" y="221"/>
                    <a:pt x="181" y="20"/>
                    <a:pt x="181" y="20"/>
                  </a:cubicBezTo>
                  <a:cubicBezTo>
                    <a:pt x="90" y="0"/>
                    <a:pt x="0" y="86"/>
                    <a:pt x="50" y="146"/>
                  </a:cubicBezTo>
                  <a:cubicBezTo>
                    <a:pt x="99" y="206"/>
                    <a:pt x="103" y="473"/>
                    <a:pt x="92" y="517"/>
                  </a:cubicBezTo>
                  <a:cubicBezTo>
                    <a:pt x="88" y="535"/>
                    <a:pt x="85" y="555"/>
                    <a:pt x="84" y="573"/>
                  </a:cubicBezTo>
                  <a:cubicBezTo>
                    <a:pt x="112" y="584"/>
                    <a:pt x="140" y="583"/>
                    <a:pt x="168" y="576"/>
                  </a:cubicBezTo>
                  <a:close/>
                </a:path>
              </a:pathLst>
            </a:custGeom>
            <a:solidFill>
              <a:srgbClr val="FEDB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72" name="ïŝlïḓe"/>
            <p:cNvSpPr/>
            <p:nvPr>
              <p:custDataLst>
                <p:tags r:id="rId15"/>
              </p:custDataLst>
            </p:nvPr>
          </p:nvSpPr>
          <p:spPr bwMode="auto">
            <a:xfrm>
              <a:off x="2987" y="9699"/>
              <a:ext cx="89" cy="43"/>
            </a:xfrm>
            <a:custGeom>
              <a:avLst/>
              <a:gdLst>
                <a:gd name="T0" fmla="*/ 2 w 121"/>
                <a:gd name="T1" fmla="*/ 0 h 59"/>
                <a:gd name="T2" fmla="*/ 0 w 121"/>
                <a:gd name="T3" fmla="*/ 53 h 59"/>
                <a:gd name="T4" fmla="*/ 7 w 121"/>
                <a:gd name="T5" fmla="*/ 53 h 59"/>
                <a:gd name="T6" fmla="*/ 20 w 121"/>
                <a:gd name="T7" fmla="*/ 33 h 59"/>
                <a:gd name="T8" fmla="*/ 52 w 121"/>
                <a:gd name="T9" fmla="*/ 56 h 59"/>
                <a:gd name="T10" fmla="*/ 121 w 121"/>
                <a:gd name="T11" fmla="*/ 59 h 59"/>
                <a:gd name="T12" fmla="*/ 86 w 121"/>
                <a:gd name="T13" fmla="*/ 3 h 59"/>
                <a:gd name="T14" fmla="*/ 2 w 121"/>
                <a:gd name="T15" fmla="*/ 0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1" h="59">
                  <a:moveTo>
                    <a:pt x="2" y="0"/>
                  </a:moveTo>
                  <a:cubicBezTo>
                    <a:pt x="0" y="29"/>
                    <a:pt x="0" y="53"/>
                    <a:pt x="0" y="53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7" y="53"/>
                    <a:pt x="14" y="43"/>
                    <a:pt x="20" y="33"/>
                  </a:cubicBezTo>
                  <a:cubicBezTo>
                    <a:pt x="25" y="22"/>
                    <a:pt x="52" y="56"/>
                    <a:pt x="52" y="56"/>
                  </a:cubicBezTo>
                  <a:cubicBezTo>
                    <a:pt x="121" y="59"/>
                    <a:pt x="121" y="59"/>
                    <a:pt x="121" y="59"/>
                  </a:cubicBezTo>
                  <a:cubicBezTo>
                    <a:pt x="86" y="3"/>
                    <a:pt x="86" y="3"/>
                    <a:pt x="86" y="3"/>
                  </a:cubicBezTo>
                  <a:cubicBezTo>
                    <a:pt x="58" y="10"/>
                    <a:pt x="30" y="11"/>
                    <a:pt x="2" y="0"/>
                  </a:cubicBez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73" name="îṡḻîḓê"/>
            <p:cNvSpPr/>
            <p:nvPr>
              <p:custDataLst>
                <p:tags r:id="rId16"/>
              </p:custDataLst>
            </p:nvPr>
          </p:nvSpPr>
          <p:spPr bwMode="auto">
            <a:xfrm>
              <a:off x="2877" y="9278"/>
              <a:ext cx="434" cy="383"/>
            </a:xfrm>
            <a:custGeom>
              <a:avLst/>
              <a:gdLst>
                <a:gd name="T0" fmla="*/ 115 w 593"/>
                <a:gd name="T1" fmla="*/ 56 h 524"/>
                <a:gd name="T2" fmla="*/ 0 w 593"/>
                <a:gd name="T3" fmla="*/ 264 h 524"/>
                <a:gd name="T4" fmla="*/ 593 w 593"/>
                <a:gd name="T5" fmla="*/ 162 h 524"/>
                <a:gd name="T6" fmla="*/ 426 w 593"/>
                <a:gd name="T7" fmla="*/ 0 h 524"/>
                <a:gd name="T8" fmla="*/ 115 w 593"/>
                <a:gd name="T9" fmla="*/ 56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3" h="524">
                  <a:moveTo>
                    <a:pt x="115" y="56"/>
                  </a:moveTo>
                  <a:cubicBezTo>
                    <a:pt x="0" y="264"/>
                    <a:pt x="0" y="264"/>
                    <a:pt x="0" y="264"/>
                  </a:cubicBezTo>
                  <a:cubicBezTo>
                    <a:pt x="0" y="264"/>
                    <a:pt x="348" y="524"/>
                    <a:pt x="593" y="162"/>
                  </a:cubicBezTo>
                  <a:cubicBezTo>
                    <a:pt x="426" y="0"/>
                    <a:pt x="426" y="0"/>
                    <a:pt x="426" y="0"/>
                  </a:cubicBezTo>
                  <a:lnTo>
                    <a:pt x="115" y="56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74" name="ísľïḍé"/>
            <p:cNvSpPr/>
            <p:nvPr>
              <p:custDataLst>
                <p:tags r:id="rId17"/>
              </p:custDataLst>
            </p:nvPr>
          </p:nvSpPr>
          <p:spPr bwMode="auto">
            <a:xfrm>
              <a:off x="2898" y="9326"/>
              <a:ext cx="101" cy="199"/>
            </a:xfrm>
            <a:custGeom>
              <a:avLst/>
              <a:gdLst>
                <a:gd name="T0" fmla="*/ 117 w 138"/>
                <a:gd name="T1" fmla="*/ 0 h 272"/>
                <a:gd name="T2" fmla="*/ 0 w 138"/>
                <a:gd name="T3" fmla="*/ 230 h 272"/>
                <a:gd name="T4" fmla="*/ 52 w 138"/>
                <a:gd name="T5" fmla="*/ 256 h 272"/>
                <a:gd name="T6" fmla="*/ 138 w 138"/>
                <a:gd name="T7" fmla="*/ 4 h 272"/>
                <a:gd name="T8" fmla="*/ 117 w 138"/>
                <a:gd name="T9" fmla="*/ 0 h 2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8" h="272">
                  <a:moveTo>
                    <a:pt x="117" y="0"/>
                  </a:moveTo>
                  <a:cubicBezTo>
                    <a:pt x="0" y="230"/>
                    <a:pt x="0" y="230"/>
                    <a:pt x="0" y="230"/>
                  </a:cubicBezTo>
                  <a:cubicBezTo>
                    <a:pt x="0" y="230"/>
                    <a:pt x="7" y="272"/>
                    <a:pt x="52" y="256"/>
                  </a:cubicBezTo>
                  <a:cubicBezTo>
                    <a:pt x="138" y="4"/>
                    <a:pt x="138" y="4"/>
                    <a:pt x="138" y="4"/>
                  </a:cubicBezTo>
                  <a:cubicBezTo>
                    <a:pt x="131" y="3"/>
                    <a:pt x="124" y="1"/>
                    <a:pt x="117" y="0"/>
                  </a:cubicBezTo>
                  <a:close/>
                </a:path>
              </a:pathLst>
            </a:custGeom>
            <a:solidFill>
              <a:srgbClr val="3F41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75" name="îṡľiḓe"/>
            <p:cNvSpPr/>
            <p:nvPr>
              <p:custDataLst>
                <p:tags r:id="rId18"/>
              </p:custDataLst>
            </p:nvPr>
          </p:nvSpPr>
          <p:spPr bwMode="auto">
            <a:xfrm>
              <a:off x="2966" y="9338"/>
              <a:ext cx="61" cy="210"/>
            </a:xfrm>
            <a:custGeom>
              <a:avLst/>
              <a:gdLst>
                <a:gd name="T0" fmla="*/ 67 w 84"/>
                <a:gd name="T1" fmla="*/ 0 h 288"/>
                <a:gd name="T2" fmla="*/ 0 w 84"/>
                <a:gd name="T3" fmla="*/ 258 h 288"/>
                <a:gd name="T4" fmla="*/ 65 w 84"/>
                <a:gd name="T5" fmla="*/ 272 h 288"/>
                <a:gd name="T6" fmla="*/ 84 w 84"/>
                <a:gd name="T7" fmla="*/ 1 h 288"/>
                <a:gd name="T8" fmla="*/ 67 w 84"/>
                <a:gd name="T9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4" h="288">
                  <a:moveTo>
                    <a:pt x="67" y="0"/>
                  </a:moveTo>
                  <a:cubicBezTo>
                    <a:pt x="0" y="258"/>
                    <a:pt x="0" y="258"/>
                    <a:pt x="0" y="258"/>
                  </a:cubicBezTo>
                  <a:cubicBezTo>
                    <a:pt x="0" y="258"/>
                    <a:pt x="13" y="288"/>
                    <a:pt x="65" y="272"/>
                  </a:cubicBezTo>
                  <a:cubicBezTo>
                    <a:pt x="84" y="1"/>
                    <a:pt x="84" y="1"/>
                    <a:pt x="84" y="1"/>
                  </a:cubicBezTo>
                  <a:cubicBezTo>
                    <a:pt x="79" y="1"/>
                    <a:pt x="73" y="1"/>
                    <a:pt x="67" y="0"/>
                  </a:cubicBezTo>
                  <a:close/>
                </a:path>
              </a:pathLst>
            </a:custGeom>
            <a:solidFill>
              <a:srgbClr val="3F41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76" name="îšľîdè"/>
            <p:cNvSpPr/>
            <p:nvPr>
              <p:custDataLst>
                <p:tags r:id="rId19"/>
              </p:custDataLst>
            </p:nvPr>
          </p:nvSpPr>
          <p:spPr bwMode="auto">
            <a:xfrm>
              <a:off x="3043" y="9338"/>
              <a:ext cx="46" cy="216"/>
            </a:xfrm>
            <a:custGeom>
              <a:avLst/>
              <a:gdLst>
                <a:gd name="T0" fmla="*/ 3 w 63"/>
                <a:gd name="T1" fmla="*/ 1 h 296"/>
                <a:gd name="T2" fmla="*/ 0 w 63"/>
                <a:gd name="T3" fmla="*/ 279 h 296"/>
                <a:gd name="T4" fmla="*/ 63 w 63"/>
                <a:gd name="T5" fmla="*/ 275 h 296"/>
                <a:gd name="T6" fmla="*/ 23 w 63"/>
                <a:gd name="T7" fmla="*/ 0 h 296"/>
                <a:gd name="T8" fmla="*/ 3 w 63"/>
                <a:gd name="T9" fmla="*/ 1 h 2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296">
                  <a:moveTo>
                    <a:pt x="3" y="1"/>
                  </a:moveTo>
                  <a:cubicBezTo>
                    <a:pt x="0" y="279"/>
                    <a:pt x="0" y="279"/>
                    <a:pt x="0" y="279"/>
                  </a:cubicBezTo>
                  <a:cubicBezTo>
                    <a:pt x="0" y="279"/>
                    <a:pt x="29" y="296"/>
                    <a:pt x="63" y="275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15" y="0"/>
                    <a:pt x="11" y="1"/>
                    <a:pt x="3" y="1"/>
                  </a:cubicBezTo>
                  <a:close/>
                </a:path>
              </a:pathLst>
            </a:custGeom>
            <a:solidFill>
              <a:srgbClr val="3F41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77" name="íṡlîḓe"/>
            <p:cNvSpPr/>
            <p:nvPr>
              <p:custDataLst>
                <p:tags r:id="rId20"/>
              </p:custDataLst>
            </p:nvPr>
          </p:nvSpPr>
          <p:spPr bwMode="auto">
            <a:xfrm>
              <a:off x="3080" y="9326"/>
              <a:ext cx="99" cy="216"/>
            </a:xfrm>
            <a:custGeom>
              <a:avLst/>
              <a:gdLst>
                <a:gd name="T0" fmla="*/ 0 w 136"/>
                <a:gd name="T1" fmla="*/ 5 h 295"/>
                <a:gd name="T2" fmla="*/ 77 w 136"/>
                <a:gd name="T3" fmla="*/ 287 h 295"/>
                <a:gd name="T4" fmla="*/ 136 w 136"/>
                <a:gd name="T5" fmla="*/ 265 h 295"/>
                <a:gd name="T6" fmla="*/ 25 w 136"/>
                <a:gd name="T7" fmla="*/ 0 h 295"/>
                <a:gd name="T8" fmla="*/ 0 w 136"/>
                <a:gd name="T9" fmla="*/ 5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6" h="295">
                  <a:moveTo>
                    <a:pt x="0" y="5"/>
                  </a:moveTo>
                  <a:cubicBezTo>
                    <a:pt x="77" y="287"/>
                    <a:pt x="77" y="287"/>
                    <a:pt x="77" y="287"/>
                  </a:cubicBezTo>
                  <a:cubicBezTo>
                    <a:pt x="77" y="287"/>
                    <a:pt x="110" y="295"/>
                    <a:pt x="136" y="265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17" y="2"/>
                    <a:pt x="9" y="4"/>
                    <a:pt x="0" y="5"/>
                  </a:cubicBezTo>
                  <a:close/>
                </a:path>
              </a:pathLst>
            </a:custGeom>
            <a:solidFill>
              <a:srgbClr val="3F41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78" name="ís1ïďè"/>
            <p:cNvSpPr/>
            <p:nvPr>
              <p:custDataLst>
                <p:tags r:id="rId21"/>
              </p:custDataLst>
            </p:nvPr>
          </p:nvSpPr>
          <p:spPr bwMode="auto">
            <a:xfrm>
              <a:off x="3122" y="9314"/>
              <a:ext cx="130" cy="187"/>
            </a:xfrm>
            <a:custGeom>
              <a:avLst/>
              <a:gdLst>
                <a:gd name="T0" fmla="*/ 24 w 178"/>
                <a:gd name="T1" fmla="*/ 0 h 256"/>
                <a:gd name="T2" fmla="*/ 0 w 178"/>
                <a:gd name="T3" fmla="*/ 10 h 256"/>
                <a:gd name="T4" fmla="*/ 127 w 178"/>
                <a:gd name="T5" fmla="*/ 256 h 256"/>
                <a:gd name="T6" fmla="*/ 178 w 178"/>
                <a:gd name="T7" fmla="*/ 220 h 256"/>
                <a:gd name="T8" fmla="*/ 24 w 178"/>
                <a:gd name="T9" fmla="*/ 0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8" h="256">
                  <a:moveTo>
                    <a:pt x="24" y="0"/>
                  </a:moveTo>
                  <a:cubicBezTo>
                    <a:pt x="16" y="3"/>
                    <a:pt x="8" y="7"/>
                    <a:pt x="0" y="10"/>
                  </a:cubicBezTo>
                  <a:cubicBezTo>
                    <a:pt x="127" y="256"/>
                    <a:pt x="127" y="256"/>
                    <a:pt x="127" y="256"/>
                  </a:cubicBezTo>
                  <a:cubicBezTo>
                    <a:pt x="127" y="256"/>
                    <a:pt x="160" y="255"/>
                    <a:pt x="178" y="220"/>
                  </a:cubicBezTo>
                  <a:lnTo>
                    <a:pt x="24" y="0"/>
                  </a:lnTo>
                  <a:close/>
                </a:path>
              </a:pathLst>
            </a:custGeom>
            <a:solidFill>
              <a:srgbClr val="3F41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79" name="îṣ1íďé"/>
            <p:cNvSpPr/>
            <p:nvPr>
              <p:custDataLst>
                <p:tags r:id="rId22"/>
              </p:custDataLst>
            </p:nvPr>
          </p:nvSpPr>
          <p:spPr bwMode="auto">
            <a:xfrm>
              <a:off x="3164" y="9293"/>
              <a:ext cx="140" cy="152"/>
            </a:xfrm>
            <a:custGeom>
              <a:avLst/>
              <a:gdLst>
                <a:gd name="T0" fmla="*/ 20 w 192"/>
                <a:gd name="T1" fmla="*/ 0 h 208"/>
                <a:gd name="T2" fmla="*/ 0 w 192"/>
                <a:gd name="T3" fmla="*/ 16 h 208"/>
                <a:gd name="T4" fmla="*/ 155 w 192"/>
                <a:gd name="T5" fmla="*/ 208 h 208"/>
                <a:gd name="T6" fmla="*/ 192 w 192"/>
                <a:gd name="T7" fmla="*/ 157 h 208"/>
                <a:gd name="T8" fmla="*/ 20 w 192"/>
                <a:gd name="T9" fmla="*/ 0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2" h="208">
                  <a:moveTo>
                    <a:pt x="20" y="0"/>
                  </a:moveTo>
                  <a:cubicBezTo>
                    <a:pt x="14" y="6"/>
                    <a:pt x="7" y="11"/>
                    <a:pt x="0" y="16"/>
                  </a:cubicBezTo>
                  <a:cubicBezTo>
                    <a:pt x="155" y="208"/>
                    <a:pt x="155" y="208"/>
                    <a:pt x="155" y="208"/>
                  </a:cubicBezTo>
                  <a:cubicBezTo>
                    <a:pt x="155" y="208"/>
                    <a:pt x="187" y="197"/>
                    <a:pt x="192" y="157"/>
                  </a:cubicBezTo>
                  <a:lnTo>
                    <a:pt x="20" y="0"/>
                  </a:lnTo>
                  <a:close/>
                </a:path>
              </a:pathLst>
            </a:custGeom>
            <a:solidFill>
              <a:srgbClr val="3F41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0" name="ïṧḷiḋè"/>
            <p:cNvSpPr/>
            <p:nvPr>
              <p:custDataLst>
                <p:tags r:id="rId23"/>
              </p:custDataLst>
            </p:nvPr>
          </p:nvSpPr>
          <p:spPr bwMode="auto">
            <a:xfrm>
              <a:off x="2898" y="9005"/>
              <a:ext cx="314" cy="352"/>
            </a:xfrm>
            <a:custGeom>
              <a:avLst/>
              <a:gdLst>
                <a:gd name="T0" fmla="*/ 0 w 429"/>
                <a:gd name="T1" fmla="*/ 70 h 482"/>
                <a:gd name="T2" fmla="*/ 111 w 429"/>
                <a:gd name="T3" fmla="*/ 20 h 482"/>
                <a:gd name="T4" fmla="*/ 211 w 429"/>
                <a:gd name="T5" fmla="*/ 255 h 482"/>
                <a:gd name="T6" fmla="*/ 218 w 429"/>
                <a:gd name="T7" fmla="*/ 0 h 482"/>
                <a:gd name="T8" fmla="*/ 352 w 429"/>
                <a:gd name="T9" fmla="*/ 10 h 482"/>
                <a:gd name="T10" fmla="*/ 360 w 429"/>
                <a:gd name="T11" fmla="*/ 276 h 482"/>
                <a:gd name="T12" fmla="*/ 429 w 429"/>
                <a:gd name="T13" fmla="*/ 373 h 482"/>
                <a:gd name="T14" fmla="*/ 50 w 429"/>
                <a:gd name="T15" fmla="*/ 450 h 482"/>
                <a:gd name="T16" fmla="*/ 0 w 429"/>
                <a:gd name="T17" fmla="*/ 70 h 4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29" h="482">
                  <a:moveTo>
                    <a:pt x="0" y="70"/>
                  </a:moveTo>
                  <a:cubicBezTo>
                    <a:pt x="111" y="20"/>
                    <a:pt x="111" y="20"/>
                    <a:pt x="111" y="20"/>
                  </a:cubicBezTo>
                  <a:cubicBezTo>
                    <a:pt x="211" y="255"/>
                    <a:pt x="211" y="255"/>
                    <a:pt x="211" y="255"/>
                  </a:cubicBezTo>
                  <a:cubicBezTo>
                    <a:pt x="218" y="0"/>
                    <a:pt x="218" y="0"/>
                    <a:pt x="218" y="0"/>
                  </a:cubicBezTo>
                  <a:cubicBezTo>
                    <a:pt x="352" y="10"/>
                    <a:pt x="352" y="10"/>
                    <a:pt x="352" y="10"/>
                  </a:cubicBezTo>
                  <a:cubicBezTo>
                    <a:pt x="352" y="10"/>
                    <a:pt x="333" y="217"/>
                    <a:pt x="360" y="276"/>
                  </a:cubicBezTo>
                  <a:cubicBezTo>
                    <a:pt x="387" y="336"/>
                    <a:pt x="429" y="373"/>
                    <a:pt x="429" y="373"/>
                  </a:cubicBezTo>
                  <a:cubicBezTo>
                    <a:pt x="320" y="461"/>
                    <a:pt x="196" y="482"/>
                    <a:pt x="50" y="450"/>
                  </a:cubicBezTo>
                  <a:cubicBezTo>
                    <a:pt x="50" y="450"/>
                    <a:pt x="124" y="332"/>
                    <a:pt x="0" y="70"/>
                  </a:cubicBezTo>
                  <a:close/>
                </a:path>
              </a:pathLst>
            </a:custGeom>
            <a:solidFill>
              <a:srgbClr val="4547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1" name="ïṥ1iḍê"/>
            <p:cNvSpPr/>
            <p:nvPr>
              <p:custDataLst>
                <p:tags r:id="rId24"/>
              </p:custDataLst>
            </p:nvPr>
          </p:nvSpPr>
          <p:spPr bwMode="auto">
            <a:xfrm>
              <a:off x="2953" y="9013"/>
              <a:ext cx="100" cy="178"/>
            </a:xfrm>
            <a:custGeom>
              <a:avLst/>
              <a:gdLst>
                <a:gd name="T0" fmla="*/ 36 w 137"/>
                <a:gd name="T1" fmla="*/ 0 h 244"/>
                <a:gd name="T2" fmla="*/ 8 w 137"/>
                <a:gd name="T3" fmla="*/ 18 h 244"/>
                <a:gd name="T4" fmla="*/ 0 w 137"/>
                <a:gd name="T5" fmla="*/ 104 h 244"/>
                <a:gd name="T6" fmla="*/ 53 w 137"/>
                <a:gd name="T7" fmla="*/ 91 h 244"/>
                <a:gd name="T8" fmla="*/ 32 w 137"/>
                <a:gd name="T9" fmla="*/ 155 h 244"/>
                <a:gd name="T10" fmla="*/ 137 w 137"/>
                <a:gd name="T11" fmla="*/ 244 h 244"/>
                <a:gd name="T12" fmla="*/ 36 w 137"/>
                <a:gd name="T13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7" h="244">
                  <a:moveTo>
                    <a:pt x="36" y="0"/>
                  </a:moveTo>
                  <a:cubicBezTo>
                    <a:pt x="8" y="18"/>
                    <a:pt x="8" y="18"/>
                    <a:pt x="8" y="18"/>
                  </a:cubicBezTo>
                  <a:cubicBezTo>
                    <a:pt x="0" y="104"/>
                    <a:pt x="0" y="104"/>
                    <a:pt x="0" y="104"/>
                  </a:cubicBezTo>
                  <a:cubicBezTo>
                    <a:pt x="53" y="91"/>
                    <a:pt x="53" y="91"/>
                    <a:pt x="53" y="91"/>
                  </a:cubicBezTo>
                  <a:cubicBezTo>
                    <a:pt x="32" y="155"/>
                    <a:pt x="32" y="155"/>
                    <a:pt x="32" y="155"/>
                  </a:cubicBezTo>
                  <a:cubicBezTo>
                    <a:pt x="137" y="244"/>
                    <a:pt x="137" y="244"/>
                    <a:pt x="137" y="244"/>
                  </a:cubicBezTo>
                  <a:cubicBezTo>
                    <a:pt x="137" y="244"/>
                    <a:pt x="64" y="46"/>
                    <a:pt x="3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2" name="îşlîḍè"/>
            <p:cNvSpPr/>
            <p:nvPr>
              <p:custDataLst>
                <p:tags r:id="rId25"/>
              </p:custDataLst>
            </p:nvPr>
          </p:nvSpPr>
          <p:spPr bwMode="auto">
            <a:xfrm>
              <a:off x="3049" y="8998"/>
              <a:ext cx="59" cy="193"/>
            </a:xfrm>
            <a:custGeom>
              <a:avLst/>
              <a:gdLst>
                <a:gd name="T0" fmla="*/ 10 w 81"/>
                <a:gd name="T1" fmla="*/ 0 h 264"/>
                <a:gd name="T2" fmla="*/ 42 w 81"/>
                <a:gd name="T3" fmla="*/ 6 h 264"/>
                <a:gd name="T4" fmla="*/ 81 w 81"/>
                <a:gd name="T5" fmla="*/ 83 h 264"/>
                <a:gd name="T6" fmla="*/ 27 w 81"/>
                <a:gd name="T7" fmla="*/ 90 h 264"/>
                <a:gd name="T8" fmla="*/ 70 w 81"/>
                <a:gd name="T9" fmla="*/ 143 h 264"/>
                <a:gd name="T10" fmla="*/ 5 w 81"/>
                <a:gd name="T11" fmla="*/ 264 h 264"/>
                <a:gd name="T12" fmla="*/ 10 w 81"/>
                <a:gd name="T13" fmla="*/ 0 h 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" h="264">
                  <a:moveTo>
                    <a:pt x="10" y="0"/>
                  </a:moveTo>
                  <a:cubicBezTo>
                    <a:pt x="42" y="6"/>
                    <a:pt x="42" y="6"/>
                    <a:pt x="42" y="6"/>
                  </a:cubicBezTo>
                  <a:cubicBezTo>
                    <a:pt x="81" y="83"/>
                    <a:pt x="81" y="83"/>
                    <a:pt x="81" y="83"/>
                  </a:cubicBezTo>
                  <a:cubicBezTo>
                    <a:pt x="27" y="90"/>
                    <a:pt x="27" y="90"/>
                    <a:pt x="27" y="90"/>
                  </a:cubicBezTo>
                  <a:cubicBezTo>
                    <a:pt x="70" y="143"/>
                    <a:pt x="70" y="143"/>
                    <a:pt x="70" y="143"/>
                  </a:cubicBezTo>
                  <a:cubicBezTo>
                    <a:pt x="5" y="264"/>
                    <a:pt x="5" y="264"/>
                    <a:pt x="5" y="264"/>
                  </a:cubicBezTo>
                  <a:cubicBezTo>
                    <a:pt x="5" y="264"/>
                    <a:pt x="0" y="53"/>
                    <a:pt x="1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3" name="îṧľíḋe"/>
            <p:cNvSpPr/>
            <p:nvPr>
              <p:custDataLst>
                <p:tags r:id="rId26"/>
              </p:custDataLst>
            </p:nvPr>
          </p:nvSpPr>
          <p:spPr bwMode="auto">
            <a:xfrm>
              <a:off x="3050" y="9211"/>
              <a:ext cx="14" cy="14"/>
            </a:xfrm>
            <a:custGeom>
              <a:avLst/>
              <a:gdLst>
                <a:gd name="T0" fmla="*/ 18 w 19"/>
                <a:gd name="T1" fmla="*/ 8 h 19"/>
                <a:gd name="T2" fmla="*/ 11 w 19"/>
                <a:gd name="T3" fmla="*/ 18 h 19"/>
                <a:gd name="T4" fmla="*/ 1 w 19"/>
                <a:gd name="T5" fmla="*/ 11 h 19"/>
                <a:gd name="T6" fmla="*/ 8 w 19"/>
                <a:gd name="T7" fmla="*/ 1 h 19"/>
                <a:gd name="T8" fmla="*/ 18 w 19"/>
                <a:gd name="T9" fmla="*/ 8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19">
                  <a:moveTo>
                    <a:pt x="18" y="8"/>
                  </a:moveTo>
                  <a:cubicBezTo>
                    <a:pt x="19" y="12"/>
                    <a:pt x="16" y="17"/>
                    <a:pt x="11" y="18"/>
                  </a:cubicBezTo>
                  <a:cubicBezTo>
                    <a:pt x="7" y="19"/>
                    <a:pt x="2" y="16"/>
                    <a:pt x="1" y="11"/>
                  </a:cubicBezTo>
                  <a:cubicBezTo>
                    <a:pt x="0" y="6"/>
                    <a:pt x="4" y="2"/>
                    <a:pt x="8" y="1"/>
                  </a:cubicBezTo>
                  <a:cubicBezTo>
                    <a:pt x="13" y="0"/>
                    <a:pt x="17" y="3"/>
                    <a:pt x="18" y="8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4" name="îṥļiḍe"/>
            <p:cNvSpPr/>
            <p:nvPr>
              <p:custDataLst>
                <p:tags r:id="rId27"/>
              </p:custDataLst>
            </p:nvPr>
          </p:nvSpPr>
          <p:spPr bwMode="auto">
            <a:xfrm>
              <a:off x="3056" y="9244"/>
              <a:ext cx="14" cy="14"/>
            </a:xfrm>
            <a:custGeom>
              <a:avLst/>
              <a:gdLst>
                <a:gd name="T0" fmla="*/ 18 w 19"/>
                <a:gd name="T1" fmla="*/ 8 h 19"/>
                <a:gd name="T2" fmla="*/ 11 w 19"/>
                <a:gd name="T3" fmla="*/ 18 h 19"/>
                <a:gd name="T4" fmla="*/ 1 w 19"/>
                <a:gd name="T5" fmla="*/ 11 h 19"/>
                <a:gd name="T6" fmla="*/ 8 w 19"/>
                <a:gd name="T7" fmla="*/ 1 h 19"/>
                <a:gd name="T8" fmla="*/ 18 w 19"/>
                <a:gd name="T9" fmla="*/ 8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19">
                  <a:moveTo>
                    <a:pt x="18" y="8"/>
                  </a:moveTo>
                  <a:cubicBezTo>
                    <a:pt x="19" y="13"/>
                    <a:pt x="16" y="17"/>
                    <a:pt x="11" y="18"/>
                  </a:cubicBezTo>
                  <a:cubicBezTo>
                    <a:pt x="6" y="19"/>
                    <a:pt x="2" y="16"/>
                    <a:pt x="1" y="11"/>
                  </a:cubicBezTo>
                  <a:cubicBezTo>
                    <a:pt x="0" y="7"/>
                    <a:pt x="3" y="2"/>
                    <a:pt x="8" y="1"/>
                  </a:cubicBezTo>
                  <a:cubicBezTo>
                    <a:pt x="13" y="0"/>
                    <a:pt x="17" y="4"/>
                    <a:pt x="18" y="8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5" name="i$ḻïḓè"/>
            <p:cNvSpPr/>
            <p:nvPr>
              <p:custDataLst>
                <p:tags r:id="rId28"/>
              </p:custDataLst>
            </p:nvPr>
          </p:nvSpPr>
          <p:spPr bwMode="auto">
            <a:xfrm>
              <a:off x="3063" y="9277"/>
              <a:ext cx="14" cy="14"/>
            </a:xfrm>
            <a:custGeom>
              <a:avLst/>
              <a:gdLst>
                <a:gd name="T0" fmla="*/ 18 w 18"/>
                <a:gd name="T1" fmla="*/ 8 h 19"/>
                <a:gd name="T2" fmla="*/ 11 w 18"/>
                <a:gd name="T3" fmla="*/ 18 h 19"/>
                <a:gd name="T4" fmla="*/ 1 w 18"/>
                <a:gd name="T5" fmla="*/ 11 h 19"/>
                <a:gd name="T6" fmla="*/ 7 w 18"/>
                <a:gd name="T7" fmla="*/ 1 h 19"/>
                <a:gd name="T8" fmla="*/ 18 w 18"/>
                <a:gd name="T9" fmla="*/ 8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19">
                  <a:moveTo>
                    <a:pt x="18" y="8"/>
                  </a:moveTo>
                  <a:cubicBezTo>
                    <a:pt x="18" y="12"/>
                    <a:pt x="15" y="17"/>
                    <a:pt x="11" y="18"/>
                  </a:cubicBezTo>
                  <a:cubicBezTo>
                    <a:pt x="6" y="19"/>
                    <a:pt x="1" y="16"/>
                    <a:pt x="1" y="11"/>
                  </a:cubicBezTo>
                  <a:cubicBezTo>
                    <a:pt x="0" y="6"/>
                    <a:pt x="3" y="2"/>
                    <a:pt x="7" y="1"/>
                  </a:cubicBezTo>
                  <a:cubicBezTo>
                    <a:pt x="12" y="0"/>
                    <a:pt x="17" y="3"/>
                    <a:pt x="18" y="8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6" name="íś1iḓe"/>
            <p:cNvSpPr/>
            <p:nvPr>
              <p:custDataLst>
                <p:tags r:id="rId29"/>
              </p:custDataLst>
            </p:nvPr>
          </p:nvSpPr>
          <p:spPr bwMode="auto">
            <a:xfrm>
              <a:off x="2710" y="8527"/>
              <a:ext cx="491" cy="504"/>
            </a:xfrm>
            <a:custGeom>
              <a:avLst/>
              <a:gdLst>
                <a:gd name="T0" fmla="*/ 479 w 670"/>
                <a:gd name="T1" fmla="*/ 77 h 690"/>
                <a:gd name="T2" fmla="*/ 645 w 670"/>
                <a:gd name="T3" fmla="*/ 475 h 690"/>
                <a:gd name="T4" fmla="*/ 541 w 670"/>
                <a:gd name="T5" fmla="*/ 634 h 690"/>
                <a:gd name="T6" fmla="*/ 246 w 670"/>
                <a:gd name="T7" fmla="*/ 623 h 690"/>
                <a:gd name="T8" fmla="*/ 67 w 670"/>
                <a:gd name="T9" fmla="*/ 197 h 690"/>
                <a:gd name="T10" fmla="*/ 479 w 670"/>
                <a:gd name="T11" fmla="*/ 77 h 6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70" h="690">
                  <a:moveTo>
                    <a:pt x="479" y="77"/>
                  </a:moveTo>
                  <a:cubicBezTo>
                    <a:pt x="479" y="77"/>
                    <a:pt x="621" y="410"/>
                    <a:pt x="645" y="475"/>
                  </a:cubicBezTo>
                  <a:cubicBezTo>
                    <a:pt x="670" y="541"/>
                    <a:pt x="541" y="634"/>
                    <a:pt x="541" y="634"/>
                  </a:cubicBezTo>
                  <a:cubicBezTo>
                    <a:pt x="541" y="634"/>
                    <a:pt x="375" y="690"/>
                    <a:pt x="246" y="623"/>
                  </a:cubicBezTo>
                  <a:cubicBezTo>
                    <a:pt x="95" y="544"/>
                    <a:pt x="0" y="400"/>
                    <a:pt x="67" y="197"/>
                  </a:cubicBezTo>
                  <a:cubicBezTo>
                    <a:pt x="131" y="0"/>
                    <a:pt x="456" y="16"/>
                    <a:pt x="479" y="77"/>
                  </a:cubicBezTo>
                </a:path>
              </a:pathLst>
            </a:custGeom>
            <a:solidFill>
              <a:srgbClr val="FEDB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7" name="ïṩḷiḋê"/>
            <p:cNvSpPr/>
            <p:nvPr>
              <p:custDataLst>
                <p:tags r:id="rId30"/>
              </p:custDataLst>
            </p:nvPr>
          </p:nvSpPr>
          <p:spPr bwMode="auto">
            <a:xfrm>
              <a:off x="2839" y="8919"/>
              <a:ext cx="22" cy="23"/>
            </a:xfrm>
            <a:custGeom>
              <a:avLst/>
              <a:gdLst>
                <a:gd name="T0" fmla="*/ 28 w 30"/>
                <a:gd name="T1" fmla="*/ 11 h 31"/>
                <a:gd name="T2" fmla="*/ 19 w 30"/>
                <a:gd name="T3" fmla="*/ 28 h 31"/>
                <a:gd name="T4" fmla="*/ 2 w 30"/>
                <a:gd name="T5" fmla="*/ 19 h 31"/>
                <a:gd name="T6" fmla="*/ 11 w 30"/>
                <a:gd name="T7" fmla="*/ 2 h 31"/>
                <a:gd name="T8" fmla="*/ 28 w 30"/>
                <a:gd name="T9" fmla="*/ 1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31">
                  <a:moveTo>
                    <a:pt x="28" y="11"/>
                  </a:moveTo>
                  <a:cubicBezTo>
                    <a:pt x="30" y="18"/>
                    <a:pt x="26" y="26"/>
                    <a:pt x="19" y="28"/>
                  </a:cubicBezTo>
                  <a:cubicBezTo>
                    <a:pt x="12" y="31"/>
                    <a:pt x="4" y="27"/>
                    <a:pt x="2" y="19"/>
                  </a:cubicBezTo>
                  <a:cubicBezTo>
                    <a:pt x="0" y="12"/>
                    <a:pt x="4" y="5"/>
                    <a:pt x="11" y="2"/>
                  </a:cubicBezTo>
                  <a:cubicBezTo>
                    <a:pt x="18" y="0"/>
                    <a:pt x="26" y="4"/>
                    <a:pt x="28" y="11"/>
                  </a:cubicBezTo>
                  <a:close/>
                </a:path>
              </a:pathLst>
            </a:custGeom>
            <a:solidFill>
              <a:srgbClr val="CE6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8" name="iSlîḓe"/>
            <p:cNvSpPr/>
            <p:nvPr>
              <p:custDataLst>
                <p:tags r:id="rId31"/>
              </p:custDataLst>
            </p:nvPr>
          </p:nvSpPr>
          <p:spPr bwMode="auto">
            <a:xfrm>
              <a:off x="2952" y="8891"/>
              <a:ext cx="20" cy="17"/>
            </a:xfrm>
            <a:custGeom>
              <a:avLst/>
              <a:gdLst>
                <a:gd name="T0" fmla="*/ 26 w 27"/>
                <a:gd name="T1" fmla="*/ 0 h 24"/>
                <a:gd name="T2" fmla="*/ 26 w 27"/>
                <a:gd name="T3" fmla="*/ 0 h 24"/>
                <a:gd name="T4" fmla="*/ 13 w 27"/>
                <a:gd name="T5" fmla="*/ 10 h 24"/>
                <a:gd name="T6" fmla="*/ 0 w 27"/>
                <a:gd name="T7" fmla="*/ 24 h 24"/>
                <a:gd name="T8" fmla="*/ 0 w 27"/>
                <a:gd name="T9" fmla="*/ 24 h 24"/>
                <a:gd name="T10" fmla="*/ 11 w 27"/>
                <a:gd name="T11" fmla="*/ 16 h 24"/>
                <a:gd name="T12" fmla="*/ 27 w 27"/>
                <a:gd name="T13" fmla="*/ 1 h 24"/>
                <a:gd name="T14" fmla="*/ 26 w 27"/>
                <a:gd name="T1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7" h="24">
                  <a:moveTo>
                    <a:pt x="26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1" y="2"/>
                    <a:pt x="17" y="6"/>
                    <a:pt x="13" y="10"/>
                  </a:cubicBezTo>
                  <a:cubicBezTo>
                    <a:pt x="9" y="14"/>
                    <a:pt x="4" y="19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4" y="22"/>
                    <a:pt x="8" y="19"/>
                    <a:pt x="11" y="16"/>
                  </a:cubicBezTo>
                  <a:cubicBezTo>
                    <a:pt x="16" y="11"/>
                    <a:pt x="22" y="6"/>
                    <a:pt x="27" y="1"/>
                  </a:cubicBezTo>
                  <a:cubicBezTo>
                    <a:pt x="27" y="0"/>
                    <a:pt x="27" y="0"/>
                    <a:pt x="26" y="0"/>
                  </a:cubicBezTo>
                </a:path>
              </a:pathLst>
            </a:custGeom>
            <a:solidFill>
              <a:srgbClr val="E6A0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9" name="iṣľîḍé"/>
            <p:cNvSpPr/>
            <p:nvPr>
              <p:custDataLst>
                <p:tags r:id="rId32"/>
              </p:custDataLst>
            </p:nvPr>
          </p:nvSpPr>
          <p:spPr bwMode="auto">
            <a:xfrm>
              <a:off x="2964" y="8887"/>
              <a:ext cx="20" cy="20"/>
            </a:xfrm>
            <a:custGeom>
              <a:avLst/>
              <a:gdLst>
                <a:gd name="T0" fmla="*/ 26 w 27"/>
                <a:gd name="T1" fmla="*/ 0 h 28"/>
                <a:gd name="T2" fmla="*/ 26 w 27"/>
                <a:gd name="T3" fmla="*/ 0 h 28"/>
                <a:gd name="T4" fmla="*/ 13 w 27"/>
                <a:gd name="T5" fmla="*/ 13 h 28"/>
                <a:gd name="T6" fmla="*/ 0 w 27"/>
                <a:gd name="T7" fmla="*/ 28 h 28"/>
                <a:gd name="T8" fmla="*/ 0 w 27"/>
                <a:gd name="T9" fmla="*/ 28 h 28"/>
                <a:gd name="T10" fmla="*/ 1 w 27"/>
                <a:gd name="T11" fmla="*/ 28 h 28"/>
                <a:gd name="T12" fmla="*/ 13 w 27"/>
                <a:gd name="T13" fmla="*/ 16 h 28"/>
                <a:gd name="T14" fmla="*/ 27 w 27"/>
                <a:gd name="T15" fmla="*/ 1 h 28"/>
                <a:gd name="T16" fmla="*/ 26 w 27"/>
                <a:gd name="T17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" h="28">
                  <a:moveTo>
                    <a:pt x="26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1" y="3"/>
                    <a:pt x="17" y="9"/>
                    <a:pt x="13" y="13"/>
                  </a:cubicBezTo>
                  <a:cubicBezTo>
                    <a:pt x="9" y="18"/>
                    <a:pt x="4" y="22"/>
                    <a:pt x="0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8"/>
                    <a:pt x="0" y="28"/>
                    <a:pt x="1" y="28"/>
                  </a:cubicBezTo>
                  <a:cubicBezTo>
                    <a:pt x="5" y="25"/>
                    <a:pt x="9" y="20"/>
                    <a:pt x="13" y="16"/>
                  </a:cubicBezTo>
                  <a:cubicBezTo>
                    <a:pt x="18" y="11"/>
                    <a:pt x="24" y="7"/>
                    <a:pt x="27" y="1"/>
                  </a:cubicBezTo>
                  <a:cubicBezTo>
                    <a:pt x="27" y="0"/>
                    <a:pt x="27" y="0"/>
                    <a:pt x="26" y="0"/>
                  </a:cubicBezTo>
                </a:path>
              </a:pathLst>
            </a:custGeom>
            <a:solidFill>
              <a:srgbClr val="E6A0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0" name="îṧ1ïdè"/>
            <p:cNvSpPr/>
            <p:nvPr>
              <p:custDataLst>
                <p:tags r:id="rId33"/>
              </p:custDataLst>
            </p:nvPr>
          </p:nvSpPr>
          <p:spPr bwMode="auto">
            <a:xfrm>
              <a:off x="2980" y="8877"/>
              <a:ext cx="22" cy="25"/>
            </a:xfrm>
            <a:custGeom>
              <a:avLst/>
              <a:gdLst>
                <a:gd name="T0" fmla="*/ 29 w 30"/>
                <a:gd name="T1" fmla="*/ 0 h 34"/>
                <a:gd name="T2" fmla="*/ 28 w 30"/>
                <a:gd name="T3" fmla="*/ 0 h 34"/>
                <a:gd name="T4" fmla="*/ 13 w 30"/>
                <a:gd name="T5" fmla="*/ 15 h 34"/>
                <a:gd name="T6" fmla="*/ 0 w 30"/>
                <a:gd name="T7" fmla="*/ 33 h 34"/>
                <a:gd name="T8" fmla="*/ 0 w 30"/>
                <a:gd name="T9" fmla="*/ 34 h 34"/>
                <a:gd name="T10" fmla="*/ 2 w 30"/>
                <a:gd name="T11" fmla="*/ 33 h 34"/>
                <a:gd name="T12" fmla="*/ 16 w 30"/>
                <a:gd name="T13" fmla="*/ 15 h 34"/>
                <a:gd name="T14" fmla="*/ 29 w 30"/>
                <a:gd name="T15" fmla="*/ 1 h 34"/>
                <a:gd name="T16" fmla="*/ 29 w 30"/>
                <a:gd name="T17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0" h="34">
                  <a:moveTo>
                    <a:pt x="29" y="0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22" y="4"/>
                    <a:pt x="17" y="10"/>
                    <a:pt x="13" y="15"/>
                  </a:cubicBezTo>
                  <a:cubicBezTo>
                    <a:pt x="8" y="21"/>
                    <a:pt x="3" y="27"/>
                    <a:pt x="0" y="33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1" y="34"/>
                    <a:pt x="1" y="34"/>
                    <a:pt x="2" y="33"/>
                  </a:cubicBezTo>
                  <a:cubicBezTo>
                    <a:pt x="6" y="27"/>
                    <a:pt x="11" y="21"/>
                    <a:pt x="16" y="15"/>
                  </a:cubicBezTo>
                  <a:cubicBezTo>
                    <a:pt x="21" y="10"/>
                    <a:pt x="26" y="6"/>
                    <a:pt x="29" y="1"/>
                  </a:cubicBezTo>
                  <a:cubicBezTo>
                    <a:pt x="30" y="0"/>
                    <a:pt x="29" y="0"/>
                    <a:pt x="29" y="0"/>
                  </a:cubicBezTo>
                </a:path>
              </a:pathLst>
            </a:custGeom>
            <a:solidFill>
              <a:srgbClr val="E6A0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1" name="iṧlïḋe"/>
            <p:cNvSpPr/>
            <p:nvPr>
              <p:custDataLst>
                <p:tags r:id="rId34"/>
              </p:custDataLst>
            </p:nvPr>
          </p:nvSpPr>
          <p:spPr bwMode="auto">
            <a:xfrm>
              <a:off x="3094" y="8838"/>
              <a:ext cx="25" cy="25"/>
            </a:xfrm>
            <a:custGeom>
              <a:avLst/>
              <a:gdLst>
                <a:gd name="T0" fmla="*/ 33 w 34"/>
                <a:gd name="T1" fmla="*/ 0 h 34"/>
                <a:gd name="T2" fmla="*/ 33 w 34"/>
                <a:gd name="T3" fmla="*/ 0 h 34"/>
                <a:gd name="T4" fmla="*/ 20 w 34"/>
                <a:gd name="T5" fmla="*/ 14 h 34"/>
                <a:gd name="T6" fmla="*/ 1 w 34"/>
                <a:gd name="T7" fmla="*/ 32 h 34"/>
                <a:gd name="T8" fmla="*/ 1 w 34"/>
                <a:gd name="T9" fmla="*/ 34 h 34"/>
                <a:gd name="T10" fmla="*/ 1 w 34"/>
                <a:gd name="T11" fmla="*/ 34 h 34"/>
                <a:gd name="T12" fmla="*/ 18 w 34"/>
                <a:gd name="T13" fmla="*/ 19 h 34"/>
                <a:gd name="T14" fmla="*/ 34 w 34"/>
                <a:gd name="T15" fmla="*/ 0 h 34"/>
                <a:gd name="T16" fmla="*/ 33 w 34"/>
                <a:gd name="T17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4" h="34">
                  <a:moveTo>
                    <a:pt x="33" y="0"/>
                  </a:moveTo>
                  <a:cubicBezTo>
                    <a:pt x="33" y="0"/>
                    <a:pt x="33" y="0"/>
                    <a:pt x="33" y="0"/>
                  </a:cubicBezTo>
                  <a:cubicBezTo>
                    <a:pt x="28" y="4"/>
                    <a:pt x="24" y="9"/>
                    <a:pt x="20" y="14"/>
                  </a:cubicBezTo>
                  <a:cubicBezTo>
                    <a:pt x="14" y="21"/>
                    <a:pt x="8" y="27"/>
                    <a:pt x="1" y="32"/>
                  </a:cubicBezTo>
                  <a:cubicBezTo>
                    <a:pt x="0" y="33"/>
                    <a:pt x="0" y="34"/>
                    <a:pt x="1" y="34"/>
                  </a:cubicBezTo>
                  <a:cubicBezTo>
                    <a:pt x="1" y="34"/>
                    <a:pt x="1" y="34"/>
                    <a:pt x="1" y="34"/>
                  </a:cubicBezTo>
                  <a:cubicBezTo>
                    <a:pt x="8" y="30"/>
                    <a:pt x="13" y="25"/>
                    <a:pt x="18" y="19"/>
                  </a:cubicBezTo>
                  <a:cubicBezTo>
                    <a:pt x="23" y="13"/>
                    <a:pt x="29" y="7"/>
                    <a:pt x="34" y="0"/>
                  </a:cubicBezTo>
                  <a:cubicBezTo>
                    <a:pt x="34" y="0"/>
                    <a:pt x="34" y="0"/>
                    <a:pt x="33" y="0"/>
                  </a:cubicBezTo>
                </a:path>
              </a:pathLst>
            </a:custGeom>
            <a:solidFill>
              <a:srgbClr val="E6A0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2" name="íṣ1íḍê"/>
            <p:cNvSpPr/>
            <p:nvPr>
              <p:custDataLst>
                <p:tags r:id="rId35"/>
              </p:custDataLst>
            </p:nvPr>
          </p:nvSpPr>
          <p:spPr bwMode="auto">
            <a:xfrm>
              <a:off x="3108" y="8833"/>
              <a:ext cx="25" cy="27"/>
            </a:xfrm>
            <a:custGeom>
              <a:avLst/>
              <a:gdLst>
                <a:gd name="T0" fmla="*/ 33 w 34"/>
                <a:gd name="T1" fmla="*/ 0 h 37"/>
                <a:gd name="T2" fmla="*/ 32 w 34"/>
                <a:gd name="T3" fmla="*/ 0 h 37"/>
                <a:gd name="T4" fmla="*/ 14 w 34"/>
                <a:gd name="T5" fmla="*/ 18 h 37"/>
                <a:gd name="T6" fmla="*/ 0 w 34"/>
                <a:gd name="T7" fmla="*/ 37 h 37"/>
                <a:gd name="T8" fmla="*/ 1 w 34"/>
                <a:gd name="T9" fmla="*/ 37 h 37"/>
                <a:gd name="T10" fmla="*/ 1 w 34"/>
                <a:gd name="T11" fmla="*/ 37 h 37"/>
                <a:gd name="T12" fmla="*/ 18 w 34"/>
                <a:gd name="T13" fmla="*/ 17 h 37"/>
                <a:gd name="T14" fmla="*/ 33 w 34"/>
                <a:gd name="T15" fmla="*/ 1 h 37"/>
                <a:gd name="T16" fmla="*/ 33 w 34"/>
                <a:gd name="T17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4" h="37">
                  <a:moveTo>
                    <a:pt x="33" y="0"/>
                  </a:moveTo>
                  <a:cubicBezTo>
                    <a:pt x="32" y="0"/>
                    <a:pt x="32" y="0"/>
                    <a:pt x="32" y="0"/>
                  </a:cubicBezTo>
                  <a:cubicBezTo>
                    <a:pt x="25" y="5"/>
                    <a:pt x="19" y="12"/>
                    <a:pt x="14" y="18"/>
                  </a:cubicBezTo>
                  <a:cubicBezTo>
                    <a:pt x="9" y="24"/>
                    <a:pt x="4" y="30"/>
                    <a:pt x="0" y="37"/>
                  </a:cubicBezTo>
                  <a:cubicBezTo>
                    <a:pt x="0" y="37"/>
                    <a:pt x="0" y="37"/>
                    <a:pt x="1" y="37"/>
                  </a:cubicBezTo>
                  <a:cubicBezTo>
                    <a:pt x="1" y="37"/>
                    <a:pt x="1" y="37"/>
                    <a:pt x="1" y="37"/>
                  </a:cubicBezTo>
                  <a:cubicBezTo>
                    <a:pt x="7" y="31"/>
                    <a:pt x="12" y="24"/>
                    <a:pt x="18" y="17"/>
                  </a:cubicBezTo>
                  <a:cubicBezTo>
                    <a:pt x="23" y="12"/>
                    <a:pt x="29" y="7"/>
                    <a:pt x="33" y="1"/>
                  </a:cubicBezTo>
                  <a:cubicBezTo>
                    <a:pt x="34" y="0"/>
                    <a:pt x="33" y="0"/>
                    <a:pt x="33" y="0"/>
                  </a:cubicBezTo>
                </a:path>
              </a:pathLst>
            </a:custGeom>
            <a:solidFill>
              <a:srgbClr val="E6A0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3" name="îṡľîďè"/>
            <p:cNvSpPr/>
            <p:nvPr>
              <p:custDataLst>
                <p:tags r:id="rId36"/>
              </p:custDataLst>
            </p:nvPr>
          </p:nvSpPr>
          <p:spPr bwMode="auto">
            <a:xfrm>
              <a:off x="3122" y="8835"/>
              <a:ext cx="21" cy="20"/>
            </a:xfrm>
            <a:custGeom>
              <a:avLst/>
              <a:gdLst>
                <a:gd name="T0" fmla="*/ 27 w 29"/>
                <a:gd name="T1" fmla="*/ 0 h 28"/>
                <a:gd name="T2" fmla="*/ 26 w 29"/>
                <a:gd name="T3" fmla="*/ 0 h 28"/>
                <a:gd name="T4" fmla="*/ 0 w 29"/>
                <a:gd name="T5" fmla="*/ 27 h 28"/>
                <a:gd name="T6" fmla="*/ 1 w 29"/>
                <a:gd name="T7" fmla="*/ 28 h 28"/>
                <a:gd name="T8" fmla="*/ 1 w 29"/>
                <a:gd name="T9" fmla="*/ 28 h 28"/>
                <a:gd name="T10" fmla="*/ 28 w 29"/>
                <a:gd name="T11" fmla="*/ 1 h 28"/>
                <a:gd name="T12" fmla="*/ 27 w 29"/>
                <a:gd name="T13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9" h="28">
                  <a:moveTo>
                    <a:pt x="27" y="0"/>
                  </a:moveTo>
                  <a:cubicBezTo>
                    <a:pt x="27" y="0"/>
                    <a:pt x="27" y="0"/>
                    <a:pt x="26" y="0"/>
                  </a:cubicBezTo>
                  <a:cubicBezTo>
                    <a:pt x="16" y="7"/>
                    <a:pt x="9" y="18"/>
                    <a:pt x="0" y="27"/>
                  </a:cubicBezTo>
                  <a:cubicBezTo>
                    <a:pt x="0" y="28"/>
                    <a:pt x="0" y="28"/>
                    <a:pt x="1" y="28"/>
                  </a:cubicBezTo>
                  <a:cubicBezTo>
                    <a:pt x="1" y="28"/>
                    <a:pt x="1" y="28"/>
                    <a:pt x="1" y="28"/>
                  </a:cubicBezTo>
                  <a:cubicBezTo>
                    <a:pt x="11" y="20"/>
                    <a:pt x="20" y="11"/>
                    <a:pt x="28" y="1"/>
                  </a:cubicBezTo>
                  <a:cubicBezTo>
                    <a:pt x="29" y="0"/>
                    <a:pt x="28" y="0"/>
                    <a:pt x="27" y="0"/>
                  </a:cubicBezTo>
                </a:path>
              </a:pathLst>
            </a:custGeom>
            <a:solidFill>
              <a:srgbClr val="E6A0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4" name="ïśľîḓe"/>
            <p:cNvSpPr/>
            <p:nvPr>
              <p:custDataLst>
                <p:tags r:id="rId37"/>
              </p:custDataLst>
            </p:nvPr>
          </p:nvSpPr>
          <p:spPr bwMode="auto">
            <a:xfrm>
              <a:off x="3068" y="8763"/>
              <a:ext cx="68" cy="75"/>
            </a:xfrm>
            <a:custGeom>
              <a:avLst/>
              <a:gdLst>
                <a:gd name="T0" fmla="*/ 9 w 92"/>
                <a:gd name="T1" fmla="*/ 66 h 103"/>
                <a:gd name="T2" fmla="*/ 62 w 92"/>
                <a:gd name="T3" fmla="*/ 95 h 103"/>
                <a:gd name="T4" fmla="*/ 82 w 92"/>
                <a:gd name="T5" fmla="*/ 37 h 103"/>
                <a:gd name="T6" fmla="*/ 29 w 92"/>
                <a:gd name="T7" fmla="*/ 8 h 103"/>
                <a:gd name="T8" fmla="*/ 9 w 92"/>
                <a:gd name="T9" fmla="*/ 66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2" h="103">
                  <a:moveTo>
                    <a:pt x="9" y="66"/>
                  </a:moveTo>
                  <a:cubicBezTo>
                    <a:pt x="18" y="90"/>
                    <a:pt x="42" y="103"/>
                    <a:pt x="62" y="95"/>
                  </a:cubicBezTo>
                  <a:cubicBezTo>
                    <a:pt x="83" y="87"/>
                    <a:pt x="92" y="61"/>
                    <a:pt x="82" y="37"/>
                  </a:cubicBezTo>
                  <a:cubicBezTo>
                    <a:pt x="73" y="13"/>
                    <a:pt x="49" y="0"/>
                    <a:pt x="29" y="8"/>
                  </a:cubicBezTo>
                  <a:cubicBezTo>
                    <a:pt x="9" y="16"/>
                    <a:pt x="0" y="42"/>
                    <a:pt x="9" y="66"/>
                  </a:cubicBezTo>
                  <a:close/>
                </a:path>
              </a:pathLst>
            </a:custGeom>
            <a:solidFill>
              <a:srgbClr val="A272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5" name="ïšḻíḋê"/>
            <p:cNvSpPr/>
            <p:nvPr>
              <p:custDataLst>
                <p:tags r:id="rId38"/>
              </p:custDataLst>
            </p:nvPr>
          </p:nvSpPr>
          <p:spPr bwMode="auto">
            <a:xfrm>
              <a:off x="3093" y="8768"/>
              <a:ext cx="28" cy="31"/>
            </a:xfrm>
            <a:custGeom>
              <a:avLst/>
              <a:gdLst>
                <a:gd name="T0" fmla="*/ 4 w 39"/>
                <a:gd name="T1" fmla="*/ 27 h 43"/>
                <a:gd name="T2" fmla="*/ 26 w 39"/>
                <a:gd name="T3" fmla="*/ 40 h 43"/>
                <a:gd name="T4" fmla="*/ 35 w 39"/>
                <a:gd name="T5" fmla="*/ 15 h 43"/>
                <a:gd name="T6" fmla="*/ 12 w 39"/>
                <a:gd name="T7" fmla="*/ 3 h 43"/>
                <a:gd name="T8" fmla="*/ 4 w 39"/>
                <a:gd name="T9" fmla="*/ 2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3">
                  <a:moveTo>
                    <a:pt x="4" y="27"/>
                  </a:moveTo>
                  <a:cubicBezTo>
                    <a:pt x="8" y="37"/>
                    <a:pt x="18" y="43"/>
                    <a:pt x="26" y="40"/>
                  </a:cubicBezTo>
                  <a:cubicBezTo>
                    <a:pt x="35" y="36"/>
                    <a:pt x="39" y="25"/>
                    <a:pt x="35" y="15"/>
                  </a:cubicBezTo>
                  <a:cubicBezTo>
                    <a:pt x="31" y="5"/>
                    <a:pt x="21" y="0"/>
                    <a:pt x="12" y="3"/>
                  </a:cubicBezTo>
                  <a:cubicBezTo>
                    <a:pt x="4" y="6"/>
                    <a:pt x="0" y="17"/>
                    <a:pt x="4" y="2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6" name="işľídè"/>
            <p:cNvSpPr/>
            <p:nvPr>
              <p:custDataLst>
                <p:tags r:id="rId39"/>
              </p:custDataLst>
            </p:nvPr>
          </p:nvSpPr>
          <p:spPr bwMode="auto">
            <a:xfrm>
              <a:off x="2923" y="8804"/>
              <a:ext cx="69" cy="78"/>
            </a:xfrm>
            <a:custGeom>
              <a:avLst/>
              <a:gdLst>
                <a:gd name="T0" fmla="*/ 9 w 95"/>
                <a:gd name="T1" fmla="*/ 68 h 106"/>
                <a:gd name="T2" fmla="*/ 65 w 95"/>
                <a:gd name="T3" fmla="*/ 98 h 106"/>
                <a:gd name="T4" fmla="*/ 85 w 95"/>
                <a:gd name="T5" fmla="*/ 38 h 106"/>
                <a:gd name="T6" fmla="*/ 30 w 95"/>
                <a:gd name="T7" fmla="*/ 8 h 106"/>
                <a:gd name="T8" fmla="*/ 9 w 95"/>
                <a:gd name="T9" fmla="*/ 6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5" h="106">
                  <a:moveTo>
                    <a:pt x="9" y="68"/>
                  </a:moveTo>
                  <a:cubicBezTo>
                    <a:pt x="19" y="93"/>
                    <a:pt x="44" y="106"/>
                    <a:pt x="65" y="98"/>
                  </a:cubicBezTo>
                  <a:cubicBezTo>
                    <a:pt x="86" y="90"/>
                    <a:pt x="95" y="63"/>
                    <a:pt x="85" y="38"/>
                  </a:cubicBezTo>
                  <a:cubicBezTo>
                    <a:pt x="76" y="14"/>
                    <a:pt x="51" y="0"/>
                    <a:pt x="30" y="8"/>
                  </a:cubicBezTo>
                  <a:cubicBezTo>
                    <a:pt x="9" y="16"/>
                    <a:pt x="0" y="43"/>
                    <a:pt x="9" y="68"/>
                  </a:cubicBezTo>
                  <a:close/>
                </a:path>
              </a:pathLst>
            </a:custGeom>
            <a:solidFill>
              <a:srgbClr val="A272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7" name="îsḷiḍe"/>
            <p:cNvSpPr/>
            <p:nvPr>
              <p:custDataLst>
                <p:tags r:id="rId40"/>
              </p:custDataLst>
            </p:nvPr>
          </p:nvSpPr>
          <p:spPr bwMode="auto">
            <a:xfrm>
              <a:off x="2949" y="8811"/>
              <a:ext cx="28" cy="31"/>
            </a:xfrm>
            <a:custGeom>
              <a:avLst/>
              <a:gdLst>
                <a:gd name="T0" fmla="*/ 4 w 38"/>
                <a:gd name="T1" fmla="*/ 28 h 43"/>
                <a:gd name="T2" fmla="*/ 26 w 38"/>
                <a:gd name="T3" fmla="*/ 40 h 43"/>
                <a:gd name="T4" fmla="*/ 35 w 38"/>
                <a:gd name="T5" fmla="*/ 16 h 43"/>
                <a:gd name="T6" fmla="*/ 12 w 38"/>
                <a:gd name="T7" fmla="*/ 3 h 43"/>
                <a:gd name="T8" fmla="*/ 4 w 38"/>
                <a:gd name="T9" fmla="*/ 28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43">
                  <a:moveTo>
                    <a:pt x="4" y="28"/>
                  </a:moveTo>
                  <a:cubicBezTo>
                    <a:pt x="8" y="38"/>
                    <a:pt x="18" y="43"/>
                    <a:pt x="26" y="40"/>
                  </a:cubicBezTo>
                  <a:cubicBezTo>
                    <a:pt x="35" y="36"/>
                    <a:pt x="38" y="26"/>
                    <a:pt x="35" y="16"/>
                  </a:cubicBezTo>
                  <a:cubicBezTo>
                    <a:pt x="31" y="5"/>
                    <a:pt x="21" y="0"/>
                    <a:pt x="12" y="3"/>
                  </a:cubicBezTo>
                  <a:cubicBezTo>
                    <a:pt x="3" y="7"/>
                    <a:pt x="0" y="18"/>
                    <a:pt x="4" y="2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8" name="iṧlîde"/>
            <p:cNvSpPr/>
            <p:nvPr>
              <p:custDataLst>
                <p:tags r:id="rId41"/>
              </p:custDataLst>
            </p:nvPr>
          </p:nvSpPr>
          <p:spPr bwMode="auto">
            <a:xfrm>
              <a:off x="2908" y="8755"/>
              <a:ext cx="64" cy="46"/>
            </a:xfrm>
            <a:custGeom>
              <a:avLst/>
              <a:gdLst>
                <a:gd name="T0" fmla="*/ 81 w 87"/>
                <a:gd name="T1" fmla="*/ 0 h 63"/>
                <a:gd name="T2" fmla="*/ 73 w 87"/>
                <a:gd name="T3" fmla="*/ 4 h 63"/>
                <a:gd name="T4" fmla="*/ 73 w 87"/>
                <a:gd name="T5" fmla="*/ 6 h 63"/>
                <a:gd name="T6" fmla="*/ 49 w 87"/>
                <a:gd name="T7" fmla="*/ 53 h 63"/>
                <a:gd name="T8" fmla="*/ 39 w 87"/>
                <a:gd name="T9" fmla="*/ 55 h 63"/>
                <a:gd name="T10" fmla="*/ 9 w 87"/>
                <a:gd name="T11" fmla="*/ 39 h 63"/>
                <a:gd name="T12" fmla="*/ 8 w 87"/>
                <a:gd name="T13" fmla="*/ 38 h 63"/>
                <a:gd name="T14" fmla="*/ 6 w 87"/>
                <a:gd name="T15" fmla="*/ 39 h 63"/>
                <a:gd name="T16" fmla="*/ 4 w 87"/>
                <a:gd name="T17" fmla="*/ 39 h 63"/>
                <a:gd name="T18" fmla="*/ 0 w 87"/>
                <a:gd name="T19" fmla="*/ 41 h 63"/>
                <a:gd name="T20" fmla="*/ 1 w 87"/>
                <a:gd name="T21" fmla="*/ 43 h 63"/>
                <a:gd name="T22" fmla="*/ 39 w 87"/>
                <a:gd name="T23" fmla="*/ 63 h 63"/>
                <a:gd name="T24" fmla="*/ 51 w 87"/>
                <a:gd name="T25" fmla="*/ 61 h 63"/>
                <a:gd name="T26" fmla="*/ 81 w 87"/>
                <a:gd name="T27" fmla="*/ 3 h 63"/>
                <a:gd name="T28" fmla="*/ 81 w 87"/>
                <a:gd name="T29" fmla="*/ 0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7" h="63">
                  <a:moveTo>
                    <a:pt x="81" y="0"/>
                  </a:moveTo>
                  <a:cubicBezTo>
                    <a:pt x="73" y="4"/>
                    <a:pt x="73" y="4"/>
                    <a:pt x="73" y="4"/>
                  </a:cubicBezTo>
                  <a:cubicBezTo>
                    <a:pt x="73" y="6"/>
                    <a:pt x="73" y="6"/>
                    <a:pt x="73" y="6"/>
                  </a:cubicBezTo>
                  <a:cubicBezTo>
                    <a:pt x="78" y="27"/>
                    <a:pt x="67" y="48"/>
                    <a:pt x="49" y="53"/>
                  </a:cubicBezTo>
                  <a:cubicBezTo>
                    <a:pt x="46" y="54"/>
                    <a:pt x="42" y="55"/>
                    <a:pt x="39" y="55"/>
                  </a:cubicBezTo>
                  <a:cubicBezTo>
                    <a:pt x="28" y="55"/>
                    <a:pt x="17" y="49"/>
                    <a:pt x="9" y="39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6" y="39"/>
                    <a:pt x="6" y="39"/>
                    <a:pt x="6" y="39"/>
                  </a:cubicBezTo>
                  <a:cubicBezTo>
                    <a:pt x="5" y="39"/>
                    <a:pt x="5" y="39"/>
                    <a:pt x="4" y="39"/>
                  </a:cubicBezTo>
                  <a:cubicBezTo>
                    <a:pt x="0" y="41"/>
                    <a:pt x="0" y="41"/>
                    <a:pt x="0" y="41"/>
                  </a:cubicBezTo>
                  <a:cubicBezTo>
                    <a:pt x="1" y="43"/>
                    <a:pt x="1" y="43"/>
                    <a:pt x="1" y="43"/>
                  </a:cubicBezTo>
                  <a:cubicBezTo>
                    <a:pt x="11" y="56"/>
                    <a:pt x="25" y="63"/>
                    <a:pt x="39" y="63"/>
                  </a:cubicBezTo>
                  <a:cubicBezTo>
                    <a:pt x="43" y="63"/>
                    <a:pt x="47" y="62"/>
                    <a:pt x="51" y="61"/>
                  </a:cubicBezTo>
                  <a:cubicBezTo>
                    <a:pt x="74" y="54"/>
                    <a:pt x="87" y="29"/>
                    <a:pt x="81" y="3"/>
                  </a:cubicBezTo>
                  <a:lnTo>
                    <a:pt x="81" y="0"/>
                  </a:ln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9" name="ísḷîdé"/>
            <p:cNvSpPr/>
            <p:nvPr>
              <p:custDataLst>
                <p:tags r:id="rId42"/>
              </p:custDataLst>
            </p:nvPr>
          </p:nvSpPr>
          <p:spPr bwMode="auto">
            <a:xfrm>
              <a:off x="3033" y="8706"/>
              <a:ext cx="55" cy="44"/>
            </a:xfrm>
            <a:custGeom>
              <a:avLst/>
              <a:gdLst>
                <a:gd name="T0" fmla="*/ 74 w 75"/>
                <a:gd name="T1" fmla="*/ 21 h 60"/>
                <a:gd name="T2" fmla="*/ 38 w 75"/>
                <a:gd name="T3" fmla="*/ 0 h 60"/>
                <a:gd name="T4" fmla="*/ 29 w 75"/>
                <a:gd name="T5" fmla="*/ 1 h 60"/>
                <a:gd name="T6" fmla="*/ 6 w 75"/>
                <a:gd name="T7" fmla="*/ 58 h 60"/>
                <a:gd name="T8" fmla="*/ 7 w 75"/>
                <a:gd name="T9" fmla="*/ 60 h 60"/>
                <a:gd name="T10" fmla="*/ 14 w 75"/>
                <a:gd name="T11" fmla="*/ 56 h 60"/>
                <a:gd name="T12" fmla="*/ 13 w 75"/>
                <a:gd name="T13" fmla="*/ 55 h 60"/>
                <a:gd name="T14" fmla="*/ 32 w 75"/>
                <a:gd name="T15" fmla="*/ 9 h 60"/>
                <a:gd name="T16" fmla="*/ 67 w 75"/>
                <a:gd name="T17" fmla="*/ 25 h 60"/>
                <a:gd name="T18" fmla="*/ 68 w 75"/>
                <a:gd name="T19" fmla="*/ 26 h 60"/>
                <a:gd name="T20" fmla="*/ 69 w 75"/>
                <a:gd name="T21" fmla="*/ 26 h 60"/>
                <a:gd name="T22" fmla="*/ 71 w 75"/>
                <a:gd name="T23" fmla="*/ 25 h 60"/>
                <a:gd name="T24" fmla="*/ 75 w 75"/>
                <a:gd name="T25" fmla="*/ 23 h 60"/>
                <a:gd name="T26" fmla="*/ 74 w 75"/>
                <a:gd name="T27" fmla="*/ 21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5" h="60">
                  <a:moveTo>
                    <a:pt x="74" y="21"/>
                  </a:moveTo>
                  <a:cubicBezTo>
                    <a:pt x="64" y="8"/>
                    <a:pt x="51" y="0"/>
                    <a:pt x="38" y="0"/>
                  </a:cubicBezTo>
                  <a:cubicBezTo>
                    <a:pt x="35" y="0"/>
                    <a:pt x="32" y="0"/>
                    <a:pt x="29" y="1"/>
                  </a:cubicBezTo>
                  <a:cubicBezTo>
                    <a:pt x="10" y="7"/>
                    <a:pt x="0" y="32"/>
                    <a:pt x="6" y="58"/>
                  </a:cubicBezTo>
                  <a:cubicBezTo>
                    <a:pt x="7" y="60"/>
                    <a:pt x="7" y="60"/>
                    <a:pt x="7" y="60"/>
                  </a:cubicBezTo>
                  <a:cubicBezTo>
                    <a:pt x="14" y="56"/>
                    <a:pt x="14" y="56"/>
                    <a:pt x="14" y="56"/>
                  </a:cubicBezTo>
                  <a:cubicBezTo>
                    <a:pt x="13" y="55"/>
                    <a:pt x="13" y="55"/>
                    <a:pt x="13" y="55"/>
                  </a:cubicBezTo>
                  <a:cubicBezTo>
                    <a:pt x="9" y="34"/>
                    <a:pt x="17" y="14"/>
                    <a:pt x="32" y="9"/>
                  </a:cubicBezTo>
                  <a:cubicBezTo>
                    <a:pt x="44" y="5"/>
                    <a:pt x="57" y="12"/>
                    <a:pt x="67" y="25"/>
                  </a:cubicBezTo>
                  <a:cubicBezTo>
                    <a:pt x="68" y="26"/>
                    <a:pt x="68" y="26"/>
                    <a:pt x="68" y="26"/>
                  </a:cubicBezTo>
                  <a:cubicBezTo>
                    <a:pt x="69" y="26"/>
                    <a:pt x="69" y="26"/>
                    <a:pt x="69" y="26"/>
                  </a:cubicBezTo>
                  <a:cubicBezTo>
                    <a:pt x="70" y="25"/>
                    <a:pt x="71" y="25"/>
                    <a:pt x="71" y="25"/>
                  </a:cubicBezTo>
                  <a:cubicBezTo>
                    <a:pt x="75" y="23"/>
                    <a:pt x="75" y="23"/>
                    <a:pt x="75" y="23"/>
                  </a:cubicBezTo>
                  <a:lnTo>
                    <a:pt x="74" y="21"/>
                  </a:ln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00" name="ïṡ1idè"/>
            <p:cNvSpPr/>
            <p:nvPr>
              <p:custDataLst>
                <p:tags r:id="rId43"/>
              </p:custDataLst>
            </p:nvPr>
          </p:nvSpPr>
          <p:spPr bwMode="auto">
            <a:xfrm>
              <a:off x="3011" y="8894"/>
              <a:ext cx="113" cy="45"/>
            </a:xfrm>
            <a:custGeom>
              <a:avLst/>
              <a:gdLst>
                <a:gd name="T0" fmla="*/ 152 w 154"/>
                <a:gd name="T1" fmla="*/ 1 h 62"/>
                <a:gd name="T2" fmla="*/ 109 w 154"/>
                <a:gd name="T3" fmla="*/ 39 h 62"/>
                <a:gd name="T4" fmla="*/ 66 w 154"/>
                <a:gd name="T5" fmla="*/ 36 h 62"/>
                <a:gd name="T6" fmla="*/ 1 w 154"/>
                <a:gd name="T7" fmla="*/ 60 h 62"/>
                <a:gd name="T8" fmla="*/ 4 w 154"/>
                <a:gd name="T9" fmla="*/ 61 h 62"/>
                <a:gd name="T10" fmla="*/ 60 w 154"/>
                <a:gd name="T11" fmla="*/ 40 h 62"/>
                <a:gd name="T12" fmla="*/ 107 w 154"/>
                <a:gd name="T13" fmla="*/ 43 h 62"/>
                <a:gd name="T14" fmla="*/ 154 w 154"/>
                <a:gd name="T15" fmla="*/ 1 h 62"/>
                <a:gd name="T16" fmla="*/ 152 w 154"/>
                <a:gd name="T17" fmla="*/ 1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4" h="62">
                  <a:moveTo>
                    <a:pt x="152" y="1"/>
                  </a:moveTo>
                  <a:cubicBezTo>
                    <a:pt x="143" y="22"/>
                    <a:pt x="134" y="37"/>
                    <a:pt x="109" y="39"/>
                  </a:cubicBezTo>
                  <a:cubicBezTo>
                    <a:pt x="95" y="40"/>
                    <a:pt x="80" y="37"/>
                    <a:pt x="66" y="36"/>
                  </a:cubicBezTo>
                  <a:cubicBezTo>
                    <a:pt x="43" y="34"/>
                    <a:pt x="13" y="38"/>
                    <a:pt x="1" y="60"/>
                  </a:cubicBezTo>
                  <a:cubicBezTo>
                    <a:pt x="0" y="62"/>
                    <a:pt x="3" y="61"/>
                    <a:pt x="4" y="61"/>
                  </a:cubicBezTo>
                  <a:cubicBezTo>
                    <a:pt x="22" y="46"/>
                    <a:pt x="37" y="39"/>
                    <a:pt x="60" y="40"/>
                  </a:cubicBezTo>
                  <a:cubicBezTo>
                    <a:pt x="76" y="41"/>
                    <a:pt x="92" y="43"/>
                    <a:pt x="107" y="43"/>
                  </a:cubicBezTo>
                  <a:cubicBezTo>
                    <a:pt x="133" y="42"/>
                    <a:pt x="150" y="26"/>
                    <a:pt x="154" y="1"/>
                  </a:cubicBezTo>
                  <a:cubicBezTo>
                    <a:pt x="154" y="0"/>
                    <a:pt x="152" y="0"/>
                    <a:pt x="152" y="1"/>
                  </a:cubicBezTo>
                  <a:close/>
                </a:path>
              </a:pathLst>
            </a:custGeom>
            <a:solidFill>
              <a:srgbClr val="9928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01" name="işliḋè"/>
            <p:cNvSpPr/>
            <p:nvPr>
              <p:custDataLst>
                <p:tags r:id="rId44"/>
              </p:custDataLst>
            </p:nvPr>
          </p:nvSpPr>
          <p:spPr bwMode="auto">
            <a:xfrm>
              <a:off x="2615" y="8442"/>
              <a:ext cx="534" cy="779"/>
            </a:xfrm>
            <a:custGeom>
              <a:avLst/>
              <a:gdLst>
                <a:gd name="T0" fmla="*/ 307 w 729"/>
                <a:gd name="T1" fmla="*/ 559 h 1066"/>
                <a:gd name="T2" fmla="*/ 384 w 729"/>
                <a:gd name="T3" fmla="*/ 318 h 1066"/>
                <a:gd name="T4" fmla="*/ 729 w 729"/>
                <a:gd name="T5" fmla="*/ 295 h 1066"/>
                <a:gd name="T6" fmla="*/ 286 w 729"/>
                <a:gd name="T7" fmla="*/ 86 h 1066"/>
                <a:gd name="T8" fmla="*/ 162 w 729"/>
                <a:gd name="T9" fmla="*/ 239 h 1066"/>
                <a:gd name="T10" fmla="*/ 83 w 729"/>
                <a:gd name="T11" fmla="*/ 608 h 1066"/>
                <a:gd name="T12" fmla="*/ 236 w 729"/>
                <a:gd name="T13" fmla="*/ 895 h 1066"/>
                <a:gd name="T14" fmla="*/ 113 w 729"/>
                <a:gd name="T15" fmla="*/ 962 h 1066"/>
                <a:gd name="T16" fmla="*/ 371 w 729"/>
                <a:gd name="T17" fmla="*/ 781 h 1066"/>
                <a:gd name="T18" fmla="*/ 321 w 729"/>
                <a:gd name="T19" fmla="*/ 680 h 1066"/>
                <a:gd name="T20" fmla="*/ 259 w 729"/>
                <a:gd name="T21" fmla="*/ 595 h 1066"/>
                <a:gd name="T22" fmla="*/ 307 w 729"/>
                <a:gd name="T23" fmla="*/ 559 h 1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29" h="1066">
                  <a:moveTo>
                    <a:pt x="307" y="559"/>
                  </a:moveTo>
                  <a:cubicBezTo>
                    <a:pt x="348" y="528"/>
                    <a:pt x="376" y="371"/>
                    <a:pt x="384" y="318"/>
                  </a:cubicBezTo>
                  <a:cubicBezTo>
                    <a:pt x="455" y="344"/>
                    <a:pt x="588" y="373"/>
                    <a:pt x="729" y="295"/>
                  </a:cubicBezTo>
                  <a:cubicBezTo>
                    <a:pt x="729" y="295"/>
                    <a:pt x="674" y="0"/>
                    <a:pt x="286" y="86"/>
                  </a:cubicBezTo>
                  <a:cubicBezTo>
                    <a:pt x="150" y="116"/>
                    <a:pt x="142" y="212"/>
                    <a:pt x="162" y="239"/>
                  </a:cubicBezTo>
                  <a:cubicBezTo>
                    <a:pt x="9" y="291"/>
                    <a:pt x="0" y="464"/>
                    <a:pt x="83" y="608"/>
                  </a:cubicBezTo>
                  <a:cubicBezTo>
                    <a:pt x="209" y="824"/>
                    <a:pt x="227" y="815"/>
                    <a:pt x="236" y="895"/>
                  </a:cubicBezTo>
                  <a:cubicBezTo>
                    <a:pt x="246" y="975"/>
                    <a:pt x="113" y="962"/>
                    <a:pt x="113" y="962"/>
                  </a:cubicBezTo>
                  <a:cubicBezTo>
                    <a:pt x="304" y="1066"/>
                    <a:pt x="381" y="833"/>
                    <a:pt x="371" y="781"/>
                  </a:cubicBezTo>
                  <a:cubicBezTo>
                    <a:pt x="361" y="729"/>
                    <a:pt x="321" y="680"/>
                    <a:pt x="321" y="680"/>
                  </a:cubicBezTo>
                  <a:cubicBezTo>
                    <a:pt x="267" y="681"/>
                    <a:pt x="255" y="635"/>
                    <a:pt x="259" y="595"/>
                  </a:cubicBezTo>
                  <a:cubicBezTo>
                    <a:pt x="262" y="556"/>
                    <a:pt x="307" y="559"/>
                    <a:pt x="307" y="559"/>
                  </a:cubicBez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02" name="íslïďê"/>
            <p:cNvSpPr/>
            <p:nvPr>
              <p:custDataLst>
                <p:tags r:id="rId45"/>
              </p:custDataLst>
            </p:nvPr>
          </p:nvSpPr>
          <p:spPr bwMode="auto">
            <a:xfrm>
              <a:off x="2766" y="8747"/>
              <a:ext cx="129" cy="137"/>
            </a:xfrm>
            <a:custGeom>
              <a:avLst/>
              <a:gdLst>
                <a:gd name="T0" fmla="*/ 15 w 176"/>
                <a:gd name="T1" fmla="*/ 167 h 187"/>
                <a:gd name="T2" fmla="*/ 8 w 176"/>
                <a:gd name="T3" fmla="*/ 142 h 187"/>
                <a:gd name="T4" fmla="*/ 0 w 176"/>
                <a:gd name="T5" fmla="*/ 112 h 187"/>
                <a:gd name="T6" fmla="*/ 0 w 176"/>
                <a:gd name="T7" fmla="*/ 110 h 187"/>
                <a:gd name="T8" fmla="*/ 12 w 176"/>
                <a:gd name="T9" fmla="*/ 87 h 187"/>
                <a:gd name="T10" fmla="*/ 28 w 176"/>
                <a:gd name="T11" fmla="*/ 71 h 187"/>
                <a:gd name="T12" fmla="*/ 59 w 176"/>
                <a:gd name="T13" fmla="*/ 60 h 187"/>
                <a:gd name="T14" fmla="*/ 80 w 176"/>
                <a:gd name="T15" fmla="*/ 21 h 187"/>
                <a:gd name="T16" fmla="*/ 106 w 176"/>
                <a:gd name="T17" fmla="*/ 44 h 187"/>
                <a:gd name="T18" fmla="*/ 109 w 176"/>
                <a:gd name="T19" fmla="*/ 94 h 187"/>
                <a:gd name="T20" fmla="*/ 136 w 176"/>
                <a:gd name="T21" fmla="*/ 87 h 187"/>
                <a:gd name="T22" fmla="*/ 176 w 176"/>
                <a:gd name="T23" fmla="*/ 103 h 187"/>
                <a:gd name="T24" fmla="*/ 81 w 176"/>
                <a:gd name="T25" fmla="*/ 185 h 187"/>
                <a:gd name="T26" fmla="*/ 15 w 176"/>
                <a:gd name="T27" fmla="*/ 167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76" h="187">
                  <a:moveTo>
                    <a:pt x="15" y="167"/>
                  </a:moveTo>
                  <a:cubicBezTo>
                    <a:pt x="8" y="142"/>
                    <a:pt x="8" y="142"/>
                    <a:pt x="8" y="142"/>
                  </a:cubicBezTo>
                  <a:cubicBezTo>
                    <a:pt x="6" y="133"/>
                    <a:pt x="4" y="123"/>
                    <a:pt x="0" y="112"/>
                  </a:cubicBezTo>
                  <a:cubicBezTo>
                    <a:pt x="0" y="112"/>
                    <a:pt x="0" y="111"/>
                    <a:pt x="0" y="110"/>
                  </a:cubicBezTo>
                  <a:cubicBezTo>
                    <a:pt x="1" y="102"/>
                    <a:pt x="5" y="93"/>
                    <a:pt x="12" y="87"/>
                  </a:cubicBezTo>
                  <a:cubicBezTo>
                    <a:pt x="20" y="82"/>
                    <a:pt x="23" y="77"/>
                    <a:pt x="28" y="71"/>
                  </a:cubicBezTo>
                  <a:cubicBezTo>
                    <a:pt x="42" y="57"/>
                    <a:pt x="58" y="61"/>
                    <a:pt x="59" y="60"/>
                  </a:cubicBezTo>
                  <a:cubicBezTo>
                    <a:pt x="60" y="59"/>
                    <a:pt x="51" y="45"/>
                    <a:pt x="80" y="21"/>
                  </a:cubicBezTo>
                  <a:cubicBezTo>
                    <a:pt x="106" y="0"/>
                    <a:pt x="147" y="16"/>
                    <a:pt x="106" y="44"/>
                  </a:cubicBezTo>
                  <a:cubicBezTo>
                    <a:pt x="79" y="63"/>
                    <a:pt x="99" y="88"/>
                    <a:pt x="109" y="94"/>
                  </a:cubicBezTo>
                  <a:cubicBezTo>
                    <a:pt x="117" y="95"/>
                    <a:pt x="117" y="95"/>
                    <a:pt x="136" y="87"/>
                  </a:cubicBezTo>
                  <a:cubicBezTo>
                    <a:pt x="167" y="73"/>
                    <a:pt x="176" y="103"/>
                    <a:pt x="176" y="103"/>
                  </a:cubicBezTo>
                  <a:cubicBezTo>
                    <a:pt x="140" y="106"/>
                    <a:pt x="96" y="164"/>
                    <a:pt x="81" y="185"/>
                  </a:cubicBezTo>
                  <a:cubicBezTo>
                    <a:pt x="50" y="187"/>
                    <a:pt x="45" y="176"/>
                    <a:pt x="15" y="167"/>
                  </a:cubicBezTo>
                  <a:close/>
                </a:path>
              </a:pathLst>
            </a:custGeom>
            <a:solidFill>
              <a:srgbClr val="EAC9B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03" name="îṣḻíḑe"/>
            <p:cNvSpPr/>
            <p:nvPr>
              <p:custDataLst>
                <p:tags r:id="rId46"/>
              </p:custDataLst>
            </p:nvPr>
          </p:nvSpPr>
          <p:spPr bwMode="auto">
            <a:xfrm>
              <a:off x="2704" y="8841"/>
              <a:ext cx="233" cy="321"/>
            </a:xfrm>
            <a:custGeom>
              <a:avLst/>
              <a:gdLst>
                <a:gd name="T0" fmla="*/ 170 w 319"/>
                <a:gd name="T1" fmla="*/ 57 h 440"/>
                <a:gd name="T2" fmla="*/ 265 w 319"/>
                <a:gd name="T3" fmla="*/ 294 h 440"/>
                <a:gd name="T4" fmla="*/ 297 w 319"/>
                <a:gd name="T5" fmla="*/ 363 h 440"/>
                <a:gd name="T6" fmla="*/ 319 w 319"/>
                <a:gd name="T7" fmla="*/ 440 h 440"/>
                <a:gd name="T8" fmla="*/ 95 w 319"/>
                <a:gd name="T9" fmla="*/ 22 h 440"/>
                <a:gd name="T10" fmla="*/ 170 w 319"/>
                <a:gd name="T11" fmla="*/ 57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9" h="440">
                  <a:moveTo>
                    <a:pt x="170" y="57"/>
                  </a:moveTo>
                  <a:cubicBezTo>
                    <a:pt x="159" y="167"/>
                    <a:pt x="211" y="292"/>
                    <a:pt x="265" y="294"/>
                  </a:cubicBezTo>
                  <a:cubicBezTo>
                    <a:pt x="265" y="294"/>
                    <a:pt x="282" y="316"/>
                    <a:pt x="297" y="363"/>
                  </a:cubicBezTo>
                  <a:cubicBezTo>
                    <a:pt x="313" y="410"/>
                    <a:pt x="319" y="440"/>
                    <a:pt x="319" y="440"/>
                  </a:cubicBezTo>
                  <a:cubicBezTo>
                    <a:pt x="0" y="408"/>
                    <a:pt x="95" y="22"/>
                    <a:pt x="95" y="22"/>
                  </a:cubicBezTo>
                  <a:cubicBezTo>
                    <a:pt x="139" y="0"/>
                    <a:pt x="170" y="57"/>
                    <a:pt x="170" y="57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04" name="ïśḷïde"/>
            <p:cNvSpPr/>
            <p:nvPr>
              <p:custDataLst>
                <p:tags r:id="rId47"/>
              </p:custDataLst>
            </p:nvPr>
          </p:nvSpPr>
          <p:spPr bwMode="auto">
            <a:xfrm>
              <a:off x="2805" y="8875"/>
              <a:ext cx="14" cy="16"/>
            </a:xfrm>
            <a:custGeom>
              <a:avLst/>
              <a:gdLst>
                <a:gd name="T0" fmla="*/ 13 w 19"/>
                <a:gd name="T1" fmla="*/ 20 h 22"/>
                <a:gd name="T2" fmla="*/ 2 w 19"/>
                <a:gd name="T3" fmla="*/ 13 h 22"/>
                <a:gd name="T4" fmla="*/ 6 w 19"/>
                <a:gd name="T5" fmla="*/ 1 h 22"/>
                <a:gd name="T6" fmla="*/ 18 w 19"/>
                <a:gd name="T7" fmla="*/ 9 h 22"/>
                <a:gd name="T8" fmla="*/ 13 w 19"/>
                <a:gd name="T9" fmla="*/ 2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22">
                  <a:moveTo>
                    <a:pt x="13" y="20"/>
                  </a:moveTo>
                  <a:cubicBezTo>
                    <a:pt x="9" y="22"/>
                    <a:pt x="4" y="18"/>
                    <a:pt x="2" y="13"/>
                  </a:cubicBezTo>
                  <a:cubicBezTo>
                    <a:pt x="0" y="8"/>
                    <a:pt x="2" y="3"/>
                    <a:pt x="6" y="1"/>
                  </a:cubicBezTo>
                  <a:cubicBezTo>
                    <a:pt x="11" y="0"/>
                    <a:pt x="16" y="3"/>
                    <a:pt x="18" y="9"/>
                  </a:cubicBezTo>
                  <a:cubicBezTo>
                    <a:pt x="19" y="14"/>
                    <a:pt x="18" y="19"/>
                    <a:pt x="13" y="20"/>
                  </a:cubicBezTo>
                  <a:close/>
                </a:path>
              </a:pathLst>
            </a:custGeom>
            <a:solidFill>
              <a:srgbClr val="4547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05" name="iṡḷîḑê"/>
            <p:cNvSpPr/>
            <p:nvPr>
              <p:custDataLst>
                <p:tags r:id="rId48"/>
              </p:custDataLst>
            </p:nvPr>
          </p:nvSpPr>
          <p:spPr bwMode="auto">
            <a:xfrm>
              <a:off x="2601" y="8620"/>
              <a:ext cx="163" cy="263"/>
            </a:xfrm>
            <a:custGeom>
              <a:avLst/>
              <a:gdLst>
                <a:gd name="T0" fmla="*/ 170 w 223"/>
                <a:gd name="T1" fmla="*/ 0 h 360"/>
                <a:gd name="T2" fmla="*/ 223 w 223"/>
                <a:gd name="T3" fmla="*/ 360 h 360"/>
                <a:gd name="T4" fmla="*/ 170 w 223"/>
                <a:gd name="T5" fmla="*/ 0 h 3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23" h="360">
                  <a:moveTo>
                    <a:pt x="170" y="0"/>
                  </a:moveTo>
                  <a:cubicBezTo>
                    <a:pt x="170" y="0"/>
                    <a:pt x="0" y="234"/>
                    <a:pt x="223" y="360"/>
                  </a:cubicBezTo>
                  <a:cubicBezTo>
                    <a:pt x="223" y="360"/>
                    <a:pt x="72" y="251"/>
                    <a:pt x="170" y="0"/>
                  </a:cubicBezTo>
                  <a:close/>
                </a:path>
              </a:pathLst>
            </a:custGeom>
            <a:solidFill>
              <a:srgbClr val="E588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06" name="íṩ1ídè"/>
            <p:cNvSpPr/>
            <p:nvPr>
              <p:custDataLst>
                <p:tags r:id="rId49"/>
              </p:custDataLst>
            </p:nvPr>
          </p:nvSpPr>
          <p:spPr bwMode="auto">
            <a:xfrm>
              <a:off x="2671" y="8220"/>
              <a:ext cx="160" cy="247"/>
            </a:xfrm>
            <a:custGeom>
              <a:avLst/>
              <a:gdLst>
                <a:gd name="T0" fmla="*/ 0 w 219"/>
                <a:gd name="T1" fmla="*/ 81 h 338"/>
                <a:gd name="T2" fmla="*/ 86 w 219"/>
                <a:gd name="T3" fmla="*/ 18 h 338"/>
                <a:gd name="T4" fmla="*/ 210 w 219"/>
                <a:gd name="T5" fmla="*/ 67 h 338"/>
                <a:gd name="T6" fmla="*/ 169 w 219"/>
                <a:gd name="T7" fmla="*/ 170 h 338"/>
                <a:gd name="T8" fmla="*/ 160 w 219"/>
                <a:gd name="T9" fmla="*/ 226 h 338"/>
                <a:gd name="T10" fmla="*/ 157 w 219"/>
                <a:gd name="T11" fmla="*/ 230 h 338"/>
                <a:gd name="T12" fmla="*/ 100 w 219"/>
                <a:gd name="T13" fmla="*/ 187 h 338"/>
                <a:gd name="T14" fmla="*/ 116 w 219"/>
                <a:gd name="T15" fmla="*/ 87 h 338"/>
                <a:gd name="T16" fmla="*/ 63 w 219"/>
                <a:gd name="T17" fmla="*/ 46 h 338"/>
                <a:gd name="T18" fmla="*/ 39 w 219"/>
                <a:gd name="T19" fmla="*/ 124 h 338"/>
                <a:gd name="T20" fmla="*/ 34 w 219"/>
                <a:gd name="T21" fmla="*/ 125 h 338"/>
                <a:gd name="T22" fmla="*/ 0 w 219"/>
                <a:gd name="T23" fmla="*/ 81 h 338"/>
                <a:gd name="T24" fmla="*/ 120 w 219"/>
                <a:gd name="T25" fmla="*/ 304 h 338"/>
                <a:gd name="T26" fmla="*/ 149 w 219"/>
                <a:gd name="T27" fmla="*/ 254 h 338"/>
                <a:gd name="T28" fmla="*/ 198 w 219"/>
                <a:gd name="T29" fmla="*/ 283 h 338"/>
                <a:gd name="T30" fmla="*/ 170 w 219"/>
                <a:gd name="T31" fmla="*/ 332 h 338"/>
                <a:gd name="T32" fmla="*/ 120 w 219"/>
                <a:gd name="T33" fmla="*/ 304 h 3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19" h="338">
                  <a:moveTo>
                    <a:pt x="0" y="81"/>
                  </a:moveTo>
                  <a:cubicBezTo>
                    <a:pt x="7" y="55"/>
                    <a:pt x="38" y="30"/>
                    <a:pt x="86" y="18"/>
                  </a:cubicBezTo>
                  <a:cubicBezTo>
                    <a:pt x="153" y="0"/>
                    <a:pt x="198" y="18"/>
                    <a:pt x="210" y="67"/>
                  </a:cubicBezTo>
                  <a:cubicBezTo>
                    <a:pt x="219" y="102"/>
                    <a:pt x="205" y="127"/>
                    <a:pt x="169" y="170"/>
                  </a:cubicBezTo>
                  <a:cubicBezTo>
                    <a:pt x="155" y="188"/>
                    <a:pt x="141" y="204"/>
                    <a:pt x="160" y="226"/>
                  </a:cubicBezTo>
                  <a:cubicBezTo>
                    <a:pt x="157" y="230"/>
                    <a:pt x="157" y="230"/>
                    <a:pt x="157" y="230"/>
                  </a:cubicBezTo>
                  <a:cubicBezTo>
                    <a:pt x="130" y="230"/>
                    <a:pt x="104" y="217"/>
                    <a:pt x="100" y="187"/>
                  </a:cubicBezTo>
                  <a:cubicBezTo>
                    <a:pt x="94" y="150"/>
                    <a:pt x="131" y="142"/>
                    <a:pt x="116" y="87"/>
                  </a:cubicBezTo>
                  <a:cubicBezTo>
                    <a:pt x="107" y="55"/>
                    <a:pt x="89" y="40"/>
                    <a:pt x="63" y="46"/>
                  </a:cubicBezTo>
                  <a:cubicBezTo>
                    <a:pt x="37" y="53"/>
                    <a:pt x="27" y="78"/>
                    <a:pt x="39" y="124"/>
                  </a:cubicBezTo>
                  <a:cubicBezTo>
                    <a:pt x="34" y="125"/>
                    <a:pt x="34" y="125"/>
                    <a:pt x="34" y="125"/>
                  </a:cubicBezTo>
                  <a:lnTo>
                    <a:pt x="0" y="81"/>
                  </a:lnTo>
                  <a:close/>
                  <a:moveTo>
                    <a:pt x="120" y="304"/>
                  </a:moveTo>
                  <a:cubicBezTo>
                    <a:pt x="115" y="282"/>
                    <a:pt x="128" y="260"/>
                    <a:pt x="149" y="254"/>
                  </a:cubicBezTo>
                  <a:cubicBezTo>
                    <a:pt x="171" y="249"/>
                    <a:pt x="192" y="262"/>
                    <a:pt x="198" y="283"/>
                  </a:cubicBezTo>
                  <a:cubicBezTo>
                    <a:pt x="204" y="305"/>
                    <a:pt x="191" y="327"/>
                    <a:pt x="170" y="332"/>
                  </a:cubicBezTo>
                  <a:cubicBezTo>
                    <a:pt x="148" y="338"/>
                    <a:pt x="126" y="325"/>
                    <a:pt x="120" y="304"/>
                  </a:cubicBezTo>
                  <a:close/>
                </a:path>
              </a:pathLst>
            </a:custGeom>
            <a:solidFill>
              <a:srgbClr val="769C8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07" name="ïSļîḋê"/>
            <p:cNvSpPr/>
            <p:nvPr>
              <p:custDataLst>
                <p:tags r:id="rId50"/>
              </p:custDataLst>
            </p:nvPr>
          </p:nvSpPr>
          <p:spPr bwMode="auto">
            <a:xfrm>
              <a:off x="3626" y="9558"/>
              <a:ext cx="524" cy="82"/>
            </a:xfrm>
            <a:custGeom>
              <a:avLst/>
              <a:gdLst>
                <a:gd name="T0" fmla="*/ 398 w 716"/>
                <a:gd name="T1" fmla="*/ 0 h 112"/>
                <a:gd name="T2" fmla="*/ 398 w 716"/>
                <a:gd name="T3" fmla="*/ 36 h 112"/>
                <a:gd name="T4" fmla="*/ 397 w 716"/>
                <a:gd name="T5" fmla="*/ 49 h 112"/>
                <a:gd name="T6" fmla="*/ 397 w 716"/>
                <a:gd name="T7" fmla="*/ 49 h 112"/>
                <a:gd name="T8" fmla="*/ 367 w 716"/>
                <a:gd name="T9" fmla="*/ 49 h 112"/>
                <a:gd name="T10" fmla="*/ 326 w 716"/>
                <a:gd name="T11" fmla="*/ 49 h 112"/>
                <a:gd name="T12" fmla="*/ 298 w 716"/>
                <a:gd name="T13" fmla="*/ 49 h 112"/>
                <a:gd name="T14" fmla="*/ 298 w 716"/>
                <a:gd name="T15" fmla="*/ 0 h 112"/>
                <a:gd name="T16" fmla="*/ 0 w 716"/>
                <a:gd name="T17" fmla="*/ 56 h 112"/>
                <a:gd name="T18" fmla="*/ 358 w 716"/>
                <a:gd name="T19" fmla="*/ 112 h 112"/>
                <a:gd name="T20" fmla="*/ 716 w 716"/>
                <a:gd name="T21" fmla="*/ 56 h 112"/>
                <a:gd name="T22" fmla="*/ 398 w 716"/>
                <a:gd name="T23" fmla="*/ 0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16" h="112">
                  <a:moveTo>
                    <a:pt x="398" y="0"/>
                  </a:moveTo>
                  <a:cubicBezTo>
                    <a:pt x="398" y="36"/>
                    <a:pt x="398" y="36"/>
                    <a:pt x="398" y="36"/>
                  </a:cubicBezTo>
                  <a:cubicBezTo>
                    <a:pt x="398" y="40"/>
                    <a:pt x="397" y="45"/>
                    <a:pt x="397" y="49"/>
                  </a:cubicBezTo>
                  <a:cubicBezTo>
                    <a:pt x="397" y="49"/>
                    <a:pt x="397" y="49"/>
                    <a:pt x="397" y="49"/>
                  </a:cubicBezTo>
                  <a:cubicBezTo>
                    <a:pt x="367" y="49"/>
                    <a:pt x="367" y="49"/>
                    <a:pt x="367" y="49"/>
                  </a:cubicBezTo>
                  <a:cubicBezTo>
                    <a:pt x="326" y="49"/>
                    <a:pt x="326" y="49"/>
                    <a:pt x="326" y="49"/>
                  </a:cubicBezTo>
                  <a:cubicBezTo>
                    <a:pt x="298" y="49"/>
                    <a:pt x="298" y="49"/>
                    <a:pt x="298" y="49"/>
                  </a:cubicBezTo>
                  <a:cubicBezTo>
                    <a:pt x="298" y="0"/>
                    <a:pt x="298" y="0"/>
                    <a:pt x="298" y="0"/>
                  </a:cubicBezTo>
                  <a:cubicBezTo>
                    <a:pt x="129" y="5"/>
                    <a:pt x="0" y="28"/>
                    <a:pt x="0" y="56"/>
                  </a:cubicBezTo>
                  <a:cubicBezTo>
                    <a:pt x="0" y="87"/>
                    <a:pt x="161" y="112"/>
                    <a:pt x="358" y="112"/>
                  </a:cubicBezTo>
                  <a:cubicBezTo>
                    <a:pt x="556" y="112"/>
                    <a:pt x="716" y="87"/>
                    <a:pt x="716" y="56"/>
                  </a:cubicBezTo>
                  <a:cubicBezTo>
                    <a:pt x="716" y="27"/>
                    <a:pt x="577" y="3"/>
                    <a:pt x="398" y="0"/>
                  </a:cubicBezTo>
                </a:path>
              </a:pathLst>
            </a:custGeom>
            <a:solidFill>
              <a:srgbClr val="D6E1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08" name="ïś1iďé"/>
            <p:cNvSpPr/>
            <p:nvPr>
              <p:custDataLst>
                <p:tags r:id="rId51"/>
              </p:custDataLst>
            </p:nvPr>
          </p:nvSpPr>
          <p:spPr bwMode="auto">
            <a:xfrm>
              <a:off x="3844" y="7900"/>
              <a:ext cx="73" cy="1694"/>
            </a:xfrm>
            <a:custGeom>
              <a:avLst/>
              <a:gdLst>
                <a:gd name="T0" fmla="*/ 60 w 100"/>
                <a:gd name="T1" fmla="*/ 0 h 2317"/>
                <a:gd name="T2" fmla="*/ 28 w 100"/>
                <a:gd name="T3" fmla="*/ 0 h 2317"/>
                <a:gd name="T4" fmla="*/ 0 w 100"/>
                <a:gd name="T5" fmla="*/ 0 h 2317"/>
                <a:gd name="T6" fmla="*/ 0 w 100"/>
                <a:gd name="T7" fmla="*/ 2317 h 2317"/>
                <a:gd name="T8" fmla="*/ 28 w 100"/>
                <a:gd name="T9" fmla="*/ 2317 h 2317"/>
                <a:gd name="T10" fmla="*/ 69 w 100"/>
                <a:gd name="T11" fmla="*/ 2317 h 2317"/>
                <a:gd name="T12" fmla="*/ 99 w 100"/>
                <a:gd name="T13" fmla="*/ 2317 h 2317"/>
                <a:gd name="T14" fmla="*/ 99 w 100"/>
                <a:gd name="T15" fmla="*/ 2317 h 2317"/>
                <a:gd name="T16" fmla="*/ 100 w 100"/>
                <a:gd name="T17" fmla="*/ 2304 h 2317"/>
                <a:gd name="T18" fmla="*/ 100 w 100"/>
                <a:gd name="T19" fmla="*/ 0 h 2317"/>
                <a:gd name="T20" fmla="*/ 60 w 100"/>
                <a:gd name="T21" fmla="*/ 0 h 2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0" h="2317">
                  <a:moveTo>
                    <a:pt x="60" y="0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317"/>
                    <a:pt x="0" y="2317"/>
                    <a:pt x="0" y="2317"/>
                  </a:cubicBezTo>
                  <a:cubicBezTo>
                    <a:pt x="28" y="2317"/>
                    <a:pt x="28" y="2317"/>
                    <a:pt x="28" y="2317"/>
                  </a:cubicBezTo>
                  <a:cubicBezTo>
                    <a:pt x="69" y="2317"/>
                    <a:pt x="69" y="2317"/>
                    <a:pt x="69" y="2317"/>
                  </a:cubicBezTo>
                  <a:cubicBezTo>
                    <a:pt x="99" y="2317"/>
                    <a:pt x="99" y="2317"/>
                    <a:pt x="99" y="2317"/>
                  </a:cubicBezTo>
                  <a:cubicBezTo>
                    <a:pt x="99" y="2317"/>
                    <a:pt x="99" y="2317"/>
                    <a:pt x="99" y="2317"/>
                  </a:cubicBezTo>
                  <a:cubicBezTo>
                    <a:pt x="99" y="2313"/>
                    <a:pt x="100" y="2308"/>
                    <a:pt x="100" y="2304"/>
                  </a:cubicBezTo>
                  <a:cubicBezTo>
                    <a:pt x="100" y="0"/>
                    <a:pt x="100" y="0"/>
                    <a:pt x="100" y="0"/>
                  </a:cubicBezTo>
                  <a:cubicBezTo>
                    <a:pt x="60" y="0"/>
                    <a:pt x="60" y="0"/>
                    <a:pt x="60" y="0"/>
                  </a:cubicBezTo>
                </a:path>
              </a:pathLst>
            </a:custGeom>
            <a:solidFill>
              <a:srgbClr val="70645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09" name="îṩḷïḋê"/>
            <p:cNvSpPr/>
            <p:nvPr>
              <p:custDataLst>
                <p:tags r:id="rId52"/>
              </p:custDataLst>
            </p:nvPr>
          </p:nvSpPr>
          <p:spPr bwMode="auto">
            <a:xfrm>
              <a:off x="3582" y="7969"/>
              <a:ext cx="671" cy="306"/>
            </a:xfrm>
            <a:custGeom>
              <a:avLst/>
              <a:gdLst>
                <a:gd name="T0" fmla="*/ 1514 w 1539"/>
                <a:gd name="T1" fmla="*/ 234 h 702"/>
                <a:gd name="T2" fmla="*/ 1539 w 1539"/>
                <a:gd name="T3" fmla="*/ 198 h 702"/>
                <a:gd name="T4" fmla="*/ 1116 w 1539"/>
                <a:gd name="T5" fmla="*/ 0 h 702"/>
                <a:gd name="T6" fmla="*/ 1106 w 1539"/>
                <a:gd name="T7" fmla="*/ 13 h 702"/>
                <a:gd name="T8" fmla="*/ 1133 w 1539"/>
                <a:gd name="T9" fmla="*/ 147 h 702"/>
                <a:gd name="T10" fmla="*/ 11 w 1539"/>
                <a:gd name="T11" fmla="*/ 312 h 702"/>
                <a:gd name="T12" fmla="*/ 0 w 1539"/>
                <a:gd name="T13" fmla="*/ 328 h 702"/>
                <a:gd name="T14" fmla="*/ 72 w 1539"/>
                <a:gd name="T15" fmla="*/ 702 h 702"/>
                <a:gd name="T16" fmla="*/ 1188 w 1539"/>
                <a:gd name="T17" fmla="*/ 434 h 702"/>
                <a:gd name="T18" fmla="*/ 1213 w 1539"/>
                <a:gd name="T19" fmla="*/ 570 h 702"/>
                <a:gd name="T20" fmla="*/ 1514 w 1539"/>
                <a:gd name="T21" fmla="*/ 234 h 7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539" h="702">
                  <a:moveTo>
                    <a:pt x="1514" y="234"/>
                  </a:moveTo>
                  <a:lnTo>
                    <a:pt x="1539" y="198"/>
                  </a:lnTo>
                  <a:lnTo>
                    <a:pt x="1116" y="0"/>
                  </a:lnTo>
                  <a:lnTo>
                    <a:pt x="1106" y="13"/>
                  </a:lnTo>
                  <a:lnTo>
                    <a:pt x="1133" y="147"/>
                  </a:lnTo>
                  <a:lnTo>
                    <a:pt x="11" y="312"/>
                  </a:lnTo>
                  <a:lnTo>
                    <a:pt x="0" y="328"/>
                  </a:lnTo>
                  <a:lnTo>
                    <a:pt x="72" y="702"/>
                  </a:lnTo>
                  <a:lnTo>
                    <a:pt x="1188" y="434"/>
                  </a:lnTo>
                  <a:lnTo>
                    <a:pt x="1213" y="570"/>
                  </a:lnTo>
                  <a:lnTo>
                    <a:pt x="1514" y="234"/>
                  </a:lnTo>
                  <a:close/>
                </a:path>
              </a:pathLst>
            </a:custGeom>
            <a:solidFill>
              <a:srgbClr val="C9C2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0" name="îṡḷiďê"/>
            <p:cNvSpPr/>
            <p:nvPr>
              <p:custDataLst>
                <p:tags r:id="rId53"/>
              </p:custDataLst>
            </p:nvPr>
          </p:nvSpPr>
          <p:spPr bwMode="auto">
            <a:xfrm>
              <a:off x="3582" y="7969"/>
              <a:ext cx="671" cy="306"/>
            </a:xfrm>
            <a:custGeom>
              <a:avLst/>
              <a:gdLst>
                <a:gd name="T0" fmla="*/ 1514 w 1539"/>
                <a:gd name="T1" fmla="*/ 234 h 702"/>
                <a:gd name="T2" fmla="*/ 1539 w 1539"/>
                <a:gd name="T3" fmla="*/ 198 h 702"/>
                <a:gd name="T4" fmla="*/ 1116 w 1539"/>
                <a:gd name="T5" fmla="*/ 0 h 702"/>
                <a:gd name="T6" fmla="*/ 1106 w 1539"/>
                <a:gd name="T7" fmla="*/ 13 h 702"/>
                <a:gd name="T8" fmla="*/ 1133 w 1539"/>
                <a:gd name="T9" fmla="*/ 147 h 702"/>
                <a:gd name="T10" fmla="*/ 11 w 1539"/>
                <a:gd name="T11" fmla="*/ 312 h 702"/>
                <a:gd name="T12" fmla="*/ 0 w 1539"/>
                <a:gd name="T13" fmla="*/ 328 h 702"/>
                <a:gd name="T14" fmla="*/ 72 w 1539"/>
                <a:gd name="T15" fmla="*/ 702 h 702"/>
                <a:gd name="T16" fmla="*/ 1188 w 1539"/>
                <a:gd name="T17" fmla="*/ 434 h 702"/>
                <a:gd name="T18" fmla="*/ 1213 w 1539"/>
                <a:gd name="T19" fmla="*/ 570 h 702"/>
                <a:gd name="T20" fmla="*/ 1514 w 1539"/>
                <a:gd name="T21" fmla="*/ 234 h 7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539" h="702">
                  <a:moveTo>
                    <a:pt x="1514" y="234"/>
                  </a:moveTo>
                  <a:lnTo>
                    <a:pt x="1539" y="198"/>
                  </a:lnTo>
                  <a:lnTo>
                    <a:pt x="1116" y="0"/>
                  </a:lnTo>
                  <a:lnTo>
                    <a:pt x="1106" y="13"/>
                  </a:lnTo>
                  <a:lnTo>
                    <a:pt x="1133" y="147"/>
                  </a:lnTo>
                  <a:lnTo>
                    <a:pt x="11" y="312"/>
                  </a:lnTo>
                  <a:lnTo>
                    <a:pt x="0" y="328"/>
                  </a:lnTo>
                  <a:lnTo>
                    <a:pt x="72" y="702"/>
                  </a:lnTo>
                  <a:lnTo>
                    <a:pt x="1188" y="434"/>
                  </a:lnTo>
                  <a:lnTo>
                    <a:pt x="1213" y="570"/>
                  </a:lnTo>
                  <a:lnTo>
                    <a:pt x="1514" y="234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1" name="îṧļîḑè"/>
            <p:cNvSpPr/>
            <p:nvPr>
              <p:custDataLst>
                <p:tags r:id="rId54"/>
              </p:custDataLst>
            </p:nvPr>
          </p:nvSpPr>
          <p:spPr bwMode="auto">
            <a:xfrm>
              <a:off x="3587" y="7969"/>
              <a:ext cx="666" cy="294"/>
            </a:xfrm>
            <a:custGeom>
              <a:avLst/>
              <a:gdLst>
                <a:gd name="T0" fmla="*/ 1528 w 1528"/>
                <a:gd name="T1" fmla="*/ 198 h 674"/>
                <a:gd name="T2" fmla="*/ 1105 w 1528"/>
                <a:gd name="T3" fmla="*/ 0 h 674"/>
                <a:gd name="T4" fmla="*/ 1134 w 1528"/>
                <a:gd name="T5" fmla="*/ 146 h 674"/>
                <a:gd name="T6" fmla="*/ 0 w 1528"/>
                <a:gd name="T7" fmla="*/ 312 h 674"/>
                <a:gd name="T8" fmla="*/ 71 w 1528"/>
                <a:gd name="T9" fmla="*/ 674 h 674"/>
                <a:gd name="T10" fmla="*/ 1184 w 1528"/>
                <a:gd name="T11" fmla="*/ 407 h 674"/>
                <a:gd name="T12" fmla="*/ 1209 w 1528"/>
                <a:gd name="T13" fmla="*/ 540 h 674"/>
                <a:gd name="T14" fmla="*/ 1528 w 1528"/>
                <a:gd name="T15" fmla="*/ 198 h 6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28" h="674">
                  <a:moveTo>
                    <a:pt x="1528" y="198"/>
                  </a:moveTo>
                  <a:lnTo>
                    <a:pt x="1105" y="0"/>
                  </a:lnTo>
                  <a:lnTo>
                    <a:pt x="1134" y="146"/>
                  </a:lnTo>
                  <a:lnTo>
                    <a:pt x="0" y="312"/>
                  </a:lnTo>
                  <a:lnTo>
                    <a:pt x="71" y="674"/>
                  </a:lnTo>
                  <a:lnTo>
                    <a:pt x="1184" y="407"/>
                  </a:lnTo>
                  <a:lnTo>
                    <a:pt x="1209" y="540"/>
                  </a:lnTo>
                  <a:lnTo>
                    <a:pt x="1528" y="19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2" name="îṡļîḑè"/>
            <p:cNvSpPr/>
            <p:nvPr>
              <p:custDataLst>
                <p:tags r:id="rId55"/>
              </p:custDataLst>
            </p:nvPr>
          </p:nvSpPr>
          <p:spPr bwMode="auto">
            <a:xfrm>
              <a:off x="3587" y="7969"/>
              <a:ext cx="666" cy="294"/>
            </a:xfrm>
            <a:custGeom>
              <a:avLst/>
              <a:gdLst>
                <a:gd name="T0" fmla="*/ 1528 w 1528"/>
                <a:gd name="T1" fmla="*/ 198 h 674"/>
                <a:gd name="T2" fmla="*/ 1105 w 1528"/>
                <a:gd name="T3" fmla="*/ 0 h 674"/>
                <a:gd name="T4" fmla="*/ 1134 w 1528"/>
                <a:gd name="T5" fmla="*/ 146 h 674"/>
                <a:gd name="T6" fmla="*/ 0 w 1528"/>
                <a:gd name="T7" fmla="*/ 312 h 674"/>
                <a:gd name="T8" fmla="*/ 71 w 1528"/>
                <a:gd name="T9" fmla="*/ 674 h 674"/>
                <a:gd name="T10" fmla="*/ 1184 w 1528"/>
                <a:gd name="T11" fmla="*/ 407 h 674"/>
                <a:gd name="T12" fmla="*/ 1209 w 1528"/>
                <a:gd name="T13" fmla="*/ 540 h 674"/>
                <a:gd name="T14" fmla="*/ 1528 w 1528"/>
                <a:gd name="T15" fmla="*/ 198 h 6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28" h="674">
                  <a:moveTo>
                    <a:pt x="1528" y="198"/>
                  </a:moveTo>
                  <a:lnTo>
                    <a:pt x="1105" y="0"/>
                  </a:lnTo>
                  <a:lnTo>
                    <a:pt x="1134" y="146"/>
                  </a:lnTo>
                  <a:lnTo>
                    <a:pt x="0" y="312"/>
                  </a:lnTo>
                  <a:lnTo>
                    <a:pt x="71" y="674"/>
                  </a:lnTo>
                  <a:lnTo>
                    <a:pt x="1184" y="407"/>
                  </a:lnTo>
                  <a:lnTo>
                    <a:pt x="1209" y="540"/>
                  </a:lnTo>
                  <a:lnTo>
                    <a:pt x="1528" y="198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3" name="í$1ïďê"/>
            <p:cNvSpPr/>
            <p:nvPr>
              <p:custDataLst>
                <p:tags r:id="rId56"/>
              </p:custDataLst>
            </p:nvPr>
          </p:nvSpPr>
          <p:spPr bwMode="auto">
            <a:xfrm>
              <a:off x="3589" y="8633"/>
              <a:ext cx="671" cy="252"/>
            </a:xfrm>
            <a:custGeom>
              <a:avLst/>
              <a:gdLst>
                <a:gd name="T0" fmla="*/ 1509 w 1539"/>
                <a:gd name="T1" fmla="*/ 293 h 578"/>
                <a:gd name="T2" fmla="*/ 1539 w 1539"/>
                <a:gd name="T3" fmla="*/ 261 h 578"/>
                <a:gd name="T4" fmla="*/ 1153 w 1539"/>
                <a:gd name="T5" fmla="*/ 0 h 578"/>
                <a:gd name="T6" fmla="*/ 1141 w 1539"/>
                <a:gd name="T7" fmla="*/ 12 h 578"/>
                <a:gd name="T8" fmla="*/ 1146 w 1539"/>
                <a:gd name="T9" fmla="*/ 147 h 578"/>
                <a:gd name="T10" fmla="*/ 13 w 1539"/>
                <a:gd name="T11" fmla="*/ 136 h 578"/>
                <a:gd name="T12" fmla="*/ 0 w 1539"/>
                <a:gd name="T13" fmla="*/ 151 h 578"/>
                <a:gd name="T14" fmla="*/ 12 w 1539"/>
                <a:gd name="T15" fmla="*/ 531 h 578"/>
                <a:gd name="T16" fmla="*/ 1156 w 1539"/>
                <a:gd name="T17" fmla="*/ 439 h 578"/>
                <a:gd name="T18" fmla="*/ 1162 w 1539"/>
                <a:gd name="T19" fmla="*/ 578 h 578"/>
                <a:gd name="T20" fmla="*/ 1509 w 1539"/>
                <a:gd name="T21" fmla="*/ 293 h 5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539" h="578">
                  <a:moveTo>
                    <a:pt x="1509" y="293"/>
                  </a:moveTo>
                  <a:lnTo>
                    <a:pt x="1539" y="261"/>
                  </a:lnTo>
                  <a:lnTo>
                    <a:pt x="1153" y="0"/>
                  </a:lnTo>
                  <a:lnTo>
                    <a:pt x="1141" y="12"/>
                  </a:lnTo>
                  <a:lnTo>
                    <a:pt x="1146" y="147"/>
                  </a:lnTo>
                  <a:lnTo>
                    <a:pt x="13" y="136"/>
                  </a:lnTo>
                  <a:lnTo>
                    <a:pt x="0" y="151"/>
                  </a:lnTo>
                  <a:lnTo>
                    <a:pt x="12" y="531"/>
                  </a:lnTo>
                  <a:lnTo>
                    <a:pt x="1156" y="439"/>
                  </a:lnTo>
                  <a:lnTo>
                    <a:pt x="1162" y="578"/>
                  </a:lnTo>
                  <a:lnTo>
                    <a:pt x="1509" y="293"/>
                  </a:lnTo>
                  <a:close/>
                </a:path>
              </a:pathLst>
            </a:custGeom>
            <a:solidFill>
              <a:srgbClr val="C9C2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4" name="isľíďe"/>
            <p:cNvSpPr/>
            <p:nvPr>
              <p:custDataLst>
                <p:tags r:id="rId57"/>
              </p:custDataLst>
            </p:nvPr>
          </p:nvSpPr>
          <p:spPr bwMode="auto">
            <a:xfrm>
              <a:off x="3594" y="8633"/>
              <a:ext cx="666" cy="239"/>
            </a:xfrm>
            <a:custGeom>
              <a:avLst/>
              <a:gdLst>
                <a:gd name="T0" fmla="*/ 1526 w 1526"/>
                <a:gd name="T1" fmla="*/ 261 h 548"/>
                <a:gd name="T2" fmla="*/ 1140 w 1526"/>
                <a:gd name="T3" fmla="*/ 0 h 548"/>
                <a:gd name="T4" fmla="*/ 1145 w 1526"/>
                <a:gd name="T5" fmla="*/ 147 h 548"/>
                <a:gd name="T6" fmla="*/ 0 w 1526"/>
                <a:gd name="T7" fmla="*/ 136 h 548"/>
                <a:gd name="T8" fmla="*/ 12 w 1526"/>
                <a:gd name="T9" fmla="*/ 504 h 548"/>
                <a:gd name="T10" fmla="*/ 1155 w 1526"/>
                <a:gd name="T11" fmla="*/ 414 h 548"/>
                <a:gd name="T12" fmla="*/ 1159 w 1526"/>
                <a:gd name="T13" fmla="*/ 548 h 548"/>
                <a:gd name="T14" fmla="*/ 1526 w 1526"/>
                <a:gd name="T15" fmla="*/ 261 h 5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26" h="548">
                  <a:moveTo>
                    <a:pt x="1526" y="261"/>
                  </a:moveTo>
                  <a:lnTo>
                    <a:pt x="1140" y="0"/>
                  </a:lnTo>
                  <a:lnTo>
                    <a:pt x="1145" y="147"/>
                  </a:lnTo>
                  <a:lnTo>
                    <a:pt x="0" y="136"/>
                  </a:lnTo>
                  <a:lnTo>
                    <a:pt x="12" y="504"/>
                  </a:lnTo>
                  <a:lnTo>
                    <a:pt x="1155" y="414"/>
                  </a:lnTo>
                  <a:lnTo>
                    <a:pt x="1159" y="548"/>
                  </a:lnTo>
                  <a:lnTo>
                    <a:pt x="1526" y="26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5" name="ïṡlíḓé"/>
            <p:cNvSpPr/>
            <p:nvPr>
              <p:custDataLst>
                <p:tags r:id="rId58"/>
              </p:custDataLst>
            </p:nvPr>
          </p:nvSpPr>
          <p:spPr bwMode="auto">
            <a:xfrm>
              <a:off x="3535" y="8301"/>
              <a:ext cx="673" cy="301"/>
            </a:xfrm>
            <a:custGeom>
              <a:avLst/>
              <a:gdLst>
                <a:gd name="T0" fmla="*/ 0 w 1543"/>
                <a:gd name="T1" fmla="*/ 191 h 690"/>
                <a:gd name="T2" fmla="*/ 427 w 1543"/>
                <a:gd name="T3" fmla="*/ 0 h 690"/>
                <a:gd name="T4" fmla="*/ 437 w 1543"/>
                <a:gd name="T5" fmla="*/ 13 h 690"/>
                <a:gd name="T6" fmla="*/ 408 w 1543"/>
                <a:gd name="T7" fmla="*/ 147 h 690"/>
                <a:gd name="T8" fmla="*/ 1543 w 1543"/>
                <a:gd name="T9" fmla="*/ 327 h 690"/>
                <a:gd name="T10" fmla="*/ 1468 w 1543"/>
                <a:gd name="T11" fmla="*/ 690 h 690"/>
                <a:gd name="T12" fmla="*/ 358 w 1543"/>
                <a:gd name="T13" fmla="*/ 405 h 690"/>
                <a:gd name="T14" fmla="*/ 324 w 1543"/>
                <a:gd name="T15" fmla="*/ 561 h 690"/>
                <a:gd name="T16" fmla="*/ 0 w 1543"/>
                <a:gd name="T17" fmla="*/ 191 h 6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43" h="690">
                  <a:moveTo>
                    <a:pt x="0" y="191"/>
                  </a:moveTo>
                  <a:lnTo>
                    <a:pt x="427" y="0"/>
                  </a:lnTo>
                  <a:lnTo>
                    <a:pt x="437" y="13"/>
                  </a:lnTo>
                  <a:lnTo>
                    <a:pt x="408" y="147"/>
                  </a:lnTo>
                  <a:lnTo>
                    <a:pt x="1543" y="327"/>
                  </a:lnTo>
                  <a:lnTo>
                    <a:pt x="1468" y="690"/>
                  </a:lnTo>
                  <a:lnTo>
                    <a:pt x="358" y="405"/>
                  </a:lnTo>
                  <a:lnTo>
                    <a:pt x="324" y="561"/>
                  </a:lnTo>
                  <a:lnTo>
                    <a:pt x="0" y="191"/>
                  </a:lnTo>
                  <a:close/>
                </a:path>
              </a:pathLst>
            </a:custGeom>
            <a:solidFill>
              <a:srgbClr val="C9C2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6" name="îŝ1îdè"/>
            <p:cNvSpPr/>
            <p:nvPr>
              <p:custDataLst>
                <p:tags r:id="rId59"/>
              </p:custDataLst>
            </p:nvPr>
          </p:nvSpPr>
          <p:spPr bwMode="auto">
            <a:xfrm>
              <a:off x="3543" y="8297"/>
              <a:ext cx="666" cy="296"/>
            </a:xfrm>
            <a:custGeom>
              <a:avLst/>
              <a:gdLst>
                <a:gd name="T0" fmla="*/ 0 w 1527"/>
                <a:gd name="T1" fmla="*/ 192 h 678"/>
                <a:gd name="T2" fmla="*/ 312 w 1527"/>
                <a:gd name="T3" fmla="*/ 539 h 678"/>
                <a:gd name="T4" fmla="*/ 342 w 1527"/>
                <a:gd name="T5" fmla="*/ 393 h 678"/>
                <a:gd name="T6" fmla="*/ 1452 w 1527"/>
                <a:gd name="T7" fmla="*/ 678 h 678"/>
                <a:gd name="T8" fmla="*/ 1527 w 1527"/>
                <a:gd name="T9" fmla="*/ 317 h 678"/>
                <a:gd name="T10" fmla="*/ 398 w 1527"/>
                <a:gd name="T11" fmla="*/ 133 h 678"/>
                <a:gd name="T12" fmla="*/ 426 w 1527"/>
                <a:gd name="T13" fmla="*/ 0 h 678"/>
                <a:gd name="T14" fmla="*/ 0 w 1527"/>
                <a:gd name="T15" fmla="*/ 192 h 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27" h="678">
                  <a:moveTo>
                    <a:pt x="0" y="192"/>
                  </a:moveTo>
                  <a:lnTo>
                    <a:pt x="312" y="539"/>
                  </a:lnTo>
                  <a:lnTo>
                    <a:pt x="342" y="393"/>
                  </a:lnTo>
                  <a:lnTo>
                    <a:pt x="1452" y="678"/>
                  </a:lnTo>
                  <a:lnTo>
                    <a:pt x="1527" y="317"/>
                  </a:lnTo>
                  <a:lnTo>
                    <a:pt x="398" y="133"/>
                  </a:lnTo>
                  <a:lnTo>
                    <a:pt x="426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7" name="íśḷîḍé"/>
            <p:cNvSpPr/>
            <p:nvPr>
              <p:custDataLst>
                <p:tags r:id="rId60"/>
              </p:custDataLst>
            </p:nvPr>
          </p:nvSpPr>
          <p:spPr bwMode="auto">
            <a:xfrm>
              <a:off x="3526" y="8945"/>
              <a:ext cx="665" cy="346"/>
            </a:xfrm>
            <a:custGeom>
              <a:avLst/>
              <a:gdLst>
                <a:gd name="T0" fmla="*/ 0 w 1524"/>
                <a:gd name="T1" fmla="*/ 623 h 793"/>
                <a:gd name="T2" fmla="*/ 280 w 1524"/>
                <a:gd name="T3" fmla="*/ 251 h 793"/>
                <a:gd name="T4" fmla="*/ 296 w 1524"/>
                <a:gd name="T5" fmla="*/ 258 h 793"/>
                <a:gd name="T6" fmla="*/ 334 w 1524"/>
                <a:gd name="T7" fmla="*/ 387 h 793"/>
                <a:gd name="T8" fmla="*/ 1417 w 1524"/>
                <a:gd name="T9" fmla="*/ 0 h 793"/>
                <a:gd name="T10" fmla="*/ 1524 w 1524"/>
                <a:gd name="T11" fmla="*/ 355 h 793"/>
                <a:gd name="T12" fmla="*/ 416 w 1524"/>
                <a:gd name="T13" fmla="*/ 638 h 793"/>
                <a:gd name="T14" fmla="*/ 462 w 1524"/>
                <a:gd name="T15" fmla="*/ 793 h 793"/>
                <a:gd name="T16" fmla="*/ 0 w 1524"/>
                <a:gd name="T17" fmla="*/ 623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24" h="793">
                  <a:moveTo>
                    <a:pt x="0" y="623"/>
                  </a:moveTo>
                  <a:lnTo>
                    <a:pt x="280" y="251"/>
                  </a:lnTo>
                  <a:lnTo>
                    <a:pt x="296" y="258"/>
                  </a:lnTo>
                  <a:lnTo>
                    <a:pt x="334" y="387"/>
                  </a:lnTo>
                  <a:lnTo>
                    <a:pt x="1417" y="0"/>
                  </a:lnTo>
                  <a:lnTo>
                    <a:pt x="1524" y="355"/>
                  </a:lnTo>
                  <a:lnTo>
                    <a:pt x="416" y="638"/>
                  </a:lnTo>
                  <a:lnTo>
                    <a:pt x="462" y="793"/>
                  </a:lnTo>
                  <a:lnTo>
                    <a:pt x="0" y="623"/>
                  </a:lnTo>
                  <a:close/>
                </a:path>
              </a:pathLst>
            </a:custGeom>
            <a:solidFill>
              <a:srgbClr val="C9C2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8" name="ï$ḻíḑe"/>
            <p:cNvSpPr/>
            <p:nvPr>
              <p:custDataLst>
                <p:tags r:id="rId61"/>
              </p:custDataLst>
            </p:nvPr>
          </p:nvSpPr>
          <p:spPr bwMode="auto">
            <a:xfrm>
              <a:off x="3532" y="8938"/>
              <a:ext cx="657" cy="338"/>
            </a:xfrm>
            <a:custGeom>
              <a:avLst/>
              <a:gdLst>
                <a:gd name="T0" fmla="*/ 0 w 1507"/>
                <a:gd name="T1" fmla="*/ 623 h 776"/>
                <a:gd name="T2" fmla="*/ 440 w 1507"/>
                <a:gd name="T3" fmla="*/ 776 h 776"/>
                <a:gd name="T4" fmla="*/ 398 w 1507"/>
                <a:gd name="T5" fmla="*/ 635 h 776"/>
                <a:gd name="T6" fmla="*/ 1507 w 1507"/>
                <a:gd name="T7" fmla="*/ 352 h 776"/>
                <a:gd name="T8" fmla="*/ 1400 w 1507"/>
                <a:gd name="T9" fmla="*/ 0 h 776"/>
                <a:gd name="T10" fmla="*/ 320 w 1507"/>
                <a:gd name="T11" fmla="*/ 380 h 776"/>
                <a:gd name="T12" fmla="*/ 280 w 1507"/>
                <a:gd name="T13" fmla="*/ 251 h 776"/>
                <a:gd name="T14" fmla="*/ 0 w 1507"/>
                <a:gd name="T15" fmla="*/ 623 h 7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07" h="776">
                  <a:moveTo>
                    <a:pt x="0" y="623"/>
                  </a:moveTo>
                  <a:lnTo>
                    <a:pt x="440" y="776"/>
                  </a:lnTo>
                  <a:lnTo>
                    <a:pt x="398" y="635"/>
                  </a:lnTo>
                  <a:lnTo>
                    <a:pt x="1507" y="352"/>
                  </a:lnTo>
                  <a:lnTo>
                    <a:pt x="1400" y="0"/>
                  </a:lnTo>
                  <a:lnTo>
                    <a:pt x="320" y="380"/>
                  </a:lnTo>
                  <a:lnTo>
                    <a:pt x="280" y="251"/>
                  </a:lnTo>
                  <a:lnTo>
                    <a:pt x="0" y="62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25" name="iṣḷíḋé"/>
            <p:cNvSpPr/>
            <p:nvPr>
              <p:custDataLst>
                <p:tags r:id="rId62"/>
              </p:custDataLst>
            </p:nvPr>
          </p:nvSpPr>
          <p:spPr bwMode="auto">
            <a:xfrm>
              <a:off x="3844" y="8517"/>
              <a:ext cx="72" cy="25"/>
            </a:xfrm>
            <a:custGeom>
              <a:avLst/>
              <a:gdLst>
                <a:gd name="T0" fmla="*/ 0 w 166"/>
                <a:gd name="T1" fmla="*/ 57 h 57"/>
                <a:gd name="T2" fmla="*/ 47 w 166"/>
                <a:gd name="T3" fmla="*/ 23 h 57"/>
                <a:gd name="T4" fmla="*/ 166 w 166"/>
                <a:gd name="T5" fmla="*/ 42 h 57"/>
                <a:gd name="T6" fmla="*/ 47 w 166"/>
                <a:gd name="T7" fmla="*/ 12 h 57"/>
                <a:gd name="T8" fmla="*/ 0 w 166"/>
                <a:gd name="T9" fmla="*/ 0 h 57"/>
                <a:gd name="T10" fmla="*/ 0 w 166"/>
                <a:gd name="T11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6" h="57">
                  <a:moveTo>
                    <a:pt x="0" y="57"/>
                  </a:moveTo>
                  <a:lnTo>
                    <a:pt x="47" y="23"/>
                  </a:lnTo>
                  <a:lnTo>
                    <a:pt x="166" y="42"/>
                  </a:lnTo>
                  <a:lnTo>
                    <a:pt x="47" y="12"/>
                  </a:lnTo>
                  <a:lnTo>
                    <a:pt x="0" y="0"/>
                  </a:lnTo>
                  <a:lnTo>
                    <a:pt x="0" y="57"/>
                  </a:lnTo>
                  <a:close/>
                </a:path>
              </a:pathLst>
            </a:custGeom>
            <a:solidFill>
              <a:srgbClr val="3B2B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26" name="îSḷíḍe"/>
            <p:cNvSpPr/>
            <p:nvPr>
              <p:custDataLst>
                <p:tags r:id="rId63"/>
              </p:custDataLst>
            </p:nvPr>
          </p:nvSpPr>
          <p:spPr bwMode="auto">
            <a:xfrm>
              <a:off x="3844" y="8838"/>
              <a:ext cx="72" cy="31"/>
            </a:xfrm>
            <a:custGeom>
              <a:avLst/>
              <a:gdLst>
                <a:gd name="T0" fmla="*/ 0 w 166"/>
                <a:gd name="T1" fmla="*/ 72 h 72"/>
                <a:gd name="T2" fmla="*/ 47 w 166"/>
                <a:gd name="T3" fmla="*/ 30 h 72"/>
                <a:gd name="T4" fmla="*/ 166 w 166"/>
                <a:gd name="T5" fmla="*/ 0 h 72"/>
                <a:gd name="T6" fmla="*/ 47 w 166"/>
                <a:gd name="T7" fmla="*/ 10 h 72"/>
                <a:gd name="T8" fmla="*/ 0 w 166"/>
                <a:gd name="T9" fmla="*/ 13 h 72"/>
                <a:gd name="T10" fmla="*/ 0 w 166"/>
                <a:gd name="T11" fmla="*/ 72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6" h="72">
                  <a:moveTo>
                    <a:pt x="0" y="72"/>
                  </a:moveTo>
                  <a:lnTo>
                    <a:pt x="47" y="30"/>
                  </a:lnTo>
                  <a:lnTo>
                    <a:pt x="166" y="0"/>
                  </a:lnTo>
                  <a:lnTo>
                    <a:pt x="47" y="10"/>
                  </a:lnTo>
                  <a:lnTo>
                    <a:pt x="0" y="13"/>
                  </a:lnTo>
                  <a:lnTo>
                    <a:pt x="0" y="72"/>
                  </a:lnTo>
                  <a:close/>
                </a:path>
              </a:pathLst>
            </a:custGeom>
            <a:solidFill>
              <a:srgbClr val="3B2B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27" name="ïşliďê"/>
            <p:cNvSpPr/>
            <p:nvPr>
              <p:custDataLst>
                <p:tags r:id="rId64"/>
              </p:custDataLst>
            </p:nvPr>
          </p:nvSpPr>
          <p:spPr bwMode="auto">
            <a:xfrm>
              <a:off x="3844" y="9170"/>
              <a:ext cx="72" cy="41"/>
            </a:xfrm>
            <a:custGeom>
              <a:avLst/>
              <a:gdLst>
                <a:gd name="T0" fmla="*/ 0 w 166"/>
                <a:gd name="T1" fmla="*/ 94 h 94"/>
                <a:gd name="T2" fmla="*/ 47 w 166"/>
                <a:gd name="T3" fmla="*/ 45 h 94"/>
                <a:gd name="T4" fmla="*/ 166 w 166"/>
                <a:gd name="T5" fmla="*/ 0 h 94"/>
                <a:gd name="T6" fmla="*/ 47 w 166"/>
                <a:gd name="T7" fmla="*/ 30 h 94"/>
                <a:gd name="T8" fmla="*/ 0 w 166"/>
                <a:gd name="T9" fmla="*/ 44 h 94"/>
                <a:gd name="T10" fmla="*/ 0 w 166"/>
                <a:gd name="T11" fmla="*/ 94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6" h="94">
                  <a:moveTo>
                    <a:pt x="0" y="94"/>
                  </a:moveTo>
                  <a:lnTo>
                    <a:pt x="47" y="45"/>
                  </a:lnTo>
                  <a:lnTo>
                    <a:pt x="166" y="0"/>
                  </a:lnTo>
                  <a:lnTo>
                    <a:pt x="47" y="30"/>
                  </a:lnTo>
                  <a:lnTo>
                    <a:pt x="0" y="44"/>
                  </a:lnTo>
                  <a:lnTo>
                    <a:pt x="0" y="94"/>
                  </a:lnTo>
                  <a:close/>
                </a:path>
              </a:pathLst>
            </a:custGeom>
            <a:solidFill>
              <a:srgbClr val="3B2B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8340725" y="1978660"/>
            <a:ext cx="2491740" cy="1821180"/>
            <a:chOff x="12897" y="4782"/>
            <a:chExt cx="3924" cy="2868"/>
          </a:xfrm>
        </p:grpSpPr>
        <p:pic>
          <p:nvPicPr>
            <p:cNvPr id="16" name="Picture 2"/>
            <p:cNvPicPr>
              <a:picLocks noChangeAspect="1" noChangeArrowheads="1"/>
            </p:cNvPicPr>
            <p:nvPr/>
          </p:nvPicPr>
          <p:blipFill rotWithShape="1">
            <a:blip r:embed="rId65"/>
            <a:srcRect r="43482" b="6838"/>
            <a:stretch>
              <a:fillRect/>
            </a:stretch>
          </p:blipFill>
          <p:spPr bwMode="auto">
            <a:xfrm>
              <a:off x="13000" y="4994"/>
              <a:ext cx="3720" cy="2491"/>
            </a:xfrm>
            <a:prstGeom prst="rect">
              <a:avLst/>
            </a:prstGeom>
            <a:ln>
              <a:noFill/>
            </a:ln>
            <a:effectLst>
              <a:softEdge rad="112500"/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3" name="矩形: 圆角 32"/>
            <p:cNvSpPr/>
            <p:nvPr>
              <p:custDataLst>
                <p:tags r:id="rId66"/>
              </p:custDataLst>
            </p:nvPr>
          </p:nvSpPr>
          <p:spPr>
            <a:xfrm>
              <a:off x="12897" y="4782"/>
              <a:ext cx="3925" cy="2869"/>
            </a:xfrm>
            <a:prstGeom prst="roundRect">
              <a:avLst/>
            </a:prstGeom>
            <a:noFill/>
            <a:ln>
              <a:solidFill>
                <a:schemeClr val="accent1">
                  <a:shade val="50000"/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1209675" y="1966595"/>
            <a:ext cx="5099050" cy="1821180"/>
            <a:chOff x="1667" y="4763"/>
            <a:chExt cx="8030" cy="2868"/>
          </a:xfrm>
        </p:grpSpPr>
        <p:pic>
          <p:nvPicPr>
            <p:cNvPr id="18" name="图片 17"/>
            <p:cNvPicPr>
              <a:picLocks noChangeAspect="1"/>
            </p:cNvPicPr>
            <p:nvPr/>
          </p:nvPicPr>
          <p:blipFill>
            <a:blip r:embed="rId67"/>
            <a:stretch>
              <a:fillRect/>
            </a:stretch>
          </p:blipFill>
          <p:spPr>
            <a:xfrm>
              <a:off x="2175" y="5432"/>
              <a:ext cx="2821" cy="1580"/>
            </a:xfrm>
            <a:prstGeom prst="rect">
              <a:avLst/>
            </a:prstGeom>
          </p:spPr>
        </p:pic>
        <p:sp>
          <p:nvSpPr>
            <p:cNvPr id="32" name="矩形: 圆角 31"/>
            <p:cNvSpPr/>
            <p:nvPr>
              <p:custDataLst>
                <p:tags r:id="rId68"/>
              </p:custDataLst>
            </p:nvPr>
          </p:nvSpPr>
          <p:spPr>
            <a:xfrm>
              <a:off x="1667" y="4763"/>
              <a:ext cx="8031" cy="2869"/>
            </a:xfrm>
            <a:prstGeom prst="roundRect">
              <a:avLst/>
            </a:prstGeom>
            <a:noFill/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35" name="图片 34" descr="C:/Users/TXY/Desktop/QQ截图20240407091742.jpgQQ截图20240407091742"/>
            <p:cNvPicPr>
              <a:picLocks noChangeAspect="1"/>
            </p:cNvPicPr>
            <p:nvPr/>
          </p:nvPicPr>
          <p:blipFill rotWithShape="1">
            <a:blip r:embed="rId69"/>
            <a:srcRect l="3008" r="3008"/>
            <a:stretch>
              <a:fillRect/>
            </a:stretch>
          </p:blipFill>
          <p:spPr>
            <a:xfrm>
              <a:off x="5879" y="5368"/>
              <a:ext cx="3168" cy="1644"/>
            </a:xfrm>
            <a:prstGeom prst="rect">
              <a:avLst/>
            </a:prstGeom>
          </p:spPr>
        </p:pic>
      </p:grpSp>
      <p:pic>
        <p:nvPicPr>
          <p:cNvPr id="20" name="图片 19"/>
          <p:cNvPicPr>
            <a:picLocks noChangeAspect="1"/>
          </p:cNvPicPr>
          <p:nvPr/>
        </p:nvPicPr>
        <p:blipFill rotWithShape="1">
          <a:blip r:embed="rId7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9" t="18201" r="3229" b="21494"/>
          <a:stretch>
            <a:fillRect/>
          </a:stretch>
        </p:blipFill>
        <p:spPr>
          <a:xfrm>
            <a:off x="6457529" y="2347080"/>
            <a:ext cx="1712311" cy="1084306"/>
          </a:xfrm>
          <a:prstGeom prst="rect">
            <a:avLst/>
          </a:prstGeom>
        </p:spPr>
      </p:pic>
    </p:spTree>
    <p:custDataLst>
      <p:tags r:id="rId7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4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3" presetClass="entr" presetSubtype="3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4248760" y="793544"/>
            <a:ext cx="3694480" cy="846037"/>
          </a:xfrm>
          <a:prstGeom prst="rect">
            <a:avLst/>
          </a:prstGeom>
          <a:noFill/>
        </p:spPr>
        <p:txBody>
          <a:bodyPr wrap="square" rtlCol="0">
            <a:normAutofit/>
          </a:bodyPr>
          <a:p>
            <a:pPr algn="ctr"/>
            <a:r>
              <a:rPr lang="zh-CN" altLang="en-US" sz="4400" b="1" dirty="0">
                <a:solidFill>
                  <a:schemeClr val="accent1">
                    <a:lumMod val="50000"/>
                  </a:schemeClr>
                </a:solidFill>
                <a:effectLst>
                  <a:outerShdw dist="76200" dir="2700000" algn="tl" rotWithShape="0">
                    <a:schemeClr val="accent1"/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</a:rPr>
              <a:t>目录</a:t>
            </a:r>
            <a:endParaRPr lang="zh-CN" altLang="en-US" sz="4400" b="1" dirty="0">
              <a:solidFill>
                <a:schemeClr val="accent1">
                  <a:lumMod val="50000"/>
                </a:schemeClr>
              </a:solidFill>
              <a:effectLst>
                <a:outerShdw dist="76200" dir="2700000" algn="tl" rotWithShape="0">
                  <a:schemeClr val="accent1"/>
                </a:outerShdw>
              </a:effectLst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1910080" y="3025140"/>
            <a:ext cx="2263775" cy="698500"/>
            <a:chOff x="3008" y="4764"/>
            <a:chExt cx="3565" cy="1100"/>
          </a:xfrm>
        </p:grpSpPr>
        <p:sp>
          <p:nvSpPr>
            <p:cNvPr id="3" name="矩形 2"/>
            <p:cNvSpPr/>
            <p:nvPr>
              <p:custDataLst>
                <p:tags r:id="rId2"/>
              </p:custDataLst>
            </p:nvPr>
          </p:nvSpPr>
          <p:spPr>
            <a:xfrm>
              <a:off x="3008" y="4764"/>
              <a:ext cx="1101" cy="110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p>
              <a:pPr algn="ctr"/>
              <a:r>
                <a:rPr lang="en-US" altLang="zh-CN" sz="3200" b="1" dirty="0">
                  <a:solidFill>
                    <a:schemeClr val="lt1"/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01</a:t>
              </a:r>
              <a:endParaRPr lang="en-US" altLang="zh-CN" sz="3200" b="1" dirty="0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8" name="文本框 7"/>
            <p:cNvSpPr txBox="1"/>
            <p:nvPr>
              <p:custDataLst>
                <p:tags r:id="rId3"/>
              </p:custDataLst>
            </p:nvPr>
          </p:nvSpPr>
          <p:spPr>
            <a:xfrm>
              <a:off x="4281" y="4939"/>
              <a:ext cx="2292" cy="751"/>
            </a:xfrm>
            <a:prstGeom prst="rect">
              <a:avLst/>
            </a:prstGeom>
            <a:noFill/>
          </p:spPr>
          <p:txBody>
            <a:bodyPr wrap="square" rtlCol="0">
              <a:normAutofit/>
            </a:bodyPr>
            <a:p>
              <a:pPr marL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ct val="100000"/>
                <a:buNone/>
              </a:pPr>
              <a:r>
                <a:rPr lang="zh-CN" altLang="en-US" sz="1900" b="1" strike="noStrike" spc="200" baseline="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实训需求</a:t>
              </a:r>
              <a:endParaRPr lang="zh-CN" altLang="en-US" sz="1900" b="1" strike="noStrike" spc="200" baseline="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5031105" y="3025140"/>
            <a:ext cx="2143125" cy="698500"/>
            <a:chOff x="7923" y="4764"/>
            <a:chExt cx="3375" cy="1100"/>
          </a:xfrm>
        </p:grpSpPr>
        <p:sp>
          <p:nvSpPr>
            <p:cNvPr id="9" name="矩形 8"/>
            <p:cNvSpPr/>
            <p:nvPr>
              <p:custDataLst>
                <p:tags r:id="rId4"/>
              </p:custDataLst>
            </p:nvPr>
          </p:nvSpPr>
          <p:spPr>
            <a:xfrm>
              <a:off x="7923" y="4764"/>
              <a:ext cx="1101" cy="110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p>
              <a:pPr algn="ctr"/>
              <a:r>
                <a:rPr lang="en-US" altLang="zh-CN" sz="32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02</a:t>
              </a:r>
              <a:endParaRPr lang="en-US" altLang="zh-CN" sz="32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10" name="文本框 9"/>
            <p:cNvSpPr txBox="1"/>
            <p:nvPr>
              <p:custDataLst>
                <p:tags r:id="rId5"/>
              </p:custDataLst>
            </p:nvPr>
          </p:nvSpPr>
          <p:spPr>
            <a:xfrm>
              <a:off x="9196" y="4939"/>
              <a:ext cx="2103" cy="751"/>
            </a:xfrm>
            <a:prstGeom prst="rect">
              <a:avLst/>
            </a:prstGeom>
            <a:noFill/>
          </p:spPr>
          <p:txBody>
            <a:bodyPr wrap="square" rtlCol="0">
              <a:normAutofit/>
            </a:bodyPr>
            <a:p>
              <a:pPr marL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ct val="100000"/>
                <a:buNone/>
              </a:pPr>
              <a:r>
                <a:rPr lang="zh-CN" altLang="en-US" sz="1900" b="1" strike="noStrike" spc="200" baseline="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实训步骤</a:t>
              </a:r>
              <a:endParaRPr lang="zh-CN" altLang="en-US" sz="1900" b="1" strike="noStrike" spc="200" baseline="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8009890" y="3025140"/>
            <a:ext cx="2286635" cy="698500"/>
            <a:chOff x="12614" y="4764"/>
            <a:chExt cx="3601" cy="1100"/>
          </a:xfrm>
        </p:grpSpPr>
        <p:sp>
          <p:nvSpPr>
            <p:cNvPr id="11" name="矩形 10"/>
            <p:cNvSpPr/>
            <p:nvPr>
              <p:custDataLst>
                <p:tags r:id="rId6"/>
              </p:custDataLst>
            </p:nvPr>
          </p:nvSpPr>
          <p:spPr>
            <a:xfrm>
              <a:off x="12614" y="4764"/>
              <a:ext cx="1101" cy="110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p>
              <a:pPr algn="ctr"/>
              <a:r>
                <a:rPr lang="en-US" altLang="zh-CN" sz="32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03</a:t>
              </a:r>
              <a:endParaRPr lang="en-US" altLang="zh-CN" sz="32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12" name="文本框 11"/>
            <p:cNvSpPr txBox="1"/>
            <p:nvPr>
              <p:custDataLst>
                <p:tags r:id="rId7"/>
              </p:custDataLst>
            </p:nvPr>
          </p:nvSpPr>
          <p:spPr>
            <a:xfrm>
              <a:off x="13887" y="4939"/>
              <a:ext cx="2328" cy="751"/>
            </a:xfrm>
            <a:prstGeom prst="rect">
              <a:avLst/>
            </a:prstGeom>
            <a:noFill/>
          </p:spPr>
          <p:txBody>
            <a:bodyPr wrap="square" rtlCol="0">
              <a:normAutofit/>
            </a:bodyPr>
            <a:p>
              <a:pPr marL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ct val="100000"/>
                <a:buNone/>
              </a:pPr>
              <a:r>
                <a:rPr lang="zh-CN" altLang="en-US" sz="1900" b="1" strike="noStrike" spc="200" baseline="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实现</a:t>
              </a:r>
              <a:r>
                <a:rPr lang="zh-CN" altLang="en-US" sz="1900" b="1" strike="noStrike" spc="200" baseline="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过程</a:t>
              </a:r>
              <a:endParaRPr lang="zh-CN" altLang="en-US" sz="1900" b="1" strike="noStrike" spc="200" baseline="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</p:spTree>
    <p:custDataLst>
      <p:tags r:id="rId8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828652" y="200499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实训需求</a:t>
            </a:r>
            <a:endParaRPr kumimoji="1" lang="zh-CN" altLang="en-US" sz="32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990600" y="1423035"/>
            <a:ext cx="10007600" cy="902970"/>
            <a:chOff x="1560" y="2649"/>
            <a:chExt cx="15760" cy="1422"/>
          </a:xfrm>
        </p:grpSpPr>
        <p:sp>
          <p:nvSpPr>
            <p:cNvPr id="41" name="iŝľíḓé"/>
            <p:cNvSpPr/>
            <p:nvPr>
              <p:custDataLst>
                <p:tags r:id="rId3"/>
              </p:custDataLst>
            </p:nvPr>
          </p:nvSpPr>
          <p:spPr bwMode="auto">
            <a:xfrm>
              <a:off x="1560" y="2768"/>
              <a:ext cx="967" cy="967"/>
            </a:xfrm>
            <a:prstGeom prst="ellipse">
              <a:avLst/>
            </a:prstGeom>
            <a:solidFill>
              <a:srgbClr val="4C944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2" name="ïṣlîdè"/>
            <p:cNvSpPr/>
            <p:nvPr>
              <p:custDataLst>
                <p:tags r:id="rId4"/>
              </p:custDataLst>
            </p:nvPr>
          </p:nvSpPr>
          <p:spPr bwMode="auto">
            <a:xfrm>
              <a:off x="1841" y="3028"/>
              <a:ext cx="405" cy="500"/>
            </a:xfrm>
            <a:custGeom>
              <a:avLst/>
              <a:gdLst>
                <a:gd name="connsiteX0" fmla="*/ 324459 w 489089"/>
                <a:gd name="connsiteY0" fmla="*/ 442516 h 603828"/>
                <a:gd name="connsiteX1" fmla="*/ 386263 w 489089"/>
                <a:gd name="connsiteY1" fmla="*/ 442516 h 603828"/>
                <a:gd name="connsiteX2" fmla="*/ 386263 w 489089"/>
                <a:gd name="connsiteY2" fmla="*/ 452958 h 603828"/>
                <a:gd name="connsiteX3" fmla="*/ 402563 w 489089"/>
                <a:gd name="connsiteY3" fmla="*/ 469096 h 603828"/>
                <a:gd name="connsiteX4" fmla="*/ 489089 w 489089"/>
                <a:gd name="connsiteY4" fmla="*/ 469096 h 603828"/>
                <a:gd name="connsiteX5" fmla="*/ 489089 w 489089"/>
                <a:gd name="connsiteY5" fmla="*/ 587485 h 603828"/>
                <a:gd name="connsiteX6" fmla="*/ 472925 w 489089"/>
                <a:gd name="connsiteY6" fmla="*/ 603758 h 603828"/>
                <a:gd name="connsiteX7" fmla="*/ 324459 w 489089"/>
                <a:gd name="connsiteY7" fmla="*/ 603758 h 603828"/>
                <a:gd name="connsiteX8" fmla="*/ 308159 w 489089"/>
                <a:gd name="connsiteY8" fmla="*/ 587485 h 603828"/>
                <a:gd name="connsiteX9" fmla="*/ 308159 w 489089"/>
                <a:gd name="connsiteY9" fmla="*/ 458789 h 603828"/>
                <a:gd name="connsiteX10" fmla="*/ 324459 w 489089"/>
                <a:gd name="connsiteY10" fmla="*/ 442516 h 603828"/>
                <a:gd name="connsiteX11" fmla="*/ 16307 w 489089"/>
                <a:gd name="connsiteY11" fmla="*/ 442516 h 603828"/>
                <a:gd name="connsiteX12" fmla="*/ 78272 w 489089"/>
                <a:gd name="connsiteY12" fmla="*/ 442516 h 603828"/>
                <a:gd name="connsiteX13" fmla="*/ 78272 w 489089"/>
                <a:gd name="connsiteY13" fmla="*/ 452963 h 603828"/>
                <a:gd name="connsiteX14" fmla="*/ 94443 w 489089"/>
                <a:gd name="connsiteY14" fmla="*/ 469107 h 603828"/>
                <a:gd name="connsiteX15" fmla="*/ 181141 w 489089"/>
                <a:gd name="connsiteY15" fmla="*/ 469107 h 603828"/>
                <a:gd name="connsiteX16" fmla="*/ 181141 w 489089"/>
                <a:gd name="connsiteY16" fmla="*/ 587548 h 603828"/>
                <a:gd name="connsiteX17" fmla="*/ 164834 w 489089"/>
                <a:gd name="connsiteY17" fmla="*/ 603828 h 603828"/>
                <a:gd name="connsiteX18" fmla="*/ 16307 w 489089"/>
                <a:gd name="connsiteY18" fmla="*/ 603828 h 603828"/>
                <a:gd name="connsiteX19" fmla="*/ 0 w 489089"/>
                <a:gd name="connsiteY19" fmla="*/ 587548 h 603828"/>
                <a:gd name="connsiteX20" fmla="*/ 0 w 489089"/>
                <a:gd name="connsiteY20" fmla="*/ 458796 h 603828"/>
                <a:gd name="connsiteX21" fmla="*/ 16307 w 489089"/>
                <a:gd name="connsiteY21" fmla="*/ 442516 h 603828"/>
                <a:gd name="connsiteX22" fmla="*/ 311829 w 489089"/>
                <a:gd name="connsiteY22" fmla="*/ 339702 h 603828"/>
                <a:gd name="connsiteX23" fmla="*/ 343461 w 489089"/>
                <a:gd name="connsiteY23" fmla="*/ 339702 h 603828"/>
                <a:gd name="connsiteX24" fmla="*/ 377808 w 489089"/>
                <a:gd name="connsiteY24" fmla="*/ 422969 h 603828"/>
                <a:gd name="connsiteX25" fmla="*/ 346040 w 489089"/>
                <a:gd name="connsiteY25" fmla="*/ 422969 h 603828"/>
                <a:gd name="connsiteX26" fmla="*/ 145806 w 489089"/>
                <a:gd name="connsiteY26" fmla="*/ 339702 h 603828"/>
                <a:gd name="connsiteX27" fmla="*/ 177472 w 489089"/>
                <a:gd name="connsiteY27" fmla="*/ 339702 h 603828"/>
                <a:gd name="connsiteX28" fmla="*/ 132216 w 489089"/>
                <a:gd name="connsiteY28" fmla="*/ 449713 h 603828"/>
                <a:gd name="connsiteX29" fmla="*/ 100415 w 489089"/>
                <a:gd name="connsiteY29" fmla="*/ 449713 h 603828"/>
                <a:gd name="connsiteX30" fmla="*/ 270626 w 489089"/>
                <a:gd name="connsiteY30" fmla="*/ 0 h 603828"/>
                <a:gd name="connsiteX31" fmla="*/ 383104 w 489089"/>
                <a:gd name="connsiteY31" fmla="*/ 88302 h 603828"/>
                <a:gd name="connsiteX32" fmla="*/ 384326 w 489089"/>
                <a:gd name="connsiteY32" fmla="*/ 93321 h 603828"/>
                <a:gd name="connsiteX33" fmla="*/ 389217 w 489089"/>
                <a:gd name="connsiteY33" fmla="*/ 94813 h 603828"/>
                <a:gd name="connsiteX34" fmla="*/ 470178 w 489089"/>
                <a:gd name="connsiteY34" fmla="*/ 205224 h 603828"/>
                <a:gd name="connsiteX35" fmla="*/ 354441 w 489089"/>
                <a:gd name="connsiteY35" fmla="*/ 320790 h 603828"/>
                <a:gd name="connsiteX36" fmla="*/ 134785 w 489089"/>
                <a:gd name="connsiteY36" fmla="*/ 320790 h 603828"/>
                <a:gd name="connsiteX37" fmla="*/ 18912 w 489089"/>
                <a:gd name="connsiteY37" fmla="*/ 205224 h 603828"/>
                <a:gd name="connsiteX38" fmla="*/ 134785 w 489089"/>
                <a:gd name="connsiteY38" fmla="*/ 89523 h 603828"/>
                <a:gd name="connsiteX39" fmla="*/ 149320 w 489089"/>
                <a:gd name="connsiteY39" fmla="*/ 90472 h 603828"/>
                <a:gd name="connsiteX40" fmla="*/ 157063 w 489089"/>
                <a:gd name="connsiteY40" fmla="*/ 91422 h 603828"/>
                <a:gd name="connsiteX41" fmla="*/ 159236 w 489089"/>
                <a:gd name="connsiteY41" fmla="*/ 83962 h 603828"/>
                <a:gd name="connsiteX42" fmla="*/ 270626 w 489089"/>
                <a:gd name="connsiteY42" fmla="*/ 0 h 603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489089" h="603828">
                  <a:moveTo>
                    <a:pt x="324459" y="442516"/>
                  </a:moveTo>
                  <a:lnTo>
                    <a:pt x="386263" y="442516"/>
                  </a:lnTo>
                  <a:lnTo>
                    <a:pt x="386263" y="452958"/>
                  </a:lnTo>
                  <a:cubicBezTo>
                    <a:pt x="386263" y="461908"/>
                    <a:pt x="393598" y="469096"/>
                    <a:pt x="402563" y="469096"/>
                  </a:cubicBezTo>
                  <a:lnTo>
                    <a:pt x="489089" y="469096"/>
                  </a:lnTo>
                  <a:lnTo>
                    <a:pt x="489089" y="587485"/>
                  </a:lnTo>
                  <a:cubicBezTo>
                    <a:pt x="489089" y="596435"/>
                    <a:pt x="481890" y="603758"/>
                    <a:pt x="472925" y="603758"/>
                  </a:cubicBezTo>
                  <a:lnTo>
                    <a:pt x="324459" y="603758"/>
                  </a:lnTo>
                  <a:cubicBezTo>
                    <a:pt x="315358" y="603758"/>
                    <a:pt x="308159" y="596435"/>
                    <a:pt x="308159" y="587485"/>
                  </a:cubicBezTo>
                  <a:lnTo>
                    <a:pt x="308159" y="458789"/>
                  </a:lnTo>
                  <a:cubicBezTo>
                    <a:pt x="308159" y="449839"/>
                    <a:pt x="315358" y="442516"/>
                    <a:pt x="324459" y="442516"/>
                  </a:cubicBezTo>
                  <a:close/>
                  <a:moveTo>
                    <a:pt x="16307" y="442516"/>
                  </a:moveTo>
                  <a:lnTo>
                    <a:pt x="78272" y="442516"/>
                  </a:lnTo>
                  <a:lnTo>
                    <a:pt x="78272" y="452963"/>
                  </a:lnTo>
                  <a:cubicBezTo>
                    <a:pt x="78272" y="461917"/>
                    <a:pt x="85475" y="469107"/>
                    <a:pt x="94443" y="469107"/>
                  </a:cubicBezTo>
                  <a:lnTo>
                    <a:pt x="181141" y="469107"/>
                  </a:lnTo>
                  <a:lnTo>
                    <a:pt x="181141" y="587548"/>
                  </a:lnTo>
                  <a:cubicBezTo>
                    <a:pt x="181141" y="596502"/>
                    <a:pt x="173803" y="603828"/>
                    <a:pt x="164834" y="603828"/>
                  </a:cubicBezTo>
                  <a:lnTo>
                    <a:pt x="16307" y="603828"/>
                  </a:lnTo>
                  <a:cubicBezTo>
                    <a:pt x="7338" y="603828"/>
                    <a:pt x="0" y="596502"/>
                    <a:pt x="0" y="587548"/>
                  </a:cubicBezTo>
                  <a:lnTo>
                    <a:pt x="0" y="458796"/>
                  </a:lnTo>
                  <a:cubicBezTo>
                    <a:pt x="0" y="449842"/>
                    <a:pt x="7338" y="442516"/>
                    <a:pt x="16307" y="442516"/>
                  </a:cubicBezTo>
                  <a:close/>
                  <a:moveTo>
                    <a:pt x="311829" y="339702"/>
                  </a:moveTo>
                  <a:lnTo>
                    <a:pt x="343461" y="339702"/>
                  </a:lnTo>
                  <a:lnTo>
                    <a:pt x="377808" y="422969"/>
                  </a:lnTo>
                  <a:lnTo>
                    <a:pt x="346040" y="422969"/>
                  </a:lnTo>
                  <a:close/>
                  <a:moveTo>
                    <a:pt x="145806" y="339702"/>
                  </a:moveTo>
                  <a:lnTo>
                    <a:pt x="177472" y="339702"/>
                  </a:lnTo>
                  <a:lnTo>
                    <a:pt x="132216" y="449713"/>
                  </a:lnTo>
                  <a:lnTo>
                    <a:pt x="100415" y="449713"/>
                  </a:lnTo>
                  <a:close/>
                  <a:moveTo>
                    <a:pt x="270626" y="0"/>
                  </a:moveTo>
                  <a:cubicBezTo>
                    <a:pt x="324284" y="0"/>
                    <a:pt x="370606" y="36352"/>
                    <a:pt x="383104" y="88302"/>
                  </a:cubicBezTo>
                  <a:lnTo>
                    <a:pt x="384326" y="93321"/>
                  </a:lnTo>
                  <a:lnTo>
                    <a:pt x="389217" y="94813"/>
                  </a:lnTo>
                  <a:cubicBezTo>
                    <a:pt x="437712" y="110005"/>
                    <a:pt x="470178" y="154359"/>
                    <a:pt x="470178" y="205224"/>
                  </a:cubicBezTo>
                  <a:cubicBezTo>
                    <a:pt x="470178" y="268975"/>
                    <a:pt x="418287" y="320790"/>
                    <a:pt x="354441" y="320790"/>
                  </a:cubicBezTo>
                  <a:lnTo>
                    <a:pt x="134785" y="320790"/>
                  </a:lnTo>
                  <a:cubicBezTo>
                    <a:pt x="70939" y="320790"/>
                    <a:pt x="18912" y="268975"/>
                    <a:pt x="18912" y="205224"/>
                  </a:cubicBezTo>
                  <a:cubicBezTo>
                    <a:pt x="18912" y="141473"/>
                    <a:pt x="70939" y="89523"/>
                    <a:pt x="134785" y="89523"/>
                  </a:cubicBezTo>
                  <a:cubicBezTo>
                    <a:pt x="139539" y="89523"/>
                    <a:pt x="144565" y="89930"/>
                    <a:pt x="149320" y="90472"/>
                  </a:cubicBezTo>
                  <a:lnTo>
                    <a:pt x="157063" y="91422"/>
                  </a:lnTo>
                  <a:lnTo>
                    <a:pt x="159236" y="83962"/>
                  </a:lnTo>
                  <a:cubicBezTo>
                    <a:pt x="173228" y="34588"/>
                    <a:pt x="219007" y="0"/>
                    <a:pt x="2706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/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3" name="矩形 42"/>
            <p:cNvSpPr/>
            <p:nvPr>
              <p:custDataLst>
                <p:tags r:id="rId5"/>
              </p:custDataLst>
            </p:nvPr>
          </p:nvSpPr>
          <p:spPr>
            <a:xfrm>
              <a:off x="2580" y="2649"/>
              <a:ext cx="14740" cy="142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indent="0" fontAlgn="auto">
                <a:lnSpc>
                  <a:spcPct val="120000"/>
                </a:lnSpc>
              </a:pPr>
              <a:r>
                <a:rPr sz="2200" spc="3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查询 DuDaInfo 数据库中的 product 表数据，通过 Web 页面实现商品信息的展示</a:t>
              </a:r>
              <a:r>
                <a:rPr lang="zh-CN" sz="2200" spc="3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。</a:t>
              </a:r>
              <a:endParaRPr lang="zh-CN" sz="2200" spc="3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159" name="图片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78455" y="2672715"/>
            <a:ext cx="5851525" cy="3663950"/>
          </a:xfrm>
          <a:prstGeom prst="rect">
            <a:avLst/>
          </a:prstGeom>
          <a:ln w="88900" cap="sq" cmpd="thickThin">
            <a:solidFill>
              <a:srgbClr val="4C944C"/>
            </a:solidFill>
            <a:prstDash val="solid"/>
            <a:miter lim="800000"/>
            <a:headEnd/>
            <a:tailEnd/>
          </a:ln>
          <a:effectLst>
            <a:innerShdw blurRad="76200">
              <a:srgbClr val="000000"/>
            </a:innerShdw>
          </a:effectLst>
        </p:spPr>
      </p:pic>
    </p:spTree>
    <p:custDataLst>
      <p:tags r:id="rId7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828652" y="200499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实训步骤</a:t>
            </a:r>
            <a:endParaRPr kumimoji="1" lang="zh-CN" altLang="en-US" sz="32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26" name="组合 25"/>
          <p:cNvGrpSpPr/>
          <p:nvPr/>
        </p:nvGrpSpPr>
        <p:grpSpPr>
          <a:xfrm>
            <a:off x="1623695" y="2567305"/>
            <a:ext cx="4641850" cy="552450"/>
            <a:chOff x="2557" y="4043"/>
            <a:chExt cx="7310" cy="870"/>
          </a:xfrm>
        </p:grpSpPr>
        <p:sp>
          <p:nvSpPr>
            <p:cNvPr id="28" name="文本框 27"/>
            <p:cNvSpPr txBox="1"/>
            <p:nvPr>
              <p:custDataLst>
                <p:tags r:id="rId3"/>
              </p:custDataLst>
            </p:nvPr>
          </p:nvSpPr>
          <p:spPr>
            <a:xfrm>
              <a:off x="3931" y="4043"/>
              <a:ext cx="5936" cy="8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lnSpc>
                  <a:spcPts val="1500"/>
                </a:lnSpc>
                <a:defRPr sz="900"/>
              </a:lvl1pPr>
            </a:lstStyle>
            <a:p>
              <a:pPr>
                <a:lnSpc>
                  <a:spcPct val="150000"/>
                </a:lnSpc>
              </a:pPr>
              <a:r>
                <a:rPr lang="zh-CN" altLang="en-US" sz="20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局部安装</a:t>
              </a:r>
              <a:r>
                <a:rPr lang="en-US" altLang="zh-CN" sz="2000" b="1" dirty="0" err="1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mysql</a:t>
              </a:r>
              <a:r>
                <a:rPr lang="zh-CN" altLang="en-US" sz="20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模块</a:t>
              </a:r>
              <a:endParaRPr lang="zh-CN" altLang="en-US" sz="20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30" name="圆角矩形 30"/>
            <p:cNvSpPr/>
            <p:nvPr>
              <p:custDataLst>
                <p:tags r:id="rId4"/>
              </p:custDataLst>
            </p:nvPr>
          </p:nvSpPr>
          <p:spPr>
            <a:xfrm>
              <a:off x="2557" y="4170"/>
              <a:ext cx="1139" cy="648"/>
            </a:xfrm>
            <a:prstGeom prst="roundRect">
              <a:avLst/>
            </a:prstGeom>
            <a:solidFill>
              <a:srgbClr val="0070C0"/>
            </a:solidFill>
            <a:ln w="57150" cap="rnd">
              <a:noFill/>
              <a:prstDash val="solid"/>
              <a:round/>
            </a:ln>
            <a:effectLst>
              <a:outerShdw blurRad="50800" dist="50800" dir="5400000" algn="ctr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 defTabSz="913765"/>
              <a:r>
                <a:rPr lang="en-US" altLang="zh-CN" sz="1600" b="1" spc="30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02</a:t>
              </a:r>
              <a:endParaRPr lang="en-US" altLang="zh-CN" sz="1600" b="1" spc="3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5" name="组合 34"/>
          <p:cNvGrpSpPr/>
          <p:nvPr/>
        </p:nvGrpSpPr>
        <p:grpSpPr>
          <a:xfrm>
            <a:off x="1623695" y="4394835"/>
            <a:ext cx="3679825" cy="553085"/>
            <a:chOff x="2557" y="6921"/>
            <a:chExt cx="5795" cy="871"/>
          </a:xfrm>
        </p:grpSpPr>
        <p:sp>
          <p:nvSpPr>
            <p:cNvPr id="46" name="文本框 45"/>
            <p:cNvSpPr txBox="1"/>
            <p:nvPr>
              <p:custDataLst>
                <p:tags r:id="rId5"/>
              </p:custDataLst>
            </p:nvPr>
          </p:nvSpPr>
          <p:spPr>
            <a:xfrm>
              <a:off x="3931" y="6921"/>
              <a:ext cx="4421" cy="8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lnSpc>
                  <a:spcPts val="1500"/>
                </a:lnSpc>
                <a:defRPr sz="900"/>
              </a:lvl1pPr>
            </a:lstStyle>
            <a:p>
              <a:pPr>
                <a:lnSpc>
                  <a:spcPct val="150000"/>
                </a:lnSpc>
              </a:pPr>
              <a:r>
                <a:rPr lang="zh-CN" altLang="en-US" sz="20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编写</a:t>
              </a:r>
              <a:r>
                <a:rPr lang="zh-CN" altLang="en-US" sz="20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客户端代码</a:t>
              </a:r>
              <a:endParaRPr lang="zh-CN" altLang="en-US" sz="20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7" name="圆角矩形 48"/>
            <p:cNvSpPr/>
            <p:nvPr>
              <p:custDataLst>
                <p:tags r:id="rId6"/>
              </p:custDataLst>
            </p:nvPr>
          </p:nvSpPr>
          <p:spPr>
            <a:xfrm>
              <a:off x="2557" y="7119"/>
              <a:ext cx="1139" cy="648"/>
            </a:xfrm>
            <a:prstGeom prst="roundRect">
              <a:avLst/>
            </a:prstGeom>
            <a:solidFill>
              <a:srgbClr val="0070C0"/>
            </a:solidFill>
            <a:ln w="57150" cap="rnd">
              <a:noFill/>
              <a:prstDash val="solid"/>
              <a:round/>
            </a:ln>
            <a:effectLst>
              <a:outerShdw blurRad="50800" dist="50800" dir="5400000" algn="ctr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 defTabSz="913765"/>
              <a:r>
                <a:rPr lang="en-US" altLang="zh-CN" sz="1600" b="1" spc="30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04</a:t>
              </a:r>
              <a:endParaRPr lang="en-US" altLang="zh-CN" sz="1600" b="1" spc="3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1623695" y="1678940"/>
            <a:ext cx="4641850" cy="552450"/>
            <a:chOff x="2557" y="2644"/>
            <a:chExt cx="7310" cy="870"/>
          </a:xfrm>
        </p:grpSpPr>
        <p:sp>
          <p:nvSpPr>
            <p:cNvPr id="33" name="文本框 32"/>
            <p:cNvSpPr txBox="1"/>
            <p:nvPr>
              <p:custDataLst>
                <p:tags r:id="rId7"/>
              </p:custDataLst>
            </p:nvPr>
          </p:nvSpPr>
          <p:spPr>
            <a:xfrm>
              <a:off x="3931" y="2644"/>
              <a:ext cx="5936" cy="8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lnSpc>
                  <a:spcPts val="1500"/>
                </a:lnSpc>
                <a:defRPr sz="900"/>
              </a:lvl1pPr>
            </a:lstStyle>
            <a:p>
              <a:pPr>
                <a:lnSpc>
                  <a:spcPct val="150000"/>
                </a:lnSpc>
              </a:pPr>
              <a:r>
                <a:rPr lang="zh-CN" altLang="en-US" sz="20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准备静态页面模板</a:t>
              </a:r>
              <a:endParaRPr lang="zh-CN" altLang="en-US" sz="20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" name="圆角矩形 52"/>
            <p:cNvSpPr/>
            <p:nvPr>
              <p:custDataLst>
                <p:tags r:id="rId8"/>
              </p:custDataLst>
            </p:nvPr>
          </p:nvSpPr>
          <p:spPr>
            <a:xfrm>
              <a:off x="2557" y="2782"/>
              <a:ext cx="1139" cy="648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 defTabSz="913765"/>
              <a:r>
                <a:rPr lang="en-US" altLang="zh-CN" sz="1600" b="1" spc="30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01</a:t>
              </a:r>
              <a:endParaRPr lang="en-US" altLang="zh-CN" sz="1600" b="1" spc="3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1" name="组合 30"/>
          <p:cNvGrpSpPr/>
          <p:nvPr/>
        </p:nvGrpSpPr>
        <p:grpSpPr>
          <a:xfrm>
            <a:off x="1623695" y="3498850"/>
            <a:ext cx="4641850" cy="553085"/>
            <a:chOff x="2557" y="5510"/>
            <a:chExt cx="7310" cy="871"/>
          </a:xfrm>
        </p:grpSpPr>
        <p:sp>
          <p:nvSpPr>
            <p:cNvPr id="37" name="文本框 36"/>
            <p:cNvSpPr txBox="1"/>
            <p:nvPr>
              <p:custDataLst>
                <p:tags r:id="rId9"/>
              </p:custDataLst>
            </p:nvPr>
          </p:nvSpPr>
          <p:spPr>
            <a:xfrm>
              <a:off x="3931" y="5510"/>
              <a:ext cx="5936" cy="8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lnSpc>
                  <a:spcPts val="1500"/>
                </a:lnSpc>
                <a:defRPr sz="900"/>
              </a:lvl1pPr>
            </a:lstStyle>
            <a:p>
              <a:pPr>
                <a:lnSpc>
                  <a:spcPct val="150000"/>
                </a:lnSpc>
              </a:pPr>
              <a:r>
                <a:rPr lang="zh-CN" altLang="en-US" sz="20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编写服务器</a:t>
              </a:r>
              <a:r>
                <a:rPr lang="zh-CN" altLang="en-US" sz="20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端代码</a:t>
              </a:r>
              <a:endParaRPr lang="zh-CN" altLang="en-US" sz="20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" name="圆角矩形 43"/>
            <p:cNvSpPr/>
            <p:nvPr>
              <p:custDataLst>
                <p:tags r:id="rId10"/>
              </p:custDataLst>
            </p:nvPr>
          </p:nvSpPr>
          <p:spPr>
            <a:xfrm>
              <a:off x="2557" y="5684"/>
              <a:ext cx="1139" cy="648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 defTabSz="913765"/>
              <a:r>
                <a:rPr lang="en-US" altLang="zh-CN" sz="1600" b="1" spc="3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03</a:t>
              </a:r>
              <a:endParaRPr lang="en-US" altLang="zh-CN" sz="1600" b="1" spc="3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43420" y="1766570"/>
            <a:ext cx="2948305" cy="4031615"/>
          </a:xfrm>
          <a:prstGeom prst="rect">
            <a:avLst/>
          </a:prstGeom>
          <a:ln w="88900" cap="sq" cmpd="thickThin">
            <a:solidFill>
              <a:srgbClr val="4C944C"/>
            </a:solidFill>
            <a:prstDash val="solid"/>
            <a:miter lim="800000"/>
            <a:headEnd/>
            <a:tailEnd/>
          </a:ln>
          <a:effectLst>
            <a:innerShdw blurRad="76200">
              <a:srgbClr val="000000"/>
            </a:innerShdw>
          </a:effectLst>
        </p:spPr>
      </p:pic>
      <p:grpSp>
        <p:nvGrpSpPr>
          <p:cNvPr id="40" name="组合 39"/>
          <p:cNvGrpSpPr/>
          <p:nvPr/>
        </p:nvGrpSpPr>
        <p:grpSpPr>
          <a:xfrm>
            <a:off x="1623695" y="5318760"/>
            <a:ext cx="4084320" cy="552450"/>
            <a:chOff x="2557" y="8376"/>
            <a:chExt cx="6432" cy="870"/>
          </a:xfrm>
        </p:grpSpPr>
        <p:sp>
          <p:nvSpPr>
            <p:cNvPr id="5" name="文本框 4"/>
            <p:cNvSpPr txBox="1"/>
            <p:nvPr>
              <p:custDataLst>
                <p:tags r:id="rId12"/>
              </p:custDataLst>
            </p:nvPr>
          </p:nvSpPr>
          <p:spPr>
            <a:xfrm>
              <a:off x="3931" y="8376"/>
              <a:ext cx="5059" cy="8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lnSpc>
                  <a:spcPts val="1500"/>
                </a:lnSpc>
                <a:defRPr sz="900"/>
              </a:lvl1pPr>
            </a:lstStyle>
            <a:p>
              <a:pPr>
                <a:lnSpc>
                  <a:spcPct val="150000"/>
                </a:lnSpc>
              </a:pPr>
              <a:r>
                <a:rPr lang="zh-CN" altLang="en-US" sz="20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运行项目，查看页面效果</a:t>
              </a:r>
              <a:endParaRPr lang="zh-CN" altLang="en-US" sz="20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" name="圆角矩形 48"/>
            <p:cNvSpPr/>
            <p:nvPr>
              <p:custDataLst>
                <p:tags r:id="rId13"/>
              </p:custDataLst>
            </p:nvPr>
          </p:nvSpPr>
          <p:spPr>
            <a:xfrm>
              <a:off x="2557" y="8574"/>
              <a:ext cx="1139" cy="648"/>
            </a:xfrm>
            <a:prstGeom prst="roundRect">
              <a:avLst/>
            </a:prstGeom>
            <a:solidFill>
              <a:srgbClr val="0070C0"/>
            </a:solidFill>
            <a:ln w="57150" cap="rnd">
              <a:noFill/>
              <a:prstDash val="solid"/>
              <a:round/>
            </a:ln>
            <a:effectLst>
              <a:outerShdw blurRad="50800" dist="50800" dir="5400000" algn="ctr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 defTabSz="913765"/>
              <a:r>
                <a:rPr lang="en-US" altLang="zh-CN" sz="1600" b="1" spc="30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05</a:t>
              </a:r>
              <a:endParaRPr lang="en-US" altLang="zh-CN" sz="1600" b="1" spc="3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884555" y="1053465"/>
            <a:ext cx="553720" cy="5230495"/>
            <a:chOff x="1393" y="1659"/>
            <a:chExt cx="872" cy="8237"/>
          </a:xfrm>
        </p:grpSpPr>
        <p:cxnSp>
          <p:nvCxnSpPr>
            <p:cNvPr id="44" name="ïsľïḋé"/>
            <p:cNvCxnSpPr/>
            <p:nvPr>
              <p:custDataLst>
                <p:tags r:id="rId14"/>
              </p:custDataLst>
            </p:nvPr>
          </p:nvCxnSpPr>
          <p:spPr>
            <a:xfrm>
              <a:off x="1829" y="2438"/>
              <a:ext cx="0" cy="7459"/>
            </a:xfrm>
            <a:prstGeom prst="line">
              <a:avLst/>
            </a:prstGeom>
            <a:ln w="22225" cap="rnd">
              <a:solidFill>
                <a:schemeClr val="lt1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íś1îḍé"/>
            <p:cNvSpPr/>
            <p:nvPr>
              <p:custDataLst>
                <p:tags r:id="rId15"/>
              </p:custDataLst>
            </p:nvPr>
          </p:nvSpPr>
          <p:spPr>
            <a:xfrm>
              <a:off x="1715" y="3360"/>
              <a:ext cx="227" cy="227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lt1">
                  <a:alpha val="53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25000" lnSpcReduction="20000"/>
            </a:bodyPr>
            <a:lstStyle/>
            <a:p>
              <a:pPr algn="ctr"/>
              <a:endParaRPr lang="zh-CN" altLang="en-US" b="1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6" name="íś1îḍé"/>
            <p:cNvSpPr/>
            <p:nvPr>
              <p:custDataLst>
                <p:tags r:id="rId16"/>
              </p:custDataLst>
            </p:nvPr>
          </p:nvSpPr>
          <p:spPr>
            <a:xfrm>
              <a:off x="1727" y="4883"/>
              <a:ext cx="227" cy="227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lt1">
                  <a:alpha val="53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25000" lnSpcReduction="20000"/>
            </a:bodyPr>
            <a:lstStyle/>
            <a:p>
              <a:pPr algn="ctr"/>
              <a:endParaRPr lang="zh-CN" altLang="en-US" b="1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7" name="íś1îḍé"/>
            <p:cNvSpPr/>
            <p:nvPr>
              <p:custDataLst>
                <p:tags r:id="rId17"/>
              </p:custDataLst>
            </p:nvPr>
          </p:nvSpPr>
          <p:spPr>
            <a:xfrm>
              <a:off x="1738" y="6599"/>
              <a:ext cx="227" cy="227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lt1">
                  <a:alpha val="53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25000" lnSpcReduction="20000"/>
            </a:bodyPr>
            <a:lstStyle/>
            <a:p>
              <a:pPr algn="ctr"/>
              <a:endParaRPr lang="zh-CN" altLang="en-US" b="1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8" name="íś1îḍé"/>
            <p:cNvSpPr/>
            <p:nvPr>
              <p:custDataLst>
                <p:tags r:id="rId18"/>
              </p:custDataLst>
            </p:nvPr>
          </p:nvSpPr>
          <p:spPr>
            <a:xfrm>
              <a:off x="1715" y="8036"/>
              <a:ext cx="227" cy="227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lt1">
                  <a:alpha val="53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25000" lnSpcReduction="20000"/>
            </a:bodyPr>
            <a:lstStyle/>
            <a:p>
              <a:pPr algn="ctr"/>
              <a:endParaRPr lang="zh-CN" altLang="en-US" b="1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9" name="iṧļíḋe"/>
            <p:cNvSpPr/>
            <p:nvPr>
              <p:custDataLst>
                <p:tags r:id="rId19"/>
              </p:custDataLst>
            </p:nvPr>
          </p:nvSpPr>
          <p:spPr>
            <a:xfrm>
              <a:off x="1393" y="1659"/>
              <a:ext cx="872" cy="872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0" name="iṣḷiďê"/>
            <p:cNvSpPr/>
            <p:nvPr>
              <p:custDataLst>
                <p:tags r:id="rId20"/>
              </p:custDataLst>
            </p:nvPr>
          </p:nvSpPr>
          <p:spPr bwMode="auto">
            <a:xfrm>
              <a:off x="1611" y="1903"/>
              <a:ext cx="436" cy="385"/>
            </a:xfrm>
            <a:custGeom>
              <a:avLst/>
              <a:gdLst>
                <a:gd name="connsiteX0" fmla="*/ 494452 w 603405"/>
                <a:gd name="connsiteY0" fmla="*/ 356003 h 533193"/>
                <a:gd name="connsiteX1" fmla="*/ 585270 w 603405"/>
                <a:gd name="connsiteY1" fmla="*/ 356003 h 533193"/>
                <a:gd name="connsiteX2" fmla="*/ 601782 w 603405"/>
                <a:gd name="connsiteY2" fmla="*/ 372480 h 533193"/>
                <a:gd name="connsiteX3" fmla="*/ 585270 w 603405"/>
                <a:gd name="connsiteY3" fmla="*/ 388957 h 533193"/>
                <a:gd name="connsiteX4" fmla="*/ 494452 w 603405"/>
                <a:gd name="connsiteY4" fmla="*/ 388957 h 533193"/>
                <a:gd name="connsiteX5" fmla="*/ 367511 w 603405"/>
                <a:gd name="connsiteY5" fmla="*/ 244227 h 533193"/>
                <a:gd name="connsiteX6" fmla="*/ 443780 w 603405"/>
                <a:gd name="connsiteY6" fmla="*/ 244227 h 533193"/>
                <a:gd name="connsiteX7" fmla="*/ 477411 w 603405"/>
                <a:gd name="connsiteY7" fmla="*/ 277633 h 533193"/>
                <a:gd name="connsiteX8" fmla="*/ 477861 w 603405"/>
                <a:gd name="connsiteY8" fmla="*/ 381744 h 533193"/>
                <a:gd name="connsiteX9" fmla="*/ 463748 w 603405"/>
                <a:gd name="connsiteY9" fmla="*/ 395975 h 533193"/>
                <a:gd name="connsiteX10" fmla="*/ 449486 w 603405"/>
                <a:gd name="connsiteY10" fmla="*/ 381894 h 533193"/>
                <a:gd name="connsiteX11" fmla="*/ 449035 w 603405"/>
                <a:gd name="connsiteY11" fmla="*/ 277782 h 533193"/>
                <a:gd name="connsiteX12" fmla="*/ 446033 w 603405"/>
                <a:gd name="connsiteY12" fmla="*/ 274786 h 533193"/>
                <a:gd name="connsiteX13" fmla="*/ 443030 w 603405"/>
                <a:gd name="connsiteY13" fmla="*/ 277782 h 533193"/>
                <a:gd name="connsiteX14" fmla="*/ 443330 w 603405"/>
                <a:gd name="connsiteY14" fmla="*/ 516116 h 533193"/>
                <a:gd name="connsiteX15" fmla="*/ 426215 w 603405"/>
                <a:gd name="connsiteY15" fmla="*/ 533193 h 533193"/>
                <a:gd name="connsiteX16" fmla="*/ 409249 w 603405"/>
                <a:gd name="connsiteY16" fmla="*/ 516116 h 533193"/>
                <a:gd name="connsiteX17" fmla="*/ 409249 w 603405"/>
                <a:gd name="connsiteY17" fmla="*/ 380096 h 533193"/>
                <a:gd name="connsiteX18" fmla="*/ 401893 w 603405"/>
                <a:gd name="connsiteY18" fmla="*/ 380096 h 533193"/>
                <a:gd name="connsiteX19" fmla="*/ 401893 w 603405"/>
                <a:gd name="connsiteY19" fmla="*/ 516116 h 533193"/>
                <a:gd name="connsiteX20" fmla="*/ 384778 w 603405"/>
                <a:gd name="connsiteY20" fmla="*/ 533193 h 533193"/>
                <a:gd name="connsiteX21" fmla="*/ 367812 w 603405"/>
                <a:gd name="connsiteY21" fmla="*/ 516116 h 533193"/>
                <a:gd name="connsiteX22" fmla="*/ 367812 w 603405"/>
                <a:gd name="connsiteY22" fmla="*/ 380096 h 533193"/>
                <a:gd name="connsiteX23" fmla="*/ 367812 w 603405"/>
                <a:gd name="connsiteY23" fmla="*/ 277782 h 533193"/>
                <a:gd name="connsiteX24" fmla="*/ 364959 w 603405"/>
                <a:gd name="connsiteY24" fmla="*/ 274936 h 533193"/>
                <a:gd name="connsiteX25" fmla="*/ 362257 w 603405"/>
                <a:gd name="connsiteY25" fmla="*/ 277782 h 533193"/>
                <a:gd name="connsiteX26" fmla="*/ 361656 w 603405"/>
                <a:gd name="connsiteY26" fmla="*/ 381894 h 533193"/>
                <a:gd name="connsiteX27" fmla="*/ 347544 w 603405"/>
                <a:gd name="connsiteY27" fmla="*/ 395975 h 533193"/>
                <a:gd name="connsiteX28" fmla="*/ 347393 w 603405"/>
                <a:gd name="connsiteY28" fmla="*/ 395975 h 533193"/>
                <a:gd name="connsiteX29" fmla="*/ 333281 w 603405"/>
                <a:gd name="connsiteY29" fmla="*/ 381744 h 533193"/>
                <a:gd name="connsiteX30" fmla="*/ 333881 w 603405"/>
                <a:gd name="connsiteY30" fmla="*/ 277633 h 533193"/>
                <a:gd name="connsiteX31" fmla="*/ 367511 w 603405"/>
                <a:gd name="connsiteY31" fmla="*/ 244227 h 533193"/>
                <a:gd name="connsiteX32" fmla="*/ 201525 w 603405"/>
                <a:gd name="connsiteY32" fmla="*/ 244227 h 533193"/>
                <a:gd name="connsiteX33" fmla="*/ 277906 w 603405"/>
                <a:gd name="connsiteY33" fmla="*/ 244227 h 533193"/>
                <a:gd name="connsiteX34" fmla="*/ 311520 w 603405"/>
                <a:gd name="connsiteY34" fmla="*/ 277633 h 533193"/>
                <a:gd name="connsiteX35" fmla="*/ 311970 w 603405"/>
                <a:gd name="connsiteY35" fmla="*/ 381744 h 533193"/>
                <a:gd name="connsiteX36" fmla="*/ 297864 w 603405"/>
                <a:gd name="connsiteY36" fmla="*/ 395975 h 533193"/>
                <a:gd name="connsiteX37" fmla="*/ 297714 w 603405"/>
                <a:gd name="connsiteY37" fmla="*/ 395975 h 533193"/>
                <a:gd name="connsiteX38" fmla="*/ 283608 w 603405"/>
                <a:gd name="connsiteY38" fmla="*/ 381894 h 533193"/>
                <a:gd name="connsiteX39" fmla="*/ 283008 w 603405"/>
                <a:gd name="connsiteY39" fmla="*/ 277782 h 533193"/>
                <a:gd name="connsiteX40" fmla="*/ 280007 w 603405"/>
                <a:gd name="connsiteY40" fmla="*/ 274786 h 533193"/>
                <a:gd name="connsiteX41" fmla="*/ 277156 w 603405"/>
                <a:gd name="connsiteY41" fmla="*/ 277782 h 533193"/>
                <a:gd name="connsiteX42" fmla="*/ 277456 w 603405"/>
                <a:gd name="connsiteY42" fmla="*/ 516116 h 533193"/>
                <a:gd name="connsiteX43" fmla="*/ 260349 w 603405"/>
                <a:gd name="connsiteY43" fmla="*/ 533193 h 533193"/>
                <a:gd name="connsiteX44" fmla="*/ 243242 w 603405"/>
                <a:gd name="connsiteY44" fmla="*/ 516116 h 533193"/>
                <a:gd name="connsiteX45" fmla="*/ 243242 w 603405"/>
                <a:gd name="connsiteY45" fmla="*/ 380096 h 533193"/>
                <a:gd name="connsiteX46" fmla="*/ 235889 w 603405"/>
                <a:gd name="connsiteY46" fmla="*/ 380096 h 533193"/>
                <a:gd name="connsiteX47" fmla="*/ 235889 w 603405"/>
                <a:gd name="connsiteY47" fmla="*/ 516116 h 533193"/>
                <a:gd name="connsiteX48" fmla="*/ 218932 w 603405"/>
                <a:gd name="connsiteY48" fmla="*/ 533193 h 533193"/>
                <a:gd name="connsiteX49" fmla="*/ 201825 w 603405"/>
                <a:gd name="connsiteY49" fmla="*/ 516116 h 533193"/>
                <a:gd name="connsiteX50" fmla="*/ 201825 w 603405"/>
                <a:gd name="connsiteY50" fmla="*/ 380096 h 533193"/>
                <a:gd name="connsiteX51" fmla="*/ 201825 w 603405"/>
                <a:gd name="connsiteY51" fmla="*/ 277782 h 533193"/>
                <a:gd name="connsiteX52" fmla="*/ 199124 w 603405"/>
                <a:gd name="connsiteY52" fmla="*/ 274936 h 533193"/>
                <a:gd name="connsiteX53" fmla="*/ 196423 w 603405"/>
                <a:gd name="connsiteY53" fmla="*/ 277782 h 533193"/>
                <a:gd name="connsiteX54" fmla="*/ 195822 w 603405"/>
                <a:gd name="connsiteY54" fmla="*/ 381894 h 533193"/>
                <a:gd name="connsiteX55" fmla="*/ 181567 w 603405"/>
                <a:gd name="connsiteY55" fmla="*/ 395975 h 533193"/>
                <a:gd name="connsiteX56" fmla="*/ 167461 w 603405"/>
                <a:gd name="connsiteY56" fmla="*/ 381744 h 533193"/>
                <a:gd name="connsiteX57" fmla="*/ 167911 w 603405"/>
                <a:gd name="connsiteY57" fmla="*/ 277633 h 533193"/>
                <a:gd name="connsiteX58" fmla="*/ 201525 w 603405"/>
                <a:gd name="connsiteY58" fmla="*/ 244227 h 533193"/>
                <a:gd name="connsiteX59" fmla="*/ 34214 w 603405"/>
                <a:gd name="connsiteY59" fmla="*/ 244227 h 533193"/>
                <a:gd name="connsiteX60" fmla="*/ 110445 w 603405"/>
                <a:gd name="connsiteY60" fmla="*/ 244227 h 533193"/>
                <a:gd name="connsiteX61" fmla="*/ 144059 w 603405"/>
                <a:gd name="connsiteY61" fmla="*/ 277633 h 533193"/>
                <a:gd name="connsiteX62" fmla="*/ 144509 w 603405"/>
                <a:gd name="connsiteY62" fmla="*/ 381744 h 533193"/>
                <a:gd name="connsiteX63" fmla="*/ 130403 w 603405"/>
                <a:gd name="connsiteY63" fmla="*/ 395975 h 533193"/>
                <a:gd name="connsiteX64" fmla="*/ 116147 w 603405"/>
                <a:gd name="connsiteY64" fmla="*/ 381894 h 533193"/>
                <a:gd name="connsiteX65" fmla="*/ 115697 w 603405"/>
                <a:gd name="connsiteY65" fmla="*/ 277782 h 533193"/>
                <a:gd name="connsiteX66" fmla="*/ 112696 w 603405"/>
                <a:gd name="connsiteY66" fmla="*/ 274786 h 533193"/>
                <a:gd name="connsiteX67" fmla="*/ 109694 w 603405"/>
                <a:gd name="connsiteY67" fmla="*/ 277782 h 533193"/>
                <a:gd name="connsiteX68" fmla="*/ 109995 w 603405"/>
                <a:gd name="connsiteY68" fmla="*/ 516116 h 533193"/>
                <a:gd name="connsiteX69" fmla="*/ 92888 w 603405"/>
                <a:gd name="connsiteY69" fmla="*/ 533193 h 533193"/>
                <a:gd name="connsiteX70" fmla="*/ 75931 w 603405"/>
                <a:gd name="connsiteY70" fmla="*/ 516116 h 533193"/>
                <a:gd name="connsiteX71" fmla="*/ 75931 w 603405"/>
                <a:gd name="connsiteY71" fmla="*/ 380096 h 533193"/>
                <a:gd name="connsiteX72" fmla="*/ 68578 w 603405"/>
                <a:gd name="connsiteY72" fmla="*/ 380096 h 533193"/>
                <a:gd name="connsiteX73" fmla="*/ 68578 w 603405"/>
                <a:gd name="connsiteY73" fmla="*/ 516116 h 533193"/>
                <a:gd name="connsiteX74" fmla="*/ 51471 w 603405"/>
                <a:gd name="connsiteY74" fmla="*/ 533193 h 533193"/>
                <a:gd name="connsiteX75" fmla="*/ 34364 w 603405"/>
                <a:gd name="connsiteY75" fmla="*/ 516116 h 533193"/>
                <a:gd name="connsiteX76" fmla="*/ 34364 w 603405"/>
                <a:gd name="connsiteY76" fmla="*/ 380096 h 533193"/>
                <a:gd name="connsiteX77" fmla="*/ 34364 w 603405"/>
                <a:gd name="connsiteY77" fmla="*/ 277782 h 533193"/>
                <a:gd name="connsiteX78" fmla="*/ 31663 w 603405"/>
                <a:gd name="connsiteY78" fmla="*/ 275086 h 533193"/>
                <a:gd name="connsiteX79" fmla="*/ 28962 w 603405"/>
                <a:gd name="connsiteY79" fmla="*/ 277782 h 533193"/>
                <a:gd name="connsiteX80" fmla="*/ 28361 w 603405"/>
                <a:gd name="connsiteY80" fmla="*/ 381894 h 533193"/>
                <a:gd name="connsiteX81" fmla="*/ 14256 w 603405"/>
                <a:gd name="connsiteY81" fmla="*/ 395975 h 533193"/>
                <a:gd name="connsiteX82" fmla="*/ 14106 w 603405"/>
                <a:gd name="connsiteY82" fmla="*/ 395975 h 533193"/>
                <a:gd name="connsiteX83" fmla="*/ 0 w 603405"/>
                <a:gd name="connsiteY83" fmla="*/ 381744 h 533193"/>
                <a:gd name="connsiteX84" fmla="*/ 600 w 603405"/>
                <a:gd name="connsiteY84" fmla="*/ 277633 h 533193"/>
                <a:gd name="connsiteX85" fmla="*/ 34214 w 603405"/>
                <a:gd name="connsiteY85" fmla="*/ 244227 h 533193"/>
                <a:gd name="connsiteX86" fmla="*/ 298774 w 603405"/>
                <a:gd name="connsiteY86" fmla="*/ 232090 h 533193"/>
                <a:gd name="connsiteX87" fmla="*/ 346547 w 603405"/>
                <a:gd name="connsiteY87" fmla="*/ 232090 h 533193"/>
                <a:gd name="connsiteX88" fmla="*/ 322660 w 603405"/>
                <a:gd name="connsiteY88" fmla="*/ 254883 h 533193"/>
                <a:gd name="connsiteX89" fmla="*/ 298774 w 603405"/>
                <a:gd name="connsiteY89" fmla="*/ 232090 h 533193"/>
                <a:gd name="connsiteX90" fmla="*/ 405716 w 603405"/>
                <a:gd name="connsiteY90" fmla="*/ 176061 h 533193"/>
                <a:gd name="connsiteX91" fmla="*/ 435177 w 603405"/>
                <a:gd name="connsiteY91" fmla="*/ 205417 h 533193"/>
                <a:gd name="connsiteX92" fmla="*/ 405716 w 603405"/>
                <a:gd name="connsiteY92" fmla="*/ 234773 h 533193"/>
                <a:gd name="connsiteX93" fmla="*/ 376255 w 603405"/>
                <a:gd name="connsiteY93" fmla="*/ 205417 h 533193"/>
                <a:gd name="connsiteX94" fmla="*/ 405716 w 603405"/>
                <a:gd name="connsiteY94" fmla="*/ 176061 h 533193"/>
                <a:gd name="connsiteX95" fmla="*/ 239817 w 603405"/>
                <a:gd name="connsiteY95" fmla="*/ 176061 h 533193"/>
                <a:gd name="connsiteX96" fmla="*/ 269208 w 603405"/>
                <a:gd name="connsiteY96" fmla="*/ 205417 h 533193"/>
                <a:gd name="connsiteX97" fmla="*/ 239817 w 603405"/>
                <a:gd name="connsiteY97" fmla="*/ 234773 h 533193"/>
                <a:gd name="connsiteX98" fmla="*/ 210426 w 603405"/>
                <a:gd name="connsiteY98" fmla="*/ 205417 h 533193"/>
                <a:gd name="connsiteX99" fmla="*/ 239817 w 603405"/>
                <a:gd name="connsiteY99" fmla="*/ 176061 h 533193"/>
                <a:gd name="connsiteX100" fmla="*/ 72325 w 603405"/>
                <a:gd name="connsiteY100" fmla="*/ 176061 h 533193"/>
                <a:gd name="connsiteX101" fmla="*/ 101897 w 603405"/>
                <a:gd name="connsiteY101" fmla="*/ 205416 h 533193"/>
                <a:gd name="connsiteX102" fmla="*/ 72325 w 603405"/>
                <a:gd name="connsiteY102" fmla="*/ 234772 h 533193"/>
                <a:gd name="connsiteX103" fmla="*/ 42904 w 603405"/>
                <a:gd name="connsiteY103" fmla="*/ 205416 h 533193"/>
                <a:gd name="connsiteX104" fmla="*/ 72325 w 603405"/>
                <a:gd name="connsiteY104" fmla="*/ 176061 h 533193"/>
                <a:gd name="connsiteX105" fmla="*/ 1200 w 603405"/>
                <a:gd name="connsiteY105" fmla="*/ 56241 h 533193"/>
                <a:gd name="connsiteX106" fmla="*/ 384613 w 603405"/>
                <a:gd name="connsiteY106" fmla="*/ 56241 h 533193"/>
                <a:gd name="connsiteX107" fmla="*/ 603405 w 603405"/>
                <a:gd name="connsiteY107" fmla="*/ 274494 h 533193"/>
                <a:gd name="connsiteX108" fmla="*/ 540979 w 603405"/>
                <a:gd name="connsiteY108" fmla="*/ 336809 h 533193"/>
                <a:gd name="connsiteX109" fmla="*/ 494459 w 603405"/>
                <a:gd name="connsiteY109" fmla="*/ 336809 h 533193"/>
                <a:gd name="connsiteX110" fmla="*/ 494159 w 603405"/>
                <a:gd name="connsiteY110" fmla="*/ 277490 h 533193"/>
                <a:gd name="connsiteX111" fmla="*/ 464747 w 603405"/>
                <a:gd name="connsiteY111" fmla="*/ 232102 h 533193"/>
                <a:gd name="connsiteX112" fmla="*/ 551333 w 603405"/>
                <a:gd name="connsiteY112" fmla="*/ 232102 h 533193"/>
                <a:gd name="connsiteX113" fmla="*/ 551483 w 603405"/>
                <a:gd name="connsiteY113" fmla="*/ 232102 h 533193"/>
                <a:gd name="connsiteX114" fmla="*/ 557636 w 603405"/>
                <a:gd name="connsiteY114" fmla="*/ 228806 h 533193"/>
                <a:gd name="connsiteX115" fmla="*/ 558236 w 603405"/>
                <a:gd name="connsiteY115" fmla="*/ 221766 h 533193"/>
                <a:gd name="connsiteX116" fmla="*/ 504663 w 603405"/>
                <a:gd name="connsiteY116" fmla="*/ 136532 h 533193"/>
                <a:gd name="connsiteX117" fmla="*/ 415676 w 603405"/>
                <a:gd name="connsiteY117" fmla="*/ 97585 h 533193"/>
                <a:gd name="connsiteX118" fmla="*/ 397968 w 603405"/>
                <a:gd name="connsiteY118" fmla="*/ 97585 h 533193"/>
                <a:gd name="connsiteX119" fmla="*/ 397968 w 603405"/>
                <a:gd name="connsiteY119" fmla="*/ 159900 h 533193"/>
                <a:gd name="connsiteX120" fmla="*/ 364954 w 603405"/>
                <a:gd name="connsiteY120" fmla="*/ 183568 h 533193"/>
                <a:gd name="connsiteX121" fmla="*/ 364954 w 603405"/>
                <a:gd name="connsiteY121" fmla="*/ 97585 h 533193"/>
                <a:gd name="connsiteX122" fmla="*/ 174223 w 603405"/>
                <a:gd name="connsiteY122" fmla="*/ 97585 h 533193"/>
                <a:gd name="connsiteX123" fmla="*/ 174223 w 603405"/>
                <a:gd name="connsiteY123" fmla="*/ 232102 h 533193"/>
                <a:gd name="connsiteX124" fmla="*/ 180526 w 603405"/>
                <a:gd name="connsiteY124" fmla="*/ 232102 h 533193"/>
                <a:gd name="connsiteX125" fmla="*/ 174223 w 603405"/>
                <a:gd name="connsiteY125" fmla="*/ 235547 h 533193"/>
                <a:gd name="connsiteX126" fmla="*/ 156065 w 603405"/>
                <a:gd name="connsiteY126" fmla="*/ 256369 h 533193"/>
                <a:gd name="connsiteX127" fmla="*/ 141209 w 603405"/>
                <a:gd name="connsiteY127" fmla="*/ 238093 h 533193"/>
                <a:gd name="connsiteX128" fmla="*/ 131455 w 603405"/>
                <a:gd name="connsiteY128" fmla="*/ 232102 h 533193"/>
                <a:gd name="connsiteX129" fmla="*/ 141209 w 603405"/>
                <a:gd name="connsiteY129" fmla="*/ 232102 h 533193"/>
                <a:gd name="connsiteX130" fmla="*/ 141209 w 603405"/>
                <a:gd name="connsiteY130" fmla="*/ 97585 h 533193"/>
                <a:gd name="connsiteX131" fmla="*/ 1200 w 603405"/>
                <a:gd name="connsiteY131" fmla="*/ 97585 h 533193"/>
                <a:gd name="connsiteX132" fmla="*/ 30337 w 603405"/>
                <a:gd name="connsiteY132" fmla="*/ 0 h 533193"/>
                <a:gd name="connsiteX133" fmla="*/ 450496 w 603405"/>
                <a:gd name="connsiteY133" fmla="*/ 0 h 533193"/>
                <a:gd name="connsiteX134" fmla="*/ 467002 w 603405"/>
                <a:gd name="connsiteY134" fmla="*/ 16512 h 533193"/>
                <a:gd name="connsiteX135" fmla="*/ 450496 w 603405"/>
                <a:gd name="connsiteY135" fmla="*/ 33025 h 533193"/>
                <a:gd name="connsiteX136" fmla="*/ 30337 w 603405"/>
                <a:gd name="connsiteY136" fmla="*/ 33025 h 533193"/>
                <a:gd name="connsiteX137" fmla="*/ 13831 w 603405"/>
                <a:gd name="connsiteY137" fmla="*/ 16512 h 533193"/>
                <a:gd name="connsiteX138" fmla="*/ 30337 w 603405"/>
                <a:gd name="connsiteY138" fmla="*/ 0 h 533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</a:cxnLst>
              <a:rect l="l" t="t" r="r" b="b"/>
              <a:pathLst>
                <a:path w="603405" h="533193">
                  <a:moveTo>
                    <a:pt x="494452" y="356003"/>
                  </a:moveTo>
                  <a:lnTo>
                    <a:pt x="585270" y="356003"/>
                  </a:lnTo>
                  <a:cubicBezTo>
                    <a:pt x="594277" y="356003"/>
                    <a:pt x="601782" y="363343"/>
                    <a:pt x="601782" y="372480"/>
                  </a:cubicBezTo>
                  <a:cubicBezTo>
                    <a:pt x="601782" y="381617"/>
                    <a:pt x="594277" y="388957"/>
                    <a:pt x="585270" y="388957"/>
                  </a:cubicBezTo>
                  <a:lnTo>
                    <a:pt x="494452" y="388957"/>
                  </a:lnTo>
                  <a:close/>
                  <a:moveTo>
                    <a:pt x="367511" y="244227"/>
                  </a:moveTo>
                  <a:lnTo>
                    <a:pt x="443780" y="244227"/>
                  </a:lnTo>
                  <a:cubicBezTo>
                    <a:pt x="462247" y="244227"/>
                    <a:pt x="477261" y="259207"/>
                    <a:pt x="477411" y="277633"/>
                  </a:cubicBezTo>
                  <a:lnTo>
                    <a:pt x="477861" y="381744"/>
                  </a:lnTo>
                  <a:cubicBezTo>
                    <a:pt x="478011" y="389534"/>
                    <a:pt x="471706" y="395975"/>
                    <a:pt x="463748" y="395975"/>
                  </a:cubicBezTo>
                  <a:cubicBezTo>
                    <a:pt x="455941" y="395975"/>
                    <a:pt x="449486" y="389684"/>
                    <a:pt x="449486" y="381894"/>
                  </a:cubicBezTo>
                  <a:lnTo>
                    <a:pt x="449035" y="277782"/>
                  </a:lnTo>
                  <a:cubicBezTo>
                    <a:pt x="449035" y="276135"/>
                    <a:pt x="447684" y="274786"/>
                    <a:pt x="446033" y="274786"/>
                  </a:cubicBezTo>
                  <a:cubicBezTo>
                    <a:pt x="444381" y="274786"/>
                    <a:pt x="443030" y="276135"/>
                    <a:pt x="443030" y="277782"/>
                  </a:cubicBezTo>
                  <a:cubicBezTo>
                    <a:pt x="443030" y="419944"/>
                    <a:pt x="443330" y="291115"/>
                    <a:pt x="443330" y="516116"/>
                  </a:cubicBezTo>
                  <a:cubicBezTo>
                    <a:pt x="443330" y="525553"/>
                    <a:pt x="435673" y="533193"/>
                    <a:pt x="426215" y="533193"/>
                  </a:cubicBezTo>
                  <a:cubicBezTo>
                    <a:pt x="416906" y="533193"/>
                    <a:pt x="409249" y="525553"/>
                    <a:pt x="409249" y="516116"/>
                  </a:cubicBezTo>
                  <a:lnTo>
                    <a:pt x="409249" y="380096"/>
                  </a:lnTo>
                  <a:lnTo>
                    <a:pt x="401893" y="380096"/>
                  </a:lnTo>
                  <a:lnTo>
                    <a:pt x="401893" y="516116"/>
                  </a:lnTo>
                  <a:cubicBezTo>
                    <a:pt x="401893" y="525553"/>
                    <a:pt x="394236" y="533193"/>
                    <a:pt x="384778" y="533193"/>
                  </a:cubicBezTo>
                  <a:cubicBezTo>
                    <a:pt x="375319" y="533193"/>
                    <a:pt x="367812" y="525553"/>
                    <a:pt x="367812" y="516116"/>
                  </a:cubicBezTo>
                  <a:lnTo>
                    <a:pt x="367812" y="380096"/>
                  </a:lnTo>
                  <a:lnTo>
                    <a:pt x="367812" y="277782"/>
                  </a:lnTo>
                  <a:cubicBezTo>
                    <a:pt x="367812" y="276284"/>
                    <a:pt x="366461" y="274936"/>
                    <a:pt x="364959" y="274936"/>
                  </a:cubicBezTo>
                  <a:cubicBezTo>
                    <a:pt x="363458" y="274936"/>
                    <a:pt x="362257" y="276284"/>
                    <a:pt x="362257" y="277782"/>
                  </a:cubicBezTo>
                  <a:lnTo>
                    <a:pt x="361656" y="381894"/>
                  </a:lnTo>
                  <a:cubicBezTo>
                    <a:pt x="361656" y="389684"/>
                    <a:pt x="355351" y="395975"/>
                    <a:pt x="347544" y="395975"/>
                  </a:cubicBezTo>
                  <a:lnTo>
                    <a:pt x="347393" y="395975"/>
                  </a:lnTo>
                  <a:cubicBezTo>
                    <a:pt x="339586" y="395975"/>
                    <a:pt x="333281" y="389534"/>
                    <a:pt x="333281" y="381744"/>
                  </a:cubicBezTo>
                  <a:lnTo>
                    <a:pt x="333881" y="277633"/>
                  </a:lnTo>
                  <a:cubicBezTo>
                    <a:pt x="333881" y="259207"/>
                    <a:pt x="349045" y="244227"/>
                    <a:pt x="367511" y="244227"/>
                  </a:cubicBezTo>
                  <a:close/>
                  <a:moveTo>
                    <a:pt x="201525" y="244227"/>
                  </a:moveTo>
                  <a:lnTo>
                    <a:pt x="277906" y="244227"/>
                  </a:lnTo>
                  <a:cubicBezTo>
                    <a:pt x="296213" y="244227"/>
                    <a:pt x="311370" y="259207"/>
                    <a:pt x="311520" y="277633"/>
                  </a:cubicBezTo>
                  <a:lnTo>
                    <a:pt x="311970" y="381744"/>
                  </a:lnTo>
                  <a:cubicBezTo>
                    <a:pt x="311970" y="389534"/>
                    <a:pt x="305667" y="395975"/>
                    <a:pt x="297864" y="395975"/>
                  </a:cubicBezTo>
                  <a:lnTo>
                    <a:pt x="297714" y="395975"/>
                  </a:lnTo>
                  <a:cubicBezTo>
                    <a:pt x="289911" y="395975"/>
                    <a:pt x="283608" y="389684"/>
                    <a:pt x="283608" y="381894"/>
                  </a:cubicBezTo>
                  <a:lnTo>
                    <a:pt x="283008" y="277782"/>
                  </a:lnTo>
                  <a:cubicBezTo>
                    <a:pt x="283008" y="276135"/>
                    <a:pt x="281657" y="274786"/>
                    <a:pt x="280007" y="274786"/>
                  </a:cubicBezTo>
                  <a:cubicBezTo>
                    <a:pt x="278356" y="274786"/>
                    <a:pt x="277156" y="276135"/>
                    <a:pt x="277156" y="277782"/>
                  </a:cubicBezTo>
                  <a:cubicBezTo>
                    <a:pt x="277156" y="419944"/>
                    <a:pt x="277456" y="291115"/>
                    <a:pt x="277456" y="516116"/>
                  </a:cubicBezTo>
                  <a:cubicBezTo>
                    <a:pt x="277456" y="525553"/>
                    <a:pt x="269803" y="533193"/>
                    <a:pt x="260349" y="533193"/>
                  </a:cubicBezTo>
                  <a:cubicBezTo>
                    <a:pt x="250895" y="533193"/>
                    <a:pt x="243242" y="525553"/>
                    <a:pt x="243242" y="516116"/>
                  </a:cubicBezTo>
                  <a:lnTo>
                    <a:pt x="243242" y="380096"/>
                  </a:lnTo>
                  <a:lnTo>
                    <a:pt x="235889" y="380096"/>
                  </a:lnTo>
                  <a:lnTo>
                    <a:pt x="235889" y="516116"/>
                  </a:lnTo>
                  <a:cubicBezTo>
                    <a:pt x="235889" y="525553"/>
                    <a:pt x="228386" y="533193"/>
                    <a:pt x="218932" y="533193"/>
                  </a:cubicBezTo>
                  <a:cubicBezTo>
                    <a:pt x="209478" y="533193"/>
                    <a:pt x="201825" y="525553"/>
                    <a:pt x="201825" y="516116"/>
                  </a:cubicBezTo>
                  <a:lnTo>
                    <a:pt x="201825" y="380096"/>
                  </a:lnTo>
                  <a:lnTo>
                    <a:pt x="201825" y="277782"/>
                  </a:lnTo>
                  <a:cubicBezTo>
                    <a:pt x="201825" y="276284"/>
                    <a:pt x="200624" y="274936"/>
                    <a:pt x="199124" y="274936"/>
                  </a:cubicBezTo>
                  <a:cubicBezTo>
                    <a:pt x="197623" y="274936"/>
                    <a:pt x="196423" y="276284"/>
                    <a:pt x="196423" y="277782"/>
                  </a:cubicBezTo>
                  <a:lnTo>
                    <a:pt x="195822" y="381894"/>
                  </a:lnTo>
                  <a:cubicBezTo>
                    <a:pt x="195822" y="389684"/>
                    <a:pt x="189370" y="395975"/>
                    <a:pt x="181567" y="395975"/>
                  </a:cubicBezTo>
                  <a:cubicBezTo>
                    <a:pt x="173763" y="395975"/>
                    <a:pt x="167311" y="389534"/>
                    <a:pt x="167461" y="381744"/>
                  </a:cubicBezTo>
                  <a:lnTo>
                    <a:pt x="167911" y="277633"/>
                  </a:lnTo>
                  <a:cubicBezTo>
                    <a:pt x="168061" y="259207"/>
                    <a:pt x="183067" y="244227"/>
                    <a:pt x="201525" y="244227"/>
                  </a:cubicBezTo>
                  <a:close/>
                  <a:moveTo>
                    <a:pt x="34214" y="244227"/>
                  </a:moveTo>
                  <a:lnTo>
                    <a:pt x="110445" y="244227"/>
                  </a:lnTo>
                  <a:cubicBezTo>
                    <a:pt x="128902" y="244227"/>
                    <a:pt x="143908" y="259207"/>
                    <a:pt x="144059" y="277633"/>
                  </a:cubicBezTo>
                  <a:lnTo>
                    <a:pt x="144509" y="381744"/>
                  </a:lnTo>
                  <a:cubicBezTo>
                    <a:pt x="144659" y="389534"/>
                    <a:pt x="138206" y="395975"/>
                    <a:pt x="130403" y="395975"/>
                  </a:cubicBezTo>
                  <a:cubicBezTo>
                    <a:pt x="122600" y="395975"/>
                    <a:pt x="116147" y="389684"/>
                    <a:pt x="116147" y="381894"/>
                  </a:cubicBezTo>
                  <a:lnTo>
                    <a:pt x="115697" y="277782"/>
                  </a:lnTo>
                  <a:cubicBezTo>
                    <a:pt x="115547" y="276135"/>
                    <a:pt x="114346" y="274786"/>
                    <a:pt x="112696" y="274786"/>
                  </a:cubicBezTo>
                  <a:cubicBezTo>
                    <a:pt x="111045" y="274786"/>
                    <a:pt x="109694" y="276135"/>
                    <a:pt x="109694" y="277782"/>
                  </a:cubicBezTo>
                  <a:cubicBezTo>
                    <a:pt x="109694" y="343695"/>
                    <a:pt x="109995" y="452450"/>
                    <a:pt x="109995" y="516116"/>
                  </a:cubicBezTo>
                  <a:cubicBezTo>
                    <a:pt x="109995" y="525553"/>
                    <a:pt x="102341" y="533193"/>
                    <a:pt x="92888" y="533193"/>
                  </a:cubicBezTo>
                  <a:cubicBezTo>
                    <a:pt x="83584" y="533193"/>
                    <a:pt x="75931" y="525553"/>
                    <a:pt x="75931" y="516116"/>
                  </a:cubicBezTo>
                  <a:lnTo>
                    <a:pt x="75931" y="380096"/>
                  </a:lnTo>
                  <a:lnTo>
                    <a:pt x="68578" y="380096"/>
                  </a:lnTo>
                  <a:lnTo>
                    <a:pt x="68578" y="516116"/>
                  </a:lnTo>
                  <a:cubicBezTo>
                    <a:pt x="68578" y="525553"/>
                    <a:pt x="60925" y="533193"/>
                    <a:pt x="51471" y="533193"/>
                  </a:cubicBezTo>
                  <a:cubicBezTo>
                    <a:pt x="42017" y="533193"/>
                    <a:pt x="34364" y="525553"/>
                    <a:pt x="34364" y="516116"/>
                  </a:cubicBezTo>
                  <a:lnTo>
                    <a:pt x="34364" y="380096"/>
                  </a:lnTo>
                  <a:lnTo>
                    <a:pt x="34364" y="277782"/>
                  </a:lnTo>
                  <a:cubicBezTo>
                    <a:pt x="34364" y="276284"/>
                    <a:pt x="33163" y="275086"/>
                    <a:pt x="31663" y="275086"/>
                  </a:cubicBezTo>
                  <a:cubicBezTo>
                    <a:pt x="30162" y="274936"/>
                    <a:pt x="28962" y="276284"/>
                    <a:pt x="28962" y="277782"/>
                  </a:cubicBezTo>
                  <a:lnTo>
                    <a:pt x="28361" y="381894"/>
                  </a:lnTo>
                  <a:cubicBezTo>
                    <a:pt x="28361" y="389684"/>
                    <a:pt x="22059" y="395975"/>
                    <a:pt x="14256" y="395975"/>
                  </a:cubicBezTo>
                  <a:lnTo>
                    <a:pt x="14106" y="395975"/>
                  </a:lnTo>
                  <a:cubicBezTo>
                    <a:pt x="6302" y="395975"/>
                    <a:pt x="0" y="389534"/>
                    <a:pt x="0" y="381744"/>
                  </a:cubicBezTo>
                  <a:lnTo>
                    <a:pt x="600" y="277633"/>
                  </a:lnTo>
                  <a:cubicBezTo>
                    <a:pt x="600" y="259207"/>
                    <a:pt x="15756" y="244227"/>
                    <a:pt x="34214" y="244227"/>
                  </a:cubicBezTo>
                  <a:close/>
                  <a:moveTo>
                    <a:pt x="298774" y="232090"/>
                  </a:moveTo>
                  <a:lnTo>
                    <a:pt x="346547" y="232090"/>
                  </a:lnTo>
                  <a:cubicBezTo>
                    <a:pt x="336331" y="236739"/>
                    <a:pt x="327768" y="244836"/>
                    <a:pt x="322660" y="254883"/>
                  </a:cubicBezTo>
                  <a:cubicBezTo>
                    <a:pt x="317552" y="244836"/>
                    <a:pt x="309140" y="236739"/>
                    <a:pt x="298774" y="232090"/>
                  </a:cubicBezTo>
                  <a:close/>
                  <a:moveTo>
                    <a:pt x="405716" y="176061"/>
                  </a:moveTo>
                  <a:cubicBezTo>
                    <a:pt x="421987" y="176061"/>
                    <a:pt x="435177" y="189204"/>
                    <a:pt x="435177" y="205417"/>
                  </a:cubicBezTo>
                  <a:cubicBezTo>
                    <a:pt x="435177" y="221630"/>
                    <a:pt x="421987" y="234773"/>
                    <a:pt x="405716" y="234773"/>
                  </a:cubicBezTo>
                  <a:cubicBezTo>
                    <a:pt x="389445" y="234773"/>
                    <a:pt x="376255" y="221630"/>
                    <a:pt x="376255" y="205417"/>
                  </a:cubicBezTo>
                  <a:cubicBezTo>
                    <a:pt x="376255" y="189204"/>
                    <a:pt x="389445" y="176061"/>
                    <a:pt x="405716" y="176061"/>
                  </a:cubicBezTo>
                  <a:close/>
                  <a:moveTo>
                    <a:pt x="239817" y="176061"/>
                  </a:moveTo>
                  <a:cubicBezTo>
                    <a:pt x="256049" y="176061"/>
                    <a:pt x="269208" y="189204"/>
                    <a:pt x="269208" y="205417"/>
                  </a:cubicBezTo>
                  <a:cubicBezTo>
                    <a:pt x="269208" y="221630"/>
                    <a:pt x="256049" y="234773"/>
                    <a:pt x="239817" y="234773"/>
                  </a:cubicBezTo>
                  <a:cubicBezTo>
                    <a:pt x="223585" y="234773"/>
                    <a:pt x="210426" y="221630"/>
                    <a:pt x="210426" y="205417"/>
                  </a:cubicBezTo>
                  <a:cubicBezTo>
                    <a:pt x="210426" y="189204"/>
                    <a:pt x="223585" y="176061"/>
                    <a:pt x="239817" y="176061"/>
                  </a:cubicBezTo>
                  <a:close/>
                  <a:moveTo>
                    <a:pt x="72325" y="176061"/>
                  </a:moveTo>
                  <a:cubicBezTo>
                    <a:pt x="88687" y="176061"/>
                    <a:pt x="101897" y="189241"/>
                    <a:pt x="101897" y="205416"/>
                  </a:cubicBezTo>
                  <a:cubicBezTo>
                    <a:pt x="101897" y="221592"/>
                    <a:pt x="88687" y="234772"/>
                    <a:pt x="72325" y="234772"/>
                  </a:cubicBezTo>
                  <a:cubicBezTo>
                    <a:pt x="56113" y="234772"/>
                    <a:pt x="42904" y="221592"/>
                    <a:pt x="42904" y="205416"/>
                  </a:cubicBezTo>
                  <a:cubicBezTo>
                    <a:pt x="42904" y="189241"/>
                    <a:pt x="55963" y="176061"/>
                    <a:pt x="72325" y="176061"/>
                  </a:cubicBezTo>
                  <a:close/>
                  <a:moveTo>
                    <a:pt x="1200" y="56241"/>
                  </a:moveTo>
                  <a:lnTo>
                    <a:pt x="384613" y="56241"/>
                  </a:lnTo>
                  <a:cubicBezTo>
                    <a:pt x="505414" y="56241"/>
                    <a:pt x="603405" y="154058"/>
                    <a:pt x="603405" y="274494"/>
                  </a:cubicBezTo>
                  <a:cubicBezTo>
                    <a:pt x="603405" y="308947"/>
                    <a:pt x="575493" y="336809"/>
                    <a:pt x="540979" y="336809"/>
                  </a:cubicBezTo>
                  <a:lnTo>
                    <a:pt x="494459" y="336809"/>
                  </a:lnTo>
                  <a:lnTo>
                    <a:pt x="494159" y="277490"/>
                  </a:lnTo>
                  <a:cubicBezTo>
                    <a:pt x="494009" y="257417"/>
                    <a:pt x="482004" y="240041"/>
                    <a:pt x="464747" y="232102"/>
                  </a:cubicBezTo>
                  <a:lnTo>
                    <a:pt x="551333" y="232102"/>
                  </a:lnTo>
                  <a:lnTo>
                    <a:pt x="551483" y="232102"/>
                  </a:lnTo>
                  <a:cubicBezTo>
                    <a:pt x="553884" y="232102"/>
                    <a:pt x="556285" y="230753"/>
                    <a:pt x="557636" y="228806"/>
                  </a:cubicBezTo>
                  <a:cubicBezTo>
                    <a:pt x="558986" y="226709"/>
                    <a:pt x="559136" y="224013"/>
                    <a:pt x="558236" y="221766"/>
                  </a:cubicBezTo>
                  <a:cubicBezTo>
                    <a:pt x="550283" y="203790"/>
                    <a:pt x="531825" y="165892"/>
                    <a:pt x="504663" y="136532"/>
                  </a:cubicBezTo>
                  <a:cubicBezTo>
                    <a:pt x="481704" y="111666"/>
                    <a:pt x="449440" y="97585"/>
                    <a:pt x="415676" y="97585"/>
                  </a:cubicBezTo>
                  <a:lnTo>
                    <a:pt x="397968" y="97585"/>
                  </a:lnTo>
                  <a:lnTo>
                    <a:pt x="397968" y="159900"/>
                  </a:lnTo>
                  <a:cubicBezTo>
                    <a:pt x="383712" y="162297"/>
                    <a:pt x="371707" y="171284"/>
                    <a:pt x="364954" y="183568"/>
                  </a:cubicBezTo>
                  <a:lnTo>
                    <a:pt x="364954" y="97585"/>
                  </a:lnTo>
                  <a:lnTo>
                    <a:pt x="174223" y="97585"/>
                  </a:lnTo>
                  <a:lnTo>
                    <a:pt x="174223" y="232102"/>
                  </a:lnTo>
                  <a:lnTo>
                    <a:pt x="180526" y="232102"/>
                  </a:lnTo>
                  <a:cubicBezTo>
                    <a:pt x="178425" y="233150"/>
                    <a:pt x="176324" y="234199"/>
                    <a:pt x="174223" y="235547"/>
                  </a:cubicBezTo>
                  <a:cubicBezTo>
                    <a:pt x="166420" y="240640"/>
                    <a:pt x="159967" y="247830"/>
                    <a:pt x="156065" y="256369"/>
                  </a:cubicBezTo>
                  <a:cubicBezTo>
                    <a:pt x="152614" y="249178"/>
                    <a:pt x="147512" y="242887"/>
                    <a:pt x="141209" y="238093"/>
                  </a:cubicBezTo>
                  <a:cubicBezTo>
                    <a:pt x="138208" y="235697"/>
                    <a:pt x="134906" y="233749"/>
                    <a:pt x="131455" y="232102"/>
                  </a:cubicBezTo>
                  <a:lnTo>
                    <a:pt x="141209" y="232102"/>
                  </a:lnTo>
                  <a:lnTo>
                    <a:pt x="141209" y="97585"/>
                  </a:lnTo>
                  <a:lnTo>
                    <a:pt x="1200" y="97585"/>
                  </a:lnTo>
                  <a:close/>
                  <a:moveTo>
                    <a:pt x="30337" y="0"/>
                  </a:moveTo>
                  <a:lnTo>
                    <a:pt x="450496" y="0"/>
                  </a:lnTo>
                  <a:cubicBezTo>
                    <a:pt x="459649" y="0"/>
                    <a:pt x="467002" y="7356"/>
                    <a:pt x="467002" y="16512"/>
                  </a:cubicBezTo>
                  <a:cubicBezTo>
                    <a:pt x="467002" y="25669"/>
                    <a:pt x="459649" y="33025"/>
                    <a:pt x="450496" y="33025"/>
                  </a:cubicBezTo>
                  <a:lnTo>
                    <a:pt x="30337" y="33025"/>
                  </a:lnTo>
                  <a:cubicBezTo>
                    <a:pt x="21184" y="33025"/>
                    <a:pt x="13831" y="25669"/>
                    <a:pt x="13831" y="16512"/>
                  </a:cubicBezTo>
                  <a:cubicBezTo>
                    <a:pt x="13831" y="7356"/>
                    <a:pt x="21184" y="0"/>
                    <a:pt x="3033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endParaRPr lang="zh-CN" altLang="en-US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íś1îḍé"/>
            <p:cNvSpPr/>
            <p:nvPr>
              <p:custDataLst>
                <p:tags r:id="rId21"/>
              </p:custDataLst>
            </p:nvPr>
          </p:nvSpPr>
          <p:spPr>
            <a:xfrm>
              <a:off x="1715" y="9347"/>
              <a:ext cx="227" cy="227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lt1">
                  <a:alpha val="53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25000" lnSpcReduction="20000"/>
            </a:bodyPr>
            <a:p>
              <a:pPr algn="ctr"/>
              <a:endParaRPr lang="zh-CN" altLang="en-US" b="1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custDataLst>
      <p:tags r:id="rId22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椭圆 2"/>
          <p:cNvSpPr/>
          <p:nvPr>
            <p:custDataLst>
              <p:tags r:id="rId3"/>
            </p:custDataLst>
          </p:nvPr>
        </p:nvSpPr>
        <p:spPr>
          <a:xfrm>
            <a:off x="800223" y="2648136"/>
            <a:ext cx="2226314" cy="2226314"/>
          </a:xfrm>
          <a:prstGeom prst="ellipse">
            <a:avLst/>
          </a:prstGeom>
          <a:blipFill dpi="0" rotWithShape="1">
            <a:blip r:embed="rId4" cstate="screen"/>
            <a:srcRect/>
            <a:stretch>
              <a:fillRect/>
            </a:stretch>
          </a:blipFill>
          <a:ln>
            <a:solidFill>
              <a:schemeClr val="accent5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2770505" y="2132330"/>
            <a:ext cx="7824470" cy="765175"/>
            <a:chOff x="4363" y="3358"/>
            <a:chExt cx="12322" cy="1205"/>
          </a:xfrm>
        </p:grpSpPr>
        <p:cxnSp>
          <p:nvCxnSpPr>
            <p:cNvPr id="4" name="直接连接符 115"/>
            <p:cNvCxnSpPr/>
            <p:nvPr>
              <p:custDataLst>
                <p:tags r:id="rId5"/>
              </p:custDataLst>
            </p:nvPr>
          </p:nvCxnSpPr>
          <p:spPr>
            <a:xfrm>
              <a:off x="5356" y="4066"/>
              <a:ext cx="1962" cy="0"/>
            </a:xfrm>
            <a:prstGeom prst="line">
              <a:avLst/>
            </a:prstGeom>
            <a:ln w="12700">
              <a:solidFill>
                <a:schemeClr val="lt1">
                  <a:lumMod val="65000"/>
                </a:schemeClr>
              </a:solidFill>
              <a:prstDash val="dash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椭圆 10"/>
            <p:cNvSpPr/>
            <p:nvPr>
              <p:custDataLst>
                <p:tags r:id="rId6"/>
              </p:custDataLst>
            </p:nvPr>
          </p:nvSpPr>
          <p:spPr>
            <a:xfrm>
              <a:off x="4363" y="3570"/>
              <a:ext cx="993" cy="99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2" name="任意多边形 125"/>
            <p:cNvSpPr/>
            <p:nvPr>
              <p:custDataLst>
                <p:tags r:id="rId7"/>
              </p:custDataLst>
            </p:nvPr>
          </p:nvSpPr>
          <p:spPr bwMode="auto">
            <a:xfrm>
              <a:off x="4697" y="3802"/>
              <a:ext cx="369" cy="479"/>
            </a:xfrm>
            <a:custGeom>
              <a:avLst/>
              <a:gdLst>
                <a:gd name="connsiteX0" fmla="*/ 344255 w 438150"/>
                <a:gd name="connsiteY0" fmla="*/ 320246 h 568325"/>
                <a:gd name="connsiteX1" fmla="*/ 438150 w 438150"/>
                <a:gd name="connsiteY1" fmla="*/ 399092 h 568325"/>
                <a:gd name="connsiteX2" fmla="*/ 438150 w 438150"/>
                <a:gd name="connsiteY2" fmla="*/ 406601 h 568325"/>
                <a:gd name="connsiteX3" fmla="*/ 438150 w 438150"/>
                <a:gd name="connsiteY3" fmla="*/ 545520 h 568325"/>
                <a:gd name="connsiteX4" fmla="*/ 438150 w 438150"/>
                <a:gd name="connsiteY4" fmla="*/ 549275 h 568325"/>
                <a:gd name="connsiteX5" fmla="*/ 284162 w 438150"/>
                <a:gd name="connsiteY5" fmla="*/ 549275 h 568325"/>
                <a:gd name="connsiteX6" fmla="*/ 284162 w 438150"/>
                <a:gd name="connsiteY6" fmla="*/ 545520 h 568325"/>
                <a:gd name="connsiteX7" fmla="*/ 284162 w 438150"/>
                <a:gd name="connsiteY7" fmla="*/ 402847 h 568325"/>
                <a:gd name="connsiteX8" fmla="*/ 344255 w 438150"/>
                <a:gd name="connsiteY8" fmla="*/ 320246 h 568325"/>
                <a:gd name="connsiteX9" fmla="*/ 352879 w 438150"/>
                <a:gd name="connsiteY9" fmla="*/ 200025 h 568325"/>
                <a:gd name="connsiteX10" fmla="*/ 356621 w 438150"/>
                <a:gd name="connsiteY10" fmla="*/ 200025 h 568325"/>
                <a:gd name="connsiteX11" fmla="*/ 367847 w 438150"/>
                <a:gd name="connsiteY11" fmla="*/ 200025 h 568325"/>
                <a:gd name="connsiteX12" fmla="*/ 379072 w 438150"/>
                <a:gd name="connsiteY12" fmla="*/ 203767 h 568325"/>
                <a:gd name="connsiteX13" fmla="*/ 409008 w 438150"/>
                <a:gd name="connsiteY13" fmla="*/ 263638 h 568325"/>
                <a:gd name="connsiteX14" fmla="*/ 360363 w 438150"/>
                <a:gd name="connsiteY14" fmla="*/ 304800 h 568325"/>
                <a:gd name="connsiteX15" fmla="*/ 311717 w 438150"/>
                <a:gd name="connsiteY15" fmla="*/ 263638 h 568325"/>
                <a:gd name="connsiteX16" fmla="*/ 352879 w 438150"/>
                <a:gd name="connsiteY16" fmla="*/ 200025 h 568325"/>
                <a:gd name="connsiteX17" fmla="*/ 100853 w 438150"/>
                <a:gd name="connsiteY17" fmla="*/ 196018 h 568325"/>
                <a:gd name="connsiteX18" fmla="*/ 254000 w 438150"/>
                <a:gd name="connsiteY18" fmla="*/ 320120 h 568325"/>
                <a:gd name="connsiteX19" fmla="*/ 254000 w 438150"/>
                <a:gd name="connsiteY19" fmla="*/ 331402 h 568325"/>
                <a:gd name="connsiteX20" fmla="*/ 254000 w 438150"/>
                <a:gd name="connsiteY20" fmla="*/ 557043 h 568325"/>
                <a:gd name="connsiteX21" fmla="*/ 254000 w 438150"/>
                <a:gd name="connsiteY21" fmla="*/ 568325 h 568325"/>
                <a:gd name="connsiteX22" fmla="*/ 0 w 438150"/>
                <a:gd name="connsiteY22" fmla="*/ 568325 h 568325"/>
                <a:gd name="connsiteX23" fmla="*/ 0 w 438150"/>
                <a:gd name="connsiteY23" fmla="*/ 560804 h 568325"/>
                <a:gd name="connsiteX24" fmla="*/ 0 w 438150"/>
                <a:gd name="connsiteY24" fmla="*/ 327642 h 568325"/>
                <a:gd name="connsiteX25" fmla="*/ 100853 w 438150"/>
                <a:gd name="connsiteY25" fmla="*/ 196018 h 568325"/>
                <a:gd name="connsiteX26" fmla="*/ 112091 w 438150"/>
                <a:gd name="connsiteY26" fmla="*/ 0 h 568325"/>
                <a:gd name="connsiteX27" fmla="*/ 115818 w 438150"/>
                <a:gd name="connsiteY27" fmla="*/ 0 h 568325"/>
                <a:gd name="connsiteX28" fmla="*/ 138181 w 438150"/>
                <a:gd name="connsiteY28" fmla="*/ 0 h 568325"/>
                <a:gd name="connsiteX29" fmla="*/ 153090 w 438150"/>
                <a:gd name="connsiteY29" fmla="*/ 3762 h 568325"/>
                <a:gd name="connsiteX30" fmla="*/ 205271 w 438150"/>
                <a:gd name="connsiteY30" fmla="*/ 101566 h 568325"/>
                <a:gd name="connsiteX31" fmla="*/ 127000 w 438150"/>
                <a:gd name="connsiteY31" fmla="*/ 169276 h 568325"/>
                <a:gd name="connsiteX32" fmla="*/ 48729 w 438150"/>
                <a:gd name="connsiteY32" fmla="*/ 101566 h 568325"/>
                <a:gd name="connsiteX33" fmla="*/ 112091 w 438150"/>
                <a:gd name="connsiteY33" fmla="*/ 0 h 568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38150" h="568325">
                  <a:moveTo>
                    <a:pt x="344255" y="320246"/>
                  </a:moveTo>
                  <a:cubicBezTo>
                    <a:pt x="393080" y="312737"/>
                    <a:pt x="434394" y="346528"/>
                    <a:pt x="438150" y="399092"/>
                  </a:cubicBezTo>
                  <a:cubicBezTo>
                    <a:pt x="438150" y="399092"/>
                    <a:pt x="438150" y="402847"/>
                    <a:pt x="438150" y="406601"/>
                  </a:cubicBezTo>
                  <a:cubicBezTo>
                    <a:pt x="438150" y="451656"/>
                    <a:pt x="438150" y="496711"/>
                    <a:pt x="438150" y="545520"/>
                  </a:cubicBezTo>
                  <a:cubicBezTo>
                    <a:pt x="438150" y="545520"/>
                    <a:pt x="438150" y="545520"/>
                    <a:pt x="438150" y="549275"/>
                  </a:cubicBezTo>
                  <a:cubicBezTo>
                    <a:pt x="438150" y="549275"/>
                    <a:pt x="438150" y="549275"/>
                    <a:pt x="284162" y="549275"/>
                  </a:cubicBezTo>
                  <a:cubicBezTo>
                    <a:pt x="284162" y="549275"/>
                    <a:pt x="284162" y="545520"/>
                    <a:pt x="284162" y="545520"/>
                  </a:cubicBezTo>
                  <a:cubicBezTo>
                    <a:pt x="284162" y="496711"/>
                    <a:pt x="284162" y="451656"/>
                    <a:pt x="284162" y="402847"/>
                  </a:cubicBezTo>
                  <a:cubicBezTo>
                    <a:pt x="284162" y="361546"/>
                    <a:pt x="310453" y="327755"/>
                    <a:pt x="344255" y="320246"/>
                  </a:cubicBezTo>
                  <a:close/>
                  <a:moveTo>
                    <a:pt x="352879" y="200025"/>
                  </a:moveTo>
                  <a:cubicBezTo>
                    <a:pt x="352879" y="200025"/>
                    <a:pt x="352879" y="200025"/>
                    <a:pt x="356621" y="200025"/>
                  </a:cubicBezTo>
                  <a:cubicBezTo>
                    <a:pt x="356621" y="200025"/>
                    <a:pt x="356621" y="200025"/>
                    <a:pt x="367847" y="200025"/>
                  </a:cubicBezTo>
                  <a:cubicBezTo>
                    <a:pt x="371589" y="200025"/>
                    <a:pt x="375330" y="203767"/>
                    <a:pt x="379072" y="203767"/>
                  </a:cubicBezTo>
                  <a:cubicBezTo>
                    <a:pt x="401524" y="211251"/>
                    <a:pt x="412750" y="237445"/>
                    <a:pt x="409008" y="263638"/>
                  </a:cubicBezTo>
                  <a:cubicBezTo>
                    <a:pt x="405266" y="286090"/>
                    <a:pt x="386556" y="304800"/>
                    <a:pt x="360363" y="304800"/>
                  </a:cubicBezTo>
                  <a:cubicBezTo>
                    <a:pt x="337911" y="304800"/>
                    <a:pt x="319201" y="286090"/>
                    <a:pt x="311717" y="263638"/>
                  </a:cubicBezTo>
                  <a:cubicBezTo>
                    <a:pt x="307975" y="233703"/>
                    <a:pt x="326685" y="207509"/>
                    <a:pt x="352879" y="200025"/>
                  </a:cubicBezTo>
                  <a:close/>
                  <a:moveTo>
                    <a:pt x="100853" y="196018"/>
                  </a:moveTo>
                  <a:cubicBezTo>
                    <a:pt x="175559" y="180975"/>
                    <a:pt x="246529" y="241146"/>
                    <a:pt x="254000" y="320120"/>
                  </a:cubicBezTo>
                  <a:cubicBezTo>
                    <a:pt x="254000" y="323881"/>
                    <a:pt x="254000" y="327642"/>
                    <a:pt x="254000" y="331402"/>
                  </a:cubicBezTo>
                  <a:cubicBezTo>
                    <a:pt x="254000" y="406616"/>
                    <a:pt x="254000" y="481829"/>
                    <a:pt x="254000" y="557043"/>
                  </a:cubicBezTo>
                  <a:cubicBezTo>
                    <a:pt x="254000" y="557043"/>
                    <a:pt x="254000" y="557043"/>
                    <a:pt x="254000" y="568325"/>
                  </a:cubicBezTo>
                  <a:cubicBezTo>
                    <a:pt x="254000" y="568325"/>
                    <a:pt x="254000" y="568325"/>
                    <a:pt x="0" y="568325"/>
                  </a:cubicBezTo>
                  <a:cubicBezTo>
                    <a:pt x="0" y="564564"/>
                    <a:pt x="0" y="564564"/>
                    <a:pt x="0" y="560804"/>
                  </a:cubicBezTo>
                  <a:cubicBezTo>
                    <a:pt x="0" y="485590"/>
                    <a:pt x="0" y="406616"/>
                    <a:pt x="0" y="327642"/>
                  </a:cubicBezTo>
                  <a:cubicBezTo>
                    <a:pt x="0" y="263710"/>
                    <a:pt x="44823" y="211060"/>
                    <a:pt x="100853" y="196018"/>
                  </a:cubicBezTo>
                  <a:close/>
                  <a:moveTo>
                    <a:pt x="112091" y="0"/>
                  </a:moveTo>
                  <a:cubicBezTo>
                    <a:pt x="115818" y="0"/>
                    <a:pt x="115818" y="0"/>
                    <a:pt x="115818" y="0"/>
                  </a:cubicBezTo>
                  <a:cubicBezTo>
                    <a:pt x="115818" y="0"/>
                    <a:pt x="115818" y="0"/>
                    <a:pt x="138181" y="0"/>
                  </a:cubicBezTo>
                  <a:cubicBezTo>
                    <a:pt x="141909" y="0"/>
                    <a:pt x="149363" y="3762"/>
                    <a:pt x="153090" y="3762"/>
                  </a:cubicBezTo>
                  <a:cubicBezTo>
                    <a:pt x="190362" y="18808"/>
                    <a:pt x="212725" y="60187"/>
                    <a:pt x="205271" y="101566"/>
                  </a:cubicBezTo>
                  <a:cubicBezTo>
                    <a:pt x="197816" y="139183"/>
                    <a:pt x="164272" y="169276"/>
                    <a:pt x="127000" y="169276"/>
                  </a:cubicBezTo>
                  <a:cubicBezTo>
                    <a:pt x="89728" y="173038"/>
                    <a:pt x="56184" y="142944"/>
                    <a:pt x="48729" y="101566"/>
                  </a:cubicBezTo>
                  <a:cubicBezTo>
                    <a:pt x="41275" y="52664"/>
                    <a:pt x="71092" y="7523"/>
                    <a:pt x="11209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vert="horz" wrap="square" lIns="83999" tIns="41999" rIns="83999" bIns="41999" numCol="1" anchor="t" anchorCtr="0" compatLnSpc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8" name="TextBox 13"/>
            <p:cNvSpPr txBox="1"/>
            <p:nvPr/>
          </p:nvSpPr>
          <p:spPr>
            <a:xfrm>
              <a:off x="8925" y="3961"/>
              <a:ext cx="7084" cy="52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just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包含</a:t>
              </a:r>
              <a:r>
                <a:rPr kumimoji="0" lang="en-US" altLang="zh-CN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CSS</a:t>
              </a:r>
              <a:r>
                <a:rPr kumimoji="0" lang="zh-CN" alt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样式、</a:t>
              </a:r>
              <a:r>
                <a:rPr lang="zh-CN" altLang="en-US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图片、</a:t>
              </a:r>
              <a:r>
                <a:rPr kumimoji="0" lang="en-US" altLang="zh-CN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JS</a:t>
              </a:r>
              <a:r>
                <a:rPr kumimoji="0" lang="zh-CN" alt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文件和</a:t>
              </a:r>
              <a:r>
                <a:rPr kumimoji="0" lang="en-US" altLang="zh-CN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HTML</a:t>
              </a:r>
              <a:r>
                <a:rPr kumimoji="0" lang="zh-CN" alt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页面</a:t>
              </a:r>
              <a:endPara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9" name="TextBox 14"/>
            <p:cNvSpPr txBox="1"/>
            <p:nvPr/>
          </p:nvSpPr>
          <p:spPr>
            <a:xfrm>
              <a:off x="8925" y="3358"/>
              <a:ext cx="7760" cy="48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网上下载</a:t>
              </a:r>
              <a:r>
                <a:rPr lang="zh-CN" altLang="en-US" sz="2000" b="1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或自行设计</a:t>
              </a: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静态页面模板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0" name="TextBox 8"/>
            <p:cNvSpPr txBox="1"/>
            <p:nvPr/>
          </p:nvSpPr>
          <p:spPr>
            <a:xfrm>
              <a:off x="7949" y="3621"/>
              <a:ext cx="636" cy="67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01</a:t>
              </a:r>
              <a:endPara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3351530" y="3461385"/>
            <a:ext cx="7690485" cy="739140"/>
            <a:chOff x="5278" y="5451"/>
            <a:chExt cx="12111" cy="1164"/>
          </a:xfrm>
        </p:grpSpPr>
        <p:cxnSp>
          <p:nvCxnSpPr>
            <p:cNvPr id="5" name="直接连接符 116"/>
            <p:cNvCxnSpPr/>
            <p:nvPr>
              <p:custDataLst>
                <p:tags r:id="rId8"/>
              </p:custDataLst>
            </p:nvPr>
          </p:nvCxnSpPr>
          <p:spPr>
            <a:xfrm>
              <a:off x="6271" y="6119"/>
              <a:ext cx="1048" cy="0"/>
            </a:xfrm>
            <a:prstGeom prst="line">
              <a:avLst/>
            </a:prstGeom>
            <a:ln w="12700">
              <a:solidFill>
                <a:schemeClr val="lt1">
                  <a:lumMod val="65000"/>
                </a:schemeClr>
              </a:solidFill>
              <a:prstDash val="dash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椭圆 12"/>
            <p:cNvSpPr/>
            <p:nvPr>
              <p:custDataLst>
                <p:tags r:id="rId9"/>
              </p:custDataLst>
            </p:nvPr>
          </p:nvSpPr>
          <p:spPr>
            <a:xfrm>
              <a:off x="5278" y="5623"/>
              <a:ext cx="993" cy="99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5" name="Freeform 50"/>
            <p:cNvSpPr>
              <a:spLocks noEditPoints="1"/>
            </p:cNvSpPr>
            <p:nvPr>
              <p:custDataLst>
                <p:tags r:id="rId10"/>
              </p:custDataLst>
            </p:nvPr>
          </p:nvSpPr>
          <p:spPr bwMode="auto">
            <a:xfrm>
              <a:off x="5535" y="5918"/>
              <a:ext cx="448" cy="448"/>
            </a:xfrm>
            <a:custGeom>
              <a:avLst/>
              <a:gdLst>
                <a:gd name="T0" fmla="*/ 92 w 184"/>
                <a:gd name="T1" fmla="*/ 184 h 184"/>
                <a:gd name="T2" fmla="*/ 184 w 184"/>
                <a:gd name="T3" fmla="*/ 92 h 184"/>
                <a:gd name="T4" fmla="*/ 173 w 184"/>
                <a:gd name="T5" fmla="*/ 49 h 184"/>
                <a:gd name="T6" fmla="*/ 171 w 184"/>
                <a:gd name="T7" fmla="*/ 49 h 184"/>
                <a:gd name="T8" fmla="*/ 170 w 184"/>
                <a:gd name="T9" fmla="*/ 49 h 184"/>
                <a:gd name="T10" fmla="*/ 158 w 184"/>
                <a:gd name="T11" fmla="*/ 48 h 184"/>
                <a:gd name="T12" fmla="*/ 149 w 184"/>
                <a:gd name="T13" fmla="*/ 56 h 184"/>
                <a:gd name="T14" fmla="*/ 160 w 184"/>
                <a:gd name="T15" fmla="*/ 92 h 184"/>
                <a:gd name="T16" fmla="*/ 92 w 184"/>
                <a:gd name="T17" fmla="*/ 160 h 184"/>
                <a:gd name="T18" fmla="*/ 24 w 184"/>
                <a:gd name="T19" fmla="*/ 92 h 184"/>
                <a:gd name="T20" fmla="*/ 92 w 184"/>
                <a:gd name="T21" fmla="*/ 24 h 184"/>
                <a:gd name="T22" fmla="*/ 128 w 184"/>
                <a:gd name="T23" fmla="*/ 35 h 184"/>
                <a:gd name="T24" fmla="*/ 135 w 184"/>
                <a:gd name="T25" fmla="*/ 27 h 184"/>
                <a:gd name="T26" fmla="*/ 134 w 184"/>
                <a:gd name="T27" fmla="*/ 14 h 184"/>
                <a:gd name="T28" fmla="*/ 134 w 184"/>
                <a:gd name="T29" fmla="*/ 10 h 184"/>
                <a:gd name="T30" fmla="*/ 92 w 184"/>
                <a:gd name="T31" fmla="*/ 0 h 184"/>
                <a:gd name="T32" fmla="*/ 0 w 184"/>
                <a:gd name="T33" fmla="*/ 92 h 184"/>
                <a:gd name="T34" fmla="*/ 92 w 184"/>
                <a:gd name="T35" fmla="*/ 184 h 184"/>
                <a:gd name="T36" fmla="*/ 92 w 184"/>
                <a:gd name="T37" fmla="*/ 184 h 184"/>
                <a:gd name="T38" fmla="*/ 92 w 184"/>
                <a:gd name="T39" fmla="*/ 184 h 1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84" h="184">
                  <a:moveTo>
                    <a:pt x="92" y="184"/>
                  </a:moveTo>
                  <a:cubicBezTo>
                    <a:pt x="143" y="184"/>
                    <a:pt x="184" y="143"/>
                    <a:pt x="184" y="92"/>
                  </a:cubicBezTo>
                  <a:cubicBezTo>
                    <a:pt x="184" y="76"/>
                    <a:pt x="180" y="62"/>
                    <a:pt x="173" y="49"/>
                  </a:cubicBezTo>
                  <a:cubicBezTo>
                    <a:pt x="172" y="49"/>
                    <a:pt x="172" y="49"/>
                    <a:pt x="171" y="49"/>
                  </a:cubicBezTo>
                  <a:cubicBezTo>
                    <a:pt x="170" y="49"/>
                    <a:pt x="170" y="49"/>
                    <a:pt x="170" y="49"/>
                  </a:cubicBezTo>
                  <a:cubicBezTo>
                    <a:pt x="158" y="48"/>
                    <a:pt x="158" y="48"/>
                    <a:pt x="158" y="48"/>
                  </a:cubicBezTo>
                  <a:cubicBezTo>
                    <a:pt x="149" y="56"/>
                    <a:pt x="149" y="56"/>
                    <a:pt x="149" y="56"/>
                  </a:cubicBezTo>
                  <a:cubicBezTo>
                    <a:pt x="156" y="67"/>
                    <a:pt x="160" y="79"/>
                    <a:pt x="160" y="92"/>
                  </a:cubicBezTo>
                  <a:cubicBezTo>
                    <a:pt x="160" y="129"/>
                    <a:pt x="129" y="160"/>
                    <a:pt x="92" y="160"/>
                  </a:cubicBezTo>
                  <a:cubicBezTo>
                    <a:pt x="55" y="160"/>
                    <a:pt x="24" y="129"/>
                    <a:pt x="24" y="92"/>
                  </a:cubicBezTo>
                  <a:cubicBezTo>
                    <a:pt x="24" y="55"/>
                    <a:pt x="55" y="24"/>
                    <a:pt x="92" y="24"/>
                  </a:cubicBezTo>
                  <a:cubicBezTo>
                    <a:pt x="105" y="24"/>
                    <a:pt x="117" y="28"/>
                    <a:pt x="128" y="35"/>
                  </a:cubicBezTo>
                  <a:cubicBezTo>
                    <a:pt x="135" y="27"/>
                    <a:pt x="135" y="27"/>
                    <a:pt x="135" y="27"/>
                  </a:cubicBezTo>
                  <a:cubicBezTo>
                    <a:pt x="134" y="14"/>
                    <a:pt x="134" y="14"/>
                    <a:pt x="134" y="14"/>
                  </a:cubicBezTo>
                  <a:cubicBezTo>
                    <a:pt x="134" y="12"/>
                    <a:pt x="134" y="11"/>
                    <a:pt x="134" y="10"/>
                  </a:cubicBezTo>
                  <a:cubicBezTo>
                    <a:pt x="122" y="4"/>
                    <a:pt x="107" y="0"/>
                    <a:pt x="92" y="0"/>
                  </a:cubicBez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lose/>
                  <a:moveTo>
                    <a:pt x="92" y="184"/>
                  </a:moveTo>
                  <a:cubicBezTo>
                    <a:pt x="92" y="184"/>
                    <a:pt x="92" y="184"/>
                    <a:pt x="92" y="184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vert="horz" wrap="square" lIns="83999" tIns="41999" rIns="83999" bIns="41999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6" name="Freeform 51"/>
            <p:cNvSpPr>
              <a:spLocks noEditPoints="1"/>
            </p:cNvSpPr>
            <p:nvPr>
              <p:custDataLst>
                <p:tags r:id="rId11"/>
              </p:custDataLst>
            </p:nvPr>
          </p:nvSpPr>
          <p:spPr bwMode="auto">
            <a:xfrm>
              <a:off x="5650" y="6032"/>
              <a:ext cx="219" cy="219"/>
            </a:xfrm>
            <a:custGeom>
              <a:avLst/>
              <a:gdLst>
                <a:gd name="T0" fmla="*/ 45 w 90"/>
                <a:gd name="T1" fmla="*/ 21 h 90"/>
                <a:gd name="T2" fmla="*/ 47 w 90"/>
                <a:gd name="T3" fmla="*/ 21 h 90"/>
                <a:gd name="T4" fmla="*/ 64 w 90"/>
                <a:gd name="T5" fmla="*/ 4 h 90"/>
                <a:gd name="T6" fmla="*/ 64 w 90"/>
                <a:gd name="T7" fmla="*/ 4 h 90"/>
                <a:gd name="T8" fmla="*/ 45 w 90"/>
                <a:gd name="T9" fmla="*/ 0 h 90"/>
                <a:gd name="T10" fmla="*/ 0 w 90"/>
                <a:gd name="T11" fmla="*/ 45 h 90"/>
                <a:gd name="T12" fmla="*/ 45 w 90"/>
                <a:gd name="T13" fmla="*/ 90 h 90"/>
                <a:gd name="T14" fmla="*/ 90 w 90"/>
                <a:gd name="T15" fmla="*/ 45 h 90"/>
                <a:gd name="T16" fmla="*/ 86 w 90"/>
                <a:gd name="T17" fmla="*/ 26 h 90"/>
                <a:gd name="T18" fmla="*/ 86 w 90"/>
                <a:gd name="T19" fmla="*/ 26 h 90"/>
                <a:gd name="T20" fmla="*/ 69 w 90"/>
                <a:gd name="T21" fmla="*/ 43 h 90"/>
                <a:gd name="T22" fmla="*/ 69 w 90"/>
                <a:gd name="T23" fmla="*/ 45 h 90"/>
                <a:gd name="T24" fmla="*/ 45 w 90"/>
                <a:gd name="T25" fmla="*/ 69 h 90"/>
                <a:gd name="T26" fmla="*/ 21 w 90"/>
                <a:gd name="T27" fmla="*/ 45 h 90"/>
                <a:gd name="T28" fmla="*/ 45 w 90"/>
                <a:gd name="T29" fmla="*/ 21 h 90"/>
                <a:gd name="T30" fmla="*/ 45 w 90"/>
                <a:gd name="T31" fmla="*/ 21 h 90"/>
                <a:gd name="T32" fmla="*/ 45 w 90"/>
                <a:gd name="T33" fmla="*/ 21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90" h="90">
                  <a:moveTo>
                    <a:pt x="45" y="21"/>
                  </a:moveTo>
                  <a:cubicBezTo>
                    <a:pt x="46" y="21"/>
                    <a:pt x="46" y="21"/>
                    <a:pt x="47" y="21"/>
                  </a:cubicBezTo>
                  <a:cubicBezTo>
                    <a:pt x="64" y="4"/>
                    <a:pt x="64" y="4"/>
                    <a:pt x="64" y="4"/>
                  </a:cubicBezTo>
                  <a:cubicBezTo>
                    <a:pt x="64" y="4"/>
                    <a:pt x="64" y="4"/>
                    <a:pt x="64" y="4"/>
                  </a:cubicBezTo>
                  <a:cubicBezTo>
                    <a:pt x="58" y="1"/>
                    <a:pt x="52" y="0"/>
                    <a:pt x="45" y="0"/>
                  </a:cubicBezTo>
                  <a:cubicBezTo>
                    <a:pt x="20" y="0"/>
                    <a:pt x="0" y="20"/>
                    <a:pt x="0" y="45"/>
                  </a:cubicBezTo>
                  <a:cubicBezTo>
                    <a:pt x="0" y="70"/>
                    <a:pt x="20" y="90"/>
                    <a:pt x="45" y="90"/>
                  </a:cubicBezTo>
                  <a:cubicBezTo>
                    <a:pt x="70" y="90"/>
                    <a:pt x="90" y="70"/>
                    <a:pt x="90" y="45"/>
                  </a:cubicBezTo>
                  <a:cubicBezTo>
                    <a:pt x="90" y="38"/>
                    <a:pt x="89" y="32"/>
                    <a:pt x="86" y="26"/>
                  </a:cubicBezTo>
                  <a:cubicBezTo>
                    <a:pt x="86" y="26"/>
                    <a:pt x="86" y="26"/>
                    <a:pt x="86" y="26"/>
                  </a:cubicBezTo>
                  <a:cubicBezTo>
                    <a:pt x="69" y="43"/>
                    <a:pt x="69" y="43"/>
                    <a:pt x="69" y="43"/>
                  </a:cubicBezTo>
                  <a:cubicBezTo>
                    <a:pt x="69" y="44"/>
                    <a:pt x="69" y="44"/>
                    <a:pt x="69" y="45"/>
                  </a:cubicBezTo>
                  <a:cubicBezTo>
                    <a:pt x="69" y="58"/>
                    <a:pt x="58" y="69"/>
                    <a:pt x="45" y="69"/>
                  </a:cubicBezTo>
                  <a:cubicBezTo>
                    <a:pt x="32" y="69"/>
                    <a:pt x="21" y="58"/>
                    <a:pt x="21" y="45"/>
                  </a:cubicBezTo>
                  <a:cubicBezTo>
                    <a:pt x="21" y="32"/>
                    <a:pt x="32" y="21"/>
                    <a:pt x="45" y="21"/>
                  </a:cubicBezTo>
                  <a:close/>
                  <a:moveTo>
                    <a:pt x="45" y="21"/>
                  </a:moveTo>
                  <a:cubicBezTo>
                    <a:pt x="45" y="21"/>
                    <a:pt x="45" y="21"/>
                    <a:pt x="45" y="21"/>
                  </a:cubicBezTo>
                </a:path>
              </a:pathLst>
            </a:custGeom>
            <a:solidFill>
              <a:schemeClr val="lt1">
                <a:lumMod val="95000"/>
              </a:schemeClr>
            </a:solidFill>
            <a:ln>
              <a:noFill/>
            </a:ln>
          </p:spPr>
          <p:txBody>
            <a:bodyPr vert="horz" wrap="square" lIns="83999" tIns="41999" rIns="83999" bIns="41999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7" name="Freeform 52"/>
            <p:cNvSpPr>
              <a:spLocks noEditPoints="1"/>
            </p:cNvSpPr>
            <p:nvPr>
              <p:custDataLst>
                <p:tags r:id="rId12"/>
              </p:custDataLst>
            </p:nvPr>
          </p:nvSpPr>
          <p:spPr bwMode="auto">
            <a:xfrm>
              <a:off x="5781" y="5872"/>
              <a:ext cx="248" cy="248"/>
            </a:xfrm>
            <a:custGeom>
              <a:avLst/>
              <a:gdLst>
                <a:gd name="T0" fmla="*/ 86 w 102"/>
                <a:gd name="T1" fmla="*/ 28 h 102"/>
                <a:gd name="T2" fmla="*/ 91 w 102"/>
                <a:gd name="T3" fmla="*/ 23 h 102"/>
                <a:gd name="T4" fmla="*/ 91 w 102"/>
                <a:gd name="T5" fmla="*/ 14 h 102"/>
                <a:gd name="T6" fmla="*/ 87 w 102"/>
                <a:gd name="T7" fmla="*/ 11 h 102"/>
                <a:gd name="T8" fmla="*/ 83 w 102"/>
                <a:gd name="T9" fmla="*/ 9 h 102"/>
                <a:gd name="T10" fmla="*/ 79 w 102"/>
                <a:gd name="T11" fmla="*/ 11 h 102"/>
                <a:gd name="T12" fmla="*/ 74 w 102"/>
                <a:gd name="T13" fmla="*/ 17 h 102"/>
                <a:gd name="T14" fmla="*/ 72 w 102"/>
                <a:gd name="T15" fmla="*/ 2 h 102"/>
                <a:gd name="T16" fmla="*/ 70 w 102"/>
                <a:gd name="T17" fmla="*/ 0 h 102"/>
                <a:gd name="T18" fmla="*/ 69 w 102"/>
                <a:gd name="T19" fmla="*/ 0 h 102"/>
                <a:gd name="T20" fmla="*/ 47 w 102"/>
                <a:gd name="T21" fmla="*/ 23 h 102"/>
                <a:gd name="T22" fmla="*/ 44 w 102"/>
                <a:gd name="T23" fmla="*/ 30 h 102"/>
                <a:gd name="T24" fmla="*/ 44 w 102"/>
                <a:gd name="T25" fmla="*/ 31 h 102"/>
                <a:gd name="T26" fmla="*/ 45 w 102"/>
                <a:gd name="T27" fmla="*/ 45 h 102"/>
                <a:gd name="T28" fmla="*/ 37 w 102"/>
                <a:gd name="T29" fmla="*/ 53 h 102"/>
                <a:gd name="T30" fmla="*/ 22 w 102"/>
                <a:gd name="T31" fmla="*/ 68 h 102"/>
                <a:gd name="T32" fmla="*/ 22 w 102"/>
                <a:gd name="T33" fmla="*/ 68 h 102"/>
                <a:gd name="T34" fmla="*/ 8 w 102"/>
                <a:gd name="T35" fmla="*/ 82 h 102"/>
                <a:gd name="T36" fmla="*/ 2 w 102"/>
                <a:gd name="T37" fmla="*/ 89 h 102"/>
                <a:gd name="T38" fmla="*/ 0 w 102"/>
                <a:gd name="T39" fmla="*/ 92 h 102"/>
                <a:gd name="T40" fmla="*/ 0 w 102"/>
                <a:gd name="T41" fmla="*/ 97 h 102"/>
                <a:gd name="T42" fmla="*/ 5 w 102"/>
                <a:gd name="T43" fmla="*/ 102 h 102"/>
                <a:gd name="T44" fmla="*/ 5 w 102"/>
                <a:gd name="T45" fmla="*/ 102 h 102"/>
                <a:gd name="T46" fmla="*/ 10 w 102"/>
                <a:gd name="T47" fmla="*/ 102 h 102"/>
                <a:gd name="T48" fmla="*/ 13 w 102"/>
                <a:gd name="T49" fmla="*/ 100 h 102"/>
                <a:gd name="T50" fmla="*/ 57 w 102"/>
                <a:gd name="T51" fmla="*/ 56 h 102"/>
                <a:gd name="T52" fmla="*/ 70 w 102"/>
                <a:gd name="T53" fmla="*/ 57 h 102"/>
                <a:gd name="T54" fmla="*/ 71 w 102"/>
                <a:gd name="T55" fmla="*/ 57 h 102"/>
                <a:gd name="T56" fmla="*/ 71 w 102"/>
                <a:gd name="T57" fmla="*/ 57 h 102"/>
                <a:gd name="T58" fmla="*/ 78 w 102"/>
                <a:gd name="T59" fmla="*/ 54 h 102"/>
                <a:gd name="T60" fmla="*/ 101 w 102"/>
                <a:gd name="T61" fmla="*/ 32 h 102"/>
                <a:gd name="T62" fmla="*/ 100 w 102"/>
                <a:gd name="T63" fmla="*/ 29 h 102"/>
                <a:gd name="T64" fmla="*/ 86 w 102"/>
                <a:gd name="T65" fmla="*/ 28 h 102"/>
                <a:gd name="T66" fmla="*/ 86 w 102"/>
                <a:gd name="T67" fmla="*/ 28 h 102"/>
                <a:gd name="T68" fmla="*/ 86 w 102"/>
                <a:gd name="T69" fmla="*/ 28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02" h="102">
                  <a:moveTo>
                    <a:pt x="86" y="28"/>
                  </a:moveTo>
                  <a:cubicBezTo>
                    <a:pt x="91" y="23"/>
                    <a:pt x="91" y="23"/>
                    <a:pt x="91" y="23"/>
                  </a:cubicBezTo>
                  <a:cubicBezTo>
                    <a:pt x="93" y="20"/>
                    <a:pt x="93" y="17"/>
                    <a:pt x="91" y="14"/>
                  </a:cubicBezTo>
                  <a:cubicBezTo>
                    <a:pt x="87" y="11"/>
                    <a:pt x="87" y="11"/>
                    <a:pt x="87" y="11"/>
                  </a:cubicBezTo>
                  <a:cubicBezTo>
                    <a:pt x="86" y="10"/>
                    <a:pt x="85" y="9"/>
                    <a:pt x="83" y="9"/>
                  </a:cubicBezTo>
                  <a:cubicBezTo>
                    <a:pt x="82" y="9"/>
                    <a:pt x="80" y="10"/>
                    <a:pt x="79" y="11"/>
                  </a:cubicBezTo>
                  <a:cubicBezTo>
                    <a:pt x="74" y="17"/>
                    <a:pt x="74" y="17"/>
                    <a:pt x="74" y="17"/>
                  </a:cubicBezTo>
                  <a:cubicBezTo>
                    <a:pt x="72" y="2"/>
                    <a:pt x="72" y="2"/>
                    <a:pt x="72" y="2"/>
                  </a:cubicBezTo>
                  <a:cubicBezTo>
                    <a:pt x="72" y="0"/>
                    <a:pt x="71" y="0"/>
                    <a:pt x="70" y="0"/>
                  </a:cubicBezTo>
                  <a:cubicBezTo>
                    <a:pt x="70" y="0"/>
                    <a:pt x="69" y="0"/>
                    <a:pt x="69" y="0"/>
                  </a:cubicBezTo>
                  <a:cubicBezTo>
                    <a:pt x="47" y="23"/>
                    <a:pt x="47" y="23"/>
                    <a:pt x="47" y="23"/>
                  </a:cubicBezTo>
                  <a:cubicBezTo>
                    <a:pt x="45" y="25"/>
                    <a:pt x="44" y="28"/>
                    <a:pt x="44" y="30"/>
                  </a:cubicBezTo>
                  <a:cubicBezTo>
                    <a:pt x="44" y="31"/>
                    <a:pt x="44" y="31"/>
                    <a:pt x="44" y="31"/>
                  </a:cubicBezTo>
                  <a:cubicBezTo>
                    <a:pt x="45" y="45"/>
                    <a:pt x="45" y="45"/>
                    <a:pt x="45" y="45"/>
                  </a:cubicBezTo>
                  <a:cubicBezTo>
                    <a:pt x="37" y="53"/>
                    <a:pt x="37" y="53"/>
                    <a:pt x="37" y="53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2" y="89"/>
                    <a:pt x="2" y="89"/>
                    <a:pt x="2" y="89"/>
                  </a:cubicBezTo>
                  <a:cubicBezTo>
                    <a:pt x="1" y="90"/>
                    <a:pt x="0" y="91"/>
                    <a:pt x="0" y="92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0"/>
                    <a:pt x="2" y="102"/>
                    <a:pt x="5" y="102"/>
                  </a:cubicBezTo>
                  <a:cubicBezTo>
                    <a:pt x="5" y="102"/>
                    <a:pt x="5" y="102"/>
                    <a:pt x="5" y="102"/>
                  </a:cubicBezTo>
                  <a:cubicBezTo>
                    <a:pt x="10" y="102"/>
                    <a:pt x="10" y="102"/>
                    <a:pt x="10" y="102"/>
                  </a:cubicBezTo>
                  <a:cubicBezTo>
                    <a:pt x="11" y="102"/>
                    <a:pt x="12" y="101"/>
                    <a:pt x="13" y="100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71" y="57"/>
                    <a:pt x="71" y="57"/>
                    <a:pt x="71" y="57"/>
                  </a:cubicBezTo>
                  <a:cubicBezTo>
                    <a:pt x="71" y="57"/>
                    <a:pt x="71" y="57"/>
                    <a:pt x="71" y="57"/>
                  </a:cubicBezTo>
                  <a:cubicBezTo>
                    <a:pt x="74" y="57"/>
                    <a:pt x="77" y="56"/>
                    <a:pt x="78" y="54"/>
                  </a:cubicBezTo>
                  <a:cubicBezTo>
                    <a:pt x="101" y="32"/>
                    <a:pt x="101" y="32"/>
                    <a:pt x="101" y="32"/>
                  </a:cubicBezTo>
                  <a:cubicBezTo>
                    <a:pt x="102" y="31"/>
                    <a:pt x="101" y="29"/>
                    <a:pt x="100" y="29"/>
                  </a:cubicBezTo>
                  <a:lnTo>
                    <a:pt x="86" y="28"/>
                  </a:lnTo>
                  <a:close/>
                  <a:moveTo>
                    <a:pt x="86" y="28"/>
                  </a:moveTo>
                  <a:cubicBezTo>
                    <a:pt x="86" y="28"/>
                    <a:pt x="86" y="28"/>
                    <a:pt x="86" y="28"/>
                  </a:cubicBezTo>
                </a:path>
              </a:pathLst>
            </a:custGeom>
            <a:solidFill>
              <a:schemeClr val="lt1">
                <a:lumMod val="95000"/>
              </a:schemeClr>
            </a:solidFill>
            <a:ln>
              <a:noFill/>
            </a:ln>
          </p:spPr>
          <p:txBody>
            <a:bodyPr vert="horz" wrap="square" lIns="83999" tIns="41999" rIns="83999" bIns="41999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1" name="TextBox 8"/>
            <p:cNvSpPr txBox="1"/>
            <p:nvPr/>
          </p:nvSpPr>
          <p:spPr>
            <a:xfrm>
              <a:off x="7947" y="5733"/>
              <a:ext cx="636" cy="67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02</a:t>
              </a:r>
              <a:endPara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2" name="TextBox 13"/>
            <p:cNvSpPr txBox="1"/>
            <p:nvPr/>
          </p:nvSpPr>
          <p:spPr>
            <a:xfrm>
              <a:off x="8925" y="6054"/>
              <a:ext cx="8465" cy="52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just">
                <a:lnSpc>
                  <a:spcPct val="120000"/>
                </a:lnSpc>
              </a:pPr>
              <a:r>
                <a:rPr lang="en-US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index.html</a:t>
              </a:r>
              <a:r>
                <a:rPr lang="zh-CN" altLang="en-US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，产品展示区域呈现四个商品信息</a:t>
              </a:r>
              <a:endPara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3" name="TextBox 14"/>
            <p:cNvSpPr txBox="1"/>
            <p:nvPr/>
          </p:nvSpPr>
          <p:spPr>
            <a:xfrm>
              <a:off x="8925" y="5451"/>
              <a:ext cx="8465" cy="48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首页中进行商品布局设计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sp>
        <p:nvSpPr>
          <p:cNvPr id="25" name="TextBox 13"/>
          <p:cNvSpPr txBox="1"/>
          <p:nvPr>
            <p:custDataLst>
              <p:tags r:id="rId13"/>
            </p:custDataLst>
          </p:nvPr>
        </p:nvSpPr>
        <p:spPr>
          <a:xfrm>
            <a:off x="5667375" y="5255895"/>
            <a:ext cx="5878195" cy="12306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R="0" lvl="0" indent="0" algn="just" defTabSz="914400" rtl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&lt;section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class="product"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&gt; 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&lt;!--  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注意父元素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class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属性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--&gt;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highlight>
                <a:srgbClr val="FFFF00"/>
              </a:highligh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 marR="0" lvl="0" indent="457200" algn="just" defTabSz="914400" rtl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&lt;ul&gt;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 marR="0" lvl="0" indent="457200" algn="just" defTabSz="914400" rtl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&lt;li&gt;......&lt;/li&gt;</a:t>
            </a:r>
            <a:r>
              <a:rPr lang="en-US" altLang="zh-CN" sz="1400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&lt;li&gt;......&lt;/li&gt;&lt;li&gt;......&lt;/li&gt;&lt;li&gt;......&lt;/li&gt;</a:t>
            </a:r>
            <a:endParaRPr lang="en-US" altLang="zh-CN" sz="1400" b="1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 marR="0" lvl="0" indent="457200" algn="just" defTabSz="914400" rtl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60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&lt;/ul&gt;</a:t>
            </a:r>
            <a:endParaRPr kumimoji="0" lang="en-US" altLang="zh-CN" sz="160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 marR="0" lvl="0" indent="0" algn="just" defTabSz="914400" rtl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60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&lt;section&gt;</a:t>
            </a:r>
            <a:endParaRPr kumimoji="0" lang="en-US" altLang="zh-CN" sz="160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30" name="组合 29"/>
          <p:cNvGrpSpPr/>
          <p:nvPr/>
        </p:nvGrpSpPr>
        <p:grpSpPr>
          <a:xfrm>
            <a:off x="2770505" y="4765040"/>
            <a:ext cx="8620760" cy="739140"/>
            <a:chOff x="4363" y="7504"/>
            <a:chExt cx="13576" cy="1164"/>
          </a:xfrm>
        </p:grpSpPr>
        <p:cxnSp>
          <p:nvCxnSpPr>
            <p:cNvPr id="6" name="直接连接符 117"/>
            <p:cNvCxnSpPr/>
            <p:nvPr>
              <p:custDataLst>
                <p:tags r:id="rId14"/>
              </p:custDataLst>
            </p:nvPr>
          </p:nvCxnSpPr>
          <p:spPr>
            <a:xfrm>
              <a:off x="5356" y="8172"/>
              <a:ext cx="1962" cy="0"/>
            </a:xfrm>
            <a:prstGeom prst="line">
              <a:avLst/>
            </a:prstGeom>
            <a:ln w="12700">
              <a:solidFill>
                <a:schemeClr val="lt1">
                  <a:lumMod val="65000"/>
                </a:schemeClr>
              </a:solidFill>
              <a:prstDash val="dash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椭圆 6"/>
            <p:cNvSpPr/>
            <p:nvPr>
              <p:custDataLst>
                <p:tags r:id="rId15"/>
              </p:custDataLst>
            </p:nvPr>
          </p:nvSpPr>
          <p:spPr>
            <a:xfrm>
              <a:off x="4363" y="7676"/>
              <a:ext cx="993" cy="99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9" name="Freeform 15"/>
            <p:cNvSpPr>
              <a:spLocks noEditPoints="1"/>
            </p:cNvSpPr>
            <p:nvPr>
              <p:custDataLst>
                <p:tags r:id="rId16"/>
              </p:custDataLst>
            </p:nvPr>
          </p:nvSpPr>
          <p:spPr bwMode="auto">
            <a:xfrm>
              <a:off x="4591" y="7960"/>
              <a:ext cx="447" cy="348"/>
            </a:xfrm>
            <a:custGeom>
              <a:avLst/>
              <a:gdLst>
                <a:gd name="T0" fmla="*/ 92 w 141"/>
                <a:gd name="T1" fmla="*/ 95 h 110"/>
                <a:gd name="T2" fmla="*/ 126 w 141"/>
                <a:gd name="T3" fmla="*/ 77 h 110"/>
                <a:gd name="T4" fmla="*/ 136 w 141"/>
                <a:gd name="T5" fmla="*/ 38 h 110"/>
                <a:gd name="T6" fmla="*/ 111 w 141"/>
                <a:gd name="T7" fmla="*/ 10 h 110"/>
                <a:gd name="T8" fmla="*/ 75 w 141"/>
                <a:gd name="T9" fmla="*/ 1 h 110"/>
                <a:gd name="T10" fmla="*/ 20 w 141"/>
                <a:gd name="T11" fmla="*/ 19 h 110"/>
                <a:gd name="T12" fmla="*/ 17 w 141"/>
                <a:gd name="T13" fmla="*/ 77 h 110"/>
                <a:gd name="T14" fmla="*/ 30 w 141"/>
                <a:gd name="T15" fmla="*/ 88 h 110"/>
                <a:gd name="T16" fmla="*/ 29 w 141"/>
                <a:gd name="T17" fmla="*/ 88 h 110"/>
                <a:gd name="T18" fmla="*/ 19 w 141"/>
                <a:gd name="T19" fmla="*/ 103 h 110"/>
                <a:gd name="T20" fmla="*/ 17 w 141"/>
                <a:gd name="T21" fmla="*/ 108 h 110"/>
                <a:gd name="T22" fmla="*/ 22 w 141"/>
                <a:gd name="T23" fmla="*/ 110 h 110"/>
                <a:gd name="T24" fmla="*/ 53 w 141"/>
                <a:gd name="T25" fmla="*/ 98 h 110"/>
                <a:gd name="T26" fmla="*/ 58 w 141"/>
                <a:gd name="T27" fmla="*/ 97 h 110"/>
                <a:gd name="T28" fmla="*/ 92 w 141"/>
                <a:gd name="T29" fmla="*/ 95 h 110"/>
                <a:gd name="T30" fmla="*/ 55 w 141"/>
                <a:gd name="T31" fmla="*/ 84 h 110"/>
                <a:gd name="T32" fmla="*/ 50 w 141"/>
                <a:gd name="T33" fmla="*/ 85 h 110"/>
                <a:gd name="T34" fmla="*/ 43 w 141"/>
                <a:gd name="T35" fmla="*/ 90 h 110"/>
                <a:gd name="T36" fmla="*/ 42 w 141"/>
                <a:gd name="T37" fmla="*/ 89 h 110"/>
                <a:gd name="T38" fmla="*/ 45 w 141"/>
                <a:gd name="T39" fmla="*/ 82 h 110"/>
                <a:gd name="T40" fmla="*/ 37 w 141"/>
                <a:gd name="T41" fmla="*/ 77 h 110"/>
                <a:gd name="T42" fmla="*/ 22 w 141"/>
                <a:gd name="T43" fmla="*/ 64 h 110"/>
                <a:gd name="T44" fmla="*/ 25 w 141"/>
                <a:gd name="T45" fmla="*/ 30 h 110"/>
                <a:gd name="T46" fmla="*/ 62 w 141"/>
                <a:gd name="T47" fmla="*/ 14 h 110"/>
                <a:gd name="T48" fmla="*/ 103 w 141"/>
                <a:gd name="T49" fmla="*/ 20 h 110"/>
                <a:gd name="T50" fmla="*/ 123 w 141"/>
                <a:gd name="T51" fmla="*/ 38 h 110"/>
                <a:gd name="T52" fmla="*/ 121 w 141"/>
                <a:gd name="T53" fmla="*/ 64 h 110"/>
                <a:gd name="T54" fmla="*/ 89 w 141"/>
                <a:gd name="T55" fmla="*/ 84 h 110"/>
                <a:gd name="T56" fmla="*/ 55 w 141"/>
                <a:gd name="T57" fmla="*/ 84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41" h="110">
                  <a:moveTo>
                    <a:pt x="92" y="95"/>
                  </a:moveTo>
                  <a:cubicBezTo>
                    <a:pt x="105" y="92"/>
                    <a:pt x="117" y="87"/>
                    <a:pt x="126" y="77"/>
                  </a:cubicBezTo>
                  <a:cubicBezTo>
                    <a:pt x="137" y="66"/>
                    <a:pt x="141" y="53"/>
                    <a:pt x="136" y="38"/>
                  </a:cubicBezTo>
                  <a:cubicBezTo>
                    <a:pt x="132" y="25"/>
                    <a:pt x="123" y="17"/>
                    <a:pt x="111" y="10"/>
                  </a:cubicBezTo>
                  <a:cubicBezTo>
                    <a:pt x="100" y="4"/>
                    <a:pt x="87" y="1"/>
                    <a:pt x="75" y="1"/>
                  </a:cubicBezTo>
                  <a:cubicBezTo>
                    <a:pt x="54" y="0"/>
                    <a:pt x="35" y="5"/>
                    <a:pt x="20" y="19"/>
                  </a:cubicBezTo>
                  <a:cubicBezTo>
                    <a:pt x="1" y="35"/>
                    <a:pt x="0" y="59"/>
                    <a:pt x="17" y="77"/>
                  </a:cubicBezTo>
                  <a:cubicBezTo>
                    <a:pt x="20" y="81"/>
                    <a:pt x="25" y="84"/>
                    <a:pt x="30" y="88"/>
                  </a:cubicBezTo>
                  <a:cubicBezTo>
                    <a:pt x="30" y="88"/>
                    <a:pt x="30" y="88"/>
                    <a:pt x="29" y="88"/>
                  </a:cubicBezTo>
                  <a:cubicBezTo>
                    <a:pt x="27" y="94"/>
                    <a:pt x="23" y="99"/>
                    <a:pt x="19" y="103"/>
                  </a:cubicBezTo>
                  <a:cubicBezTo>
                    <a:pt x="17" y="105"/>
                    <a:pt x="16" y="106"/>
                    <a:pt x="17" y="108"/>
                  </a:cubicBezTo>
                  <a:cubicBezTo>
                    <a:pt x="18" y="110"/>
                    <a:pt x="20" y="110"/>
                    <a:pt x="22" y="110"/>
                  </a:cubicBezTo>
                  <a:cubicBezTo>
                    <a:pt x="33" y="108"/>
                    <a:pt x="43" y="104"/>
                    <a:pt x="53" y="98"/>
                  </a:cubicBezTo>
                  <a:cubicBezTo>
                    <a:pt x="54" y="97"/>
                    <a:pt x="56" y="96"/>
                    <a:pt x="58" y="97"/>
                  </a:cubicBezTo>
                  <a:cubicBezTo>
                    <a:pt x="69" y="98"/>
                    <a:pt x="81" y="98"/>
                    <a:pt x="92" y="95"/>
                  </a:cubicBezTo>
                  <a:close/>
                  <a:moveTo>
                    <a:pt x="55" y="84"/>
                  </a:moveTo>
                  <a:cubicBezTo>
                    <a:pt x="53" y="84"/>
                    <a:pt x="51" y="84"/>
                    <a:pt x="50" y="85"/>
                  </a:cubicBezTo>
                  <a:cubicBezTo>
                    <a:pt x="47" y="87"/>
                    <a:pt x="45" y="88"/>
                    <a:pt x="43" y="90"/>
                  </a:cubicBezTo>
                  <a:cubicBezTo>
                    <a:pt x="43" y="89"/>
                    <a:pt x="42" y="89"/>
                    <a:pt x="42" y="89"/>
                  </a:cubicBezTo>
                  <a:cubicBezTo>
                    <a:pt x="43" y="87"/>
                    <a:pt x="44" y="85"/>
                    <a:pt x="45" y="82"/>
                  </a:cubicBezTo>
                  <a:cubicBezTo>
                    <a:pt x="42" y="80"/>
                    <a:pt x="40" y="79"/>
                    <a:pt x="37" y="77"/>
                  </a:cubicBezTo>
                  <a:cubicBezTo>
                    <a:pt x="31" y="74"/>
                    <a:pt x="26" y="70"/>
                    <a:pt x="22" y="64"/>
                  </a:cubicBezTo>
                  <a:cubicBezTo>
                    <a:pt x="14" y="53"/>
                    <a:pt x="16" y="40"/>
                    <a:pt x="25" y="30"/>
                  </a:cubicBezTo>
                  <a:cubicBezTo>
                    <a:pt x="35" y="20"/>
                    <a:pt x="48" y="15"/>
                    <a:pt x="62" y="14"/>
                  </a:cubicBezTo>
                  <a:cubicBezTo>
                    <a:pt x="76" y="12"/>
                    <a:pt x="90" y="14"/>
                    <a:pt x="103" y="20"/>
                  </a:cubicBezTo>
                  <a:cubicBezTo>
                    <a:pt x="112" y="24"/>
                    <a:pt x="119" y="30"/>
                    <a:pt x="123" y="38"/>
                  </a:cubicBezTo>
                  <a:cubicBezTo>
                    <a:pt x="128" y="47"/>
                    <a:pt x="127" y="56"/>
                    <a:pt x="121" y="64"/>
                  </a:cubicBezTo>
                  <a:cubicBezTo>
                    <a:pt x="113" y="75"/>
                    <a:pt x="102" y="81"/>
                    <a:pt x="89" y="84"/>
                  </a:cubicBezTo>
                  <a:cubicBezTo>
                    <a:pt x="78" y="86"/>
                    <a:pt x="66" y="86"/>
                    <a:pt x="55" y="8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83999" tIns="41999" rIns="83999" bIns="41999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0" name="Freeform 16"/>
            <p:cNvSpPr/>
            <p:nvPr>
              <p:custDataLst>
                <p:tags r:id="rId17"/>
              </p:custDataLst>
            </p:nvPr>
          </p:nvSpPr>
          <p:spPr bwMode="auto">
            <a:xfrm>
              <a:off x="4794" y="8071"/>
              <a:ext cx="352" cy="313"/>
            </a:xfrm>
            <a:custGeom>
              <a:avLst/>
              <a:gdLst>
                <a:gd name="T0" fmla="*/ 94 w 111"/>
                <a:gd name="T1" fmla="*/ 90 h 99"/>
                <a:gd name="T2" fmla="*/ 85 w 111"/>
                <a:gd name="T3" fmla="*/ 77 h 99"/>
                <a:gd name="T4" fmla="*/ 110 w 111"/>
                <a:gd name="T5" fmla="*/ 38 h 99"/>
                <a:gd name="T6" fmla="*/ 84 w 111"/>
                <a:gd name="T7" fmla="*/ 0 h 99"/>
                <a:gd name="T8" fmla="*/ 85 w 111"/>
                <a:gd name="T9" fmla="*/ 3 h 99"/>
                <a:gd name="T10" fmla="*/ 86 w 111"/>
                <a:gd name="T11" fmla="*/ 21 h 99"/>
                <a:gd name="T12" fmla="*/ 66 w 111"/>
                <a:gd name="T13" fmla="*/ 55 h 99"/>
                <a:gd name="T14" fmla="*/ 23 w 111"/>
                <a:gd name="T15" fmla="*/ 74 h 99"/>
                <a:gd name="T16" fmla="*/ 0 w 111"/>
                <a:gd name="T17" fmla="*/ 75 h 99"/>
                <a:gd name="T18" fmla="*/ 10 w 111"/>
                <a:gd name="T19" fmla="*/ 81 h 99"/>
                <a:gd name="T20" fmla="*/ 58 w 111"/>
                <a:gd name="T21" fmla="*/ 86 h 99"/>
                <a:gd name="T22" fmla="*/ 62 w 111"/>
                <a:gd name="T23" fmla="*/ 87 h 99"/>
                <a:gd name="T24" fmla="*/ 94 w 111"/>
                <a:gd name="T25" fmla="*/ 99 h 99"/>
                <a:gd name="T26" fmla="*/ 98 w 111"/>
                <a:gd name="T27" fmla="*/ 97 h 99"/>
                <a:gd name="T28" fmla="*/ 97 w 111"/>
                <a:gd name="T29" fmla="*/ 93 h 99"/>
                <a:gd name="T30" fmla="*/ 94 w 111"/>
                <a:gd name="T31" fmla="*/ 90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11" h="99">
                  <a:moveTo>
                    <a:pt x="94" y="90"/>
                  </a:moveTo>
                  <a:cubicBezTo>
                    <a:pt x="91" y="86"/>
                    <a:pt x="87" y="82"/>
                    <a:pt x="85" y="77"/>
                  </a:cubicBezTo>
                  <a:cubicBezTo>
                    <a:pt x="100" y="68"/>
                    <a:pt x="111" y="56"/>
                    <a:pt x="110" y="38"/>
                  </a:cubicBezTo>
                  <a:cubicBezTo>
                    <a:pt x="110" y="20"/>
                    <a:pt x="99" y="9"/>
                    <a:pt x="84" y="0"/>
                  </a:cubicBezTo>
                  <a:cubicBezTo>
                    <a:pt x="85" y="1"/>
                    <a:pt x="85" y="2"/>
                    <a:pt x="85" y="3"/>
                  </a:cubicBezTo>
                  <a:cubicBezTo>
                    <a:pt x="86" y="9"/>
                    <a:pt x="87" y="15"/>
                    <a:pt x="86" y="21"/>
                  </a:cubicBezTo>
                  <a:cubicBezTo>
                    <a:pt x="84" y="35"/>
                    <a:pt x="77" y="46"/>
                    <a:pt x="66" y="55"/>
                  </a:cubicBezTo>
                  <a:cubicBezTo>
                    <a:pt x="54" y="66"/>
                    <a:pt x="39" y="71"/>
                    <a:pt x="23" y="74"/>
                  </a:cubicBezTo>
                  <a:cubicBezTo>
                    <a:pt x="16" y="75"/>
                    <a:pt x="8" y="75"/>
                    <a:pt x="0" y="75"/>
                  </a:cubicBezTo>
                  <a:cubicBezTo>
                    <a:pt x="3" y="77"/>
                    <a:pt x="7" y="79"/>
                    <a:pt x="10" y="81"/>
                  </a:cubicBezTo>
                  <a:cubicBezTo>
                    <a:pt x="26" y="87"/>
                    <a:pt x="42" y="88"/>
                    <a:pt x="58" y="86"/>
                  </a:cubicBezTo>
                  <a:cubicBezTo>
                    <a:pt x="60" y="86"/>
                    <a:pt x="61" y="86"/>
                    <a:pt x="62" y="87"/>
                  </a:cubicBezTo>
                  <a:cubicBezTo>
                    <a:pt x="72" y="93"/>
                    <a:pt x="82" y="97"/>
                    <a:pt x="94" y="99"/>
                  </a:cubicBezTo>
                  <a:cubicBezTo>
                    <a:pt x="95" y="99"/>
                    <a:pt x="97" y="98"/>
                    <a:pt x="98" y="97"/>
                  </a:cubicBezTo>
                  <a:cubicBezTo>
                    <a:pt x="98" y="97"/>
                    <a:pt x="98" y="95"/>
                    <a:pt x="97" y="93"/>
                  </a:cubicBezTo>
                  <a:cubicBezTo>
                    <a:pt x="97" y="92"/>
                    <a:pt x="95" y="91"/>
                    <a:pt x="94" y="90"/>
                  </a:cubicBezTo>
                  <a:close/>
                </a:path>
              </a:pathLst>
            </a:custGeom>
            <a:solidFill>
              <a:schemeClr val="lt1">
                <a:lumMod val="9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83999" tIns="41999" rIns="83999" bIns="41999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4" name="TextBox 8"/>
            <p:cNvSpPr txBox="1"/>
            <p:nvPr/>
          </p:nvSpPr>
          <p:spPr>
            <a:xfrm>
              <a:off x="7901" y="7769"/>
              <a:ext cx="636" cy="67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03</a:t>
              </a:r>
              <a:endPara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6" name="TextBox 14"/>
            <p:cNvSpPr txBox="1"/>
            <p:nvPr>
              <p:custDataLst>
                <p:tags r:id="rId18"/>
              </p:custDataLst>
            </p:nvPr>
          </p:nvSpPr>
          <p:spPr>
            <a:xfrm>
              <a:off x="8925" y="7504"/>
              <a:ext cx="9014" cy="48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lang="zh-CN" altLang="en-US" sz="20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分析商品数据布局标签结构：</a:t>
              </a:r>
              <a:r>
                <a: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section ul li</a:t>
              </a:r>
              <a:endParaRPr lang="en-US" altLang="zh-CN" sz="20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27" name="文本框 26"/>
          <p:cNvSpPr txBox="1"/>
          <p:nvPr/>
        </p:nvSpPr>
        <p:spPr>
          <a:xfrm>
            <a:off x="828652" y="200499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实现</a:t>
            </a: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过程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4" name="文本框 33"/>
          <p:cNvSpPr txBox="1"/>
          <p:nvPr>
            <p:custDataLst>
              <p:tags r:id="rId19"/>
            </p:custDataLst>
          </p:nvPr>
        </p:nvSpPr>
        <p:spPr>
          <a:xfrm>
            <a:off x="1141730" y="1073150"/>
            <a:ext cx="3505200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lnSpc>
                <a:spcPct val="120000"/>
              </a:lnSpc>
              <a:buClr>
                <a:srgbClr val="3C853C"/>
              </a:buClr>
              <a:buSzTx/>
              <a:buFontTx/>
            </a:pPr>
            <a:r>
              <a:rPr lang="en-US" altLang="zh-CN" sz="2400" b="1" dirty="0" err="1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1. </a:t>
            </a:r>
            <a:r>
              <a:rPr lang="en-US" altLang="zh-CN" sz="2400" b="1" dirty="0" err="1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准备静态页面模板</a:t>
            </a:r>
            <a:endParaRPr lang="en-US" altLang="zh-CN" sz="2400" b="1" dirty="0" err="1">
              <a:solidFill>
                <a:schemeClr val="l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8" name="Isosceles Triangle 2_1"/>
          <p:cNvSpPr/>
          <p:nvPr>
            <p:custDataLst>
              <p:tags r:id="rId20"/>
            </p:custDataLst>
          </p:nvPr>
        </p:nvSpPr>
        <p:spPr>
          <a:xfrm rot="16200000" flipV="1">
            <a:off x="946379" y="1241856"/>
            <a:ext cx="299396" cy="258102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365">
              <a:solidFill>
                <a:srgbClr val="0000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</p:spTree>
    <p:custDataLst>
      <p:tags r:id="rId2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  <p:bldP spid="2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6096000" y="1929130"/>
            <a:ext cx="5878830" cy="1409700"/>
            <a:chOff x="9600" y="3038"/>
            <a:chExt cx="9258" cy="2220"/>
          </a:xfrm>
        </p:grpSpPr>
        <p:sp>
          <p:nvSpPr>
            <p:cNvPr id="52" name="PA-矩形 51"/>
            <p:cNvSpPr/>
            <p:nvPr>
              <p:custDataLst>
                <p:tags r:id="rId3"/>
              </p:custDataLst>
            </p:nvPr>
          </p:nvSpPr>
          <p:spPr>
            <a:xfrm>
              <a:off x="9600" y="3038"/>
              <a:ext cx="8816" cy="2221"/>
            </a:xfrm>
            <a:prstGeom prst="rect">
              <a:avLst/>
            </a:prstGeom>
            <a:solidFill>
              <a:schemeClr val="accent5">
                <a:alpha val="2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" name="PA-椭圆 5"/>
            <p:cNvSpPr/>
            <p:nvPr>
              <p:custDataLst>
                <p:tags r:id="rId4"/>
              </p:custDataLst>
            </p:nvPr>
          </p:nvSpPr>
          <p:spPr>
            <a:xfrm>
              <a:off x="10057" y="3599"/>
              <a:ext cx="1121" cy="1121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100000">
                  <a:schemeClr val="bg1">
                    <a:lumMod val="95000"/>
                  </a:schemeClr>
                </a:gs>
              </a:gsLst>
              <a:lin ang="15000000" scaled="0"/>
            </a:gradFill>
            <a:ln w="25400">
              <a:gradFill>
                <a:gsLst>
                  <a:gs pos="0">
                    <a:srgbClr val="FFFFFF"/>
                  </a:gs>
                  <a:gs pos="100000">
                    <a:srgbClr val="F2F2F2">
                      <a:lumMod val="95000"/>
                    </a:srgbClr>
                  </a:gs>
                </a:gsLst>
                <a:lin ang="5400000" scaled="0"/>
              </a:gradFill>
            </a:ln>
            <a:effectLst>
              <a:outerShdw blurRad="63500" sx="103000" sy="103000" algn="ctr" rotWithShape="0">
                <a:prstClr val="black">
                  <a:alpha val="26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7" name="PA-椭圆 6"/>
            <p:cNvSpPr/>
            <p:nvPr>
              <p:custDataLst>
                <p:tags r:id="rId5"/>
              </p:custDataLst>
            </p:nvPr>
          </p:nvSpPr>
          <p:spPr>
            <a:xfrm>
              <a:off x="10130" y="3673"/>
              <a:ext cx="991" cy="991"/>
            </a:xfrm>
            <a:prstGeom prst="ellipse">
              <a:avLst/>
            </a:prstGeom>
            <a:solidFill>
              <a:schemeClr val="accent2"/>
            </a:solidFill>
            <a:ln w="28575">
              <a:noFill/>
            </a:ln>
            <a:effectLst/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9" name="PA-任意多边形 78"/>
            <p:cNvSpPr/>
            <p:nvPr>
              <p:custDataLst>
                <p:tags r:id="rId6"/>
              </p:custDataLst>
            </p:nvPr>
          </p:nvSpPr>
          <p:spPr bwMode="auto">
            <a:xfrm>
              <a:off x="10543" y="4079"/>
              <a:ext cx="390" cy="391"/>
            </a:xfrm>
            <a:custGeom>
              <a:avLst/>
              <a:gdLst>
                <a:gd name="T0" fmla="*/ 27 w 97"/>
                <a:gd name="T1" fmla="*/ 26 h 98"/>
                <a:gd name="T2" fmla="*/ 26 w 97"/>
                <a:gd name="T3" fmla="*/ 27 h 98"/>
                <a:gd name="T4" fmla="*/ 0 w 97"/>
                <a:gd name="T5" fmla="*/ 90 h 98"/>
                <a:gd name="T6" fmla="*/ 0 w 97"/>
                <a:gd name="T7" fmla="*/ 91 h 98"/>
                <a:gd name="T8" fmla="*/ 1 w 97"/>
                <a:gd name="T9" fmla="*/ 93 h 98"/>
                <a:gd name="T10" fmla="*/ 53 w 97"/>
                <a:gd name="T11" fmla="*/ 89 h 98"/>
                <a:gd name="T12" fmla="*/ 89 w 97"/>
                <a:gd name="T13" fmla="*/ 51 h 98"/>
                <a:gd name="T14" fmla="*/ 92 w 97"/>
                <a:gd name="T15" fmla="*/ 2 h 98"/>
                <a:gd name="T16" fmla="*/ 91 w 97"/>
                <a:gd name="T17" fmla="*/ 1 h 98"/>
                <a:gd name="T18" fmla="*/ 89 w 97"/>
                <a:gd name="T19" fmla="*/ 1 h 98"/>
                <a:gd name="T20" fmla="*/ 27 w 97"/>
                <a:gd name="T21" fmla="*/ 26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7" h="98">
                  <a:moveTo>
                    <a:pt x="27" y="26"/>
                  </a:moveTo>
                  <a:cubicBezTo>
                    <a:pt x="26" y="26"/>
                    <a:pt x="26" y="27"/>
                    <a:pt x="26" y="27"/>
                  </a:cubicBezTo>
                  <a:cubicBezTo>
                    <a:pt x="0" y="90"/>
                    <a:pt x="0" y="90"/>
                    <a:pt x="0" y="90"/>
                  </a:cubicBezTo>
                  <a:cubicBezTo>
                    <a:pt x="0" y="90"/>
                    <a:pt x="0" y="91"/>
                    <a:pt x="0" y="91"/>
                  </a:cubicBezTo>
                  <a:cubicBezTo>
                    <a:pt x="0" y="92"/>
                    <a:pt x="1" y="92"/>
                    <a:pt x="1" y="93"/>
                  </a:cubicBezTo>
                  <a:cubicBezTo>
                    <a:pt x="19" y="98"/>
                    <a:pt x="37" y="96"/>
                    <a:pt x="53" y="89"/>
                  </a:cubicBezTo>
                  <a:cubicBezTo>
                    <a:pt x="70" y="81"/>
                    <a:pt x="82" y="67"/>
                    <a:pt x="89" y="51"/>
                  </a:cubicBezTo>
                  <a:cubicBezTo>
                    <a:pt x="96" y="35"/>
                    <a:pt x="97" y="18"/>
                    <a:pt x="92" y="2"/>
                  </a:cubicBezTo>
                  <a:cubicBezTo>
                    <a:pt x="92" y="2"/>
                    <a:pt x="92" y="1"/>
                    <a:pt x="91" y="1"/>
                  </a:cubicBezTo>
                  <a:cubicBezTo>
                    <a:pt x="90" y="0"/>
                    <a:pt x="90" y="0"/>
                    <a:pt x="89" y="1"/>
                  </a:cubicBezTo>
                  <a:lnTo>
                    <a:pt x="27" y="26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0" name="PA-任意多边形 79"/>
            <p:cNvSpPr>
              <a:spLocks noEditPoints="1"/>
            </p:cNvSpPr>
            <p:nvPr>
              <p:custDataLst>
                <p:tags r:id="rId7"/>
              </p:custDataLst>
            </p:nvPr>
          </p:nvSpPr>
          <p:spPr bwMode="auto">
            <a:xfrm>
              <a:off x="10483" y="3864"/>
              <a:ext cx="410" cy="279"/>
            </a:xfrm>
            <a:custGeom>
              <a:avLst/>
              <a:gdLst>
                <a:gd name="T0" fmla="*/ 41 w 102"/>
                <a:gd name="T1" fmla="*/ 69 h 70"/>
                <a:gd name="T2" fmla="*/ 100 w 102"/>
                <a:gd name="T3" fmla="*/ 45 h 70"/>
                <a:gd name="T4" fmla="*/ 101 w 102"/>
                <a:gd name="T5" fmla="*/ 43 h 70"/>
                <a:gd name="T6" fmla="*/ 101 w 102"/>
                <a:gd name="T7" fmla="*/ 42 h 70"/>
                <a:gd name="T8" fmla="*/ 65 w 102"/>
                <a:gd name="T9" fmla="*/ 9 h 70"/>
                <a:gd name="T10" fmla="*/ 1 w 102"/>
                <a:gd name="T11" fmla="*/ 13 h 70"/>
                <a:gd name="T12" fmla="*/ 0 w 102"/>
                <a:gd name="T13" fmla="*/ 14 h 70"/>
                <a:gd name="T14" fmla="*/ 0 w 102"/>
                <a:gd name="T15" fmla="*/ 14 h 70"/>
                <a:gd name="T16" fmla="*/ 0 w 102"/>
                <a:gd name="T17" fmla="*/ 16 h 70"/>
                <a:gd name="T18" fmla="*/ 38 w 102"/>
                <a:gd name="T19" fmla="*/ 68 h 70"/>
                <a:gd name="T20" fmla="*/ 41 w 102"/>
                <a:gd name="T21" fmla="*/ 69 h 70"/>
                <a:gd name="T22" fmla="*/ 43 w 102"/>
                <a:gd name="T23" fmla="*/ 56 h 70"/>
                <a:gd name="T24" fmla="*/ 16 w 102"/>
                <a:gd name="T25" fmla="*/ 19 h 70"/>
                <a:gd name="T26" fmla="*/ 32 w 102"/>
                <a:gd name="T27" fmla="*/ 15 h 70"/>
                <a:gd name="T28" fmla="*/ 61 w 102"/>
                <a:gd name="T29" fmla="*/ 20 h 70"/>
                <a:gd name="T30" fmla="*/ 79 w 102"/>
                <a:gd name="T31" fmla="*/ 31 h 70"/>
                <a:gd name="T32" fmla="*/ 85 w 102"/>
                <a:gd name="T33" fmla="*/ 38 h 70"/>
                <a:gd name="T34" fmla="*/ 43 w 102"/>
                <a:gd name="T35" fmla="*/ 56 h 70"/>
                <a:gd name="T36" fmla="*/ 43 w 102"/>
                <a:gd name="T37" fmla="*/ 56 h 70"/>
                <a:gd name="T38" fmla="*/ 43 w 102"/>
                <a:gd name="T39" fmla="*/ 56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02" h="70">
                  <a:moveTo>
                    <a:pt x="41" y="69"/>
                  </a:moveTo>
                  <a:cubicBezTo>
                    <a:pt x="100" y="45"/>
                    <a:pt x="100" y="45"/>
                    <a:pt x="100" y="45"/>
                  </a:cubicBezTo>
                  <a:cubicBezTo>
                    <a:pt x="101" y="44"/>
                    <a:pt x="101" y="44"/>
                    <a:pt x="101" y="43"/>
                  </a:cubicBezTo>
                  <a:cubicBezTo>
                    <a:pt x="102" y="43"/>
                    <a:pt x="102" y="42"/>
                    <a:pt x="101" y="42"/>
                  </a:cubicBezTo>
                  <a:cubicBezTo>
                    <a:pt x="93" y="27"/>
                    <a:pt x="81" y="15"/>
                    <a:pt x="65" y="9"/>
                  </a:cubicBezTo>
                  <a:cubicBezTo>
                    <a:pt x="44" y="0"/>
                    <a:pt x="21" y="2"/>
                    <a:pt x="1" y="13"/>
                  </a:cubicBezTo>
                  <a:cubicBezTo>
                    <a:pt x="1" y="13"/>
                    <a:pt x="0" y="13"/>
                    <a:pt x="0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15"/>
                    <a:pt x="0" y="16"/>
                    <a:pt x="0" y="16"/>
                  </a:cubicBezTo>
                  <a:cubicBezTo>
                    <a:pt x="38" y="68"/>
                    <a:pt x="38" y="68"/>
                    <a:pt x="38" y="68"/>
                  </a:cubicBezTo>
                  <a:cubicBezTo>
                    <a:pt x="38" y="69"/>
                    <a:pt x="40" y="70"/>
                    <a:pt x="41" y="69"/>
                  </a:cubicBezTo>
                  <a:close/>
                  <a:moveTo>
                    <a:pt x="43" y="56"/>
                  </a:moveTo>
                  <a:cubicBezTo>
                    <a:pt x="16" y="19"/>
                    <a:pt x="16" y="19"/>
                    <a:pt x="16" y="19"/>
                  </a:cubicBezTo>
                  <a:cubicBezTo>
                    <a:pt x="22" y="17"/>
                    <a:pt x="27" y="16"/>
                    <a:pt x="32" y="15"/>
                  </a:cubicBezTo>
                  <a:cubicBezTo>
                    <a:pt x="42" y="14"/>
                    <a:pt x="52" y="16"/>
                    <a:pt x="61" y="20"/>
                  </a:cubicBezTo>
                  <a:cubicBezTo>
                    <a:pt x="67" y="23"/>
                    <a:pt x="74" y="26"/>
                    <a:pt x="79" y="31"/>
                  </a:cubicBezTo>
                  <a:cubicBezTo>
                    <a:pt x="81" y="34"/>
                    <a:pt x="83" y="36"/>
                    <a:pt x="85" y="38"/>
                  </a:cubicBezTo>
                  <a:lnTo>
                    <a:pt x="43" y="56"/>
                  </a:lnTo>
                  <a:close/>
                  <a:moveTo>
                    <a:pt x="43" y="56"/>
                  </a:moveTo>
                  <a:cubicBezTo>
                    <a:pt x="43" y="56"/>
                    <a:pt x="43" y="56"/>
                    <a:pt x="43" y="56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1" name="PA-任意多边形 80"/>
            <p:cNvSpPr>
              <a:spLocks noEditPoints="1"/>
            </p:cNvSpPr>
            <p:nvPr>
              <p:custDataLst>
                <p:tags r:id="rId8"/>
              </p:custDataLst>
            </p:nvPr>
          </p:nvSpPr>
          <p:spPr bwMode="auto">
            <a:xfrm>
              <a:off x="10331" y="3948"/>
              <a:ext cx="277" cy="478"/>
            </a:xfrm>
            <a:custGeom>
              <a:avLst/>
              <a:gdLst>
                <a:gd name="T0" fmla="*/ 43 w 69"/>
                <a:gd name="T1" fmla="*/ 118 h 120"/>
                <a:gd name="T2" fmla="*/ 68 w 69"/>
                <a:gd name="T3" fmla="*/ 57 h 120"/>
                <a:gd name="T4" fmla="*/ 68 w 69"/>
                <a:gd name="T5" fmla="*/ 55 h 120"/>
                <a:gd name="T6" fmla="*/ 29 w 69"/>
                <a:gd name="T7" fmla="*/ 1 h 120"/>
                <a:gd name="T8" fmla="*/ 28 w 69"/>
                <a:gd name="T9" fmla="*/ 0 h 120"/>
                <a:gd name="T10" fmla="*/ 26 w 69"/>
                <a:gd name="T11" fmla="*/ 1 h 120"/>
                <a:gd name="T12" fmla="*/ 8 w 69"/>
                <a:gd name="T13" fmla="*/ 27 h 120"/>
                <a:gd name="T14" fmla="*/ 6 w 69"/>
                <a:gd name="T15" fmla="*/ 80 h 120"/>
                <a:gd name="T16" fmla="*/ 40 w 69"/>
                <a:gd name="T17" fmla="*/ 119 h 120"/>
                <a:gd name="T18" fmla="*/ 42 w 69"/>
                <a:gd name="T19" fmla="*/ 120 h 120"/>
                <a:gd name="T20" fmla="*/ 43 w 69"/>
                <a:gd name="T21" fmla="*/ 118 h 120"/>
                <a:gd name="T22" fmla="*/ 43 w 69"/>
                <a:gd name="T23" fmla="*/ 118 h 120"/>
                <a:gd name="T24" fmla="*/ 43 w 69"/>
                <a:gd name="T25" fmla="*/ 118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9" h="120">
                  <a:moveTo>
                    <a:pt x="43" y="118"/>
                  </a:moveTo>
                  <a:cubicBezTo>
                    <a:pt x="68" y="57"/>
                    <a:pt x="68" y="57"/>
                    <a:pt x="68" y="57"/>
                  </a:cubicBezTo>
                  <a:cubicBezTo>
                    <a:pt x="69" y="57"/>
                    <a:pt x="69" y="56"/>
                    <a:pt x="68" y="55"/>
                  </a:cubicBezTo>
                  <a:cubicBezTo>
                    <a:pt x="29" y="1"/>
                    <a:pt x="29" y="1"/>
                    <a:pt x="29" y="1"/>
                  </a:cubicBezTo>
                  <a:cubicBezTo>
                    <a:pt x="29" y="1"/>
                    <a:pt x="29" y="1"/>
                    <a:pt x="28" y="0"/>
                  </a:cubicBezTo>
                  <a:cubicBezTo>
                    <a:pt x="27" y="0"/>
                    <a:pt x="27" y="1"/>
                    <a:pt x="26" y="1"/>
                  </a:cubicBezTo>
                  <a:cubicBezTo>
                    <a:pt x="18" y="8"/>
                    <a:pt x="12" y="17"/>
                    <a:pt x="8" y="27"/>
                  </a:cubicBezTo>
                  <a:cubicBezTo>
                    <a:pt x="1" y="44"/>
                    <a:pt x="0" y="63"/>
                    <a:pt x="6" y="80"/>
                  </a:cubicBezTo>
                  <a:cubicBezTo>
                    <a:pt x="12" y="97"/>
                    <a:pt x="24" y="111"/>
                    <a:pt x="40" y="119"/>
                  </a:cubicBezTo>
                  <a:cubicBezTo>
                    <a:pt x="40" y="120"/>
                    <a:pt x="41" y="120"/>
                    <a:pt x="42" y="120"/>
                  </a:cubicBezTo>
                  <a:cubicBezTo>
                    <a:pt x="42" y="119"/>
                    <a:pt x="43" y="119"/>
                    <a:pt x="43" y="118"/>
                  </a:cubicBezTo>
                  <a:close/>
                  <a:moveTo>
                    <a:pt x="43" y="118"/>
                  </a:moveTo>
                  <a:cubicBezTo>
                    <a:pt x="43" y="118"/>
                    <a:pt x="43" y="118"/>
                    <a:pt x="43" y="118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7" name="PA-矩形 26"/>
            <p:cNvSpPr/>
            <p:nvPr>
              <p:custDataLst>
                <p:tags r:id="rId9"/>
              </p:custDataLst>
            </p:nvPr>
          </p:nvSpPr>
          <p:spPr>
            <a:xfrm>
              <a:off x="11596" y="4218"/>
              <a:ext cx="7262" cy="674"/>
            </a:xfrm>
            <a:prstGeom prst="rect">
              <a:avLst/>
            </a:prstGeom>
          </p:spPr>
          <p:txBody>
            <a:bodyPr wrap="square" lIns="68580" tIns="34290" rIns="68580" bIns="3429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b="1" dirty="0">
                  <a:solidFill>
                    <a:schemeClr val="bg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CMD </a:t>
              </a:r>
              <a:r>
                <a:rPr lang="zh-CN" altLang="en-US" b="1" dirty="0">
                  <a:solidFill>
                    <a:schemeClr val="bg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站点目录下</a:t>
              </a:r>
              <a:r>
                <a:rPr lang="en-US" altLang="zh-CN" b="1" dirty="0">
                  <a:solidFill>
                    <a:schemeClr val="bg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&gt;</a:t>
              </a:r>
              <a:r>
                <a:rPr lang="en-US" altLang="zh-CN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</a:t>
              </a:r>
              <a:r>
                <a:rPr lang="en-US" altLang="zh-CN" b="1" dirty="0" err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npm</a:t>
              </a:r>
              <a:r>
                <a:rPr lang="en-US" altLang="zh-CN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install </a:t>
              </a:r>
              <a:r>
                <a:rPr lang="en-US" altLang="zh-CN" b="1" dirty="0" err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mysql</a:t>
              </a:r>
              <a:endParaRPr lang="en-US" altLang="zh-CN" b="1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8" name="PA-文本框 59"/>
            <p:cNvSpPr txBox="1"/>
            <p:nvPr>
              <p:custDataLst>
                <p:tags r:id="rId10"/>
              </p:custDataLst>
            </p:nvPr>
          </p:nvSpPr>
          <p:spPr>
            <a:xfrm>
              <a:off x="11596" y="3512"/>
              <a:ext cx="6465" cy="689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r>
                <a:rPr lang="zh-CN" altLang="en-US" sz="24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本地安装</a:t>
              </a:r>
              <a:r>
                <a:rPr lang="en-US" altLang="zh-CN" sz="2400" dirty="0" err="1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mysql</a:t>
              </a:r>
              <a:r>
                <a:rPr lang="zh-CN" altLang="en-US" sz="24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模块</a:t>
              </a:r>
              <a:endParaRPr lang="zh-CN" altLang="en-US" sz="24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6096000" y="3676015"/>
            <a:ext cx="5709285" cy="1464310"/>
            <a:chOff x="9600" y="5789"/>
            <a:chExt cx="8991" cy="2306"/>
          </a:xfrm>
        </p:grpSpPr>
        <p:sp>
          <p:nvSpPr>
            <p:cNvPr id="55" name="PA-矩形 54"/>
            <p:cNvSpPr/>
            <p:nvPr>
              <p:custDataLst>
                <p:tags r:id="rId11"/>
              </p:custDataLst>
            </p:nvPr>
          </p:nvSpPr>
          <p:spPr>
            <a:xfrm>
              <a:off x="9600" y="5789"/>
              <a:ext cx="8816" cy="2306"/>
            </a:xfrm>
            <a:prstGeom prst="rect">
              <a:avLst/>
            </a:prstGeom>
            <a:solidFill>
              <a:schemeClr val="accent5">
                <a:alpha val="2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PA-椭圆 8"/>
            <p:cNvSpPr/>
            <p:nvPr>
              <p:custDataLst>
                <p:tags r:id="rId12"/>
              </p:custDataLst>
            </p:nvPr>
          </p:nvSpPr>
          <p:spPr>
            <a:xfrm>
              <a:off x="10092" y="6314"/>
              <a:ext cx="1121" cy="1121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100000">
                  <a:schemeClr val="bg1">
                    <a:lumMod val="95000"/>
                  </a:schemeClr>
                </a:gs>
              </a:gsLst>
              <a:lin ang="15000000" scaled="0"/>
            </a:gradFill>
            <a:ln w="25400">
              <a:gradFill>
                <a:gsLst>
                  <a:gs pos="0">
                    <a:srgbClr val="FFFFFF"/>
                  </a:gs>
                  <a:gs pos="100000">
                    <a:srgbClr val="F2F2F2">
                      <a:lumMod val="95000"/>
                    </a:srgbClr>
                  </a:gs>
                </a:gsLst>
                <a:lin ang="5400000" scaled="0"/>
              </a:gradFill>
            </a:ln>
            <a:effectLst>
              <a:outerShdw blurRad="63500" sx="103000" sy="103000" algn="ctr" rotWithShape="0">
                <a:prstClr val="black">
                  <a:alpha val="26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0" name="PA-椭圆 9"/>
            <p:cNvSpPr/>
            <p:nvPr>
              <p:custDataLst>
                <p:tags r:id="rId13"/>
              </p:custDataLst>
            </p:nvPr>
          </p:nvSpPr>
          <p:spPr>
            <a:xfrm>
              <a:off x="10165" y="6388"/>
              <a:ext cx="991" cy="991"/>
            </a:xfrm>
            <a:prstGeom prst="ellipse">
              <a:avLst/>
            </a:prstGeom>
            <a:solidFill>
              <a:schemeClr val="accent1"/>
            </a:solidFill>
            <a:ln w="28575">
              <a:noFill/>
            </a:ln>
            <a:effectLst/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3" name="PA-任意多边形 81"/>
            <p:cNvSpPr/>
            <p:nvPr>
              <p:custDataLst>
                <p:tags r:id="rId14"/>
              </p:custDataLst>
            </p:nvPr>
          </p:nvSpPr>
          <p:spPr bwMode="auto">
            <a:xfrm>
              <a:off x="10792" y="6560"/>
              <a:ext cx="197" cy="197"/>
            </a:xfrm>
            <a:custGeom>
              <a:avLst/>
              <a:gdLst>
                <a:gd name="T0" fmla="*/ 38 w 49"/>
                <a:gd name="T1" fmla="*/ 11 h 49"/>
                <a:gd name="T2" fmla="*/ 3 w 49"/>
                <a:gd name="T3" fmla="*/ 7 h 49"/>
                <a:gd name="T4" fmla="*/ 2 w 49"/>
                <a:gd name="T5" fmla="*/ 15 h 49"/>
                <a:gd name="T6" fmla="*/ 34 w 49"/>
                <a:gd name="T7" fmla="*/ 47 h 49"/>
                <a:gd name="T8" fmla="*/ 42 w 49"/>
                <a:gd name="T9" fmla="*/ 46 h 49"/>
                <a:gd name="T10" fmla="*/ 38 w 49"/>
                <a:gd name="T11" fmla="*/ 11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9" h="49">
                  <a:moveTo>
                    <a:pt x="38" y="11"/>
                  </a:moveTo>
                  <a:cubicBezTo>
                    <a:pt x="28" y="2"/>
                    <a:pt x="14" y="0"/>
                    <a:pt x="3" y="7"/>
                  </a:cubicBezTo>
                  <a:cubicBezTo>
                    <a:pt x="0" y="9"/>
                    <a:pt x="0" y="13"/>
                    <a:pt x="2" y="15"/>
                  </a:cubicBezTo>
                  <a:cubicBezTo>
                    <a:pt x="34" y="47"/>
                    <a:pt x="34" y="47"/>
                    <a:pt x="34" y="47"/>
                  </a:cubicBezTo>
                  <a:cubicBezTo>
                    <a:pt x="36" y="49"/>
                    <a:pt x="40" y="49"/>
                    <a:pt x="42" y="46"/>
                  </a:cubicBezTo>
                  <a:cubicBezTo>
                    <a:pt x="49" y="35"/>
                    <a:pt x="47" y="21"/>
                    <a:pt x="38" y="1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4" name="PA-任意多边形 82"/>
            <p:cNvSpPr>
              <a:spLocks noEditPoints="1"/>
            </p:cNvSpPr>
            <p:nvPr>
              <p:custDataLst>
                <p:tags r:id="rId15"/>
              </p:custDataLst>
            </p:nvPr>
          </p:nvSpPr>
          <p:spPr bwMode="auto">
            <a:xfrm>
              <a:off x="10340" y="6617"/>
              <a:ext cx="588" cy="602"/>
            </a:xfrm>
            <a:custGeom>
              <a:avLst/>
              <a:gdLst>
                <a:gd name="T0" fmla="*/ 134 w 147"/>
                <a:gd name="T1" fmla="*/ 115 h 151"/>
                <a:gd name="T2" fmla="*/ 147 w 147"/>
                <a:gd name="T3" fmla="*/ 72 h 151"/>
                <a:gd name="T4" fmla="*/ 75 w 147"/>
                <a:gd name="T5" fmla="*/ 0 h 151"/>
                <a:gd name="T6" fmla="*/ 74 w 147"/>
                <a:gd name="T7" fmla="*/ 0 h 151"/>
                <a:gd name="T8" fmla="*/ 3 w 147"/>
                <a:gd name="T9" fmla="*/ 72 h 151"/>
                <a:gd name="T10" fmla="*/ 15 w 147"/>
                <a:gd name="T11" fmla="*/ 112 h 151"/>
                <a:gd name="T12" fmla="*/ 2 w 147"/>
                <a:gd name="T13" fmla="*/ 137 h 151"/>
                <a:gd name="T14" fmla="*/ 6 w 147"/>
                <a:gd name="T15" fmla="*/ 150 h 151"/>
                <a:gd name="T16" fmla="*/ 11 w 147"/>
                <a:gd name="T17" fmla="*/ 151 h 151"/>
                <a:gd name="T18" fmla="*/ 20 w 147"/>
                <a:gd name="T19" fmla="*/ 146 h 151"/>
                <a:gd name="T20" fmla="*/ 29 w 147"/>
                <a:gd name="T21" fmla="*/ 128 h 151"/>
                <a:gd name="T22" fmla="*/ 74 w 147"/>
                <a:gd name="T23" fmla="*/ 145 h 151"/>
                <a:gd name="T24" fmla="*/ 75 w 147"/>
                <a:gd name="T25" fmla="*/ 145 h 151"/>
                <a:gd name="T26" fmla="*/ 119 w 147"/>
                <a:gd name="T27" fmla="*/ 129 h 151"/>
                <a:gd name="T28" fmla="*/ 127 w 147"/>
                <a:gd name="T29" fmla="*/ 146 h 151"/>
                <a:gd name="T30" fmla="*/ 136 w 147"/>
                <a:gd name="T31" fmla="*/ 151 h 151"/>
                <a:gd name="T32" fmla="*/ 141 w 147"/>
                <a:gd name="T33" fmla="*/ 150 h 151"/>
                <a:gd name="T34" fmla="*/ 145 w 147"/>
                <a:gd name="T35" fmla="*/ 137 h 151"/>
                <a:gd name="T36" fmla="*/ 134 w 147"/>
                <a:gd name="T37" fmla="*/ 115 h 151"/>
                <a:gd name="T38" fmla="*/ 75 w 147"/>
                <a:gd name="T39" fmla="*/ 125 h 151"/>
                <a:gd name="T40" fmla="*/ 74 w 147"/>
                <a:gd name="T41" fmla="*/ 125 h 151"/>
                <a:gd name="T42" fmla="*/ 22 w 147"/>
                <a:gd name="T43" fmla="*/ 72 h 151"/>
                <a:gd name="T44" fmla="*/ 74 w 147"/>
                <a:gd name="T45" fmla="*/ 20 h 151"/>
                <a:gd name="T46" fmla="*/ 75 w 147"/>
                <a:gd name="T47" fmla="*/ 19 h 151"/>
                <a:gd name="T48" fmla="*/ 128 w 147"/>
                <a:gd name="T49" fmla="*/ 72 h 151"/>
                <a:gd name="T50" fmla="*/ 75 w 147"/>
                <a:gd name="T51" fmla="*/ 125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47" h="151">
                  <a:moveTo>
                    <a:pt x="134" y="115"/>
                  </a:moveTo>
                  <a:cubicBezTo>
                    <a:pt x="142" y="103"/>
                    <a:pt x="147" y="88"/>
                    <a:pt x="147" y="72"/>
                  </a:cubicBezTo>
                  <a:cubicBezTo>
                    <a:pt x="147" y="32"/>
                    <a:pt x="115" y="0"/>
                    <a:pt x="75" y="0"/>
                  </a:cubicBezTo>
                  <a:cubicBezTo>
                    <a:pt x="75" y="0"/>
                    <a:pt x="74" y="0"/>
                    <a:pt x="74" y="0"/>
                  </a:cubicBezTo>
                  <a:cubicBezTo>
                    <a:pt x="35" y="0"/>
                    <a:pt x="3" y="33"/>
                    <a:pt x="3" y="72"/>
                  </a:cubicBezTo>
                  <a:cubicBezTo>
                    <a:pt x="3" y="87"/>
                    <a:pt x="7" y="101"/>
                    <a:pt x="15" y="112"/>
                  </a:cubicBezTo>
                  <a:cubicBezTo>
                    <a:pt x="2" y="137"/>
                    <a:pt x="2" y="137"/>
                    <a:pt x="2" y="137"/>
                  </a:cubicBezTo>
                  <a:cubicBezTo>
                    <a:pt x="0" y="142"/>
                    <a:pt x="2" y="148"/>
                    <a:pt x="6" y="150"/>
                  </a:cubicBezTo>
                  <a:cubicBezTo>
                    <a:pt x="8" y="151"/>
                    <a:pt x="9" y="151"/>
                    <a:pt x="11" y="151"/>
                  </a:cubicBezTo>
                  <a:cubicBezTo>
                    <a:pt x="14" y="151"/>
                    <a:pt x="18" y="149"/>
                    <a:pt x="20" y="146"/>
                  </a:cubicBezTo>
                  <a:cubicBezTo>
                    <a:pt x="29" y="128"/>
                    <a:pt x="29" y="128"/>
                    <a:pt x="29" y="128"/>
                  </a:cubicBezTo>
                  <a:cubicBezTo>
                    <a:pt x="41" y="138"/>
                    <a:pt x="57" y="145"/>
                    <a:pt x="74" y="145"/>
                  </a:cubicBezTo>
                  <a:cubicBezTo>
                    <a:pt x="74" y="145"/>
                    <a:pt x="75" y="145"/>
                    <a:pt x="75" y="145"/>
                  </a:cubicBezTo>
                  <a:cubicBezTo>
                    <a:pt x="92" y="145"/>
                    <a:pt x="107" y="139"/>
                    <a:pt x="119" y="129"/>
                  </a:cubicBezTo>
                  <a:cubicBezTo>
                    <a:pt x="127" y="146"/>
                    <a:pt x="127" y="146"/>
                    <a:pt x="127" y="146"/>
                  </a:cubicBezTo>
                  <a:cubicBezTo>
                    <a:pt x="129" y="149"/>
                    <a:pt x="133" y="151"/>
                    <a:pt x="136" y="151"/>
                  </a:cubicBezTo>
                  <a:cubicBezTo>
                    <a:pt x="138" y="151"/>
                    <a:pt x="139" y="151"/>
                    <a:pt x="141" y="150"/>
                  </a:cubicBezTo>
                  <a:cubicBezTo>
                    <a:pt x="145" y="148"/>
                    <a:pt x="147" y="142"/>
                    <a:pt x="145" y="137"/>
                  </a:cubicBezTo>
                  <a:lnTo>
                    <a:pt x="134" y="115"/>
                  </a:lnTo>
                  <a:close/>
                  <a:moveTo>
                    <a:pt x="75" y="125"/>
                  </a:moveTo>
                  <a:cubicBezTo>
                    <a:pt x="75" y="125"/>
                    <a:pt x="74" y="125"/>
                    <a:pt x="74" y="125"/>
                  </a:cubicBezTo>
                  <a:cubicBezTo>
                    <a:pt x="45" y="125"/>
                    <a:pt x="22" y="101"/>
                    <a:pt x="22" y="72"/>
                  </a:cubicBezTo>
                  <a:cubicBezTo>
                    <a:pt x="22" y="43"/>
                    <a:pt x="45" y="20"/>
                    <a:pt x="74" y="20"/>
                  </a:cubicBezTo>
                  <a:cubicBezTo>
                    <a:pt x="74" y="20"/>
                    <a:pt x="75" y="19"/>
                    <a:pt x="75" y="19"/>
                  </a:cubicBezTo>
                  <a:cubicBezTo>
                    <a:pt x="104" y="19"/>
                    <a:pt x="128" y="43"/>
                    <a:pt x="128" y="72"/>
                  </a:cubicBezTo>
                  <a:cubicBezTo>
                    <a:pt x="128" y="102"/>
                    <a:pt x="104" y="125"/>
                    <a:pt x="75" y="12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5" name="PA-任意多边形 83"/>
            <p:cNvSpPr/>
            <p:nvPr>
              <p:custDataLst>
                <p:tags r:id="rId16"/>
              </p:custDataLst>
            </p:nvPr>
          </p:nvSpPr>
          <p:spPr bwMode="auto">
            <a:xfrm>
              <a:off x="10520" y="6796"/>
              <a:ext cx="140" cy="251"/>
            </a:xfrm>
            <a:custGeom>
              <a:avLst/>
              <a:gdLst>
                <a:gd name="T0" fmla="*/ 30 w 35"/>
                <a:gd name="T1" fmla="*/ 0 h 63"/>
                <a:gd name="T2" fmla="*/ 29 w 35"/>
                <a:gd name="T3" fmla="*/ 0 h 63"/>
                <a:gd name="T4" fmla="*/ 24 w 35"/>
                <a:gd name="T5" fmla="*/ 6 h 63"/>
                <a:gd name="T6" fmla="*/ 24 w 35"/>
                <a:gd name="T7" fmla="*/ 27 h 63"/>
                <a:gd name="T8" fmla="*/ 2 w 35"/>
                <a:gd name="T9" fmla="*/ 54 h 63"/>
                <a:gd name="T10" fmla="*/ 3 w 35"/>
                <a:gd name="T11" fmla="*/ 61 h 63"/>
                <a:gd name="T12" fmla="*/ 6 w 35"/>
                <a:gd name="T13" fmla="*/ 63 h 63"/>
                <a:gd name="T14" fmla="*/ 10 w 35"/>
                <a:gd name="T15" fmla="*/ 61 h 63"/>
                <a:gd name="T16" fmla="*/ 29 w 35"/>
                <a:gd name="T17" fmla="*/ 39 h 63"/>
                <a:gd name="T18" fmla="*/ 33 w 35"/>
                <a:gd name="T19" fmla="*/ 34 h 63"/>
                <a:gd name="T20" fmla="*/ 35 w 35"/>
                <a:gd name="T21" fmla="*/ 29 h 63"/>
                <a:gd name="T22" fmla="*/ 35 w 35"/>
                <a:gd name="T23" fmla="*/ 6 h 63"/>
                <a:gd name="T24" fmla="*/ 30 w 35"/>
                <a:gd name="T25" fmla="*/ 0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5" h="63">
                  <a:moveTo>
                    <a:pt x="30" y="0"/>
                  </a:moveTo>
                  <a:cubicBezTo>
                    <a:pt x="30" y="0"/>
                    <a:pt x="29" y="0"/>
                    <a:pt x="29" y="0"/>
                  </a:cubicBezTo>
                  <a:cubicBezTo>
                    <a:pt x="26" y="1"/>
                    <a:pt x="24" y="3"/>
                    <a:pt x="24" y="6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" y="54"/>
                    <a:pt x="2" y="54"/>
                    <a:pt x="2" y="54"/>
                  </a:cubicBezTo>
                  <a:cubicBezTo>
                    <a:pt x="0" y="56"/>
                    <a:pt x="0" y="59"/>
                    <a:pt x="3" y="61"/>
                  </a:cubicBezTo>
                  <a:cubicBezTo>
                    <a:pt x="4" y="62"/>
                    <a:pt x="5" y="63"/>
                    <a:pt x="6" y="63"/>
                  </a:cubicBezTo>
                  <a:cubicBezTo>
                    <a:pt x="8" y="63"/>
                    <a:pt x="9" y="62"/>
                    <a:pt x="10" y="61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3" y="34"/>
                    <a:pt x="33" y="34"/>
                    <a:pt x="33" y="34"/>
                  </a:cubicBezTo>
                  <a:cubicBezTo>
                    <a:pt x="35" y="33"/>
                    <a:pt x="35" y="31"/>
                    <a:pt x="35" y="29"/>
                  </a:cubicBezTo>
                  <a:cubicBezTo>
                    <a:pt x="35" y="6"/>
                    <a:pt x="35" y="6"/>
                    <a:pt x="35" y="6"/>
                  </a:cubicBezTo>
                  <a:cubicBezTo>
                    <a:pt x="35" y="3"/>
                    <a:pt x="33" y="0"/>
                    <a:pt x="30" y="0"/>
                  </a:cubicBezTo>
                  <a:close/>
                </a:path>
              </a:pathLst>
            </a:custGeom>
            <a:solidFill>
              <a:schemeClr val="lt1">
                <a:lumMod val="9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6" name="PA-任意多边形 84"/>
            <p:cNvSpPr/>
            <p:nvPr>
              <p:custDataLst>
                <p:tags r:id="rId17"/>
              </p:custDataLst>
            </p:nvPr>
          </p:nvSpPr>
          <p:spPr bwMode="auto">
            <a:xfrm>
              <a:off x="10296" y="6560"/>
              <a:ext cx="196" cy="197"/>
            </a:xfrm>
            <a:custGeom>
              <a:avLst/>
              <a:gdLst>
                <a:gd name="T0" fmla="*/ 11 w 49"/>
                <a:gd name="T1" fmla="*/ 11 h 49"/>
                <a:gd name="T2" fmla="*/ 7 w 49"/>
                <a:gd name="T3" fmla="*/ 46 h 49"/>
                <a:gd name="T4" fmla="*/ 14 w 49"/>
                <a:gd name="T5" fmla="*/ 47 h 49"/>
                <a:gd name="T6" fmla="*/ 46 w 49"/>
                <a:gd name="T7" fmla="*/ 15 h 49"/>
                <a:gd name="T8" fmla="*/ 45 w 49"/>
                <a:gd name="T9" fmla="*/ 7 h 49"/>
                <a:gd name="T10" fmla="*/ 11 w 49"/>
                <a:gd name="T11" fmla="*/ 11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9" h="49">
                  <a:moveTo>
                    <a:pt x="11" y="11"/>
                  </a:moveTo>
                  <a:cubicBezTo>
                    <a:pt x="1" y="21"/>
                    <a:pt x="0" y="35"/>
                    <a:pt x="7" y="46"/>
                  </a:cubicBezTo>
                  <a:cubicBezTo>
                    <a:pt x="9" y="49"/>
                    <a:pt x="12" y="49"/>
                    <a:pt x="14" y="47"/>
                  </a:cubicBezTo>
                  <a:cubicBezTo>
                    <a:pt x="46" y="15"/>
                    <a:pt x="46" y="15"/>
                    <a:pt x="46" y="15"/>
                  </a:cubicBezTo>
                  <a:cubicBezTo>
                    <a:pt x="49" y="13"/>
                    <a:pt x="48" y="9"/>
                    <a:pt x="45" y="7"/>
                  </a:cubicBezTo>
                  <a:cubicBezTo>
                    <a:pt x="35" y="0"/>
                    <a:pt x="20" y="2"/>
                    <a:pt x="11" y="11"/>
                  </a:cubicBezTo>
                  <a:close/>
                </a:path>
              </a:pathLst>
            </a:custGeom>
            <a:solidFill>
              <a:schemeClr val="lt1">
                <a:lumMod val="9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9" name="PA-矩形 28"/>
            <p:cNvSpPr/>
            <p:nvPr>
              <p:custDataLst>
                <p:tags r:id="rId18"/>
              </p:custDataLst>
            </p:nvPr>
          </p:nvSpPr>
          <p:spPr>
            <a:xfrm>
              <a:off x="11631" y="6914"/>
              <a:ext cx="6429" cy="674"/>
            </a:xfrm>
            <a:prstGeom prst="rect">
              <a:avLst/>
            </a:prstGeom>
          </p:spPr>
          <p:txBody>
            <a:bodyPr wrap="square" lIns="68580" tIns="34290" rIns="68580" bIns="3429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var </a:t>
              </a:r>
              <a:r>
                <a:rPr lang="en-US" altLang="zh-CN" b="1" dirty="0" err="1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mysql</a:t>
              </a:r>
              <a:r>
                <a:rPr lang="en-US" altLang="zh-CN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 = require('</a:t>
              </a:r>
              <a:r>
                <a:rPr lang="en-US" altLang="zh-CN" b="1" dirty="0" err="1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mysql</a:t>
              </a:r>
              <a:r>
                <a:rPr lang="en-US" altLang="zh-CN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');</a:t>
              </a:r>
              <a:endParaRPr lang="en-US" altLang="zh-CN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30" name="PA-文本框 68"/>
            <p:cNvSpPr txBox="1"/>
            <p:nvPr>
              <p:custDataLst>
                <p:tags r:id="rId19"/>
              </p:custDataLst>
            </p:nvPr>
          </p:nvSpPr>
          <p:spPr>
            <a:xfrm>
              <a:off x="11631" y="6208"/>
              <a:ext cx="6960" cy="689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r>
                <a:rPr lang="zh-CN" altLang="en-US" sz="24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加载</a:t>
              </a:r>
              <a:r>
                <a:rPr lang="en-US" altLang="zh-CN" sz="2400" dirty="0" err="1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mysql</a:t>
              </a:r>
              <a:r>
                <a:rPr lang="zh-CN" altLang="en-US" sz="24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模块</a:t>
              </a:r>
              <a:endParaRPr lang="zh-CN" altLang="en-US" sz="24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247015" y="1929130"/>
            <a:ext cx="5641340" cy="4180840"/>
            <a:chOff x="389" y="3038"/>
            <a:chExt cx="8884" cy="6584"/>
          </a:xfrm>
        </p:grpSpPr>
        <p:pic>
          <p:nvPicPr>
            <p:cNvPr id="3" name="imac-mockup.png"/>
            <p:cNvPicPr>
              <a:picLocks noChangeAspect="1" noChangeArrowheads="1"/>
            </p:cNvPicPr>
            <p:nvPr/>
          </p:nvPicPr>
          <p:blipFill>
            <a:blip r:embed="rId2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9" y="3038"/>
              <a:ext cx="8884" cy="65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</p:pic>
        <p:sp>
          <p:nvSpPr>
            <p:cNvPr id="12" name="矩形 11"/>
            <p:cNvSpPr/>
            <p:nvPr>
              <p:custDataLst>
                <p:tags r:id="rId21"/>
              </p:custDataLst>
            </p:nvPr>
          </p:nvSpPr>
          <p:spPr>
            <a:xfrm>
              <a:off x="1493" y="3424"/>
              <a:ext cx="6638" cy="4320"/>
            </a:xfrm>
            <a:prstGeom prst="rect">
              <a:avLst/>
            </a:prstGeom>
            <a:solidFill>
              <a:schemeClr val="lt1"/>
            </a:solidFill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53" name="Picture 2"/>
            <p:cNvPicPr>
              <a:picLocks noChangeAspect="1" noChangeArrowheads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47" y="3511"/>
              <a:ext cx="4548" cy="419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5" name="文本框 34"/>
          <p:cNvSpPr txBox="1"/>
          <p:nvPr>
            <p:custDataLst>
              <p:tags r:id="rId23"/>
            </p:custDataLst>
          </p:nvPr>
        </p:nvSpPr>
        <p:spPr>
          <a:xfrm>
            <a:off x="1141730" y="1073150"/>
            <a:ext cx="3505200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20000"/>
              </a:lnSpc>
              <a:buClr>
                <a:srgbClr val="3C853C"/>
              </a:buClr>
            </a:pPr>
            <a:r>
              <a:rPr lang="en-US" altLang="zh-CN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2. </a:t>
            </a:r>
            <a:r>
              <a:rPr lang="zh-CN" altLang="en-US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局部安装</a:t>
            </a:r>
            <a:r>
              <a:rPr lang="en-US" altLang="zh-CN" sz="2400" b="1" dirty="0" err="1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mysql</a:t>
            </a:r>
            <a:endParaRPr lang="en-US" altLang="zh-CN" sz="2400" b="1" dirty="0" err="1">
              <a:solidFill>
                <a:schemeClr val="l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828652" y="200499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项目实现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8" name="Isosceles Triangle 2_1"/>
          <p:cNvSpPr/>
          <p:nvPr>
            <p:custDataLst>
              <p:tags r:id="rId24"/>
            </p:custDataLst>
          </p:nvPr>
        </p:nvSpPr>
        <p:spPr>
          <a:xfrm rot="16200000" flipV="1">
            <a:off x="946379" y="1241856"/>
            <a:ext cx="299396" cy="258102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365">
              <a:solidFill>
                <a:srgbClr val="0000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</p:spTree>
    <p:custDataLst>
      <p:tags r:id="rId25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6136005" y="3007360"/>
            <a:ext cx="3805555" cy="2565400"/>
            <a:chOff x="2157" y="4044"/>
            <a:chExt cx="5993" cy="4040"/>
          </a:xfrm>
        </p:grpSpPr>
        <p:sp>
          <p:nvSpPr>
            <p:cNvPr id="11" name="任意多边形 10"/>
            <p:cNvSpPr/>
            <p:nvPr>
              <p:custDataLst>
                <p:tags r:id="rId3"/>
              </p:custDataLst>
            </p:nvPr>
          </p:nvSpPr>
          <p:spPr>
            <a:xfrm>
              <a:off x="2235" y="7116"/>
              <a:ext cx="968" cy="968"/>
            </a:xfrm>
            <a:custGeom>
              <a:avLst/>
              <a:gdLst>
                <a:gd name="connsiteX0" fmla="*/ 230458 w 460916"/>
                <a:gd name="connsiteY0" fmla="*/ 26429 h 460916"/>
                <a:gd name="connsiteX1" fmla="*/ 26429 w 460916"/>
                <a:gd name="connsiteY1" fmla="*/ 230458 h 460916"/>
                <a:gd name="connsiteX2" fmla="*/ 230458 w 460916"/>
                <a:gd name="connsiteY2" fmla="*/ 434487 h 460916"/>
                <a:gd name="connsiteX3" fmla="*/ 434487 w 460916"/>
                <a:gd name="connsiteY3" fmla="*/ 230458 h 460916"/>
                <a:gd name="connsiteX4" fmla="*/ 230458 w 460916"/>
                <a:gd name="connsiteY4" fmla="*/ 26429 h 460916"/>
                <a:gd name="connsiteX5" fmla="*/ 230458 w 460916"/>
                <a:gd name="connsiteY5" fmla="*/ 0 h 460916"/>
                <a:gd name="connsiteX6" fmla="*/ 460916 w 460916"/>
                <a:gd name="connsiteY6" fmla="*/ 230458 h 460916"/>
                <a:gd name="connsiteX7" fmla="*/ 230458 w 460916"/>
                <a:gd name="connsiteY7" fmla="*/ 460916 h 460916"/>
                <a:gd name="connsiteX8" fmla="*/ 0 w 460916"/>
                <a:gd name="connsiteY8" fmla="*/ 230458 h 460916"/>
                <a:gd name="connsiteX9" fmla="*/ 230458 w 460916"/>
                <a:gd name="connsiteY9" fmla="*/ 0 h 460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60916" h="460916">
                  <a:moveTo>
                    <a:pt x="230458" y="26429"/>
                  </a:moveTo>
                  <a:cubicBezTo>
                    <a:pt x="117776" y="26429"/>
                    <a:pt x="26429" y="117776"/>
                    <a:pt x="26429" y="230458"/>
                  </a:cubicBezTo>
                  <a:cubicBezTo>
                    <a:pt x="26429" y="343140"/>
                    <a:pt x="117776" y="434487"/>
                    <a:pt x="230458" y="434487"/>
                  </a:cubicBezTo>
                  <a:cubicBezTo>
                    <a:pt x="343140" y="434487"/>
                    <a:pt x="434487" y="343140"/>
                    <a:pt x="434487" y="230458"/>
                  </a:cubicBezTo>
                  <a:cubicBezTo>
                    <a:pt x="434487" y="117776"/>
                    <a:pt x="343140" y="26429"/>
                    <a:pt x="230458" y="26429"/>
                  </a:cubicBezTo>
                  <a:close/>
                  <a:moveTo>
                    <a:pt x="230458" y="0"/>
                  </a:moveTo>
                  <a:cubicBezTo>
                    <a:pt x="357736" y="0"/>
                    <a:pt x="460916" y="103180"/>
                    <a:pt x="460916" y="230458"/>
                  </a:cubicBezTo>
                  <a:cubicBezTo>
                    <a:pt x="460916" y="357736"/>
                    <a:pt x="357736" y="460916"/>
                    <a:pt x="230458" y="460916"/>
                  </a:cubicBezTo>
                  <a:cubicBezTo>
                    <a:pt x="103180" y="460916"/>
                    <a:pt x="0" y="357736"/>
                    <a:pt x="0" y="230458"/>
                  </a:cubicBezTo>
                  <a:cubicBezTo>
                    <a:pt x="0" y="103180"/>
                    <a:pt x="103180" y="0"/>
                    <a:pt x="23045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" name="任意多边形 3"/>
            <p:cNvSpPr/>
            <p:nvPr>
              <p:custDataLst>
                <p:tags r:id="rId4"/>
              </p:custDataLst>
            </p:nvPr>
          </p:nvSpPr>
          <p:spPr>
            <a:xfrm>
              <a:off x="2157" y="6369"/>
              <a:ext cx="5596" cy="1348"/>
            </a:xfrm>
            <a:custGeom>
              <a:avLst/>
              <a:gdLst>
                <a:gd name="connsiteX0" fmla="*/ 0 w 2468619"/>
                <a:gd name="connsiteY0" fmla="*/ 0 h 641798"/>
                <a:gd name="connsiteX1" fmla="*/ 2147720 w 2468619"/>
                <a:gd name="connsiteY1" fmla="*/ 0 h 641798"/>
                <a:gd name="connsiteX2" fmla="*/ 2468619 w 2468619"/>
                <a:gd name="connsiteY2" fmla="*/ 320899 h 641798"/>
                <a:gd name="connsiteX3" fmla="*/ 2147720 w 2468619"/>
                <a:gd name="connsiteY3" fmla="*/ 641798 h 641798"/>
                <a:gd name="connsiteX4" fmla="*/ 0 w 2468619"/>
                <a:gd name="connsiteY4" fmla="*/ 641798 h 6417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8619" h="641798">
                  <a:moveTo>
                    <a:pt x="0" y="0"/>
                  </a:moveTo>
                  <a:lnTo>
                    <a:pt x="2147720" y="0"/>
                  </a:lnTo>
                  <a:lnTo>
                    <a:pt x="2468619" y="320899"/>
                  </a:lnTo>
                  <a:lnTo>
                    <a:pt x="2147720" y="641798"/>
                  </a:lnTo>
                  <a:lnTo>
                    <a:pt x="0" y="64179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7" name="文本框 6"/>
            <p:cNvSpPr txBox="1"/>
            <p:nvPr>
              <p:custDataLst>
                <p:tags r:id="rId5"/>
              </p:custDataLst>
            </p:nvPr>
          </p:nvSpPr>
          <p:spPr>
            <a:xfrm>
              <a:off x="3257" y="6573"/>
              <a:ext cx="2445" cy="839"/>
            </a:xfrm>
            <a:prstGeom prst="rect">
              <a:avLst/>
            </a:prstGeom>
            <a:noFill/>
          </p:spPr>
          <p:txBody>
            <a:bodyPr wrap="none" lIns="0" rIns="0" rtlCol="0">
              <a:noAutofit/>
            </a:bodyPr>
            <a:lstStyle/>
            <a:p>
              <a:r>
                <a:rPr lang="en-US" altLang="zh-CN" sz="2800" b="1" dirty="0">
                  <a:solidFill>
                    <a:schemeClr val="l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server.js</a:t>
              </a:r>
              <a:endParaRPr lang="en-US" altLang="zh-CN" sz="2800" b="1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0" name="TextBox 82"/>
            <p:cNvSpPr txBox="1"/>
            <p:nvPr>
              <p:custDataLst>
                <p:tags r:id="rId6"/>
              </p:custDataLst>
            </p:nvPr>
          </p:nvSpPr>
          <p:spPr>
            <a:xfrm>
              <a:off x="2235" y="4044"/>
              <a:ext cx="5915" cy="2107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>
              <a:defPPr>
                <a:defRPr lang="zh-CN"/>
              </a:defPPr>
              <a:lvl1pPr algn="just">
                <a:lnSpc>
                  <a:spcPct val="150000"/>
                </a:lnSpc>
                <a:defRPr sz="1100">
                  <a:latin typeface="+mn-ea"/>
                </a:defRPr>
              </a:lvl1pPr>
            </a:lstStyle>
            <a:p>
              <a:pPr algn="l"/>
              <a:r>
                <a:rPr lang="en-US" altLang="zh-CN" sz="18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</a:t>
              </a:r>
              <a:r>
                <a:rPr lang="zh-CN" altLang="en-US" sz="18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用于构建</a:t>
              </a:r>
              <a:r>
                <a:rPr lang="en-US" altLang="zh-CN" sz="18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Web</a:t>
              </a:r>
              <a:r>
                <a:rPr lang="zh-CN" altLang="en-US" sz="18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服务器</a:t>
              </a:r>
              <a:endParaRPr lang="zh-CN" altLang="en-US" sz="18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algn="l"/>
              <a:r>
                <a:rPr lang="en-US" altLang="zh-CN" sz="18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</a:t>
              </a:r>
              <a:r>
                <a:rPr lang="zh-CN" altLang="en-US" sz="18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接收到客户端请求时</a:t>
              </a:r>
              <a:r>
                <a:rPr lang="zh-CN" altLang="en-US" sz="18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查询数据</a:t>
              </a:r>
              <a:endParaRPr lang="zh-CN" altLang="en-US" sz="18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algn="l"/>
              <a:r>
                <a:rPr lang="en-US" altLang="zh-CN" sz="18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</a:t>
              </a:r>
              <a:r>
                <a:rPr lang="zh-CN" altLang="en-US" sz="18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发送</a:t>
              </a:r>
              <a:r>
                <a:rPr lang="zh-CN" altLang="en-US" sz="18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响应数据</a:t>
              </a:r>
              <a:r>
                <a:rPr lang="zh-CN" altLang="en-US" sz="18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到</a:t>
              </a:r>
              <a:r>
                <a:rPr lang="zh-CN" altLang="en-US" sz="18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客户端</a:t>
              </a:r>
              <a:endParaRPr lang="zh-CN" altLang="en-US" sz="18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26" name="文本框 25"/>
          <p:cNvSpPr txBox="1"/>
          <p:nvPr>
            <p:custDataLst>
              <p:tags r:id="rId7"/>
            </p:custDataLst>
          </p:nvPr>
        </p:nvSpPr>
        <p:spPr>
          <a:xfrm>
            <a:off x="1141730" y="1073150"/>
            <a:ext cx="3103245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20000"/>
              </a:lnSpc>
              <a:buClr>
                <a:srgbClr val="3C853C"/>
              </a:buClr>
            </a:pPr>
            <a:r>
              <a:rPr lang="en-US" altLang="zh-CN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3. </a:t>
            </a:r>
            <a:r>
              <a:rPr lang="zh-CN" altLang="en-US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编写服务器</a:t>
            </a:r>
            <a:r>
              <a:rPr lang="zh-CN" altLang="en-US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端代码</a:t>
            </a:r>
            <a:endParaRPr lang="zh-CN" altLang="en-US" sz="2400" b="1" dirty="0">
              <a:solidFill>
                <a:schemeClr val="l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828652" y="200499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项目实现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8" name="图片 7" descr="QQ截图20240407093536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3074670" y="1969770"/>
            <a:ext cx="2962910" cy="4416425"/>
          </a:xfrm>
          <a:prstGeom prst="rect">
            <a:avLst/>
          </a:prstGeom>
          <a:ln w="88900" cap="sq" cmpd="thickThin">
            <a:solidFill>
              <a:srgbClr val="4C944C"/>
            </a:solidFill>
            <a:prstDash val="solid"/>
            <a:miter lim="800000"/>
            <a:headEnd/>
            <a:tailEnd/>
          </a:ln>
          <a:effectLst>
            <a:innerShdw blurRad="76200">
              <a:srgbClr val="000000"/>
            </a:innerShdw>
          </a:effectLst>
        </p:spPr>
      </p:pic>
      <p:sp>
        <p:nvSpPr>
          <p:cNvPr id="18" name="矩形 17"/>
          <p:cNvSpPr/>
          <p:nvPr>
            <p:custDataLst>
              <p:tags r:id="rId10"/>
            </p:custDataLst>
          </p:nvPr>
        </p:nvSpPr>
        <p:spPr>
          <a:xfrm>
            <a:off x="3406140" y="5842000"/>
            <a:ext cx="1864995" cy="446405"/>
          </a:xfrm>
          <a:prstGeom prst="rect">
            <a:avLst/>
          </a:prstGeom>
          <a:noFill/>
          <a:ln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Isosceles Triangle 2_1"/>
          <p:cNvSpPr/>
          <p:nvPr>
            <p:custDataLst>
              <p:tags r:id="rId11"/>
            </p:custDataLst>
          </p:nvPr>
        </p:nvSpPr>
        <p:spPr>
          <a:xfrm rot="16200000" flipV="1">
            <a:off x="946379" y="1241856"/>
            <a:ext cx="299396" cy="258102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365">
              <a:solidFill>
                <a:srgbClr val="0000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</p:spTree>
    <p:custDataLst>
      <p:tags r:id="rId12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3301365" y="1204595"/>
            <a:ext cx="8093710" cy="5164455"/>
            <a:chOff x="5199" y="1897"/>
            <a:chExt cx="12746" cy="8133"/>
          </a:xfrm>
        </p:grpSpPr>
        <p:sp>
          <p:nvSpPr>
            <p:cNvPr id="44" name="矩形 43"/>
            <p:cNvSpPr/>
            <p:nvPr>
              <p:custDataLst>
                <p:tags r:id="rId3"/>
              </p:custDataLst>
            </p:nvPr>
          </p:nvSpPr>
          <p:spPr>
            <a:xfrm>
              <a:off x="5588" y="2033"/>
              <a:ext cx="12079" cy="7799"/>
            </a:xfrm>
            <a:prstGeom prst="rect">
              <a:avLst/>
            </a:prstGeom>
            <a:solidFill>
              <a:schemeClr val="accent5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45" name="圆角矩形 25"/>
            <p:cNvSpPr/>
            <p:nvPr>
              <p:custDataLst>
                <p:tags r:id="rId4"/>
              </p:custDataLst>
            </p:nvPr>
          </p:nvSpPr>
          <p:spPr>
            <a:xfrm>
              <a:off x="5199" y="1897"/>
              <a:ext cx="12746" cy="8133"/>
            </a:xfrm>
            <a:prstGeom prst="roundRect">
              <a:avLst>
                <a:gd name="adj" fmla="val 2065"/>
              </a:avLst>
            </a:prstGeom>
            <a:noFill/>
            <a:ln w="9525" cap="flat" cmpd="sng" algn="ctr">
              <a:solidFill>
                <a:schemeClr val="accent2"/>
              </a:solidFill>
              <a:prstDash val="dashDot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solidFill>
                    <a:srgbClr val="3C853C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43" name="矩形 42"/>
            <p:cNvSpPr/>
            <p:nvPr/>
          </p:nvSpPr>
          <p:spPr>
            <a:xfrm>
              <a:off x="5643" y="2093"/>
              <a:ext cx="12302" cy="516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indent="0" fontAlgn="auto">
                <a:lnSpc>
                  <a:spcPct val="150000"/>
                </a:lnSpc>
              </a:pPr>
              <a:r>
                <a:rPr lang="en-US" altLang="zh-CN" b="1">
                  <a:solidFill>
                    <a:schemeClr val="bg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//创建 Web 服务器</a:t>
              </a:r>
              <a:endParaRPr lang="en-US" altLang="zh-CN" b="1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indent="0" fontAlgn="auto">
                <a:lnSpc>
                  <a:spcPct val="150000"/>
                </a:lnSpc>
              </a:pPr>
              <a:r>
                <a:rPr lang="en-US" altLang="zh-CN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var http=require('http'); </a:t>
              </a:r>
              <a:endParaRPr lang="en-US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indent="0" fontAlgn="auto">
                <a:lnSpc>
                  <a:spcPct val="150000"/>
                </a:lnSpc>
              </a:pPr>
              <a:r>
                <a:rPr lang="en-US" altLang="zh-CN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var server=http.createServer(); </a:t>
              </a:r>
              <a:endParaRPr lang="en-US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indent="0" fontAlgn="auto">
                <a:lnSpc>
                  <a:spcPct val="150000"/>
                </a:lnSpc>
              </a:pPr>
              <a:r>
                <a:rPr lang="en-US" altLang="zh-CN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server.on('request', function(request, response){ </a:t>
              </a:r>
              <a:endParaRPr lang="en-US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indent="0" fontAlgn="auto">
                <a:lnSpc>
                  <a:spcPct val="150000"/>
                </a:lnSpc>
              </a:pPr>
              <a:r>
                <a:rPr lang="en-US" altLang="zh-CN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 </a:t>
              </a:r>
              <a:r>
                <a:rPr lang="en-US" altLang="zh-CN">
                  <a:solidFill>
                    <a:schemeClr val="bg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//解决跨域问题，*表示所有地址都可以访问</a:t>
              </a:r>
              <a:endParaRPr lang="en-US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indent="0" fontAlgn="auto">
                <a:lnSpc>
                  <a:spcPct val="150000"/>
                </a:lnSpc>
              </a:pPr>
              <a:r>
                <a:rPr lang="en-US" altLang="zh-CN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 response.setHeader('Access-Control-Allow-Origin', '*'); </a:t>
              </a:r>
              <a:endParaRPr lang="en-US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indent="0" fontAlgn="auto">
                <a:lnSpc>
                  <a:spcPct val="150000"/>
                </a:lnSpc>
              </a:pPr>
              <a:r>
                <a:rPr lang="en-US" altLang="zh-CN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 </a:t>
              </a:r>
              <a:r>
                <a:rPr lang="en-US" altLang="zh-CN" sz="1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response.writeHead(200,{'ContentType':'</a:t>
              </a:r>
              <a:r>
                <a:rPr lang="en-US" altLang="zh-CN" sz="1600" b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application/json</a:t>
              </a:r>
              <a:r>
                <a:rPr lang="en-US" altLang="zh-CN" sz="1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; charset=utf-8'}); </a:t>
              </a:r>
              <a:endPara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</a:t>
              </a:r>
              <a:endParaRPr lang="en-US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264160" y="3611880"/>
            <a:ext cx="9381490" cy="767080"/>
            <a:chOff x="82" y="4983"/>
            <a:chExt cx="14774" cy="1208"/>
          </a:xfrm>
        </p:grpSpPr>
        <p:sp>
          <p:nvSpPr>
            <p:cNvPr id="21" name="矩形 4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82" y="4983"/>
              <a:ext cx="4215" cy="6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响应数据为JSON格式</a:t>
              </a:r>
              <a:endParaRPr lang="zh-CN" altLang="en-US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cxnSp>
          <p:nvCxnSpPr>
            <p:cNvPr id="26" name="直接连接符 5"/>
            <p:cNvCxnSpPr>
              <a:cxnSpLocks noChangeShapeType="1"/>
            </p:cNvCxnSpPr>
            <p:nvPr>
              <p:custDataLst>
                <p:tags r:id="rId6"/>
              </p:custDataLst>
            </p:nvPr>
          </p:nvCxnSpPr>
          <p:spPr bwMode="auto">
            <a:xfrm flipH="1">
              <a:off x="4841" y="6180"/>
              <a:ext cx="10015" cy="11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7" name="直接连接符 9"/>
            <p:cNvCxnSpPr>
              <a:cxnSpLocks noChangeShapeType="1"/>
            </p:cNvCxnSpPr>
            <p:nvPr>
              <p:custDataLst>
                <p:tags r:id="rId7"/>
              </p:custDataLst>
            </p:nvPr>
          </p:nvCxnSpPr>
          <p:spPr bwMode="auto">
            <a:xfrm flipH="1" flipV="1">
              <a:off x="4841" y="5353"/>
              <a:ext cx="0" cy="838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8" name="直接连接符 76"/>
            <p:cNvCxnSpPr>
              <a:cxnSpLocks noChangeShapeType="1"/>
            </p:cNvCxnSpPr>
            <p:nvPr>
              <p:custDataLst>
                <p:tags r:id="rId8"/>
              </p:custDataLst>
            </p:nvPr>
          </p:nvCxnSpPr>
          <p:spPr bwMode="auto">
            <a:xfrm flipH="1">
              <a:off x="4449" y="5353"/>
              <a:ext cx="392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4" name="直接连接符 90"/>
            <p:cNvCxnSpPr>
              <a:cxnSpLocks noChangeShapeType="1"/>
            </p:cNvCxnSpPr>
            <p:nvPr>
              <p:custDataLst>
                <p:tags r:id="rId9"/>
              </p:custDataLst>
            </p:nvPr>
          </p:nvCxnSpPr>
          <p:spPr bwMode="auto">
            <a:xfrm flipH="1">
              <a:off x="4449" y="5017"/>
              <a:ext cx="0" cy="671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1" name="文本框 30"/>
          <p:cNvSpPr txBox="1"/>
          <p:nvPr/>
        </p:nvSpPr>
        <p:spPr>
          <a:xfrm>
            <a:off x="828652" y="200499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项目实现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542925" y="963930"/>
            <a:ext cx="2297430" cy="1020445"/>
            <a:chOff x="855" y="1518"/>
            <a:chExt cx="3618" cy="1607"/>
          </a:xfrm>
        </p:grpSpPr>
        <p:sp>
          <p:nvSpPr>
            <p:cNvPr id="2" name="文本框 1"/>
            <p:cNvSpPr txBox="1"/>
            <p:nvPr/>
          </p:nvSpPr>
          <p:spPr>
            <a:xfrm>
              <a:off x="1669" y="2497"/>
              <a:ext cx="2484" cy="628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r>
                <a:rPr lang="en-US" altLang="zh-CN" sz="2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server.js</a:t>
              </a:r>
              <a:endPara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grpSp>
          <p:nvGrpSpPr>
            <p:cNvPr id="3" name="组合 2"/>
            <p:cNvGrpSpPr/>
            <p:nvPr/>
          </p:nvGrpSpPr>
          <p:grpSpPr>
            <a:xfrm>
              <a:off x="855" y="1518"/>
              <a:ext cx="3618" cy="961"/>
              <a:chOff x="855" y="1518"/>
              <a:chExt cx="3618" cy="961"/>
            </a:xfrm>
          </p:grpSpPr>
          <p:sp>
            <p:nvSpPr>
              <p:cNvPr id="33" name="矩形 32"/>
              <p:cNvSpPr/>
              <p:nvPr>
                <p:custDataLst>
                  <p:tags r:id="rId10"/>
                </p:custDataLst>
              </p:nvPr>
            </p:nvSpPr>
            <p:spPr>
              <a:xfrm>
                <a:off x="884" y="2347"/>
                <a:ext cx="3492" cy="132"/>
              </a:xfrm>
              <a:prstGeom prst="rect">
                <a:avLst/>
              </a:prstGeom>
              <a:solidFill>
                <a:schemeClr val="accent5"/>
              </a:solidFill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AFABAB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4" name="矩形 1"/>
              <p:cNvSpPr/>
              <p:nvPr>
                <p:custDataLst>
                  <p:tags r:id="rId11"/>
                </p:custDataLst>
              </p:nvPr>
            </p:nvSpPr>
            <p:spPr bwMode="auto">
              <a:xfrm>
                <a:off x="855" y="1518"/>
                <a:ext cx="3618" cy="655"/>
              </a:xfrm>
              <a:custGeom>
                <a:avLst/>
                <a:gdLst>
                  <a:gd name="connsiteX0" fmla="*/ 0 w 6840760"/>
                  <a:gd name="connsiteY0" fmla="*/ 0 h 888468"/>
                  <a:gd name="connsiteX1" fmla="*/ 6840760 w 6840760"/>
                  <a:gd name="connsiteY1" fmla="*/ 0 h 888468"/>
                  <a:gd name="connsiteX2" fmla="*/ 6840760 w 6840760"/>
                  <a:gd name="connsiteY2" fmla="*/ 888468 h 888468"/>
                  <a:gd name="connsiteX3" fmla="*/ 0 w 6840760"/>
                  <a:gd name="connsiteY3" fmla="*/ 888468 h 888468"/>
                  <a:gd name="connsiteX4" fmla="*/ 0 w 6840760"/>
                  <a:gd name="connsiteY4" fmla="*/ 0 h 888468"/>
                  <a:gd name="connsiteX0-1" fmla="*/ 0 w 6840760"/>
                  <a:gd name="connsiteY0-2" fmla="*/ 0 h 888468"/>
                  <a:gd name="connsiteX1-3" fmla="*/ 6465622 w 6840760"/>
                  <a:gd name="connsiteY1-4" fmla="*/ 35169 h 888468"/>
                  <a:gd name="connsiteX2-5" fmla="*/ 6840760 w 6840760"/>
                  <a:gd name="connsiteY2-6" fmla="*/ 888468 h 888468"/>
                  <a:gd name="connsiteX3-7" fmla="*/ 0 w 6840760"/>
                  <a:gd name="connsiteY3-8" fmla="*/ 888468 h 888468"/>
                  <a:gd name="connsiteX4-9" fmla="*/ 0 w 6840760"/>
                  <a:gd name="connsiteY4-10" fmla="*/ 0 h 888468"/>
                  <a:gd name="connsiteX0-11" fmla="*/ 351693 w 6840760"/>
                  <a:gd name="connsiteY0-12" fmla="*/ 0 h 888468"/>
                  <a:gd name="connsiteX1-13" fmla="*/ 6465622 w 6840760"/>
                  <a:gd name="connsiteY1-14" fmla="*/ 35169 h 888468"/>
                  <a:gd name="connsiteX2-15" fmla="*/ 6840760 w 6840760"/>
                  <a:gd name="connsiteY2-16" fmla="*/ 888468 h 888468"/>
                  <a:gd name="connsiteX3-17" fmla="*/ 0 w 6840760"/>
                  <a:gd name="connsiteY3-18" fmla="*/ 888468 h 888468"/>
                  <a:gd name="connsiteX4-19" fmla="*/ 351693 w 6840760"/>
                  <a:gd name="connsiteY4-20" fmla="*/ 0 h 888468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6840760" h="888468">
                    <a:moveTo>
                      <a:pt x="351693" y="0"/>
                    </a:moveTo>
                    <a:lnTo>
                      <a:pt x="6465622" y="35169"/>
                    </a:lnTo>
                    <a:lnTo>
                      <a:pt x="6840760" y="888468"/>
                    </a:lnTo>
                    <a:lnTo>
                      <a:pt x="0" y="888468"/>
                    </a:lnTo>
                    <a:lnTo>
                      <a:pt x="351693" y="0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6" name="TextBox 27"/>
              <p:cNvSpPr txBox="1">
                <a:spLocks noChangeArrowheads="1"/>
              </p:cNvSpPr>
              <p:nvPr/>
            </p:nvSpPr>
            <p:spPr bwMode="auto">
              <a:xfrm>
                <a:off x="1340" y="1580"/>
                <a:ext cx="2688" cy="6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>
                <a:lvl1pPr marL="342900" indent="-3429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342900" marR="0" lvl="0" indent="-34290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r>
                  <a:rPr lang="zh-CN" altLang="zh-CN" sz="2000" b="1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Arial" panose="020B0604020202020204" pitchFamily="34" charset="0"/>
                  </a:rPr>
                  <a:t>服务器端代码</a:t>
                </a:r>
                <a:endParaRPr kumimoji="0" lang="zh-CN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</p:grpSp>
      </p:grpSp>
    </p:spTree>
    <p:custDataLst>
      <p:tags r:id="rId12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2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3301365" y="1204595"/>
            <a:ext cx="8093710" cy="5236845"/>
            <a:chOff x="5199" y="1897"/>
            <a:chExt cx="12746" cy="8247"/>
          </a:xfrm>
        </p:grpSpPr>
        <p:sp>
          <p:nvSpPr>
            <p:cNvPr id="44" name="矩形 43"/>
            <p:cNvSpPr/>
            <p:nvPr>
              <p:custDataLst>
                <p:tags r:id="rId3"/>
              </p:custDataLst>
            </p:nvPr>
          </p:nvSpPr>
          <p:spPr>
            <a:xfrm>
              <a:off x="5588" y="2033"/>
              <a:ext cx="12079" cy="8110"/>
            </a:xfrm>
            <a:prstGeom prst="rect">
              <a:avLst/>
            </a:prstGeom>
            <a:solidFill>
              <a:schemeClr val="accent5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45" name="圆角矩形 25"/>
            <p:cNvSpPr/>
            <p:nvPr>
              <p:custDataLst>
                <p:tags r:id="rId4"/>
              </p:custDataLst>
            </p:nvPr>
          </p:nvSpPr>
          <p:spPr>
            <a:xfrm>
              <a:off x="5199" y="1897"/>
              <a:ext cx="12746" cy="8247"/>
            </a:xfrm>
            <a:prstGeom prst="roundRect">
              <a:avLst>
                <a:gd name="adj" fmla="val 2065"/>
              </a:avLst>
            </a:prstGeom>
            <a:noFill/>
            <a:ln w="9525" cap="flat" cmpd="sng" algn="ctr">
              <a:solidFill>
                <a:schemeClr val="accent2"/>
              </a:solidFill>
              <a:prstDash val="dashDot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solidFill>
                    <a:srgbClr val="3C853C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43" name="矩形 42"/>
            <p:cNvSpPr/>
            <p:nvPr/>
          </p:nvSpPr>
          <p:spPr>
            <a:xfrm>
              <a:off x="5643" y="2093"/>
              <a:ext cx="12302" cy="8051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indent="0" fontAlgn="auto">
                <a:lnSpc>
                  <a:spcPct val="120000"/>
                </a:lnSpc>
              </a:pPr>
              <a:r>
                <a:rPr lang="en-US" altLang="zh-CN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</a:t>
              </a:r>
              <a:r>
                <a:rPr lang="en-US" altLang="zh-CN" b="1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</a:t>
              </a:r>
              <a:r>
                <a:rPr lang="en-US" altLang="zh-CN" b="1">
                  <a:solidFill>
                    <a:schemeClr val="bg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//创建数据库连接对象</a:t>
              </a:r>
              <a:endParaRPr lang="en-US" altLang="zh-CN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indent="0" fontAlgn="auto">
                <a:lnSpc>
                  <a:spcPct val="120000"/>
                </a:lnSpc>
              </a:pPr>
              <a:r>
                <a:rPr lang="en-US" altLang="zh-CN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 var mysql = require('mysql');   </a:t>
              </a:r>
              <a:r>
                <a:rPr lang="en-US" altLang="zh-CN">
                  <a:solidFill>
                    <a:schemeClr val="bg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//引入 mysql 模块</a:t>
              </a:r>
              <a:endParaRPr lang="en-US" altLang="zh-CN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indent="0" fontAlgn="auto">
                <a:lnSpc>
                  <a:spcPct val="120000"/>
                </a:lnSpc>
              </a:pPr>
              <a:r>
                <a:rPr lang="en-US" altLang="zh-CN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    var conn = mysql.createConnection({ </a:t>
              </a:r>
              <a:endParaRPr lang="en-US" altLang="zh-CN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indent="0" fontAlgn="auto">
                <a:lnSpc>
                  <a:spcPct val="120000"/>
                </a:lnSpc>
              </a:pPr>
              <a:r>
                <a:rPr lang="en-US" altLang="zh-CN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    host : 'localhost', </a:t>
              </a:r>
              <a:endParaRPr lang="en-US" altLang="zh-CN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indent="0" fontAlgn="auto">
                <a:lnSpc>
                  <a:spcPct val="120000"/>
                </a:lnSpc>
              </a:pPr>
              <a:r>
                <a:rPr lang="en-US" altLang="zh-CN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    user : 'root', </a:t>
              </a:r>
              <a:endParaRPr lang="en-US" altLang="zh-CN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indent="0" fontAlgn="auto">
                <a:lnSpc>
                  <a:spcPct val="120000"/>
                </a:lnSpc>
              </a:pPr>
              <a:r>
                <a:rPr lang="en-US" altLang="zh-CN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    password : '',    </a:t>
              </a:r>
              <a:r>
                <a:rPr lang="en-US" altLang="zh-CN">
                  <a:solidFill>
                    <a:schemeClr val="bg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//此处为自己数据库的密码</a:t>
              </a:r>
              <a:r>
                <a:rPr lang="en-US" altLang="zh-CN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</a:t>
              </a:r>
              <a:endParaRPr lang="en-US" altLang="zh-CN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indent="0" fontAlgn="auto">
                <a:lnSpc>
                  <a:spcPct val="120000"/>
                </a:lnSpc>
              </a:pPr>
              <a:r>
                <a:rPr lang="en-US" altLang="zh-CN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    database : 'DuDaInfo' </a:t>
              </a:r>
              <a:endParaRPr lang="en-US" altLang="zh-CN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indent="0" fontAlgn="auto">
                <a:lnSpc>
                  <a:spcPct val="120000"/>
                </a:lnSpc>
              </a:pPr>
              <a:r>
                <a:rPr lang="en-US" altLang="zh-CN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 }); </a:t>
              </a:r>
              <a:endParaRPr lang="en-US" altLang="zh-CN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indent="0" fontAlgn="auto">
                <a:lnSpc>
                  <a:spcPct val="120000"/>
                </a:lnSpc>
              </a:pPr>
              <a:r>
                <a:rPr lang="en-US" altLang="zh-CN">
                  <a:solidFill>
                    <a:schemeClr val="bg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 //建立数据库连接</a:t>
              </a:r>
              <a:endParaRPr lang="en-US" altLang="zh-CN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indent="0" fontAlgn="auto">
                <a:lnSpc>
                  <a:spcPct val="120000"/>
                </a:lnSpc>
              </a:pPr>
              <a:r>
                <a:rPr lang="en-US" altLang="zh-CN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 conn.connect(function(err){ </a:t>
              </a:r>
              <a:endParaRPr lang="en-US" altLang="zh-CN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indent="0" fontAlgn="auto">
                <a:lnSpc>
                  <a:spcPct val="120000"/>
                </a:lnSpc>
              </a:pPr>
              <a:r>
                <a:rPr lang="en-US" altLang="zh-CN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    if(err){ </a:t>
              </a:r>
              <a:endParaRPr lang="en-US" altLang="zh-CN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indent="0" fontAlgn="auto">
                <a:lnSpc>
                  <a:spcPct val="120000"/>
                </a:lnSpc>
              </a:pPr>
              <a:r>
                <a:rPr lang="en-US" altLang="zh-CN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       console.error('数据库连接失败！ ' + err.message); </a:t>
              </a:r>
              <a:endParaRPr lang="en-US" altLang="zh-CN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indent="0" fontAlgn="auto">
                <a:lnSpc>
                  <a:spcPct val="120000"/>
                </a:lnSpc>
              </a:pPr>
              <a:r>
                <a:rPr lang="en-US" altLang="zh-CN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       return; </a:t>
              </a:r>
              <a:endParaRPr lang="en-US" altLang="zh-CN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indent="0" fontAlgn="auto">
                <a:lnSpc>
                  <a:spcPct val="120000"/>
                </a:lnSpc>
              </a:pPr>
              <a:r>
                <a:rPr lang="en-US" altLang="zh-CN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    } </a:t>
              </a:r>
              <a:endParaRPr lang="en-US" altLang="zh-CN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indent="0" fontAlgn="auto">
                <a:lnSpc>
                  <a:spcPct val="120000"/>
                </a:lnSpc>
              </a:pPr>
              <a:r>
                <a:rPr lang="en-US" altLang="zh-CN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 });</a:t>
              </a:r>
              <a:endParaRPr lang="en-US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31" name="文本框 30"/>
          <p:cNvSpPr txBox="1"/>
          <p:nvPr/>
        </p:nvSpPr>
        <p:spPr>
          <a:xfrm>
            <a:off x="828652" y="200499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项目实现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542925" y="963930"/>
            <a:ext cx="2297430" cy="1020445"/>
            <a:chOff x="855" y="1518"/>
            <a:chExt cx="3618" cy="1607"/>
          </a:xfrm>
        </p:grpSpPr>
        <p:sp>
          <p:nvSpPr>
            <p:cNvPr id="2" name="文本框 1"/>
            <p:cNvSpPr txBox="1"/>
            <p:nvPr/>
          </p:nvSpPr>
          <p:spPr>
            <a:xfrm>
              <a:off x="1254" y="2497"/>
              <a:ext cx="2848" cy="628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r>
                <a:rPr lang="en-US" altLang="zh-CN" sz="2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server.js</a:t>
              </a:r>
              <a:r>
                <a:rPr lang="zh-CN" altLang="en-US" sz="2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（续</a:t>
              </a:r>
              <a:r>
                <a:rPr lang="en-US" altLang="zh-CN" sz="2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1</a:t>
              </a:r>
              <a:r>
                <a:rPr lang="zh-CN" altLang="en-US" sz="2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）</a:t>
              </a:r>
              <a:endPara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grpSp>
          <p:nvGrpSpPr>
            <p:cNvPr id="3" name="组合 2"/>
            <p:cNvGrpSpPr/>
            <p:nvPr/>
          </p:nvGrpSpPr>
          <p:grpSpPr>
            <a:xfrm>
              <a:off x="855" y="1518"/>
              <a:ext cx="3618" cy="961"/>
              <a:chOff x="855" y="1518"/>
              <a:chExt cx="3618" cy="961"/>
            </a:xfrm>
          </p:grpSpPr>
          <p:sp>
            <p:nvSpPr>
              <p:cNvPr id="33" name="矩形 32"/>
              <p:cNvSpPr/>
              <p:nvPr>
                <p:custDataLst>
                  <p:tags r:id="rId5"/>
                </p:custDataLst>
              </p:nvPr>
            </p:nvSpPr>
            <p:spPr>
              <a:xfrm>
                <a:off x="884" y="2347"/>
                <a:ext cx="3492" cy="132"/>
              </a:xfrm>
              <a:prstGeom prst="rect">
                <a:avLst/>
              </a:prstGeom>
              <a:solidFill>
                <a:schemeClr val="accent5"/>
              </a:solidFill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AFABAB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4" name="矩形 1"/>
              <p:cNvSpPr/>
              <p:nvPr>
                <p:custDataLst>
                  <p:tags r:id="rId6"/>
                </p:custDataLst>
              </p:nvPr>
            </p:nvSpPr>
            <p:spPr bwMode="auto">
              <a:xfrm>
                <a:off x="855" y="1518"/>
                <a:ext cx="3618" cy="655"/>
              </a:xfrm>
              <a:custGeom>
                <a:avLst/>
                <a:gdLst>
                  <a:gd name="connsiteX0" fmla="*/ 0 w 6840760"/>
                  <a:gd name="connsiteY0" fmla="*/ 0 h 888468"/>
                  <a:gd name="connsiteX1" fmla="*/ 6840760 w 6840760"/>
                  <a:gd name="connsiteY1" fmla="*/ 0 h 888468"/>
                  <a:gd name="connsiteX2" fmla="*/ 6840760 w 6840760"/>
                  <a:gd name="connsiteY2" fmla="*/ 888468 h 888468"/>
                  <a:gd name="connsiteX3" fmla="*/ 0 w 6840760"/>
                  <a:gd name="connsiteY3" fmla="*/ 888468 h 888468"/>
                  <a:gd name="connsiteX4" fmla="*/ 0 w 6840760"/>
                  <a:gd name="connsiteY4" fmla="*/ 0 h 888468"/>
                  <a:gd name="connsiteX0-1" fmla="*/ 0 w 6840760"/>
                  <a:gd name="connsiteY0-2" fmla="*/ 0 h 888468"/>
                  <a:gd name="connsiteX1-3" fmla="*/ 6465622 w 6840760"/>
                  <a:gd name="connsiteY1-4" fmla="*/ 35169 h 888468"/>
                  <a:gd name="connsiteX2-5" fmla="*/ 6840760 w 6840760"/>
                  <a:gd name="connsiteY2-6" fmla="*/ 888468 h 888468"/>
                  <a:gd name="connsiteX3-7" fmla="*/ 0 w 6840760"/>
                  <a:gd name="connsiteY3-8" fmla="*/ 888468 h 888468"/>
                  <a:gd name="connsiteX4-9" fmla="*/ 0 w 6840760"/>
                  <a:gd name="connsiteY4-10" fmla="*/ 0 h 888468"/>
                  <a:gd name="connsiteX0-11" fmla="*/ 351693 w 6840760"/>
                  <a:gd name="connsiteY0-12" fmla="*/ 0 h 888468"/>
                  <a:gd name="connsiteX1-13" fmla="*/ 6465622 w 6840760"/>
                  <a:gd name="connsiteY1-14" fmla="*/ 35169 h 888468"/>
                  <a:gd name="connsiteX2-15" fmla="*/ 6840760 w 6840760"/>
                  <a:gd name="connsiteY2-16" fmla="*/ 888468 h 888468"/>
                  <a:gd name="connsiteX3-17" fmla="*/ 0 w 6840760"/>
                  <a:gd name="connsiteY3-18" fmla="*/ 888468 h 888468"/>
                  <a:gd name="connsiteX4-19" fmla="*/ 351693 w 6840760"/>
                  <a:gd name="connsiteY4-20" fmla="*/ 0 h 888468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6840760" h="888468">
                    <a:moveTo>
                      <a:pt x="351693" y="0"/>
                    </a:moveTo>
                    <a:lnTo>
                      <a:pt x="6465622" y="35169"/>
                    </a:lnTo>
                    <a:lnTo>
                      <a:pt x="6840760" y="888468"/>
                    </a:lnTo>
                    <a:lnTo>
                      <a:pt x="0" y="888468"/>
                    </a:lnTo>
                    <a:lnTo>
                      <a:pt x="351693" y="0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6" name="TextBox 27"/>
              <p:cNvSpPr txBox="1">
                <a:spLocks noChangeArrowheads="1"/>
              </p:cNvSpPr>
              <p:nvPr/>
            </p:nvSpPr>
            <p:spPr bwMode="auto">
              <a:xfrm>
                <a:off x="1340" y="1580"/>
                <a:ext cx="2688" cy="6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>
                <a:lvl1pPr marL="342900" indent="-3429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342900" marR="0" lvl="0" indent="-34290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r>
                  <a:rPr lang="zh-CN" altLang="zh-CN" sz="2000" b="1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Arial" panose="020B0604020202020204" pitchFamily="34" charset="0"/>
                  </a:rPr>
                  <a:t>服务器端代码</a:t>
                </a:r>
                <a:endParaRPr kumimoji="0" lang="zh-CN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</p:grpSp>
      </p:grpSp>
      <p:sp>
        <p:nvSpPr>
          <p:cNvPr id="16" name="矩形 15"/>
          <p:cNvSpPr/>
          <p:nvPr/>
        </p:nvSpPr>
        <p:spPr>
          <a:xfrm>
            <a:off x="3597275" y="1763395"/>
            <a:ext cx="7418070" cy="2260600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noFill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3597275" y="4388485"/>
            <a:ext cx="7418070" cy="1993900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custDataLst>
      <p:tags r:id="rId7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2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ldLvl="0" animBg="1"/>
      <p:bldP spid="17" grpId="0" bldLvl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3301365" y="1204595"/>
            <a:ext cx="8093710" cy="5357495"/>
            <a:chOff x="5199" y="1897"/>
            <a:chExt cx="12746" cy="8437"/>
          </a:xfrm>
        </p:grpSpPr>
        <p:sp>
          <p:nvSpPr>
            <p:cNvPr id="44" name="矩形 43"/>
            <p:cNvSpPr/>
            <p:nvPr>
              <p:custDataLst>
                <p:tags r:id="rId3"/>
              </p:custDataLst>
            </p:nvPr>
          </p:nvSpPr>
          <p:spPr>
            <a:xfrm>
              <a:off x="5588" y="2033"/>
              <a:ext cx="12079" cy="8301"/>
            </a:xfrm>
            <a:prstGeom prst="rect">
              <a:avLst/>
            </a:prstGeom>
            <a:solidFill>
              <a:schemeClr val="accent5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45" name="圆角矩形 25"/>
            <p:cNvSpPr/>
            <p:nvPr>
              <p:custDataLst>
                <p:tags r:id="rId4"/>
              </p:custDataLst>
            </p:nvPr>
          </p:nvSpPr>
          <p:spPr>
            <a:xfrm>
              <a:off x="5199" y="1897"/>
              <a:ext cx="12746" cy="8437"/>
            </a:xfrm>
            <a:prstGeom prst="roundRect">
              <a:avLst>
                <a:gd name="adj" fmla="val 2065"/>
              </a:avLst>
            </a:prstGeom>
            <a:noFill/>
            <a:ln w="9525" cap="flat" cmpd="sng" algn="ctr">
              <a:solidFill>
                <a:schemeClr val="accent2"/>
              </a:solidFill>
              <a:prstDash val="dashDot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solidFill>
                    <a:srgbClr val="3C853C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43" name="矩形 42"/>
            <p:cNvSpPr/>
            <p:nvPr/>
          </p:nvSpPr>
          <p:spPr>
            <a:xfrm>
              <a:off x="5643" y="2093"/>
              <a:ext cx="12302" cy="8240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indent="0" fontAlgn="auto">
                <a:lnSpc>
                  <a:spcPct val="100000"/>
                </a:lnSpc>
              </a:pPr>
              <a:r>
                <a:rPr lang="en-US" altLang="zh-CN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  </a:t>
              </a:r>
              <a:r>
                <a:rPr lang="en-US" altLang="zh-CN" b="1">
                  <a:solidFill>
                    <a:schemeClr val="bg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//编写 SQL 语句（查询最新上架的 4 个商品的数据）</a:t>
              </a:r>
              <a:endParaRPr lang="en-US" altLang="zh-CN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indent="0" fontAlgn="auto">
                <a:lnSpc>
                  <a:spcPct val="100000"/>
                </a:lnSpc>
              </a:pPr>
              <a:r>
                <a:rPr lang="en-US" altLang="zh-CN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 </a:t>
              </a:r>
              <a:r>
                <a:rPr lang="en-US" altLang="zh-CN" sz="16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var sql = 'SELECT * FROM product ORDER BY add_time DESC LIMIT 0,4'; </a:t>
              </a:r>
              <a:endPara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indent="0" fontAlgn="auto">
                <a:lnSpc>
                  <a:spcPct val="100000"/>
                </a:lnSpc>
              </a:pPr>
              <a:r>
                <a:rPr lang="en-US" altLang="zh-CN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 </a:t>
              </a:r>
              <a:r>
                <a:rPr lang="en-US" altLang="zh-CN">
                  <a:solidFill>
                    <a:schemeClr val="bg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//执行 SQL 语句</a:t>
              </a:r>
              <a:endParaRPr lang="en-US" altLang="zh-CN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indent="0" fontAlgn="auto">
                <a:lnSpc>
                  <a:spcPct val="100000"/>
                </a:lnSpc>
              </a:pPr>
              <a:r>
                <a:rPr lang="en-US" altLang="zh-CN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 conn.query(sql, function(err, result){ </a:t>
              </a:r>
              <a:endPara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indent="0" fontAlgn="auto">
                <a:lnSpc>
                  <a:spcPct val="100000"/>
                </a:lnSpc>
              </a:pPr>
              <a:r>
                <a:rPr lang="en-US" altLang="zh-CN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    if(err){ </a:t>
              </a:r>
              <a:endPara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indent="0" fontAlgn="auto">
                <a:lnSpc>
                  <a:spcPct val="100000"/>
                </a:lnSpc>
              </a:pPr>
              <a:r>
                <a:rPr lang="en-US" altLang="zh-CN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       console.log('查询商品数据出错：' + err.message); </a:t>
              </a:r>
              <a:endPara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indent="0" fontAlgn="auto">
                <a:lnSpc>
                  <a:spcPct val="100000"/>
                </a:lnSpc>
              </a:pPr>
              <a:r>
                <a:rPr lang="en-US" altLang="zh-CN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       return; </a:t>
              </a:r>
              <a:endPara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indent="0" fontAlgn="auto">
                <a:lnSpc>
                  <a:spcPct val="100000"/>
                </a:lnSpc>
              </a:pPr>
              <a:r>
                <a:rPr lang="en-US" altLang="zh-CN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    } </a:t>
              </a:r>
              <a:endPara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indent="0" algn="l" fontAlgn="auto">
                <a:lnSpc>
                  <a:spcPct val="100000"/>
                </a:lnSpc>
                <a:buClrTx/>
                <a:buSzTx/>
                <a:buFontTx/>
              </a:pPr>
              <a:r>
                <a:rPr lang="en-US" altLang="zh-CN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    </a:t>
              </a:r>
              <a:r>
                <a:rPr lang="en-US" altLang="zh-CN">
                  <a:solidFill>
                    <a:schemeClr val="bg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//输出查询结果（返回的是一个数组，每个元素为一个对象）</a:t>
              </a:r>
              <a:endParaRPr lang="en-US" altLang="zh-CN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indent="0" fontAlgn="auto">
                <a:lnSpc>
                  <a:spcPct val="100000"/>
                </a:lnSpc>
              </a:pPr>
              <a:r>
                <a:rPr lang="en-US" altLang="zh-CN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    console.log(result); </a:t>
              </a:r>
              <a:endPara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indent="0" fontAlgn="auto">
                <a:lnSpc>
                  <a:spcPct val="100000"/>
                </a:lnSpc>
              </a:pPr>
              <a:r>
                <a:rPr lang="en-US" altLang="zh-CN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   </a:t>
              </a:r>
              <a:r>
                <a:rPr lang="en-US" altLang="zh-CN" b="1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response.end(JSON.stringify(result)); </a:t>
              </a:r>
              <a:endParaRPr lang="en-US" altLang="zh-CN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indent="0" fontAlgn="auto">
                <a:lnSpc>
                  <a:spcPct val="100000"/>
                </a:lnSpc>
              </a:pPr>
              <a:r>
                <a:rPr lang="en-US" altLang="zh-CN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 }); </a:t>
              </a:r>
              <a:endPara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indent="0" fontAlgn="auto">
                <a:lnSpc>
                  <a:spcPct val="100000"/>
                </a:lnSpc>
              </a:pPr>
              <a:r>
                <a:rPr lang="en-US" altLang="zh-CN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 conn.end();   </a:t>
              </a:r>
              <a:r>
                <a:rPr lang="en-US" altLang="zh-CN">
                  <a:solidFill>
                    <a:schemeClr val="bg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</a:t>
              </a:r>
              <a:r>
                <a:rPr lang="en-US" altLang="zh-CN">
                  <a:solidFill>
                    <a:schemeClr val="bg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//断开数据库连接</a:t>
              </a:r>
              <a:endParaRPr lang="en-US" altLang="zh-CN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indent="0" fontAlgn="auto">
                <a:lnSpc>
                  <a:spcPct val="100000"/>
                </a:lnSpc>
              </a:pPr>
              <a:r>
                <a:rPr lang="en-US" altLang="zh-CN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});</a:t>
              </a:r>
              <a:endPara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indent="0" fontAlgn="auto">
                <a:lnSpc>
                  <a:spcPct val="100000"/>
                </a:lnSpc>
                <a:spcBef>
                  <a:spcPts val="600"/>
                </a:spcBef>
              </a:pPr>
              <a:r>
                <a:rPr lang="en-US" altLang="zh-CN" b="1">
                  <a:solidFill>
                    <a:schemeClr val="bg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//监听端口号 3009</a:t>
              </a:r>
              <a:endParaRPr lang="en-US" altLang="zh-CN" b="1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indent="0" fontAlgn="auto">
                <a:lnSpc>
                  <a:spcPct val="100000"/>
                </a:lnSpc>
              </a:pPr>
              <a:r>
                <a:rPr lang="en-US" altLang="zh-CN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server.listen(3009, function(err){ </a:t>
              </a:r>
              <a:endPara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indent="0" fontAlgn="auto">
                <a:lnSpc>
                  <a:spcPct val="100000"/>
                </a:lnSpc>
              </a:pPr>
              <a:r>
                <a:rPr lang="en-US" altLang="zh-CN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 console.log('服务器创建成功！http://localhost:3009'); </a:t>
              </a:r>
              <a:endPara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indent="0" fontAlgn="auto">
                <a:lnSpc>
                  <a:spcPct val="100000"/>
                </a:lnSpc>
              </a:pPr>
              <a:r>
                <a:rPr lang="en-US" altLang="zh-CN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});</a:t>
              </a:r>
              <a:endPara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indent="0" fontAlgn="auto">
                <a:lnSpc>
                  <a:spcPct val="100000"/>
                </a:lnSpc>
              </a:pPr>
              <a:endPara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31" name="文本框 30"/>
          <p:cNvSpPr txBox="1"/>
          <p:nvPr/>
        </p:nvSpPr>
        <p:spPr>
          <a:xfrm>
            <a:off x="828652" y="200499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项目实现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542925" y="963930"/>
            <a:ext cx="2297430" cy="1020445"/>
            <a:chOff x="855" y="1518"/>
            <a:chExt cx="3618" cy="1607"/>
          </a:xfrm>
        </p:grpSpPr>
        <p:sp>
          <p:nvSpPr>
            <p:cNvPr id="2" name="文本框 1"/>
            <p:cNvSpPr txBox="1"/>
            <p:nvPr/>
          </p:nvSpPr>
          <p:spPr>
            <a:xfrm>
              <a:off x="1254" y="2497"/>
              <a:ext cx="2848" cy="628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r>
                <a:rPr lang="en-US" altLang="zh-CN" sz="2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server.js</a:t>
              </a:r>
              <a:r>
                <a:rPr lang="zh-CN" altLang="en-US" sz="2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（续</a:t>
              </a:r>
              <a:r>
                <a:rPr lang="en-US" altLang="zh-CN" sz="2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2</a:t>
              </a:r>
              <a:r>
                <a:rPr lang="zh-CN" altLang="en-US" sz="2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）</a:t>
              </a:r>
              <a:endPara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grpSp>
          <p:nvGrpSpPr>
            <p:cNvPr id="3" name="组合 2"/>
            <p:cNvGrpSpPr/>
            <p:nvPr/>
          </p:nvGrpSpPr>
          <p:grpSpPr>
            <a:xfrm>
              <a:off x="855" y="1518"/>
              <a:ext cx="3618" cy="961"/>
              <a:chOff x="855" y="1518"/>
              <a:chExt cx="3618" cy="961"/>
            </a:xfrm>
          </p:grpSpPr>
          <p:sp>
            <p:nvSpPr>
              <p:cNvPr id="33" name="矩形 32"/>
              <p:cNvSpPr/>
              <p:nvPr>
                <p:custDataLst>
                  <p:tags r:id="rId5"/>
                </p:custDataLst>
              </p:nvPr>
            </p:nvSpPr>
            <p:spPr>
              <a:xfrm>
                <a:off x="884" y="2347"/>
                <a:ext cx="3492" cy="132"/>
              </a:xfrm>
              <a:prstGeom prst="rect">
                <a:avLst/>
              </a:prstGeom>
              <a:solidFill>
                <a:schemeClr val="accent5"/>
              </a:solidFill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AFABAB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4" name="矩形 1"/>
              <p:cNvSpPr/>
              <p:nvPr>
                <p:custDataLst>
                  <p:tags r:id="rId6"/>
                </p:custDataLst>
              </p:nvPr>
            </p:nvSpPr>
            <p:spPr bwMode="auto">
              <a:xfrm>
                <a:off x="855" y="1518"/>
                <a:ext cx="3618" cy="655"/>
              </a:xfrm>
              <a:custGeom>
                <a:avLst/>
                <a:gdLst>
                  <a:gd name="connsiteX0" fmla="*/ 0 w 6840760"/>
                  <a:gd name="connsiteY0" fmla="*/ 0 h 888468"/>
                  <a:gd name="connsiteX1" fmla="*/ 6840760 w 6840760"/>
                  <a:gd name="connsiteY1" fmla="*/ 0 h 888468"/>
                  <a:gd name="connsiteX2" fmla="*/ 6840760 w 6840760"/>
                  <a:gd name="connsiteY2" fmla="*/ 888468 h 888468"/>
                  <a:gd name="connsiteX3" fmla="*/ 0 w 6840760"/>
                  <a:gd name="connsiteY3" fmla="*/ 888468 h 888468"/>
                  <a:gd name="connsiteX4" fmla="*/ 0 w 6840760"/>
                  <a:gd name="connsiteY4" fmla="*/ 0 h 888468"/>
                  <a:gd name="connsiteX0-1" fmla="*/ 0 w 6840760"/>
                  <a:gd name="connsiteY0-2" fmla="*/ 0 h 888468"/>
                  <a:gd name="connsiteX1-3" fmla="*/ 6465622 w 6840760"/>
                  <a:gd name="connsiteY1-4" fmla="*/ 35169 h 888468"/>
                  <a:gd name="connsiteX2-5" fmla="*/ 6840760 w 6840760"/>
                  <a:gd name="connsiteY2-6" fmla="*/ 888468 h 888468"/>
                  <a:gd name="connsiteX3-7" fmla="*/ 0 w 6840760"/>
                  <a:gd name="connsiteY3-8" fmla="*/ 888468 h 888468"/>
                  <a:gd name="connsiteX4-9" fmla="*/ 0 w 6840760"/>
                  <a:gd name="connsiteY4-10" fmla="*/ 0 h 888468"/>
                  <a:gd name="connsiteX0-11" fmla="*/ 351693 w 6840760"/>
                  <a:gd name="connsiteY0-12" fmla="*/ 0 h 888468"/>
                  <a:gd name="connsiteX1-13" fmla="*/ 6465622 w 6840760"/>
                  <a:gd name="connsiteY1-14" fmla="*/ 35169 h 888468"/>
                  <a:gd name="connsiteX2-15" fmla="*/ 6840760 w 6840760"/>
                  <a:gd name="connsiteY2-16" fmla="*/ 888468 h 888468"/>
                  <a:gd name="connsiteX3-17" fmla="*/ 0 w 6840760"/>
                  <a:gd name="connsiteY3-18" fmla="*/ 888468 h 888468"/>
                  <a:gd name="connsiteX4-19" fmla="*/ 351693 w 6840760"/>
                  <a:gd name="connsiteY4-20" fmla="*/ 0 h 888468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6840760" h="888468">
                    <a:moveTo>
                      <a:pt x="351693" y="0"/>
                    </a:moveTo>
                    <a:lnTo>
                      <a:pt x="6465622" y="35169"/>
                    </a:lnTo>
                    <a:lnTo>
                      <a:pt x="6840760" y="888468"/>
                    </a:lnTo>
                    <a:lnTo>
                      <a:pt x="0" y="888468"/>
                    </a:lnTo>
                    <a:lnTo>
                      <a:pt x="351693" y="0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6" name="TextBox 27"/>
              <p:cNvSpPr txBox="1">
                <a:spLocks noChangeArrowheads="1"/>
              </p:cNvSpPr>
              <p:nvPr/>
            </p:nvSpPr>
            <p:spPr bwMode="auto">
              <a:xfrm>
                <a:off x="1340" y="1580"/>
                <a:ext cx="2688" cy="6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>
                <a:lvl1pPr marL="342900" indent="-3429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342900" marR="0" lvl="0" indent="-34290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r>
                  <a:rPr kumimoji="0" lang="zh-CN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Arial" panose="020B0604020202020204" pitchFamily="34" charset="0"/>
                  </a:rPr>
                  <a:t>服务器</a:t>
                </a:r>
                <a:r>
                  <a:rPr kumimoji="0" lang="zh-CN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Arial" panose="020B0604020202020204" pitchFamily="34" charset="0"/>
                  </a:rPr>
                  <a:t>端代码</a:t>
                </a:r>
                <a:endParaRPr kumimoji="0" lang="zh-CN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</p:grpSp>
      </p:grpSp>
      <p:grpSp>
        <p:nvGrpSpPr>
          <p:cNvPr id="14" name="组合 13"/>
          <p:cNvGrpSpPr/>
          <p:nvPr/>
        </p:nvGrpSpPr>
        <p:grpSpPr>
          <a:xfrm>
            <a:off x="264160" y="3655060"/>
            <a:ext cx="8174355" cy="767080"/>
            <a:chOff x="82" y="4983"/>
            <a:chExt cx="12873" cy="1208"/>
          </a:xfrm>
        </p:grpSpPr>
        <p:sp>
          <p:nvSpPr>
            <p:cNvPr id="21" name="矩形 4"/>
            <p:cNvSpPr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82" y="4983"/>
              <a:ext cx="4215" cy="6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向客户端发送响应数据</a:t>
              </a:r>
              <a:endParaRPr lang="zh-CN" altLang="en-US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cxnSp>
          <p:nvCxnSpPr>
            <p:cNvPr id="26" name="直接连接符 5"/>
            <p:cNvCxnSpPr>
              <a:cxnSpLocks noChangeShapeType="1"/>
            </p:cNvCxnSpPr>
            <p:nvPr>
              <p:custDataLst>
                <p:tags r:id="rId8"/>
              </p:custDataLst>
            </p:nvPr>
          </p:nvCxnSpPr>
          <p:spPr bwMode="auto">
            <a:xfrm flipH="1">
              <a:off x="4841" y="6180"/>
              <a:ext cx="8114" cy="11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7" name="直接连接符 9"/>
            <p:cNvCxnSpPr>
              <a:cxnSpLocks noChangeShapeType="1"/>
            </p:cNvCxnSpPr>
            <p:nvPr>
              <p:custDataLst>
                <p:tags r:id="rId9"/>
              </p:custDataLst>
            </p:nvPr>
          </p:nvCxnSpPr>
          <p:spPr bwMode="auto">
            <a:xfrm flipH="1" flipV="1">
              <a:off x="4841" y="5353"/>
              <a:ext cx="0" cy="838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8" name="直接连接符 76"/>
            <p:cNvCxnSpPr>
              <a:cxnSpLocks noChangeShapeType="1"/>
            </p:cNvCxnSpPr>
            <p:nvPr>
              <p:custDataLst>
                <p:tags r:id="rId10"/>
              </p:custDataLst>
            </p:nvPr>
          </p:nvCxnSpPr>
          <p:spPr bwMode="auto">
            <a:xfrm flipH="1">
              <a:off x="4449" y="5353"/>
              <a:ext cx="392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4" name="直接连接符 90"/>
            <p:cNvCxnSpPr>
              <a:cxnSpLocks noChangeShapeType="1"/>
            </p:cNvCxnSpPr>
            <p:nvPr>
              <p:custDataLst>
                <p:tags r:id="rId11"/>
              </p:custDataLst>
            </p:nvPr>
          </p:nvCxnSpPr>
          <p:spPr bwMode="auto">
            <a:xfrm flipH="1">
              <a:off x="4449" y="5017"/>
              <a:ext cx="0" cy="671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8" name="矩形 7"/>
          <p:cNvSpPr/>
          <p:nvPr/>
        </p:nvSpPr>
        <p:spPr>
          <a:xfrm>
            <a:off x="3597275" y="1663700"/>
            <a:ext cx="7418070" cy="2999105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noFill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597275" y="5574665"/>
            <a:ext cx="7418070" cy="889635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noFill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custDataLst>
      <p:tags r:id="rId12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2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ldLvl="0" animBg="1"/>
      <p:bldP spid="9" grpId="0" bldLvl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6136005" y="3007360"/>
            <a:ext cx="3805555" cy="2565400"/>
            <a:chOff x="2157" y="4044"/>
            <a:chExt cx="5993" cy="4040"/>
          </a:xfrm>
        </p:grpSpPr>
        <p:sp>
          <p:nvSpPr>
            <p:cNvPr id="11" name="任意多边形 10"/>
            <p:cNvSpPr/>
            <p:nvPr>
              <p:custDataLst>
                <p:tags r:id="rId3"/>
              </p:custDataLst>
            </p:nvPr>
          </p:nvSpPr>
          <p:spPr>
            <a:xfrm>
              <a:off x="2235" y="7116"/>
              <a:ext cx="968" cy="968"/>
            </a:xfrm>
            <a:custGeom>
              <a:avLst/>
              <a:gdLst>
                <a:gd name="connsiteX0" fmla="*/ 230458 w 460916"/>
                <a:gd name="connsiteY0" fmla="*/ 26429 h 460916"/>
                <a:gd name="connsiteX1" fmla="*/ 26429 w 460916"/>
                <a:gd name="connsiteY1" fmla="*/ 230458 h 460916"/>
                <a:gd name="connsiteX2" fmla="*/ 230458 w 460916"/>
                <a:gd name="connsiteY2" fmla="*/ 434487 h 460916"/>
                <a:gd name="connsiteX3" fmla="*/ 434487 w 460916"/>
                <a:gd name="connsiteY3" fmla="*/ 230458 h 460916"/>
                <a:gd name="connsiteX4" fmla="*/ 230458 w 460916"/>
                <a:gd name="connsiteY4" fmla="*/ 26429 h 460916"/>
                <a:gd name="connsiteX5" fmla="*/ 230458 w 460916"/>
                <a:gd name="connsiteY5" fmla="*/ 0 h 460916"/>
                <a:gd name="connsiteX6" fmla="*/ 460916 w 460916"/>
                <a:gd name="connsiteY6" fmla="*/ 230458 h 460916"/>
                <a:gd name="connsiteX7" fmla="*/ 230458 w 460916"/>
                <a:gd name="connsiteY7" fmla="*/ 460916 h 460916"/>
                <a:gd name="connsiteX8" fmla="*/ 0 w 460916"/>
                <a:gd name="connsiteY8" fmla="*/ 230458 h 460916"/>
                <a:gd name="connsiteX9" fmla="*/ 230458 w 460916"/>
                <a:gd name="connsiteY9" fmla="*/ 0 h 460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60916" h="460916">
                  <a:moveTo>
                    <a:pt x="230458" y="26429"/>
                  </a:moveTo>
                  <a:cubicBezTo>
                    <a:pt x="117776" y="26429"/>
                    <a:pt x="26429" y="117776"/>
                    <a:pt x="26429" y="230458"/>
                  </a:cubicBezTo>
                  <a:cubicBezTo>
                    <a:pt x="26429" y="343140"/>
                    <a:pt x="117776" y="434487"/>
                    <a:pt x="230458" y="434487"/>
                  </a:cubicBezTo>
                  <a:cubicBezTo>
                    <a:pt x="343140" y="434487"/>
                    <a:pt x="434487" y="343140"/>
                    <a:pt x="434487" y="230458"/>
                  </a:cubicBezTo>
                  <a:cubicBezTo>
                    <a:pt x="434487" y="117776"/>
                    <a:pt x="343140" y="26429"/>
                    <a:pt x="230458" y="26429"/>
                  </a:cubicBezTo>
                  <a:close/>
                  <a:moveTo>
                    <a:pt x="230458" y="0"/>
                  </a:moveTo>
                  <a:cubicBezTo>
                    <a:pt x="357736" y="0"/>
                    <a:pt x="460916" y="103180"/>
                    <a:pt x="460916" y="230458"/>
                  </a:cubicBezTo>
                  <a:cubicBezTo>
                    <a:pt x="460916" y="357736"/>
                    <a:pt x="357736" y="460916"/>
                    <a:pt x="230458" y="460916"/>
                  </a:cubicBezTo>
                  <a:cubicBezTo>
                    <a:pt x="103180" y="460916"/>
                    <a:pt x="0" y="357736"/>
                    <a:pt x="0" y="230458"/>
                  </a:cubicBezTo>
                  <a:cubicBezTo>
                    <a:pt x="0" y="103180"/>
                    <a:pt x="103180" y="0"/>
                    <a:pt x="23045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" name="任意多边形 3"/>
            <p:cNvSpPr/>
            <p:nvPr>
              <p:custDataLst>
                <p:tags r:id="rId4"/>
              </p:custDataLst>
            </p:nvPr>
          </p:nvSpPr>
          <p:spPr>
            <a:xfrm>
              <a:off x="2157" y="6369"/>
              <a:ext cx="5596" cy="1348"/>
            </a:xfrm>
            <a:custGeom>
              <a:avLst/>
              <a:gdLst>
                <a:gd name="connsiteX0" fmla="*/ 0 w 2468619"/>
                <a:gd name="connsiteY0" fmla="*/ 0 h 641798"/>
                <a:gd name="connsiteX1" fmla="*/ 2147720 w 2468619"/>
                <a:gd name="connsiteY1" fmla="*/ 0 h 641798"/>
                <a:gd name="connsiteX2" fmla="*/ 2468619 w 2468619"/>
                <a:gd name="connsiteY2" fmla="*/ 320899 h 641798"/>
                <a:gd name="connsiteX3" fmla="*/ 2147720 w 2468619"/>
                <a:gd name="connsiteY3" fmla="*/ 641798 h 641798"/>
                <a:gd name="connsiteX4" fmla="*/ 0 w 2468619"/>
                <a:gd name="connsiteY4" fmla="*/ 641798 h 6417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8619" h="641798">
                  <a:moveTo>
                    <a:pt x="0" y="0"/>
                  </a:moveTo>
                  <a:lnTo>
                    <a:pt x="2147720" y="0"/>
                  </a:lnTo>
                  <a:lnTo>
                    <a:pt x="2468619" y="320899"/>
                  </a:lnTo>
                  <a:lnTo>
                    <a:pt x="2147720" y="641798"/>
                  </a:lnTo>
                  <a:lnTo>
                    <a:pt x="0" y="64179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7" name="文本框 6"/>
            <p:cNvSpPr txBox="1"/>
            <p:nvPr>
              <p:custDataLst>
                <p:tags r:id="rId5"/>
              </p:custDataLst>
            </p:nvPr>
          </p:nvSpPr>
          <p:spPr>
            <a:xfrm>
              <a:off x="3172" y="6573"/>
              <a:ext cx="2445" cy="839"/>
            </a:xfrm>
            <a:prstGeom prst="rect">
              <a:avLst/>
            </a:prstGeom>
            <a:noFill/>
          </p:spPr>
          <p:txBody>
            <a:bodyPr wrap="none" lIns="0" rIns="0" rtlCol="0">
              <a:noAutofit/>
            </a:bodyPr>
            <a:lstStyle/>
            <a:p>
              <a:r>
                <a:rPr lang="en-US" altLang="zh-CN" sz="2800" b="1" dirty="0">
                  <a:solidFill>
                    <a:schemeClr val="l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index.html</a:t>
              </a:r>
              <a:endParaRPr lang="zh-CN" altLang="en-US" sz="2800" b="1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0" name="TextBox 82"/>
            <p:cNvSpPr txBox="1"/>
            <p:nvPr>
              <p:custDataLst>
                <p:tags r:id="rId6"/>
              </p:custDataLst>
            </p:nvPr>
          </p:nvSpPr>
          <p:spPr>
            <a:xfrm>
              <a:off x="2235" y="4044"/>
              <a:ext cx="5915" cy="2107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>
              <a:defPPr>
                <a:defRPr lang="zh-CN"/>
              </a:defPPr>
              <a:lvl1pPr algn="just">
                <a:lnSpc>
                  <a:spcPct val="150000"/>
                </a:lnSpc>
                <a:defRPr sz="1100">
                  <a:latin typeface="+mn-ea"/>
                </a:defRPr>
              </a:lvl1pPr>
            </a:lstStyle>
            <a:p>
              <a:pPr algn="l"/>
              <a:r>
                <a:rPr lang="en-US" altLang="zh-CN" sz="18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</a:t>
              </a:r>
              <a:r>
                <a:rPr sz="18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向服务器</a:t>
              </a:r>
              <a:r>
                <a:rPr lang="zh-CN" sz="18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端</a:t>
              </a:r>
              <a:r>
                <a:rPr sz="18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发送 AJAX 请求</a:t>
              </a:r>
              <a:endParaRPr sz="18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algn="l"/>
              <a:r>
                <a:rPr lang="en-US" altLang="zh-CN" sz="18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</a:t>
              </a:r>
              <a:r>
                <a:rPr lang="zh-CN" altLang="en-US" sz="18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获取</a:t>
              </a:r>
              <a:r>
                <a:rPr lang="zh-CN" altLang="en-US" sz="18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响应数据</a:t>
              </a:r>
              <a:endParaRPr lang="zh-CN" altLang="en-US" sz="18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algn="l"/>
              <a:r>
                <a:rPr lang="en-US" altLang="zh-CN" sz="18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</a:t>
              </a:r>
              <a:r>
                <a:rPr lang="zh-CN" altLang="en-US" sz="18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将响应数据显示在页面布局区域</a:t>
              </a:r>
              <a:endParaRPr lang="zh-CN" altLang="en-US" sz="18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26" name="文本框 25"/>
          <p:cNvSpPr txBox="1"/>
          <p:nvPr>
            <p:custDataLst>
              <p:tags r:id="rId7"/>
            </p:custDataLst>
          </p:nvPr>
        </p:nvSpPr>
        <p:spPr>
          <a:xfrm>
            <a:off x="1141730" y="1073150"/>
            <a:ext cx="3103245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20000"/>
              </a:lnSpc>
              <a:buClr>
                <a:srgbClr val="3C853C"/>
              </a:buClr>
            </a:pPr>
            <a:r>
              <a:rPr lang="en-US" altLang="zh-CN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4. </a:t>
            </a:r>
            <a:r>
              <a:rPr lang="zh-CN" altLang="en-US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编写</a:t>
            </a:r>
            <a:r>
              <a:rPr lang="zh-CN" altLang="en-US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客户端代码</a:t>
            </a:r>
            <a:endParaRPr lang="zh-CN" altLang="en-US" sz="2400" b="1" dirty="0">
              <a:solidFill>
                <a:schemeClr val="l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828652" y="200499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项目实现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8" name="图片 7" descr="QQ截图20240407093536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3074670" y="1969770"/>
            <a:ext cx="2962910" cy="4416425"/>
          </a:xfrm>
          <a:prstGeom prst="rect">
            <a:avLst/>
          </a:prstGeom>
          <a:ln w="88900" cap="sq" cmpd="thickThin">
            <a:solidFill>
              <a:srgbClr val="4C944C"/>
            </a:solidFill>
            <a:prstDash val="solid"/>
            <a:miter lim="800000"/>
            <a:headEnd/>
            <a:tailEnd/>
          </a:ln>
          <a:effectLst>
            <a:innerShdw blurRad="76200">
              <a:srgbClr val="000000"/>
            </a:innerShdw>
          </a:effectLst>
        </p:spPr>
      </p:pic>
      <p:sp>
        <p:nvSpPr>
          <p:cNvPr id="18" name="矩形 17"/>
          <p:cNvSpPr/>
          <p:nvPr>
            <p:custDataLst>
              <p:tags r:id="rId10"/>
            </p:custDataLst>
          </p:nvPr>
        </p:nvSpPr>
        <p:spPr>
          <a:xfrm>
            <a:off x="3943985" y="4420870"/>
            <a:ext cx="1864995" cy="446405"/>
          </a:xfrm>
          <a:prstGeom prst="rect">
            <a:avLst/>
          </a:prstGeom>
          <a:noFill/>
          <a:ln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Isosceles Triangle 2_1"/>
          <p:cNvSpPr/>
          <p:nvPr>
            <p:custDataLst>
              <p:tags r:id="rId11"/>
            </p:custDataLst>
          </p:nvPr>
        </p:nvSpPr>
        <p:spPr>
          <a:xfrm rot="16200000" flipV="1">
            <a:off x="946379" y="1241856"/>
            <a:ext cx="299396" cy="258102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365">
              <a:solidFill>
                <a:srgbClr val="0000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</p:spTree>
    <p:custDataLst>
      <p:tags r:id="rId12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bldLvl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文本框 25"/>
          <p:cNvSpPr txBox="1"/>
          <p:nvPr>
            <p:custDataLst>
              <p:tags r:id="rId3"/>
            </p:custDataLst>
          </p:nvPr>
        </p:nvSpPr>
        <p:spPr>
          <a:xfrm>
            <a:off x="1141730" y="1073150"/>
            <a:ext cx="3103245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20000"/>
              </a:lnSpc>
              <a:buClr>
                <a:srgbClr val="3C853C"/>
              </a:buClr>
            </a:pPr>
            <a:r>
              <a:rPr lang="en-US" altLang="zh-CN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4. </a:t>
            </a:r>
            <a:r>
              <a:rPr lang="zh-CN" altLang="en-US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编写</a:t>
            </a:r>
            <a:r>
              <a:rPr lang="zh-CN" altLang="en-US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客户端代码</a:t>
            </a:r>
            <a:endParaRPr lang="zh-CN" altLang="en-US" sz="2400" b="1" dirty="0">
              <a:solidFill>
                <a:schemeClr val="l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828652" y="200499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项目实现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" name="Isosceles Triangle 2_1"/>
          <p:cNvSpPr/>
          <p:nvPr>
            <p:custDataLst>
              <p:tags r:id="rId4"/>
            </p:custDataLst>
          </p:nvPr>
        </p:nvSpPr>
        <p:spPr>
          <a:xfrm rot="16200000" flipV="1">
            <a:off x="946379" y="1241856"/>
            <a:ext cx="299396" cy="258102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365">
              <a:solidFill>
                <a:srgbClr val="0000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573530" y="2102485"/>
            <a:ext cx="5773420" cy="3995420"/>
          </a:xfrm>
          <a:prstGeom prst="rect">
            <a:avLst/>
          </a:prstGeom>
          <a:ln w="88900" cap="sq" cmpd="thickThin">
            <a:solidFill>
              <a:srgbClr val="4C944C"/>
            </a:solidFill>
            <a:prstDash val="solid"/>
            <a:miter lim="800000"/>
            <a:headEnd/>
            <a:tailEnd/>
          </a:ln>
          <a:effectLst>
            <a:innerShdw blurRad="76200">
              <a:srgbClr val="000000"/>
            </a:innerShdw>
          </a:effectLst>
        </p:spPr>
      </p:pic>
      <p:sp>
        <p:nvSpPr>
          <p:cNvPr id="39" name="圆角矩形 8"/>
          <p:cNvSpPr/>
          <p:nvPr>
            <p:custDataLst>
              <p:tags r:id="rId7"/>
            </p:custDataLst>
          </p:nvPr>
        </p:nvSpPr>
        <p:spPr>
          <a:xfrm>
            <a:off x="8075295" y="3729990"/>
            <a:ext cx="2860675" cy="741045"/>
          </a:xfrm>
          <a:prstGeom prst="roundRect">
            <a:avLst>
              <a:gd name="adj" fmla="val 14029"/>
            </a:avLst>
          </a:prstGeom>
          <a:solidFill>
            <a:schemeClr val="dk1">
              <a:lumMod val="75000"/>
              <a:lumOff val="25000"/>
            </a:schemeClr>
          </a:solidFill>
          <a:ln w="57150" cap="rnd" cmpd="sng" algn="ctr">
            <a:noFill/>
            <a:prstDash val="solid"/>
            <a:round/>
          </a:ln>
          <a:effectLst>
            <a:outerShdw blurRad="50800" dist="50800" dir="5400000" algn="ctr" rotWithShape="0">
              <a:srgbClr val="1673B4">
                <a:alpha val="20000"/>
              </a:srgbClr>
            </a:outerShdw>
          </a:effectLst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2400" b="1" kern="0" noProof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静态代码</a:t>
            </a:r>
            <a:endParaRPr lang="zh-CN" altLang="en-US" sz="2400" b="1" kern="0" noProof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2400" b="1" kern="0" noProof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红框内代码注释掉</a:t>
            </a:r>
            <a:endParaRPr lang="zh-CN" altLang="en-US" sz="2400" b="1" kern="0" noProof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</p:spTree>
    <p:custDataLst>
      <p:tags r:id="rId8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1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bldLvl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3301365" y="1204595"/>
            <a:ext cx="8093710" cy="5164455"/>
            <a:chOff x="5199" y="1897"/>
            <a:chExt cx="12746" cy="8133"/>
          </a:xfrm>
        </p:grpSpPr>
        <p:sp>
          <p:nvSpPr>
            <p:cNvPr id="44" name="矩形 43"/>
            <p:cNvSpPr/>
            <p:nvPr>
              <p:custDataLst>
                <p:tags r:id="rId3"/>
              </p:custDataLst>
            </p:nvPr>
          </p:nvSpPr>
          <p:spPr>
            <a:xfrm>
              <a:off x="5588" y="2033"/>
              <a:ext cx="12079" cy="7799"/>
            </a:xfrm>
            <a:prstGeom prst="rect">
              <a:avLst/>
            </a:prstGeom>
            <a:solidFill>
              <a:schemeClr val="accent5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45" name="圆角矩形 25"/>
            <p:cNvSpPr/>
            <p:nvPr>
              <p:custDataLst>
                <p:tags r:id="rId4"/>
              </p:custDataLst>
            </p:nvPr>
          </p:nvSpPr>
          <p:spPr>
            <a:xfrm>
              <a:off x="5199" y="1897"/>
              <a:ext cx="12746" cy="8133"/>
            </a:xfrm>
            <a:prstGeom prst="roundRect">
              <a:avLst>
                <a:gd name="adj" fmla="val 2065"/>
              </a:avLst>
            </a:prstGeom>
            <a:noFill/>
            <a:ln w="9525" cap="flat" cmpd="sng" algn="ctr">
              <a:solidFill>
                <a:schemeClr val="accent2"/>
              </a:solidFill>
              <a:prstDash val="dashDot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solidFill>
                    <a:srgbClr val="3C853C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43" name="矩形 42"/>
            <p:cNvSpPr/>
            <p:nvPr/>
          </p:nvSpPr>
          <p:spPr>
            <a:xfrm>
              <a:off x="5643" y="2093"/>
              <a:ext cx="12302" cy="614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indent="0" fontAlgn="auto">
                <a:lnSpc>
                  <a:spcPct val="125000"/>
                </a:lnSpc>
              </a:pPr>
              <a:r>
                <a:rPr lang="en-US" altLang="zh-CN" b="1">
                  <a:solidFill>
                    <a:schemeClr val="bg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//向服务器</a:t>
              </a:r>
              <a:r>
                <a:rPr lang="zh-CN" altLang="en-US" b="1">
                  <a:solidFill>
                    <a:schemeClr val="bg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端</a:t>
              </a:r>
              <a:r>
                <a:rPr lang="en-US" altLang="zh-CN" b="1">
                  <a:solidFill>
                    <a:schemeClr val="bg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发送Aajax请求</a:t>
              </a:r>
              <a:endParaRPr lang="en-US" altLang="zh-CN" b="1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indent="0" fontAlgn="auto">
                <a:lnSpc>
                  <a:spcPct val="125000"/>
                </a:lnSpc>
              </a:pPr>
              <a:r>
                <a:rPr lang="en-US" altLang="zh-CN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&lt;script src="js/jquery-3.5.1.min.js"&gt;&lt;/script&gt;</a:t>
              </a:r>
              <a:endParaRPr lang="en-US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indent="0" fontAlgn="auto">
                <a:lnSpc>
                  <a:spcPct val="125000"/>
                </a:lnSpc>
              </a:pPr>
              <a:r>
                <a:rPr lang="en-US" altLang="zh-CN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&lt;script&gt;</a:t>
              </a:r>
              <a:endParaRPr lang="en-US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indent="0" fontAlgn="auto">
                <a:lnSpc>
                  <a:spcPct val="125000"/>
                </a:lnSpc>
              </a:pPr>
              <a:r>
                <a:rPr lang="en-US" altLang="zh-CN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$(function(){</a:t>
              </a:r>
              <a:endParaRPr lang="en-US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indent="0" fontAlgn="auto">
                <a:lnSpc>
                  <a:spcPct val="125000"/>
                </a:lnSpc>
              </a:pPr>
              <a:r>
                <a:rPr lang="en-US" altLang="zh-CN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  $.ajax({</a:t>
              </a:r>
              <a:endParaRPr lang="en-US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indent="0" fontAlgn="auto">
                <a:lnSpc>
                  <a:spcPct val="125000"/>
                </a:lnSpc>
              </a:pPr>
              <a:r>
                <a:rPr lang="en-US" altLang="zh-CN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    </a:t>
              </a:r>
              <a:r>
                <a:rPr lang="en-US" altLang="zh-CN" b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url: "http://localhost:3009",</a:t>
              </a:r>
              <a:endParaRPr lang="en-US" altLang="zh-CN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indent="0" fontAlgn="auto">
                <a:lnSpc>
                  <a:spcPct val="125000"/>
                </a:lnSpc>
              </a:pPr>
              <a:r>
                <a:rPr lang="en-US" altLang="zh-CN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    type: "post",</a:t>
              </a:r>
              <a:endParaRPr lang="en-US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indent="0" fontAlgn="auto">
                <a:lnSpc>
                  <a:spcPct val="125000"/>
                </a:lnSpc>
              </a:pPr>
              <a:r>
                <a:rPr lang="en-US" altLang="zh-CN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   </a:t>
              </a:r>
              <a:r>
                <a:rPr lang="en-US" altLang="zh-CN" b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dataType: "json",</a:t>
              </a:r>
              <a:endParaRPr lang="en-US" altLang="zh-CN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indent="0" fontAlgn="auto">
                <a:lnSpc>
                  <a:spcPct val="125000"/>
                </a:lnSpc>
              </a:pPr>
              <a:r>
                <a:rPr lang="en-US" altLang="zh-CN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    success: function(resp){</a:t>
              </a:r>
              <a:endParaRPr lang="en-US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indent="0" fontAlgn="auto">
                <a:lnSpc>
                  <a:spcPct val="125000"/>
                </a:lnSpc>
              </a:pPr>
              <a:r>
                <a:rPr lang="en-US" altLang="zh-CN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     </a:t>
              </a:r>
              <a:r>
                <a:rPr lang="en-US" altLang="zh-CN">
                  <a:solidFill>
                    <a:schemeClr val="bg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//</a:t>
              </a:r>
              <a:r>
                <a:rPr lang="en-US" altLang="zh-CN">
                  <a:solidFill>
                    <a:schemeClr val="bg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浏览器控制台测试服务器返回的数据</a:t>
              </a:r>
              <a:endParaRPr lang="en-US" altLang="zh-CN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indent="0" fontAlgn="auto">
                <a:lnSpc>
                  <a:spcPct val="125000"/>
                </a:lnSpc>
              </a:pPr>
              <a:r>
                <a:rPr lang="en-US" altLang="zh-CN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      console.log(resp, resp.length);	</a:t>
              </a:r>
              <a:endParaRPr lang="en-US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561340" y="2694305"/>
            <a:ext cx="6776720" cy="767080"/>
            <a:chOff x="693" y="4983"/>
            <a:chExt cx="10672" cy="1208"/>
          </a:xfrm>
        </p:grpSpPr>
        <p:sp>
          <p:nvSpPr>
            <p:cNvPr id="21" name="矩形 4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693" y="4983"/>
              <a:ext cx="3604" cy="6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服务器</a:t>
              </a: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地址</a:t>
              </a:r>
              <a:endParaRPr lang="zh-CN" altLang="en-US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cxnSp>
          <p:nvCxnSpPr>
            <p:cNvPr id="26" name="直接连接符 5"/>
            <p:cNvCxnSpPr>
              <a:cxnSpLocks noChangeShapeType="1"/>
            </p:cNvCxnSpPr>
            <p:nvPr>
              <p:custDataLst>
                <p:tags r:id="rId6"/>
              </p:custDataLst>
            </p:nvPr>
          </p:nvCxnSpPr>
          <p:spPr bwMode="auto">
            <a:xfrm flipH="1">
              <a:off x="4841" y="6156"/>
              <a:ext cx="6524" cy="35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7" name="直接连接符 9"/>
            <p:cNvCxnSpPr>
              <a:cxnSpLocks noChangeShapeType="1"/>
            </p:cNvCxnSpPr>
            <p:nvPr>
              <p:custDataLst>
                <p:tags r:id="rId7"/>
              </p:custDataLst>
            </p:nvPr>
          </p:nvCxnSpPr>
          <p:spPr bwMode="auto">
            <a:xfrm flipH="1" flipV="1">
              <a:off x="4841" y="5353"/>
              <a:ext cx="0" cy="838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8" name="直接连接符 76"/>
            <p:cNvCxnSpPr>
              <a:cxnSpLocks noChangeShapeType="1"/>
            </p:cNvCxnSpPr>
            <p:nvPr>
              <p:custDataLst>
                <p:tags r:id="rId8"/>
              </p:custDataLst>
            </p:nvPr>
          </p:nvCxnSpPr>
          <p:spPr bwMode="auto">
            <a:xfrm flipH="1">
              <a:off x="4449" y="5353"/>
              <a:ext cx="392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4" name="直接连接符 90"/>
            <p:cNvCxnSpPr>
              <a:cxnSpLocks noChangeShapeType="1"/>
            </p:cNvCxnSpPr>
            <p:nvPr>
              <p:custDataLst>
                <p:tags r:id="rId9"/>
              </p:custDataLst>
            </p:nvPr>
          </p:nvCxnSpPr>
          <p:spPr bwMode="auto">
            <a:xfrm flipH="1">
              <a:off x="4449" y="5017"/>
              <a:ext cx="0" cy="671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1" name="文本框 30"/>
          <p:cNvSpPr txBox="1"/>
          <p:nvPr/>
        </p:nvSpPr>
        <p:spPr>
          <a:xfrm>
            <a:off x="828652" y="200499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项目实现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542925" y="963930"/>
            <a:ext cx="2297430" cy="1020445"/>
            <a:chOff x="855" y="1518"/>
            <a:chExt cx="3618" cy="1607"/>
          </a:xfrm>
        </p:grpSpPr>
        <p:sp>
          <p:nvSpPr>
            <p:cNvPr id="2" name="文本框 1"/>
            <p:cNvSpPr txBox="1"/>
            <p:nvPr/>
          </p:nvSpPr>
          <p:spPr>
            <a:xfrm>
              <a:off x="1465" y="2497"/>
              <a:ext cx="2484" cy="628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r>
                <a:rPr lang="en-US" altLang="zh-CN" sz="2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index.html</a:t>
              </a:r>
              <a:endPara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grpSp>
          <p:nvGrpSpPr>
            <p:cNvPr id="3" name="组合 2"/>
            <p:cNvGrpSpPr/>
            <p:nvPr/>
          </p:nvGrpSpPr>
          <p:grpSpPr>
            <a:xfrm>
              <a:off x="855" y="1518"/>
              <a:ext cx="3618" cy="961"/>
              <a:chOff x="855" y="1518"/>
              <a:chExt cx="3618" cy="961"/>
            </a:xfrm>
          </p:grpSpPr>
          <p:sp>
            <p:nvSpPr>
              <p:cNvPr id="33" name="矩形 32"/>
              <p:cNvSpPr/>
              <p:nvPr>
                <p:custDataLst>
                  <p:tags r:id="rId10"/>
                </p:custDataLst>
              </p:nvPr>
            </p:nvSpPr>
            <p:spPr>
              <a:xfrm>
                <a:off x="884" y="2347"/>
                <a:ext cx="3492" cy="132"/>
              </a:xfrm>
              <a:prstGeom prst="rect">
                <a:avLst/>
              </a:prstGeom>
              <a:solidFill>
                <a:schemeClr val="accent5"/>
              </a:solidFill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AFABAB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4" name="矩形 1"/>
              <p:cNvSpPr/>
              <p:nvPr>
                <p:custDataLst>
                  <p:tags r:id="rId11"/>
                </p:custDataLst>
              </p:nvPr>
            </p:nvSpPr>
            <p:spPr bwMode="auto">
              <a:xfrm>
                <a:off x="855" y="1518"/>
                <a:ext cx="3618" cy="655"/>
              </a:xfrm>
              <a:custGeom>
                <a:avLst/>
                <a:gdLst>
                  <a:gd name="connsiteX0" fmla="*/ 0 w 6840760"/>
                  <a:gd name="connsiteY0" fmla="*/ 0 h 888468"/>
                  <a:gd name="connsiteX1" fmla="*/ 6840760 w 6840760"/>
                  <a:gd name="connsiteY1" fmla="*/ 0 h 888468"/>
                  <a:gd name="connsiteX2" fmla="*/ 6840760 w 6840760"/>
                  <a:gd name="connsiteY2" fmla="*/ 888468 h 888468"/>
                  <a:gd name="connsiteX3" fmla="*/ 0 w 6840760"/>
                  <a:gd name="connsiteY3" fmla="*/ 888468 h 888468"/>
                  <a:gd name="connsiteX4" fmla="*/ 0 w 6840760"/>
                  <a:gd name="connsiteY4" fmla="*/ 0 h 888468"/>
                  <a:gd name="connsiteX0-1" fmla="*/ 0 w 6840760"/>
                  <a:gd name="connsiteY0-2" fmla="*/ 0 h 888468"/>
                  <a:gd name="connsiteX1-3" fmla="*/ 6465622 w 6840760"/>
                  <a:gd name="connsiteY1-4" fmla="*/ 35169 h 888468"/>
                  <a:gd name="connsiteX2-5" fmla="*/ 6840760 w 6840760"/>
                  <a:gd name="connsiteY2-6" fmla="*/ 888468 h 888468"/>
                  <a:gd name="connsiteX3-7" fmla="*/ 0 w 6840760"/>
                  <a:gd name="connsiteY3-8" fmla="*/ 888468 h 888468"/>
                  <a:gd name="connsiteX4-9" fmla="*/ 0 w 6840760"/>
                  <a:gd name="connsiteY4-10" fmla="*/ 0 h 888468"/>
                  <a:gd name="connsiteX0-11" fmla="*/ 351693 w 6840760"/>
                  <a:gd name="connsiteY0-12" fmla="*/ 0 h 888468"/>
                  <a:gd name="connsiteX1-13" fmla="*/ 6465622 w 6840760"/>
                  <a:gd name="connsiteY1-14" fmla="*/ 35169 h 888468"/>
                  <a:gd name="connsiteX2-15" fmla="*/ 6840760 w 6840760"/>
                  <a:gd name="connsiteY2-16" fmla="*/ 888468 h 888468"/>
                  <a:gd name="connsiteX3-17" fmla="*/ 0 w 6840760"/>
                  <a:gd name="connsiteY3-18" fmla="*/ 888468 h 888468"/>
                  <a:gd name="connsiteX4-19" fmla="*/ 351693 w 6840760"/>
                  <a:gd name="connsiteY4-20" fmla="*/ 0 h 888468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6840760" h="888468">
                    <a:moveTo>
                      <a:pt x="351693" y="0"/>
                    </a:moveTo>
                    <a:lnTo>
                      <a:pt x="6465622" y="35169"/>
                    </a:lnTo>
                    <a:lnTo>
                      <a:pt x="6840760" y="888468"/>
                    </a:lnTo>
                    <a:lnTo>
                      <a:pt x="0" y="888468"/>
                    </a:lnTo>
                    <a:lnTo>
                      <a:pt x="351693" y="0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6" name="TextBox 27"/>
              <p:cNvSpPr txBox="1">
                <a:spLocks noChangeArrowheads="1"/>
              </p:cNvSpPr>
              <p:nvPr/>
            </p:nvSpPr>
            <p:spPr bwMode="auto">
              <a:xfrm>
                <a:off x="1476" y="1580"/>
                <a:ext cx="2288" cy="6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>
                <a:lvl1pPr marL="342900" indent="-3429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342900" marR="0" lvl="0" indent="-34290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r>
                  <a:rPr kumimoji="0" lang="zh-CN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Arial" panose="020B0604020202020204" pitchFamily="34" charset="0"/>
                  </a:rPr>
                  <a:t>客户端代码</a:t>
                </a:r>
                <a:endParaRPr kumimoji="0" lang="zh-CN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</p:grpSp>
      </p:grpSp>
      <p:sp>
        <p:nvSpPr>
          <p:cNvPr id="58" name="矩形 57"/>
          <p:cNvSpPr/>
          <p:nvPr/>
        </p:nvSpPr>
        <p:spPr>
          <a:xfrm>
            <a:off x="3583305" y="1781810"/>
            <a:ext cx="7418070" cy="292100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noFill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custDataLst>
      <p:tags r:id="rId12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2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 bldLvl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3301365" y="1204595"/>
            <a:ext cx="8093710" cy="5310792"/>
            <a:chOff x="5199" y="1897"/>
            <a:chExt cx="12746" cy="8348"/>
          </a:xfrm>
        </p:grpSpPr>
        <p:sp>
          <p:nvSpPr>
            <p:cNvPr id="44" name="矩形 43"/>
            <p:cNvSpPr/>
            <p:nvPr>
              <p:custDataLst>
                <p:tags r:id="rId3"/>
              </p:custDataLst>
            </p:nvPr>
          </p:nvSpPr>
          <p:spPr>
            <a:xfrm>
              <a:off x="5588" y="2033"/>
              <a:ext cx="12079" cy="8004"/>
            </a:xfrm>
            <a:prstGeom prst="rect">
              <a:avLst/>
            </a:prstGeom>
            <a:solidFill>
              <a:schemeClr val="accent5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45" name="圆角矩形 25"/>
            <p:cNvSpPr/>
            <p:nvPr>
              <p:custDataLst>
                <p:tags r:id="rId4"/>
              </p:custDataLst>
            </p:nvPr>
          </p:nvSpPr>
          <p:spPr>
            <a:xfrm>
              <a:off x="5199" y="1897"/>
              <a:ext cx="12746" cy="8139"/>
            </a:xfrm>
            <a:prstGeom prst="roundRect">
              <a:avLst>
                <a:gd name="adj" fmla="val 2065"/>
              </a:avLst>
            </a:prstGeom>
            <a:noFill/>
            <a:ln w="9525" cap="flat" cmpd="sng" algn="ctr">
              <a:solidFill>
                <a:schemeClr val="accent2"/>
              </a:solidFill>
              <a:prstDash val="dashDot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solidFill>
                    <a:srgbClr val="3C853C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43" name="矩形 42"/>
            <p:cNvSpPr/>
            <p:nvPr/>
          </p:nvSpPr>
          <p:spPr>
            <a:xfrm>
              <a:off x="5643" y="2093"/>
              <a:ext cx="12302" cy="8152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indent="0" fontAlgn="auto">
                <a:lnSpc>
                  <a:spcPct val="125000"/>
                </a:lnSpc>
              </a:pPr>
              <a:r>
                <a:rPr lang="en-US" altLang="zh-CN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      </a:t>
              </a:r>
              <a:r>
                <a:rPr lang="en-US" altLang="zh-CN" b="1">
                  <a:solidFill>
                    <a:schemeClr val="bg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//</a:t>
              </a:r>
              <a:r>
                <a:rPr lang="zh-CN" altLang="en-US" b="1">
                  <a:solidFill>
                    <a:schemeClr val="bg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获取返回的响应数据（</a:t>
              </a:r>
              <a:r>
                <a:rPr lang="en-US" altLang="zh-CN" b="1">
                  <a:solidFill>
                    <a:schemeClr val="bg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数组类型</a:t>
              </a:r>
              <a:r>
                <a:rPr lang="zh-CN" altLang="en-US" b="1">
                  <a:solidFill>
                    <a:schemeClr val="bg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）</a:t>
              </a:r>
              <a:r>
                <a:rPr lang="en-US" altLang="zh-CN" b="1">
                  <a:solidFill>
                    <a:schemeClr val="bg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，数组元素为</a:t>
              </a:r>
              <a:r>
                <a:rPr lang="zh-CN" altLang="en-US" b="1">
                  <a:solidFill>
                    <a:schemeClr val="bg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每一个商品</a:t>
              </a:r>
              <a:r>
                <a:rPr lang="en-US" altLang="zh-CN" b="1">
                  <a:solidFill>
                    <a:schemeClr val="bg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对象</a:t>
              </a:r>
              <a:endParaRPr lang="en-US" altLang="zh-CN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indent="0" fontAlgn="auto">
                <a:lnSpc>
                  <a:spcPct val="125000"/>
                </a:lnSpc>
              </a:pPr>
              <a:r>
                <a:rPr lang="en-US" altLang="zh-CN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      var arrProduct = resp;	</a:t>
              </a:r>
              <a:endParaRPr lang="en-US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indent="0" fontAlgn="auto">
                <a:lnSpc>
                  <a:spcPct val="125000"/>
                </a:lnSpc>
              </a:pPr>
              <a:r>
                <a:rPr lang="en-US" altLang="zh-CN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    </a:t>
              </a:r>
              <a:r>
                <a:rPr lang="en-US" altLang="zh-CN" b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for(var i=0; i&lt;arrProduct.length; i++){</a:t>
              </a:r>
              <a:r>
                <a:rPr lang="en-US" altLang="zh-CN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	</a:t>
              </a:r>
              <a:endParaRPr lang="en-US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indent="0" fontAlgn="auto">
                <a:lnSpc>
                  <a:spcPct val="125000"/>
                </a:lnSpc>
              </a:pPr>
              <a:r>
                <a:rPr lang="en-US" altLang="zh-CN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        var image = arrProduct[i].image;</a:t>
              </a:r>
              <a:endParaRPr lang="en-US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indent="0" fontAlgn="auto">
                <a:lnSpc>
                  <a:spcPct val="125000"/>
                </a:lnSpc>
              </a:pPr>
              <a:r>
                <a:rPr lang="en-US" altLang="zh-CN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        var name = arrProduct[i].name;</a:t>
              </a:r>
              <a:endParaRPr lang="en-US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indent="0" fontAlgn="auto">
                <a:lnSpc>
                  <a:spcPct val="125000"/>
                </a:lnSpc>
              </a:pPr>
              <a:r>
                <a:rPr lang="en-US" altLang="zh-CN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        var size = arrProduct[i].size;</a:t>
              </a:r>
              <a:endParaRPr lang="en-US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indent="0" fontAlgn="auto">
                <a:lnSpc>
                  <a:spcPct val="125000"/>
                </a:lnSpc>
              </a:pPr>
              <a:r>
                <a:rPr lang="en-US" altLang="zh-CN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        </a:t>
              </a:r>
              <a:r>
                <a:rPr lang="en-US" altLang="zh-CN" b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var li = $('&lt;li&gt;&lt;a href="#"&gt;&lt;img src="'+image+'"&gt;&lt;p&gt;' +name+'&lt;/br&gt;&lt;span&gt;长度'+size+'&lt;/span&gt;&lt;/p&gt;&lt;/a&gt;&lt;/li&gt;');</a:t>
              </a:r>
              <a:endParaRPr lang="en-US" altLang="zh-CN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indent="0" fontAlgn="auto">
                <a:lnSpc>
                  <a:spcPct val="125000"/>
                </a:lnSpc>
              </a:pPr>
              <a:r>
                <a:rPr lang="en-US" altLang="zh-CN" b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        $('section.product ul').append(li);</a:t>
              </a:r>
              <a:endParaRPr lang="en-US" altLang="zh-CN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indent="0" fontAlgn="auto">
                <a:lnSpc>
                  <a:spcPct val="125000"/>
                </a:lnSpc>
              </a:pPr>
              <a:r>
                <a:rPr lang="en-US" altLang="zh-CN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      }</a:t>
              </a:r>
              <a:endParaRPr lang="en-US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indent="0" fontAlgn="auto">
                <a:lnSpc>
                  <a:spcPct val="125000"/>
                </a:lnSpc>
              </a:pPr>
              <a:r>
                <a:rPr lang="en-US" altLang="zh-CN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    }</a:t>
              </a:r>
              <a:endParaRPr lang="en-US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indent="0" fontAlgn="auto">
                <a:lnSpc>
                  <a:spcPct val="125000"/>
                </a:lnSpc>
              </a:pPr>
              <a:r>
                <a:rPr lang="en-US" altLang="zh-CN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  });</a:t>
              </a:r>
              <a:endParaRPr lang="en-US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indent="0" fontAlgn="auto">
                <a:lnSpc>
                  <a:spcPct val="125000"/>
                </a:lnSpc>
              </a:pPr>
              <a:r>
                <a:rPr lang="en-US" altLang="zh-CN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});</a:t>
              </a:r>
              <a:endParaRPr lang="en-US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indent="0" fontAlgn="auto">
                <a:lnSpc>
                  <a:spcPct val="125000"/>
                </a:lnSpc>
              </a:pPr>
              <a:r>
                <a:rPr lang="en-US" altLang="zh-CN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&lt;/script&gt;</a:t>
              </a:r>
              <a:endParaRPr lang="en-US" altLang="zh-CN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204470" y="3440068"/>
            <a:ext cx="9381490" cy="1095737"/>
            <a:chOff x="82" y="4984"/>
            <a:chExt cx="14774" cy="1207"/>
          </a:xfrm>
        </p:grpSpPr>
        <p:sp>
          <p:nvSpPr>
            <p:cNvPr id="21" name="矩形 4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82" y="4984"/>
              <a:ext cx="4215" cy="109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根据原有布局构造每一个商品</a:t>
              </a:r>
              <a:r>
                <a:rPr lang="en-US" altLang="zh-CN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&lt;li&gt;</a:t>
              </a: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标签，并追加到指定的</a:t>
              </a:r>
              <a:r>
                <a:rPr lang="en-US" altLang="zh-CN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&lt;ul&gt;</a:t>
              </a: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标签中</a:t>
              </a:r>
              <a:endParaRPr lang="zh-CN" altLang="en-US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cxnSp>
          <p:nvCxnSpPr>
            <p:cNvPr id="26" name="直接连接符 5"/>
            <p:cNvCxnSpPr>
              <a:cxnSpLocks noChangeShapeType="1"/>
            </p:cNvCxnSpPr>
            <p:nvPr>
              <p:custDataLst>
                <p:tags r:id="rId6"/>
              </p:custDataLst>
            </p:nvPr>
          </p:nvCxnSpPr>
          <p:spPr bwMode="auto">
            <a:xfrm flipH="1">
              <a:off x="4841" y="6180"/>
              <a:ext cx="10015" cy="11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7" name="直接连接符 9"/>
            <p:cNvCxnSpPr>
              <a:cxnSpLocks noChangeShapeType="1"/>
            </p:cNvCxnSpPr>
            <p:nvPr>
              <p:custDataLst>
                <p:tags r:id="rId7"/>
              </p:custDataLst>
            </p:nvPr>
          </p:nvCxnSpPr>
          <p:spPr bwMode="auto">
            <a:xfrm flipH="1" flipV="1">
              <a:off x="4841" y="5353"/>
              <a:ext cx="0" cy="838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8" name="直接连接符 76"/>
            <p:cNvCxnSpPr>
              <a:cxnSpLocks noChangeShapeType="1"/>
            </p:cNvCxnSpPr>
            <p:nvPr>
              <p:custDataLst>
                <p:tags r:id="rId8"/>
              </p:custDataLst>
            </p:nvPr>
          </p:nvCxnSpPr>
          <p:spPr bwMode="auto">
            <a:xfrm flipH="1">
              <a:off x="4449" y="5353"/>
              <a:ext cx="392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4" name="直接连接符 90"/>
            <p:cNvCxnSpPr>
              <a:cxnSpLocks noChangeShapeType="1"/>
            </p:cNvCxnSpPr>
            <p:nvPr>
              <p:custDataLst>
                <p:tags r:id="rId9"/>
              </p:custDataLst>
            </p:nvPr>
          </p:nvCxnSpPr>
          <p:spPr bwMode="auto">
            <a:xfrm flipH="1">
              <a:off x="4449" y="5197"/>
              <a:ext cx="0" cy="671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1" name="文本框 30"/>
          <p:cNvSpPr txBox="1"/>
          <p:nvPr/>
        </p:nvSpPr>
        <p:spPr>
          <a:xfrm>
            <a:off x="828652" y="200499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项目实现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542925" y="963930"/>
            <a:ext cx="2297430" cy="1020445"/>
            <a:chOff x="855" y="1518"/>
            <a:chExt cx="3618" cy="1607"/>
          </a:xfrm>
        </p:grpSpPr>
        <p:sp>
          <p:nvSpPr>
            <p:cNvPr id="2" name="文本框 1"/>
            <p:cNvSpPr txBox="1"/>
            <p:nvPr/>
          </p:nvSpPr>
          <p:spPr>
            <a:xfrm>
              <a:off x="1062" y="2497"/>
              <a:ext cx="3382" cy="628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r>
                <a:rPr lang="en-US" altLang="zh-CN" sz="2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index.html</a:t>
              </a:r>
              <a:r>
                <a:rPr lang="zh-CN" altLang="en-US" sz="20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（续）</a:t>
              </a:r>
              <a:endPara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grpSp>
          <p:nvGrpSpPr>
            <p:cNvPr id="3" name="组合 2"/>
            <p:cNvGrpSpPr/>
            <p:nvPr/>
          </p:nvGrpSpPr>
          <p:grpSpPr>
            <a:xfrm>
              <a:off x="855" y="1518"/>
              <a:ext cx="3618" cy="961"/>
              <a:chOff x="855" y="1518"/>
              <a:chExt cx="3618" cy="961"/>
            </a:xfrm>
          </p:grpSpPr>
          <p:sp>
            <p:nvSpPr>
              <p:cNvPr id="33" name="矩形 32"/>
              <p:cNvSpPr/>
              <p:nvPr>
                <p:custDataLst>
                  <p:tags r:id="rId10"/>
                </p:custDataLst>
              </p:nvPr>
            </p:nvSpPr>
            <p:spPr>
              <a:xfrm>
                <a:off x="884" y="2347"/>
                <a:ext cx="3492" cy="132"/>
              </a:xfrm>
              <a:prstGeom prst="rect">
                <a:avLst/>
              </a:prstGeom>
              <a:solidFill>
                <a:schemeClr val="accent5"/>
              </a:solidFill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AFABAB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4" name="矩形 1"/>
              <p:cNvSpPr/>
              <p:nvPr>
                <p:custDataLst>
                  <p:tags r:id="rId11"/>
                </p:custDataLst>
              </p:nvPr>
            </p:nvSpPr>
            <p:spPr bwMode="auto">
              <a:xfrm>
                <a:off x="855" y="1518"/>
                <a:ext cx="3618" cy="655"/>
              </a:xfrm>
              <a:custGeom>
                <a:avLst/>
                <a:gdLst>
                  <a:gd name="connsiteX0" fmla="*/ 0 w 6840760"/>
                  <a:gd name="connsiteY0" fmla="*/ 0 h 888468"/>
                  <a:gd name="connsiteX1" fmla="*/ 6840760 w 6840760"/>
                  <a:gd name="connsiteY1" fmla="*/ 0 h 888468"/>
                  <a:gd name="connsiteX2" fmla="*/ 6840760 w 6840760"/>
                  <a:gd name="connsiteY2" fmla="*/ 888468 h 888468"/>
                  <a:gd name="connsiteX3" fmla="*/ 0 w 6840760"/>
                  <a:gd name="connsiteY3" fmla="*/ 888468 h 888468"/>
                  <a:gd name="connsiteX4" fmla="*/ 0 w 6840760"/>
                  <a:gd name="connsiteY4" fmla="*/ 0 h 888468"/>
                  <a:gd name="connsiteX0-1" fmla="*/ 0 w 6840760"/>
                  <a:gd name="connsiteY0-2" fmla="*/ 0 h 888468"/>
                  <a:gd name="connsiteX1-3" fmla="*/ 6465622 w 6840760"/>
                  <a:gd name="connsiteY1-4" fmla="*/ 35169 h 888468"/>
                  <a:gd name="connsiteX2-5" fmla="*/ 6840760 w 6840760"/>
                  <a:gd name="connsiteY2-6" fmla="*/ 888468 h 888468"/>
                  <a:gd name="connsiteX3-7" fmla="*/ 0 w 6840760"/>
                  <a:gd name="connsiteY3-8" fmla="*/ 888468 h 888468"/>
                  <a:gd name="connsiteX4-9" fmla="*/ 0 w 6840760"/>
                  <a:gd name="connsiteY4-10" fmla="*/ 0 h 888468"/>
                  <a:gd name="connsiteX0-11" fmla="*/ 351693 w 6840760"/>
                  <a:gd name="connsiteY0-12" fmla="*/ 0 h 888468"/>
                  <a:gd name="connsiteX1-13" fmla="*/ 6465622 w 6840760"/>
                  <a:gd name="connsiteY1-14" fmla="*/ 35169 h 888468"/>
                  <a:gd name="connsiteX2-15" fmla="*/ 6840760 w 6840760"/>
                  <a:gd name="connsiteY2-16" fmla="*/ 888468 h 888468"/>
                  <a:gd name="connsiteX3-17" fmla="*/ 0 w 6840760"/>
                  <a:gd name="connsiteY3-18" fmla="*/ 888468 h 888468"/>
                  <a:gd name="connsiteX4-19" fmla="*/ 351693 w 6840760"/>
                  <a:gd name="connsiteY4-20" fmla="*/ 0 h 888468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6840760" h="888468">
                    <a:moveTo>
                      <a:pt x="351693" y="0"/>
                    </a:moveTo>
                    <a:lnTo>
                      <a:pt x="6465622" y="35169"/>
                    </a:lnTo>
                    <a:lnTo>
                      <a:pt x="6840760" y="888468"/>
                    </a:lnTo>
                    <a:lnTo>
                      <a:pt x="0" y="888468"/>
                    </a:lnTo>
                    <a:lnTo>
                      <a:pt x="351693" y="0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6" name="TextBox 27"/>
              <p:cNvSpPr txBox="1">
                <a:spLocks noChangeArrowheads="1"/>
              </p:cNvSpPr>
              <p:nvPr/>
            </p:nvSpPr>
            <p:spPr bwMode="auto">
              <a:xfrm>
                <a:off x="1476" y="1580"/>
                <a:ext cx="2288" cy="6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>
                <a:lvl1pPr marL="342900" indent="-3429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342900" marR="0" lvl="0" indent="-34290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r>
                  <a:rPr kumimoji="0" lang="zh-CN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Arial" panose="020B0604020202020204" pitchFamily="34" charset="0"/>
                  </a:rPr>
                  <a:t>客户端代码</a:t>
                </a:r>
                <a:endParaRPr kumimoji="0" lang="zh-CN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</p:grpSp>
      </p:grpSp>
      <p:grpSp>
        <p:nvGrpSpPr>
          <p:cNvPr id="8" name="组合 7"/>
          <p:cNvGrpSpPr/>
          <p:nvPr/>
        </p:nvGrpSpPr>
        <p:grpSpPr>
          <a:xfrm>
            <a:off x="204470" y="2429510"/>
            <a:ext cx="8606790" cy="532130"/>
            <a:chOff x="322" y="3826"/>
            <a:chExt cx="13554" cy="838"/>
          </a:xfrm>
        </p:grpSpPr>
        <p:sp>
          <p:nvSpPr>
            <p:cNvPr id="5" name="矩形 4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 flipH="1">
              <a:off x="322" y="3966"/>
              <a:ext cx="4215" cy="6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for</a:t>
              </a: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循环遍历商品数据</a:t>
              </a:r>
              <a:endParaRPr lang="zh-CN" altLang="en-US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6" name="直接连接符 5"/>
            <p:cNvCxnSpPr>
              <a:cxnSpLocks noChangeShapeType="1"/>
            </p:cNvCxnSpPr>
            <p:nvPr>
              <p:custDataLst>
                <p:tags r:id="rId13"/>
              </p:custDataLst>
            </p:nvPr>
          </p:nvCxnSpPr>
          <p:spPr bwMode="auto">
            <a:xfrm flipH="1">
              <a:off x="5081" y="3826"/>
              <a:ext cx="8795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7" name="直接连接符 9"/>
            <p:cNvCxnSpPr>
              <a:cxnSpLocks noChangeShapeType="1"/>
            </p:cNvCxnSpPr>
            <p:nvPr>
              <p:custDataLst>
                <p:tags r:id="rId14"/>
              </p:custDataLst>
            </p:nvPr>
          </p:nvCxnSpPr>
          <p:spPr bwMode="auto">
            <a:xfrm flipH="1">
              <a:off x="5081" y="3826"/>
              <a:ext cx="0" cy="838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8" name="直接连接符 76"/>
            <p:cNvCxnSpPr>
              <a:cxnSpLocks noChangeShapeType="1"/>
            </p:cNvCxnSpPr>
            <p:nvPr>
              <p:custDataLst>
                <p:tags r:id="rId15"/>
              </p:custDataLst>
            </p:nvPr>
          </p:nvCxnSpPr>
          <p:spPr bwMode="auto">
            <a:xfrm flipH="1" flipV="1">
              <a:off x="4689" y="4664"/>
              <a:ext cx="392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9" name="直接连接符 90"/>
            <p:cNvCxnSpPr>
              <a:cxnSpLocks noChangeShapeType="1"/>
            </p:cNvCxnSpPr>
            <p:nvPr>
              <p:custDataLst>
                <p:tags r:id="rId16"/>
              </p:custDataLst>
            </p:nvPr>
          </p:nvCxnSpPr>
          <p:spPr bwMode="auto">
            <a:xfrm flipH="1" flipV="1">
              <a:off x="4689" y="3966"/>
              <a:ext cx="0" cy="671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59" name="矩形 58"/>
          <p:cNvSpPr/>
          <p:nvPr/>
        </p:nvSpPr>
        <p:spPr>
          <a:xfrm>
            <a:off x="3595370" y="3434080"/>
            <a:ext cx="7519670" cy="1085215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noFill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custDataLst>
      <p:tags r:id="rId17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2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 bldLvl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文本框 24"/>
          <p:cNvSpPr txBox="1"/>
          <p:nvPr>
            <p:custDataLst>
              <p:tags r:id="rId3"/>
            </p:custDataLst>
          </p:nvPr>
        </p:nvSpPr>
        <p:spPr>
          <a:xfrm>
            <a:off x="1141730" y="1073150"/>
            <a:ext cx="4954905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20000"/>
              </a:lnSpc>
              <a:buClr>
                <a:srgbClr val="3C853C"/>
              </a:buClr>
            </a:pPr>
            <a:r>
              <a:rPr lang="en-US" altLang="zh-CN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5. </a:t>
            </a:r>
            <a:r>
              <a:rPr lang="zh-CN" altLang="en-US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运行项目，查看页面效果</a:t>
            </a:r>
            <a:endParaRPr lang="zh-CN" altLang="en-US" sz="2400" b="1" dirty="0">
              <a:solidFill>
                <a:schemeClr val="l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828652" y="200499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项目实现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6412865" y="2064385"/>
            <a:ext cx="5040630" cy="4145280"/>
            <a:chOff x="1429" y="2937"/>
            <a:chExt cx="7938" cy="6528"/>
          </a:xfrm>
        </p:grpSpPr>
        <p:sp>
          <p:nvSpPr>
            <p:cNvPr id="3" name="圆角矩形 227"/>
            <p:cNvSpPr/>
            <p:nvPr>
              <p:custDataLst>
                <p:tags r:id="rId4"/>
              </p:custDataLst>
            </p:nvPr>
          </p:nvSpPr>
          <p:spPr>
            <a:xfrm>
              <a:off x="1429" y="3245"/>
              <a:ext cx="7938" cy="6221"/>
            </a:xfrm>
            <a:prstGeom prst="roundRect">
              <a:avLst>
                <a:gd name="adj" fmla="val 11847"/>
              </a:avLst>
            </a:prstGeom>
            <a:solidFill>
              <a:srgbClr val="F7F7F7"/>
            </a:solidFill>
            <a:ln w="9525" cap="flat">
              <a:solidFill>
                <a:schemeClr val="lt1">
                  <a:lumMod val="75000"/>
                </a:schemeClr>
              </a:solidFill>
              <a:custDash>
                <a:ds d="380000" sp="120000"/>
              </a:custDash>
              <a:bevel/>
            </a:ln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sz="910" b="0" i="0" u="none" strike="noStrike" kern="1200" cap="none" spc="0" normalizeH="0" baseline="0" noProof="0" dirty="0">
                <a:ln>
                  <a:noFill/>
                </a:ln>
                <a:solidFill>
                  <a:srgbClr val="3E3938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" name="任意多边形 228"/>
            <p:cNvSpPr/>
            <p:nvPr>
              <p:custDataLst>
                <p:tags r:id="rId5"/>
              </p:custDataLst>
            </p:nvPr>
          </p:nvSpPr>
          <p:spPr>
            <a:xfrm>
              <a:off x="1788" y="2937"/>
              <a:ext cx="5467" cy="615"/>
            </a:xfrm>
            <a:custGeom>
              <a:avLst/>
              <a:gdLst>
                <a:gd name="rtl" fmla="*/ 30400 w 2432000"/>
                <a:gd name="rtt" fmla="*/ 30400 h 359055"/>
                <a:gd name="rtr" fmla="*/ 2401600 w 2432000"/>
                <a:gd name="rtb" fmla="*/ 328655 h 359055"/>
              </a:gdLst>
              <a:ahLst/>
              <a:cxnLst/>
              <a:rect l="rtl" t="rtt" r="rtr" b="rtb"/>
              <a:pathLst>
                <a:path w="2432000" h="359055">
                  <a:moveTo>
                    <a:pt x="179527" y="359055"/>
                  </a:moveTo>
                  <a:lnTo>
                    <a:pt x="2252473" y="359055"/>
                  </a:lnTo>
                  <a:cubicBezTo>
                    <a:pt x="2351622" y="359055"/>
                    <a:pt x="2432000" y="278681"/>
                    <a:pt x="2432000" y="179527"/>
                  </a:cubicBezTo>
                  <a:cubicBezTo>
                    <a:pt x="2432000" y="80375"/>
                    <a:pt x="2351622" y="0"/>
                    <a:pt x="2252473" y="0"/>
                  </a:cubicBezTo>
                  <a:lnTo>
                    <a:pt x="179527" y="0"/>
                  </a:lnTo>
                  <a:cubicBezTo>
                    <a:pt x="80375" y="0"/>
                    <a:pt x="0" y="80375"/>
                    <a:pt x="0" y="179527"/>
                  </a:cubicBezTo>
                  <a:cubicBezTo>
                    <a:pt x="0" y="278681"/>
                    <a:pt x="80375" y="359055"/>
                    <a:pt x="179527" y="359055"/>
                  </a:cubicBezTo>
                  <a:close/>
                </a:path>
              </a:pathLst>
            </a:custGeom>
            <a:solidFill>
              <a:schemeClr val="accent1"/>
            </a:solidFill>
            <a:ln w="15200" cap="flat">
              <a:noFill/>
              <a:bevel/>
            </a:ln>
            <a:effectLst/>
          </p:spPr>
          <p:txBody>
            <a:bodyPr wrap="square" lIns="36000" tIns="0" rIns="3600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sz="1065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2076" y="2976"/>
              <a:ext cx="4757" cy="580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双击打开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index.html</a:t>
              </a:r>
              <a:endPara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pic>
          <p:nvPicPr>
            <p:cNvPr id="155" name="图片 13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7"/>
            <a:stretch>
              <a:fillRect/>
            </a:stretch>
          </p:blipFill>
          <p:spPr>
            <a:xfrm>
              <a:off x="1788" y="3777"/>
              <a:ext cx="7232" cy="5339"/>
            </a:xfrm>
            <a:prstGeom prst="rect">
              <a:avLst/>
            </a:prstGeom>
            <a:noFill/>
            <a:ln>
              <a:solidFill>
                <a:schemeClr val="lt1">
                  <a:lumMod val="85000"/>
                </a:schemeClr>
              </a:solidFill>
            </a:ln>
          </p:spPr>
        </p:pic>
      </p:grpSp>
      <p:sp>
        <p:nvSpPr>
          <p:cNvPr id="2" name="Isosceles Triangle 2_1"/>
          <p:cNvSpPr/>
          <p:nvPr>
            <p:custDataLst>
              <p:tags r:id="rId8"/>
            </p:custDataLst>
          </p:nvPr>
        </p:nvSpPr>
        <p:spPr>
          <a:xfrm rot="16200000" flipV="1">
            <a:off x="946379" y="1241856"/>
            <a:ext cx="299396" cy="258102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365">
              <a:solidFill>
                <a:srgbClr val="0000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967105" y="2064385"/>
            <a:ext cx="5040630" cy="4146550"/>
            <a:chOff x="1523" y="3251"/>
            <a:chExt cx="7938" cy="6530"/>
          </a:xfrm>
        </p:grpSpPr>
        <p:sp>
          <p:nvSpPr>
            <p:cNvPr id="29" name="圆角矩形 227"/>
            <p:cNvSpPr/>
            <p:nvPr>
              <p:custDataLst>
                <p:tags r:id="rId9"/>
              </p:custDataLst>
            </p:nvPr>
          </p:nvSpPr>
          <p:spPr>
            <a:xfrm>
              <a:off x="1523" y="3559"/>
              <a:ext cx="7938" cy="6223"/>
            </a:xfrm>
            <a:prstGeom prst="roundRect">
              <a:avLst>
                <a:gd name="adj" fmla="val 11847"/>
              </a:avLst>
            </a:prstGeom>
            <a:solidFill>
              <a:srgbClr val="F7F7F7"/>
            </a:solidFill>
            <a:ln w="9525" cap="flat">
              <a:solidFill>
                <a:schemeClr val="lt1">
                  <a:lumMod val="75000"/>
                </a:schemeClr>
              </a:solidFill>
              <a:custDash>
                <a:ds d="380000" sp="120000"/>
              </a:custDash>
              <a:bevel/>
            </a:ln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sz="910" b="0" i="0" u="none" strike="noStrike" kern="1200" cap="none" spc="0" normalizeH="0" baseline="0" noProof="0" dirty="0">
                <a:ln>
                  <a:noFill/>
                </a:ln>
                <a:solidFill>
                  <a:srgbClr val="3E3938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30" name="任意多边形 228"/>
            <p:cNvSpPr/>
            <p:nvPr>
              <p:custDataLst>
                <p:tags r:id="rId10"/>
              </p:custDataLst>
            </p:nvPr>
          </p:nvSpPr>
          <p:spPr>
            <a:xfrm>
              <a:off x="1881" y="3251"/>
              <a:ext cx="6659" cy="615"/>
            </a:xfrm>
            <a:custGeom>
              <a:avLst/>
              <a:gdLst>
                <a:gd name="rtl" fmla="*/ 30400 w 2432000"/>
                <a:gd name="rtt" fmla="*/ 30400 h 359055"/>
                <a:gd name="rtr" fmla="*/ 2401600 w 2432000"/>
                <a:gd name="rtb" fmla="*/ 328655 h 359055"/>
              </a:gdLst>
              <a:ahLst/>
              <a:cxnLst/>
              <a:rect l="rtl" t="rtt" r="rtr" b="rtb"/>
              <a:pathLst>
                <a:path w="2432000" h="359055">
                  <a:moveTo>
                    <a:pt x="179527" y="359055"/>
                  </a:moveTo>
                  <a:lnTo>
                    <a:pt x="2252473" y="359055"/>
                  </a:lnTo>
                  <a:cubicBezTo>
                    <a:pt x="2351622" y="359055"/>
                    <a:pt x="2432000" y="278681"/>
                    <a:pt x="2432000" y="179527"/>
                  </a:cubicBezTo>
                  <a:cubicBezTo>
                    <a:pt x="2432000" y="80375"/>
                    <a:pt x="2351622" y="0"/>
                    <a:pt x="2252473" y="0"/>
                  </a:cubicBezTo>
                  <a:lnTo>
                    <a:pt x="179527" y="0"/>
                  </a:lnTo>
                  <a:cubicBezTo>
                    <a:pt x="80375" y="0"/>
                    <a:pt x="0" y="80375"/>
                    <a:pt x="0" y="179527"/>
                  </a:cubicBezTo>
                  <a:cubicBezTo>
                    <a:pt x="0" y="278681"/>
                    <a:pt x="80375" y="359055"/>
                    <a:pt x="179527" y="359055"/>
                  </a:cubicBezTo>
                  <a:close/>
                </a:path>
              </a:pathLst>
            </a:custGeom>
            <a:solidFill>
              <a:schemeClr val="accent1"/>
            </a:solidFill>
            <a:ln w="15200" cap="flat">
              <a:noFill/>
              <a:bevel/>
            </a:ln>
            <a:effectLst/>
          </p:spPr>
          <p:txBody>
            <a:bodyPr wrap="square" lIns="36000" tIns="0" rIns="3600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sz="1065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2170" y="3289"/>
              <a:ext cx="6369" cy="580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启动服务器</a:t>
              </a:r>
              <a:endParaRPr kumimoji="0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1" name="文本框 20"/>
            <p:cNvSpPr txBox="1"/>
            <p:nvPr>
              <p:custDataLst>
                <p:tags r:id="rId11"/>
              </p:custDataLst>
            </p:nvPr>
          </p:nvSpPr>
          <p:spPr>
            <a:xfrm>
              <a:off x="1947" y="4091"/>
              <a:ext cx="7125" cy="245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lvl="0" indent="0" algn="l" fontAlgn="auto">
                <a:lnSpc>
                  <a:spcPct val="150000"/>
                </a:lnSpc>
                <a:buClr>
                  <a:srgbClr val="3C853C"/>
                </a:buClr>
              </a:pPr>
              <a:r>
                <a:rPr lang="zh-CN" altLang="en-US" sz="2000" b="1" dirty="0">
                  <a:solidFill>
                    <a:schemeClr val="lt2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在项目所在文件夹中启动命令行窗口：</a:t>
              </a:r>
              <a:endParaRPr lang="zh-CN" altLang="en-US" sz="20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  <a:p>
              <a:pPr lvl="0" indent="0" algn="l" fontAlgn="auto">
                <a:lnSpc>
                  <a:spcPct val="150000"/>
                </a:lnSpc>
                <a:buClr>
                  <a:srgbClr val="3C853C"/>
                </a:buClr>
              </a:pPr>
              <a:r>
                <a:rPr lang="en-US" altLang="zh-CN" sz="20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         </a:t>
              </a:r>
              <a:r>
                <a:rPr lang="zh-CN" altLang="en-US" sz="20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nodemon server.js</a:t>
              </a:r>
              <a:endPara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  <a:p>
              <a:pPr lvl="0" algn="l">
                <a:lnSpc>
                  <a:spcPct val="120000"/>
                </a:lnSpc>
                <a:buClr>
                  <a:srgbClr val="3C853C"/>
                </a:buClr>
              </a:pPr>
              <a:endPara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pic>
        <p:nvPicPr>
          <p:cNvPr id="13" name="图片 12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1327785" y="3724910"/>
            <a:ext cx="4319270" cy="2153920"/>
          </a:xfrm>
          <a:prstGeom prst="rect">
            <a:avLst/>
          </a:prstGeom>
          <a:ln>
            <a:solidFill>
              <a:schemeClr val="accent5"/>
            </a:solidFill>
          </a:ln>
        </p:spPr>
      </p:pic>
    </p:spTree>
    <p:custDataLst>
      <p:tags r:id="rId14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828652" y="200499"/>
            <a:ext cx="9956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小结</a:t>
            </a:r>
            <a:endParaRPr kumimoji="1" lang="zh-CN" altLang="en-US" sz="32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82" name="弧形 81"/>
          <p:cNvSpPr/>
          <p:nvPr>
            <p:custDataLst>
              <p:tags r:id="rId3"/>
            </p:custDataLst>
          </p:nvPr>
        </p:nvSpPr>
        <p:spPr>
          <a:xfrm>
            <a:off x="672082" y="1505415"/>
            <a:ext cx="4277891" cy="4277891"/>
          </a:xfrm>
          <a:prstGeom prst="arc">
            <a:avLst>
              <a:gd name="adj1" fmla="val 19163328"/>
              <a:gd name="adj2" fmla="val 2230506"/>
            </a:avLst>
          </a:prstGeom>
          <a:ln w="12700">
            <a:solidFill>
              <a:schemeClr val="dk1">
                <a:lumMod val="50000"/>
                <a:lumOff val="50000"/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4649470" y="1598930"/>
            <a:ext cx="4566285" cy="1452245"/>
            <a:chOff x="7322" y="2518"/>
            <a:chExt cx="7191" cy="2287"/>
          </a:xfrm>
        </p:grpSpPr>
        <p:sp>
          <p:nvSpPr>
            <p:cNvPr id="103" name="圆角矩形 121"/>
            <p:cNvSpPr/>
            <p:nvPr>
              <p:custDataLst>
                <p:tags r:id="rId4"/>
              </p:custDataLst>
            </p:nvPr>
          </p:nvSpPr>
          <p:spPr>
            <a:xfrm>
              <a:off x="7322" y="3114"/>
              <a:ext cx="556" cy="509"/>
            </a:xfrm>
            <a:prstGeom prst="roundRect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60000">
                  <a:schemeClr val="accent1"/>
                </a:gs>
              </a:gsLst>
              <a:lin ang="2700000" scaled="0"/>
            </a:gradFill>
            <a:ln w="57150" cap="rnd">
              <a:noFill/>
              <a:prstDash val="solid"/>
              <a:round/>
            </a:ln>
            <a:effectLst>
              <a:outerShdw blurRad="76200" dist="50800" dir="5400000" algn="ctr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5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3765"/>
              <a:endParaRPr lang="zh-CN" altLang="en-US" sz="20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04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7479" y="3258"/>
              <a:ext cx="241" cy="221"/>
            </a:xfrm>
            <a:custGeom>
              <a:avLst/>
              <a:gdLst>
                <a:gd name="T0" fmla="*/ 7651 w 7964"/>
                <a:gd name="T1" fmla="*/ 2432 h 7964"/>
                <a:gd name="T2" fmla="*/ 6798 w 7964"/>
                <a:gd name="T3" fmla="*/ 1166 h 7964"/>
                <a:gd name="T4" fmla="*/ 5532 w 7964"/>
                <a:gd name="T5" fmla="*/ 313 h 7964"/>
                <a:gd name="T6" fmla="*/ 3982 w 7964"/>
                <a:gd name="T7" fmla="*/ 0 h 7964"/>
                <a:gd name="T8" fmla="*/ 2432 w 7964"/>
                <a:gd name="T9" fmla="*/ 313 h 7964"/>
                <a:gd name="T10" fmla="*/ 1166 w 7964"/>
                <a:gd name="T11" fmla="*/ 1166 h 7964"/>
                <a:gd name="T12" fmla="*/ 313 w 7964"/>
                <a:gd name="T13" fmla="*/ 2432 h 7964"/>
                <a:gd name="T14" fmla="*/ 0 w 7964"/>
                <a:gd name="T15" fmla="*/ 3982 h 7964"/>
                <a:gd name="T16" fmla="*/ 313 w 7964"/>
                <a:gd name="T17" fmla="*/ 5532 h 7964"/>
                <a:gd name="T18" fmla="*/ 1166 w 7964"/>
                <a:gd name="T19" fmla="*/ 6798 h 7964"/>
                <a:gd name="T20" fmla="*/ 2432 w 7964"/>
                <a:gd name="T21" fmla="*/ 7651 h 7964"/>
                <a:gd name="T22" fmla="*/ 3982 w 7964"/>
                <a:gd name="T23" fmla="*/ 7964 h 7964"/>
                <a:gd name="T24" fmla="*/ 5532 w 7964"/>
                <a:gd name="T25" fmla="*/ 7651 h 7964"/>
                <a:gd name="T26" fmla="*/ 6798 w 7964"/>
                <a:gd name="T27" fmla="*/ 6798 h 7964"/>
                <a:gd name="T28" fmla="*/ 7651 w 7964"/>
                <a:gd name="T29" fmla="*/ 5532 h 7964"/>
                <a:gd name="T30" fmla="*/ 7964 w 7964"/>
                <a:gd name="T31" fmla="*/ 3982 h 7964"/>
                <a:gd name="T32" fmla="*/ 7651 w 7964"/>
                <a:gd name="T33" fmla="*/ 2432 h 7964"/>
                <a:gd name="T34" fmla="*/ 2667 w 7964"/>
                <a:gd name="T35" fmla="*/ 2870 h 7964"/>
                <a:gd name="T36" fmla="*/ 2882 w 7964"/>
                <a:gd name="T37" fmla="*/ 2741 h 7964"/>
                <a:gd name="T38" fmla="*/ 5082 w 7964"/>
                <a:gd name="T39" fmla="*/ 2741 h 7964"/>
                <a:gd name="T40" fmla="*/ 5296 w 7964"/>
                <a:gd name="T41" fmla="*/ 2870 h 7964"/>
                <a:gd name="T42" fmla="*/ 5326 w 7964"/>
                <a:gd name="T43" fmla="*/ 2989 h 7964"/>
                <a:gd name="T44" fmla="*/ 5288 w 7964"/>
                <a:gd name="T45" fmla="*/ 3123 h 7964"/>
                <a:gd name="T46" fmla="*/ 4188 w 7964"/>
                <a:gd name="T47" fmla="*/ 4861 h 7964"/>
                <a:gd name="T48" fmla="*/ 3982 w 7964"/>
                <a:gd name="T49" fmla="*/ 4975 h 7964"/>
                <a:gd name="T50" fmla="*/ 3776 w 7964"/>
                <a:gd name="T51" fmla="*/ 4861 h 7964"/>
                <a:gd name="T52" fmla="*/ 2676 w 7964"/>
                <a:gd name="T53" fmla="*/ 3123 h 7964"/>
                <a:gd name="T54" fmla="*/ 2637 w 7964"/>
                <a:gd name="T55" fmla="*/ 2989 h 7964"/>
                <a:gd name="T56" fmla="*/ 2667 w 7964"/>
                <a:gd name="T57" fmla="*/ 2870 h 7964"/>
                <a:gd name="T58" fmla="*/ 5204 w 7964"/>
                <a:gd name="T59" fmla="*/ 5223 h 7964"/>
                <a:gd name="T60" fmla="*/ 2760 w 7964"/>
                <a:gd name="T61" fmla="*/ 5223 h 7964"/>
                <a:gd name="T62" fmla="*/ 2637 w 7964"/>
                <a:gd name="T63" fmla="*/ 5100 h 7964"/>
                <a:gd name="T64" fmla="*/ 2760 w 7964"/>
                <a:gd name="T65" fmla="*/ 4977 h 7964"/>
                <a:gd name="T66" fmla="*/ 5204 w 7964"/>
                <a:gd name="T67" fmla="*/ 4977 h 7964"/>
                <a:gd name="T68" fmla="*/ 5326 w 7964"/>
                <a:gd name="T69" fmla="*/ 5100 h 7964"/>
                <a:gd name="T70" fmla="*/ 5204 w 7964"/>
                <a:gd name="T71" fmla="*/ 5223 h 7964"/>
                <a:gd name="T72" fmla="*/ 5082 w 7964"/>
                <a:gd name="T73" fmla="*/ 2989 h 7964"/>
                <a:gd name="T74" fmla="*/ 2882 w 7964"/>
                <a:gd name="T75" fmla="*/ 2989 h 7964"/>
                <a:gd name="T76" fmla="*/ 3982 w 7964"/>
                <a:gd name="T77" fmla="*/ 4727 h 7964"/>
                <a:gd name="T78" fmla="*/ 5082 w 7964"/>
                <a:gd name="T79" fmla="*/ 2989 h 79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7964" h="7964">
                  <a:moveTo>
                    <a:pt x="7651" y="2432"/>
                  </a:moveTo>
                  <a:cubicBezTo>
                    <a:pt x="7451" y="1958"/>
                    <a:pt x="7164" y="1532"/>
                    <a:pt x="6798" y="1166"/>
                  </a:cubicBezTo>
                  <a:cubicBezTo>
                    <a:pt x="6432" y="800"/>
                    <a:pt x="6006" y="513"/>
                    <a:pt x="5532" y="313"/>
                  </a:cubicBezTo>
                  <a:cubicBezTo>
                    <a:pt x="5041" y="105"/>
                    <a:pt x="4520" y="0"/>
                    <a:pt x="3982" y="0"/>
                  </a:cubicBezTo>
                  <a:cubicBezTo>
                    <a:pt x="3444" y="0"/>
                    <a:pt x="2923" y="105"/>
                    <a:pt x="2432" y="313"/>
                  </a:cubicBezTo>
                  <a:cubicBezTo>
                    <a:pt x="1958" y="513"/>
                    <a:pt x="1532" y="800"/>
                    <a:pt x="1166" y="1166"/>
                  </a:cubicBezTo>
                  <a:cubicBezTo>
                    <a:pt x="800" y="1532"/>
                    <a:pt x="513" y="1958"/>
                    <a:pt x="313" y="2432"/>
                  </a:cubicBezTo>
                  <a:cubicBezTo>
                    <a:pt x="105" y="2923"/>
                    <a:pt x="0" y="3444"/>
                    <a:pt x="0" y="3982"/>
                  </a:cubicBezTo>
                  <a:cubicBezTo>
                    <a:pt x="0" y="4520"/>
                    <a:pt x="105" y="5041"/>
                    <a:pt x="313" y="5532"/>
                  </a:cubicBezTo>
                  <a:cubicBezTo>
                    <a:pt x="513" y="6006"/>
                    <a:pt x="800" y="6432"/>
                    <a:pt x="1166" y="6798"/>
                  </a:cubicBezTo>
                  <a:cubicBezTo>
                    <a:pt x="1532" y="7164"/>
                    <a:pt x="1958" y="7451"/>
                    <a:pt x="2432" y="7651"/>
                  </a:cubicBezTo>
                  <a:cubicBezTo>
                    <a:pt x="2923" y="7859"/>
                    <a:pt x="3444" y="7964"/>
                    <a:pt x="3982" y="7964"/>
                  </a:cubicBezTo>
                  <a:cubicBezTo>
                    <a:pt x="4520" y="7964"/>
                    <a:pt x="5041" y="7859"/>
                    <a:pt x="5532" y="7651"/>
                  </a:cubicBezTo>
                  <a:cubicBezTo>
                    <a:pt x="6006" y="7451"/>
                    <a:pt x="6432" y="7164"/>
                    <a:pt x="6798" y="6798"/>
                  </a:cubicBezTo>
                  <a:cubicBezTo>
                    <a:pt x="7164" y="6432"/>
                    <a:pt x="7451" y="6006"/>
                    <a:pt x="7651" y="5532"/>
                  </a:cubicBezTo>
                  <a:cubicBezTo>
                    <a:pt x="7859" y="5041"/>
                    <a:pt x="7964" y="4520"/>
                    <a:pt x="7964" y="3982"/>
                  </a:cubicBezTo>
                  <a:cubicBezTo>
                    <a:pt x="7964" y="3444"/>
                    <a:pt x="7859" y="2923"/>
                    <a:pt x="7651" y="2432"/>
                  </a:cubicBezTo>
                  <a:close/>
                  <a:moveTo>
                    <a:pt x="2667" y="2870"/>
                  </a:moveTo>
                  <a:cubicBezTo>
                    <a:pt x="2710" y="2791"/>
                    <a:pt x="2792" y="2741"/>
                    <a:pt x="2882" y="2741"/>
                  </a:cubicBezTo>
                  <a:lnTo>
                    <a:pt x="5082" y="2741"/>
                  </a:lnTo>
                  <a:cubicBezTo>
                    <a:pt x="5171" y="2741"/>
                    <a:pt x="5254" y="2791"/>
                    <a:pt x="5296" y="2870"/>
                  </a:cubicBezTo>
                  <a:cubicBezTo>
                    <a:pt x="5317" y="2907"/>
                    <a:pt x="5326" y="2948"/>
                    <a:pt x="5326" y="2989"/>
                  </a:cubicBezTo>
                  <a:cubicBezTo>
                    <a:pt x="5326" y="3036"/>
                    <a:pt x="5313" y="3083"/>
                    <a:pt x="5288" y="3123"/>
                  </a:cubicBezTo>
                  <a:lnTo>
                    <a:pt x="4188" y="4861"/>
                  </a:lnTo>
                  <a:cubicBezTo>
                    <a:pt x="4143" y="4932"/>
                    <a:pt x="4065" y="4975"/>
                    <a:pt x="3982" y="4975"/>
                  </a:cubicBezTo>
                  <a:cubicBezTo>
                    <a:pt x="3899" y="4975"/>
                    <a:pt x="3821" y="4932"/>
                    <a:pt x="3776" y="4861"/>
                  </a:cubicBezTo>
                  <a:lnTo>
                    <a:pt x="2676" y="3123"/>
                  </a:lnTo>
                  <a:cubicBezTo>
                    <a:pt x="2650" y="3083"/>
                    <a:pt x="2637" y="3036"/>
                    <a:pt x="2637" y="2989"/>
                  </a:cubicBezTo>
                  <a:cubicBezTo>
                    <a:pt x="2637" y="2948"/>
                    <a:pt x="2647" y="2907"/>
                    <a:pt x="2667" y="2870"/>
                  </a:cubicBezTo>
                  <a:close/>
                  <a:moveTo>
                    <a:pt x="5204" y="5223"/>
                  </a:moveTo>
                  <a:lnTo>
                    <a:pt x="2760" y="5223"/>
                  </a:lnTo>
                  <a:cubicBezTo>
                    <a:pt x="2692" y="5223"/>
                    <a:pt x="2637" y="5168"/>
                    <a:pt x="2637" y="5100"/>
                  </a:cubicBezTo>
                  <a:cubicBezTo>
                    <a:pt x="2638" y="5032"/>
                    <a:pt x="2692" y="4977"/>
                    <a:pt x="2760" y="4977"/>
                  </a:cubicBezTo>
                  <a:lnTo>
                    <a:pt x="5204" y="4977"/>
                  </a:lnTo>
                  <a:cubicBezTo>
                    <a:pt x="5271" y="4977"/>
                    <a:pt x="5326" y="5032"/>
                    <a:pt x="5326" y="5100"/>
                  </a:cubicBezTo>
                  <a:cubicBezTo>
                    <a:pt x="5326" y="5168"/>
                    <a:pt x="5271" y="5223"/>
                    <a:pt x="5204" y="5223"/>
                  </a:cubicBezTo>
                  <a:close/>
                  <a:moveTo>
                    <a:pt x="5082" y="2989"/>
                  </a:moveTo>
                  <a:lnTo>
                    <a:pt x="2882" y="2989"/>
                  </a:lnTo>
                  <a:lnTo>
                    <a:pt x="3982" y="4727"/>
                  </a:lnTo>
                  <a:lnTo>
                    <a:pt x="5082" y="2989"/>
                  </a:lnTo>
                  <a:close/>
                </a:path>
              </a:pathLst>
            </a:custGeom>
            <a:solidFill>
              <a:srgbClr val="FFFFFF"/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2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400"/>
              <a:endParaRPr lang="zh-CN" altLang="en-US" sz="20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79" name="矩形 78"/>
            <p:cNvSpPr/>
            <p:nvPr>
              <p:custDataLst>
                <p:tags r:id="rId6"/>
              </p:custDataLst>
            </p:nvPr>
          </p:nvSpPr>
          <p:spPr>
            <a:xfrm>
              <a:off x="8275" y="2518"/>
              <a:ext cx="6238" cy="2287"/>
            </a:xfrm>
            <a:prstGeom prst="rect">
              <a:avLst/>
            </a:prstGeom>
          </p:spPr>
          <p:txBody>
            <a:bodyPr wrap="square" lIns="68559" tIns="34280" rIns="68559" bIns="3428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24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实训需求</a:t>
              </a:r>
              <a:endParaRPr lang="zh-CN" altLang="en-US" sz="24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8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在</a:t>
              </a:r>
              <a:r>
                <a:rPr lang="en-US" altLang="zh-CN" sz="18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Node.js</a:t>
              </a:r>
              <a:r>
                <a:rPr lang="zh-CN" altLang="en-US" sz="18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中结合静态页面实现数据库编程</a:t>
              </a:r>
              <a:endParaRPr lang="zh-CN" altLang="en-US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4649470" y="3044190"/>
            <a:ext cx="6352540" cy="1452245"/>
            <a:chOff x="7322" y="4794"/>
            <a:chExt cx="10004" cy="2287"/>
          </a:xfrm>
        </p:grpSpPr>
        <p:sp>
          <p:nvSpPr>
            <p:cNvPr id="101" name="圆角矩形 127"/>
            <p:cNvSpPr/>
            <p:nvPr>
              <p:custDataLst>
                <p:tags r:id="rId7"/>
              </p:custDataLst>
            </p:nvPr>
          </p:nvSpPr>
          <p:spPr>
            <a:xfrm>
              <a:off x="7322" y="5623"/>
              <a:ext cx="510" cy="509"/>
            </a:xfrm>
            <a:prstGeom prst="roundRect">
              <a:avLst/>
            </a:prstGeom>
            <a:solidFill>
              <a:schemeClr val="accent4"/>
            </a:solidFill>
            <a:ln w="57150" cap="rnd">
              <a:noFill/>
              <a:prstDash val="solid"/>
              <a:round/>
            </a:ln>
            <a:effectLst>
              <a:outerShdw blurRad="76200" dist="50800" dir="5400000" algn="ctr" rotWithShape="0">
                <a:schemeClr val="accent3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5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3765"/>
              <a:endParaRPr lang="zh-CN" altLang="en-US" sz="20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02" name="任意多边形 128"/>
            <p:cNvSpPr/>
            <p:nvPr>
              <p:custDataLst>
                <p:tags r:id="rId8"/>
              </p:custDataLst>
            </p:nvPr>
          </p:nvSpPr>
          <p:spPr>
            <a:xfrm>
              <a:off x="7449" y="5771"/>
              <a:ext cx="265" cy="221"/>
            </a:xfrm>
            <a:custGeom>
              <a:avLst/>
              <a:gdLst>
                <a:gd name="T0" fmla="*/ 7651 w 7964"/>
                <a:gd name="T1" fmla="*/ 2432 h 7964"/>
                <a:gd name="T2" fmla="*/ 6798 w 7964"/>
                <a:gd name="T3" fmla="*/ 1166 h 7964"/>
                <a:gd name="T4" fmla="*/ 5532 w 7964"/>
                <a:gd name="T5" fmla="*/ 313 h 7964"/>
                <a:gd name="T6" fmla="*/ 3982 w 7964"/>
                <a:gd name="T7" fmla="*/ 0 h 7964"/>
                <a:gd name="T8" fmla="*/ 2432 w 7964"/>
                <a:gd name="T9" fmla="*/ 313 h 7964"/>
                <a:gd name="T10" fmla="*/ 1166 w 7964"/>
                <a:gd name="T11" fmla="*/ 1166 h 7964"/>
                <a:gd name="T12" fmla="*/ 313 w 7964"/>
                <a:gd name="T13" fmla="*/ 2432 h 7964"/>
                <a:gd name="T14" fmla="*/ 0 w 7964"/>
                <a:gd name="T15" fmla="*/ 3982 h 7964"/>
                <a:gd name="T16" fmla="*/ 313 w 7964"/>
                <a:gd name="T17" fmla="*/ 5532 h 7964"/>
                <a:gd name="T18" fmla="*/ 1166 w 7964"/>
                <a:gd name="T19" fmla="*/ 6798 h 7964"/>
                <a:gd name="T20" fmla="*/ 2432 w 7964"/>
                <a:gd name="T21" fmla="*/ 7651 h 7964"/>
                <a:gd name="T22" fmla="*/ 3982 w 7964"/>
                <a:gd name="T23" fmla="*/ 7964 h 7964"/>
                <a:gd name="T24" fmla="*/ 5532 w 7964"/>
                <a:gd name="T25" fmla="*/ 7651 h 7964"/>
                <a:gd name="T26" fmla="*/ 6798 w 7964"/>
                <a:gd name="T27" fmla="*/ 6798 h 7964"/>
                <a:gd name="T28" fmla="*/ 7651 w 7964"/>
                <a:gd name="T29" fmla="*/ 5532 h 7964"/>
                <a:gd name="T30" fmla="*/ 7964 w 7964"/>
                <a:gd name="T31" fmla="*/ 3982 h 7964"/>
                <a:gd name="T32" fmla="*/ 7651 w 7964"/>
                <a:gd name="T33" fmla="*/ 2432 h 7964"/>
                <a:gd name="T34" fmla="*/ 2667 w 7964"/>
                <a:gd name="T35" fmla="*/ 2870 h 7964"/>
                <a:gd name="T36" fmla="*/ 2882 w 7964"/>
                <a:gd name="T37" fmla="*/ 2741 h 7964"/>
                <a:gd name="T38" fmla="*/ 5082 w 7964"/>
                <a:gd name="T39" fmla="*/ 2741 h 7964"/>
                <a:gd name="T40" fmla="*/ 5296 w 7964"/>
                <a:gd name="T41" fmla="*/ 2870 h 7964"/>
                <a:gd name="T42" fmla="*/ 5326 w 7964"/>
                <a:gd name="T43" fmla="*/ 2989 h 7964"/>
                <a:gd name="T44" fmla="*/ 5288 w 7964"/>
                <a:gd name="T45" fmla="*/ 3123 h 7964"/>
                <a:gd name="T46" fmla="*/ 4188 w 7964"/>
                <a:gd name="T47" fmla="*/ 4861 h 7964"/>
                <a:gd name="T48" fmla="*/ 3982 w 7964"/>
                <a:gd name="T49" fmla="*/ 4975 h 7964"/>
                <a:gd name="T50" fmla="*/ 3776 w 7964"/>
                <a:gd name="T51" fmla="*/ 4861 h 7964"/>
                <a:gd name="T52" fmla="*/ 2676 w 7964"/>
                <a:gd name="T53" fmla="*/ 3123 h 7964"/>
                <a:gd name="T54" fmla="*/ 2637 w 7964"/>
                <a:gd name="T55" fmla="*/ 2989 h 7964"/>
                <a:gd name="T56" fmla="*/ 2667 w 7964"/>
                <a:gd name="T57" fmla="*/ 2870 h 7964"/>
                <a:gd name="T58" fmla="*/ 5204 w 7964"/>
                <a:gd name="T59" fmla="*/ 5223 h 7964"/>
                <a:gd name="T60" fmla="*/ 2760 w 7964"/>
                <a:gd name="T61" fmla="*/ 5223 h 7964"/>
                <a:gd name="T62" fmla="*/ 2637 w 7964"/>
                <a:gd name="T63" fmla="*/ 5100 h 7964"/>
                <a:gd name="T64" fmla="*/ 2760 w 7964"/>
                <a:gd name="T65" fmla="*/ 4977 h 7964"/>
                <a:gd name="T66" fmla="*/ 5204 w 7964"/>
                <a:gd name="T67" fmla="*/ 4977 h 7964"/>
                <a:gd name="T68" fmla="*/ 5326 w 7964"/>
                <a:gd name="T69" fmla="*/ 5100 h 7964"/>
                <a:gd name="T70" fmla="*/ 5204 w 7964"/>
                <a:gd name="T71" fmla="*/ 5223 h 7964"/>
                <a:gd name="T72" fmla="*/ 5082 w 7964"/>
                <a:gd name="T73" fmla="*/ 2989 h 7964"/>
                <a:gd name="T74" fmla="*/ 2882 w 7964"/>
                <a:gd name="T75" fmla="*/ 2989 h 7964"/>
                <a:gd name="T76" fmla="*/ 3982 w 7964"/>
                <a:gd name="T77" fmla="*/ 4727 h 7964"/>
                <a:gd name="T78" fmla="*/ 5082 w 7964"/>
                <a:gd name="T79" fmla="*/ 2989 h 79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7964" h="7964">
                  <a:moveTo>
                    <a:pt x="7651" y="2432"/>
                  </a:moveTo>
                  <a:cubicBezTo>
                    <a:pt x="7451" y="1958"/>
                    <a:pt x="7164" y="1532"/>
                    <a:pt x="6798" y="1166"/>
                  </a:cubicBezTo>
                  <a:cubicBezTo>
                    <a:pt x="6432" y="800"/>
                    <a:pt x="6006" y="513"/>
                    <a:pt x="5532" y="313"/>
                  </a:cubicBezTo>
                  <a:cubicBezTo>
                    <a:pt x="5041" y="105"/>
                    <a:pt x="4520" y="0"/>
                    <a:pt x="3982" y="0"/>
                  </a:cubicBezTo>
                  <a:cubicBezTo>
                    <a:pt x="3444" y="0"/>
                    <a:pt x="2923" y="105"/>
                    <a:pt x="2432" y="313"/>
                  </a:cubicBezTo>
                  <a:cubicBezTo>
                    <a:pt x="1958" y="513"/>
                    <a:pt x="1532" y="800"/>
                    <a:pt x="1166" y="1166"/>
                  </a:cubicBezTo>
                  <a:cubicBezTo>
                    <a:pt x="800" y="1532"/>
                    <a:pt x="513" y="1958"/>
                    <a:pt x="313" y="2432"/>
                  </a:cubicBezTo>
                  <a:cubicBezTo>
                    <a:pt x="105" y="2923"/>
                    <a:pt x="0" y="3444"/>
                    <a:pt x="0" y="3982"/>
                  </a:cubicBezTo>
                  <a:cubicBezTo>
                    <a:pt x="0" y="4520"/>
                    <a:pt x="105" y="5041"/>
                    <a:pt x="313" y="5532"/>
                  </a:cubicBezTo>
                  <a:cubicBezTo>
                    <a:pt x="513" y="6006"/>
                    <a:pt x="800" y="6432"/>
                    <a:pt x="1166" y="6798"/>
                  </a:cubicBezTo>
                  <a:cubicBezTo>
                    <a:pt x="1532" y="7164"/>
                    <a:pt x="1958" y="7451"/>
                    <a:pt x="2432" y="7651"/>
                  </a:cubicBezTo>
                  <a:cubicBezTo>
                    <a:pt x="2923" y="7859"/>
                    <a:pt x="3444" y="7964"/>
                    <a:pt x="3982" y="7964"/>
                  </a:cubicBezTo>
                  <a:cubicBezTo>
                    <a:pt x="4520" y="7964"/>
                    <a:pt x="5041" y="7859"/>
                    <a:pt x="5532" y="7651"/>
                  </a:cubicBezTo>
                  <a:cubicBezTo>
                    <a:pt x="6006" y="7451"/>
                    <a:pt x="6432" y="7164"/>
                    <a:pt x="6798" y="6798"/>
                  </a:cubicBezTo>
                  <a:cubicBezTo>
                    <a:pt x="7164" y="6432"/>
                    <a:pt x="7451" y="6006"/>
                    <a:pt x="7651" y="5532"/>
                  </a:cubicBezTo>
                  <a:cubicBezTo>
                    <a:pt x="7859" y="5041"/>
                    <a:pt x="7964" y="4520"/>
                    <a:pt x="7964" y="3982"/>
                  </a:cubicBezTo>
                  <a:cubicBezTo>
                    <a:pt x="7964" y="3444"/>
                    <a:pt x="7859" y="2923"/>
                    <a:pt x="7651" y="2432"/>
                  </a:cubicBezTo>
                  <a:close/>
                  <a:moveTo>
                    <a:pt x="2667" y="2870"/>
                  </a:moveTo>
                  <a:cubicBezTo>
                    <a:pt x="2710" y="2791"/>
                    <a:pt x="2792" y="2741"/>
                    <a:pt x="2882" y="2741"/>
                  </a:cubicBezTo>
                  <a:lnTo>
                    <a:pt x="5082" y="2741"/>
                  </a:lnTo>
                  <a:cubicBezTo>
                    <a:pt x="5171" y="2741"/>
                    <a:pt x="5254" y="2791"/>
                    <a:pt x="5296" y="2870"/>
                  </a:cubicBezTo>
                  <a:cubicBezTo>
                    <a:pt x="5317" y="2907"/>
                    <a:pt x="5326" y="2948"/>
                    <a:pt x="5326" y="2989"/>
                  </a:cubicBezTo>
                  <a:cubicBezTo>
                    <a:pt x="5326" y="3036"/>
                    <a:pt x="5313" y="3083"/>
                    <a:pt x="5288" y="3123"/>
                  </a:cubicBezTo>
                  <a:lnTo>
                    <a:pt x="4188" y="4861"/>
                  </a:lnTo>
                  <a:cubicBezTo>
                    <a:pt x="4143" y="4932"/>
                    <a:pt x="4065" y="4975"/>
                    <a:pt x="3982" y="4975"/>
                  </a:cubicBezTo>
                  <a:cubicBezTo>
                    <a:pt x="3899" y="4975"/>
                    <a:pt x="3821" y="4932"/>
                    <a:pt x="3776" y="4861"/>
                  </a:cubicBezTo>
                  <a:lnTo>
                    <a:pt x="2676" y="3123"/>
                  </a:lnTo>
                  <a:cubicBezTo>
                    <a:pt x="2650" y="3083"/>
                    <a:pt x="2637" y="3036"/>
                    <a:pt x="2637" y="2989"/>
                  </a:cubicBezTo>
                  <a:cubicBezTo>
                    <a:pt x="2637" y="2948"/>
                    <a:pt x="2647" y="2907"/>
                    <a:pt x="2667" y="2870"/>
                  </a:cubicBezTo>
                  <a:close/>
                  <a:moveTo>
                    <a:pt x="5204" y="5223"/>
                  </a:moveTo>
                  <a:lnTo>
                    <a:pt x="2760" y="5223"/>
                  </a:lnTo>
                  <a:cubicBezTo>
                    <a:pt x="2692" y="5223"/>
                    <a:pt x="2637" y="5168"/>
                    <a:pt x="2637" y="5100"/>
                  </a:cubicBezTo>
                  <a:cubicBezTo>
                    <a:pt x="2638" y="5032"/>
                    <a:pt x="2692" y="4977"/>
                    <a:pt x="2760" y="4977"/>
                  </a:cubicBezTo>
                  <a:lnTo>
                    <a:pt x="5204" y="4977"/>
                  </a:lnTo>
                  <a:cubicBezTo>
                    <a:pt x="5271" y="4977"/>
                    <a:pt x="5326" y="5032"/>
                    <a:pt x="5326" y="5100"/>
                  </a:cubicBezTo>
                  <a:cubicBezTo>
                    <a:pt x="5326" y="5168"/>
                    <a:pt x="5271" y="5223"/>
                    <a:pt x="5204" y="5223"/>
                  </a:cubicBezTo>
                  <a:close/>
                  <a:moveTo>
                    <a:pt x="5082" y="2989"/>
                  </a:moveTo>
                  <a:lnTo>
                    <a:pt x="2882" y="2989"/>
                  </a:lnTo>
                  <a:lnTo>
                    <a:pt x="3982" y="4727"/>
                  </a:lnTo>
                  <a:lnTo>
                    <a:pt x="5082" y="2989"/>
                  </a:lnTo>
                  <a:close/>
                </a:path>
              </a:pathLst>
            </a:custGeom>
            <a:solidFill>
              <a:srgbClr val="FFFFFF"/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2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400"/>
              <a:endParaRPr lang="zh-CN" altLang="en-US" sz="20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80" name="矩形 79"/>
            <p:cNvSpPr/>
            <p:nvPr>
              <p:custDataLst>
                <p:tags r:id="rId9"/>
              </p:custDataLst>
            </p:nvPr>
          </p:nvSpPr>
          <p:spPr>
            <a:xfrm>
              <a:off x="8230" y="4794"/>
              <a:ext cx="9096" cy="2287"/>
            </a:xfrm>
            <a:prstGeom prst="rect">
              <a:avLst/>
            </a:prstGeom>
          </p:spPr>
          <p:txBody>
            <a:bodyPr wrap="square" lIns="68559" tIns="34280" rIns="68559" bIns="3428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24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实训步骤</a:t>
              </a:r>
              <a:endParaRPr lang="en-US" altLang="zh-CN" sz="24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准备静态页面模板</a:t>
              </a:r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Wingdings" panose="05000000000000000000" pitchFamily="2" charset="2"/>
                </a:rPr>
                <a:t></a:t>
              </a:r>
              <a:r>
                <a:rPr lang="zh-CN" altLang="en-US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Wingdings" panose="05000000000000000000" pitchFamily="2" charset="2"/>
                </a:rPr>
                <a:t>本地安装</a:t>
              </a:r>
              <a:r>
                <a:rPr lang="en-US" altLang="zh-CN" dirty="0" err="1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Wingdings" panose="05000000000000000000" pitchFamily="2" charset="2"/>
                </a:rPr>
                <a:t>mysql</a:t>
              </a:r>
              <a:r>
                <a:rPr lang="zh-CN" altLang="en-US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Wingdings" panose="05000000000000000000" pitchFamily="2" charset="2"/>
                </a:rPr>
                <a:t>模块</a:t>
              </a:r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Wingdings" panose="05000000000000000000" pitchFamily="2" charset="2"/>
                </a:rPr>
                <a:t></a:t>
              </a:r>
              <a:r>
                <a:rPr lang="zh-CN" altLang="en-US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Wingdings" panose="05000000000000000000" pitchFamily="2" charset="2"/>
                </a:rPr>
                <a:t>编写服务器端代码</a:t>
              </a:r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Wingdings" panose="05000000000000000000" pitchFamily="2" charset="2"/>
                </a:rPr>
                <a:t></a:t>
              </a:r>
              <a:r>
                <a:rPr lang="zh-CN" altLang="en-US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Wingdings" panose="05000000000000000000" pitchFamily="2" charset="2"/>
                </a:rPr>
                <a:t>编写客户端代码</a:t>
              </a:r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Wingdings" panose="05000000000000000000" pitchFamily="2" charset="2"/>
                </a:rPr>
                <a:t></a:t>
              </a:r>
              <a:r>
                <a:rPr lang="zh-CN" altLang="en-US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Wingdings" panose="05000000000000000000" pitchFamily="2" charset="2"/>
                </a:rPr>
                <a:t>运行项目，查看页面效果</a:t>
              </a:r>
              <a:endPara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Wingdings" panose="05000000000000000000" pitchFamily="2" charset="2"/>
              </a:endParaRPr>
            </a:p>
          </p:txBody>
        </p:sp>
      </p:grpSp>
      <p:sp>
        <p:nvSpPr>
          <p:cNvPr id="24" name="îṧľíḑè"/>
          <p:cNvSpPr/>
          <p:nvPr/>
        </p:nvSpPr>
        <p:spPr bwMode="auto">
          <a:xfrm>
            <a:off x="2101850" y="4605020"/>
            <a:ext cx="851535" cy="201295"/>
          </a:xfrm>
          <a:custGeom>
            <a:avLst/>
            <a:gdLst>
              <a:gd name="T0" fmla="*/ 0 w 1842"/>
              <a:gd name="T1" fmla="*/ 335 h 436"/>
              <a:gd name="T2" fmla="*/ 276 w 1842"/>
              <a:gd name="T3" fmla="*/ 0 h 436"/>
              <a:gd name="T4" fmla="*/ 1566 w 1842"/>
              <a:gd name="T5" fmla="*/ 0 h 436"/>
              <a:gd name="T6" fmla="*/ 1842 w 1842"/>
              <a:gd name="T7" fmla="*/ 335 h 436"/>
              <a:gd name="T8" fmla="*/ 1842 w 1842"/>
              <a:gd name="T9" fmla="*/ 436 h 436"/>
              <a:gd name="T10" fmla="*/ 0 w 1842"/>
              <a:gd name="T11" fmla="*/ 436 h 436"/>
              <a:gd name="T12" fmla="*/ 0 w 1842"/>
              <a:gd name="T13" fmla="*/ 335 h 4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842" h="436">
                <a:moveTo>
                  <a:pt x="0" y="335"/>
                </a:moveTo>
                <a:cubicBezTo>
                  <a:pt x="0" y="150"/>
                  <a:pt x="124" y="0"/>
                  <a:pt x="276" y="0"/>
                </a:cubicBezTo>
                <a:cubicBezTo>
                  <a:pt x="1566" y="0"/>
                  <a:pt x="1566" y="0"/>
                  <a:pt x="1566" y="0"/>
                </a:cubicBezTo>
                <a:cubicBezTo>
                  <a:pt x="1718" y="0"/>
                  <a:pt x="1842" y="150"/>
                  <a:pt x="1842" y="335"/>
                </a:cubicBezTo>
                <a:cubicBezTo>
                  <a:pt x="1842" y="436"/>
                  <a:pt x="1842" y="436"/>
                  <a:pt x="1842" y="436"/>
                </a:cubicBezTo>
                <a:cubicBezTo>
                  <a:pt x="0" y="436"/>
                  <a:pt x="0" y="436"/>
                  <a:pt x="0" y="436"/>
                </a:cubicBezTo>
                <a:lnTo>
                  <a:pt x="0" y="335"/>
                </a:lnTo>
                <a:close/>
              </a:path>
            </a:pathLst>
          </a:custGeom>
          <a:solidFill>
            <a:srgbClr val="000000">
              <a:lumMod val="95000"/>
              <a:lumOff val="5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íśḻïḍè"/>
          <p:cNvSpPr/>
          <p:nvPr>
            <p:custDataLst>
              <p:tags r:id="rId10"/>
            </p:custDataLst>
          </p:nvPr>
        </p:nvSpPr>
        <p:spPr bwMode="auto">
          <a:xfrm>
            <a:off x="2101850" y="4805680"/>
            <a:ext cx="851535" cy="344805"/>
          </a:xfrm>
          <a:custGeom>
            <a:avLst/>
            <a:gdLst>
              <a:gd name="T0" fmla="*/ 1842 w 1842"/>
              <a:gd name="T1" fmla="*/ 0 h 747"/>
              <a:gd name="T2" fmla="*/ 1842 w 1842"/>
              <a:gd name="T3" fmla="*/ 412 h 747"/>
              <a:gd name="T4" fmla="*/ 1566 w 1842"/>
              <a:gd name="T5" fmla="*/ 747 h 747"/>
              <a:gd name="T6" fmla="*/ 276 w 1842"/>
              <a:gd name="T7" fmla="*/ 747 h 747"/>
              <a:gd name="T8" fmla="*/ 0 w 1842"/>
              <a:gd name="T9" fmla="*/ 412 h 747"/>
              <a:gd name="T10" fmla="*/ 0 w 1842"/>
              <a:gd name="T11" fmla="*/ 0 h 747"/>
              <a:gd name="T12" fmla="*/ 1842 w 1842"/>
              <a:gd name="T13" fmla="*/ 0 h 7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842" h="747">
                <a:moveTo>
                  <a:pt x="1842" y="0"/>
                </a:moveTo>
                <a:cubicBezTo>
                  <a:pt x="1842" y="412"/>
                  <a:pt x="1842" y="412"/>
                  <a:pt x="1842" y="412"/>
                </a:cubicBezTo>
                <a:cubicBezTo>
                  <a:pt x="1842" y="597"/>
                  <a:pt x="1718" y="747"/>
                  <a:pt x="1566" y="747"/>
                </a:cubicBezTo>
                <a:cubicBezTo>
                  <a:pt x="276" y="747"/>
                  <a:pt x="276" y="747"/>
                  <a:pt x="276" y="747"/>
                </a:cubicBezTo>
                <a:cubicBezTo>
                  <a:pt x="124" y="747"/>
                  <a:pt x="0" y="597"/>
                  <a:pt x="0" y="412"/>
                </a:cubicBezTo>
                <a:cubicBezTo>
                  <a:pt x="0" y="0"/>
                  <a:pt x="0" y="0"/>
                  <a:pt x="0" y="0"/>
                </a:cubicBezTo>
                <a:lnTo>
                  <a:pt x="184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îṩḷíďè"/>
          <p:cNvSpPr/>
          <p:nvPr>
            <p:custDataLst>
              <p:tags r:id="rId11"/>
            </p:custDataLst>
          </p:nvPr>
        </p:nvSpPr>
        <p:spPr bwMode="auto">
          <a:xfrm>
            <a:off x="996950" y="2573020"/>
            <a:ext cx="3061970" cy="2158365"/>
          </a:xfrm>
          <a:custGeom>
            <a:avLst/>
            <a:gdLst>
              <a:gd name="T0" fmla="*/ 0 w 6624"/>
              <a:gd name="T1" fmla="*/ 4343 h 4677"/>
              <a:gd name="T2" fmla="*/ 335 w 6624"/>
              <a:gd name="T3" fmla="*/ 4677 h 4677"/>
              <a:gd name="T4" fmla="*/ 6289 w 6624"/>
              <a:gd name="T5" fmla="*/ 4677 h 4677"/>
              <a:gd name="T6" fmla="*/ 6624 w 6624"/>
              <a:gd name="T7" fmla="*/ 4343 h 4677"/>
              <a:gd name="T8" fmla="*/ 6624 w 6624"/>
              <a:gd name="T9" fmla="*/ 335 h 4677"/>
              <a:gd name="T10" fmla="*/ 6289 w 6624"/>
              <a:gd name="T11" fmla="*/ 0 h 4677"/>
              <a:gd name="T12" fmla="*/ 335 w 6624"/>
              <a:gd name="T13" fmla="*/ 0 h 4677"/>
              <a:gd name="T14" fmla="*/ 0 w 6624"/>
              <a:gd name="T15" fmla="*/ 335 h 4677"/>
              <a:gd name="T16" fmla="*/ 0 w 6624"/>
              <a:gd name="T17" fmla="*/ 4343 h 46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624" h="4677">
                <a:moveTo>
                  <a:pt x="0" y="4343"/>
                </a:moveTo>
                <a:cubicBezTo>
                  <a:pt x="0" y="4527"/>
                  <a:pt x="150" y="4677"/>
                  <a:pt x="335" y="4677"/>
                </a:cubicBezTo>
                <a:cubicBezTo>
                  <a:pt x="6289" y="4677"/>
                  <a:pt x="6289" y="4677"/>
                  <a:pt x="6289" y="4677"/>
                </a:cubicBezTo>
                <a:cubicBezTo>
                  <a:pt x="6474" y="4677"/>
                  <a:pt x="6624" y="4527"/>
                  <a:pt x="6624" y="4343"/>
                </a:cubicBezTo>
                <a:cubicBezTo>
                  <a:pt x="6624" y="335"/>
                  <a:pt x="6624" y="335"/>
                  <a:pt x="6624" y="335"/>
                </a:cubicBezTo>
                <a:cubicBezTo>
                  <a:pt x="6624" y="150"/>
                  <a:pt x="6474" y="0"/>
                  <a:pt x="6289" y="0"/>
                </a:cubicBezTo>
                <a:cubicBezTo>
                  <a:pt x="335" y="0"/>
                  <a:pt x="335" y="0"/>
                  <a:pt x="335" y="0"/>
                </a:cubicBezTo>
                <a:cubicBezTo>
                  <a:pt x="150" y="0"/>
                  <a:pt x="0" y="150"/>
                  <a:pt x="0" y="335"/>
                </a:cubicBezTo>
                <a:cubicBezTo>
                  <a:pt x="0" y="4343"/>
                  <a:pt x="0" y="4343"/>
                  <a:pt x="0" y="4343"/>
                </a:cubicBezTo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îṡľîde"/>
          <p:cNvSpPr/>
          <p:nvPr/>
        </p:nvSpPr>
        <p:spPr bwMode="auto">
          <a:xfrm>
            <a:off x="1697990" y="5013960"/>
            <a:ext cx="1659255" cy="273050"/>
          </a:xfrm>
          <a:custGeom>
            <a:avLst/>
            <a:gdLst>
              <a:gd name="T0" fmla="*/ 501 w 2055"/>
              <a:gd name="T1" fmla="*/ 0 h 338"/>
              <a:gd name="T2" fmla="*/ 1554 w 2055"/>
              <a:gd name="T3" fmla="*/ 0 h 338"/>
              <a:gd name="T4" fmla="*/ 2055 w 2055"/>
              <a:gd name="T5" fmla="*/ 338 h 338"/>
              <a:gd name="T6" fmla="*/ 0 w 2055"/>
              <a:gd name="T7" fmla="*/ 338 h 338"/>
              <a:gd name="T8" fmla="*/ 501 w 2055"/>
              <a:gd name="T9" fmla="*/ 0 h 3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55" h="338">
                <a:moveTo>
                  <a:pt x="501" y="0"/>
                </a:moveTo>
                <a:lnTo>
                  <a:pt x="1554" y="0"/>
                </a:lnTo>
                <a:lnTo>
                  <a:pt x="2055" y="338"/>
                </a:lnTo>
                <a:lnTo>
                  <a:pt x="0" y="338"/>
                </a:lnTo>
                <a:lnTo>
                  <a:pt x="501" y="0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îşḷîḓe"/>
          <p:cNvSpPr/>
          <p:nvPr/>
        </p:nvSpPr>
        <p:spPr bwMode="auto">
          <a:xfrm>
            <a:off x="1101090" y="2696845"/>
            <a:ext cx="2839085" cy="1836420"/>
          </a:xfrm>
          <a:custGeom>
            <a:avLst/>
            <a:gdLst>
              <a:gd name="T0" fmla="*/ 6116 w 6141"/>
              <a:gd name="T1" fmla="*/ 0 h 3978"/>
              <a:gd name="T2" fmla="*/ 6141 w 6141"/>
              <a:gd name="T3" fmla="*/ 25 h 3978"/>
              <a:gd name="T4" fmla="*/ 6141 w 6141"/>
              <a:gd name="T5" fmla="*/ 3953 h 3978"/>
              <a:gd name="T6" fmla="*/ 6116 w 6141"/>
              <a:gd name="T7" fmla="*/ 3978 h 3978"/>
              <a:gd name="T8" fmla="*/ 0 w 6141"/>
              <a:gd name="T9" fmla="*/ 0 h 3978"/>
              <a:gd name="T10" fmla="*/ 6116 w 6141"/>
              <a:gd name="T11" fmla="*/ 0 h 39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141" h="3978">
                <a:moveTo>
                  <a:pt x="6116" y="0"/>
                </a:moveTo>
                <a:cubicBezTo>
                  <a:pt x="6130" y="0"/>
                  <a:pt x="6141" y="11"/>
                  <a:pt x="6141" y="25"/>
                </a:cubicBezTo>
                <a:cubicBezTo>
                  <a:pt x="6141" y="3953"/>
                  <a:pt x="6141" y="3953"/>
                  <a:pt x="6141" y="3953"/>
                </a:cubicBezTo>
                <a:cubicBezTo>
                  <a:pt x="6141" y="3967"/>
                  <a:pt x="6130" y="3978"/>
                  <a:pt x="6116" y="3978"/>
                </a:cubicBezTo>
                <a:cubicBezTo>
                  <a:pt x="0" y="0"/>
                  <a:pt x="0" y="0"/>
                  <a:pt x="0" y="0"/>
                </a:cubicBezTo>
                <a:cubicBezTo>
                  <a:pt x="6116" y="0"/>
                  <a:pt x="6116" y="0"/>
                  <a:pt x="6116" y="0"/>
                </a:cubicBezTo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íşļïḍê"/>
          <p:cNvSpPr/>
          <p:nvPr>
            <p:custDataLst>
              <p:tags r:id="rId12"/>
            </p:custDataLst>
          </p:nvPr>
        </p:nvSpPr>
        <p:spPr bwMode="auto">
          <a:xfrm>
            <a:off x="1078230" y="2696845"/>
            <a:ext cx="2849880" cy="1836420"/>
          </a:xfrm>
          <a:custGeom>
            <a:avLst/>
            <a:gdLst>
              <a:gd name="T0" fmla="*/ 25 w 6164"/>
              <a:gd name="T1" fmla="*/ 0 h 3978"/>
              <a:gd name="T2" fmla="*/ 48 w 6164"/>
              <a:gd name="T3" fmla="*/ 0 h 3978"/>
              <a:gd name="T4" fmla="*/ 6164 w 6164"/>
              <a:gd name="T5" fmla="*/ 3978 h 3978"/>
              <a:gd name="T6" fmla="*/ 25 w 6164"/>
              <a:gd name="T7" fmla="*/ 3978 h 3978"/>
              <a:gd name="T8" fmla="*/ 0 w 6164"/>
              <a:gd name="T9" fmla="*/ 3953 h 3978"/>
              <a:gd name="T10" fmla="*/ 0 w 6164"/>
              <a:gd name="T11" fmla="*/ 25 h 3978"/>
              <a:gd name="T12" fmla="*/ 25 w 6164"/>
              <a:gd name="T13" fmla="*/ 0 h 39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164" h="3978">
                <a:moveTo>
                  <a:pt x="25" y="0"/>
                </a:moveTo>
                <a:cubicBezTo>
                  <a:pt x="48" y="0"/>
                  <a:pt x="48" y="0"/>
                  <a:pt x="48" y="0"/>
                </a:cubicBezTo>
                <a:cubicBezTo>
                  <a:pt x="6164" y="3978"/>
                  <a:pt x="6164" y="3978"/>
                  <a:pt x="6164" y="3978"/>
                </a:cubicBezTo>
                <a:cubicBezTo>
                  <a:pt x="25" y="3978"/>
                  <a:pt x="25" y="3978"/>
                  <a:pt x="25" y="3978"/>
                </a:cubicBezTo>
                <a:cubicBezTo>
                  <a:pt x="11" y="3978"/>
                  <a:pt x="0" y="3967"/>
                  <a:pt x="0" y="3953"/>
                </a:cubicBezTo>
                <a:cubicBezTo>
                  <a:pt x="0" y="25"/>
                  <a:pt x="0" y="25"/>
                  <a:pt x="0" y="25"/>
                </a:cubicBezTo>
                <a:cubicBezTo>
                  <a:pt x="0" y="11"/>
                  <a:pt x="11" y="0"/>
                  <a:pt x="25" y="0"/>
                </a:cubicBezTo>
              </a:path>
            </a:pathLst>
          </a:custGeom>
          <a:solidFill>
            <a:schemeClr val="accent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ïṡḷîḓê"/>
          <p:cNvSpPr/>
          <p:nvPr>
            <p:custDataLst>
              <p:tags r:id="rId13"/>
            </p:custDataLst>
          </p:nvPr>
        </p:nvSpPr>
        <p:spPr bwMode="auto">
          <a:xfrm>
            <a:off x="2904490" y="2073910"/>
            <a:ext cx="847725" cy="1416685"/>
          </a:xfrm>
          <a:custGeom>
            <a:avLst/>
            <a:gdLst>
              <a:gd name="T0" fmla="*/ 1040 w 1834"/>
              <a:gd name="T1" fmla="*/ 366 h 3069"/>
              <a:gd name="T2" fmla="*/ 1281 w 1834"/>
              <a:gd name="T3" fmla="*/ 1 h 3069"/>
              <a:gd name="T4" fmla="*/ 1283 w 1834"/>
              <a:gd name="T5" fmla="*/ 0 h 3069"/>
              <a:gd name="T6" fmla="*/ 1431 w 1834"/>
              <a:gd name="T7" fmla="*/ 0 h 3069"/>
              <a:gd name="T8" fmla="*/ 1834 w 1834"/>
              <a:gd name="T9" fmla="*/ 482 h 3069"/>
              <a:gd name="T10" fmla="*/ 1834 w 1834"/>
              <a:gd name="T11" fmla="*/ 482 h 3069"/>
              <a:gd name="T12" fmla="*/ 1834 w 1834"/>
              <a:gd name="T13" fmla="*/ 482 h 3069"/>
              <a:gd name="T14" fmla="*/ 1834 w 1834"/>
              <a:gd name="T15" fmla="*/ 3069 h 3069"/>
              <a:gd name="T16" fmla="*/ 40 w 1834"/>
              <a:gd name="T17" fmla="*/ 3069 h 3069"/>
              <a:gd name="T18" fmla="*/ 0 w 1834"/>
              <a:gd name="T19" fmla="*/ 213 h 3069"/>
              <a:gd name="T20" fmla="*/ 1040 w 1834"/>
              <a:gd name="T21" fmla="*/ 366 h 30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834" h="3069">
                <a:moveTo>
                  <a:pt x="1040" y="366"/>
                </a:moveTo>
                <a:cubicBezTo>
                  <a:pt x="1083" y="69"/>
                  <a:pt x="1281" y="1"/>
                  <a:pt x="1281" y="1"/>
                </a:cubicBezTo>
                <a:cubicBezTo>
                  <a:pt x="1283" y="0"/>
                  <a:pt x="1283" y="0"/>
                  <a:pt x="1283" y="0"/>
                </a:cubicBezTo>
                <a:cubicBezTo>
                  <a:pt x="1352" y="0"/>
                  <a:pt x="1403" y="0"/>
                  <a:pt x="1431" y="0"/>
                </a:cubicBezTo>
                <a:cubicBezTo>
                  <a:pt x="1767" y="0"/>
                  <a:pt x="1834" y="482"/>
                  <a:pt x="1834" y="482"/>
                </a:cubicBezTo>
                <a:cubicBezTo>
                  <a:pt x="1834" y="482"/>
                  <a:pt x="1834" y="482"/>
                  <a:pt x="1834" y="482"/>
                </a:cubicBezTo>
                <a:cubicBezTo>
                  <a:pt x="1834" y="482"/>
                  <a:pt x="1834" y="482"/>
                  <a:pt x="1834" y="482"/>
                </a:cubicBezTo>
                <a:cubicBezTo>
                  <a:pt x="1834" y="3069"/>
                  <a:pt x="1834" y="3069"/>
                  <a:pt x="1834" y="3069"/>
                </a:cubicBezTo>
                <a:cubicBezTo>
                  <a:pt x="40" y="3069"/>
                  <a:pt x="40" y="3069"/>
                  <a:pt x="40" y="3069"/>
                </a:cubicBezTo>
                <a:cubicBezTo>
                  <a:pt x="0" y="213"/>
                  <a:pt x="0" y="213"/>
                  <a:pt x="0" y="213"/>
                </a:cubicBezTo>
                <a:lnTo>
                  <a:pt x="1040" y="3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iŝļîḋe"/>
          <p:cNvSpPr/>
          <p:nvPr/>
        </p:nvSpPr>
        <p:spPr bwMode="auto">
          <a:xfrm>
            <a:off x="1471295" y="2073910"/>
            <a:ext cx="2026285" cy="2410460"/>
          </a:xfrm>
          <a:custGeom>
            <a:avLst/>
            <a:gdLst>
              <a:gd name="T0" fmla="*/ 3185 w 4383"/>
              <a:gd name="T1" fmla="*/ 4743 h 5221"/>
              <a:gd name="T2" fmla="*/ 0 w 4383"/>
              <a:gd name="T3" fmla="*/ 4743 h 5221"/>
              <a:gd name="T4" fmla="*/ 0 w 4383"/>
              <a:gd name="T5" fmla="*/ 396 h 5221"/>
              <a:gd name="T6" fmla="*/ 401 w 4383"/>
              <a:gd name="T7" fmla="*/ 0 h 5221"/>
              <a:gd name="T8" fmla="*/ 524 w 4383"/>
              <a:gd name="T9" fmla="*/ 0 h 5221"/>
              <a:gd name="T10" fmla="*/ 4128 w 4383"/>
              <a:gd name="T11" fmla="*/ 0 h 5221"/>
              <a:gd name="T12" fmla="*/ 4128 w 4383"/>
              <a:gd name="T13" fmla="*/ 0 h 5221"/>
              <a:gd name="T14" fmla="*/ 4383 w 4383"/>
              <a:gd name="T15" fmla="*/ 0 h 5221"/>
              <a:gd name="T16" fmla="*/ 4381 w 4383"/>
              <a:gd name="T17" fmla="*/ 1 h 5221"/>
              <a:gd name="T18" fmla="*/ 4132 w 4383"/>
              <a:gd name="T19" fmla="*/ 482 h 5221"/>
              <a:gd name="T20" fmla="*/ 4126 w 4383"/>
              <a:gd name="T21" fmla="*/ 482 h 5221"/>
              <a:gd name="T22" fmla="*/ 4126 w 4383"/>
              <a:gd name="T23" fmla="*/ 577 h 5221"/>
              <a:gd name="T24" fmla="*/ 4126 w 4383"/>
              <a:gd name="T25" fmla="*/ 4822 h 5221"/>
              <a:gd name="T26" fmla="*/ 4126 w 4383"/>
              <a:gd name="T27" fmla="*/ 4825 h 5221"/>
              <a:gd name="T28" fmla="*/ 3725 w 4383"/>
              <a:gd name="T29" fmla="*/ 5221 h 5221"/>
              <a:gd name="T30" fmla="*/ 3602 w 4383"/>
              <a:gd name="T31" fmla="*/ 5221 h 5221"/>
              <a:gd name="T32" fmla="*/ 3185 w 4383"/>
              <a:gd name="T33" fmla="*/ 4743 h 52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4383" h="5221">
                <a:moveTo>
                  <a:pt x="3185" y="4743"/>
                </a:moveTo>
                <a:cubicBezTo>
                  <a:pt x="0" y="4743"/>
                  <a:pt x="0" y="4743"/>
                  <a:pt x="0" y="4743"/>
                </a:cubicBezTo>
                <a:cubicBezTo>
                  <a:pt x="0" y="396"/>
                  <a:pt x="0" y="396"/>
                  <a:pt x="0" y="396"/>
                </a:cubicBezTo>
                <a:cubicBezTo>
                  <a:pt x="5" y="361"/>
                  <a:pt x="60" y="34"/>
                  <a:pt x="401" y="0"/>
                </a:cubicBezTo>
                <a:cubicBezTo>
                  <a:pt x="524" y="0"/>
                  <a:pt x="524" y="0"/>
                  <a:pt x="524" y="0"/>
                </a:cubicBezTo>
                <a:cubicBezTo>
                  <a:pt x="4128" y="0"/>
                  <a:pt x="4128" y="0"/>
                  <a:pt x="4128" y="0"/>
                </a:cubicBezTo>
                <a:cubicBezTo>
                  <a:pt x="4128" y="0"/>
                  <a:pt x="4128" y="0"/>
                  <a:pt x="4128" y="0"/>
                </a:cubicBezTo>
                <a:cubicBezTo>
                  <a:pt x="4228" y="0"/>
                  <a:pt x="4315" y="0"/>
                  <a:pt x="4383" y="0"/>
                </a:cubicBezTo>
                <a:cubicBezTo>
                  <a:pt x="4381" y="1"/>
                  <a:pt x="4381" y="1"/>
                  <a:pt x="4381" y="1"/>
                </a:cubicBezTo>
                <a:cubicBezTo>
                  <a:pt x="4381" y="1"/>
                  <a:pt x="4132" y="86"/>
                  <a:pt x="4132" y="482"/>
                </a:cubicBezTo>
                <a:cubicBezTo>
                  <a:pt x="4126" y="482"/>
                  <a:pt x="4126" y="482"/>
                  <a:pt x="4126" y="482"/>
                </a:cubicBezTo>
                <a:cubicBezTo>
                  <a:pt x="4126" y="577"/>
                  <a:pt x="4126" y="577"/>
                  <a:pt x="4126" y="577"/>
                </a:cubicBezTo>
                <a:cubicBezTo>
                  <a:pt x="4126" y="4822"/>
                  <a:pt x="4126" y="4822"/>
                  <a:pt x="4126" y="4822"/>
                </a:cubicBezTo>
                <a:cubicBezTo>
                  <a:pt x="4126" y="4822"/>
                  <a:pt x="4126" y="4823"/>
                  <a:pt x="4126" y="4825"/>
                </a:cubicBezTo>
                <a:cubicBezTo>
                  <a:pt x="4121" y="4860"/>
                  <a:pt x="4066" y="5187"/>
                  <a:pt x="3725" y="5221"/>
                </a:cubicBezTo>
                <a:cubicBezTo>
                  <a:pt x="3602" y="5221"/>
                  <a:pt x="3602" y="5221"/>
                  <a:pt x="3602" y="5221"/>
                </a:cubicBezTo>
                <a:cubicBezTo>
                  <a:pt x="3162" y="5182"/>
                  <a:pt x="3185" y="4743"/>
                  <a:pt x="3185" y="4743"/>
                </a:cubicBezTo>
              </a:path>
            </a:pathLst>
          </a:custGeom>
          <a:solidFill>
            <a:srgbClr val="43434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íśḻîḑe"/>
          <p:cNvSpPr/>
          <p:nvPr>
            <p:custDataLst>
              <p:tags r:id="rId14"/>
            </p:custDataLst>
          </p:nvPr>
        </p:nvSpPr>
        <p:spPr bwMode="auto">
          <a:xfrm>
            <a:off x="1101090" y="4264025"/>
            <a:ext cx="2077085" cy="231775"/>
          </a:xfrm>
          <a:custGeom>
            <a:avLst/>
            <a:gdLst>
              <a:gd name="T0" fmla="*/ 3989 w 4494"/>
              <a:gd name="T1" fmla="*/ 0 h 503"/>
              <a:gd name="T2" fmla="*/ 0 w 4494"/>
              <a:gd name="T3" fmla="*/ 0 h 503"/>
              <a:gd name="T4" fmla="*/ 403 w 4494"/>
              <a:gd name="T5" fmla="*/ 482 h 503"/>
              <a:gd name="T6" fmla="*/ 4494 w 4494"/>
              <a:gd name="T7" fmla="*/ 482 h 503"/>
              <a:gd name="T8" fmla="*/ 3989 w 4494"/>
              <a:gd name="T9" fmla="*/ 0 h 5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494" h="503">
                <a:moveTo>
                  <a:pt x="3989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67" y="482"/>
                  <a:pt x="403" y="482"/>
                </a:cubicBezTo>
                <a:cubicBezTo>
                  <a:pt x="739" y="482"/>
                  <a:pt x="4494" y="482"/>
                  <a:pt x="4494" y="482"/>
                </a:cubicBezTo>
                <a:cubicBezTo>
                  <a:pt x="4494" y="482"/>
                  <a:pt x="3987" y="503"/>
                  <a:pt x="3989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îSḷiḑé"/>
          <p:cNvSpPr/>
          <p:nvPr>
            <p:custDataLst>
              <p:tags r:id="rId15"/>
            </p:custDataLst>
          </p:nvPr>
        </p:nvSpPr>
        <p:spPr bwMode="auto">
          <a:xfrm>
            <a:off x="2286000" y="2312035"/>
            <a:ext cx="928370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îšľïḑé"/>
          <p:cNvSpPr/>
          <p:nvPr>
            <p:custDataLst>
              <p:tags r:id="rId16"/>
            </p:custDataLst>
          </p:nvPr>
        </p:nvSpPr>
        <p:spPr bwMode="auto">
          <a:xfrm>
            <a:off x="2119630" y="2463800"/>
            <a:ext cx="92900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ïṧḻïḍè"/>
          <p:cNvSpPr/>
          <p:nvPr>
            <p:custDataLst>
              <p:tags r:id="rId17"/>
            </p:custDataLst>
          </p:nvPr>
        </p:nvSpPr>
        <p:spPr bwMode="auto">
          <a:xfrm>
            <a:off x="1801495" y="2463800"/>
            <a:ext cx="20637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îSļîḍè"/>
          <p:cNvSpPr/>
          <p:nvPr>
            <p:custDataLst>
              <p:tags r:id="rId18"/>
            </p:custDataLst>
          </p:nvPr>
        </p:nvSpPr>
        <p:spPr bwMode="auto">
          <a:xfrm>
            <a:off x="1973580" y="2615565"/>
            <a:ext cx="928370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îsḷîḋè"/>
          <p:cNvSpPr/>
          <p:nvPr>
            <p:custDataLst>
              <p:tags r:id="rId19"/>
            </p:custDataLst>
          </p:nvPr>
        </p:nvSpPr>
        <p:spPr bwMode="auto">
          <a:xfrm>
            <a:off x="2286000" y="2767330"/>
            <a:ext cx="928370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išľíḍè"/>
          <p:cNvSpPr/>
          <p:nvPr>
            <p:custDataLst>
              <p:tags r:id="rId20"/>
            </p:custDataLst>
          </p:nvPr>
        </p:nvSpPr>
        <p:spPr bwMode="auto">
          <a:xfrm>
            <a:off x="1897380" y="2767330"/>
            <a:ext cx="31432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iŝḷiḓê"/>
          <p:cNvSpPr/>
          <p:nvPr>
            <p:custDataLst>
              <p:tags r:id="rId21"/>
            </p:custDataLst>
          </p:nvPr>
        </p:nvSpPr>
        <p:spPr bwMode="auto">
          <a:xfrm>
            <a:off x="1650365" y="3516630"/>
            <a:ext cx="401955" cy="66040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íśliḓè"/>
          <p:cNvSpPr/>
          <p:nvPr/>
        </p:nvSpPr>
        <p:spPr bwMode="auto">
          <a:xfrm>
            <a:off x="1650365" y="3516630"/>
            <a:ext cx="401955" cy="66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iṡḷíďé"/>
          <p:cNvSpPr/>
          <p:nvPr>
            <p:custDataLst>
              <p:tags r:id="rId22"/>
            </p:custDataLst>
          </p:nvPr>
        </p:nvSpPr>
        <p:spPr bwMode="auto">
          <a:xfrm>
            <a:off x="1660525" y="3982085"/>
            <a:ext cx="92900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îşļíḑè"/>
          <p:cNvSpPr/>
          <p:nvPr>
            <p:custDataLst>
              <p:tags r:id="rId23"/>
            </p:custDataLst>
          </p:nvPr>
        </p:nvSpPr>
        <p:spPr bwMode="auto">
          <a:xfrm>
            <a:off x="2663190" y="3982085"/>
            <a:ext cx="31432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ïşļiḑé"/>
          <p:cNvSpPr/>
          <p:nvPr>
            <p:custDataLst>
              <p:tags r:id="rId24"/>
            </p:custDataLst>
          </p:nvPr>
        </p:nvSpPr>
        <p:spPr bwMode="auto">
          <a:xfrm>
            <a:off x="2286000" y="4133850"/>
            <a:ext cx="928370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iṡľîďé"/>
          <p:cNvSpPr/>
          <p:nvPr/>
        </p:nvSpPr>
        <p:spPr bwMode="auto">
          <a:xfrm>
            <a:off x="2459355" y="4587240"/>
            <a:ext cx="113030" cy="113665"/>
          </a:xfrm>
          <a:prstGeom prst="ellipse">
            <a:avLst/>
          </a:prstGeom>
          <a:solidFill>
            <a:srgbClr val="B7B7B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îśļiḓè"/>
          <p:cNvSpPr/>
          <p:nvPr>
            <p:custDataLst>
              <p:tags r:id="rId25"/>
            </p:custDataLst>
          </p:nvPr>
        </p:nvSpPr>
        <p:spPr bwMode="auto">
          <a:xfrm>
            <a:off x="2310765" y="2919095"/>
            <a:ext cx="685165" cy="51435"/>
          </a:xfrm>
          <a:custGeom>
            <a:avLst/>
            <a:gdLst>
              <a:gd name="T0" fmla="*/ 849 w 849"/>
              <a:gd name="T1" fmla="*/ 0 h 64"/>
              <a:gd name="T2" fmla="*/ 0 w 849"/>
              <a:gd name="T3" fmla="*/ 0 h 64"/>
              <a:gd name="T4" fmla="*/ 80 w 849"/>
              <a:gd name="T5" fmla="*/ 64 h 64"/>
              <a:gd name="T6" fmla="*/ 849 w 849"/>
              <a:gd name="T7" fmla="*/ 64 h 64"/>
              <a:gd name="T8" fmla="*/ 849 w 849"/>
              <a:gd name="T9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49" h="64">
                <a:moveTo>
                  <a:pt x="849" y="0"/>
                </a:moveTo>
                <a:lnTo>
                  <a:pt x="0" y="0"/>
                </a:lnTo>
                <a:lnTo>
                  <a:pt x="80" y="64"/>
                </a:lnTo>
                <a:lnTo>
                  <a:pt x="849" y="64"/>
                </a:lnTo>
                <a:lnTo>
                  <a:pt x="849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îṡlíḍê"/>
          <p:cNvSpPr/>
          <p:nvPr>
            <p:custDataLst>
              <p:tags r:id="rId26"/>
            </p:custDataLst>
          </p:nvPr>
        </p:nvSpPr>
        <p:spPr bwMode="auto">
          <a:xfrm>
            <a:off x="2042160" y="2921000"/>
            <a:ext cx="394970" cy="66040"/>
          </a:xfrm>
          <a:custGeom>
            <a:avLst/>
            <a:gdLst>
              <a:gd name="T0" fmla="*/ 0 w 489"/>
              <a:gd name="T1" fmla="*/ 0 h 82"/>
              <a:gd name="T2" fmla="*/ 0 w 489"/>
              <a:gd name="T3" fmla="*/ 82 h 82"/>
              <a:gd name="T4" fmla="*/ 489 w 489"/>
              <a:gd name="T5" fmla="*/ 82 h 82"/>
              <a:gd name="T6" fmla="*/ 385 w 489"/>
              <a:gd name="T7" fmla="*/ 0 h 82"/>
              <a:gd name="T8" fmla="*/ 0 w 489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89" h="82">
                <a:moveTo>
                  <a:pt x="0" y="0"/>
                </a:moveTo>
                <a:lnTo>
                  <a:pt x="0" y="82"/>
                </a:lnTo>
                <a:lnTo>
                  <a:pt x="489" y="82"/>
                </a:lnTo>
                <a:lnTo>
                  <a:pt x="38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íṥľiḍe"/>
          <p:cNvSpPr/>
          <p:nvPr/>
        </p:nvSpPr>
        <p:spPr bwMode="auto">
          <a:xfrm>
            <a:off x="2042160" y="2921000"/>
            <a:ext cx="394970" cy="66040"/>
          </a:xfrm>
          <a:custGeom>
            <a:avLst/>
            <a:gdLst>
              <a:gd name="T0" fmla="*/ 0 w 489"/>
              <a:gd name="T1" fmla="*/ 0 h 82"/>
              <a:gd name="T2" fmla="*/ 0 w 489"/>
              <a:gd name="T3" fmla="*/ 82 h 82"/>
              <a:gd name="T4" fmla="*/ 489 w 489"/>
              <a:gd name="T5" fmla="*/ 82 h 82"/>
              <a:gd name="T6" fmla="*/ 385 w 489"/>
              <a:gd name="T7" fmla="*/ 0 h 82"/>
              <a:gd name="T8" fmla="*/ 0 w 489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89" h="82">
                <a:moveTo>
                  <a:pt x="0" y="0"/>
                </a:moveTo>
                <a:lnTo>
                  <a:pt x="0" y="82"/>
                </a:lnTo>
                <a:lnTo>
                  <a:pt x="489" y="82"/>
                </a:lnTo>
                <a:lnTo>
                  <a:pt x="385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íṥ1ïḍe"/>
          <p:cNvSpPr/>
          <p:nvPr>
            <p:custDataLst>
              <p:tags r:id="rId27"/>
            </p:custDataLst>
          </p:nvPr>
        </p:nvSpPr>
        <p:spPr bwMode="auto">
          <a:xfrm>
            <a:off x="2466975" y="3070860"/>
            <a:ext cx="347980" cy="51435"/>
          </a:xfrm>
          <a:custGeom>
            <a:avLst/>
            <a:gdLst>
              <a:gd name="T0" fmla="*/ 431 w 431"/>
              <a:gd name="T1" fmla="*/ 0 h 64"/>
              <a:gd name="T2" fmla="*/ 0 w 431"/>
              <a:gd name="T3" fmla="*/ 0 h 64"/>
              <a:gd name="T4" fmla="*/ 12 w 431"/>
              <a:gd name="T5" fmla="*/ 31 h 64"/>
              <a:gd name="T6" fmla="*/ 33 w 431"/>
              <a:gd name="T7" fmla="*/ 64 h 64"/>
              <a:gd name="T8" fmla="*/ 431 w 431"/>
              <a:gd name="T9" fmla="*/ 64 h 64"/>
              <a:gd name="T10" fmla="*/ 431 w 431"/>
              <a:gd name="T11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31" h="64">
                <a:moveTo>
                  <a:pt x="431" y="0"/>
                </a:moveTo>
                <a:lnTo>
                  <a:pt x="0" y="0"/>
                </a:lnTo>
                <a:lnTo>
                  <a:pt x="12" y="31"/>
                </a:lnTo>
                <a:lnTo>
                  <a:pt x="33" y="64"/>
                </a:lnTo>
                <a:lnTo>
                  <a:pt x="431" y="64"/>
                </a:lnTo>
                <a:lnTo>
                  <a:pt x="431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îślïḋe"/>
          <p:cNvSpPr/>
          <p:nvPr>
            <p:custDataLst>
              <p:tags r:id="rId28"/>
            </p:custDataLst>
          </p:nvPr>
        </p:nvSpPr>
        <p:spPr bwMode="auto">
          <a:xfrm>
            <a:off x="2312035" y="3077210"/>
            <a:ext cx="200025" cy="66040"/>
          </a:xfrm>
          <a:custGeom>
            <a:avLst/>
            <a:gdLst>
              <a:gd name="T0" fmla="*/ 205 w 248"/>
              <a:gd name="T1" fmla="*/ 0 h 82"/>
              <a:gd name="T2" fmla="*/ 0 w 248"/>
              <a:gd name="T3" fmla="*/ 0 h 82"/>
              <a:gd name="T4" fmla="*/ 0 w 248"/>
              <a:gd name="T5" fmla="*/ 82 h 82"/>
              <a:gd name="T6" fmla="*/ 248 w 248"/>
              <a:gd name="T7" fmla="*/ 82 h 82"/>
              <a:gd name="T8" fmla="*/ 221 w 248"/>
              <a:gd name="T9" fmla="*/ 39 h 82"/>
              <a:gd name="T10" fmla="*/ 205 w 248"/>
              <a:gd name="T11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48" h="82">
                <a:moveTo>
                  <a:pt x="205" y="0"/>
                </a:moveTo>
                <a:lnTo>
                  <a:pt x="0" y="0"/>
                </a:lnTo>
                <a:lnTo>
                  <a:pt x="0" y="82"/>
                </a:lnTo>
                <a:lnTo>
                  <a:pt x="248" y="82"/>
                </a:lnTo>
                <a:lnTo>
                  <a:pt x="221" y="39"/>
                </a:lnTo>
                <a:lnTo>
                  <a:pt x="205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îṥḻidé"/>
          <p:cNvSpPr/>
          <p:nvPr/>
        </p:nvSpPr>
        <p:spPr bwMode="auto">
          <a:xfrm>
            <a:off x="2312035" y="3077210"/>
            <a:ext cx="200025" cy="66040"/>
          </a:xfrm>
          <a:custGeom>
            <a:avLst/>
            <a:gdLst>
              <a:gd name="T0" fmla="*/ 205 w 248"/>
              <a:gd name="T1" fmla="*/ 0 h 82"/>
              <a:gd name="T2" fmla="*/ 0 w 248"/>
              <a:gd name="T3" fmla="*/ 0 h 82"/>
              <a:gd name="T4" fmla="*/ 0 w 248"/>
              <a:gd name="T5" fmla="*/ 82 h 82"/>
              <a:gd name="T6" fmla="*/ 248 w 248"/>
              <a:gd name="T7" fmla="*/ 82 h 82"/>
              <a:gd name="T8" fmla="*/ 221 w 248"/>
              <a:gd name="T9" fmla="*/ 39 h 82"/>
              <a:gd name="T10" fmla="*/ 205 w 248"/>
              <a:gd name="T11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48" h="82">
                <a:moveTo>
                  <a:pt x="205" y="0"/>
                </a:moveTo>
                <a:lnTo>
                  <a:pt x="0" y="0"/>
                </a:lnTo>
                <a:lnTo>
                  <a:pt x="0" y="82"/>
                </a:lnTo>
                <a:lnTo>
                  <a:pt x="248" y="82"/>
                </a:lnTo>
                <a:lnTo>
                  <a:pt x="221" y="39"/>
                </a:lnTo>
                <a:lnTo>
                  <a:pt x="205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ïşḷiḍè"/>
          <p:cNvSpPr/>
          <p:nvPr>
            <p:custDataLst>
              <p:tags r:id="rId29"/>
            </p:custDataLst>
          </p:nvPr>
        </p:nvSpPr>
        <p:spPr bwMode="auto">
          <a:xfrm>
            <a:off x="2009775" y="3215640"/>
            <a:ext cx="619760" cy="65405"/>
          </a:xfrm>
          <a:custGeom>
            <a:avLst/>
            <a:gdLst>
              <a:gd name="T0" fmla="*/ 0 w 768"/>
              <a:gd name="T1" fmla="*/ 0 h 81"/>
              <a:gd name="T2" fmla="*/ 0 w 768"/>
              <a:gd name="T3" fmla="*/ 81 h 81"/>
              <a:gd name="T4" fmla="*/ 768 w 768"/>
              <a:gd name="T5" fmla="*/ 81 h 81"/>
              <a:gd name="T6" fmla="*/ 756 w 768"/>
              <a:gd name="T7" fmla="*/ 0 h 81"/>
              <a:gd name="T8" fmla="*/ 0 w 768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68" h="81">
                <a:moveTo>
                  <a:pt x="0" y="0"/>
                </a:moveTo>
                <a:lnTo>
                  <a:pt x="0" y="81"/>
                </a:lnTo>
                <a:lnTo>
                  <a:pt x="768" y="81"/>
                </a:lnTo>
                <a:lnTo>
                  <a:pt x="75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islîdê"/>
          <p:cNvSpPr/>
          <p:nvPr/>
        </p:nvSpPr>
        <p:spPr bwMode="auto">
          <a:xfrm>
            <a:off x="2009775" y="3215640"/>
            <a:ext cx="619760" cy="65405"/>
          </a:xfrm>
          <a:custGeom>
            <a:avLst/>
            <a:gdLst>
              <a:gd name="T0" fmla="*/ 0 w 768"/>
              <a:gd name="T1" fmla="*/ 0 h 81"/>
              <a:gd name="T2" fmla="*/ 0 w 768"/>
              <a:gd name="T3" fmla="*/ 81 h 81"/>
              <a:gd name="T4" fmla="*/ 768 w 768"/>
              <a:gd name="T5" fmla="*/ 81 h 81"/>
              <a:gd name="T6" fmla="*/ 756 w 768"/>
              <a:gd name="T7" fmla="*/ 0 h 81"/>
              <a:gd name="T8" fmla="*/ 0 w 768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68" h="81">
                <a:moveTo>
                  <a:pt x="0" y="0"/>
                </a:moveTo>
                <a:lnTo>
                  <a:pt x="0" y="81"/>
                </a:lnTo>
                <a:lnTo>
                  <a:pt x="768" y="81"/>
                </a:lnTo>
                <a:lnTo>
                  <a:pt x="756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îŝḻiḍê"/>
          <p:cNvSpPr/>
          <p:nvPr>
            <p:custDataLst>
              <p:tags r:id="rId30"/>
            </p:custDataLst>
          </p:nvPr>
        </p:nvSpPr>
        <p:spPr bwMode="auto">
          <a:xfrm>
            <a:off x="2547620" y="3223260"/>
            <a:ext cx="452120" cy="51435"/>
          </a:xfrm>
          <a:custGeom>
            <a:avLst/>
            <a:gdLst>
              <a:gd name="T0" fmla="*/ 560 w 560"/>
              <a:gd name="T1" fmla="*/ 0 h 64"/>
              <a:gd name="T2" fmla="*/ 0 w 560"/>
              <a:gd name="T3" fmla="*/ 0 h 64"/>
              <a:gd name="T4" fmla="*/ 9 w 560"/>
              <a:gd name="T5" fmla="*/ 64 h 64"/>
              <a:gd name="T6" fmla="*/ 560 w 560"/>
              <a:gd name="T7" fmla="*/ 64 h 64"/>
              <a:gd name="T8" fmla="*/ 560 w 560"/>
              <a:gd name="T9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60" h="64">
                <a:moveTo>
                  <a:pt x="560" y="0"/>
                </a:moveTo>
                <a:lnTo>
                  <a:pt x="0" y="0"/>
                </a:lnTo>
                <a:lnTo>
                  <a:pt x="9" y="64"/>
                </a:lnTo>
                <a:lnTo>
                  <a:pt x="560" y="64"/>
                </a:lnTo>
                <a:lnTo>
                  <a:pt x="56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îṧḻíḋè"/>
          <p:cNvSpPr/>
          <p:nvPr>
            <p:custDataLst>
              <p:tags r:id="rId31"/>
            </p:custDataLst>
          </p:nvPr>
        </p:nvSpPr>
        <p:spPr bwMode="auto">
          <a:xfrm>
            <a:off x="2284095" y="3371850"/>
            <a:ext cx="281940" cy="65405"/>
          </a:xfrm>
          <a:custGeom>
            <a:avLst/>
            <a:gdLst>
              <a:gd name="T0" fmla="*/ 0 w 349"/>
              <a:gd name="T1" fmla="*/ 0 h 81"/>
              <a:gd name="T2" fmla="*/ 0 w 349"/>
              <a:gd name="T3" fmla="*/ 81 h 81"/>
              <a:gd name="T4" fmla="*/ 349 w 349"/>
              <a:gd name="T5" fmla="*/ 81 h 81"/>
              <a:gd name="T6" fmla="*/ 346 w 349"/>
              <a:gd name="T7" fmla="*/ 0 h 81"/>
              <a:gd name="T8" fmla="*/ 0 w 349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9" h="81">
                <a:moveTo>
                  <a:pt x="0" y="0"/>
                </a:moveTo>
                <a:lnTo>
                  <a:pt x="0" y="81"/>
                </a:lnTo>
                <a:lnTo>
                  <a:pt x="349" y="81"/>
                </a:lnTo>
                <a:lnTo>
                  <a:pt x="34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iŝ1iḓê"/>
          <p:cNvSpPr/>
          <p:nvPr/>
        </p:nvSpPr>
        <p:spPr bwMode="auto">
          <a:xfrm>
            <a:off x="2284095" y="3371850"/>
            <a:ext cx="281940" cy="65405"/>
          </a:xfrm>
          <a:custGeom>
            <a:avLst/>
            <a:gdLst>
              <a:gd name="T0" fmla="*/ 0 w 349"/>
              <a:gd name="T1" fmla="*/ 0 h 81"/>
              <a:gd name="T2" fmla="*/ 0 w 349"/>
              <a:gd name="T3" fmla="*/ 81 h 81"/>
              <a:gd name="T4" fmla="*/ 349 w 349"/>
              <a:gd name="T5" fmla="*/ 81 h 81"/>
              <a:gd name="T6" fmla="*/ 346 w 349"/>
              <a:gd name="T7" fmla="*/ 0 h 81"/>
              <a:gd name="T8" fmla="*/ 0 w 349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9" h="81">
                <a:moveTo>
                  <a:pt x="0" y="0"/>
                </a:moveTo>
                <a:lnTo>
                  <a:pt x="0" y="81"/>
                </a:lnTo>
                <a:lnTo>
                  <a:pt x="349" y="81"/>
                </a:lnTo>
                <a:lnTo>
                  <a:pt x="346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iṡļïḍé"/>
          <p:cNvSpPr/>
          <p:nvPr>
            <p:custDataLst>
              <p:tags r:id="rId32"/>
            </p:custDataLst>
          </p:nvPr>
        </p:nvSpPr>
        <p:spPr bwMode="auto">
          <a:xfrm>
            <a:off x="2563495" y="3375025"/>
            <a:ext cx="650875" cy="51435"/>
          </a:xfrm>
          <a:custGeom>
            <a:avLst/>
            <a:gdLst>
              <a:gd name="T0" fmla="*/ 806 w 806"/>
              <a:gd name="T1" fmla="*/ 0 h 64"/>
              <a:gd name="T2" fmla="*/ 0 w 806"/>
              <a:gd name="T3" fmla="*/ 0 h 64"/>
              <a:gd name="T4" fmla="*/ 1 w 806"/>
              <a:gd name="T5" fmla="*/ 64 h 64"/>
              <a:gd name="T6" fmla="*/ 806 w 806"/>
              <a:gd name="T7" fmla="*/ 64 h 64"/>
              <a:gd name="T8" fmla="*/ 806 w 806"/>
              <a:gd name="T9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06" h="64">
                <a:moveTo>
                  <a:pt x="806" y="0"/>
                </a:moveTo>
                <a:lnTo>
                  <a:pt x="0" y="0"/>
                </a:lnTo>
                <a:lnTo>
                  <a:pt x="1" y="64"/>
                </a:lnTo>
                <a:lnTo>
                  <a:pt x="806" y="64"/>
                </a:lnTo>
                <a:lnTo>
                  <a:pt x="80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" name="î$1ïḓè"/>
          <p:cNvSpPr/>
          <p:nvPr>
            <p:custDataLst>
              <p:tags r:id="rId33"/>
            </p:custDataLst>
          </p:nvPr>
        </p:nvSpPr>
        <p:spPr bwMode="auto">
          <a:xfrm>
            <a:off x="2146935" y="3516630"/>
            <a:ext cx="393700" cy="66040"/>
          </a:xfrm>
          <a:custGeom>
            <a:avLst/>
            <a:gdLst>
              <a:gd name="T0" fmla="*/ 0 w 488"/>
              <a:gd name="T1" fmla="*/ 82 h 82"/>
              <a:gd name="T2" fmla="*/ 469 w 488"/>
              <a:gd name="T3" fmla="*/ 82 h 82"/>
              <a:gd name="T4" fmla="*/ 481 w 488"/>
              <a:gd name="T5" fmla="*/ 51 h 82"/>
              <a:gd name="T6" fmla="*/ 488 w 488"/>
              <a:gd name="T7" fmla="*/ 0 h 82"/>
              <a:gd name="T8" fmla="*/ 0 w 488"/>
              <a:gd name="T9" fmla="*/ 0 h 82"/>
              <a:gd name="T10" fmla="*/ 0 w 488"/>
              <a:gd name="T11" fmla="*/ 82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88" h="82">
                <a:moveTo>
                  <a:pt x="0" y="82"/>
                </a:moveTo>
                <a:lnTo>
                  <a:pt x="469" y="82"/>
                </a:lnTo>
                <a:lnTo>
                  <a:pt x="481" y="51"/>
                </a:lnTo>
                <a:lnTo>
                  <a:pt x="488" y="0"/>
                </a:lnTo>
                <a:lnTo>
                  <a:pt x="0" y="0"/>
                </a:lnTo>
                <a:lnTo>
                  <a:pt x="0" y="82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" name="ïşlíḋé"/>
          <p:cNvSpPr/>
          <p:nvPr/>
        </p:nvSpPr>
        <p:spPr bwMode="auto">
          <a:xfrm>
            <a:off x="2146935" y="3516630"/>
            <a:ext cx="393700" cy="66040"/>
          </a:xfrm>
          <a:custGeom>
            <a:avLst/>
            <a:gdLst>
              <a:gd name="T0" fmla="*/ 0 w 488"/>
              <a:gd name="T1" fmla="*/ 82 h 82"/>
              <a:gd name="T2" fmla="*/ 469 w 488"/>
              <a:gd name="T3" fmla="*/ 82 h 82"/>
              <a:gd name="T4" fmla="*/ 481 w 488"/>
              <a:gd name="T5" fmla="*/ 51 h 82"/>
              <a:gd name="T6" fmla="*/ 488 w 488"/>
              <a:gd name="T7" fmla="*/ 0 h 82"/>
              <a:gd name="T8" fmla="*/ 0 w 488"/>
              <a:gd name="T9" fmla="*/ 0 h 82"/>
              <a:gd name="T10" fmla="*/ 0 w 488"/>
              <a:gd name="T11" fmla="*/ 82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88" h="82">
                <a:moveTo>
                  <a:pt x="0" y="82"/>
                </a:moveTo>
                <a:lnTo>
                  <a:pt x="469" y="82"/>
                </a:lnTo>
                <a:lnTo>
                  <a:pt x="481" y="51"/>
                </a:lnTo>
                <a:lnTo>
                  <a:pt x="488" y="0"/>
                </a:lnTo>
                <a:lnTo>
                  <a:pt x="0" y="0"/>
                </a:lnTo>
                <a:lnTo>
                  <a:pt x="0" y="82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iṩ1iḍe"/>
          <p:cNvSpPr/>
          <p:nvPr>
            <p:custDataLst>
              <p:tags r:id="rId34"/>
            </p:custDataLst>
          </p:nvPr>
        </p:nvSpPr>
        <p:spPr bwMode="auto">
          <a:xfrm>
            <a:off x="2543175" y="3526790"/>
            <a:ext cx="554355" cy="51435"/>
          </a:xfrm>
          <a:custGeom>
            <a:avLst/>
            <a:gdLst>
              <a:gd name="T0" fmla="*/ 0 w 687"/>
              <a:gd name="T1" fmla="*/ 64 h 64"/>
              <a:gd name="T2" fmla="*/ 687 w 687"/>
              <a:gd name="T3" fmla="*/ 64 h 64"/>
              <a:gd name="T4" fmla="*/ 687 w 687"/>
              <a:gd name="T5" fmla="*/ 0 h 64"/>
              <a:gd name="T6" fmla="*/ 14 w 687"/>
              <a:gd name="T7" fmla="*/ 0 h 64"/>
              <a:gd name="T8" fmla="*/ 9 w 687"/>
              <a:gd name="T9" fmla="*/ 39 h 64"/>
              <a:gd name="T10" fmla="*/ 0 w 687"/>
              <a:gd name="T11" fmla="*/ 64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87" h="64">
                <a:moveTo>
                  <a:pt x="0" y="64"/>
                </a:moveTo>
                <a:lnTo>
                  <a:pt x="687" y="64"/>
                </a:lnTo>
                <a:lnTo>
                  <a:pt x="687" y="0"/>
                </a:lnTo>
                <a:lnTo>
                  <a:pt x="14" y="0"/>
                </a:lnTo>
                <a:lnTo>
                  <a:pt x="9" y="39"/>
                </a:lnTo>
                <a:lnTo>
                  <a:pt x="0" y="6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" name="ïṡļidê"/>
          <p:cNvSpPr/>
          <p:nvPr>
            <p:custDataLst>
              <p:tags r:id="rId35"/>
            </p:custDataLst>
          </p:nvPr>
        </p:nvSpPr>
        <p:spPr bwMode="auto">
          <a:xfrm>
            <a:off x="2486025" y="3678555"/>
            <a:ext cx="300355" cy="51435"/>
          </a:xfrm>
          <a:custGeom>
            <a:avLst/>
            <a:gdLst>
              <a:gd name="T0" fmla="*/ 0 w 372"/>
              <a:gd name="T1" fmla="*/ 64 h 64"/>
              <a:gd name="T2" fmla="*/ 372 w 372"/>
              <a:gd name="T3" fmla="*/ 64 h 64"/>
              <a:gd name="T4" fmla="*/ 372 w 372"/>
              <a:gd name="T5" fmla="*/ 0 h 64"/>
              <a:gd name="T6" fmla="*/ 24 w 372"/>
              <a:gd name="T7" fmla="*/ 0 h 64"/>
              <a:gd name="T8" fmla="*/ 21 w 372"/>
              <a:gd name="T9" fmla="*/ 9 h 64"/>
              <a:gd name="T10" fmla="*/ 0 w 372"/>
              <a:gd name="T11" fmla="*/ 64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72" h="64">
                <a:moveTo>
                  <a:pt x="0" y="64"/>
                </a:moveTo>
                <a:lnTo>
                  <a:pt x="372" y="64"/>
                </a:lnTo>
                <a:lnTo>
                  <a:pt x="372" y="0"/>
                </a:lnTo>
                <a:lnTo>
                  <a:pt x="24" y="0"/>
                </a:lnTo>
                <a:lnTo>
                  <a:pt x="21" y="9"/>
                </a:lnTo>
                <a:lnTo>
                  <a:pt x="0" y="6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íšľíḑé"/>
          <p:cNvSpPr/>
          <p:nvPr>
            <p:custDataLst>
              <p:tags r:id="rId36"/>
            </p:custDataLst>
          </p:nvPr>
        </p:nvSpPr>
        <p:spPr bwMode="auto">
          <a:xfrm>
            <a:off x="2327910" y="3830320"/>
            <a:ext cx="643255" cy="51435"/>
          </a:xfrm>
          <a:custGeom>
            <a:avLst/>
            <a:gdLst>
              <a:gd name="T0" fmla="*/ 0 w 797"/>
              <a:gd name="T1" fmla="*/ 64 h 64"/>
              <a:gd name="T2" fmla="*/ 797 w 797"/>
              <a:gd name="T3" fmla="*/ 64 h 64"/>
              <a:gd name="T4" fmla="*/ 797 w 797"/>
              <a:gd name="T5" fmla="*/ 0 h 64"/>
              <a:gd name="T6" fmla="*/ 59 w 797"/>
              <a:gd name="T7" fmla="*/ 0 h 64"/>
              <a:gd name="T8" fmla="*/ 48 w 797"/>
              <a:gd name="T9" fmla="*/ 8 h 64"/>
              <a:gd name="T10" fmla="*/ 0 w 797"/>
              <a:gd name="T11" fmla="*/ 64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797" h="64">
                <a:moveTo>
                  <a:pt x="0" y="64"/>
                </a:moveTo>
                <a:lnTo>
                  <a:pt x="797" y="64"/>
                </a:lnTo>
                <a:lnTo>
                  <a:pt x="797" y="0"/>
                </a:lnTo>
                <a:lnTo>
                  <a:pt x="59" y="0"/>
                </a:lnTo>
                <a:lnTo>
                  <a:pt x="48" y="8"/>
                </a:lnTo>
                <a:lnTo>
                  <a:pt x="0" y="6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" name="išlíḑe"/>
          <p:cNvSpPr/>
          <p:nvPr>
            <p:custDataLst>
              <p:tags r:id="rId37"/>
            </p:custDataLst>
          </p:nvPr>
        </p:nvSpPr>
        <p:spPr bwMode="auto">
          <a:xfrm>
            <a:off x="2202815" y="3674745"/>
            <a:ext cx="280670" cy="66040"/>
          </a:xfrm>
          <a:custGeom>
            <a:avLst/>
            <a:gdLst>
              <a:gd name="T0" fmla="*/ 0 w 348"/>
              <a:gd name="T1" fmla="*/ 0 h 82"/>
              <a:gd name="T2" fmla="*/ 0 w 348"/>
              <a:gd name="T3" fmla="*/ 82 h 82"/>
              <a:gd name="T4" fmla="*/ 348 w 348"/>
              <a:gd name="T5" fmla="*/ 82 h 82"/>
              <a:gd name="T6" fmla="*/ 345 w 348"/>
              <a:gd name="T7" fmla="*/ 0 h 82"/>
              <a:gd name="T8" fmla="*/ 0 w 348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8" h="82">
                <a:moveTo>
                  <a:pt x="0" y="0"/>
                </a:moveTo>
                <a:lnTo>
                  <a:pt x="0" y="82"/>
                </a:lnTo>
                <a:lnTo>
                  <a:pt x="348" y="82"/>
                </a:lnTo>
                <a:lnTo>
                  <a:pt x="34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" name="îṧ1îḑè"/>
          <p:cNvSpPr/>
          <p:nvPr/>
        </p:nvSpPr>
        <p:spPr bwMode="auto">
          <a:xfrm>
            <a:off x="2202815" y="3674745"/>
            <a:ext cx="280670" cy="66040"/>
          </a:xfrm>
          <a:custGeom>
            <a:avLst/>
            <a:gdLst>
              <a:gd name="T0" fmla="*/ 0 w 348"/>
              <a:gd name="T1" fmla="*/ 0 h 82"/>
              <a:gd name="T2" fmla="*/ 0 w 348"/>
              <a:gd name="T3" fmla="*/ 82 h 82"/>
              <a:gd name="T4" fmla="*/ 348 w 348"/>
              <a:gd name="T5" fmla="*/ 82 h 82"/>
              <a:gd name="T6" fmla="*/ 345 w 348"/>
              <a:gd name="T7" fmla="*/ 0 h 82"/>
              <a:gd name="T8" fmla="*/ 0 w 348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8" h="82">
                <a:moveTo>
                  <a:pt x="0" y="0"/>
                </a:moveTo>
                <a:lnTo>
                  <a:pt x="0" y="82"/>
                </a:lnTo>
                <a:lnTo>
                  <a:pt x="348" y="82"/>
                </a:lnTo>
                <a:lnTo>
                  <a:pt x="345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" name="iṣļîdè"/>
          <p:cNvSpPr/>
          <p:nvPr/>
        </p:nvSpPr>
        <p:spPr bwMode="auto">
          <a:xfrm>
            <a:off x="1130935" y="3638550"/>
            <a:ext cx="370840" cy="289560"/>
          </a:xfrm>
          <a:custGeom>
            <a:avLst/>
            <a:gdLst>
              <a:gd name="T0" fmla="*/ 76 w 459"/>
              <a:gd name="T1" fmla="*/ 359 h 359"/>
              <a:gd name="T2" fmla="*/ 0 w 459"/>
              <a:gd name="T3" fmla="*/ 235 h 359"/>
              <a:gd name="T4" fmla="*/ 383 w 459"/>
              <a:gd name="T5" fmla="*/ 0 h 359"/>
              <a:gd name="T6" fmla="*/ 459 w 459"/>
              <a:gd name="T7" fmla="*/ 124 h 359"/>
              <a:gd name="T8" fmla="*/ 76 w 459"/>
              <a:gd name="T9" fmla="*/ 359 h 3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59" h="359">
                <a:moveTo>
                  <a:pt x="76" y="359"/>
                </a:moveTo>
                <a:lnTo>
                  <a:pt x="0" y="235"/>
                </a:lnTo>
                <a:lnTo>
                  <a:pt x="383" y="0"/>
                </a:lnTo>
                <a:lnTo>
                  <a:pt x="459" y="124"/>
                </a:lnTo>
                <a:lnTo>
                  <a:pt x="76" y="359"/>
                </a:lnTo>
                <a:close/>
              </a:path>
            </a:pathLst>
          </a:custGeom>
          <a:solidFill>
            <a:srgbClr val="B45C38">
              <a:lumMod val="75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7" name="ïşḻíde"/>
          <p:cNvSpPr/>
          <p:nvPr/>
        </p:nvSpPr>
        <p:spPr bwMode="auto">
          <a:xfrm>
            <a:off x="1215390" y="2656205"/>
            <a:ext cx="1503680" cy="1502410"/>
          </a:xfrm>
          <a:custGeom>
            <a:avLst/>
            <a:gdLst>
              <a:gd name="T0" fmla="*/ 2838 w 3254"/>
              <a:gd name="T1" fmla="*/ 875 h 3254"/>
              <a:gd name="T2" fmla="*/ 875 w 3254"/>
              <a:gd name="T3" fmla="*/ 416 h 3254"/>
              <a:gd name="T4" fmla="*/ 415 w 3254"/>
              <a:gd name="T5" fmla="*/ 2379 h 3254"/>
              <a:gd name="T6" fmla="*/ 2379 w 3254"/>
              <a:gd name="T7" fmla="*/ 2839 h 3254"/>
              <a:gd name="T8" fmla="*/ 2838 w 3254"/>
              <a:gd name="T9" fmla="*/ 875 h 3254"/>
              <a:gd name="T10" fmla="*/ 2250 w 3254"/>
              <a:gd name="T11" fmla="*/ 2631 h 3254"/>
              <a:gd name="T12" fmla="*/ 623 w 3254"/>
              <a:gd name="T13" fmla="*/ 2250 h 3254"/>
              <a:gd name="T14" fmla="*/ 1004 w 3254"/>
              <a:gd name="T15" fmla="*/ 623 h 3254"/>
              <a:gd name="T16" fmla="*/ 2630 w 3254"/>
              <a:gd name="T17" fmla="*/ 1004 h 3254"/>
              <a:gd name="T18" fmla="*/ 2250 w 3254"/>
              <a:gd name="T19" fmla="*/ 2631 h 32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3254" h="3254">
                <a:moveTo>
                  <a:pt x="2838" y="875"/>
                </a:moveTo>
                <a:cubicBezTo>
                  <a:pt x="2423" y="206"/>
                  <a:pt x="1544" y="0"/>
                  <a:pt x="875" y="416"/>
                </a:cubicBezTo>
                <a:cubicBezTo>
                  <a:pt x="206" y="831"/>
                  <a:pt x="0" y="1710"/>
                  <a:pt x="415" y="2379"/>
                </a:cubicBezTo>
                <a:cubicBezTo>
                  <a:pt x="830" y="3048"/>
                  <a:pt x="1710" y="3254"/>
                  <a:pt x="2379" y="2839"/>
                </a:cubicBezTo>
                <a:cubicBezTo>
                  <a:pt x="3048" y="2423"/>
                  <a:pt x="3254" y="1544"/>
                  <a:pt x="2838" y="875"/>
                </a:cubicBezTo>
                <a:moveTo>
                  <a:pt x="2250" y="2631"/>
                </a:moveTo>
                <a:cubicBezTo>
                  <a:pt x="1695" y="2975"/>
                  <a:pt x="967" y="2804"/>
                  <a:pt x="623" y="2250"/>
                </a:cubicBezTo>
                <a:cubicBezTo>
                  <a:pt x="279" y="1696"/>
                  <a:pt x="450" y="967"/>
                  <a:pt x="1004" y="623"/>
                </a:cubicBezTo>
                <a:cubicBezTo>
                  <a:pt x="1558" y="280"/>
                  <a:pt x="2286" y="450"/>
                  <a:pt x="2630" y="1004"/>
                </a:cubicBezTo>
                <a:cubicBezTo>
                  <a:pt x="2974" y="1559"/>
                  <a:pt x="2804" y="2287"/>
                  <a:pt x="2250" y="2631"/>
                </a:cubicBezTo>
              </a:path>
            </a:pathLst>
          </a:custGeom>
          <a:solidFill>
            <a:srgbClr val="D79A8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8" name="ïślíḑê"/>
          <p:cNvSpPr/>
          <p:nvPr/>
        </p:nvSpPr>
        <p:spPr bwMode="auto">
          <a:xfrm>
            <a:off x="1421130" y="3180080"/>
            <a:ext cx="50165" cy="455295"/>
          </a:xfrm>
          <a:custGeom>
            <a:avLst/>
            <a:gdLst>
              <a:gd name="T0" fmla="*/ 108 w 108"/>
              <a:gd name="T1" fmla="*/ 0 h 986"/>
              <a:gd name="T2" fmla="*/ 1 w 108"/>
              <a:gd name="T3" fmla="*/ 495 h 986"/>
              <a:gd name="T4" fmla="*/ 108 w 108"/>
              <a:gd name="T5" fmla="*/ 986 h 986"/>
              <a:gd name="T6" fmla="*/ 108 w 108"/>
              <a:gd name="T7" fmla="*/ 0 h 9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8" h="986">
                <a:moveTo>
                  <a:pt x="108" y="0"/>
                </a:moveTo>
                <a:cubicBezTo>
                  <a:pt x="37" y="155"/>
                  <a:pt x="0" y="324"/>
                  <a:pt x="1" y="495"/>
                </a:cubicBezTo>
                <a:cubicBezTo>
                  <a:pt x="1" y="661"/>
                  <a:pt x="36" y="828"/>
                  <a:pt x="108" y="986"/>
                </a:cubicBezTo>
                <a:cubicBezTo>
                  <a:pt x="108" y="0"/>
                  <a:pt x="108" y="0"/>
                  <a:pt x="108" y="0"/>
                </a:cubicBezTo>
              </a:path>
            </a:pathLst>
          </a:custGeom>
          <a:solidFill>
            <a:srgbClr val="EAEAE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9" name="ïṥlîḋè"/>
          <p:cNvSpPr/>
          <p:nvPr>
            <p:custDataLst>
              <p:tags r:id="rId38"/>
            </p:custDataLst>
          </p:nvPr>
        </p:nvSpPr>
        <p:spPr bwMode="auto">
          <a:xfrm>
            <a:off x="1471295" y="2861945"/>
            <a:ext cx="930910" cy="833120"/>
          </a:xfrm>
          <a:custGeom>
            <a:avLst/>
            <a:gdLst>
              <a:gd name="T0" fmla="*/ 1073 w 2014"/>
              <a:gd name="T1" fmla="*/ 0 h 1804"/>
              <a:gd name="T2" fmla="*/ 1073 w 2014"/>
              <a:gd name="T3" fmla="*/ 0 h 1804"/>
              <a:gd name="T4" fmla="*/ 455 w 2014"/>
              <a:gd name="T5" fmla="*/ 175 h 1804"/>
              <a:gd name="T6" fmla="*/ 451 w 2014"/>
              <a:gd name="T7" fmla="*/ 177 h 1804"/>
              <a:gd name="T8" fmla="*/ 451 w 2014"/>
              <a:gd name="T9" fmla="*/ 177 h 1804"/>
              <a:gd name="T10" fmla="*/ 0 w 2014"/>
              <a:gd name="T11" fmla="*/ 688 h 1804"/>
              <a:gd name="T12" fmla="*/ 0 w 2014"/>
              <a:gd name="T13" fmla="*/ 1674 h 1804"/>
              <a:gd name="T14" fmla="*/ 70 w 2014"/>
              <a:gd name="T15" fmla="*/ 1804 h 1804"/>
              <a:gd name="T16" fmla="*/ 70 w 2014"/>
              <a:gd name="T17" fmla="*/ 1804 h 1804"/>
              <a:gd name="T18" fmla="*/ 70 w 2014"/>
              <a:gd name="T19" fmla="*/ 1804 h 1804"/>
              <a:gd name="T20" fmla="*/ 461 w 2014"/>
              <a:gd name="T21" fmla="*/ 1561 h 1804"/>
              <a:gd name="T22" fmla="*/ 389 w 2014"/>
              <a:gd name="T23" fmla="*/ 1561 h 1804"/>
              <a:gd name="T24" fmla="*/ 389 w 2014"/>
              <a:gd name="T25" fmla="*/ 1418 h 1804"/>
              <a:gd name="T26" fmla="*/ 691 w 2014"/>
              <a:gd name="T27" fmla="*/ 1418 h 1804"/>
              <a:gd name="T28" fmla="*/ 1515 w 2014"/>
              <a:gd name="T29" fmla="*/ 907 h 1804"/>
              <a:gd name="T30" fmla="*/ 1166 w 2014"/>
              <a:gd name="T31" fmla="*/ 907 h 1804"/>
              <a:gd name="T32" fmla="*/ 1166 w 2014"/>
              <a:gd name="T33" fmla="*/ 765 h 1804"/>
              <a:gd name="T34" fmla="*/ 1745 w 2014"/>
              <a:gd name="T35" fmla="*/ 765 h 1804"/>
              <a:gd name="T36" fmla="*/ 1995 w 2014"/>
              <a:gd name="T37" fmla="*/ 609 h 1804"/>
              <a:gd name="T38" fmla="*/ 1819 w 2014"/>
              <a:gd name="T39" fmla="*/ 609 h 1804"/>
              <a:gd name="T40" fmla="*/ 1819 w 2014"/>
              <a:gd name="T41" fmla="*/ 466 h 1804"/>
              <a:gd name="T42" fmla="*/ 2014 w 2014"/>
              <a:gd name="T43" fmla="*/ 466 h 1804"/>
              <a:gd name="T44" fmla="*/ 1826 w 2014"/>
              <a:gd name="T45" fmla="*/ 270 h 1804"/>
              <a:gd name="T46" fmla="*/ 1236 w 2014"/>
              <a:gd name="T47" fmla="*/ 270 h 1804"/>
              <a:gd name="T48" fmla="*/ 1236 w 2014"/>
              <a:gd name="T49" fmla="*/ 127 h 1804"/>
              <a:gd name="T50" fmla="*/ 1607 w 2014"/>
              <a:gd name="T51" fmla="*/ 127 h 1804"/>
              <a:gd name="T52" fmla="*/ 1073 w 2014"/>
              <a:gd name="T53" fmla="*/ 0 h 1804"/>
              <a:gd name="T54" fmla="*/ 1073 w 2014"/>
              <a:gd name="T55" fmla="*/ 0 h 18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2014" h="1804">
                <a:moveTo>
                  <a:pt x="1073" y="0"/>
                </a:moveTo>
                <a:cubicBezTo>
                  <a:pt x="1073" y="0"/>
                  <a:pt x="1073" y="0"/>
                  <a:pt x="1073" y="0"/>
                </a:cubicBezTo>
                <a:cubicBezTo>
                  <a:pt x="862" y="0"/>
                  <a:pt x="648" y="56"/>
                  <a:pt x="455" y="175"/>
                </a:cubicBezTo>
                <a:cubicBezTo>
                  <a:pt x="454" y="176"/>
                  <a:pt x="452" y="177"/>
                  <a:pt x="451" y="177"/>
                </a:cubicBezTo>
                <a:cubicBezTo>
                  <a:pt x="451" y="177"/>
                  <a:pt x="451" y="177"/>
                  <a:pt x="451" y="177"/>
                </a:cubicBezTo>
                <a:cubicBezTo>
                  <a:pt x="246" y="305"/>
                  <a:pt x="94" y="484"/>
                  <a:pt x="0" y="688"/>
                </a:cubicBezTo>
                <a:cubicBezTo>
                  <a:pt x="0" y="1674"/>
                  <a:pt x="0" y="1674"/>
                  <a:pt x="0" y="1674"/>
                </a:cubicBezTo>
                <a:cubicBezTo>
                  <a:pt x="21" y="1718"/>
                  <a:pt x="44" y="1762"/>
                  <a:pt x="70" y="1804"/>
                </a:cubicBezTo>
                <a:cubicBezTo>
                  <a:pt x="70" y="1804"/>
                  <a:pt x="70" y="1804"/>
                  <a:pt x="70" y="1804"/>
                </a:cubicBezTo>
                <a:cubicBezTo>
                  <a:pt x="70" y="1804"/>
                  <a:pt x="70" y="1804"/>
                  <a:pt x="70" y="1804"/>
                </a:cubicBezTo>
                <a:cubicBezTo>
                  <a:pt x="461" y="1561"/>
                  <a:pt x="461" y="1561"/>
                  <a:pt x="461" y="1561"/>
                </a:cubicBezTo>
                <a:cubicBezTo>
                  <a:pt x="389" y="1561"/>
                  <a:pt x="389" y="1561"/>
                  <a:pt x="389" y="1561"/>
                </a:cubicBezTo>
                <a:cubicBezTo>
                  <a:pt x="389" y="1418"/>
                  <a:pt x="389" y="1418"/>
                  <a:pt x="389" y="1418"/>
                </a:cubicBezTo>
                <a:cubicBezTo>
                  <a:pt x="691" y="1418"/>
                  <a:pt x="691" y="1418"/>
                  <a:pt x="691" y="1418"/>
                </a:cubicBezTo>
                <a:cubicBezTo>
                  <a:pt x="1515" y="907"/>
                  <a:pt x="1515" y="907"/>
                  <a:pt x="1515" y="907"/>
                </a:cubicBezTo>
                <a:cubicBezTo>
                  <a:pt x="1166" y="907"/>
                  <a:pt x="1166" y="907"/>
                  <a:pt x="1166" y="907"/>
                </a:cubicBezTo>
                <a:cubicBezTo>
                  <a:pt x="1166" y="765"/>
                  <a:pt x="1166" y="765"/>
                  <a:pt x="1166" y="765"/>
                </a:cubicBezTo>
                <a:cubicBezTo>
                  <a:pt x="1745" y="765"/>
                  <a:pt x="1745" y="765"/>
                  <a:pt x="1745" y="765"/>
                </a:cubicBezTo>
                <a:cubicBezTo>
                  <a:pt x="1995" y="609"/>
                  <a:pt x="1995" y="609"/>
                  <a:pt x="1995" y="609"/>
                </a:cubicBezTo>
                <a:cubicBezTo>
                  <a:pt x="1819" y="609"/>
                  <a:pt x="1819" y="609"/>
                  <a:pt x="1819" y="609"/>
                </a:cubicBezTo>
                <a:cubicBezTo>
                  <a:pt x="1819" y="466"/>
                  <a:pt x="1819" y="466"/>
                  <a:pt x="1819" y="466"/>
                </a:cubicBezTo>
                <a:cubicBezTo>
                  <a:pt x="2014" y="466"/>
                  <a:pt x="2014" y="466"/>
                  <a:pt x="2014" y="466"/>
                </a:cubicBezTo>
                <a:cubicBezTo>
                  <a:pt x="1958" y="392"/>
                  <a:pt x="1895" y="327"/>
                  <a:pt x="1826" y="270"/>
                </a:cubicBezTo>
                <a:cubicBezTo>
                  <a:pt x="1236" y="270"/>
                  <a:pt x="1236" y="270"/>
                  <a:pt x="1236" y="270"/>
                </a:cubicBezTo>
                <a:cubicBezTo>
                  <a:pt x="1236" y="127"/>
                  <a:pt x="1236" y="127"/>
                  <a:pt x="1236" y="127"/>
                </a:cubicBezTo>
                <a:cubicBezTo>
                  <a:pt x="1607" y="127"/>
                  <a:pt x="1607" y="127"/>
                  <a:pt x="1607" y="127"/>
                </a:cubicBezTo>
                <a:cubicBezTo>
                  <a:pt x="1442" y="43"/>
                  <a:pt x="1258" y="0"/>
                  <a:pt x="1073" y="0"/>
                </a:cubicBezTo>
                <a:cubicBezTo>
                  <a:pt x="1073" y="0"/>
                  <a:pt x="1073" y="0"/>
                  <a:pt x="1073" y="0"/>
                </a:cubicBezTo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0" name="íŝḻïḍé"/>
          <p:cNvSpPr/>
          <p:nvPr>
            <p:custDataLst>
              <p:tags r:id="rId39"/>
            </p:custDataLst>
          </p:nvPr>
        </p:nvSpPr>
        <p:spPr bwMode="auto">
          <a:xfrm>
            <a:off x="1650365" y="3516630"/>
            <a:ext cx="139700" cy="66040"/>
          </a:xfrm>
          <a:custGeom>
            <a:avLst/>
            <a:gdLst>
              <a:gd name="T0" fmla="*/ 173 w 173"/>
              <a:gd name="T1" fmla="*/ 0 h 82"/>
              <a:gd name="T2" fmla="*/ 0 w 173"/>
              <a:gd name="T3" fmla="*/ 0 h 82"/>
              <a:gd name="T4" fmla="*/ 0 w 173"/>
              <a:gd name="T5" fmla="*/ 82 h 82"/>
              <a:gd name="T6" fmla="*/ 42 w 173"/>
              <a:gd name="T7" fmla="*/ 82 h 82"/>
              <a:gd name="T8" fmla="*/ 173 w 173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3" h="82">
                <a:moveTo>
                  <a:pt x="173" y="0"/>
                </a:moveTo>
                <a:lnTo>
                  <a:pt x="0" y="0"/>
                </a:lnTo>
                <a:lnTo>
                  <a:pt x="0" y="82"/>
                </a:lnTo>
                <a:lnTo>
                  <a:pt x="42" y="82"/>
                </a:lnTo>
                <a:lnTo>
                  <a:pt x="173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" name="isḻídè"/>
          <p:cNvSpPr/>
          <p:nvPr/>
        </p:nvSpPr>
        <p:spPr bwMode="auto">
          <a:xfrm>
            <a:off x="1650365" y="3516630"/>
            <a:ext cx="139700" cy="66040"/>
          </a:xfrm>
          <a:custGeom>
            <a:avLst/>
            <a:gdLst>
              <a:gd name="T0" fmla="*/ 173 w 173"/>
              <a:gd name="T1" fmla="*/ 0 h 82"/>
              <a:gd name="T2" fmla="*/ 0 w 173"/>
              <a:gd name="T3" fmla="*/ 0 h 82"/>
              <a:gd name="T4" fmla="*/ 0 w 173"/>
              <a:gd name="T5" fmla="*/ 82 h 82"/>
              <a:gd name="T6" fmla="*/ 42 w 173"/>
              <a:gd name="T7" fmla="*/ 82 h 82"/>
              <a:gd name="T8" fmla="*/ 173 w 173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3" h="82">
                <a:moveTo>
                  <a:pt x="173" y="0"/>
                </a:moveTo>
                <a:lnTo>
                  <a:pt x="0" y="0"/>
                </a:lnTo>
                <a:lnTo>
                  <a:pt x="0" y="82"/>
                </a:lnTo>
                <a:lnTo>
                  <a:pt x="42" y="82"/>
                </a:lnTo>
                <a:lnTo>
                  <a:pt x="173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2" name="íṧḻiḑé"/>
          <p:cNvSpPr/>
          <p:nvPr>
            <p:custDataLst>
              <p:tags r:id="rId40"/>
            </p:custDataLst>
          </p:nvPr>
        </p:nvSpPr>
        <p:spPr bwMode="auto">
          <a:xfrm>
            <a:off x="2042160" y="2921000"/>
            <a:ext cx="273050" cy="66040"/>
          </a:xfrm>
          <a:custGeom>
            <a:avLst/>
            <a:gdLst>
              <a:gd name="T0" fmla="*/ 371 w 590"/>
              <a:gd name="T1" fmla="*/ 0 h 143"/>
              <a:gd name="T2" fmla="*/ 0 w 590"/>
              <a:gd name="T3" fmla="*/ 0 h 143"/>
              <a:gd name="T4" fmla="*/ 0 w 590"/>
              <a:gd name="T5" fmla="*/ 143 h 143"/>
              <a:gd name="T6" fmla="*/ 590 w 590"/>
              <a:gd name="T7" fmla="*/ 143 h 143"/>
              <a:gd name="T8" fmla="*/ 371 w 590"/>
              <a:gd name="T9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90" h="143">
                <a:moveTo>
                  <a:pt x="37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590" y="143"/>
                  <a:pt x="590" y="143"/>
                  <a:pt x="590" y="143"/>
                </a:cubicBezTo>
                <a:cubicBezTo>
                  <a:pt x="522" y="87"/>
                  <a:pt x="448" y="39"/>
                  <a:pt x="371" y="0"/>
                </a:cubicBezTo>
              </a:path>
            </a:pathLst>
          </a:custGeom>
          <a:solidFill>
            <a:schemeClr val="accent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3" name="ïšḻiḑè"/>
          <p:cNvSpPr/>
          <p:nvPr>
            <p:custDataLst>
              <p:tags r:id="rId41"/>
            </p:custDataLst>
          </p:nvPr>
        </p:nvSpPr>
        <p:spPr bwMode="auto">
          <a:xfrm>
            <a:off x="2312035" y="3077210"/>
            <a:ext cx="119380" cy="66040"/>
          </a:xfrm>
          <a:custGeom>
            <a:avLst/>
            <a:gdLst>
              <a:gd name="T0" fmla="*/ 195 w 258"/>
              <a:gd name="T1" fmla="*/ 0 h 143"/>
              <a:gd name="T2" fmla="*/ 0 w 258"/>
              <a:gd name="T3" fmla="*/ 0 h 143"/>
              <a:gd name="T4" fmla="*/ 0 w 258"/>
              <a:gd name="T5" fmla="*/ 143 h 143"/>
              <a:gd name="T6" fmla="*/ 176 w 258"/>
              <a:gd name="T7" fmla="*/ 143 h 143"/>
              <a:gd name="T8" fmla="*/ 258 w 258"/>
              <a:gd name="T9" fmla="*/ 92 h 143"/>
              <a:gd name="T10" fmla="*/ 195 w 258"/>
              <a:gd name="T11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8" h="143">
                <a:moveTo>
                  <a:pt x="195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176" y="143"/>
                  <a:pt x="176" y="143"/>
                  <a:pt x="176" y="143"/>
                </a:cubicBezTo>
                <a:cubicBezTo>
                  <a:pt x="258" y="92"/>
                  <a:pt x="258" y="92"/>
                  <a:pt x="258" y="92"/>
                </a:cubicBezTo>
                <a:cubicBezTo>
                  <a:pt x="239" y="60"/>
                  <a:pt x="218" y="30"/>
                  <a:pt x="195" y="0"/>
                </a:cubicBezTo>
              </a:path>
            </a:pathLst>
          </a:custGeom>
          <a:solidFill>
            <a:schemeClr val="accent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4" name="ïṡlíḑe"/>
          <p:cNvSpPr/>
          <p:nvPr>
            <p:custDataLst>
              <p:tags r:id="rId42"/>
            </p:custDataLst>
          </p:nvPr>
        </p:nvSpPr>
        <p:spPr bwMode="auto">
          <a:xfrm>
            <a:off x="2009775" y="3215640"/>
            <a:ext cx="267970" cy="65405"/>
          </a:xfrm>
          <a:custGeom>
            <a:avLst/>
            <a:gdLst>
              <a:gd name="T0" fmla="*/ 332 w 332"/>
              <a:gd name="T1" fmla="*/ 0 h 81"/>
              <a:gd name="T2" fmla="*/ 0 w 332"/>
              <a:gd name="T3" fmla="*/ 0 h 81"/>
              <a:gd name="T4" fmla="*/ 0 w 332"/>
              <a:gd name="T5" fmla="*/ 81 h 81"/>
              <a:gd name="T6" fmla="*/ 200 w 332"/>
              <a:gd name="T7" fmla="*/ 81 h 81"/>
              <a:gd name="T8" fmla="*/ 332 w 332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32" h="81">
                <a:moveTo>
                  <a:pt x="332" y="0"/>
                </a:moveTo>
                <a:lnTo>
                  <a:pt x="0" y="0"/>
                </a:lnTo>
                <a:lnTo>
                  <a:pt x="0" y="81"/>
                </a:lnTo>
                <a:lnTo>
                  <a:pt x="200" y="81"/>
                </a:lnTo>
                <a:lnTo>
                  <a:pt x="332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5" name="ïṥľiḋè"/>
          <p:cNvSpPr/>
          <p:nvPr/>
        </p:nvSpPr>
        <p:spPr bwMode="auto">
          <a:xfrm>
            <a:off x="2009775" y="3215640"/>
            <a:ext cx="267970" cy="65405"/>
          </a:xfrm>
          <a:custGeom>
            <a:avLst/>
            <a:gdLst>
              <a:gd name="T0" fmla="*/ 332 w 332"/>
              <a:gd name="T1" fmla="*/ 0 h 81"/>
              <a:gd name="T2" fmla="*/ 0 w 332"/>
              <a:gd name="T3" fmla="*/ 0 h 81"/>
              <a:gd name="T4" fmla="*/ 0 w 332"/>
              <a:gd name="T5" fmla="*/ 81 h 81"/>
              <a:gd name="T6" fmla="*/ 200 w 332"/>
              <a:gd name="T7" fmla="*/ 81 h 81"/>
              <a:gd name="T8" fmla="*/ 332 w 332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32" h="81">
                <a:moveTo>
                  <a:pt x="332" y="0"/>
                </a:moveTo>
                <a:lnTo>
                  <a:pt x="0" y="0"/>
                </a:lnTo>
                <a:lnTo>
                  <a:pt x="0" y="81"/>
                </a:lnTo>
                <a:lnTo>
                  <a:pt x="200" y="81"/>
                </a:lnTo>
                <a:lnTo>
                  <a:pt x="332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6" name="íšļiḋê"/>
          <p:cNvSpPr/>
          <p:nvPr/>
        </p:nvSpPr>
        <p:spPr bwMode="auto">
          <a:xfrm>
            <a:off x="1421130" y="2861945"/>
            <a:ext cx="545465" cy="546735"/>
          </a:xfrm>
          <a:custGeom>
            <a:avLst/>
            <a:gdLst>
              <a:gd name="T0" fmla="*/ 559 w 1181"/>
              <a:gd name="T1" fmla="*/ 177 h 1183"/>
              <a:gd name="T2" fmla="*/ 559 w 1181"/>
              <a:gd name="T3" fmla="*/ 177 h 1183"/>
              <a:gd name="T4" fmla="*/ 1 w 1181"/>
              <a:gd name="T5" fmla="*/ 1183 h 1183"/>
              <a:gd name="T6" fmla="*/ 108 w 1181"/>
              <a:gd name="T7" fmla="*/ 688 h 1183"/>
              <a:gd name="T8" fmla="*/ 559 w 1181"/>
              <a:gd name="T9" fmla="*/ 177 h 1183"/>
              <a:gd name="T10" fmla="*/ 559 w 1181"/>
              <a:gd name="T11" fmla="*/ 177 h 1183"/>
              <a:gd name="T12" fmla="*/ 1181 w 1181"/>
              <a:gd name="T13" fmla="*/ 0 h 1183"/>
              <a:gd name="T14" fmla="*/ 563 w 1181"/>
              <a:gd name="T15" fmla="*/ 175 h 1183"/>
              <a:gd name="T16" fmla="*/ 1181 w 1181"/>
              <a:gd name="T17" fmla="*/ 0 h 1183"/>
              <a:gd name="T18" fmla="*/ 1181 w 1181"/>
              <a:gd name="T19" fmla="*/ 0 h 1183"/>
              <a:gd name="T20" fmla="*/ 1181 w 1181"/>
              <a:gd name="T21" fmla="*/ 0 h 1183"/>
              <a:gd name="T22" fmla="*/ 1181 w 1181"/>
              <a:gd name="T23" fmla="*/ 0 h 1183"/>
              <a:gd name="T24" fmla="*/ 1181 w 1181"/>
              <a:gd name="T25" fmla="*/ 0 h 11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181" h="1183">
                <a:moveTo>
                  <a:pt x="559" y="177"/>
                </a:moveTo>
                <a:cubicBezTo>
                  <a:pt x="559" y="177"/>
                  <a:pt x="559" y="177"/>
                  <a:pt x="559" y="177"/>
                </a:cubicBezTo>
                <a:cubicBezTo>
                  <a:pt x="199" y="401"/>
                  <a:pt x="0" y="787"/>
                  <a:pt x="1" y="1183"/>
                </a:cubicBezTo>
                <a:cubicBezTo>
                  <a:pt x="0" y="1012"/>
                  <a:pt x="37" y="843"/>
                  <a:pt x="108" y="688"/>
                </a:cubicBezTo>
                <a:cubicBezTo>
                  <a:pt x="202" y="484"/>
                  <a:pt x="354" y="305"/>
                  <a:pt x="559" y="177"/>
                </a:cubicBezTo>
                <a:cubicBezTo>
                  <a:pt x="559" y="177"/>
                  <a:pt x="559" y="177"/>
                  <a:pt x="559" y="177"/>
                </a:cubicBezTo>
                <a:moveTo>
                  <a:pt x="1181" y="0"/>
                </a:moveTo>
                <a:cubicBezTo>
                  <a:pt x="970" y="0"/>
                  <a:pt x="756" y="56"/>
                  <a:pt x="563" y="175"/>
                </a:cubicBezTo>
                <a:cubicBezTo>
                  <a:pt x="756" y="56"/>
                  <a:pt x="970" y="0"/>
                  <a:pt x="1181" y="0"/>
                </a:cubicBezTo>
                <a:moveTo>
                  <a:pt x="1181" y="0"/>
                </a:moveTo>
                <a:cubicBezTo>
                  <a:pt x="1181" y="0"/>
                  <a:pt x="1181" y="0"/>
                  <a:pt x="1181" y="0"/>
                </a:cubicBezTo>
                <a:cubicBezTo>
                  <a:pt x="1181" y="0"/>
                  <a:pt x="1181" y="0"/>
                  <a:pt x="1181" y="0"/>
                </a:cubicBezTo>
                <a:cubicBezTo>
                  <a:pt x="1181" y="0"/>
                  <a:pt x="1181" y="0"/>
                  <a:pt x="1181" y="0"/>
                </a:cubicBezTo>
              </a:path>
            </a:pathLst>
          </a:custGeom>
          <a:solidFill>
            <a:srgbClr val="355F5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7" name="iṥlïdê"/>
          <p:cNvSpPr/>
          <p:nvPr>
            <p:custDataLst>
              <p:tags r:id="rId43"/>
            </p:custDataLst>
          </p:nvPr>
        </p:nvSpPr>
        <p:spPr bwMode="auto">
          <a:xfrm>
            <a:off x="1503680" y="3143250"/>
            <a:ext cx="1009015" cy="808990"/>
          </a:xfrm>
          <a:custGeom>
            <a:avLst/>
            <a:gdLst>
              <a:gd name="T0" fmla="*/ 2153 w 2183"/>
              <a:gd name="T1" fmla="*/ 298 h 1753"/>
              <a:gd name="T2" fmla="*/ 1445 w 2183"/>
              <a:gd name="T3" fmla="*/ 298 h 1753"/>
              <a:gd name="T4" fmla="*/ 621 w 2183"/>
              <a:gd name="T5" fmla="*/ 809 h 1753"/>
              <a:gd name="T6" fmla="*/ 1188 w 2183"/>
              <a:gd name="T7" fmla="*/ 809 h 1753"/>
              <a:gd name="T8" fmla="*/ 1188 w 2183"/>
              <a:gd name="T9" fmla="*/ 952 h 1753"/>
              <a:gd name="T10" fmla="*/ 391 w 2183"/>
              <a:gd name="T11" fmla="*/ 952 h 1753"/>
              <a:gd name="T12" fmla="*/ 0 w 2183"/>
              <a:gd name="T13" fmla="*/ 1195 h 1753"/>
              <a:gd name="T14" fmla="*/ 0 w 2183"/>
              <a:gd name="T15" fmla="*/ 1195 h 1753"/>
              <a:gd name="T16" fmla="*/ 2 w 2183"/>
              <a:gd name="T17" fmla="*/ 1198 h 1753"/>
              <a:gd name="T18" fmla="*/ 5 w 2183"/>
              <a:gd name="T19" fmla="*/ 1203 h 1753"/>
              <a:gd name="T20" fmla="*/ 6 w 2183"/>
              <a:gd name="T21" fmla="*/ 1203 h 1753"/>
              <a:gd name="T22" fmla="*/ 1005 w 2183"/>
              <a:gd name="T23" fmla="*/ 1753 h 1753"/>
              <a:gd name="T24" fmla="*/ 1005 w 2183"/>
              <a:gd name="T25" fmla="*/ 1753 h 1753"/>
              <a:gd name="T26" fmla="*/ 1005 w 2183"/>
              <a:gd name="T27" fmla="*/ 1753 h 1753"/>
              <a:gd name="T28" fmla="*/ 1627 w 2183"/>
              <a:gd name="T29" fmla="*/ 1576 h 1753"/>
              <a:gd name="T30" fmla="*/ 1627 w 2183"/>
              <a:gd name="T31" fmla="*/ 1576 h 1753"/>
              <a:gd name="T32" fmla="*/ 1939 w 2183"/>
              <a:gd name="T33" fmla="*/ 1295 h 1753"/>
              <a:gd name="T34" fmla="*/ 1512 w 2183"/>
              <a:gd name="T35" fmla="*/ 1295 h 1753"/>
              <a:gd name="T36" fmla="*/ 1512 w 2183"/>
              <a:gd name="T37" fmla="*/ 1152 h 1753"/>
              <a:gd name="T38" fmla="*/ 2033 w 2183"/>
              <a:gd name="T39" fmla="*/ 1152 h 1753"/>
              <a:gd name="T40" fmla="*/ 2122 w 2183"/>
              <a:gd name="T41" fmla="*/ 952 h 1753"/>
              <a:gd name="T42" fmla="*/ 1393 w 2183"/>
              <a:gd name="T43" fmla="*/ 952 h 1753"/>
              <a:gd name="T44" fmla="*/ 1393 w 2183"/>
              <a:gd name="T45" fmla="*/ 809 h 1753"/>
              <a:gd name="T46" fmla="*/ 2161 w 2183"/>
              <a:gd name="T47" fmla="*/ 809 h 1753"/>
              <a:gd name="T48" fmla="*/ 2183 w 2183"/>
              <a:gd name="T49" fmla="*/ 638 h 1753"/>
              <a:gd name="T50" fmla="*/ 1690 w 2183"/>
              <a:gd name="T51" fmla="*/ 638 h 1753"/>
              <a:gd name="T52" fmla="*/ 1690 w 2183"/>
              <a:gd name="T53" fmla="*/ 495 h 1753"/>
              <a:gd name="T54" fmla="*/ 2183 w 2183"/>
              <a:gd name="T55" fmla="*/ 495 h 1753"/>
              <a:gd name="T56" fmla="*/ 2153 w 2183"/>
              <a:gd name="T57" fmla="*/ 298 h 1753"/>
              <a:gd name="T58" fmla="*/ 2037 w 2183"/>
              <a:gd name="T59" fmla="*/ 0 h 1753"/>
              <a:gd name="T60" fmla="*/ 1925 w 2183"/>
              <a:gd name="T61" fmla="*/ 0 h 1753"/>
              <a:gd name="T62" fmla="*/ 1675 w 2183"/>
              <a:gd name="T63" fmla="*/ 156 h 1753"/>
              <a:gd name="T64" fmla="*/ 2109 w 2183"/>
              <a:gd name="T65" fmla="*/ 156 h 1753"/>
              <a:gd name="T66" fmla="*/ 2037 w 2183"/>
              <a:gd name="T67" fmla="*/ 0 h 17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2183" h="1753">
                <a:moveTo>
                  <a:pt x="2153" y="298"/>
                </a:moveTo>
                <a:cubicBezTo>
                  <a:pt x="1445" y="298"/>
                  <a:pt x="1445" y="298"/>
                  <a:pt x="1445" y="298"/>
                </a:cubicBezTo>
                <a:cubicBezTo>
                  <a:pt x="621" y="809"/>
                  <a:pt x="621" y="809"/>
                  <a:pt x="621" y="809"/>
                </a:cubicBezTo>
                <a:cubicBezTo>
                  <a:pt x="1188" y="809"/>
                  <a:pt x="1188" y="809"/>
                  <a:pt x="1188" y="809"/>
                </a:cubicBezTo>
                <a:cubicBezTo>
                  <a:pt x="1188" y="952"/>
                  <a:pt x="1188" y="952"/>
                  <a:pt x="1188" y="952"/>
                </a:cubicBezTo>
                <a:cubicBezTo>
                  <a:pt x="391" y="952"/>
                  <a:pt x="391" y="952"/>
                  <a:pt x="391" y="952"/>
                </a:cubicBezTo>
                <a:cubicBezTo>
                  <a:pt x="0" y="1195"/>
                  <a:pt x="0" y="1195"/>
                  <a:pt x="0" y="1195"/>
                </a:cubicBezTo>
                <a:cubicBezTo>
                  <a:pt x="0" y="1195"/>
                  <a:pt x="0" y="1195"/>
                  <a:pt x="0" y="1195"/>
                </a:cubicBezTo>
                <a:cubicBezTo>
                  <a:pt x="1" y="1196"/>
                  <a:pt x="2" y="1197"/>
                  <a:pt x="2" y="1198"/>
                </a:cubicBezTo>
                <a:cubicBezTo>
                  <a:pt x="3" y="1200"/>
                  <a:pt x="4" y="1201"/>
                  <a:pt x="5" y="1203"/>
                </a:cubicBezTo>
                <a:cubicBezTo>
                  <a:pt x="5" y="1203"/>
                  <a:pt x="5" y="1203"/>
                  <a:pt x="6" y="1203"/>
                </a:cubicBezTo>
                <a:cubicBezTo>
                  <a:pt x="230" y="1558"/>
                  <a:pt x="613" y="1753"/>
                  <a:pt x="1005" y="1753"/>
                </a:cubicBezTo>
                <a:cubicBezTo>
                  <a:pt x="1005" y="1753"/>
                  <a:pt x="1005" y="1753"/>
                  <a:pt x="1005" y="1753"/>
                </a:cubicBezTo>
                <a:cubicBezTo>
                  <a:pt x="1005" y="1753"/>
                  <a:pt x="1005" y="1753"/>
                  <a:pt x="1005" y="1753"/>
                </a:cubicBezTo>
                <a:cubicBezTo>
                  <a:pt x="1218" y="1753"/>
                  <a:pt x="1433" y="1696"/>
                  <a:pt x="1627" y="1576"/>
                </a:cubicBezTo>
                <a:cubicBezTo>
                  <a:pt x="1627" y="1576"/>
                  <a:pt x="1627" y="1576"/>
                  <a:pt x="1627" y="1576"/>
                </a:cubicBezTo>
                <a:cubicBezTo>
                  <a:pt x="1750" y="1499"/>
                  <a:pt x="1855" y="1403"/>
                  <a:pt x="1939" y="1295"/>
                </a:cubicBezTo>
                <a:cubicBezTo>
                  <a:pt x="1512" y="1295"/>
                  <a:pt x="1512" y="1295"/>
                  <a:pt x="1512" y="1295"/>
                </a:cubicBezTo>
                <a:cubicBezTo>
                  <a:pt x="1512" y="1152"/>
                  <a:pt x="1512" y="1152"/>
                  <a:pt x="1512" y="1152"/>
                </a:cubicBezTo>
                <a:cubicBezTo>
                  <a:pt x="2033" y="1152"/>
                  <a:pt x="2033" y="1152"/>
                  <a:pt x="2033" y="1152"/>
                </a:cubicBezTo>
                <a:cubicBezTo>
                  <a:pt x="2069" y="1088"/>
                  <a:pt x="2099" y="1021"/>
                  <a:pt x="2122" y="952"/>
                </a:cubicBezTo>
                <a:cubicBezTo>
                  <a:pt x="1393" y="952"/>
                  <a:pt x="1393" y="952"/>
                  <a:pt x="1393" y="952"/>
                </a:cubicBezTo>
                <a:cubicBezTo>
                  <a:pt x="1393" y="809"/>
                  <a:pt x="1393" y="809"/>
                  <a:pt x="1393" y="809"/>
                </a:cubicBezTo>
                <a:cubicBezTo>
                  <a:pt x="2161" y="809"/>
                  <a:pt x="2161" y="809"/>
                  <a:pt x="2161" y="809"/>
                </a:cubicBezTo>
                <a:cubicBezTo>
                  <a:pt x="2173" y="753"/>
                  <a:pt x="2180" y="696"/>
                  <a:pt x="2183" y="638"/>
                </a:cubicBezTo>
                <a:cubicBezTo>
                  <a:pt x="1690" y="638"/>
                  <a:pt x="1690" y="638"/>
                  <a:pt x="1690" y="638"/>
                </a:cubicBezTo>
                <a:cubicBezTo>
                  <a:pt x="1690" y="495"/>
                  <a:pt x="1690" y="495"/>
                  <a:pt x="1690" y="495"/>
                </a:cubicBezTo>
                <a:cubicBezTo>
                  <a:pt x="2183" y="495"/>
                  <a:pt x="2183" y="495"/>
                  <a:pt x="2183" y="495"/>
                </a:cubicBezTo>
                <a:cubicBezTo>
                  <a:pt x="2178" y="429"/>
                  <a:pt x="2169" y="363"/>
                  <a:pt x="2153" y="298"/>
                </a:cubicBezTo>
                <a:moveTo>
                  <a:pt x="2037" y="0"/>
                </a:moveTo>
                <a:cubicBezTo>
                  <a:pt x="1925" y="0"/>
                  <a:pt x="1925" y="0"/>
                  <a:pt x="1925" y="0"/>
                </a:cubicBezTo>
                <a:cubicBezTo>
                  <a:pt x="1675" y="156"/>
                  <a:pt x="1675" y="156"/>
                  <a:pt x="1675" y="156"/>
                </a:cubicBezTo>
                <a:cubicBezTo>
                  <a:pt x="2109" y="156"/>
                  <a:pt x="2109" y="156"/>
                  <a:pt x="2109" y="156"/>
                </a:cubicBezTo>
                <a:cubicBezTo>
                  <a:pt x="2089" y="103"/>
                  <a:pt x="2065" y="51"/>
                  <a:pt x="2037" y="0"/>
                </a:cubicBezTo>
              </a:path>
            </a:pathLst>
          </a:custGeom>
          <a:solidFill>
            <a:schemeClr val="accent1">
              <a:lumMod val="40000"/>
              <a:lumOff val="60000"/>
              <a:alpha val="53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8" name="ïşḻîďè"/>
          <p:cNvSpPr/>
          <p:nvPr/>
        </p:nvSpPr>
        <p:spPr bwMode="auto">
          <a:xfrm>
            <a:off x="1684655" y="3516630"/>
            <a:ext cx="368300" cy="66040"/>
          </a:xfrm>
          <a:custGeom>
            <a:avLst/>
            <a:gdLst>
              <a:gd name="T0" fmla="*/ 456 w 456"/>
              <a:gd name="T1" fmla="*/ 0 h 82"/>
              <a:gd name="T2" fmla="*/ 131 w 456"/>
              <a:gd name="T3" fmla="*/ 0 h 82"/>
              <a:gd name="T4" fmla="*/ 0 w 456"/>
              <a:gd name="T5" fmla="*/ 82 h 82"/>
              <a:gd name="T6" fmla="*/ 456 w 456"/>
              <a:gd name="T7" fmla="*/ 82 h 82"/>
              <a:gd name="T8" fmla="*/ 456 w 456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56" h="82">
                <a:moveTo>
                  <a:pt x="456" y="0"/>
                </a:moveTo>
                <a:lnTo>
                  <a:pt x="131" y="0"/>
                </a:lnTo>
                <a:lnTo>
                  <a:pt x="0" y="82"/>
                </a:lnTo>
                <a:lnTo>
                  <a:pt x="456" y="82"/>
                </a:lnTo>
                <a:lnTo>
                  <a:pt x="456" y="0"/>
                </a:lnTo>
                <a:close/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6" name="íslîdê"/>
          <p:cNvSpPr/>
          <p:nvPr/>
        </p:nvSpPr>
        <p:spPr bwMode="auto">
          <a:xfrm>
            <a:off x="1684655" y="3516630"/>
            <a:ext cx="368300" cy="66040"/>
          </a:xfrm>
          <a:custGeom>
            <a:avLst/>
            <a:gdLst>
              <a:gd name="T0" fmla="*/ 456 w 456"/>
              <a:gd name="T1" fmla="*/ 0 h 82"/>
              <a:gd name="T2" fmla="*/ 131 w 456"/>
              <a:gd name="T3" fmla="*/ 0 h 82"/>
              <a:gd name="T4" fmla="*/ 0 w 456"/>
              <a:gd name="T5" fmla="*/ 82 h 82"/>
              <a:gd name="T6" fmla="*/ 456 w 456"/>
              <a:gd name="T7" fmla="*/ 82 h 82"/>
              <a:gd name="T8" fmla="*/ 456 w 456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56" h="82">
                <a:moveTo>
                  <a:pt x="456" y="0"/>
                </a:moveTo>
                <a:lnTo>
                  <a:pt x="131" y="0"/>
                </a:lnTo>
                <a:lnTo>
                  <a:pt x="0" y="82"/>
                </a:lnTo>
                <a:lnTo>
                  <a:pt x="456" y="82"/>
                </a:lnTo>
                <a:lnTo>
                  <a:pt x="456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7" name="íṧļïḍè"/>
          <p:cNvSpPr/>
          <p:nvPr/>
        </p:nvSpPr>
        <p:spPr bwMode="auto">
          <a:xfrm>
            <a:off x="2393315" y="3119120"/>
            <a:ext cx="51435" cy="24130"/>
          </a:xfrm>
          <a:custGeom>
            <a:avLst/>
            <a:gdLst>
              <a:gd name="T0" fmla="*/ 82 w 112"/>
              <a:gd name="T1" fmla="*/ 0 h 51"/>
              <a:gd name="T2" fmla="*/ 0 w 112"/>
              <a:gd name="T3" fmla="*/ 51 h 51"/>
              <a:gd name="T4" fmla="*/ 112 w 112"/>
              <a:gd name="T5" fmla="*/ 51 h 51"/>
              <a:gd name="T6" fmla="*/ 82 w 112"/>
              <a:gd name="T7" fmla="*/ 0 h 51"/>
              <a:gd name="T8" fmla="*/ 82 w 112"/>
              <a:gd name="T9" fmla="*/ 0 h 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2" h="51">
                <a:moveTo>
                  <a:pt x="82" y="0"/>
                </a:moveTo>
                <a:cubicBezTo>
                  <a:pt x="0" y="51"/>
                  <a:pt x="0" y="51"/>
                  <a:pt x="0" y="51"/>
                </a:cubicBezTo>
                <a:cubicBezTo>
                  <a:pt x="112" y="51"/>
                  <a:pt x="112" y="51"/>
                  <a:pt x="112" y="51"/>
                </a:cubicBezTo>
                <a:cubicBezTo>
                  <a:pt x="103" y="34"/>
                  <a:pt x="93" y="17"/>
                  <a:pt x="82" y="0"/>
                </a:cubicBezTo>
                <a:cubicBezTo>
                  <a:pt x="82" y="0"/>
                  <a:pt x="82" y="0"/>
                  <a:pt x="82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8" name="iSļîḑé"/>
          <p:cNvSpPr/>
          <p:nvPr/>
        </p:nvSpPr>
        <p:spPr bwMode="auto">
          <a:xfrm>
            <a:off x="2171065" y="3215640"/>
            <a:ext cx="327660" cy="65405"/>
          </a:xfrm>
          <a:custGeom>
            <a:avLst/>
            <a:gdLst>
              <a:gd name="T0" fmla="*/ 664 w 708"/>
              <a:gd name="T1" fmla="*/ 0 h 142"/>
              <a:gd name="T2" fmla="*/ 230 w 708"/>
              <a:gd name="T3" fmla="*/ 0 h 142"/>
              <a:gd name="T4" fmla="*/ 0 w 708"/>
              <a:gd name="T5" fmla="*/ 142 h 142"/>
              <a:gd name="T6" fmla="*/ 708 w 708"/>
              <a:gd name="T7" fmla="*/ 142 h 142"/>
              <a:gd name="T8" fmla="*/ 664 w 708"/>
              <a:gd name="T9" fmla="*/ 0 h 1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08" h="142">
                <a:moveTo>
                  <a:pt x="664" y="0"/>
                </a:moveTo>
                <a:cubicBezTo>
                  <a:pt x="230" y="0"/>
                  <a:pt x="230" y="0"/>
                  <a:pt x="230" y="0"/>
                </a:cubicBezTo>
                <a:cubicBezTo>
                  <a:pt x="0" y="142"/>
                  <a:pt x="0" y="142"/>
                  <a:pt x="0" y="142"/>
                </a:cubicBezTo>
                <a:cubicBezTo>
                  <a:pt x="708" y="142"/>
                  <a:pt x="708" y="142"/>
                  <a:pt x="708" y="142"/>
                </a:cubicBezTo>
                <a:cubicBezTo>
                  <a:pt x="697" y="94"/>
                  <a:pt x="682" y="47"/>
                  <a:pt x="664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9" name="iṣḷïďê"/>
          <p:cNvSpPr/>
          <p:nvPr/>
        </p:nvSpPr>
        <p:spPr bwMode="auto">
          <a:xfrm>
            <a:off x="2284095" y="3371850"/>
            <a:ext cx="229235" cy="65405"/>
          </a:xfrm>
          <a:custGeom>
            <a:avLst/>
            <a:gdLst>
              <a:gd name="T0" fmla="*/ 493 w 495"/>
              <a:gd name="T1" fmla="*/ 0 h 143"/>
              <a:gd name="T2" fmla="*/ 0 w 495"/>
              <a:gd name="T3" fmla="*/ 0 h 143"/>
              <a:gd name="T4" fmla="*/ 0 w 495"/>
              <a:gd name="T5" fmla="*/ 143 h 143"/>
              <a:gd name="T6" fmla="*/ 493 w 495"/>
              <a:gd name="T7" fmla="*/ 143 h 143"/>
              <a:gd name="T8" fmla="*/ 495 w 495"/>
              <a:gd name="T9" fmla="*/ 76 h 143"/>
              <a:gd name="T10" fmla="*/ 493 w 495"/>
              <a:gd name="T11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95" h="143">
                <a:moveTo>
                  <a:pt x="493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493" y="143"/>
                  <a:pt x="493" y="143"/>
                  <a:pt x="493" y="143"/>
                </a:cubicBezTo>
                <a:cubicBezTo>
                  <a:pt x="495" y="120"/>
                  <a:pt x="495" y="98"/>
                  <a:pt x="495" y="76"/>
                </a:cubicBezTo>
                <a:cubicBezTo>
                  <a:pt x="495" y="50"/>
                  <a:pt x="494" y="25"/>
                  <a:pt x="493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2" name="ïsľíḍé"/>
          <p:cNvSpPr/>
          <p:nvPr/>
        </p:nvSpPr>
        <p:spPr bwMode="auto">
          <a:xfrm>
            <a:off x="2146935" y="3516630"/>
            <a:ext cx="354965" cy="66040"/>
          </a:xfrm>
          <a:custGeom>
            <a:avLst/>
            <a:gdLst>
              <a:gd name="T0" fmla="*/ 768 w 768"/>
              <a:gd name="T1" fmla="*/ 0 h 143"/>
              <a:gd name="T2" fmla="*/ 0 w 768"/>
              <a:gd name="T3" fmla="*/ 0 h 143"/>
              <a:gd name="T4" fmla="*/ 0 w 768"/>
              <a:gd name="T5" fmla="*/ 143 h 143"/>
              <a:gd name="T6" fmla="*/ 729 w 768"/>
              <a:gd name="T7" fmla="*/ 143 h 143"/>
              <a:gd name="T8" fmla="*/ 768 w 768"/>
              <a:gd name="T9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68" h="143">
                <a:moveTo>
                  <a:pt x="768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729" y="143"/>
                  <a:pt x="729" y="143"/>
                  <a:pt x="729" y="143"/>
                </a:cubicBezTo>
                <a:cubicBezTo>
                  <a:pt x="745" y="97"/>
                  <a:pt x="758" y="49"/>
                  <a:pt x="768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3" name="iṡḷiḓe"/>
          <p:cNvSpPr/>
          <p:nvPr/>
        </p:nvSpPr>
        <p:spPr bwMode="auto">
          <a:xfrm>
            <a:off x="2202815" y="3674745"/>
            <a:ext cx="240665" cy="66040"/>
          </a:xfrm>
          <a:custGeom>
            <a:avLst/>
            <a:gdLst>
              <a:gd name="T0" fmla="*/ 521 w 521"/>
              <a:gd name="T1" fmla="*/ 0 h 143"/>
              <a:gd name="T2" fmla="*/ 0 w 521"/>
              <a:gd name="T3" fmla="*/ 0 h 143"/>
              <a:gd name="T4" fmla="*/ 0 w 521"/>
              <a:gd name="T5" fmla="*/ 143 h 143"/>
              <a:gd name="T6" fmla="*/ 427 w 521"/>
              <a:gd name="T7" fmla="*/ 143 h 143"/>
              <a:gd name="T8" fmla="*/ 521 w 521"/>
              <a:gd name="T9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21" h="143">
                <a:moveTo>
                  <a:pt x="52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427" y="143"/>
                  <a:pt x="427" y="143"/>
                  <a:pt x="427" y="143"/>
                </a:cubicBezTo>
                <a:cubicBezTo>
                  <a:pt x="462" y="97"/>
                  <a:pt x="494" y="49"/>
                  <a:pt x="521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4" name="išḷîḓè"/>
          <p:cNvSpPr/>
          <p:nvPr/>
        </p:nvSpPr>
        <p:spPr bwMode="auto">
          <a:xfrm>
            <a:off x="1503680" y="3119120"/>
            <a:ext cx="1009650" cy="833120"/>
          </a:xfrm>
          <a:custGeom>
            <a:avLst/>
            <a:gdLst>
              <a:gd name="T0" fmla="*/ 1005 w 2185"/>
              <a:gd name="T1" fmla="*/ 1804 h 1804"/>
              <a:gd name="T2" fmla="*/ 1005 w 2185"/>
              <a:gd name="T3" fmla="*/ 1804 h 1804"/>
              <a:gd name="T4" fmla="*/ 1005 w 2185"/>
              <a:gd name="T5" fmla="*/ 1804 h 1804"/>
              <a:gd name="T6" fmla="*/ 1005 w 2185"/>
              <a:gd name="T7" fmla="*/ 1804 h 1804"/>
              <a:gd name="T8" fmla="*/ 1627 w 2185"/>
              <a:gd name="T9" fmla="*/ 1627 h 1804"/>
              <a:gd name="T10" fmla="*/ 1005 w 2185"/>
              <a:gd name="T11" fmla="*/ 1804 h 1804"/>
              <a:gd name="T12" fmla="*/ 1627 w 2185"/>
              <a:gd name="T13" fmla="*/ 1627 h 1804"/>
              <a:gd name="T14" fmla="*/ 5 w 2185"/>
              <a:gd name="T15" fmla="*/ 1254 h 1804"/>
              <a:gd name="T16" fmla="*/ 6 w 2185"/>
              <a:gd name="T17" fmla="*/ 1254 h 1804"/>
              <a:gd name="T18" fmla="*/ 5 w 2185"/>
              <a:gd name="T19" fmla="*/ 1254 h 1804"/>
              <a:gd name="T20" fmla="*/ 0 w 2185"/>
              <a:gd name="T21" fmla="*/ 1246 h 1804"/>
              <a:gd name="T22" fmla="*/ 2 w 2185"/>
              <a:gd name="T23" fmla="*/ 1249 h 1804"/>
              <a:gd name="T24" fmla="*/ 0 w 2185"/>
              <a:gd name="T25" fmla="*/ 1246 h 1804"/>
              <a:gd name="T26" fmla="*/ 2007 w 2185"/>
              <a:gd name="T27" fmla="*/ 0 h 1804"/>
              <a:gd name="T28" fmla="*/ 2007 w 2185"/>
              <a:gd name="T29" fmla="*/ 0 h 1804"/>
              <a:gd name="T30" fmla="*/ 2007 w 2185"/>
              <a:gd name="T31" fmla="*/ 0 h 1804"/>
              <a:gd name="T32" fmla="*/ 2007 w 2185"/>
              <a:gd name="T33" fmla="*/ 0 h 1804"/>
              <a:gd name="T34" fmla="*/ 2007 w 2185"/>
              <a:gd name="T35" fmla="*/ 0 h 1804"/>
              <a:gd name="T36" fmla="*/ 2037 w 2185"/>
              <a:gd name="T37" fmla="*/ 51 h 1804"/>
              <a:gd name="T38" fmla="*/ 2109 w 2185"/>
              <a:gd name="T39" fmla="*/ 207 h 1804"/>
              <a:gd name="T40" fmla="*/ 2153 w 2185"/>
              <a:gd name="T41" fmla="*/ 349 h 1804"/>
              <a:gd name="T42" fmla="*/ 2183 w 2185"/>
              <a:gd name="T43" fmla="*/ 546 h 1804"/>
              <a:gd name="T44" fmla="*/ 2185 w 2185"/>
              <a:gd name="T45" fmla="*/ 622 h 1804"/>
              <a:gd name="T46" fmla="*/ 2007 w 2185"/>
              <a:gd name="T47" fmla="*/ 0 h 18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2185" h="1804">
                <a:moveTo>
                  <a:pt x="1005" y="1804"/>
                </a:moveTo>
                <a:cubicBezTo>
                  <a:pt x="1005" y="1804"/>
                  <a:pt x="1005" y="1804"/>
                  <a:pt x="1005" y="1804"/>
                </a:cubicBezTo>
                <a:cubicBezTo>
                  <a:pt x="1005" y="1804"/>
                  <a:pt x="1005" y="1804"/>
                  <a:pt x="1005" y="1804"/>
                </a:cubicBezTo>
                <a:cubicBezTo>
                  <a:pt x="1005" y="1804"/>
                  <a:pt x="1005" y="1804"/>
                  <a:pt x="1005" y="1804"/>
                </a:cubicBezTo>
                <a:moveTo>
                  <a:pt x="1627" y="1627"/>
                </a:moveTo>
                <a:cubicBezTo>
                  <a:pt x="1433" y="1747"/>
                  <a:pt x="1218" y="1804"/>
                  <a:pt x="1005" y="1804"/>
                </a:cubicBezTo>
                <a:cubicBezTo>
                  <a:pt x="1218" y="1804"/>
                  <a:pt x="1433" y="1747"/>
                  <a:pt x="1627" y="1627"/>
                </a:cubicBezTo>
                <a:moveTo>
                  <a:pt x="5" y="1254"/>
                </a:moveTo>
                <a:cubicBezTo>
                  <a:pt x="5" y="1254"/>
                  <a:pt x="5" y="1254"/>
                  <a:pt x="6" y="1254"/>
                </a:cubicBezTo>
                <a:cubicBezTo>
                  <a:pt x="5" y="1254"/>
                  <a:pt x="5" y="1254"/>
                  <a:pt x="5" y="1254"/>
                </a:cubicBezTo>
                <a:moveTo>
                  <a:pt x="0" y="1246"/>
                </a:moveTo>
                <a:cubicBezTo>
                  <a:pt x="1" y="1247"/>
                  <a:pt x="2" y="1248"/>
                  <a:pt x="2" y="1249"/>
                </a:cubicBezTo>
                <a:cubicBezTo>
                  <a:pt x="2" y="1248"/>
                  <a:pt x="1" y="1247"/>
                  <a:pt x="0" y="1246"/>
                </a:cubicBezTo>
                <a:moveTo>
                  <a:pt x="2007" y="0"/>
                </a:moveTo>
                <a:cubicBezTo>
                  <a:pt x="2007" y="0"/>
                  <a:pt x="2007" y="0"/>
                  <a:pt x="2007" y="0"/>
                </a:cubicBezTo>
                <a:cubicBezTo>
                  <a:pt x="2007" y="0"/>
                  <a:pt x="2007" y="0"/>
                  <a:pt x="2007" y="0"/>
                </a:cubicBezTo>
                <a:cubicBezTo>
                  <a:pt x="2007" y="0"/>
                  <a:pt x="2007" y="0"/>
                  <a:pt x="2007" y="0"/>
                </a:cubicBezTo>
                <a:cubicBezTo>
                  <a:pt x="2007" y="0"/>
                  <a:pt x="2007" y="0"/>
                  <a:pt x="2007" y="0"/>
                </a:cubicBezTo>
                <a:cubicBezTo>
                  <a:pt x="2018" y="17"/>
                  <a:pt x="2028" y="34"/>
                  <a:pt x="2037" y="51"/>
                </a:cubicBezTo>
                <a:cubicBezTo>
                  <a:pt x="2065" y="102"/>
                  <a:pt x="2089" y="154"/>
                  <a:pt x="2109" y="207"/>
                </a:cubicBezTo>
                <a:cubicBezTo>
                  <a:pt x="2127" y="254"/>
                  <a:pt x="2142" y="301"/>
                  <a:pt x="2153" y="349"/>
                </a:cubicBezTo>
                <a:cubicBezTo>
                  <a:pt x="2169" y="414"/>
                  <a:pt x="2178" y="480"/>
                  <a:pt x="2183" y="546"/>
                </a:cubicBezTo>
                <a:cubicBezTo>
                  <a:pt x="2184" y="571"/>
                  <a:pt x="2185" y="596"/>
                  <a:pt x="2185" y="622"/>
                </a:cubicBezTo>
                <a:cubicBezTo>
                  <a:pt x="2185" y="409"/>
                  <a:pt x="2128" y="194"/>
                  <a:pt x="2007" y="0"/>
                </a:cubicBezTo>
              </a:path>
            </a:pathLst>
          </a:custGeom>
          <a:solidFill>
            <a:srgbClr val="2F575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5" name="íṡlïḓe"/>
          <p:cNvSpPr/>
          <p:nvPr/>
        </p:nvSpPr>
        <p:spPr bwMode="auto">
          <a:xfrm>
            <a:off x="1531620" y="2887345"/>
            <a:ext cx="588645" cy="422275"/>
          </a:xfrm>
          <a:custGeom>
            <a:avLst/>
            <a:gdLst>
              <a:gd name="T0" fmla="*/ 69 w 1272"/>
              <a:gd name="T1" fmla="*/ 909 h 914"/>
              <a:gd name="T2" fmla="*/ 4 w 1272"/>
              <a:gd name="T3" fmla="*/ 823 h 914"/>
              <a:gd name="T4" fmla="*/ 356 w 1272"/>
              <a:gd name="T5" fmla="*/ 268 h 914"/>
              <a:gd name="T6" fmla="*/ 1214 w 1272"/>
              <a:gd name="T7" fmla="*/ 183 h 914"/>
              <a:gd name="T8" fmla="*/ 1254 w 1272"/>
              <a:gd name="T9" fmla="*/ 287 h 914"/>
              <a:gd name="T10" fmla="*/ 1151 w 1272"/>
              <a:gd name="T11" fmla="*/ 327 h 914"/>
              <a:gd name="T12" fmla="*/ 439 w 1272"/>
              <a:gd name="T13" fmla="*/ 402 h 914"/>
              <a:gd name="T14" fmla="*/ 160 w 1272"/>
              <a:gd name="T15" fmla="*/ 840 h 914"/>
              <a:gd name="T16" fmla="*/ 74 w 1272"/>
              <a:gd name="T17" fmla="*/ 910 h 914"/>
              <a:gd name="T18" fmla="*/ 69 w 1272"/>
              <a:gd name="T19" fmla="*/ 909 h 9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272" h="914">
                <a:moveTo>
                  <a:pt x="69" y="909"/>
                </a:moveTo>
                <a:cubicBezTo>
                  <a:pt x="28" y="902"/>
                  <a:pt x="0" y="865"/>
                  <a:pt x="4" y="823"/>
                </a:cubicBezTo>
                <a:cubicBezTo>
                  <a:pt x="6" y="809"/>
                  <a:pt x="46" y="462"/>
                  <a:pt x="356" y="268"/>
                </a:cubicBezTo>
                <a:cubicBezTo>
                  <a:pt x="788" y="0"/>
                  <a:pt x="1197" y="176"/>
                  <a:pt x="1214" y="183"/>
                </a:cubicBezTo>
                <a:cubicBezTo>
                  <a:pt x="1254" y="201"/>
                  <a:pt x="1272" y="247"/>
                  <a:pt x="1254" y="287"/>
                </a:cubicBezTo>
                <a:cubicBezTo>
                  <a:pt x="1237" y="327"/>
                  <a:pt x="1191" y="345"/>
                  <a:pt x="1151" y="327"/>
                </a:cubicBezTo>
                <a:cubicBezTo>
                  <a:pt x="1137" y="321"/>
                  <a:pt x="798" y="178"/>
                  <a:pt x="439" y="402"/>
                </a:cubicBezTo>
                <a:cubicBezTo>
                  <a:pt x="193" y="555"/>
                  <a:pt x="161" y="837"/>
                  <a:pt x="160" y="840"/>
                </a:cubicBezTo>
                <a:cubicBezTo>
                  <a:pt x="156" y="883"/>
                  <a:pt x="117" y="914"/>
                  <a:pt x="74" y="910"/>
                </a:cubicBezTo>
                <a:cubicBezTo>
                  <a:pt x="72" y="910"/>
                  <a:pt x="71" y="909"/>
                  <a:pt x="69" y="909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6" name="iṡlíḍe"/>
          <p:cNvSpPr/>
          <p:nvPr/>
        </p:nvSpPr>
        <p:spPr bwMode="auto">
          <a:xfrm>
            <a:off x="1355725" y="2797175"/>
            <a:ext cx="1216660" cy="1214120"/>
          </a:xfrm>
          <a:custGeom>
            <a:avLst/>
            <a:gdLst>
              <a:gd name="T0" fmla="*/ 1114 w 2631"/>
              <a:gd name="T1" fmla="*/ 2520 h 2631"/>
              <a:gd name="T2" fmla="*/ 112 w 2631"/>
              <a:gd name="T3" fmla="*/ 1114 h 2631"/>
              <a:gd name="T4" fmla="*/ 1517 w 2631"/>
              <a:gd name="T5" fmla="*/ 111 h 2631"/>
              <a:gd name="T6" fmla="*/ 2520 w 2631"/>
              <a:gd name="T7" fmla="*/ 1517 h 2631"/>
              <a:gd name="T8" fmla="*/ 1114 w 2631"/>
              <a:gd name="T9" fmla="*/ 2520 h 2631"/>
              <a:gd name="T10" fmla="*/ 1508 w 2631"/>
              <a:gd name="T11" fmla="*/ 168 h 2631"/>
              <a:gd name="T12" fmla="*/ 168 w 2631"/>
              <a:gd name="T13" fmla="*/ 1123 h 2631"/>
              <a:gd name="T14" fmla="*/ 1124 w 2631"/>
              <a:gd name="T15" fmla="*/ 2464 h 2631"/>
              <a:gd name="T16" fmla="*/ 2464 w 2631"/>
              <a:gd name="T17" fmla="*/ 1508 h 2631"/>
              <a:gd name="T18" fmla="*/ 1508 w 2631"/>
              <a:gd name="T19" fmla="*/ 168 h 26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631" h="2631">
                <a:moveTo>
                  <a:pt x="1114" y="2520"/>
                </a:moveTo>
                <a:cubicBezTo>
                  <a:pt x="450" y="2409"/>
                  <a:pt x="0" y="1778"/>
                  <a:pt x="112" y="1114"/>
                </a:cubicBezTo>
                <a:cubicBezTo>
                  <a:pt x="223" y="450"/>
                  <a:pt x="853" y="0"/>
                  <a:pt x="1517" y="111"/>
                </a:cubicBezTo>
                <a:cubicBezTo>
                  <a:pt x="2181" y="222"/>
                  <a:pt x="2631" y="853"/>
                  <a:pt x="2520" y="1517"/>
                </a:cubicBezTo>
                <a:cubicBezTo>
                  <a:pt x="2409" y="2181"/>
                  <a:pt x="1778" y="2631"/>
                  <a:pt x="1114" y="2520"/>
                </a:cubicBezTo>
                <a:close/>
                <a:moveTo>
                  <a:pt x="1508" y="168"/>
                </a:moveTo>
                <a:cubicBezTo>
                  <a:pt x="875" y="62"/>
                  <a:pt x="274" y="491"/>
                  <a:pt x="168" y="1123"/>
                </a:cubicBezTo>
                <a:cubicBezTo>
                  <a:pt x="62" y="1756"/>
                  <a:pt x="491" y="2358"/>
                  <a:pt x="1124" y="2464"/>
                </a:cubicBezTo>
                <a:cubicBezTo>
                  <a:pt x="1757" y="2570"/>
                  <a:pt x="2358" y="2141"/>
                  <a:pt x="2464" y="1508"/>
                </a:cubicBezTo>
                <a:cubicBezTo>
                  <a:pt x="2569" y="875"/>
                  <a:pt x="2141" y="274"/>
                  <a:pt x="1508" y="168"/>
                </a:cubicBezTo>
                <a:close/>
              </a:path>
            </a:pathLst>
          </a:custGeom>
          <a:solidFill>
            <a:srgbClr val="B45C3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7" name="îṩliḑê"/>
          <p:cNvSpPr/>
          <p:nvPr/>
        </p:nvSpPr>
        <p:spPr bwMode="auto">
          <a:xfrm>
            <a:off x="311150" y="3738245"/>
            <a:ext cx="964565" cy="735965"/>
          </a:xfrm>
          <a:custGeom>
            <a:avLst/>
            <a:gdLst>
              <a:gd name="T0" fmla="*/ 99 w 2087"/>
              <a:gd name="T1" fmla="*/ 1377 h 1594"/>
              <a:gd name="T2" fmla="*/ 190 w 2087"/>
              <a:gd name="T3" fmla="*/ 920 h 1594"/>
              <a:gd name="T4" fmla="*/ 1539 w 2087"/>
              <a:gd name="T5" fmla="*/ 92 h 1594"/>
              <a:gd name="T6" fmla="*/ 1988 w 2087"/>
              <a:gd name="T7" fmla="*/ 218 h 1594"/>
              <a:gd name="T8" fmla="*/ 1897 w 2087"/>
              <a:gd name="T9" fmla="*/ 675 h 1594"/>
              <a:gd name="T10" fmla="*/ 547 w 2087"/>
              <a:gd name="T11" fmla="*/ 1503 h 1594"/>
              <a:gd name="T12" fmla="*/ 99 w 2087"/>
              <a:gd name="T13" fmla="*/ 1377 h 15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087" h="1594">
                <a:moveTo>
                  <a:pt x="99" y="1377"/>
                </a:moveTo>
                <a:cubicBezTo>
                  <a:pt x="0" y="1216"/>
                  <a:pt x="41" y="1011"/>
                  <a:pt x="190" y="920"/>
                </a:cubicBezTo>
                <a:cubicBezTo>
                  <a:pt x="1539" y="92"/>
                  <a:pt x="1539" y="92"/>
                  <a:pt x="1539" y="92"/>
                </a:cubicBezTo>
                <a:cubicBezTo>
                  <a:pt x="1688" y="0"/>
                  <a:pt x="1889" y="57"/>
                  <a:pt x="1988" y="218"/>
                </a:cubicBezTo>
                <a:cubicBezTo>
                  <a:pt x="2087" y="379"/>
                  <a:pt x="2046" y="584"/>
                  <a:pt x="1897" y="675"/>
                </a:cubicBezTo>
                <a:cubicBezTo>
                  <a:pt x="547" y="1503"/>
                  <a:pt x="547" y="1503"/>
                  <a:pt x="547" y="1503"/>
                </a:cubicBezTo>
                <a:cubicBezTo>
                  <a:pt x="399" y="1594"/>
                  <a:pt x="198" y="1538"/>
                  <a:pt x="99" y="1377"/>
                </a:cubicBezTo>
                <a:close/>
              </a:path>
            </a:pathLst>
          </a:custGeom>
          <a:solidFill>
            <a:srgbClr val="00333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4649470" y="4587240"/>
            <a:ext cx="4460875" cy="1452245"/>
            <a:chOff x="7322" y="7224"/>
            <a:chExt cx="7025" cy="2287"/>
          </a:xfrm>
        </p:grpSpPr>
        <p:sp>
          <p:nvSpPr>
            <p:cNvPr id="98" name="圆角矩形 121"/>
            <p:cNvSpPr/>
            <p:nvPr>
              <p:custDataLst>
                <p:tags r:id="rId44"/>
              </p:custDataLst>
            </p:nvPr>
          </p:nvSpPr>
          <p:spPr>
            <a:xfrm>
              <a:off x="7322" y="7797"/>
              <a:ext cx="509" cy="509"/>
            </a:xfrm>
            <a:prstGeom prst="roundRect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60000">
                  <a:schemeClr val="accent1"/>
                </a:gs>
              </a:gsLst>
              <a:lin ang="2700000" scaled="0"/>
            </a:gradFill>
            <a:ln w="57150" cap="rnd">
              <a:noFill/>
              <a:prstDash val="solid"/>
              <a:round/>
            </a:ln>
            <a:effectLst>
              <a:outerShdw blurRad="76200" dist="50800" dir="5400000" algn="ctr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5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3765"/>
              <a:endParaRPr lang="zh-CN" altLang="en-US" sz="20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99" name="任意多边形 122"/>
            <p:cNvSpPr/>
            <p:nvPr>
              <p:custDataLst>
                <p:tags r:id="rId45"/>
              </p:custDataLst>
            </p:nvPr>
          </p:nvSpPr>
          <p:spPr>
            <a:xfrm>
              <a:off x="7466" y="7941"/>
              <a:ext cx="221" cy="221"/>
            </a:xfrm>
            <a:custGeom>
              <a:avLst/>
              <a:gdLst>
                <a:gd name="T0" fmla="*/ 7651 w 7964"/>
                <a:gd name="T1" fmla="*/ 2432 h 7964"/>
                <a:gd name="T2" fmla="*/ 6798 w 7964"/>
                <a:gd name="T3" fmla="*/ 1166 h 7964"/>
                <a:gd name="T4" fmla="*/ 5532 w 7964"/>
                <a:gd name="T5" fmla="*/ 313 h 7964"/>
                <a:gd name="T6" fmla="*/ 3982 w 7964"/>
                <a:gd name="T7" fmla="*/ 0 h 7964"/>
                <a:gd name="T8" fmla="*/ 2432 w 7964"/>
                <a:gd name="T9" fmla="*/ 313 h 7964"/>
                <a:gd name="T10" fmla="*/ 1166 w 7964"/>
                <a:gd name="T11" fmla="*/ 1166 h 7964"/>
                <a:gd name="T12" fmla="*/ 313 w 7964"/>
                <a:gd name="T13" fmla="*/ 2432 h 7964"/>
                <a:gd name="T14" fmla="*/ 0 w 7964"/>
                <a:gd name="T15" fmla="*/ 3982 h 7964"/>
                <a:gd name="T16" fmla="*/ 313 w 7964"/>
                <a:gd name="T17" fmla="*/ 5532 h 7964"/>
                <a:gd name="T18" fmla="*/ 1166 w 7964"/>
                <a:gd name="T19" fmla="*/ 6798 h 7964"/>
                <a:gd name="T20" fmla="*/ 2432 w 7964"/>
                <a:gd name="T21" fmla="*/ 7651 h 7964"/>
                <a:gd name="T22" fmla="*/ 3982 w 7964"/>
                <a:gd name="T23" fmla="*/ 7964 h 7964"/>
                <a:gd name="T24" fmla="*/ 5532 w 7964"/>
                <a:gd name="T25" fmla="*/ 7651 h 7964"/>
                <a:gd name="T26" fmla="*/ 6798 w 7964"/>
                <a:gd name="T27" fmla="*/ 6798 h 7964"/>
                <a:gd name="T28" fmla="*/ 7651 w 7964"/>
                <a:gd name="T29" fmla="*/ 5532 h 7964"/>
                <a:gd name="T30" fmla="*/ 7964 w 7964"/>
                <a:gd name="T31" fmla="*/ 3982 h 7964"/>
                <a:gd name="T32" fmla="*/ 7651 w 7964"/>
                <a:gd name="T33" fmla="*/ 2432 h 7964"/>
                <a:gd name="T34" fmla="*/ 2667 w 7964"/>
                <a:gd name="T35" fmla="*/ 2870 h 7964"/>
                <a:gd name="T36" fmla="*/ 2882 w 7964"/>
                <a:gd name="T37" fmla="*/ 2741 h 7964"/>
                <a:gd name="T38" fmla="*/ 5082 w 7964"/>
                <a:gd name="T39" fmla="*/ 2741 h 7964"/>
                <a:gd name="T40" fmla="*/ 5296 w 7964"/>
                <a:gd name="T41" fmla="*/ 2870 h 7964"/>
                <a:gd name="T42" fmla="*/ 5326 w 7964"/>
                <a:gd name="T43" fmla="*/ 2989 h 7964"/>
                <a:gd name="T44" fmla="*/ 5288 w 7964"/>
                <a:gd name="T45" fmla="*/ 3123 h 7964"/>
                <a:gd name="T46" fmla="*/ 4188 w 7964"/>
                <a:gd name="T47" fmla="*/ 4861 h 7964"/>
                <a:gd name="T48" fmla="*/ 3982 w 7964"/>
                <a:gd name="T49" fmla="*/ 4975 h 7964"/>
                <a:gd name="T50" fmla="*/ 3776 w 7964"/>
                <a:gd name="T51" fmla="*/ 4861 h 7964"/>
                <a:gd name="T52" fmla="*/ 2676 w 7964"/>
                <a:gd name="T53" fmla="*/ 3123 h 7964"/>
                <a:gd name="T54" fmla="*/ 2637 w 7964"/>
                <a:gd name="T55" fmla="*/ 2989 h 7964"/>
                <a:gd name="T56" fmla="*/ 2667 w 7964"/>
                <a:gd name="T57" fmla="*/ 2870 h 7964"/>
                <a:gd name="T58" fmla="*/ 5204 w 7964"/>
                <a:gd name="T59" fmla="*/ 5223 h 7964"/>
                <a:gd name="T60" fmla="*/ 2760 w 7964"/>
                <a:gd name="T61" fmla="*/ 5223 h 7964"/>
                <a:gd name="T62" fmla="*/ 2637 w 7964"/>
                <a:gd name="T63" fmla="*/ 5100 h 7964"/>
                <a:gd name="T64" fmla="*/ 2760 w 7964"/>
                <a:gd name="T65" fmla="*/ 4977 h 7964"/>
                <a:gd name="T66" fmla="*/ 5204 w 7964"/>
                <a:gd name="T67" fmla="*/ 4977 h 7964"/>
                <a:gd name="T68" fmla="*/ 5326 w 7964"/>
                <a:gd name="T69" fmla="*/ 5100 h 7964"/>
                <a:gd name="T70" fmla="*/ 5204 w 7964"/>
                <a:gd name="T71" fmla="*/ 5223 h 7964"/>
                <a:gd name="T72" fmla="*/ 5082 w 7964"/>
                <a:gd name="T73" fmla="*/ 2989 h 7964"/>
                <a:gd name="T74" fmla="*/ 2882 w 7964"/>
                <a:gd name="T75" fmla="*/ 2989 h 7964"/>
                <a:gd name="T76" fmla="*/ 3982 w 7964"/>
                <a:gd name="T77" fmla="*/ 4727 h 7964"/>
                <a:gd name="T78" fmla="*/ 5082 w 7964"/>
                <a:gd name="T79" fmla="*/ 2989 h 79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7964" h="7964">
                  <a:moveTo>
                    <a:pt x="7651" y="2432"/>
                  </a:moveTo>
                  <a:cubicBezTo>
                    <a:pt x="7451" y="1958"/>
                    <a:pt x="7164" y="1532"/>
                    <a:pt x="6798" y="1166"/>
                  </a:cubicBezTo>
                  <a:cubicBezTo>
                    <a:pt x="6432" y="800"/>
                    <a:pt x="6006" y="513"/>
                    <a:pt x="5532" y="313"/>
                  </a:cubicBezTo>
                  <a:cubicBezTo>
                    <a:pt x="5041" y="105"/>
                    <a:pt x="4520" y="0"/>
                    <a:pt x="3982" y="0"/>
                  </a:cubicBezTo>
                  <a:cubicBezTo>
                    <a:pt x="3444" y="0"/>
                    <a:pt x="2923" y="105"/>
                    <a:pt x="2432" y="313"/>
                  </a:cubicBezTo>
                  <a:cubicBezTo>
                    <a:pt x="1958" y="513"/>
                    <a:pt x="1532" y="800"/>
                    <a:pt x="1166" y="1166"/>
                  </a:cubicBezTo>
                  <a:cubicBezTo>
                    <a:pt x="800" y="1532"/>
                    <a:pt x="513" y="1958"/>
                    <a:pt x="313" y="2432"/>
                  </a:cubicBezTo>
                  <a:cubicBezTo>
                    <a:pt x="105" y="2923"/>
                    <a:pt x="0" y="3444"/>
                    <a:pt x="0" y="3982"/>
                  </a:cubicBezTo>
                  <a:cubicBezTo>
                    <a:pt x="0" y="4520"/>
                    <a:pt x="105" y="5041"/>
                    <a:pt x="313" y="5532"/>
                  </a:cubicBezTo>
                  <a:cubicBezTo>
                    <a:pt x="513" y="6006"/>
                    <a:pt x="800" y="6432"/>
                    <a:pt x="1166" y="6798"/>
                  </a:cubicBezTo>
                  <a:cubicBezTo>
                    <a:pt x="1532" y="7164"/>
                    <a:pt x="1958" y="7451"/>
                    <a:pt x="2432" y="7651"/>
                  </a:cubicBezTo>
                  <a:cubicBezTo>
                    <a:pt x="2923" y="7859"/>
                    <a:pt x="3444" y="7964"/>
                    <a:pt x="3982" y="7964"/>
                  </a:cubicBezTo>
                  <a:cubicBezTo>
                    <a:pt x="4520" y="7964"/>
                    <a:pt x="5041" y="7859"/>
                    <a:pt x="5532" y="7651"/>
                  </a:cubicBezTo>
                  <a:cubicBezTo>
                    <a:pt x="6006" y="7451"/>
                    <a:pt x="6432" y="7164"/>
                    <a:pt x="6798" y="6798"/>
                  </a:cubicBezTo>
                  <a:cubicBezTo>
                    <a:pt x="7164" y="6432"/>
                    <a:pt x="7451" y="6006"/>
                    <a:pt x="7651" y="5532"/>
                  </a:cubicBezTo>
                  <a:cubicBezTo>
                    <a:pt x="7859" y="5041"/>
                    <a:pt x="7964" y="4520"/>
                    <a:pt x="7964" y="3982"/>
                  </a:cubicBezTo>
                  <a:cubicBezTo>
                    <a:pt x="7964" y="3444"/>
                    <a:pt x="7859" y="2923"/>
                    <a:pt x="7651" y="2432"/>
                  </a:cubicBezTo>
                  <a:close/>
                  <a:moveTo>
                    <a:pt x="2667" y="2870"/>
                  </a:moveTo>
                  <a:cubicBezTo>
                    <a:pt x="2710" y="2791"/>
                    <a:pt x="2792" y="2741"/>
                    <a:pt x="2882" y="2741"/>
                  </a:cubicBezTo>
                  <a:lnTo>
                    <a:pt x="5082" y="2741"/>
                  </a:lnTo>
                  <a:cubicBezTo>
                    <a:pt x="5171" y="2741"/>
                    <a:pt x="5254" y="2791"/>
                    <a:pt x="5296" y="2870"/>
                  </a:cubicBezTo>
                  <a:cubicBezTo>
                    <a:pt x="5317" y="2907"/>
                    <a:pt x="5326" y="2948"/>
                    <a:pt x="5326" y="2989"/>
                  </a:cubicBezTo>
                  <a:cubicBezTo>
                    <a:pt x="5326" y="3036"/>
                    <a:pt x="5313" y="3083"/>
                    <a:pt x="5288" y="3123"/>
                  </a:cubicBezTo>
                  <a:lnTo>
                    <a:pt x="4188" y="4861"/>
                  </a:lnTo>
                  <a:cubicBezTo>
                    <a:pt x="4143" y="4932"/>
                    <a:pt x="4065" y="4975"/>
                    <a:pt x="3982" y="4975"/>
                  </a:cubicBezTo>
                  <a:cubicBezTo>
                    <a:pt x="3899" y="4975"/>
                    <a:pt x="3821" y="4932"/>
                    <a:pt x="3776" y="4861"/>
                  </a:cubicBezTo>
                  <a:lnTo>
                    <a:pt x="2676" y="3123"/>
                  </a:lnTo>
                  <a:cubicBezTo>
                    <a:pt x="2650" y="3083"/>
                    <a:pt x="2637" y="3036"/>
                    <a:pt x="2637" y="2989"/>
                  </a:cubicBezTo>
                  <a:cubicBezTo>
                    <a:pt x="2637" y="2948"/>
                    <a:pt x="2647" y="2907"/>
                    <a:pt x="2667" y="2870"/>
                  </a:cubicBezTo>
                  <a:close/>
                  <a:moveTo>
                    <a:pt x="5204" y="5223"/>
                  </a:moveTo>
                  <a:lnTo>
                    <a:pt x="2760" y="5223"/>
                  </a:lnTo>
                  <a:cubicBezTo>
                    <a:pt x="2692" y="5223"/>
                    <a:pt x="2637" y="5168"/>
                    <a:pt x="2637" y="5100"/>
                  </a:cubicBezTo>
                  <a:cubicBezTo>
                    <a:pt x="2638" y="5032"/>
                    <a:pt x="2692" y="4977"/>
                    <a:pt x="2760" y="4977"/>
                  </a:cubicBezTo>
                  <a:lnTo>
                    <a:pt x="5204" y="4977"/>
                  </a:lnTo>
                  <a:cubicBezTo>
                    <a:pt x="5271" y="4977"/>
                    <a:pt x="5326" y="5032"/>
                    <a:pt x="5326" y="5100"/>
                  </a:cubicBezTo>
                  <a:cubicBezTo>
                    <a:pt x="5326" y="5168"/>
                    <a:pt x="5271" y="5223"/>
                    <a:pt x="5204" y="5223"/>
                  </a:cubicBezTo>
                  <a:close/>
                  <a:moveTo>
                    <a:pt x="5082" y="2989"/>
                  </a:moveTo>
                  <a:lnTo>
                    <a:pt x="2882" y="2989"/>
                  </a:lnTo>
                  <a:lnTo>
                    <a:pt x="3982" y="4727"/>
                  </a:lnTo>
                  <a:lnTo>
                    <a:pt x="5082" y="2989"/>
                  </a:lnTo>
                  <a:close/>
                </a:path>
              </a:pathLst>
            </a:custGeom>
            <a:solidFill>
              <a:srgbClr val="FFFFFF"/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2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400"/>
              <a:endParaRPr lang="zh-CN" altLang="en-US" sz="20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91" name="矩形 90"/>
            <p:cNvSpPr/>
            <p:nvPr>
              <p:custDataLst>
                <p:tags r:id="rId46"/>
              </p:custDataLst>
            </p:nvPr>
          </p:nvSpPr>
          <p:spPr>
            <a:xfrm>
              <a:off x="8259" y="7224"/>
              <a:ext cx="6088" cy="2287"/>
            </a:xfrm>
            <a:prstGeom prst="rect">
              <a:avLst/>
            </a:prstGeom>
          </p:spPr>
          <p:txBody>
            <a:bodyPr wrap="square" lIns="68559" tIns="34280" rIns="68559" bIns="3428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24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项目实现</a:t>
              </a:r>
              <a:endParaRPr lang="en-US" altLang="zh-CN" sz="24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server.js – </a:t>
              </a:r>
              <a:r>
                <a:rPr lang="zh-CN" altLang="en-US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查询数据并发送到客户端</a:t>
              </a:r>
              <a:endParaRPr lang="en-US" altLang="zh-CN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index.html – </a:t>
              </a:r>
              <a:r>
                <a:rPr lang="zh-CN" altLang="en-US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展现商品</a:t>
              </a:r>
              <a:r>
                <a:rPr lang="zh-CN" altLang="en-US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数据</a:t>
              </a:r>
              <a:endPara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pic>
        <p:nvPicPr>
          <p:cNvPr id="90" name="图片 89"/>
          <p:cNvPicPr/>
          <p:nvPr/>
        </p:nvPicPr>
        <p:blipFill>
          <a:blip r:embed="rId47"/>
          <a:srcRect/>
          <a:stretch>
            <a:fillRect/>
          </a:stretch>
        </p:blipFill>
        <p:spPr bwMode="auto">
          <a:xfrm>
            <a:off x="11182373" y="267176"/>
            <a:ext cx="666750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9110043" y="1187704"/>
            <a:ext cx="2368714" cy="203578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4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83" t="5082" r="7529" b="9008"/>
          <a:stretch>
            <a:fillRect/>
          </a:stretch>
        </p:blipFill>
        <p:spPr>
          <a:xfrm>
            <a:off x="9215458" y="4269014"/>
            <a:ext cx="2104004" cy="2035784"/>
          </a:xfrm>
          <a:prstGeom prst="rect">
            <a:avLst/>
          </a:prstGeom>
        </p:spPr>
      </p:pic>
    </p:spTree>
    <p:custDataLst>
      <p:tags r:id="rId50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9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" grpId="0" bldLvl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2693212" y="2052491"/>
            <a:ext cx="6805576" cy="2016125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ctr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sz="9600" b="1" kern="1200" spc="0" baseline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9600" strike="noStrike" baseline="0">
                <a:gradFill>
                  <a:gsLst>
                    <a:gs pos="0">
                      <a:schemeClr val="accent1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0"/>
                </a:gradFill>
                <a:sym typeface="Arial" panose="020B0604020202020204" pitchFamily="34" charset="0"/>
              </a:rPr>
              <a:t>谢谢观看</a:t>
            </a:r>
            <a:endParaRPr lang="zh-CN" altLang="en-US" sz="9600" strike="noStrike" baseline="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2"/>
                  </a:gs>
                </a:gsLst>
                <a:lin ang="0" scaled="0"/>
              </a:gradFill>
              <a:sym typeface="Arial" panose="020B0604020202020204" pitchFamily="34" charset="0"/>
            </a:endParaRPr>
          </a:p>
        </p:txBody>
      </p:sp>
    </p:spTree>
    <p:custDataLst>
      <p:tags r:id="rId2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3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18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4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22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i*1"/>
  <p:tag name="KSO_WM_UNIT_LAYERLEVEL" val="1"/>
  <p:tag name="KSO_WM_TAG_VERSION" val="1.0"/>
  <p:tag name="KSO_WM_BEAUTIFY_FLAG" val="#wm#"/>
  <p:tag name="KSO_WM_UNIT_BK_DARK_LIGHT" val="2"/>
  <p:tag name="KSO_WM_UNIT_SUBTYPE" val="h"/>
  <p:tag name="KSO_WM_UNIT_TYPE" val="i"/>
  <p:tag name="KSO_WM_UNIT_INDEX" val="1"/>
</p:tagLst>
</file>

<file path=ppt/tags/tag4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42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3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4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5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6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7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4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7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68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69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0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1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2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3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4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4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5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6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7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8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9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500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5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20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1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2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3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4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5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6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5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5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529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0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1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2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3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4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5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6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7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538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9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9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0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1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2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3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4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1730"/>
</p:tagLst>
</file>

<file path=ppt/tags/tag585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1730"/>
</p:tagLst>
</file>

<file path=ppt/tags/tag5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89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20191730"/>
  <p:tag name="KSO_WM_TEMPLATE_THUMBS_INDEX" val="1、4、7、11、16、19、21、23、24"/>
  <p:tag name="KSO_WM_TEMPLATE_SUBCATEGORY" val="0"/>
  <p:tag name="KSO_WM_TEMPLATE_MASTER_TYPE" val="1"/>
  <p:tag name="KSO_WM_TEMPLATE_COLOR_TYPE" val="0"/>
</p:tagLst>
</file>

<file path=ppt/tags/tag590.xml><?xml version="1.0" encoding="utf-8"?>
<p:tagLst xmlns:p="http://schemas.openxmlformats.org/presentationml/2006/main">
  <p:tag name="KSO_WM_UNIT_ISCONTENTSTITLE" val="0"/>
  <p:tag name="KSO_WM_UNIT_PRESET_TEXT" val="月末工作汇报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ID" val="custom20191730_1*a*1"/>
  <p:tag name="KSO_WM_TEMPLATE_CATEGORY" val="custom"/>
  <p:tag name="KSO_WM_TEMPLATE_INDEX" val="20191730"/>
  <p:tag name="KSO_WM_UNIT_LAYERLEVEL" val="1"/>
  <p:tag name="KSO_WM_TAG_VERSION" val="1.0"/>
  <p:tag name="KSO_WM_UNIT_NOCLEAR" val="0"/>
  <p:tag name="KSO_WM_UNIT_ISNUMDGMTITLE" val="0"/>
  <p:tag name="KSO_WM_UNIT_TEXT_FILL_FORE_SCHEMECOLOR_INDEX_1_BRIGHTNESS" val="0"/>
  <p:tag name="KSO_WM_UNIT_TEXT_FILL_FORE_SCHEMECOLOR_INDEX_1" val="9"/>
  <p:tag name="KSO_WM_UNIT_TEXT_FILL_FORE_SCHEMECOLOR_INDEX_1_POS" val="0"/>
  <p:tag name="KSO_WM_UNIT_TEXT_FILL_FORE_SCHEMECOLOR_INDEX_1_TRANS" val="0"/>
  <p:tag name="KSO_WM_UNIT_TEXT_FILL_FORE_SCHEMECOLOR_INDEX_2_BRIGHTNESS" val="0"/>
  <p:tag name="KSO_WM_UNIT_TEXT_FILL_FORE_SCHEMECOLOR_INDEX_2" val="6"/>
  <p:tag name="KSO_WM_UNIT_TEXT_FILL_FORE_SCHEMECOLOR_INDEX_2_POS" val="1"/>
  <p:tag name="KSO_WM_UNIT_TEXT_FILL_FORE_SCHEMECOLOR_INDEX_2_TRANS" val="0"/>
  <p:tag name="KSO_WM_UNIT_TEXT_FILL_GRADIENT_TYPE" val="0"/>
  <p:tag name="KSO_WM_UNIT_TEXT_FILL_GRADIENT_ANGLE" val="0"/>
  <p:tag name="KSO_WM_UNIT_TEXT_FILL_GRADIENT_Direction" val="3"/>
  <p:tag name="KSO_WM_UNIT_TEXT_FILL_TYPE" val="3"/>
</p:tagLst>
</file>

<file path=ppt/tags/tag591.xml><?xml version="1.0" encoding="utf-8"?>
<p:tagLst xmlns:p="http://schemas.openxmlformats.org/presentationml/2006/main">
  <p:tag name="KSO_WM_SLIDE_ID" val="custom20191730_1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91730"/>
  <p:tag name="KSO_WM_SLIDE_LAYOUT" val="a_b"/>
  <p:tag name="KSO_WM_SLIDE_LAYOUT_CNT" val="1_1"/>
  <p:tag name="KSO_WM_SLIDE_COVER_HASPICTURE" val="2"/>
  <p:tag name="KSO_WM_TEMPLATE_SUBCATEGORY" val="0"/>
  <p:tag name="KSO_WM_TEMPLATE_MASTER_TYPE" val="1"/>
  <p:tag name="KSO_WM_TEMPLATE_COLOR_TYPE" val="0"/>
  <p:tag name="KSO_WM_TEMPLATE_THUMBS_INDEX" val="1、4、7、11、16、19、21、23、24"/>
</p:tagLst>
</file>

<file path=ppt/tags/tag5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5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59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9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9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97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59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9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4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0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6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07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0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5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16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17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18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19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2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7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3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6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657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658.xml><?xml version="1.0" encoding="utf-8"?>
<p:tagLst xmlns:p="http://schemas.openxmlformats.org/presentationml/2006/main">
  <p:tag name="ISLIDE.VECTOR" val="#254578;#271387;#262167;#245939;#308535;#224264;#192054;"/>
  <p:tag name="KSO_WM_SLIDE_BACKGROUND_TYPE" val="general"/>
</p:tagLst>
</file>

<file path=ppt/tags/tag659.xml><?xml version="1.0" encoding="utf-8"?>
<p:tagLst xmlns:p="http://schemas.openxmlformats.org/presentationml/2006/main">
  <p:tag name="KSO_WM_UNIT_ISCONTENTSTITLE" val="1"/>
  <p:tag name="KSO_WM_UNIT_ISNUMDGMTITLE" val="0"/>
  <p:tag name="KSO_WM_UNIT_PRESET_TEXT" val="CONTENTS"/>
  <p:tag name="KSO_WM_UNIT_NOCLEAR" val="0"/>
  <p:tag name="KSO_WM_UNIT_VALUE" val="6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91730_5*a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DEFAULT_FONT" val="36;44;2"/>
  <p:tag name="KSO_WM_UNIT_BLOCK" val="0"/>
  <p:tag name="KSO_WM_UNIT_SM_LIMIT_TYPE" val="2"/>
  <p:tag name="KSO_WM_UNIT_DEC_AREA_ID" val="428d2d1593ce4b2e9a9c9ed29c72c35e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DIAGRAM_GROUP_CODE" val="l1-1"/>
  <p:tag name="KSO_WM_UNIT_TEXT_FILL_FORE_SCHEMECOLOR_INDEX_BRIGHTNESS" val="0.15"/>
  <p:tag name="KSO_WM_UNIT_TEXT_FILL_FORE_SCHEMECOLOR_INDEX" val="13"/>
  <p:tag name="KSO_WM_UNIT_TEXT_FILL_TYPE" val="1"/>
  <p:tag name="KSO_WM_UNIT_TEXT_SHADOW_SCHEMECOLOR_INDEX_BRIGHTNESS" val="0"/>
  <p:tag name="KSO_WM_UNIT_TEXT_SHADOW_SCHEMECOLOR_INDEX" val="5"/>
  <p:tag name="KSO_WM_UNIT_USESOURCEFORMAT_APPLY" val="1"/>
</p:tagLst>
</file>

<file path=ppt/tags/tag6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3_1"/>
  <p:tag name="KSO_WM_UNIT_ID" val="custom20191730_5*l_h_i*1_3_1"/>
  <p:tag name="KSO_WM_TEMPLATE_CATEGORY" val="custom"/>
  <p:tag name="KSO_WM_TEMPLATE_INDEX" val="20191730"/>
  <p:tag name="KSO_WM_UNIT_LAYERLEVEL" val="1_1_1"/>
  <p:tag name="KSO_WM_TAG_VERSION" val="1.0"/>
  <p:tag name="KSO_WM_UNIT_DEFAULT_FONT" val="28;36;2"/>
  <p:tag name="KSO_WM_UNIT_BLOCK" val="0"/>
  <p:tag name="KSO_WM_UNIT_SM_LIMIT_TYPE" val="2"/>
  <p:tag name="KSO_WM_UNIT_DEC_AREA_ID" val="f1227ba5c3894d89910f75f900cfb7dd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DIAGRAM_GROUP_CODE" val="l1-1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  <p:tag name="KSO_WM_DIAGRAM_VIRTUALLY_FRAME" val="{&quot;height&quot;:274.44889763779526,&quot;left&quot;:140.48527559055117,&quot;top&quot;:148.1596062992126,&quot;width&quot;:723.532283464567}"/>
</p:tagLst>
</file>

<file path=ppt/tags/tag661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3_1"/>
  <p:tag name="KSO_WM_UNIT_ID" val="custom20191730_5*l_h_a*1_3_1"/>
  <p:tag name="KSO_WM_TEMPLATE_CATEGORY" val="custom"/>
  <p:tag name="KSO_WM_TEMPLATE_INDEX" val="20191730"/>
  <p:tag name="KSO_WM_UNIT_LAYERLEVEL" val="1_1_1"/>
  <p:tag name="KSO_WM_TAG_VERSION" val="1.0"/>
  <p:tag name="KSO_WM_UNIT_BLOCK" val="0"/>
  <p:tag name="KSO_WM_UNIT_SM_LIMIT_TYPE" val="2"/>
  <p:tag name="KSO_WM_UNIT_DEC_AREA_ID" val="23abacf4a9b64692a0242f7be55afedc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DEFAULT_FONT" val="22;30;2"/>
  <p:tag name="KSO_WM_DIAGRAM_GROUP_CODE" val="l1-1"/>
  <p:tag name="KSO_WM_UNIT_TEXT_FILL_FORE_SCHEMECOLOR_INDEX_BRIGHTNESS" val="0.15"/>
  <p:tag name="KSO_WM_UNIT_TEXT_FILL_FORE_SCHEMECOLOR_INDEX" val="13"/>
  <p:tag name="KSO_WM_UNIT_TEXT_FILL_TYPE" val="1"/>
  <p:tag name="KSO_WM_UNIT_USESOURCEFORMAT_APPLY" val="1"/>
  <p:tag name="KSO_WM_DIAGRAM_VIRTUALLY_FRAME" val="{&quot;height&quot;:274.44889763779526,&quot;left&quot;:140.48527559055117,&quot;top&quot;:148.1596062992126,&quot;width&quot;:723.532283464567}"/>
</p:tagLst>
</file>

<file path=ppt/tags/tag6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4_1"/>
  <p:tag name="KSO_WM_UNIT_ID" val="custom20191730_5*l_h_i*1_4_1"/>
  <p:tag name="KSO_WM_TEMPLATE_CATEGORY" val="custom"/>
  <p:tag name="KSO_WM_TEMPLATE_INDEX" val="20191730"/>
  <p:tag name="KSO_WM_UNIT_LAYERLEVEL" val="1_1_1"/>
  <p:tag name="KSO_WM_TAG_VERSION" val="1.0"/>
  <p:tag name="KSO_WM_UNIT_DEFAULT_FONT" val="28;36;2"/>
  <p:tag name="KSO_WM_UNIT_BLOCK" val="0"/>
  <p:tag name="KSO_WM_UNIT_SM_LIMIT_TYPE" val="2"/>
  <p:tag name="KSO_WM_UNIT_DEC_AREA_ID" val="ed245d2cf5b04bc6837f9a1c606cf709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DIAGRAM_GROUP_CODE" val="l1-1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  <p:tag name="KSO_WM_DIAGRAM_VIRTUALLY_FRAME" val="{&quot;height&quot;:274.44889763779526,&quot;left&quot;:140.48527559055117,&quot;top&quot;:148.1596062992126,&quot;width&quot;:723.532283464567}"/>
</p:tagLst>
</file>

<file path=ppt/tags/tag663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4_1"/>
  <p:tag name="KSO_WM_UNIT_ID" val="custom20191730_5*l_h_a*1_4_1"/>
  <p:tag name="KSO_WM_TEMPLATE_CATEGORY" val="custom"/>
  <p:tag name="KSO_WM_TEMPLATE_INDEX" val="20191730"/>
  <p:tag name="KSO_WM_UNIT_LAYERLEVEL" val="1_1_1"/>
  <p:tag name="KSO_WM_TAG_VERSION" val="1.0"/>
  <p:tag name="KSO_WM_UNIT_BLOCK" val="0"/>
  <p:tag name="KSO_WM_UNIT_SM_LIMIT_TYPE" val="2"/>
  <p:tag name="KSO_WM_UNIT_DEC_AREA_ID" val="dfbc1e989df64d6c87633c3e95fe59fb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DEFAULT_FONT" val="22;30;2"/>
  <p:tag name="KSO_WM_DIAGRAM_GROUP_CODE" val="l1-1"/>
  <p:tag name="KSO_WM_UNIT_TEXT_FILL_FORE_SCHEMECOLOR_INDEX_BRIGHTNESS" val="0.15"/>
  <p:tag name="KSO_WM_UNIT_TEXT_FILL_FORE_SCHEMECOLOR_INDEX" val="13"/>
  <p:tag name="KSO_WM_UNIT_TEXT_FILL_TYPE" val="1"/>
  <p:tag name="KSO_WM_UNIT_USESOURCEFORMAT_APPLY" val="1"/>
  <p:tag name="KSO_WM_DIAGRAM_VIRTUALLY_FRAME" val="{&quot;height&quot;:274.44889763779526,&quot;left&quot;:140.48527559055117,&quot;top&quot;:148.1596062992126,&quot;width&quot;:723.532283464567}"/>
</p:tagLst>
</file>

<file path=ppt/tags/tag6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5_1"/>
  <p:tag name="KSO_WM_UNIT_ID" val="custom20191730_5*l_h_i*1_5_1"/>
  <p:tag name="KSO_WM_TEMPLATE_CATEGORY" val="custom"/>
  <p:tag name="KSO_WM_TEMPLATE_INDEX" val="20191730"/>
  <p:tag name="KSO_WM_UNIT_LAYERLEVEL" val="1_1_1"/>
  <p:tag name="KSO_WM_TAG_VERSION" val="1.0"/>
  <p:tag name="KSO_WM_UNIT_DEFAULT_FONT" val="28;36;2"/>
  <p:tag name="KSO_WM_UNIT_BLOCK" val="0"/>
  <p:tag name="KSO_WM_UNIT_SM_LIMIT_TYPE" val="2"/>
  <p:tag name="KSO_WM_UNIT_DEC_AREA_ID" val="3ccd7cedf7144f4298de856a7acd7eff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DIAGRAM_GROUP_CODE" val="l1-1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  <p:tag name="KSO_WM_DIAGRAM_VIRTUALLY_FRAME" val="{&quot;height&quot;:274.44889763779526,&quot;left&quot;:140.48527559055117,&quot;top&quot;:148.1596062992126,&quot;width&quot;:723.532283464567}"/>
</p:tagLst>
</file>

<file path=ppt/tags/tag665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5_1"/>
  <p:tag name="KSO_WM_UNIT_ID" val="custom20191730_5*l_h_a*1_5_1"/>
  <p:tag name="KSO_WM_TEMPLATE_CATEGORY" val="custom"/>
  <p:tag name="KSO_WM_TEMPLATE_INDEX" val="20191730"/>
  <p:tag name="KSO_WM_UNIT_LAYERLEVEL" val="1_1_1"/>
  <p:tag name="KSO_WM_TAG_VERSION" val="1.0"/>
  <p:tag name="KSO_WM_UNIT_BLOCK" val="0"/>
  <p:tag name="KSO_WM_UNIT_SM_LIMIT_TYPE" val="2"/>
  <p:tag name="KSO_WM_UNIT_DEC_AREA_ID" val="fb4cc35064f943ed9269523c7d2855a5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DEFAULT_FONT" val="22;30;2"/>
  <p:tag name="KSO_WM_DIAGRAM_GROUP_CODE" val="l1-1"/>
  <p:tag name="KSO_WM_UNIT_TEXT_FILL_FORE_SCHEMECOLOR_INDEX_BRIGHTNESS" val="0.15"/>
  <p:tag name="KSO_WM_UNIT_TEXT_FILL_FORE_SCHEMECOLOR_INDEX" val="13"/>
  <p:tag name="KSO_WM_UNIT_TEXT_FILL_TYPE" val="1"/>
  <p:tag name="KSO_WM_UNIT_USESOURCEFORMAT_APPLY" val="1"/>
  <p:tag name="KSO_WM_DIAGRAM_VIRTUALLY_FRAME" val="{&quot;height&quot;:274.44889763779526,&quot;left&quot;:140.48527559055117,&quot;top&quot;:148.1596062992126,&quot;width&quot;:723.532283464567}"/>
</p:tagLst>
</file>

<file path=ppt/tags/tag666.xml><?xml version="1.0" encoding="utf-8"?>
<p:tagLst xmlns:p="http://schemas.openxmlformats.org/presentationml/2006/main">
  <p:tag name="KSO_WM_SLIDE_ID" val="custom20191730_5"/>
  <p:tag name="KSO_WM_TEMPLATE_SUBCATEGORY" val="0"/>
  <p:tag name="KSO_WM_TEMPLATE_MASTER_TYPE" val="1"/>
  <p:tag name="KSO_WM_TEMPLATE_COLOR_TYPE" val="0"/>
  <p:tag name="KSO_WM_SLIDE_TYPE" val="contents"/>
  <p:tag name="KSO_WM_SLIDE_SUBTYPE" val="diag"/>
  <p:tag name="KSO_WM_SLIDE_ITEM_CNT" val="5"/>
  <p:tag name="KSO_WM_SLIDE_INDEX" val="5"/>
  <p:tag name="KSO_WM_DIAGRAM_GROUP_CODE" val="l1-1"/>
  <p:tag name="KSO_WM_SLIDE_DIAGTYPE" val="l"/>
  <p:tag name="KSO_WM_TAG_VERSION" val="1.0"/>
  <p:tag name="KSO_WM_BEAUTIFY_FLAG" val="#wm#"/>
  <p:tag name="KSO_WM_TEMPLATE_CATEGORY" val="custom"/>
  <p:tag name="KSO_WM_TEMPLATE_INDEX" val="20191730"/>
  <p:tag name="KSO_WM_SLIDE_LAYOUT" val="a_l"/>
  <p:tag name="KSO_WM_SLIDE_LAYOUT_CNT" val="1_1"/>
</p:tagLst>
</file>

<file path=ppt/tags/tag6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6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70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7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72.xml><?xml version="1.0" encoding="utf-8"?>
<p:tagLst xmlns:p="http://schemas.openxmlformats.org/presentationml/2006/main">
  <p:tag name="KSO_WM_SLIDE_BACKGROUND_TYPE" val="general"/>
</p:tagLst>
</file>

<file path=ppt/tags/tag6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75.xml><?xml version="1.0" encoding="utf-8"?>
<p:tagLst xmlns:p="http://schemas.openxmlformats.org/presentationml/2006/main">
  <p:tag name="KSO_WM_DIAGRAM_VIRTUALLY_FRAME" val="{&quot;height&quot;:366.49850393700785,&quot;left&quot;:127.86795275590548,&quot;top&quot;:132.18212598425194,&quot;width&quot;:365.50606299212603}"/>
  <p:tag name="KSO_WM_UNIT_TEXT_FILL_FORE_SCHEMECOLOR_INDEX_BRIGHTNESS" val="0.15"/>
  <p:tag name="KSO_WM_UNIT_TEXT_FILL_FORE_SCHEMECOLOR_INDEX" val="13"/>
  <p:tag name="KSO_WM_UNIT_TEXT_FILL_TYPE" val="1"/>
</p:tagLst>
</file>

<file path=ppt/tags/tag676.xml><?xml version="1.0" encoding="utf-8"?>
<p:tagLst xmlns:p="http://schemas.openxmlformats.org/presentationml/2006/main">
  <p:tag name="KSO_WM_DIAGRAM_VIRTUALLY_FRAME" val="{&quot;height&quot;:366.49850393700785,&quot;left&quot;:127.86795275590548,&quot;top&quot;:132.18212598425194,&quot;width&quot;:365.50606299212603}"/>
  <p:tag name="KSO_WM_UNIT_SHADOW_SCHEMECOLOR_INDEX_BRIGHTNESS" val="0"/>
  <p:tag name="KSO_WM_UNIT_SHADOW_SCHEMECOLOR_INDEX" val="5"/>
</p:tagLst>
</file>

<file path=ppt/tags/tag677.xml><?xml version="1.0" encoding="utf-8"?>
<p:tagLst xmlns:p="http://schemas.openxmlformats.org/presentationml/2006/main">
  <p:tag name="KSO_WM_DIAGRAM_VIRTUALLY_FRAME" val="{&quot;height&quot;:366.49850393700785,&quot;left&quot;:127.86795275590548,&quot;top&quot;:132.18212598425194,&quot;width&quot;:365.50606299212603}"/>
  <p:tag name="KSO_WM_UNIT_TEXT_FILL_FORE_SCHEMECOLOR_INDEX_BRIGHTNESS" val="0.15"/>
  <p:tag name="KSO_WM_UNIT_TEXT_FILL_FORE_SCHEMECOLOR_INDEX" val="13"/>
  <p:tag name="KSO_WM_UNIT_TEXT_FILL_TYPE" val="1"/>
</p:tagLst>
</file>

<file path=ppt/tags/tag678.xml><?xml version="1.0" encoding="utf-8"?>
<p:tagLst xmlns:p="http://schemas.openxmlformats.org/presentationml/2006/main">
  <p:tag name="KSO_WM_DIAGRAM_VIRTUALLY_FRAME" val="{&quot;height&quot;:366.49850393700785,&quot;left&quot;:127.86795275590548,&quot;top&quot;:132.18212598425194,&quot;width&quot;:365.50606299212603}"/>
  <p:tag name="KSO_WM_UNIT_SHADOW_SCHEMECOLOR_INDEX_BRIGHTNESS" val="0"/>
  <p:tag name="KSO_WM_UNIT_SHADOW_SCHEMECOLOR_INDEX" val="5"/>
</p:tagLst>
</file>

<file path=ppt/tags/tag679.xml><?xml version="1.0" encoding="utf-8"?>
<p:tagLst xmlns:p="http://schemas.openxmlformats.org/presentationml/2006/main">
  <p:tag name="KSO_WM_DIAGRAM_VIRTUALLY_FRAME" val="{&quot;height&quot;:366.49850393700785,&quot;left&quot;:127.86795275590548,&quot;top&quot;:132.18212598425194,&quot;width&quot;:365.50606299212603}"/>
  <p:tag name="KSO_WM_UNIT_TEXT_FILL_FORE_SCHEMECOLOR_INDEX_BRIGHTNESS" val="0.15"/>
  <p:tag name="KSO_WM_UNIT_TEXT_FILL_FORE_SCHEMECOLOR_INDEX" val="13"/>
  <p:tag name="KSO_WM_UNIT_TEXT_FILL_TYPE" val="1"/>
</p:tagLst>
</file>

<file path=ppt/tags/tag680.xml><?xml version="1.0" encoding="utf-8"?>
<p:tagLst xmlns:p="http://schemas.openxmlformats.org/presentationml/2006/main">
  <p:tag name="KSO_WM_DIAGRAM_VIRTUALLY_FRAME" val="{&quot;height&quot;:366.49850393700785,&quot;left&quot;:127.86795275590548,&quot;top&quot;:132.18212598425194,&quot;width&quot;:365.50606299212603}"/>
  <p:tag name="KSO_WM_UNIT_FILL_FORE_SCHEMECOLOR_INDEX_BRIGHTNESS" val="0"/>
  <p:tag name="KSO_WM_UNIT_FILL_FORE_SCHEMECOLOR_INDEX" val="6"/>
  <p:tag name="KSO_WM_UNIT_FILL_TYPE" val="1"/>
</p:tagLst>
</file>

<file path=ppt/tags/tag681.xml><?xml version="1.0" encoding="utf-8"?>
<p:tagLst xmlns:p="http://schemas.openxmlformats.org/presentationml/2006/main">
  <p:tag name="KSO_WM_DIAGRAM_VIRTUALLY_FRAME" val="{&quot;height&quot;:366.49850393700785,&quot;left&quot;:127.86795275590548,&quot;top&quot;:132.18212598425194,&quot;width&quot;:365.50606299212603}"/>
  <p:tag name="KSO_WM_UNIT_TEXT_FILL_FORE_SCHEMECOLOR_INDEX_BRIGHTNESS" val="0.15"/>
  <p:tag name="KSO_WM_UNIT_TEXT_FILL_FORE_SCHEMECOLOR_INDEX" val="13"/>
  <p:tag name="KSO_WM_UNIT_TEXT_FILL_TYPE" val="1"/>
</p:tagLst>
</file>

<file path=ppt/tags/tag682.xml><?xml version="1.0" encoding="utf-8"?>
<p:tagLst xmlns:p="http://schemas.openxmlformats.org/presentationml/2006/main">
  <p:tag name="KSO_WM_DIAGRAM_VIRTUALLY_FRAME" val="{&quot;height&quot;:366.49850393700785,&quot;left&quot;:127.86795275590548,&quot;top&quot;:132.18212598425194,&quot;width&quot;:365.50606299212603}"/>
  <p:tag name="KSO_WM_UNIT_FILL_FORE_SCHEMECOLOR_INDEX_BRIGHTNESS" val="0"/>
  <p:tag name="KSO_WM_UNIT_FILL_FORE_SCHEMECOLOR_INDEX" val="5"/>
  <p:tag name="KSO_WM_UNIT_FILL_TYPE" val="1"/>
</p:tagLst>
</file>

<file path=ppt/tags/tag683.xml><?xml version="1.0" encoding="utf-8"?>
<p:tagLst xmlns:p="http://schemas.openxmlformats.org/presentationml/2006/main">
  <p:tag name="KSO_WM_DIAGRAM_VIRTUALLY_FRAME" val="{&quot;height&quot;:366.49850393700785,&quot;left&quot;:127.86795275590548,&quot;top&quot;:132.18212598425194,&quot;width&quot;:365.50606299212603}"/>
  <p:tag name="KSO_WM_UNIT_TEXT_FILL_FORE_SCHEMECOLOR_INDEX_BRIGHTNESS" val="0.15"/>
  <p:tag name="KSO_WM_UNIT_TEXT_FILL_FORE_SCHEMECOLOR_INDEX" val="13"/>
  <p:tag name="KSO_WM_UNIT_TEXT_FILL_TYPE" val="1"/>
</p:tagLst>
</file>

<file path=ppt/tags/tag684.xml><?xml version="1.0" encoding="utf-8"?>
<p:tagLst xmlns:p="http://schemas.openxmlformats.org/presentationml/2006/main">
  <p:tag name="KSO_WM_DIAGRAM_VIRTUALLY_FRAME" val="{&quot;height&quot;:366.49850393700785,&quot;left&quot;:127.86795275590548,&quot;top&quot;:132.18212598425194,&quot;width&quot;:365.50606299212603}"/>
  <p:tag name="KSO_WM_UNIT_SHADOW_SCHEMECOLOR_INDEX_BRIGHTNESS" val="0"/>
  <p:tag name="KSO_WM_UNIT_SHADOW_SCHEMECOLOR_INDEX" val="5"/>
</p:tagLst>
</file>

<file path=ppt/tags/tag685.xml><?xml version="1.0" encoding="utf-8"?>
<p:tagLst xmlns:p="http://schemas.openxmlformats.org/presentationml/2006/main">
  <p:tag name="KSO_WM_UNIT_LINE_FORE_SCHEMECOLOR_INDEX_BRIGHTNESS" val="-0.25"/>
  <p:tag name="KSO_WM_UNIT_LINE_FORE_SCHEMECOLOR_INDEX" val="14"/>
  <p:tag name="KSO_WM_UNIT_LINE_FILL_TYPE" val="2"/>
</p:tagLst>
</file>

<file path=ppt/tags/tag686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4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687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4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688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4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689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4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690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691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92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4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693.xml><?xml version="1.0" encoding="utf-8"?>
<p:tagLst xmlns:p="http://schemas.openxmlformats.org/presentationml/2006/main">
  <p:tag name="KSO_WM_SLIDE_BACKGROUND_TYPE" val="general"/>
</p:tagLst>
</file>

<file path=ppt/tags/tag6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96.xml><?xml version="1.0" encoding="utf-8"?>
<p:tagLst xmlns:p="http://schemas.openxmlformats.org/presentationml/2006/main">
  <p:tag name="KSO_WM_UNIT_LINE_FORE_SCHEMECOLOR_INDEX_BRIGHTNESS" val="-0.05"/>
  <p:tag name="KSO_WM_UNIT_LINE_FORE_SCHEMECOLOR_INDEX" val="9"/>
  <p:tag name="KSO_WM_UNIT_LINE_FILL_TYPE" val="2"/>
</p:tagLst>
</file>

<file path=ppt/tags/tag697.xml><?xml version="1.0" encoding="utf-8"?>
<p:tagLst xmlns:p="http://schemas.openxmlformats.org/presentationml/2006/main">
  <p:tag name="KSO_WM_UNIT_LINE_FORE_SCHEMECOLOR_INDEX_BRIGHTNESS" val="-0.35"/>
  <p:tag name="KSO_WM_UNIT_LINE_FORE_SCHEMECOLOR_INDEX" val="14"/>
  <p:tag name="KSO_WM_UNIT_LINE_FILL_TYPE" val="2"/>
</p:tagLst>
</file>

<file path=ppt/tags/tag698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699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</p:tagLst>
</file>

<file path=ppt/tags/tag700.xml><?xml version="1.0" encoding="utf-8"?>
<p:tagLst xmlns:p="http://schemas.openxmlformats.org/presentationml/2006/main">
  <p:tag name="KSO_WM_UNIT_LINE_FORE_SCHEMECOLOR_INDEX_BRIGHTNESS" val="-0.35"/>
  <p:tag name="KSO_WM_UNIT_LINE_FORE_SCHEMECOLOR_INDEX" val="14"/>
  <p:tag name="KSO_WM_UNIT_LINE_FILL_TYPE" val="2"/>
</p:tagLst>
</file>

<file path=ppt/tags/tag701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02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</p:tagLst>
</file>

<file path=ppt/tags/tag703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</p:tagLst>
</file>

<file path=ppt/tags/tag704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</p:tagLst>
</file>

<file path=ppt/tags/tag70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06.xml><?xml version="1.0" encoding="utf-8"?>
<p:tagLst xmlns:p="http://schemas.openxmlformats.org/presentationml/2006/main">
  <p:tag name="KSO_WM_UNIT_LINE_FORE_SCHEMECOLOR_INDEX_BRIGHTNESS" val="-0.35"/>
  <p:tag name="KSO_WM_UNIT_LINE_FORE_SCHEMECOLOR_INDEX" val="14"/>
  <p:tag name="KSO_WM_UNIT_LINE_FILL_TYPE" val="2"/>
</p:tagLst>
</file>

<file path=ppt/tags/tag707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08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</p:tagLst>
</file>

<file path=ppt/tags/tag709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</p:tagLst>
</file>

<file path=ppt/tags/tag71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1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12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13.xml><?xml version="1.0" encoding="utf-8"?>
<p:tagLst xmlns:p="http://schemas.openxmlformats.org/presentationml/2006/main">
  <p:tag name="KSO_WM_SLIDE_BACKGROUND_TYPE" val="general"/>
</p:tagLst>
</file>

<file path=ppt/tags/tag7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16.xml><?xml version="1.0" encoding="utf-8"?>
<p:tagLst xmlns:p="http://schemas.openxmlformats.org/presentationml/2006/main">
  <p:tag name="PA" val="v5.2.10"/>
  <p:tag name="KSO_WM_UNIT_FILL_FORE_SCHEMECOLOR_INDEX_BRIGHTNESS" val="-0.05"/>
  <p:tag name="KSO_WM_UNIT_FILL_FORE_SCHEMECOLOR_INDEX" val="9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717.xml><?xml version="1.0" encoding="utf-8"?>
<p:tagLst xmlns:p="http://schemas.openxmlformats.org/presentationml/2006/main">
  <p:tag name="PA" val="v5.2.10"/>
  <p:tag name="KSO_WM_UNIT_LINE_FORE_SCHEMECOLOR_INDEX_1_BRIGHTNESS" val="0"/>
  <p:tag name="KSO_WM_UNIT_LINE_FORE_SCHEMECOLOR_INDEX_1" val="14"/>
  <p:tag name="KSO_WM_UNIT_LINE_FORE_SCHEMECOLOR_INDEX_1_POS" val="0"/>
  <p:tag name="KSO_WM_UNIT_LINE_FORE_SCHEMECOLOR_INDEX_1_TRANS" val="0"/>
  <p:tag name="KSO_WM_UNIT_LINE_FORE_SCHEMECOLOR_INDEX_2_BRIGHTNESS" val="-0.05"/>
  <p:tag name="KSO_WM_UNIT_LINE_FORE_SCHEMECOLOR_INDEX_2" val="14"/>
  <p:tag name="KSO_WM_UNIT_LINE_FORE_SCHEMECOLOR_INDEX_2_POS" val="1"/>
  <p:tag name="KSO_WM_UNIT_LINE_FORE_SCHEMECOLOR_INDEX_2_TRANS" val="0"/>
  <p:tag name="KSO_WM_UNIT_LINE_GRADIENT_TYPE" val="0"/>
  <p:tag name="KSO_WM_UNIT_LINE_GRADIENT_ANGLE" val="90"/>
  <p:tag name="KSO_WM_UNIT_LINE_GRADIENT_Direction" val="1"/>
  <p:tag name="KSO_WM_UNIT_LINE_FILL_TYPE" val="5"/>
</p:tagLst>
</file>

<file path=ppt/tags/tag718.xml><?xml version="1.0" encoding="utf-8"?>
<p:tagLst xmlns:p="http://schemas.openxmlformats.org/presentationml/2006/main">
  <p:tag name="PA" val="v5.2.10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19.xml><?xml version="1.0" encoding="utf-8"?>
<p:tagLst xmlns:p="http://schemas.openxmlformats.org/presentationml/2006/main">
  <p:tag name="PA" val="v5.2.10"/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20.xml><?xml version="1.0" encoding="utf-8"?>
<p:tagLst xmlns:p="http://schemas.openxmlformats.org/presentationml/2006/main">
  <p:tag name="PA" val="v5.2.10"/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21.xml><?xml version="1.0" encoding="utf-8"?>
<p:tagLst xmlns:p="http://schemas.openxmlformats.org/presentationml/2006/main">
  <p:tag name="PA" val="v5.2.10"/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22.xml><?xml version="1.0" encoding="utf-8"?>
<p:tagLst xmlns:p="http://schemas.openxmlformats.org/presentationml/2006/main">
  <p:tag name="PA" val="v5.2.10"/>
</p:tagLst>
</file>

<file path=ppt/tags/tag723.xml><?xml version="1.0" encoding="utf-8"?>
<p:tagLst xmlns:p="http://schemas.openxmlformats.org/presentationml/2006/main">
  <p:tag name="PA" val="v5.2.10"/>
  <p:tag name="KSO_WM_UNIT_TEXT_FILL_FORE_SCHEMECOLOR_INDEX_BRIGHTNESS" val="0"/>
  <p:tag name="KSO_WM_UNIT_TEXT_FILL_FORE_SCHEMECOLOR_INDEX" val="13"/>
  <p:tag name="KSO_WM_UNIT_TEXT_FILL_TYPE" val="1"/>
</p:tagLst>
</file>

<file path=ppt/tags/tag724.xml><?xml version="1.0" encoding="utf-8"?>
<p:tagLst xmlns:p="http://schemas.openxmlformats.org/presentationml/2006/main">
  <p:tag name="PA" val="v5.2.10"/>
  <p:tag name="KSO_WM_UNIT_FILL_FORE_SCHEMECOLOR_INDEX_BRIGHTNESS" val="-0.05"/>
  <p:tag name="KSO_WM_UNIT_FILL_FORE_SCHEMECOLOR_INDEX" val="9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725.xml><?xml version="1.0" encoding="utf-8"?>
<p:tagLst xmlns:p="http://schemas.openxmlformats.org/presentationml/2006/main">
  <p:tag name="PA" val="v5.2.10"/>
  <p:tag name="KSO_WM_UNIT_LINE_FORE_SCHEMECOLOR_INDEX_1_BRIGHTNESS" val="0"/>
  <p:tag name="KSO_WM_UNIT_LINE_FORE_SCHEMECOLOR_INDEX_1" val="14"/>
  <p:tag name="KSO_WM_UNIT_LINE_FORE_SCHEMECOLOR_INDEX_1_POS" val="0"/>
  <p:tag name="KSO_WM_UNIT_LINE_FORE_SCHEMECOLOR_INDEX_1_TRANS" val="0"/>
  <p:tag name="KSO_WM_UNIT_LINE_FORE_SCHEMECOLOR_INDEX_2_BRIGHTNESS" val="-0.05"/>
  <p:tag name="KSO_WM_UNIT_LINE_FORE_SCHEMECOLOR_INDEX_2" val="14"/>
  <p:tag name="KSO_WM_UNIT_LINE_FORE_SCHEMECOLOR_INDEX_2_POS" val="1"/>
  <p:tag name="KSO_WM_UNIT_LINE_FORE_SCHEMECOLOR_INDEX_2_TRANS" val="0"/>
  <p:tag name="KSO_WM_UNIT_LINE_GRADIENT_TYPE" val="0"/>
  <p:tag name="KSO_WM_UNIT_LINE_GRADIENT_ANGLE" val="90"/>
  <p:tag name="KSO_WM_UNIT_LINE_GRADIENT_Direction" val="1"/>
  <p:tag name="KSO_WM_UNIT_LINE_FILL_TYPE" val="5"/>
</p:tagLst>
</file>

<file path=ppt/tags/tag726.xml><?xml version="1.0" encoding="utf-8"?>
<p:tagLst xmlns:p="http://schemas.openxmlformats.org/presentationml/2006/main">
  <p:tag name="PA" val="v5.2.10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27.xml><?xml version="1.0" encoding="utf-8"?>
<p:tagLst xmlns:p="http://schemas.openxmlformats.org/presentationml/2006/main">
  <p:tag name="PA" val="v5.2.10"/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28.xml><?xml version="1.0" encoding="utf-8"?>
<p:tagLst xmlns:p="http://schemas.openxmlformats.org/presentationml/2006/main">
  <p:tag name="PA" val="v5.2.10"/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29.xml><?xml version="1.0" encoding="utf-8"?>
<p:tagLst xmlns:p="http://schemas.openxmlformats.org/presentationml/2006/main">
  <p:tag name="PA" val="v5.2.10"/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30.xml><?xml version="1.0" encoding="utf-8"?>
<p:tagLst xmlns:p="http://schemas.openxmlformats.org/presentationml/2006/main">
  <p:tag name="PA" val="v5.2.10"/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31.xml><?xml version="1.0" encoding="utf-8"?>
<p:tagLst xmlns:p="http://schemas.openxmlformats.org/presentationml/2006/main">
  <p:tag name="PA" val="v5.2.10"/>
  <p:tag name="KSO_WM_UNIT_TEXT_FILL_FORE_SCHEMECOLOR_INDEX_BRIGHTNESS" val="0"/>
  <p:tag name="KSO_WM_UNIT_TEXT_FILL_FORE_SCHEMECOLOR_INDEX" val="13"/>
  <p:tag name="KSO_WM_UNIT_TEXT_FILL_TYPE" val="1"/>
</p:tagLst>
</file>

<file path=ppt/tags/tag732.xml><?xml version="1.0" encoding="utf-8"?>
<p:tagLst xmlns:p="http://schemas.openxmlformats.org/presentationml/2006/main">
  <p:tag name="PA" val="v5.2.10"/>
  <p:tag name="KSO_WM_UNIT_TEXT_FILL_FORE_SCHEMECOLOR_INDEX_BRIGHTNESS" val="0"/>
  <p:tag name="KSO_WM_UNIT_TEXT_FILL_FORE_SCHEMECOLOR_INDEX" val="13"/>
  <p:tag name="KSO_WM_UNIT_TEXT_FILL_TYPE" val="1"/>
</p:tagLst>
</file>

<file path=ppt/tags/tag733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734.xml><?xml version="1.0" encoding="utf-8"?>
<p:tagLst xmlns:p="http://schemas.openxmlformats.org/presentationml/2006/main">
  <p:tag name="KSO_WM_UNIT_TEXT_FILL_FORE_SCHEMECOLOR_INDEX_BRIGHTNESS" val="-0.75"/>
  <p:tag name="KSO_WM_UNIT_TEXT_FILL_FORE_SCHEMECOLOR_INDEX" val="16"/>
  <p:tag name="KSO_WM_UNIT_TEXT_FILL_TYPE" val="1"/>
</p:tagLst>
</file>

<file path=ppt/tags/tag735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36.xml><?xml version="1.0" encoding="utf-8"?>
<p:tagLst xmlns:p="http://schemas.openxmlformats.org/presentationml/2006/main">
  <p:tag name="ISLIDE.PICTURE" val="#557492;#223444;"/>
  <p:tag name="KSO_WM_SLIDE_BACKGROUND_TYPE" val="general"/>
</p:tagLst>
</file>

<file path=ppt/tags/tag7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39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740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41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742.xml><?xml version="1.0" encoding="utf-8"?>
<p:tagLst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</p:tagLst>
</file>

<file path=ppt/tags/tag743.xml><?xml version="1.0" encoding="utf-8"?>
<p:tagLst xmlns:p="http://schemas.openxmlformats.org/presentationml/2006/main">
  <p:tag name="KSO_WM_UNIT_TEXT_FILL_FORE_SCHEMECOLOR_INDEX_BRIGHTNESS" val="-0.75"/>
  <p:tag name="KSO_WM_UNIT_TEXT_FILL_FORE_SCHEMECOLOR_INDEX" val="16"/>
  <p:tag name="KSO_WM_UNIT_TEXT_FILL_TYPE" val="1"/>
</p:tagLst>
</file>

<file path=ppt/tags/tag744.xml><?xml version="1.0" encoding="utf-8"?>
<p:tagLst xmlns:p="http://schemas.openxmlformats.org/presentationml/2006/main">
  <p:tag name="KSO_WM_UNIT_LINE_FORE_SCHEMECOLOR_INDEX_BRIGHTNESS" val="-0.05"/>
  <p:tag name="KSO_WM_UNIT_LINE_FORE_SCHEMECOLOR_INDEX" val="9"/>
  <p:tag name="KSO_WM_UNIT_LINE_FILL_TYPE" val="2"/>
</p:tagLst>
</file>

<file path=ppt/tags/tag745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746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47.xml><?xml version="1.0" encoding="utf-8"?>
<p:tagLst xmlns:p="http://schemas.openxmlformats.org/presentationml/2006/main">
  <p:tag name="KSO_WM_SLIDE_BACKGROUND_TYPE" val="general"/>
</p:tagLst>
</file>

<file path=ppt/tags/tag7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50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751.xml><?xml version="1.0" encoding="utf-8"?>
<p:tagLst xmlns:p="http://schemas.openxmlformats.org/presentationml/2006/main">
  <p:tag name="KSO_WM_UNIT_LINE_FORE_SCHEMECOLOR_INDEX_BRIGHTNESS" val="0"/>
  <p:tag name="KSO_WM_UNIT_LINE_FORE_SCHEMECOLOR_INDEX" val="6"/>
  <p:tag name="KSO_WM_UNIT_LINE_FILL_TYPE" val="2"/>
</p:tagLst>
</file>

<file path=ppt/tags/tag752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753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54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55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56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57.xml><?xml version="1.0" encoding="utf-8"?>
<p:tagLst xmlns:p="http://schemas.openxmlformats.org/presentationml/2006/main">
  <p:tag name="KSO_WM_UNIT_FILL_FORE_SCHEMECOLOR_INDEX_BRIGHTNESS" val="0"/>
  <p:tag name="KSO_WM_UNIT_FILL_FORE_SCHEMECOLOR_INDEX" val="9"/>
  <p:tag name="KSO_WM_UNIT_FILL_TYPE" val="1"/>
  <p:tag name="KSO_WM_UNIT_LINE_FORE_SCHEMECOLOR_INDEX_BRIGHTNESS" val="0"/>
  <p:tag name="KSO_WM_UNIT_LINE_FORE_SCHEMECOLOR_INDEX" val="9"/>
  <p:tag name="KSO_WM_UNIT_LINE_FILL_TYPE" val="2"/>
</p:tagLst>
</file>

<file path=ppt/tags/tag758.xml><?xml version="1.0" encoding="utf-8"?>
<p:tagLst xmlns:p="http://schemas.openxmlformats.org/presentationml/2006/main">
  <p:tag name="KSO_WM_UNIT_FILL_FORE_SCHEMECOLOR_INDEX_BRIGHTNESS" val="-0.25"/>
  <p:tag name="KSO_WM_UNIT_FILL_FORE_SCHEMECOLOR_INDEX" val="5"/>
  <p:tag name="KSO_WM_UNIT_FILL_TYPE" val="1"/>
</p:tagLst>
</file>

<file path=ppt/tags/tag759.xml><?xml version="1.0" encoding="utf-8"?>
<p:tagLst xmlns:p="http://schemas.openxmlformats.org/presentationml/2006/main">
  <p:tag name="KSO_WM_SLIDE_BACKGROUND_TYPE" val="general"/>
</p:tagLst>
</file>

<file path=ppt/tags/tag7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62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763.xml><?xml version="1.0" encoding="utf-8"?>
<p:tagLst xmlns:p="http://schemas.openxmlformats.org/presentationml/2006/main">
  <p:tag name="KSO_WM_UNIT_LINE_FORE_SCHEMECOLOR_INDEX_BRIGHTNESS" val="0"/>
  <p:tag name="KSO_WM_UNIT_LINE_FORE_SCHEMECOLOR_INDEX" val="6"/>
  <p:tag name="KSO_WM_UNIT_LINE_FILL_TYPE" val="2"/>
</p:tagLst>
</file>

<file path=ppt/tags/tag764.xml><?xml version="1.0" encoding="utf-8"?>
<p:tagLst xmlns:p="http://schemas.openxmlformats.org/presentationml/2006/main">
  <p:tag name="KSO_WM_UNIT_FILL_FORE_SCHEMECOLOR_INDEX_BRIGHTNESS" val="0"/>
  <p:tag name="KSO_WM_UNIT_FILL_FORE_SCHEMECOLOR_INDEX" val="9"/>
  <p:tag name="KSO_WM_UNIT_FILL_TYPE" val="1"/>
  <p:tag name="KSO_WM_UNIT_LINE_FORE_SCHEMECOLOR_INDEX_BRIGHTNESS" val="0"/>
  <p:tag name="KSO_WM_UNIT_LINE_FORE_SCHEMECOLOR_INDEX" val="9"/>
  <p:tag name="KSO_WM_UNIT_LINE_FILL_TYPE" val="2"/>
</p:tagLst>
</file>

<file path=ppt/tags/tag765.xml><?xml version="1.0" encoding="utf-8"?>
<p:tagLst xmlns:p="http://schemas.openxmlformats.org/presentationml/2006/main">
  <p:tag name="KSO_WM_UNIT_FILL_FORE_SCHEMECOLOR_INDEX_BRIGHTNESS" val="-0.25"/>
  <p:tag name="KSO_WM_UNIT_FILL_FORE_SCHEMECOLOR_INDEX" val="5"/>
  <p:tag name="KSO_WM_UNIT_FILL_TYPE" val="1"/>
</p:tagLst>
</file>

<file path=ppt/tags/tag766.xml><?xml version="1.0" encoding="utf-8"?>
<p:tagLst xmlns:p="http://schemas.openxmlformats.org/presentationml/2006/main">
  <p:tag name="KSO_WM_SLIDE_BACKGROUND_TYPE" val="general"/>
</p:tagLst>
</file>

<file path=ppt/tags/tag7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69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770.xml><?xml version="1.0" encoding="utf-8"?>
<p:tagLst xmlns:p="http://schemas.openxmlformats.org/presentationml/2006/main">
  <p:tag name="KSO_WM_UNIT_LINE_FORE_SCHEMECOLOR_INDEX_BRIGHTNESS" val="0"/>
  <p:tag name="KSO_WM_UNIT_LINE_FORE_SCHEMECOLOR_INDEX" val="6"/>
  <p:tag name="KSO_WM_UNIT_LINE_FILL_TYPE" val="2"/>
</p:tagLst>
</file>

<file path=ppt/tags/tag771.xml><?xml version="1.0" encoding="utf-8"?>
<p:tagLst xmlns:p="http://schemas.openxmlformats.org/presentationml/2006/main">
  <p:tag name="KSO_WM_UNIT_FILL_FORE_SCHEMECOLOR_INDEX_BRIGHTNESS" val="0"/>
  <p:tag name="KSO_WM_UNIT_FILL_FORE_SCHEMECOLOR_INDEX" val="9"/>
  <p:tag name="KSO_WM_UNIT_FILL_TYPE" val="1"/>
  <p:tag name="KSO_WM_UNIT_LINE_FORE_SCHEMECOLOR_INDEX_BRIGHTNESS" val="0"/>
  <p:tag name="KSO_WM_UNIT_LINE_FORE_SCHEMECOLOR_INDEX" val="9"/>
  <p:tag name="KSO_WM_UNIT_LINE_FILL_TYPE" val="2"/>
</p:tagLst>
</file>

<file path=ppt/tags/tag772.xml><?xml version="1.0" encoding="utf-8"?>
<p:tagLst xmlns:p="http://schemas.openxmlformats.org/presentationml/2006/main">
  <p:tag name="KSO_WM_UNIT_FILL_FORE_SCHEMECOLOR_INDEX_BRIGHTNESS" val="-0.25"/>
  <p:tag name="KSO_WM_UNIT_FILL_FORE_SCHEMECOLOR_INDEX" val="5"/>
  <p:tag name="KSO_WM_UNIT_FILL_TYPE" val="1"/>
</p:tagLst>
</file>

<file path=ppt/tags/tag773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774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75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76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77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78.xml><?xml version="1.0" encoding="utf-8"?>
<p:tagLst xmlns:p="http://schemas.openxmlformats.org/presentationml/2006/main">
  <p:tag name="KSO_WM_SLIDE_BACKGROUND_TYPE" val="general"/>
</p:tagLst>
</file>

<file path=ppt/tags/tag7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81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782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83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784.xml><?xml version="1.0" encoding="utf-8"?>
<p:tagLst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</p:tagLst>
</file>

<file path=ppt/tags/tag785.xml><?xml version="1.0" encoding="utf-8"?>
<p:tagLst xmlns:p="http://schemas.openxmlformats.org/presentationml/2006/main">
  <p:tag name="KSO_WM_UNIT_TEXT_FILL_FORE_SCHEMECOLOR_INDEX_BRIGHTNESS" val="-0.75"/>
  <p:tag name="KSO_WM_UNIT_TEXT_FILL_FORE_SCHEMECOLOR_INDEX" val="16"/>
  <p:tag name="KSO_WM_UNIT_TEXT_FILL_TYPE" val="1"/>
</p:tagLst>
</file>

<file path=ppt/tags/tag786.xml><?xml version="1.0" encoding="utf-8"?>
<p:tagLst xmlns:p="http://schemas.openxmlformats.org/presentationml/2006/main">
  <p:tag name="KSO_WM_UNIT_LINE_FORE_SCHEMECOLOR_INDEX_BRIGHTNESS" val="-0.05"/>
  <p:tag name="KSO_WM_UNIT_LINE_FORE_SCHEMECOLOR_INDEX" val="9"/>
  <p:tag name="KSO_WM_UNIT_LINE_FILL_TYPE" val="2"/>
</p:tagLst>
</file>

<file path=ppt/tags/tag787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788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89.xml><?xml version="1.0" encoding="utf-8"?>
<p:tagLst xmlns:p="http://schemas.openxmlformats.org/presentationml/2006/main">
  <p:tag name="KSO_WM_SLIDE_BACKGROUND_TYPE" val="general"/>
</p:tagLst>
</file>

<file path=ppt/tags/tag7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92.xml><?xml version="1.0" encoding="utf-8"?>
<p:tagLst xmlns:p="http://schemas.openxmlformats.org/presentationml/2006/main">
  <p:tag name="KSO_WM_UNIT_TEXT_FILL_FORE_SCHEMECOLOR_INDEX_BRIGHTNESS" val="-0.75"/>
  <p:tag name="KSO_WM_UNIT_TEXT_FILL_FORE_SCHEMECOLOR_INDEX" val="16"/>
  <p:tag name="KSO_WM_UNIT_TEXT_FILL_TYPE" val="1"/>
</p:tagLst>
</file>

<file path=ppt/tags/tag793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94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95.xml><?xml version="1.0" encoding="utf-8"?>
<p:tagLst xmlns:p="http://schemas.openxmlformats.org/presentationml/2006/main">
  <p:tag name="KSO_WM_UNIT_FILL_FORE_SCHEMECOLOR_INDEX_BRIGHTNESS" val="0.25"/>
  <p:tag name="KSO_WM_UNIT_FILL_FORE_SCHEMECOLOR_INDEX" val="13"/>
  <p:tag name="KSO_WM_UNIT_FILL_TYPE" val="1"/>
</p:tagLst>
</file>

<file path=ppt/tags/tag796.xml><?xml version="1.0" encoding="utf-8"?>
<p:tagLst xmlns:p="http://schemas.openxmlformats.org/presentationml/2006/main">
  <p:tag name="KSO_WM_SLIDE_BACKGROUND_TYPE" val="general"/>
</p:tagLst>
</file>

<file path=ppt/tags/tag7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99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800.xml><?xml version="1.0" encoding="utf-8"?>
<p:tagLst xmlns:p="http://schemas.openxmlformats.org/presentationml/2006/main">
  <p:tag name="KSO_WM_UNIT_LINE_FORE_SCHEMECOLOR_INDEX_BRIGHTNESS" val="0"/>
  <p:tag name="KSO_WM_UNIT_LINE_FORE_SCHEMECOLOR_INDEX" val="6"/>
  <p:tag name="KSO_WM_UNIT_LINE_FILL_TYPE" val="2"/>
</p:tagLst>
</file>

<file path=ppt/tags/tag801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802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803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804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805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806.xml><?xml version="1.0" encoding="utf-8"?>
<p:tagLst xmlns:p="http://schemas.openxmlformats.org/presentationml/2006/main">
  <p:tag name="KSO_WM_UNIT_FILL_FORE_SCHEMECOLOR_INDEX_BRIGHTNESS" val="0"/>
  <p:tag name="KSO_WM_UNIT_FILL_FORE_SCHEMECOLOR_INDEX" val="9"/>
  <p:tag name="KSO_WM_UNIT_FILL_TYPE" val="1"/>
  <p:tag name="KSO_WM_UNIT_LINE_FORE_SCHEMECOLOR_INDEX_BRIGHTNESS" val="0"/>
  <p:tag name="KSO_WM_UNIT_LINE_FORE_SCHEMECOLOR_INDEX" val="9"/>
  <p:tag name="KSO_WM_UNIT_LINE_FILL_TYPE" val="2"/>
</p:tagLst>
</file>

<file path=ppt/tags/tag807.xml><?xml version="1.0" encoding="utf-8"?>
<p:tagLst xmlns:p="http://schemas.openxmlformats.org/presentationml/2006/main">
  <p:tag name="KSO_WM_UNIT_FILL_FORE_SCHEMECOLOR_INDEX_BRIGHTNESS" val="-0.25"/>
  <p:tag name="KSO_WM_UNIT_FILL_FORE_SCHEMECOLOR_INDEX" val="5"/>
  <p:tag name="KSO_WM_UNIT_FILL_TYPE" val="1"/>
</p:tagLst>
</file>

<file path=ppt/tags/tag808.xml><?xml version="1.0" encoding="utf-8"?>
<p:tagLst xmlns:p="http://schemas.openxmlformats.org/presentationml/2006/main">
  <p:tag name="KSO_WM_SLIDE_BACKGROUND_TYPE" val="general"/>
</p:tagLst>
</file>

<file path=ppt/tags/tag8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8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811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812.xml><?xml version="1.0" encoding="utf-8"?>
<p:tagLst xmlns:p="http://schemas.openxmlformats.org/presentationml/2006/main">
  <p:tag name="KSO_WM_UNIT_LINE_FORE_SCHEMECOLOR_INDEX_BRIGHTNESS" val="0"/>
  <p:tag name="KSO_WM_UNIT_LINE_FORE_SCHEMECOLOR_INDEX" val="6"/>
  <p:tag name="KSO_WM_UNIT_LINE_FILL_TYPE" val="2"/>
</p:tagLst>
</file>

<file path=ppt/tags/tag813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814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815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816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817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818.xml><?xml version="1.0" encoding="utf-8"?>
<p:tagLst xmlns:p="http://schemas.openxmlformats.org/presentationml/2006/main">
  <p:tag name="KSO_WM_UNIT_FILL_FORE_SCHEMECOLOR_INDEX_BRIGHTNESS" val="0"/>
  <p:tag name="KSO_WM_UNIT_FILL_FORE_SCHEMECOLOR_INDEX" val="9"/>
  <p:tag name="KSO_WM_UNIT_FILL_TYPE" val="1"/>
  <p:tag name="KSO_WM_UNIT_LINE_FORE_SCHEMECOLOR_INDEX_BRIGHTNESS" val="0"/>
  <p:tag name="KSO_WM_UNIT_LINE_FORE_SCHEMECOLOR_INDEX" val="9"/>
  <p:tag name="KSO_WM_UNIT_LINE_FILL_TYPE" val="2"/>
</p:tagLst>
</file>

<file path=ppt/tags/tag819.xml><?xml version="1.0" encoding="utf-8"?>
<p:tagLst xmlns:p="http://schemas.openxmlformats.org/presentationml/2006/main">
  <p:tag name="KSO_WM_UNIT_FILL_FORE_SCHEMECOLOR_INDEX_BRIGHTNESS" val="-0.25"/>
  <p:tag name="KSO_WM_UNIT_FILL_FORE_SCHEMECOLOR_INDEX" val="5"/>
  <p:tag name="KSO_WM_UNIT_FILL_TYPE" val="1"/>
</p:tagLst>
</file>

<file path=ppt/tags/tag820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821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822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823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824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825.xml><?xml version="1.0" encoding="utf-8"?>
<p:tagLst xmlns:p="http://schemas.openxmlformats.org/presentationml/2006/main">
  <p:tag name="KSO_WM_SLIDE_BACKGROUND_TYPE" val="general"/>
</p:tagLst>
</file>

<file path=ppt/tags/tag8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8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828.xml><?xml version="1.0" encoding="utf-8"?>
<p:tagLst xmlns:p="http://schemas.openxmlformats.org/presentationml/2006/main">
  <p:tag name="KSO_WM_UNIT_TEXT_FILL_FORE_SCHEMECOLOR_INDEX_BRIGHTNESS" val="-0.75"/>
  <p:tag name="KSO_WM_UNIT_TEXT_FILL_FORE_SCHEMECOLOR_INDEX" val="16"/>
  <p:tag name="KSO_WM_UNIT_TEXT_FILL_TYPE" val="1"/>
</p:tagLst>
</file>

<file path=ppt/tags/tag829.xml><?xml version="1.0" encoding="utf-8"?>
<p:tagLst xmlns:p="http://schemas.openxmlformats.org/presentationml/2006/main">
  <p:tag name="KSO_WM_UNIT_LINE_FORE_SCHEMECOLOR_INDEX_BRIGHTNESS" val="-0.25"/>
  <p:tag name="KSO_WM_UNIT_LINE_FORE_SCHEMECOLOR_INDEX" val="14"/>
  <p:tag name="KSO_WM_UNIT_LINE_FILL_TYPE" val="2"/>
</p:tagLst>
</file>

<file path=ppt/tags/tag830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831.xml><?xml version="1.0" encoding="utf-8"?>
<p:tagLst xmlns:p="http://schemas.openxmlformats.org/presentationml/2006/main">
  <p:tag name="KSO_WM_UNIT_LINE_FORE_SCHEMECOLOR_INDEX_BRIGHTNESS" val="-0.15"/>
  <p:tag name="KSO_WM_UNIT_LINE_FORE_SCHEMECOLOR_INDEX" val="14"/>
  <p:tag name="KSO_WM_UNIT_LINE_FILL_TYPE" val="2"/>
</p:tagLst>
</file>

<file path=ppt/tags/tag832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833.xml><?xml version="1.0" encoding="utf-8"?>
<p:tagLst xmlns:p="http://schemas.openxmlformats.org/presentationml/2006/main">
  <p:tag name="KSO_WM_UNIT_LINE_FORE_SCHEMECOLOR_INDEX_BRIGHTNESS" val="-0.25"/>
  <p:tag name="KSO_WM_UNIT_LINE_FORE_SCHEMECOLOR_INDEX" val="14"/>
  <p:tag name="KSO_WM_UNIT_LINE_FILL_TYPE" val="2"/>
</p:tagLst>
</file>

<file path=ppt/tags/tag834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835.xml><?xml version="1.0" encoding="utf-8"?>
<p:tagLst xmlns:p="http://schemas.openxmlformats.org/presentationml/2006/main">
  <p:tag name="KSO_WM_UNIT_TEXT_FILL_FORE_SCHEMECOLOR_INDEX_BRIGHTNESS" val="-0.75"/>
  <p:tag name="KSO_WM_UNIT_TEXT_FILL_FORE_SCHEMECOLOR_INDEX" val="16"/>
  <p:tag name="KSO_WM_UNIT_TEXT_FILL_TYPE" val="1"/>
</p:tagLst>
</file>

<file path=ppt/tags/tag836.xml><?xml version="1.0" encoding="utf-8"?>
<p:tagLst xmlns:p="http://schemas.openxmlformats.org/presentationml/2006/main">
  <p:tag name="KSO_WM_UNIT_LINE_FORE_SCHEMECOLOR_INDEX_BRIGHTNESS" val="-0.05"/>
  <p:tag name="KSO_WM_UNIT_LINE_FORE_SCHEMECOLOR_INDEX" val="9"/>
  <p:tag name="KSO_WM_UNIT_LINE_FILL_TYPE" val="2"/>
</p:tagLst>
</file>

<file path=ppt/tags/tag837.xml><?xml version="1.0" encoding="utf-8"?>
<p:tagLst xmlns:p="http://schemas.openxmlformats.org/presentationml/2006/main">
  <p:tag name="KSO_WM_SLIDE_BACKGROUND_TYPE" val="general"/>
</p:tagLst>
</file>

<file path=ppt/tags/tag8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8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840.xml><?xml version="1.0" encoding="utf-8"?>
<p:tagLst xmlns:p="http://schemas.openxmlformats.org/presentationml/2006/main">
  <p:tag name="KSO_WM_UNIT_LINE_FORE_SCHEMECOLOR_INDEX_BRIGHTNESS" val="0.5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841.xml><?xml version="1.0" encoding="utf-8"?>
<p:tagLst xmlns:p="http://schemas.openxmlformats.org/presentationml/2006/main">
  <p:tag name="KSO_WM_UNIT_FILL_FORE_SCHEMECOLOR_INDEX_1_BRIGHTNESS" val="0.4"/>
  <p:tag name="KSO_WM_UNIT_FILL_FORE_SCHEMECOLOR_INDEX_1" val="5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6"/>
  <p:tag name="KSO_WM_UNIT_FILL_FORE_SCHEMECOLOR_INDEX_2_TRANS" val="0"/>
  <p:tag name="KSO_WM_UNIT_FILL_GRADIENT_TYPE" val="0"/>
  <p:tag name="KSO_WM_UNIT_FILL_GRADIENT_ANGLE" val="45"/>
  <p:tag name="KSO_WM_UNIT_FILL_GRADIENT_Direction" val="0"/>
  <p:tag name="KSO_WM_UNIT_FILL_TYPE" val="3"/>
  <p:tag name="KSO_WM_UNIT_SHADOW_SCHEMECOLOR_INDEX_BRIGHTNESS" val="0"/>
  <p:tag name="KSO_WM_UNIT_SHADOW_SCHEMECOLOR_INDEX" val="5"/>
  <p:tag name="KSO_WM_UNIT_TEXT_FILL_FORE_SCHEMECOLOR_INDEX_BRIGHTNESS" val="0"/>
  <p:tag name="KSO_WM_UNIT_TEXT_FILL_FORE_SCHEMECOLOR_INDEX" val="13"/>
  <p:tag name="KSO_WM_UNIT_TEXT_FILL_TYPE" val="1"/>
</p:tagLst>
</file>

<file path=ppt/tags/tag84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4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44.xml><?xml version="1.0" encoding="utf-8"?>
<p:tagLst xmlns:p="http://schemas.openxmlformats.org/presentationml/2006/main">
  <p:tag name="KSO_WM_UNIT_FILL_FORE_SCHEMECOLOR_INDEX_BRIGHTNESS" val="0"/>
  <p:tag name="KSO_WM_UNIT_FILL_FORE_SCHEMECOLOR_INDEX" val="8"/>
  <p:tag name="KSO_WM_UNIT_FILL_TYPE" val="1"/>
  <p:tag name="KSO_WM_UNIT_SHADOW_SCHEMECOLOR_INDEX_BRIGHTNESS" val="0"/>
  <p:tag name="KSO_WM_UNIT_SHADOW_SCHEMECOLOR_INDEX" val="7"/>
  <p:tag name="KSO_WM_UNIT_TEXT_FILL_FORE_SCHEMECOLOR_INDEX_BRIGHTNESS" val="0"/>
  <p:tag name="KSO_WM_UNIT_TEXT_FILL_FORE_SCHEMECOLOR_INDEX" val="13"/>
  <p:tag name="KSO_WM_UNIT_TEXT_FILL_TYPE" val="1"/>
</p:tagLst>
</file>

<file path=ppt/tags/tag84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4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47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848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849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850.xml><?xml version="1.0" encoding="utf-8"?>
<p:tagLst xmlns:p="http://schemas.openxmlformats.org/presentationml/2006/main">
  <p:tag name="KSO_WM_UNIT_FILL_FORE_SCHEMECOLOR_INDEX_BRIGHTNESS" val="-0.5"/>
  <p:tag name="KSO_WM_UNIT_FILL_FORE_SCHEMECOLOR_INDEX" val="5"/>
  <p:tag name="KSO_WM_UNIT_FILL_TYPE" val="1"/>
</p:tagLst>
</file>

<file path=ppt/tags/tag851.xml><?xml version="1.0" encoding="utf-8"?>
<p:tagLst xmlns:p="http://schemas.openxmlformats.org/presentationml/2006/main">
  <p:tag name="KSO_WM_UNIT_FILL_FORE_SCHEMECOLOR_INDEX_BRIGHTNESS" val="-0.5"/>
  <p:tag name="KSO_WM_UNIT_FILL_FORE_SCHEMECOLOR_INDEX" val="5"/>
  <p:tag name="KSO_WM_UNIT_FILL_TYPE" val="1"/>
</p:tagLst>
</file>

<file path=ppt/tags/tag852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53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54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55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56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57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58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59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60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61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62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63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64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65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66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67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68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69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70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71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72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73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74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75.xml><?xml version="1.0" encoding="utf-8"?>
<p:tagLst xmlns:p="http://schemas.openxmlformats.org/presentationml/2006/main">
  <p:tag name="KSO_WM_UNIT_FILL_FORE_SCHEMECOLOR_INDEX_BRIGHTNESS" val="0.6"/>
  <p:tag name="KSO_WM_UNIT_FILL_FORE_SCHEMECOLOR_INDEX" val="5"/>
  <p:tag name="KSO_WM_UNIT_FILL_TYPE" val="1"/>
</p:tagLst>
</file>

<file path=ppt/tags/tag876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877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878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879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880.xml><?xml version="1.0" encoding="utf-8"?>
<p:tagLst xmlns:p="http://schemas.openxmlformats.org/presentationml/2006/main">
  <p:tag name="KSO_WM_UNIT_FILL_FORE_SCHEMECOLOR_INDEX_BRIGHTNESS" val="0.6"/>
  <p:tag name="KSO_WM_UNIT_FILL_FORE_SCHEMECOLOR_INDEX" val="5"/>
  <p:tag name="KSO_WM_UNIT_FILL_TYPE" val="1"/>
</p:tagLst>
</file>

<file path=ppt/tags/tag881.xml><?xml version="1.0" encoding="utf-8"?>
<p:tagLst xmlns:p="http://schemas.openxmlformats.org/presentationml/2006/main">
  <p:tag name="KSO_WM_UNIT_FILL_FORE_SCHEMECOLOR_INDEX_1_BRIGHTNESS" val="0.4"/>
  <p:tag name="KSO_WM_UNIT_FILL_FORE_SCHEMECOLOR_INDEX_1" val="5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6"/>
  <p:tag name="KSO_WM_UNIT_FILL_FORE_SCHEMECOLOR_INDEX_2_TRANS" val="0"/>
  <p:tag name="KSO_WM_UNIT_FILL_GRADIENT_TYPE" val="0"/>
  <p:tag name="KSO_WM_UNIT_FILL_GRADIENT_ANGLE" val="45"/>
  <p:tag name="KSO_WM_UNIT_FILL_GRADIENT_Direction" val="0"/>
  <p:tag name="KSO_WM_UNIT_FILL_TYPE" val="3"/>
  <p:tag name="KSO_WM_UNIT_SHADOW_SCHEMECOLOR_INDEX_BRIGHTNESS" val="0"/>
  <p:tag name="KSO_WM_UNIT_SHADOW_SCHEMECOLOR_INDEX" val="5"/>
  <p:tag name="KSO_WM_UNIT_TEXT_FILL_FORE_SCHEMECOLOR_INDEX_BRIGHTNESS" val="0"/>
  <p:tag name="KSO_WM_UNIT_TEXT_FILL_FORE_SCHEMECOLOR_INDEX" val="13"/>
  <p:tag name="KSO_WM_UNIT_TEXT_FILL_TYPE" val="1"/>
</p:tagLst>
</file>

<file path=ppt/tags/tag88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8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84.xml><?xml version="1.0" encoding="utf-8"?>
<p:tagLst xmlns:p="http://schemas.openxmlformats.org/presentationml/2006/main">
  <p:tag name="ISLIDE.VECTOR" val="#251088;"/>
  <p:tag name="ISLIDE.ICON" val="#407154;#407154;#407154;"/>
  <p:tag name="KSO_WM_SLIDE_BACKGROUND_TYPE" val="general"/>
</p:tagLst>
</file>

<file path=ppt/tags/tag885.xml><?xml version="1.0" encoding="utf-8"?>
<p:tagLst xmlns:p="http://schemas.openxmlformats.org/presentationml/2006/main">
  <p:tag name="KSO_WM_UNIT_ISCONTENTSTITLE" val="0"/>
  <p:tag name="KSO_WM_UNIT_PRESET_TEXT" val="THANKS"/>
  <p:tag name="KSO_WM_UNIT_VALUE" val="5"/>
  <p:tag name="KSO_WM_UNIT_HIGHLIGHT" val="0"/>
  <p:tag name="KSO_WM_UNIT_COMPATIBLE" val="0"/>
  <p:tag name="KSO_WM_UNIT_DIAGRAM_ISNUMVISUAL" val="0"/>
  <p:tag name="KSO_WM_UNIT_DIAGRAM_ISREFERUNIT" val="0"/>
  <p:tag name="KSO_WM_UNIT_ID" val="custom20191730_24*a*1"/>
  <p:tag name="KSO_WM_TEMPLATE_CATEGORY" val="custom"/>
  <p:tag name="KSO_WM_TEMPLATE_INDEX" val="20191730"/>
  <p:tag name="KSO_WM_UNIT_LAYERLEVEL" val="1"/>
  <p:tag name="KSO_WM_TAG_VERSION" val="1.0"/>
  <p:tag name="KSO_WM_UNIT_NOCLEAR" val="0"/>
  <p:tag name="KSO_WM_UNIT_ISNUMDGMTITLE" val="0"/>
  <p:tag name="KSO_WM_UNIT_TEXT_FILL_FORE_SCHEMECOLOR_INDEX_1_BRIGHTNESS" val="0"/>
  <p:tag name="KSO_WM_UNIT_TEXT_FILL_FORE_SCHEMECOLOR_INDEX_1" val="9"/>
  <p:tag name="KSO_WM_UNIT_TEXT_FILL_FORE_SCHEMECOLOR_INDEX_1_POS" val="0"/>
  <p:tag name="KSO_WM_UNIT_TEXT_FILL_FORE_SCHEMECOLOR_INDEX_1_TRANS" val="0"/>
  <p:tag name="KSO_WM_UNIT_TEXT_FILL_FORE_SCHEMECOLOR_INDEX_2_BRIGHTNESS" val="0"/>
  <p:tag name="KSO_WM_UNIT_TEXT_FILL_FORE_SCHEMECOLOR_INDEX_2" val="6"/>
  <p:tag name="KSO_WM_UNIT_TEXT_FILL_FORE_SCHEMECOLOR_INDEX_2_POS" val="1"/>
  <p:tag name="KSO_WM_UNIT_TEXT_FILL_FORE_SCHEMECOLOR_INDEX_2_TRANS" val="0"/>
  <p:tag name="KSO_WM_UNIT_TEXT_FILL_GRADIENT_TYPE" val="0"/>
  <p:tag name="KSO_WM_UNIT_TEXT_FILL_GRADIENT_ANGLE" val="0"/>
  <p:tag name="KSO_WM_UNIT_TEXT_FILL_GRADIENT_Direction" val="3"/>
  <p:tag name="KSO_WM_UNIT_TEXT_FILL_TYPE" val="3"/>
</p:tagLst>
</file>

<file path=ppt/tags/tag886.xml><?xml version="1.0" encoding="utf-8"?>
<p:tagLst xmlns:p="http://schemas.openxmlformats.org/presentationml/2006/main">
  <p:tag name="KSO_WM_SLIDE_ID" val="custom20191730_24"/>
  <p:tag name="KSO_WM_SLIDE_ITEM_CNT" val="0"/>
  <p:tag name="KSO_WM_SLIDE_INDEX" val="24"/>
  <p:tag name="KSO_WM_TAG_VERSION" val="1.0"/>
  <p:tag name="KSO_WM_BEAUTIFY_FLAG" val="#wm#"/>
  <p:tag name="KSO_WM_TEMPLATE_CATEGORY" val="custom"/>
  <p:tag name="KSO_WM_TEMPLATE_INDEX" val="20191730"/>
  <p:tag name="KSO_WM_SLIDE_TYPE" val="endPage"/>
  <p:tag name="KSO_WM_SLIDE_SUBTYPE" val="pureTxt"/>
  <p:tag name="KSO_WM_SLIDE_LAYOUT" val="a"/>
  <p:tag name="KSO_WM_SLIDE_LAYOUT_CNT" val="1"/>
  <p:tag name="KSO_WM_TEMPLATE_SUBCATEGORY" val="0"/>
  <p:tag name="KSO_WM_TEMPLATE_MASTER_TYPE" val="1"/>
  <p:tag name="KSO_WM_TEMPLATE_COLOR_TYPE" val="0"/>
</p:tagLst>
</file>

<file path=ppt/tags/tag887.xml><?xml version="1.0" encoding="utf-8"?>
<p:tagLst xmlns:p="http://schemas.openxmlformats.org/presentationml/2006/main">
  <p:tag name="ISPRING_PRESENTATION_TITLE" val="绿黑工作总结汇报PPT模板"/>
  <p:tag name="ISPRING_FIRST_PUBLISH" val="1"/>
  <p:tag name="commondata" val="eyJoZGlkIjoiZjZjN2RhNThmZmI0YjU2OTEwZDI1YzI4M2FkY2JjOWUifQ=="/>
</p:tagLst>
</file>

<file path=ppt/theme/theme1.xml><?xml version="1.0" encoding="utf-8"?>
<a:theme xmlns:a="http://schemas.openxmlformats.org/drawingml/2006/main" name="Office 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C853C"/>
      </a:accent1>
      <a:accent2>
        <a:srgbClr val="333333"/>
      </a:accent2>
      <a:accent3>
        <a:srgbClr val="A5A5A5"/>
      </a:accent3>
      <a:accent4>
        <a:srgbClr val="667F6E"/>
      </a:accent4>
      <a:accent5>
        <a:srgbClr val="F2F2F2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">
      <a:dk1>
        <a:srgbClr val="000000"/>
      </a:dk1>
      <a:lt1>
        <a:srgbClr val="FFFFFF"/>
      </a:lt1>
      <a:dk2>
        <a:srgbClr val="F4F7DD"/>
      </a:dk2>
      <a:lt2>
        <a:srgbClr val="FFFFFF"/>
      </a:lt2>
      <a:accent1>
        <a:srgbClr val="C6D65B"/>
      </a:accent1>
      <a:accent2>
        <a:srgbClr val="15C2FF"/>
      </a:accent2>
      <a:accent3>
        <a:srgbClr val="4CC5F0"/>
      </a:accent3>
      <a:accent4>
        <a:srgbClr val="7DCF87"/>
      </a:accent4>
      <a:accent5>
        <a:srgbClr val="43B651"/>
      </a:accent5>
      <a:accent6>
        <a:srgbClr val="DBF3FC"/>
      </a:accent6>
      <a:hlink>
        <a:srgbClr val="BFBFBF"/>
      </a:hlink>
      <a:folHlink>
        <a:srgbClr val="BFBFBF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2893</Words>
  <Application>WPS 演示</Application>
  <PresentationFormat>宽屏</PresentationFormat>
  <Paragraphs>248</Paragraphs>
  <Slides>18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18</vt:i4>
      </vt:variant>
    </vt:vector>
  </HeadingPairs>
  <TitlesOfParts>
    <vt:vector size="33" baseType="lpstr">
      <vt:lpstr>Arial</vt:lpstr>
      <vt:lpstr>宋体</vt:lpstr>
      <vt:lpstr>Wingdings</vt:lpstr>
      <vt:lpstr>微软雅黑</vt:lpstr>
      <vt:lpstr>Lato Light</vt:lpstr>
      <vt:lpstr>Lato</vt:lpstr>
      <vt:lpstr>MS PGothic</vt:lpstr>
      <vt:lpstr>Lato Black</vt:lpstr>
      <vt:lpstr>Calibri</vt:lpstr>
      <vt:lpstr>等线</vt:lpstr>
      <vt:lpstr>Arial Unicode MS</vt:lpstr>
      <vt:lpstr>黑体</vt:lpstr>
      <vt:lpstr>Calibri Light</vt:lpstr>
      <vt:lpstr>Office 主题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lenovo</dc:creator>
  <cp:lastModifiedBy>鲁*林</cp:lastModifiedBy>
  <cp:revision>495</cp:revision>
  <dcterms:created xsi:type="dcterms:W3CDTF">2020-10-23T09:50:00Z</dcterms:created>
  <dcterms:modified xsi:type="dcterms:W3CDTF">2024-06-11T03:02:31Z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AC264ED68910408BAA80BE17A3F2729B_12</vt:lpwstr>
  </property>
  <property fmtid="{D5CDD505-2E9C-101B-9397-08002B2CF9AE}" pid="3" name="KSOProductBuildVer">
    <vt:lpwstr>2052-12.1.0.16929</vt:lpwstr>
  </property>
</Properties>
</file>