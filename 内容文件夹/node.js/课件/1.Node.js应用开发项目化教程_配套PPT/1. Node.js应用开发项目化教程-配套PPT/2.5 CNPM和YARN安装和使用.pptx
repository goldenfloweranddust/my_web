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29" r:id="rId4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  <a:srgbClr val="3C853C"/>
    <a:srgbClr val="333333"/>
    <a:srgbClr val="667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30" y="66"/>
      </p:cViewPr>
      <p:guideLst>
        <p:guide orient="horz" pos="2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710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tags" Target="../tags/tag594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601.xml"/><Relationship Id="rId13" Type="http://schemas.openxmlformats.org/officeDocument/2006/relationships/image" Target="../media/image4.png"/><Relationship Id="rId12" Type="http://schemas.openxmlformats.org/officeDocument/2006/relationships/tags" Target="../tags/tag600.xml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09.xml"/><Relationship Id="rId7" Type="http://schemas.openxmlformats.org/officeDocument/2006/relationships/tags" Target="../tags/tag608.xml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" Type="http://schemas.openxmlformats.org/officeDocument/2006/relationships/tags" Target="../tags/tag603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0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8.xml"/><Relationship Id="rId8" Type="http://schemas.openxmlformats.org/officeDocument/2006/relationships/tags" Target="../tags/tag617.xml"/><Relationship Id="rId7" Type="http://schemas.openxmlformats.org/officeDocument/2006/relationships/tags" Target="../tags/tag616.xml"/><Relationship Id="rId6" Type="http://schemas.openxmlformats.org/officeDocument/2006/relationships/tags" Target="../tags/tag615.xml"/><Relationship Id="rId5" Type="http://schemas.openxmlformats.org/officeDocument/2006/relationships/tags" Target="../tags/tag614.xml"/><Relationship Id="rId4" Type="http://schemas.openxmlformats.org/officeDocument/2006/relationships/tags" Target="../tags/tag613.xml"/><Relationship Id="rId3" Type="http://schemas.openxmlformats.org/officeDocument/2006/relationships/tags" Target="../tags/tag612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611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627.xml"/><Relationship Id="rId17" Type="http://schemas.openxmlformats.org/officeDocument/2006/relationships/tags" Target="../tags/tag626.xml"/><Relationship Id="rId16" Type="http://schemas.openxmlformats.org/officeDocument/2006/relationships/tags" Target="../tags/tag625.xml"/><Relationship Id="rId15" Type="http://schemas.openxmlformats.org/officeDocument/2006/relationships/tags" Target="../tags/tag624.xml"/><Relationship Id="rId14" Type="http://schemas.openxmlformats.org/officeDocument/2006/relationships/tags" Target="../tags/tag623.xml"/><Relationship Id="rId13" Type="http://schemas.openxmlformats.org/officeDocument/2006/relationships/tags" Target="../tags/tag622.xml"/><Relationship Id="rId12" Type="http://schemas.openxmlformats.org/officeDocument/2006/relationships/tags" Target="../tags/tag621.xml"/><Relationship Id="rId11" Type="http://schemas.openxmlformats.org/officeDocument/2006/relationships/tags" Target="../tags/tag620.xml"/><Relationship Id="rId10" Type="http://schemas.openxmlformats.org/officeDocument/2006/relationships/tags" Target="../tags/tag619.xml"/><Relationship Id="rId1" Type="http://schemas.openxmlformats.org/officeDocument/2006/relationships/tags" Target="../tags/tag6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36.xml"/><Relationship Id="rId8" Type="http://schemas.openxmlformats.org/officeDocument/2006/relationships/tags" Target="../tags/tag635.xml"/><Relationship Id="rId7" Type="http://schemas.openxmlformats.org/officeDocument/2006/relationships/tags" Target="../tags/tag634.xml"/><Relationship Id="rId6" Type="http://schemas.openxmlformats.org/officeDocument/2006/relationships/tags" Target="../tags/tag633.xml"/><Relationship Id="rId5" Type="http://schemas.openxmlformats.org/officeDocument/2006/relationships/tags" Target="../tags/tag632.xml"/><Relationship Id="rId4" Type="http://schemas.openxmlformats.org/officeDocument/2006/relationships/tags" Target="../tags/tag631.xml"/><Relationship Id="rId3" Type="http://schemas.openxmlformats.org/officeDocument/2006/relationships/tags" Target="../tags/tag630.xml"/><Relationship Id="rId2" Type="http://schemas.openxmlformats.org/officeDocument/2006/relationships/tags" Target="../tags/tag629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643.xml"/><Relationship Id="rId15" Type="http://schemas.openxmlformats.org/officeDocument/2006/relationships/tags" Target="../tags/tag642.xml"/><Relationship Id="rId14" Type="http://schemas.openxmlformats.org/officeDocument/2006/relationships/tags" Target="../tags/tag641.xml"/><Relationship Id="rId13" Type="http://schemas.openxmlformats.org/officeDocument/2006/relationships/tags" Target="../tags/tag640.xml"/><Relationship Id="rId12" Type="http://schemas.openxmlformats.org/officeDocument/2006/relationships/tags" Target="../tags/tag639.xml"/><Relationship Id="rId11" Type="http://schemas.openxmlformats.org/officeDocument/2006/relationships/tags" Target="../tags/tag638.xml"/><Relationship Id="rId10" Type="http://schemas.openxmlformats.org/officeDocument/2006/relationships/tags" Target="../tags/tag637.xml"/><Relationship Id="rId1" Type="http://schemas.openxmlformats.org/officeDocument/2006/relationships/tags" Target="../tags/tag62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52.xml"/><Relationship Id="rId8" Type="http://schemas.openxmlformats.org/officeDocument/2006/relationships/tags" Target="../tags/tag651.xml"/><Relationship Id="rId7" Type="http://schemas.openxmlformats.org/officeDocument/2006/relationships/tags" Target="../tags/tag650.xml"/><Relationship Id="rId6" Type="http://schemas.openxmlformats.org/officeDocument/2006/relationships/tags" Target="../tags/tag649.xml"/><Relationship Id="rId5" Type="http://schemas.openxmlformats.org/officeDocument/2006/relationships/tags" Target="../tags/tag648.xml"/><Relationship Id="rId4" Type="http://schemas.openxmlformats.org/officeDocument/2006/relationships/tags" Target="../tags/tag647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659.xml"/><Relationship Id="rId15" Type="http://schemas.openxmlformats.org/officeDocument/2006/relationships/tags" Target="../tags/tag658.xml"/><Relationship Id="rId14" Type="http://schemas.openxmlformats.org/officeDocument/2006/relationships/tags" Target="../tags/tag657.xml"/><Relationship Id="rId13" Type="http://schemas.openxmlformats.org/officeDocument/2006/relationships/tags" Target="../tags/tag656.xml"/><Relationship Id="rId12" Type="http://schemas.openxmlformats.org/officeDocument/2006/relationships/tags" Target="../tags/tag655.xml"/><Relationship Id="rId11" Type="http://schemas.openxmlformats.org/officeDocument/2006/relationships/tags" Target="../tags/tag654.xml"/><Relationship Id="rId10" Type="http://schemas.openxmlformats.org/officeDocument/2006/relationships/tags" Target="../tags/tag653.xml"/><Relationship Id="rId1" Type="http://schemas.openxmlformats.org/officeDocument/2006/relationships/tags" Target="../tags/tag64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64.xml"/><Relationship Id="rId4" Type="http://schemas.openxmlformats.org/officeDocument/2006/relationships/tags" Target="../tags/tag663.xml"/><Relationship Id="rId3" Type="http://schemas.openxmlformats.org/officeDocument/2006/relationships/tags" Target="../tags/tag662.xml"/><Relationship Id="rId2" Type="http://schemas.openxmlformats.org/officeDocument/2006/relationships/tags" Target="../tags/tag661.xml"/><Relationship Id="rId1" Type="http://schemas.openxmlformats.org/officeDocument/2006/relationships/tags" Target="../tags/tag6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jpeg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6" Type="http://schemas.openxmlformats.org/officeDocument/2006/relationships/notesSlide" Target="../notesSlides/notesSlide8.xml"/><Relationship Id="rId45" Type="http://schemas.openxmlformats.org/officeDocument/2006/relationships/slideLayout" Target="../slideLayouts/slideLayout10.xml"/><Relationship Id="rId44" Type="http://schemas.openxmlformats.org/officeDocument/2006/relationships/tags" Target="../tags/tag707.xml"/><Relationship Id="rId43" Type="http://schemas.openxmlformats.org/officeDocument/2006/relationships/tags" Target="../tags/tag706.xml"/><Relationship Id="rId42" Type="http://schemas.openxmlformats.org/officeDocument/2006/relationships/tags" Target="../tags/tag705.xml"/><Relationship Id="rId41" Type="http://schemas.openxmlformats.org/officeDocument/2006/relationships/tags" Target="../tags/tag704.xml"/><Relationship Id="rId40" Type="http://schemas.openxmlformats.org/officeDocument/2006/relationships/tags" Target="../tags/tag703.xml"/><Relationship Id="rId4" Type="http://schemas.openxmlformats.org/officeDocument/2006/relationships/tags" Target="../tags/tag668.xml"/><Relationship Id="rId39" Type="http://schemas.openxmlformats.org/officeDocument/2006/relationships/tags" Target="../tags/tag702.xml"/><Relationship Id="rId38" Type="http://schemas.openxmlformats.org/officeDocument/2006/relationships/tags" Target="../tags/tag701.xml"/><Relationship Id="rId37" Type="http://schemas.openxmlformats.org/officeDocument/2006/relationships/tags" Target="../tags/tag700.xml"/><Relationship Id="rId36" Type="http://schemas.openxmlformats.org/officeDocument/2006/relationships/tags" Target="../tags/tag699.xml"/><Relationship Id="rId35" Type="http://schemas.openxmlformats.org/officeDocument/2006/relationships/tags" Target="../tags/tag698.xml"/><Relationship Id="rId34" Type="http://schemas.openxmlformats.org/officeDocument/2006/relationships/tags" Target="../tags/tag697.xml"/><Relationship Id="rId33" Type="http://schemas.openxmlformats.org/officeDocument/2006/relationships/tags" Target="../tags/tag696.xml"/><Relationship Id="rId32" Type="http://schemas.openxmlformats.org/officeDocument/2006/relationships/tags" Target="../tags/tag695.xml"/><Relationship Id="rId31" Type="http://schemas.openxmlformats.org/officeDocument/2006/relationships/tags" Target="../tags/tag694.xml"/><Relationship Id="rId30" Type="http://schemas.openxmlformats.org/officeDocument/2006/relationships/tags" Target="../tags/tag693.xml"/><Relationship Id="rId3" Type="http://schemas.openxmlformats.org/officeDocument/2006/relationships/tags" Target="../tags/tag667.xml"/><Relationship Id="rId29" Type="http://schemas.openxmlformats.org/officeDocument/2006/relationships/tags" Target="../tags/tag692.xml"/><Relationship Id="rId28" Type="http://schemas.openxmlformats.org/officeDocument/2006/relationships/tags" Target="../tags/tag691.xml"/><Relationship Id="rId27" Type="http://schemas.openxmlformats.org/officeDocument/2006/relationships/tags" Target="../tags/tag690.xml"/><Relationship Id="rId26" Type="http://schemas.openxmlformats.org/officeDocument/2006/relationships/tags" Target="../tags/tag689.xml"/><Relationship Id="rId25" Type="http://schemas.openxmlformats.org/officeDocument/2006/relationships/tags" Target="../tags/tag688.xml"/><Relationship Id="rId24" Type="http://schemas.openxmlformats.org/officeDocument/2006/relationships/tags" Target="../tags/tag687.xml"/><Relationship Id="rId23" Type="http://schemas.openxmlformats.org/officeDocument/2006/relationships/tags" Target="../tags/tag686.xml"/><Relationship Id="rId22" Type="http://schemas.openxmlformats.org/officeDocument/2006/relationships/tags" Target="../tags/tag685.xml"/><Relationship Id="rId21" Type="http://schemas.openxmlformats.org/officeDocument/2006/relationships/tags" Target="../tags/tag684.xml"/><Relationship Id="rId20" Type="http://schemas.openxmlformats.org/officeDocument/2006/relationships/tags" Target="../tags/tag683.xml"/><Relationship Id="rId2" Type="http://schemas.openxmlformats.org/officeDocument/2006/relationships/tags" Target="../tags/tag666.xml"/><Relationship Id="rId19" Type="http://schemas.openxmlformats.org/officeDocument/2006/relationships/tags" Target="../tags/tag682.xml"/><Relationship Id="rId18" Type="http://schemas.openxmlformats.org/officeDocument/2006/relationships/tags" Target="../tags/tag681.xml"/><Relationship Id="rId17" Type="http://schemas.openxmlformats.org/officeDocument/2006/relationships/tags" Target="../tags/tag680.xml"/><Relationship Id="rId16" Type="http://schemas.openxmlformats.org/officeDocument/2006/relationships/tags" Target="../tags/tag679.xml"/><Relationship Id="rId15" Type="http://schemas.openxmlformats.org/officeDocument/2006/relationships/tags" Target="../tags/tag678.xml"/><Relationship Id="rId14" Type="http://schemas.openxmlformats.org/officeDocument/2006/relationships/tags" Target="../tags/tag677.xml"/><Relationship Id="rId13" Type="http://schemas.openxmlformats.org/officeDocument/2006/relationships/tags" Target="../tags/tag676.xml"/><Relationship Id="rId12" Type="http://schemas.openxmlformats.org/officeDocument/2006/relationships/tags" Target="../tags/tag675.xml"/><Relationship Id="rId11" Type="http://schemas.openxmlformats.org/officeDocument/2006/relationships/tags" Target="../tags/tag674.xml"/><Relationship Id="rId10" Type="http://schemas.openxmlformats.org/officeDocument/2006/relationships/tags" Target="../tags/tag673.xml"/><Relationship Id="rId1" Type="http://schemas.openxmlformats.org/officeDocument/2006/relationships/tags" Target="../tags/tag66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09.xml"/><Relationship Id="rId1" Type="http://schemas.openxmlformats.org/officeDocument/2006/relationships/tags" Target="../tags/tag7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28731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CNPM和YARN</a:t>
            </a:r>
            <a:endParaRPr lang="en-US" altLang="zh-CN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  <a:p>
            <a:pPr marL="0" lvl="0" algn="ctr">
              <a:buNone/>
            </a:pPr>
            <a:r>
              <a:rPr lang="en-US" altLang="zh-CN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安装和使用</a:t>
            </a:r>
            <a:endParaRPr lang="en-US" altLang="zh-CN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393" y="1285973"/>
            <a:ext cx="3643146" cy="21430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79" y="1913641"/>
            <a:ext cx="6963952" cy="3084036"/>
          </a:xfrm>
          <a:prstGeom prst="rect">
            <a:avLst/>
          </a:prstGeom>
        </p:spPr>
      </p:pic>
      <p:sp>
        <p:nvSpPr>
          <p:cNvPr id="30" name="TextBox 76"/>
          <p:cNvSpPr txBox="1"/>
          <p:nvPr>
            <p:custDataLst>
              <p:tags r:id="rId6"/>
            </p:custDataLst>
          </p:nvPr>
        </p:nvSpPr>
        <p:spPr>
          <a:xfrm>
            <a:off x="8879840" y="4041775"/>
            <a:ext cx="2005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国外服务器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Freeform 7"/>
          <p:cNvSpPr/>
          <p:nvPr>
            <p:custDataLst>
              <p:tags r:id="rId7"/>
            </p:custDataLst>
          </p:nvPr>
        </p:nvSpPr>
        <p:spPr bwMode="auto">
          <a:xfrm>
            <a:off x="8495030" y="3782695"/>
            <a:ext cx="811530" cy="937260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chemeClr val="accent3"/>
          </a:solidFill>
          <a:ln w="25400" cap="flat" cmpd="sng" algn="ctr">
            <a:noFill/>
            <a:prstDash val="solid"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Freeform 13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8686800" y="4043680"/>
            <a:ext cx="426720" cy="414655"/>
          </a:xfrm>
          <a:custGeom>
            <a:avLst/>
            <a:gdLst>
              <a:gd name="T0" fmla="*/ 909 w 1006"/>
              <a:gd name="T1" fmla="*/ 858 h 995"/>
              <a:gd name="T2" fmla="*/ 805 w 1006"/>
              <a:gd name="T3" fmla="*/ 858 h 995"/>
              <a:gd name="T4" fmla="*/ 969 w 1006"/>
              <a:gd name="T5" fmla="*/ 97 h 995"/>
              <a:gd name="T6" fmla="*/ 834 w 1006"/>
              <a:gd name="T7" fmla="*/ 0 h 995"/>
              <a:gd name="T8" fmla="*/ 472 w 1006"/>
              <a:gd name="T9" fmla="*/ 323 h 995"/>
              <a:gd name="T10" fmla="*/ 421 w 1006"/>
              <a:gd name="T11" fmla="*/ 397 h 995"/>
              <a:gd name="T12" fmla="*/ 376 w 1006"/>
              <a:gd name="T13" fmla="*/ 419 h 995"/>
              <a:gd name="T14" fmla="*/ 381 w 1006"/>
              <a:gd name="T15" fmla="*/ 556 h 995"/>
              <a:gd name="T16" fmla="*/ 89 w 1006"/>
              <a:gd name="T17" fmla="*/ 810 h 995"/>
              <a:gd name="T18" fmla="*/ 57 w 1006"/>
              <a:gd name="T19" fmla="*/ 995 h 995"/>
              <a:gd name="T20" fmla="*/ 208 w 1006"/>
              <a:gd name="T21" fmla="*/ 844 h 995"/>
              <a:gd name="T22" fmla="*/ 445 w 1006"/>
              <a:gd name="T23" fmla="*/ 621 h 995"/>
              <a:gd name="T24" fmla="*/ 578 w 1006"/>
              <a:gd name="T25" fmla="*/ 621 h 995"/>
              <a:gd name="T26" fmla="*/ 616 w 1006"/>
              <a:gd name="T27" fmla="*/ 537 h 995"/>
              <a:gd name="T28" fmla="*/ 674 w 1006"/>
              <a:gd name="T29" fmla="*/ 525 h 995"/>
              <a:gd name="T30" fmla="*/ 969 w 1006"/>
              <a:gd name="T31" fmla="*/ 97 h 995"/>
              <a:gd name="T32" fmla="*/ 392 w 1006"/>
              <a:gd name="T33" fmla="*/ 325 h 995"/>
              <a:gd name="T34" fmla="*/ 404 w 1006"/>
              <a:gd name="T35" fmla="*/ 312 h 995"/>
              <a:gd name="T36" fmla="*/ 436 w 1006"/>
              <a:gd name="T37" fmla="*/ 281 h 995"/>
              <a:gd name="T38" fmla="*/ 215 w 1006"/>
              <a:gd name="T39" fmla="*/ 1 h 995"/>
              <a:gd name="T40" fmla="*/ 280 w 1006"/>
              <a:gd name="T41" fmla="*/ 160 h 995"/>
              <a:gd name="T42" fmla="*/ 21 w 1006"/>
              <a:gd name="T43" fmla="*/ 195 h 995"/>
              <a:gd name="T44" fmla="*/ 232 w 1006"/>
              <a:gd name="T45" fmla="*/ 447 h 995"/>
              <a:gd name="T46" fmla="*/ 303 w 1006"/>
              <a:gd name="T47" fmla="*/ 433 h 995"/>
              <a:gd name="T48" fmla="*/ 363 w 1006"/>
              <a:gd name="T49" fmla="*/ 354 h 995"/>
              <a:gd name="T50" fmla="*/ 672 w 1006"/>
              <a:gd name="T51" fmla="*/ 606 h 995"/>
              <a:gd name="T52" fmla="*/ 617 w 1006"/>
              <a:gd name="T53" fmla="*/ 660 h 995"/>
              <a:gd name="T54" fmla="*/ 741 w 1006"/>
              <a:gd name="T55" fmla="*/ 871 h 995"/>
              <a:gd name="T56" fmla="*/ 869 w 1006"/>
              <a:gd name="T57" fmla="*/ 995 h 995"/>
              <a:gd name="T58" fmla="*/ 980 w 1006"/>
              <a:gd name="T59" fmla="*/ 825 h 995"/>
              <a:gd name="T60" fmla="*/ 702 w 1006"/>
              <a:gd name="T61" fmla="*/ 576 h 995"/>
              <a:gd name="T62" fmla="*/ 658 w 1006"/>
              <a:gd name="T63" fmla="*/ 579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6" h="995">
                <a:moveTo>
                  <a:pt x="857" y="806"/>
                </a:moveTo>
                <a:cubicBezTo>
                  <a:pt x="886" y="806"/>
                  <a:pt x="909" y="829"/>
                  <a:pt x="909" y="858"/>
                </a:cubicBezTo>
                <a:cubicBezTo>
                  <a:pt x="909" y="887"/>
                  <a:pt x="886" y="910"/>
                  <a:pt x="857" y="910"/>
                </a:cubicBezTo>
                <a:cubicBezTo>
                  <a:pt x="828" y="910"/>
                  <a:pt x="805" y="887"/>
                  <a:pt x="805" y="858"/>
                </a:cubicBezTo>
                <a:cubicBezTo>
                  <a:pt x="805" y="829"/>
                  <a:pt x="828" y="806"/>
                  <a:pt x="857" y="806"/>
                </a:cubicBezTo>
                <a:close/>
                <a:moveTo>
                  <a:pt x="969" y="97"/>
                </a:moveTo>
                <a:lnTo>
                  <a:pt x="900" y="28"/>
                </a:lnTo>
                <a:cubicBezTo>
                  <a:pt x="882" y="9"/>
                  <a:pt x="858" y="0"/>
                  <a:pt x="834" y="0"/>
                </a:cubicBezTo>
                <a:cubicBezTo>
                  <a:pt x="810" y="0"/>
                  <a:pt x="786" y="9"/>
                  <a:pt x="767" y="28"/>
                </a:cubicBezTo>
                <a:lnTo>
                  <a:pt x="472" y="323"/>
                </a:lnTo>
                <a:cubicBezTo>
                  <a:pt x="481" y="340"/>
                  <a:pt x="475" y="367"/>
                  <a:pt x="460" y="381"/>
                </a:cubicBezTo>
                <a:cubicBezTo>
                  <a:pt x="451" y="391"/>
                  <a:pt x="435" y="397"/>
                  <a:pt x="421" y="397"/>
                </a:cubicBezTo>
                <a:cubicBezTo>
                  <a:pt x="414" y="397"/>
                  <a:pt x="408" y="396"/>
                  <a:pt x="402" y="393"/>
                </a:cubicBezTo>
                <a:lnTo>
                  <a:pt x="376" y="419"/>
                </a:lnTo>
                <a:cubicBezTo>
                  <a:pt x="340" y="455"/>
                  <a:pt x="340" y="515"/>
                  <a:pt x="376" y="552"/>
                </a:cubicBezTo>
                <a:lnTo>
                  <a:pt x="381" y="556"/>
                </a:lnTo>
                <a:lnTo>
                  <a:pt x="151" y="787"/>
                </a:lnTo>
                <a:lnTo>
                  <a:pt x="89" y="810"/>
                </a:lnTo>
                <a:lnTo>
                  <a:pt x="0" y="938"/>
                </a:lnTo>
                <a:lnTo>
                  <a:pt x="57" y="995"/>
                </a:lnTo>
                <a:lnTo>
                  <a:pt x="185" y="906"/>
                </a:lnTo>
                <a:lnTo>
                  <a:pt x="208" y="844"/>
                </a:lnTo>
                <a:lnTo>
                  <a:pt x="439" y="614"/>
                </a:lnTo>
                <a:lnTo>
                  <a:pt x="445" y="621"/>
                </a:lnTo>
                <a:cubicBezTo>
                  <a:pt x="464" y="639"/>
                  <a:pt x="488" y="648"/>
                  <a:pt x="512" y="648"/>
                </a:cubicBezTo>
                <a:cubicBezTo>
                  <a:pt x="536" y="648"/>
                  <a:pt x="560" y="639"/>
                  <a:pt x="578" y="621"/>
                </a:cubicBezTo>
                <a:lnTo>
                  <a:pt x="604" y="595"/>
                </a:lnTo>
                <a:cubicBezTo>
                  <a:pt x="596" y="577"/>
                  <a:pt x="602" y="551"/>
                  <a:pt x="616" y="537"/>
                </a:cubicBezTo>
                <a:cubicBezTo>
                  <a:pt x="626" y="527"/>
                  <a:pt x="642" y="521"/>
                  <a:pt x="656" y="521"/>
                </a:cubicBezTo>
                <a:cubicBezTo>
                  <a:pt x="662" y="521"/>
                  <a:pt x="669" y="522"/>
                  <a:pt x="674" y="525"/>
                </a:cubicBezTo>
                <a:lnTo>
                  <a:pt x="969" y="230"/>
                </a:lnTo>
                <a:cubicBezTo>
                  <a:pt x="1006" y="193"/>
                  <a:pt x="1006" y="133"/>
                  <a:pt x="969" y="97"/>
                </a:cubicBezTo>
                <a:close/>
                <a:moveTo>
                  <a:pt x="363" y="354"/>
                </a:moveTo>
                <a:lnTo>
                  <a:pt x="392" y="325"/>
                </a:lnTo>
                <a:lnTo>
                  <a:pt x="418" y="338"/>
                </a:lnTo>
                <a:lnTo>
                  <a:pt x="404" y="312"/>
                </a:lnTo>
                <a:lnTo>
                  <a:pt x="433" y="284"/>
                </a:lnTo>
                <a:lnTo>
                  <a:pt x="436" y="281"/>
                </a:lnTo>
                <a:cubicBezTo>
                  <a:pt x="442" y="264"/>
                  <a:pt x="446" y="248"/>
                  <a:pt x="446" y="233"/>
                </a:cubicBezTo>
                <a:cubicBezTo>
                  <a:pt x="446" y="115"/>
                  <a:pt x="333" y="0"/>
                  <a:pt x="215" y="1"/>
                </a:cubicBezTo>
                <a:cubicBezTo>
                  <a:pt x="214" y="1"/>
                  <a:pt x="201" y="15"/>
                  <a:pt x="193" y="22"/>
                </a:cubicBezTo>
                <a:cubicBezTo>
                  <a:pt x="288" y="117"/>
                  <a:pt x="280" y="102"/>
                  <a:pt x="280" y="160"/>
                </a:cubicBezTo>
                <a:cubicBezTo>
                  <a:pt x="280" y="207"/>
                  <a:pt x="205" y="282"/>
                  <a:pt x="159" y="282"/>
                </a:cubicBezTo>
                <a:cubicBezTo>
                  <a:pt x="99" y="282"/>
                  <a:pt x="118" y="291"/>
                  <a:pt x="21" y="195"/>
                </a:cubicBezTo>
                <a:cubicBezTo>
                  <a:pt x="14" y="202"/>
                  <a:pt x="0" y="215"/>
                  <a:pt x="0" y="216"/>
                </a:cubicBezTo>
                <a:cubicBezTo>
                  <a:pt x="2" y="334"/>
                  <a:pt x="113" y="447"/>
                  <a:pt x="232" y="447"/>
                </a:cubicBezTo>
                <a:cubicBezTo>
                  <a:pt x="253" y="447"/>
                  <a:pt x="276" y="440"/>
                  <a:pt x="299" y="429"/>
                </a:cubicBezTo>
                <a:lnTo>
                  <a:pt x="303" y="433"/>
                </a:lnTo>
                <a:cubicBezTo>
                  <a:pt x="310" y="414"/>
                  <a:pt x="322" y="395"/>
                  <a:pt x="337" y="380"/>
                </a:cubicBezTo>
                <a:lnTo>
                  <a:pt x="363" y="354"/>
                </a:lnTo>
                <a:close/>
                <a:moveTo>
                  <a:pt x="658" y="579"/>
                </a:moveTo>
                <a:lnTo>
                  <a:pt x="672" y="606"/>
                </a:lnTo>
                <a:lnTo>
                  <a:pt x="644" y="634"/>
                </a:lnTo>
                <a:lnTo>
                  <a:pt x="617" y="660"/>
                </a:lnTo>
                <a:cubicBezTo>
                  <a:pt x="602" y="675"/>
                  <a:pt x="584" y="687"/>
                  <a:pt x="564" y="694"/>
                </a:cubicBezTo>
                <a:lnTo>
                  <a:pt x="741" y="871"/>
                </a:lnTo>
                <a:lnTo>
                  <a:pt x="824" y="983"/>
                </a:lnTo>
                <a:lnTo>
                  <a:pt x="869" y="995"/>
                </a:lnTo>
                <a:lnTo>
                  <a:pt x="992" y="871"/>
                </a:lnTo>
                <a:lnTo>
                  <a:pt x="980" y="825"/>
                </a:lnTo>
                <a:lnTo>
                  <a:pt x="869" y="743"/>
                </a:lnTo>
                <a:lnTo>
                  <a:pt x="702" y="576"/>
                </a:lnTo>
                <a:lnTo>
                  <a:pt x="685" y="592"/>
                </a:lnTo>
                <a:lnTo>
                  <a:pt x="658" y="5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endParaRPr lang="zh-CN" altLang="en-US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箭头: 下弧形 7"/>
          <p:cNvSpPr/>
          <p:nvPr>
            <p:custDataLst>
              <p:tags r:id="rId9"/>
            </p:custDataLst>
          </p:nvPr>
        </p:nvSpPr>
        <p:spPr>
          <a:xfrm rot="8683316">
            <a:off x="6438239" y="1369191"/>
            <a:ext cx="1165384" cy="584462"/>
          </a:xfrm>
          <a:prstGeom prst="curvedUp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箭头: 下弧形 32"/>
          <p:cNvSpPr/>
          <p:nvPr>
            <p:custDataLst>
              <p:tags r:id="rId10"/>
            </p:custDataLst>
          </p:nvPr>
        </p:nvSpPr>
        <p:spPr>
          <a:xfrm rot="9314480">
            <a:off x="4739333" y="1821391"/>
            <a:ext cx="1850057" cy="830256"/>
          </a:xfrm>
          <a:prstGeom prst="curvedUp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箭头: 下弧形 33"/>
          <p:cNvSpPr/>
          <p:nvPr>
            <p:custDataLst>
              <p:tags r:id="rId11"/>
            </p:custDataLst>
          </p:nvPr>
        </p:nvSpPr>
        <p:spPr>
          <a:xfrm rot="9954508">
            <a:off x="669329" y="2111584"/>
            <a:ext cx="4042714" cy="1196900"/>
          </a:xfrm>
          <a:prstGeom prst="curvedUp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箭头: 上弧形 10"/>
          <p:cNvSpPr/>
          <p:nvPr>
            <p:custDataLst>
              <p:tags r:id="rId12"/>
            </p:custDataLst>
          </p:nvPr>
        </p:nvSpPr>
        <p:spPr>
          <a:xfrm rot="9893619">
            <a:off x="1017722" y="3887353"/>
            <a:ext cx="7017770" cy="1619964"/>
          </a:xfrm>
          <a:prstGeom prst="curvedDownArrow">
            <a:avLst/>
          </a:prstGeom>
          <a:solidFill>
            <a:srgbClr val="FF0000"/>
          </a:solidFill>
          <a:ln>
            <a:solidFill>
              <a:schemeClr val="accent1">
                <a:shade val="50000"/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507" y="4868996"/>
            <a:ext cx="955997" cy="955997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33" grpId="0" bldLvl="0" animBg="1"/>
      <p:bldP spid="34" grpId="0" bldLvl="0" animBg="1"/>
      <p:bldP spid="1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2725420" y="2700020"/>
            <a:ext cx="3020695" cy="698500"/>
            <a:chOff x="4292" y="4252"/>
            <a:chExt cx="4757" cy="1100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4292" y="4252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5565" y="4602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7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CNPM安装与使用</a:t>
              </a:r>
              <a:endParaRPr lang="en-US" altLang="zh-CN" sz="17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6953250" y="2700020"/>
            <a:ext cx="3020695" cy="698500"/>
            <a:chOff x="10950" y="4252"/>
            <a:chExt cx="4757" cy="1100"/>
          </a:xfrm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0950" y="4252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7"/>
              </p:custDataLst>
            </p:nvPr>
          </p:nvSpPr>
          <p:spPr>
            <a:xfrm>
              <a:off x="12223" y="4602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fontScale="7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24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YARN安装与使用</a:t>
              </a:r>
              <a:endParaRPr lang="en-US" altLang="zh-CN" sz="24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en-US" altLang="zh-CN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包管理机制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圆角矩形 8"/>
          <p:cNvSpPr/>
          <p:nvPr>
            <p:custDataLst>
              <p:tags r:id="rId3"/>
            </p:custDataLst>
          </p:nvPr>
        </p:nvSpPr>
        <p:spPr>
          <a:xfrm>
            <a:off x="618424" y="1113881"/>
            <a:ext cx="3561530" cy="58477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包管理机制的种类：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0" name="Freeform 9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088890" y="3308350"/>
            <a:ext cx="243205" cy="293370"/>
          </a:xfrm>
          <a:custGeom>
            <a:avLst/>
            <a:gdLst>
              <a:gd name="T0" fmla="*/ 16 w 29"/>
              <a:gd name="T1" fmla="*/ 0 h 35"/>
              <a:gd name="T2" fmla="*/ 15 w 29"/>
              <a:gd name="T3" fmla="*/ 0 h 35"/>
              <a:gd name="T4" fmla="*/ 14 w 29"/>
              <a:gd name="T5" fmla="*/ 1 h 35"/>
              <a:gd name="T6" fmla="*/ 0 w 29"/>
              <a:gd name="T7" fmla="*/ 19 h 35"/>
              <a:gd name="T8" fmla="*/ 0 w 29"/>
              <a:gd name="T9" fmla="*/ 21 h 35"/>
              <a:gd name="T10" fmla="*/ 19 w 29"/>
              <a:gd name="T11" fmla="*/ 35 h 35"/>
              <a:gd name="T12" fmla="*/ 20 w 29"/>
              <a:gd name="T13" fmla="*/ 35 h 35"/>
              <a:gd name="T14" fmla="*/ 21 w 29"/>
              <a:gd name="T15" fmla="*/ 35 h 35"/>
              <a:gd name="T16" fmla="*/ 16 w 29"/>
              <a:gd name="T17" fmla="*/ 0 h 35"/>
              <a:gd name="T18" fmla="*/ 19 w 29"/>
              <a:gd name="T19" fmla="*/ 32 h 35"/>
              <a:gd name="T20" fmla="*/ 4 w 29"/>
              <a:gd name="T21" fmla="*/ 20 h 35"/>
              <a:gd name="T22" fmla="*/ 16 w 29"/>
              <a:gd name="T23" fmla="*/ 4 h 35"/>
              <a:gd name="T24" fmla="*/ 19 w 29"/>
              <a:gd name="T25" fmla="*/ 3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35">
                <a:moveTo>
                  <a:pt x="16" y="0"/>
                </a:moveTo>
                <a:cubicBezTo>
                  <a:pt x="16" y="0"/>
                  <a:pt x="15" y="0"/>
                  <a:pt x="15" y="0"/>
                </a:cubicBezTo>
                <a:cubicBezTo>
                  <a:pt x="15" y="0"/>
                  <a:pt x="14" y="0"/>
                  <a:pt x="14" y="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0"/>
                  <a:pt x="0" y="21"/>
                  <a:pt x="0" y="21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20" y="35"/>
                  <a:pt x="20" y="35"/>
                </a:cubicBezTo>
                <a:cubicBezTo>
                  <a:pt x="20" y="35"/>
                  <a:pt x="21" y="35"/>
                  <a:pt x="21" y="35"/>
                </a:cubicBezTo>
                <a:cubicBezTo>
                  <a:pt x="29" y="24"/>
                  <a:pt x="27" y="8"/>
                  <a:pt x="16" y="0"/>
                </a:cubicBezTo>
                <a:close/>
                <a:moveTo>
                  <a:pt x="19" y="32"/>
                </a:moveTo>
                <a:cubicBezTo>
                  <a:pt x="4" y="20"/>
                  <a:pt x="4" y="20"/>
                  <a:pt x="4" y="20"/>
                </a:cubicBezTo>
                <a:cubicBezTo>
                  <a:pt x="16" y="4"/>
                  <a:pt x="16" y="4"/>
                  <a:pt x="16" y="4"/>
                </a:cubicBezTo>
                <a:cubicBezTo>
                  <a:pt x="24" y="11"/>
                  <a:pt x="25" y="23"/>
                  <a:pt x="19" y="3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83945" y="2423795"/>
            <a:ext cx="4975860" cy="2388235"/>
            <a:chOff x="1707" y="3817"/>
            <a:chExt cx="7836" cy="3761"/>
          </a:xfrm>
        </p:grpSpPr>
        <p:sp>
          <p:nvSpPr>
            <p:cNvPr id="17" name="Freeform 9"/>
            <p:cNvSpPr/>
            <p:nvPr>
              <p:custDataLst>
                <p:tags r:id="rId5"/>
              </p:custDataLst>
            </p:nvPr>
          </p:nvSpPr>
          <p:spPr bwMode="auto">
            <a:xfrm>
              <a:off x="6283" y="3817"/>
              <a:ext cx="3260" cy="3261"/>
            </a:xfrm>
            <a:custGeom>
              <a:avLst/>
              <a:gdLst>
                <a:gd name="T0" fmla="*/ 144 w 287"/>
                <a:gd name="T1" fmla="*/ 0 h 288"/>
                <a:gd name="T2" fmla="*/ 84 w 287"/>
                <a:gd name="T3" fmla="*/ 57 h 288"/>
                <a:gd name="T4" fmla="*/ 64 w 287"/>
                <a:gd name="T5" fmla="*/ 37 h 288"/>
                <a:gd name="T6" fmla="*/ 42 w 287"/>
                <a:gd name="T7" fmla="*/ 42 h 288"/>
                <a:gd name="T8" fmla="*/ 37 w 287"/>
                <a:gd name="T9" fmla="*/ 64 h 288"/>
                <a:gd name="T10" fmla="*/ 57 w 287"/>
                <a:gd name="T11" fmla="*/ 84 h 288"/>
                <a:gd name="T12" fmla="*/ 0 w 287"/>
                <a:gd name="T13" fmla="*/ 144 h 288"/>
                <a:gd name="T14" fmla="*/ 60 w 287"/>
                <a:gd name="T15" fmla="*/ 201 h 288"/>
                <a:gd name="T16" fmla="*/ 80 w 287"/>
                <a:gd name="T17" fmla="*/ 181 h 288"/>
                <a:gd name="T18" fmla="*/ 102 w 287"/>
                <a:gd name="T19" fmla="*/ 185 h 288"/>
                <a:gd name="T20" fmla="*/ 107 w 287"/>
                <a:gd name="T21" fmla="*/ 207 h 288"/>
                <a:gd name="T22" fmla="*/ 87 w 287"/>
                <a:gd name="T23" fmla="*/ 228 h 288"/>
                <a:gd name="T24" fmla="*/ 144 w 287"/>
                <a:gd name="T25" fmla="*/ 288 h 288"/>
                <a:gd name="T26" fmla="*/ 204 w 287"/>
                <a:gd name="T27" fmla="*/ 231 h 288"/>
                <a:gd name="T28" fmla="*/ 224 w 287"/>
                <a:gd name="T29" fmla="*/ 251 h 288"/>
                <a:gd name="T30" fmla="*/ 246 w 287"/>
                <a:gd name="T31" fmla="*/ 246 h 288"/>
                <a:gd name="T32" fmla="*/ 251 w 287"/>
                <a:gd name="T33" fmla="*/ 224 h 288"/>
                <a:gd name="T34" fmla="*/ 231 w 287"/>
                <a:gd name="T35" fmla="*/ 204 h 288"/>
                <a:gd name="T36" fmla="*/ 287 w 287"/>
                <a:gd name="T37" fmla="*/ 144 h 288"/>
                <a:gd name="T38" fmla="*/ 227 w 287"/>
                <a:gd name="T39" fmla="*/ 87 h 288"/>
                <a:gd name="T40" fmla="*/ 207 w 287"/>
                <a:gd name="T41" fmla="*/ 108 h 288"/>
                <a:gd name="T42" fmla="*/ 185 w 287"/>
                <a:gd name="T43" fmla="*/ 103 h 288"/>
                <a:gd name="T44" fmla="*/ 180 w 287"/>
                <a:gd name="T45" fmla="*/ 81 h 288"/>
                <a:gd name="T46" fmla="*/ 200 w 287"/>
                <a:gd name="T47" fmla="*/ 61 h 288"/>
                <a:gd name="T48" fmla="*/ 144 w 287"/>
                <a:gd name="T4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144" y="0"/>
                  </a:moveTo>
                  <a:cubicBezTo>
                    <a:pt x="144" y="0"/>
                    <a:pt x="94" y="60"/>
                    <a:pt x="84" y="57"/>
                  </a:cubicBezTo>
                  <a:cubicBezTo>
                    <a:pt x="73" y="55"/>
                    <a:pt x="69" y="42"/>
                    <a:pt x="64" y="37"/>
                  </a:cubicBezTo>
                  <a:cubicBezTo>
                    <a:pt x="58" y="32"/>
                    <a:pt x="49" y="35"/>
                    <a:pt x="42" y="42"/>
                  </a:cubicBezTo>
                  <a:cubicBezTo>
                    <a:pt x="34" y="49"/>
                    <a:pt x="31" y="59"/>
                    <a:pt x="37" y="64"/>
                  </a:cubicBezTo>
                  <a:cubicBezTo>
                    <a:pt x="42" y="69"/>
                    <a:pt x="54" y="74"/>
                    <a:pt x="57" y="84"/>
                  </a:cubicBezTo>
                  <a:cubicBezTo>
                    <a:pt x="59" y="95"/>
                    <a:pt x="0" y="144"/>
                    <a:pt x="0" y="144"/>
                  </a:cubicBezTo>
                  <a:cubicBezTo>
                    <a:pt x="0" y="144"/>
                    <a:pt x="50" y="203"/>
                    <a:pt x="60" y="201"/>
                  </a:cubicBezTo>
                  <a:cubicBezTo>
                    <a:pt x="71" y="198"/>
                    <a:pt x="75" y="186"/>
                    <a:pt x="80" y="181"/>
                  </a:cubicBezTo>
                  <a:cubicBezTo>
                    <a:pt x="86" y="175"/>
                    <a:pt x="95" y="178"/>
                    <a:pt x="102" y="185"/>
                  </a:cubicBezTo>
                  <a:cubicBezTo>
                    <a:pt x="110" y="193"/>
                    <a:pt x="113" y="202"/>
                    <a:pt x="107" y="207"/>
                  </a:cubicBezTo>
                  <a:cubicBezTo>
                    <a:pt x="102" y="213"/>
                    <a:pt x="90" y="217"/>
                    <a:pt x="87" y="228"/>
                  </a:cubicBezTo>
                  <a:cubicBezTo>
                    <a:pt x="85" y="238"/>
                    <a:pt x="144" y="288"/>
                    <a:pt x="144" y="288"/>
                  </a:cubicBezTo>
                  <a:cubicBezTo>
                    <a:pt x="144" y="288"/>
                    <a:pt x="193" y="228"/>
                    <a:pt x="204" y="231"/>
                  </a:cubicBezTo>
                  <a:cubicBezTo>
                    <a:pt x="214" y="233"/>
                    <a:pt x="219" y="246"/>
                    <a:pt x="224" y="251"/>
                  </a:cubicBezTo>
                  <a:cubicBezTo>
                    <a:pt x="229" y="256"/>
                    <a:pt x="238" y="254"/>
                    <a:pt x="246" y="246"/>
                  </a:cubicBezTo>
                  <a:cubicBezTo>
                    <a:pt x="253" y="239"/>
                    <a:pt x="256" y="230"/>
                    <a:pt x="251" y="224"/>
                  </a:cubicBezTo>
                  <a:cubicBezTo>
                    <a:pt x="245" y="219"/>
                    <a:pt x="233" y="215"/>
                    <a:pt x="231" y="204"/>
                  </a:cubicBezTo>
                  <a:cubicBezTo>
                    <a:pt x="228" y="194"/>
                    <a:pt x="287" y="144"/>
                    <a:pt x="287" y="144"/>
                  </a:cubicBezTo>
                  <a:cubicBezTo>
                    <a:pt x="287" y="144"/>
                    <a:pt x="238" y="85"/>
                    <a:pt x="227" y="87"/>
                  </a:cubicBezTo>
                  <a:cubicBezTo>
                    <a:pt x="217" y="90"/>
                    <a:pt x="212" y="102"/>
                    <a:pt x="207" y="108"/>
                  </a:cubicBezTo>
                  <a:cubicBezTo>
                    <a:pt x="202" y="113"/>
                    <a:pt x="193" y="110"/>
                    <a:pt x="185" y="103"/>
                  </a:cubicBezTo>
                  <a:cubicBezTo>
                    <a:pt x="178" y="95"/>
                    <a:pt x="175" y="86"/>
                    <a:pt x="180" y="81"/>
                  </a:cubicBezTo>
                  <a:cubicBezTo>
                    <a:pt x="186" y="75"/>
                    <a:pt x="198" y="71"/>
                    <a:pt x="200" y="61"/>
                  </a:cubicBezTo>
                  <a:cubicBezTo>
                    <a:pt x="203" y="50"/>
                    <a:pt x="144" y="0"/>
                    <a:pt x="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Freeform 9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498" y="5171"/>
              <a:ext cx="635" cy="659"/>
            </a:xfrm>
            <a:custGeom>
              <a:avLst/>
              <a:gdLst>
                <a:gd name="T0" fmla="*/ 30 w 48"/>
                <a:gd name="T1" fmla="*/ 24 h 50"/>
                <a:gd name="T2" fmla="*/ 27 w 48"/>
                <a:gd name="T3" fmla="*/ 2 h 50"/>
                <a:gd name="T4" fmla="*/ 25 w 48"/>
                <a:gd name="T5" fmla="*/ 0 h 50"/>
                <a:gd name="T6" fmla="*/ 9 w 48"/>
                <a:gd name="T7" fmla="*/ 10 h 50"/>
                <a:gd name="T8" fmla="*/ 13 w 48"/>
                <a:gd name="T9" fmla="*/ 44 h 50"/>
                <a:gd name="T10" fmla="*/ 32 w 48"/>
                <a:gd name="T11" fmla="*/ 49 h 50"/>
                <a:gd name="T12" fmla="*/ 48 w 48"/>
                <a:gd name="T13" fmla="*/ 39 h 50"/>
                <a:gd name="T14" fmla="*/ 48 w 48"/>
                <a:gd name="T15" fmla="*/ 37 h 50"/>
                <a:gd name="T16" fmla="*/ 30 w 48"/>
                <a:gd name="T17" fmla="*/ 24 h 50"/>
                <a:gd name="T18" fmla="*/ 31 w 48"/>
                <a:gd name="T19" fmla="*/ 46 h 50"/>
                <a:gd name="T20" fmla="*/ 15 w 48"/>
                <a:gd name="T21" fmla="*/ 42 h 50"/>
                <a:gd name="T22" fmla="*/ 11 w 48"/>
                <a:gd name="T23" fmla="*/ 12 h 50"/>
                <a:gd name="T24" fmla="*/ 24 w 48"/>
                <a:gd name="T25" fmla="*/ 4 h 50"/>
                <a:gd name="T26" fmla="*/ 27 w 48"/>
                <a:gd name="T27" fmla="*/ 25 h 50"/>
                <a:gd name="T28" fmla="*/ 27 w 48"/>
                <a:gd name="T29" fmla="*/ 26 h 50"/>
                <a:gd name="T30" fmla="*/ 44 w 48"/>
                <a:gd name="T31" fmla="*/ 39 h 50"/>
                <a:gd name="T32" fmla="*/ 31 w 48"/>
                <a:gd name="T33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0">
                  <a:moveTo>
                    <a:pt x="30" y="24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6" y="1"/>
                    <a:pt x="26" y="0"/>
                    <a:pt x="25" y="0"/>
                  </a:cubicBezTo>
                  <a:cubicBezTo>
                    <a:pt x="18" y="1"/>
                    <a:pt x="13" y="5"/>
                    <a:pt x="9" y="10"/>
                  </a:cubicBezTo>
                  <a:cubicBezTo>
                    <a:pt x="0" y="21"/>
                    <a:pt x="3" y="36"/>
                    <a:pt x="13" y="44"/>
                  </a:cubicBezTo>
                  <a:cubicBezTo>
                    <a:pt x="19" y="48"/>
                    <a:pt x="25" y="50"/>
                    <a:pt x="32" y="49"/>
                  </a:cubicBezTo>
                  <a:cubicBezTo>
                    <a:pt x="38" y="48"/>
                    <a:pt x="44" y="45"/>
                    <a:pt x="48" y="39"/>
                  </a:cubicBezTo>
                  <a:cubicBezTo>
                    <a:pt x="48" y="39"/>
                    <a:pt x="48" y="38"/>
                    <a:pt x="48" y="37"/>
                  </a:cubicBezTo>
                  <a:lnTo>
                    <a:pt x="30" y="24"/>
                  </a:lnTo>
                  <a:close/>
                  <a:moveTo>
                    <a:pt x="31" y="46"/>
                  </a:moveTo>
                  <a:cubicBezTo>
                    <a:pt x="26" y="47"/>
                    <a:pt x="20" y="45"/>
                    <a:pt x="15" y="42"/>
                  </a:cubicBezTo>
                  <a:cubicBezTo>
                    <a:pt x="6" y="35"/>
                    <a:pt x="4" y="21"/>
                    <a:pt x="11" y="12"/>
                  </a:cubicBezTo>
                  <a:cubicBezTo>
                    <a:pt x="14" y="8"/>
                    <a:pt x="19" y="5"/>
                    <a:pt x="24" y="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6"/>
                    <a:pt x="27" y="26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43"/>
                    <a:pt x="36" y="45"/>
                    <a:pt x="31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Freeform 97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7881" y="5065"/>
              <a:ext cx="264" cy="356"/>
            </a:xfrm>
            <a:custGeom>
              <a:avLst/>
              <a:gdLst>
                <a:gd name="T0" fmla="*/ 4 w 20"/>
                <a:gd name="T1" fmla="*/ 27 h 27"/>
                <a:gd name="T2" fmla="*/ 5 w 20"/>
                <a:gd name="T3" fmla="*/ 27 h 27"/>
                <a:gd name="T4" fmla="*/ 6 w 20"/>
                <a:gd name="T5" fmla="*/ 27 h 27"/>
                <a:gd name="T6" fmla="*/ 20 w 20"/>
                <a:gd name="T7" fmla="*/ 8 h 27"/>
                <a:gd name="T8" fmla="*/ 20 w 20"/>
                <a:gd name="T9" fmla="*/ 7 h 27"/>
                <a:gd name="T10" fmla="*/ 19 w 20"/>
                <a:gd name="T11" fmla="*/ 6 h 27"/>
                <a:gd name="T12" fmla="*/ 1 w 20"/>
                <a:gd name="T13" fmla="*/ 1 h 27"/>
                <a:gd name="T14" fmla="*/ 0 w 20"/>
                <a:gd name="T15" fmla="*/ 3 h 27"/>
                <a:gd name="T16" fmla="*/ 3 w 20"/>
                <a:gd name="T17" fmla="*/ 26 h 27"/>
                <a:gd name="T18" fmla="*/ 4 w 20"/>
                <a:gd name="T19" fmla="*/ 27 h 27"/>
                <a:gd name="T20" fmla="*/ 16 w 20"/>
                <a:gd name="T21" fmla="*/ 8 h 27"/>
                <a:gd name="T22" fmla="*/ 5 w 20"/>
                <a:gd name="T23" fmla="*/ 22 h 27"/>
                <a:gd name="T24" fmla="*/ 3 w 20"/>
                <a:gd name="T25" fmla="*/ 4 h 27"/>
                <a:gd name="T26" fmla="*/ 16 w 20"/>
                <a:gd name="T27" fmla="*/ 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7">
                  <a:moveTo>
                    <a:pt x="4" y="27"/>
                  </a:moveTo>
                  <a:cubicBezTo>
                    <a:pt x="4" y="27"/>
                    <a:pt x="4" y="27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7"/>
                    <a:pt x="20" y="6"/>
                    <a:pt x="19" y="6"/>
                  </a:cubicBezTo>
                  <a:cubicBezTo>
                    <a:pt x="14" y="2"/>
                    <a:pt x="7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3" y="27"/>
                    <a:pt x="4" y="27"/>
                  </a:cubicBezTo>
                  <a:close/>
                  <a:moveTo>
                    <a:pt x="16" y="8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8" y="4"/>
                    <a:pt x="12" y="5"/>
                    <a:pt x="16" y="8"/>
                  </a:cubicBezTo>
                  <a:close/>
                </a:path>
              </a:pathLst>
            </a:custGeom>
            <a:solidFill>
              <a:schemeClr val="lt2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TextBox 3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07" y="3824"/>
              <a:ext cx="354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NPM</a:t>
              </a:r>
              <a:endParaRPr 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6" name="TextBox 3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707" y="4988"/>
              <a:ext cx="4465" cy="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ode.js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自带包管理机制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优点：可快速使用，内容全面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eaLnBrk="1" hangingPunct="1">
                <a:lnSpc>
                  <a:spcPct val="130000"/>
                </a:lnSpc>
              </a:pP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缺点：服务器在国外，下载包的速度较慢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49930" y="1395730"/>
            <a:ext cx="6176010" cy="4596765"/>
            <a:chOff x="5118" y="2198"/>
            <a:chExt cx="9726" cy="7239"/>
          </a:xfrm>
        </p:grpSpPr>
        <p:sp>
          <p:nvSpPr>
            <p:cNvPr id="26" name="Freeform 8"/>
            <p:cNvSpPr/>
            <p:nvPr>
              <p:custDataLst>
                <p:tags r:id="rId10"/>
              </p:custDataLst>
            </p:nvPr>
          </p:nvSpPr>
          <p:spPr bwMode="auto">
            <a:xfrm>
              <a:off x="7908" y="2198"/>
              <a:ext cx="3271" cy="3250"/>
            </a:xfrm>
            <a:custGeom>
              <a:avLst/>
              <a:gdLst>
                <a:gd name="T0" fmla="*/ 246 w 288"/>
                <a:gd name="T1" fmla="*/ 246 h 287"/>
                <a:gd name="T2" fmla="*/ 224 w 288"/>
                <a:gd name="T3" fmla="*/ 251 h 287"/>
                <a:gd name="T4" fmla="*/ 204 w 288"/>
                <a:gd name="T5" fmla="*/ 231 h 287"/>
                <a:gd name="T6" fmla="*/ 144 w 288"/>
                <a:gd name="T7" fmla="*/ 287 h 287"/>
                <a:gd name="T8" fmla="*/ 84 w 288"/>
                <a:gd name="T9" fmla="*/ 231 h 287"/>
                <a:gd name="T10" fmla="*/ 64 w 288"/>
                <a:gd name="T11" fmla="*/ 251 h 287"/>
                <a:gd name="T12" fmla="*/ 42 w 288"/>
                <a:gd name="T13" fmla="*/ 246 h 287"/>
                <a:gd name="T14" fmla="*/ 37 w 288"/>
                <a:gd name="T15" fmla="*/ 224 h 287"/>
                <a:gd name="T16" fmla="*/ 57 w 288"/>
                <a:gd name="T17" fmla="*/ 204 h 287"/>
                <a:gd name="T18" fmla="*/ 0 w 288"/>
                <a:gd name="T19" fmla="*/ 144 h 287"/>
                <a:gd name="T20" fmla="*/ 57 w 288"/>
                <a:gd name="T21" fmla="*/ 84 h 287"/>
                <a:gd name="T22" fmla="*/ 37 w 288"/>
                <a:gd name="T23" fmla="*/ 64 h 287"/>
                <a:gd name="T24" fmla="*/ 42 w 288"/>
                <a:gd name="T25" fmla="*/ 42 h 287"/>
                <a:gd name="T26" fmla="*/ 64 w 288"/>
                <a:gd name="T27" fmla="*/ 37 h 287"/>
                <a:gd name="T28" fmla="*/ 84 w 288"/>
                <a:gd name="T29" fmla="*/ 57 h 287"/>
                <a:gd name="T30" fmla="*/ 144 w 288"/>
                <a:gd name="T31" fmla="*/ 0 h 287"/>
                <a:gd name="T32" fmla="*/ 204 w 288"/>
                <a:gd name="T33" fmla="*/ 57 h 287"/>
                <a:gd name="T34" fmla="*/ 224 w 288"/>
                <a:gd name="T35" fmla="*/ 37 h 287"/>
                <a:gd name="T36" fmla="*/ 246 w 288"/>
                <a:gd name="T37" fmla="*/ 42 h 287"/>
                <a:gd name="T38" fmla="*/ 251 w 288"/>
                <a:gd name="T39" fmla="*/ 64 h 287"/>
                <a:gd name="T40" fmla="*/ 231 w 288"/>
                <a:gd name="T41" fmla="*/ 84 h 287"/>
                <a:gd name="T42" fmla="*/ 288 w 288"/>
                <a:gd name="T43" fmla="*/ 144 h 287"/>
                <a:gd name="T44" fmla="*/ 231 w 288"/>
                <a:gd name="T45" fmla="*/ 204 h 287"/>
                <a:gd name="T46" fmla="*/ 251 w 288"/>
                <a:gd name="T47" fmla="*/ 224 h 287"/>
                <a:gd name="T48" fmla="*/ 246 w 288"/>
                <a:gd name="T49" fmla="*/ 24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8" h="287">
                  <a:moveTo>
                    <a:pt x="246" y="246"/>
                  </a:moveTo>
                  <a:cubicBezTo>
                    <a:pt x="239" y="253"/>
                    <a:pt x="230" y="256"/>
                    <a:pt x="224" y="251"/>
                  </a:cubicBezTo>
                  <a:cubicBezTo>
                    <a:pt x="219" y="245"/>
                    <a:pt x="215" y="233"/>
                    <a:pt x="204" y="231"/>
                  </a:cubicBezTo>
                  <a:cubicBezTo>
                    <a:pt x="193" y="228"/>
                    <a:pt x="144" y="287"/>
                    <a:pt x="144" y="287"/>
                  </a:cubicBezTo>
                  <a:cubicBezTo>
                    <a:pt x="144" y="287"/>
                    <a:pt x="95" y="228"/>
                    <a:pt x="84" y="231"/>
                  </a:cubicBezTo>
                  <a:cubicBezTo>
                    <a:pt x="73" y="233"/>
                    <a:pt x="69" y="245"/>
                    <a:pt x="64" y="251"/>
                  </a:cubicBezTo>
                  <a:cubicBezTo>
                    <a:pt x="59" y="256"/>
                    <a:pt x="49" y="253"/>
                    <a:pt x="42" y="246"/>
                  </a:cubicBezTo>
                  <a:cubicBezTo>
                    <a:pt x="35" y="238"/>
                    <a:pt x="32" y="229"/>
                    <a:pt x="37" y="224"/>
                  </a:cubicBezTo>
                  <a:cubicBezTo>
                    <a:pt x="42" y="219"/>
                    <a:pt x="55" y="214"/>
                    <a:pt x="57" y="204"/>
                  </a:cubicBezTo>
                  <a:cubicBezTo>
                    <a:pt x="60" y="193"/>
                    <a:pt x="0" y="144"/>
                    <a:pt x="0" y="144"/>
                  </a:cubicBezTo>
                  <a:cubicBezTo>
                    <a:pt x="0" y="144"/>
                    <a:pt x="60" y="94"/>
                    <a:pt x="57" y="84"/>
                  </a:cubicBezTo>
                  <a:cubicBezTo>
                    <a:pt x="55" y="73"/>
                    <a:pt x="42" y="69"/>
                    <a:pt x="37" y="64"/>
                  </a:cubicBezTo>
                  <a:cubicBezTo>
                    <a:pt x="32" y="58"/>
                    <a:pt x="35" y="49"/>
                    <a:pt x="42" y="42"/>
                  </a:cubicBezTo>
                  <a:cubicBezTo>
                    <a:pt x="49" y="34"/>
                    <a:pt x="59" y="31"/>
                    <a:pt x="64" y="37"/>
                  </a:cubicBezTo>
                  <a:cubicBezTo>
                    <a:pt x="69" y="42"/>
                    <a:pt x="74" y="54"/>
                    <a:pt x="84" y="57"/>
                  </a:cubicBezTo>
                  <a:cubicBezTo>
                    <a:pt x="95" y="59"/>
                    <a:pt x="144" y="0"/>
                    <a:pt x="144" y="0"/>
                  </a:cubicBezTo>
                  <a:cubicBezTo>
                    <a:pt x="144" y="0"/>
                    <a:pt x="193" y="59"/>
                    <a:pt x="204" y="57"/>
                  </a:cubicBezTo>
                  <a:cubicBezTo>
                    <a:pt x="215" y="54"/>
                    <a:pt x="219" y="42"/>
                    <a:pt x="224" y="37"/>
                  </a:cubicBezTo>
                  <a:cubicBezTo>
                    <a:pt x="230" y="31"/>
                    <a:pt x="239" y="34"/>
                    <a:pt x="246" y="42"/>
                  </a:cubicBezTo>
                  <a:cubicBezTo>
                    <a:pt x="253" y="49"/>
                    <a:pt x="256" y="58"/>
                    <a:pt x="251" y="64"/>
                  </a:cubicBezTo>
                  <a:cubicBezTo>
                    <a:pt x="246" y="69"/>
                    <a:pt x="233" y="73"/>
                    <a:pt x="231" y="84"/>
                  </a:cubicBezTo>
                  <a:cubicBezTo>
                    <a:pt x="228" y="94"/>
                    <a:pt x="288" y="144"/>
                    <a:pt x="288" y="144"/>
                  </a:cubicBezTo>
                  <a:cubicBezTo>
                    <a:pt x="288" y="144"/>
                    <a:pt x="228" y="193"/>
                    <a:pt x="231" y="204"/>
                  </a:cubicBezTo>
                  <a:cubicBezTo>
                    <a:pt x="233" y="214"/>
                    <a:pt x="246" y="219"/>
                    <a:pt x="251" y="224"/>
                  </a:cubicBezTo>
                  <a:cubicBezTo>
                    <a:pt x="256" y="229"/>
                    <a:pt x="253" y="238"/>
                    <a:pt x="246" y="24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 208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9074" y="3321"/>
              <a:ext cx="913" cy="846"/>
            </a:xfrm>
            <a:custGeom>
              <a:avLst/>
              <a:gdLst>
                <a:gd name="T0" fmla="*/ 57 w 69"/>
                <a:gd name="T1" fmla="*/ 6 h 64"/>
                <a:gd name="T2" fmla="*/ 56 w 69"/>
                <a:gd name="T3" fmla="*/ 0 h 64"/>
                <a:gd name="T4" fmla="*/ 38 w 69"/>
                <a:gd name="T5" fmla="*/ 0 h 64"/>
                <a:gd name="T6" fmla="*/ 13 w 69"/>
                <a:gd name="T7" fmla="*/ 0 h 64"/>
                <a:gd name="T8" fmla="*/ 12 w 69"/>
                <a:gd name="T9" fmla="*/ 6 h 64"/>
                <a:gd name="T10" fmla="*/ 0 w 69"/>
                <a:gd name="T11" fmla="*/ 9 h 64"/>
                <a:gd name="T12" fmla="*/ 20 w 69"/>
                <a:gd name="T13" fmla="*/ 35 h 64"/>
                <a:gd name="T14" fmla="*/ 21 w 69"/>
                <a:gd name="T15" fmla="*/ 35 h 64"/>
                <a:gd name="T16" fmla="*/ 15 w 69"/>
                <a:gd name="T17" fmla="*/ 57 h 64"/>
                <a:gd name="T18" fmla="*/ 14 w 69"/>
                <a:gd name="T19" fmla="*/ 63 h 64"/>
                <a:gd name="T20" fmla="*/ 37 w 69"/>
                <a:gd name="T21" fmla="*/ 64 h 64"/>
                <a:gd name="T22" fmla="*/ 54 w 69"/>
                <a:gd name="T23" fmla="*/ 64 h 64"/>
                <a:gd name="T24" fmla="*/ 55 w 69"/>
                <a:gd name="T25" fmla="*/ 59 h 64"/>
                <a:gd name="T26" fmla="*/ 45 w 69"/>
                <a:gd name="T27" fmla="*/ 49 h 64"/>
                <a:gd name="T28" fmla="*/ 49 w 69"/>
                <a:gd name="T29" fmla="*/ 35 h 64"/>
                <a:gd name="T30" fmla="*/ 66 w 69"/>
                <a:gd name="T31" fmla="*/ 22 h 64"/>
                <a:gd name="T32" fmla="*/ 65 w 69"/>
                <a:gd name="T33" fmla="*/ 6 h 64"/>
                <a:gd name="T34" fmla="*/ 4 w 69"/>
                <a:gd name="T35" fmla="*/ 9 h 64"/>
                <a:gd name="T36" fmla="*/ 12 w 69"/>
                <a:gd name="T37" fmla="*/ 9 h 64"/>
                <a:gd name="T38" fmla="*/ 14 w 69"/>
                <a:gd name="T39" fmla="*/ 17 h 64"/>
                <a:gd name="T40" fmla="*/ 14 w 69"/>
                <a:gd name="T41" fmla="*/ 18 h 64"/>
                <a:gd name="T42" fmla="*/ 6 w 69"/>
                <a:gd name="T43" fmla="*/ 20 h 64"/>
                <a:gd name="T44" fmla="*/ 42 w 69"/>
                <a:gd name="T45" fmla="*/ 51 h 64"/>
                <a:gd name="T46" fmla="*/ 52 w 69"/>
                <a:gd name="T47" fmla="*/ 61 h 64"/>
                <a:gd name="T48" fmla="*/ 37 w 69"/>
                <a:gd name="T49" fmla="*/ 61 h 64"/>
                <a:gd name="T50" fmla="*/ 17 w 69"/>
                <a:gd name="T51" fmla="*/ 60 h 64"/>
                <a:gd name="T52" fmla="*/ 37 w 69"/>
                <a:gd name="T53" fmla="*/ 51 h 64"/>
                <a:gd name="T54" fmla="*/ 37 w 69"/>
                <a:gd name="T55" fmla="*/ 48 h 64"/>
                <a:gd name="T56" fmla="*/ 24 w 69"/>
                <a:gd name="T57" fmla="*/ 33 h 64"/>
                <a:gd name="T58" fmla="*/ 31 w 69"/>
                <a:gd name="T59" fmla="*/ 26 h 64"/>
                <a:gd name="T60" fmla="*/ 31 w 69"/>
                <a:gd name="T61" fmla="*/ 23 h 64"/>
                <a:gd name="T62" fmla="*/ 18 w 69"/>
                <a:gd name="T63" fmla="*/ 19 h 64"/>
                <a:gd name="T64" fmla="*/ 41 w 69"/>
                <a:gd name="T65" fmla="*/ 17 h 64"/>
                <a:gd name="T66" fmla="*/ 17 w 69"/>
                <a:gd name="T67" fmla="*/ 16 h 64"/>
                <a:gd name="T68" fmla="*/ 48 w 69"/>
                <a:gd name="T69" fmla="*/ 11 h 64"/>
                <a:gd name="T70" fmla="*/ 48 w 69"/>
                <a:gd name="T71" fmla="*/ 8 h 64"/>
                <a:gd name="T72" fmla="*/ 15 w 69"/>
                <a:gd name="T73" fmla="*/ 3 h 64"/>
                <a:gd name="T74" fmla="*/ 38 w 69"/>
                <a:gd name="T75" fmla="*/ 3 h 64"/>
                <a:gd name="T76" fmla="*/ 54 w 69"/>
                <a:gd name="T77" fmla="*/ 3 h 64"/>
                <a:gd name="T78" fmla="*/ 63 w 69"/>
                <a:gd name="T79" fmla="*/ 20 h 64"/>
                <a:gd name="T80" fmla="*/ 57 w 69"/>
                <a:gd name="T81" fmla="*/ 9 h 64"/>
                <a:gd name="T82" fmla="*/ 65 w 69"/>
                <a:gd name="T83" fmla="*/ 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9" h="64">
                  <a:moveTo>
                    <a:pt x="65" y="6"/>
                  </a:moveTo>
                  <a:cubicBezTo>
                    <a:pt x="57" y="6"/>
                    <a:pt x="57" y="6"/>
                    <a:pt x="57" y="6"/>
                  </a:cubicBezTo>
                  <a:cubicBezTo>
                    <a:pt x="58" y="3"/>
                    <a:pt x="58" y="1"/>
                    <a:pt x="58" y="1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3"/>
                    <a:pt x="12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7"/>
                    <a:pt x="0" y="9"/>
                  </a:cubicBezTo>
                  <a:cubicBezTo>
                    <a:pt x="0" y="10"/>
                    <a:pt x="0" y="16"/>
                    <a:pt x="3" y="22"/>
                  </a:cubicBezTo>
                  <a:cubicBezTo>
                    <a:pt x="6" y="30"/>
                    <a:pt x="12" y="34"/>
                    <a:pt x="20" y="35"/>
                  </a:cubicBezTo>
                  <a:cubicBezTo>
                    <a:pt x="20" y="35"/>
                    <a:pt x="20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41"/>
                    <a:pt x="26" y="46"/>
                    <a:pt x="24" y="49"/>
                  </a:cubicBezTo>
                  <a:cubicBezTo>
                    <a:pt x="23" y="53"/>
                    <a:pt x="18" y="57"/>
                    <a:pt x="15" y="57"/>
                  </a:cubicBezTo>
                  <a:cubicBezTo>
                    <a:pt x="14" y="58"/>
                    <a:pt x="14" y="58"/>
                    <a:pt x="14" y="59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4"/>
                    <a:pt x="15" y="64"/>
                    <a:pt x="16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5" y="64"/>
                    <a:pt x="55" y="64"/>
                    <a:pt x="55" y="63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8"/>
                    <a:pt x="55" y="58"/>
                    <a:pt x="54" y="57"/>
                  </a:cubicBezTo>
                  <a:cubicBezTo>
                    <a:pt x="51" y="57"/>
                    <a:pt x="47" y="53"/>
                    <a:pt x="45" y="49"/>
                  </a:cubicBezTo>
                  <a:cubicBezTo>
                    <a:pt x="44" y="46"/>
                    <a:pt x="45" y="41"/>
                    <a:pt x="48" y="35"/>
                  </a:cubicBezTo>
                  <a:cubicBezTo>
                    <a:pt x="48" y="35"/>
                    <a:pt x="48" y="35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57" y="34"/>
                    <a:pt x="63" y="30"/>
                    <a:pt x="66" y="22"/>
                  </a:cubicBezTo>
                  <a:cubicBezTo>
                    <a:pt x="69" y="16"/>
                    <a:pt x="69" y="10"/>
                    <a:pt x="69" y="9"/>
                  </a:cubicBezTo>
                  <a:cubicBezTo>
                    <a:pt x="69" y="7"/>
                    <a:pt x="67" y="6"/>
                    <a:pt x="65" y="6"/>
                  </a:cubicBezTo>
                  <a:close/>
                  <a:moveTo>
                    <a:pt x="6" y="20"/>
                  </a:moveTo>
                  <a:cubicBezTo>
                    <a:pt x="4" y="15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3" y="12"/>
                    <a:pt x="13" y="14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22"/>
                    <a:pt x="17" y="27"/>
                    <a:pt x="19" y="31"/>
                  </a:cubicBezTo>
                  <a:cubicBezTo>
                    <a:pt x="13" y="30"/>
                    <a:pt x="9" y="27"/>
                    <a:pt x="6" y="20"/>
                  </a:cubicBezTo>
                  <a:close/>
                  <a:moveTo>
                    <a:pt x="45" y="33"/>
                  </a:moveTo>
                  <a:cubicBezTo>
                    <a:pt x="41" y="41"/>
                    <a:pt x="40" y="46"/>
                    <a:pt x="42" y="51"/>
                  </a:cubicBezTo>
                  <a:cubicBezTo>
                    <a:pt x="44" y="55"/>
                    <a:pt x="48" y="59"/>
                    <a:pt x="52" y="60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1" y="59"/>
                    <a:pt x="25" y="55"/>
                    <a:pt x="2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8" y="51"/>
                    <a:pt x="39" y="50"/>
                    <a:pt x="39" y="49"/>
                  </a:cubicBezTo>
                  <a:cubicBezTo>
                    <a:pt x="39" y="49"/>
                    <a:pt x="38" y="48"/>
                    <a:pt x="37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4"/>
                    <a:pt x="27" y="39"/>
                    <a:pt x="24" y="33"/>
                  </a:cubicBezTo>
                  <a:cubicBezTo>
                    <a:pt x="23" y="31"/>
                    <a:pt x="22" y="28"/>
                    <a:pt x="2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2" y="25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2"/>
                    <a:pt x="18" y="20"/>
                    <a:pt x="1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1" y="18"/>
                    <a:pt x="41" y="17"/>
                  </a:cubicBezTo>
                  <a:cubicBezTo>
                    <a:pt x="41" y="16"/>
                    <a:pt x="40" y="16"/>
                    <a:pt x="39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6" y="12"/>
                    <a:pt x="16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0"/>
                    <a:pt x="49" y="9"/>
                  </a:cubicBezTo>
                  <a:cubicBezTo>
                    <a:pt x="49" y="8"/>
                    <a:pt x="49" y="8"/>
                    <a:pt x="48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6"/>
                    <a:pt x="15" y="4"/>
                    <a:pt x="15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7"/>
                    <a:pt x="53" y="19"/>
                    <a:pt x="45" y="33"/>
                  </a:cubicBezTo>
                  <a:close/>
                  <a:moveTo>
                    <a:pt x="63" y="20"/>
                  </a:moveTo>
                  <a:cubicBezTo>
                    <a:pt x="60" y="27"/>
                    <a:pt x="56" y="30"/>
                    <a:pt x="50" y="31"/>
                  </a:cubicBezTo>
                  <a:cubicBezTo>
                    <a:pt x="54" y="23"/>
                    <a:pt x="56" y="15"/>
                    <a:pt x="57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10"/>
                    <a:pt x="65" y="15"/>
                    <a:pt x="63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253" y="7279"/>
              <a:ext cx="269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CNPM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25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118" y="8359"/>
              <a:ext cx="9727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优点：用法与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一致，且速度较快，由淘宝团队搭建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的镜像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缺点：同步频率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分钟一次，存在微小的误差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可忽略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)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59805" y="2423795"/>
            <a:ext cx="4714240" cy="2388870"/>
            <a:chOff x="9543" y="3817"/>
            <a:chExt cx="7424" cy="3762"/>
          </a:xfrm>
        </p:grpSpPr>
        <p:sp>
          <p:nvSpPr>
            <p:cNvPr id="32" name="Freeform 7"/>
            <p:cNvSpPr/>
            <p:nvPr>
              <p:custDataLst>
                <p:tags r:id="rId14"/>
              </p:custDataLst>
            </p:nvPr>
          </p:nvSpPr>
          <p:spPr bwMode="auto">
            <a:xfrm>
              <a:off x="9543" y="3817"/>
              <a:ext cx="3260" cy="3261"/>
            </a:xfrm>
            <a:custGeom>
              <a:avLst/>
              <a:gdLst>
                <a:gd name="T0" fmla="*/ 0 w 287"/>
                <a:gd name="T1" fmla="*/ 144 h 288"/>
                <a:gd name="T2" fmla="*/ 56 w 287"/>
                <a:gd name="T3" fmla="*/ 204 h 288"/>
                <a:gd name="T4" fmla="*/ 36 w 287"/>
                <a:gd name="T5" fmla="*/ 224 h 288"/>
                <a:gd name="T6" fmla="*/ 41 w 287"/>
                <a:gd name="T7" fmla="*/ 246 h 288"/>
                <a:gd name="T8" fmla="*/ 63 w 287"/>
                <a:gd name="T9" fmla="*/ 251 h 288"/>
                <a:gd name="T10" fmla="*/ 83 w 287"/>
                <a:gd name="T11" fmla="*/ 231 h 288"/>
                <a:gd name="T12" fmla="*/ 143 w 287"/>
                <a:gd name="T13" fmla="*/ 288 h 288"/>
                <a:gd name="T14" fmla="*/ 200 w 287"/>
                <a:gd name="T15" fmla="*/ 228 h 288"/>
                <a:gd name="T16" fmla="*/ 180 w 287"/>
                <a:gd name="T17" fmla="*/ 207 h 288"/>
                <a:gd name="T18" fmla="*/ 185 w 287"/>
                <a:gd name="T19" fmla="*/ 185 h 288"/>
                <a:gd name="T20" fmla="*/ 207 w 287"/>
                <a:gd name="T21" fmla="*/ 181 h 288"/>
                <a:gd name="T22" fmla="*/ 227 w 287"/>
                <a:gd name="T23" fmla="*/ 201 h 288"/>
                <a:gd name="T24" fmla="*/ 287 w 287"/>
                <a:gd name="T25" fmla="*/ 144 h 288"/>
                <a:gd name="T26" fmla="*/ 230 w 287"/>
                <a:gd name="T27" fmla="*/ 84 h 288"/>
                <a:gd name="T28" fmla="*/ 250 w 287"/>
                <a:gd name="T29" fmla="*/ 64 h 288"/>
                <a:gd name="T30" fmla="*/ 245 w 287"/>
                <a:gd name="T31" fmla="*/ 42 h 288"/>
                <a:gd name="T32" fmla="*/ 223 w 287"/>
                <a:gd name="T33" fmla="*/ 37 h 288"/>
                <a:gd name="T34" fmla="*/ 203 w 287"/>
                <a:gd name="T35" fmla="*/ 57 h 288"/>
                <a:gd name="T36" fmla="*/ 143 w 287"/>
                <a:gd name="T37" fmla="*/ 0 h 288"/>
                <a:gd name="T38" fmla="*/ 87 w 287"/>
                <a:gd name="T39" fmla="*/ 61 h 288"/>
                <a:gd name="T40" fmla="*/ 107 w 287"/>
                <a:gd name="T41" fmla="*/ 81 h 288"/>
                <a:gd name="T42" fmla="*/ 102 w 287"/>
                <a:gd name="T43" fmla="*/ 103 h 288"/>
                <a:gd name="T44" fmla="*/ 80 w 287"/>
                <a:gd name="T45" fmla="*/ 108 h 288"/>
                <a:gd name="T46" fmla="*/ 60 w 287"/>
                <a:gd name="T47" fmla="*/ 87 h 288"/>
                <a:gd name="T48" fmla="*/ 0 w 287"/>
                <a:gd name="T49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0" y="144"/>
                  </a:moveTo>
                  <a:cubicBezTo>
                    <a:pt x="0" y="144"/>
                    <a:pt x="59" y="194"/>
                    <a:pt x="56" y="204"/>
                  </a:cubicBezTo>
                  <a:cubicBezTo>
                    <a:pt x="54" y="215"/>
                    <a:pt x="42" y="219"/>
                    <a:pt x="36" y="224"/>
                  </a:cubicBezTo>
                  <a:cubicBezTo>
                    <a:pt x="31" y="230"/>
                    <a:pt x="34" y="239"/>
                    <a:pt x="41" y="246"/>
                  </a:cubicBezTo>
                  <a:cubicBezTo>
                    <a:pt x="49" y="254"/>
                    <a:pt x="58" y="256"/>
                    <a:pt x="63" y="251"/>
                  </a:cubicBezTo>
                  <a:cubicBezTo>
                    <a:pt x="69" y="246"/>
                    <a:pt x="73" y="233"/>
                    <a:pt x="83" y="231"/>
                  </a:cubicBezTo>
                  <a:cubicBezTo>
                    <a:pt x="94" y="228"/>
                    <a:pt x="143" y="288"/>
                    <a:pt x="143" y="288"/>
                  </a:cubicBezTo>
                  <a:cubicBezTo>
                    <a:pt x="143" y="288"/>
                    <a:pt x="202" y="238"/>
                    <a:pt x="200" y="228"/>
                  </a:cubicBezTo>
                  <a:cubicBezTo>
                    <a:pt x="197" y="217"/>
                    <a:pt x="185" y="213"/>
                    <a:pt x="180" y="207"/>
                  </a:cubicBezTo>
                  <a:cubicBezTo>
                    <a:pt x="174" y="202"/>
                    <a:pt x="177" y="193"/>
                    <a:pt x="185" y="185"/>
                  </a:cubicBezTo>
                  <a:cubicBezTo>
                    <a:pt x="192" y="178"/>
                    <a:pt x="201" y="175"/>
                    <a:pt x="207" y="181"/>
                  </a:cubicBezTo>
                  <a:cubicBezTo>
                    <a:pt x="212" y="186"/>
                    <a:pt x="216" y="198"/>
                    <a:pt x="227" y="201"/>
                  </a:cubicBezTo>
                  <a:cubicBezTo>
                    <a:pt x="237" y="203"/>
                    <a:pt x="287" y="144"/>
                    <a:pt x="287" y="144"/>
                  </a:cubicBezTo>
                  <a:cubicBezTo>
                    <a:pt x="287" y="144"/>
                    <a:pt x="228" y="95"/>
                    <a:pt x="230" y="84"/>
                  </a:cubicBezTo>
                  <a:cubicBezTo>
                    <a:pt x="233" y="74"/>
                    <a:pt x="245" y="69"/>
                    <a:pt x="250" y="64"/>
                  </a:cubicBezTo>
                  <a:cubicBezTo>
                    <a:pt x="256" y="59"/>
                    <a:pt x="253" y="49"/>
                    <a:pt x="245" y="42"/>
                  </a:cubicBezTo>
                  <a:cubicBezTo>
                    <a:pt x="238" y="35"/>
                    <a:pt x="229" y="32"/>
                    <a:pt x="223" y="37"/>
                  </a:cubicBezTo>
                  <a:cubicBezTo>
                    <a:pt x="218" y="42"/>
                    <a:pt x="214" y="55"/>
                    <a:pt x="203" y="57"/>
                  </a:cubicBezTo>
                  <a:cubicBezTo>
                    <a:pt x="193" y="60"/>
                    <a:pt x="143" y="0"/>
                    <a:pt x="143" y="0"/>
                  </a:cubicBezTo>
                  <a:cubicBezTo>
                    <a:pt x="143" y="0"/>
                    <a:pt x="84" y="50"/>
                    <a:pt x="87" y="61"/>
                  </a:cubicBezTo>
                  <a:cubicBezTo>
                    <a:pt x="89" y="71"/>
                    <a:pt x="101" y="75"/>
                    <a:pt x="107" y="81"/>
                  </a:cubicBezTo>
                  <a:cubicBezTo>
                    <a:pt x="112" y="86"/>
                    <a:pt x="109" y="95"/>
                    <a:pt x="102" y="103"/>
                  </a:cubicBezTo>
                  <a:cubicBezTo>
                    <a:pt x="94" y="110"/>
                    <a:pt x="85" y="113"/>
                    <a:pt x="80" y="108"/>
                  </a:cubicBezTo>
                  <a:cubicBezTo>
                    <a:pt x="75" y="102"/>
                    <a:pt x="70" y="90"/>
                    <a:pt x="60" y="87"/>
                  </a:cubicBezTo>
                  <a:cubicBezTo>
                    <a:pt x="49" y="85"/>
                    <a:pt x="0" y="144"/>
                    <a:pt x="0" y="1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 19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801" y="5032"/>
              <a:ext cx="754" cy="817"/>
            </a:xfrm>
            <a:custGeom>
              <a:avLst/>
              <a:gdLst>
                <a:gd name="T0" fmla="*/ 34 w 57"/>
                <a:gd name="T1" fmla="*/ 0 h 62"/>
                <a:gd name="T2" fmla="*/ 32 w 57"/>
                <a:gd name="T3" fmla="*/ 10 h 62"/>
                <a:gd name="T4" fmla="*/ 30 w 57"/>
                <a:gd name="T5" fmla="*/ 25 h 62"/>
                <a:gd name="T6" fmla="*/ 28 w 57"/>
                <a:gd name="T7" fmla="*/ 25 h 62"/>
                <a:gd name="T8" fmla="*/ 24 w 57"/>
                <a:gd name="T9" fmla="*/ 25 h 62"/>
                <a:gd name="T10" fmla="*/ 24 w 57"/>
                <a:gd name="T11" fmla="*/ 2 h 62"/>
                <a:gd name="T12" fmla="*/ 1 w 57"/>
                <a:gd name="T13" fmla="*/ 0 h 62"/>
                <a:gd name="T14" fmla="*/ 0 w 57"/>
                <a:gd name="T15" fmla="*/ 10 h 62"/>
                <a:gd name="T16" fmla="*/ 0 w 57"/>
                <a:gd name="T17" fmla="*/ 28 h 62"/>
                <a:gd name="T18" fmla="*/ 8 w 57"/>
                <a:gd name="T19" fmla="*/ 60 h 62"/>
                <a:gd name="T20" fmla="*/ 27 w 57"/>
                <a:gd name="T21" fmla="*/ 62 h 62"/>
                <a:gd name="T22" fmla="*/ 30 w 57"/>
                <a:gd name="T23" fmla="*/ 62 h 62"/>
                <a:gd name="T24" fmla="*/ 48 w 57"/>
                <a:gd name="T25" fmla="*/ 60 h 62"/>
                <a:gd name="T26" fmla="*/ 56 w 57"/>
                <a:gd name="T27" fmla="*/ 28 h 62"/>
                <a:gd name="T28" fmla="*/ 57 w 57"/>
                <a:gd name="T29" fmla="*/ 10 h 62"/>
                <a:gd name="T30" fmla="*/ 55 w 57"/>
                <a:gd name="T31" fmla="*/ 0 h 62"/>
                <a:gd name="T32" fmla="*/ 21 w 57"/>
                <a:gd name="T33" fmla="*/ 4 h 62"/>
                <a:gd name="T34" fmla="*/ 3 w 57"/>
                <a:gd name="T35" fmla="*/ 9 h 62"/>
                <a:gd name="T36" fmla="*/ 10 w 57"/>
                <a:gd name="T37" fmla="*/ 48 h 62"/>
                <a:gd name="T38" fmla="*/ 3 w 57"/>
                <a:gd name="T39" fmla="*/ 12 h 62"/>
                <a:gd name="T40" fmla="*/ 10 w 57"/>
                <a:gd name="T41" fmla="*/ 48 h 62"/>
                <a:gd name="T42" fmla="*/ 12 w 57"/>
                <a:gd name="T43" fmla="*/ 59 h 62"/>
                <a:gd name="T44" fmla="*/ 25 w 57"/>
                <a:gd name="T45" fmla="*/ 54 h 62"/>
                <a:gd name="T46" fmla="*/ 25 w 57"/>
                <a:gd name="T47" fmla="*/ 43 h 62"/>
                <a:gd name="T48" fmla="*/ 13 w 57"/>
                <a:gd name="T49" fmla="*/ 50 h 62"/>
                <a:gd name="T50" fmla="*/ 21 w 57"/>
                <a:gd name="T51" fmla="*/ 12 h 62"/>
                <a:gd name="T52" fmla="*/ 22 w 57"/>
                <a:gd name="T53" fmla="*/ 29 h 62"/>
                <a:gd name="T54" fmla="*/ 25 w 57"/>
                <a:gd name="T55" fmla="*/ 36 h 62"/>
                <a:gd name="T56" fmla="*/ 31 w 57"/>
                <a:gd name="T57" fmla="*/ 29 h 62"/>
                <a:gd name="T58" fmla="*/ 36 w 57"/>
                <a:gd name="T59" fmla="*/ 27 h 62"/>
                <a:gd name="T60" fmla="*/ 43 w 57"/>
                <a:gd name="T61" fmla="*/ 12 h 62"/>
                <a:gd name="T62" fmla="*/ 31 w 57"/>
                <a:gd name="T63" fmla="*/ 50 h 62"/>
                <a:gd name="T64" fmla="*/ 25 w 57"/>
                <a:gd name="T65" fmla="*/ 43 h 62"/>
                <a:gd name="T66" fmla="*/ 31 w 57"/>
                <a:gd name="T67" fmla="*/ 59 h 62"/>
                <a:gd name="T68" fmla="*/ 45 w 57"/>
                <a:gd name="T69" fmla="*/ 54 h 62"/>
                <a:gd name="T70" fmla="*/ 53 w 57"/>
                <a:gd name="T71" fmla="*/ 27 h 62"/>
                <a:gd name="T72" fmla="*/ 46 w 57"/>
                <a:gd name="T73" fmla="*/ 12 h 62"/>
                <a:gd name="T74" fmla="*/ 53 w 57"/>
                <a:gd name="T75" fmla="*/ 27 h 62"/>
                <a:gd name="T76" fmla="*/ 36 w 57"/>
                <a:gd name="T77" fmla="*/ 9 h 62"/>
                <a:gd name="T78" fmla="*/ 53 w 57"/>
                <a:gd name="T7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7" h="62">
                  <a:moveTo>
                    <a:pt x="5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2" y="1"/>
                    <a:pt x="32" y="2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1"/>
                    <a:pt x="9" y="62"/>
                    <a:pt x="10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62"/>
                    <a:pt x="28" y="62"/>
                    <a:pt x="28" y="61"/>
                  </a:cubicBezTo>
                  <a:cubicBezTo>
                    <a:pt x="28" y="62"/>
                    <a:pt x="29" y="62"/>
                    <a:pt x="30" y="62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7"/>
                    <a:pt x="57" y="27"/>
                    <a:pt x="57" y="27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0"/>
                    <a:pt x="55" y="0"/>
                  </a:cubicBezTo>
                  <a:close/>
                  <a:moveTo>
                    <a:pt x="3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4"/>
                  </a:lnTo>
                  <a:close/>
                  <a:moveTo>
                    <a:pt x="10" y="48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0" y="12"/>
                    <a:pt x="10" y="12"/>
                    <a:pt x="10" y="12"/>
                  </a:cubicBezTo>
                  <a:lnTo>
                    <a:pt x="10" y="48"/>
                  </a:lnTo>
                  <a:close/>
                  <a:moveTo>
                    <a:pt x="25" y="59"/>
                  </a:moveTo>
                  <a:cubicBezTo>
                    <a:pt x="12" y="59"/>
                    <a:pt x="12" y="59"/>
                    <a:pt x="12" y="59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25" y="54"/>
                    <a:pt x="25" y="54"/>
                    <a:pt x="25" y="54"/>
                  </a:cubicBezTo>
                  <a:lnTo>
                    <a:pt x="25" y="59"/>
                  </a:lnTo>
                  <a:close/>
                  <a:moveTo>
                    <a:pt x="25" y="43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1" y="29"/>
                    <a:pt x="22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6" y="28"/>
                    <a:pt x="36" y="27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25" y="43"/>
                  </a:lnTo>
                  <a:close/>
                  <a:moveTo>
                    <a:pt x="45" y="59"/>
                  </a:moveTo>
                  <a:cubicBezTo>
                    <a:pt x="31" y="59"/>
                    <a:pt x="31" y="59"/>
                    <a:pt x="31" y="59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45" y="54"/>
                    <a:pt x="45" y="54"/>
                    <a:pt x="45" y="54"/>
                  </a:cubicBezTo>
                  <a:lnTo>
                    <a:pt x="45" y="59"/>
                  </a:lnTo>
                  <a:close/>
                  <a:moveTo>
                    <a:pt x="53" y="27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53" y="12"/>
                    <a:pt x="53" y="12"/>
                    <a:pt x="53" y="12"/>
                  </a:cubicBezTo>
                  <a:lnTo>
                    <a:pt x="53" y="27"/>
                  </a:lnTo>
                  <a:close/>
                  <a:moveTo>
                    <a:pt x="53" y="9"/>
                  </a:moveTo>
                  <a:cubicBezTo>
                    <a:pt x="36" y="9"/>
                    <a:pt x="36" y="9"/>
                    <a:pt x="36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53" y="4"/>
                    <a:pt x="53" y="4"/>
                    <a:pt x="53" y="4"/>
                  </a:cubicBezTo>
                  <a:lnTo>
                    <a:pt x="53" y="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TextBox 3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315" y="3825"/>
              <a:ext cx="256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YARN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31" name="TextBox 3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3065" y="4989"/>
              <a:ext cx="3903" cy="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优点：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YARN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相同使用本地缓存，但是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YARN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无需互联网连接即可安装本地缓存，提供离线模式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 eaLnBrk="1" hangingPunct="1">
                <a:lnSpc>
                  <a:spcPct val="13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421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CNPM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安装与使用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34235" y="2138045"/>
            <a:ext cx="8806180" cy="998855"/>
            <a:chOff x="3361" y="3367"/>
            <a:chExt cx="13868" cy="1573"/>
          </a:xfrm>
        </p:grpSpPr>
        <p:sp>
          <p:nvSpPr>
            <p:cNvPr id="64" name="文本框 63"/>
            <p:cNvSpPr txBox="1"/>
            <p:nvPr>
              <p:custDataLst>
                <p:tags r:id="rId3"/>
              </p:custDataLst>
            </p:nvPr>
          </p:nvSpPr>
          <p:spPr>
            <a:xfrm>
              <a:off x="4514" y="3367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第一步：安装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CNPM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，指令如下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3361" y="3483"/>
              <a:ext cx="955" cy="54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514" y="4142"/>
              <a:ext cx="1271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sv-SE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install -g cnpm  --registry=</a:t>
              </a:r>
              <a:r>
                <a:rPr lang="sv-SE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https://registry.npmmirror.com</a:t>
              </a:r>
              <a:endParaRPr lang="sv-SE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73" name="ïsľïḋé"/>
          <p:cNvCxnSpPr/>
          <p:nvPr>
            <p:custDataLst>
              <p:tags r:id="rId5"/>
            </p:custDataLst>
          </p:nvPr>
        </p:nvCxnSpPr>
        <p:spPr>
          <a:xfrm>
            <a:off x="1657350" y="2283460"/>
            <a:ext cx="0" cy="39731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6"/>
            </p:custDataLst>
          </p:nvPr>
        </p:nvSpPr>
        <p:spPr>
          <a:xfrm>
            <a:off x="1597025" y="259334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ś1îḍé"/>
          <p:cNvSpPr/>
          <p:nvPr>
            <p:custDataLst>
              <p:tags r:id="rId7"/>
            </p:custDataLst>
          </p:nvPr>
        </p:nvSpPr>
        <p:spPr>
          <a:xfrm>
            <a:off x="1603375" y="392303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ś1îḍé"/>
          <p:cNvSpPr/>
          <p:nvPr>
            <p:custDataLst>
              <p:tags r:id="rId8"/>
            </p:custDataLst>
          </p:nvPr>
        </p:nvSpPr>
        <p:spPr>
          <a:xfrm>
            <a:off x="1609090" y="533844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9"/>
            </p:custDataLst>
          </p:nvPr>
        </p:nvSpPr>
        <p:spPr>
          <a:xfrm>
            <a:off x="1425575" y="1868805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8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10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1198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使用方式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11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12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安装与使用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CNPM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的步骤。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77720" y="3585845"/>
            <a:ext cx="7519670" cy="975995"/>
            <a:chOff x="3272" y="5647"/>
            <a:chExt cx="11842" cy="1537"/>
          </a:xfrm>
        </p:grpSpPr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4425" y="5647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第二步：命令查看版本号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52"/>
            <p:cNvSpPr/>
            <p:nvPr/>
          </p:nvSpPr>
          <p:spPr>
            <a:xfrm>
              <a:off x="3272" y="5763"/>
              <a:ext cx="955" cy="54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514" y="6386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cnpm -v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077720" y="4876800"/>
            <a:ext cx="7519670" cy="951865"/>
            <a:chOff x="3272" y="7680"/>
            <a:chExt cx="11842" cy="1499"/>
          </a:xfrm>
        </p:grpSpPr>
        <p:sp>
          <p:nvSpPr>
            <p:cNvPr id="36" name="文本框 35"/>
            <p:cNvSpPr txBox="1"/>
            <p:nvPr>
              <p:custDataLst>
                <p:tags r:id="rId14"/>
              </p:custDataLst>
            </p:nvPr>
          </p:nvSpPr>
          <p:spPr>
            <a:xfrm>
              <a:off x="4425" y="7680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第三步：使用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cnpm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命令安装模块：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圆角矩形 52"/>
            <p:cNvSpPr/>
            <p:nvPr/>
          </p:nvSpPr>
          <p:spPr>
            <a:xfrm>
              <a:off x="3272" y="7797"/>
              <a:ext cx="955" cy="54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514" y="8381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cnpm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install 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&lt;package&gt;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28" name="iṣḷiďê"/>
          <p:cNvSpPr/>
          <p:nvPr>
            <p:custDataLst>
              <p:tags r:id="rId15"/>
            </p:custDataLst>
          </p:nvPr>
        </p:nvSpPr>
        <p:spPr bwMode="auto">
          <a:xfrm>
            <a:off x="1519437" y="198016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2950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YARN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安装与使用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34235" y="2138045"/>
            <a:ext cx="7519670" cy="953135"/>
            <a:chOff x="3361" y="3367"/>
            <a:chExt cx="11842" cy="1501"/>
          </a:xfrm>
        </p:grpSpPr>
        <p:sp>
          <p:nvSpPr>
            <p:cNvPr id="64" name="文本框 63"/>
            <p:cNvSpPr txBox="1"/>
            <p:nvPr>
              <p:custDataLst>
                <p:tags r:id="rId3"/>
              </p:custDataLst>
            </p:nvPr>
          </p:nvSpPr>
          <p:spPr>
            <a:xfrm>
              <a:off x="4514" y="3367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第一步：安装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YARN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，指令如下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3361" y="3483"/>
              <a:ext cx="955" cy="54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479" y="4070"/>
              <a:ext cx="6614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sv-SE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</a:t>
              </a:r>
              <a:r>
                <a:rPr lang="en-US" altLang="sv-SE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/ cnpm </a:t>
              </a:r>
              <a:r>
                <a:rPr lang="sv-SE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install yarn –g</a:t>
              </a:r>
              <a:endParaRPr lang="sv-SE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73" name="ïsľïḋé"/>
          <p:cNvCxnSpPr/>
          <p:nvPr>
            <p:custDataLst>
              <p:tags r:id="rId5"/>
            </p:custDataLst>
          </p:nvPr>
        </p:nvCxnSpPr>
        <p:spPr>
          <a:xfrm>
            <a:off x="1657350" y="2283460"/>
            <a:ext cx="0" cy="39731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6"/>
            </p:custDataLst>
          </p:nvPr>
        </p:nvSpPr>
        <p:spPr>
          <a:xfrm>
            <a:off x="1597025" y="259334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ś1îḍé"/>
          <p:cNvSpPr/>
          <p:nvPr>
            <p:custDataLst>
              <p:tags r:id="rId7"/>
            </p:custDataLst>
          </p:nvPr>
        </p:nvSpPr>
        <p:spPr>
          <a:xfrm>
            <a:off x="1603375" y="395160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íś1îḍé"/>
          <p:cNvSpPr/>
          <p:nvPr>
            <p:custDataLst>
              <p:tags r:id="rId8"/>
            </p:custDataLst>
          </p:nvPr>
        </p:nvSpPr>
        <p:spPr>
          <a:xfrm>
            <a:off x="1597025" y="520636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9"/>
            </p:custDataLst>
          </p:nvPr>
        </p:nvSpPr>
        <p:spPr>
          <a:xfrm>
            <a:off x="1425575" y="1868805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8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10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1198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使用方式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11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12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安装与使用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YARN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的步骤。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77720" y="3585845"/>
            <a:ext cx="7519670" cy="982345"/>
            <a:chOff x="3272" y="5647"/>
            <a:chExt cx="11842" cy="1547"/>
          </a:xfrm>
        </p:grpSpPr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4425" y="5647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第二步：命令查看版本号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52"/>
            <p:cNvSpPr/>
            <p:nvPr/>
          </p:nvSpPr>
          <p:spPr>
            <a:xfrm>
              <a:off x="3272" y="5763"/>
              <a:ext cx="955" cy="54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479" y="6396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yarn -v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077720" y="4876800"/>
            <a:ext cx="7519670" cy="976630"/>
            <a:chOff x="3272" y="7680"/>
            <a:chExt cx="11842" cy="1538"/>
          </a:xfrm>
        </p:grpSpPr>
        <p:sp>
          <p:nvSpPr>
            <p:cNvPr id="36" name="文本框 35"/>
            <p:cNvSpPr txBox="1"/>
            <p:nvPr>
              <p:custDataLst>
                <p:tags r:id="rId14"/>
              </p:custDataLst>
            </p:nvPr>
          </p:nvSpPr>
          <p:spPr>
            <a:xfrm>
              <a:off x="4425" y="7680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第三步：使用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yarn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命令安装模块：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圆角矩形 52"/>
            <p:cNvSpPr/>
            <p:nvPr/>
          </p:nvSpPr>
          <p:spPr>
            <a:xfrm>
              <a:off x="3272" y="7797"/>
              <a:ext cx="955" cy="54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479" y="8420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yarn 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add 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&lt;package&gt;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28" name="iṣḷiďê"/>
          <p:cNvSpPr/>
          <p:nvPr>
            <p:custDataLst>
              <p:tags r:id="rId15"/>
            </p:custDataLst>
          </p:nvPr>
        </p:nvSpPr>
        <p:spPr bwMode="auto">
          <a:xfrm>
            <a:off x="1523681" y="1965585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189714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包管理器的比较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圆角矩形 227"/>
          <p:cNvSpPr/>
          <p:nvPr>
            <p:custDataLst>
              <p:tags r:id="rId3"/>
            </p:custDataLst>
          </p:nvPr>
        </p:nvSpPr>
        <p:spPr>
          <a:xfrm>
            <a:off x="646430" y="1259840"/>
            <a:ext cx="11202670" cy="5074920"/>
          </a:xfrm>
          <a:prstGeom prst="roundRect">
            <a:avLst>
              <a:gd name="adj" fmla="val 11847"/>
            </a:avLst>
          </a:prstGeom>
          <a:solidFill>
            <a:srgbClr val="F7F7F7"/>
          </a:solidFill>
          <a:ln w="9525" cap="flat">
            <a:solidFill>
              <a:schemeClr val="lt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任意多边形 228"/>
          <p:cNvSpPr/>
          <p:nvPr>
            <p:custDataLst>
              <p:tags r:id="rId4"/>
            </p:custDataLst>
          </p:nvPr>
        </p:nvSpPr>
        <p:spPr>
          <a:xfrm>
            <a:off x="1007745" y="967740"/>
            <a:ext cx="3627755" cy="58483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76655" y="1094105"/>
            <a:ext cx="32004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CNPM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YARN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1181686" y="1640029"/>
          <a:ext cx="9973995" cy="45768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491763"/>
                <a:gridCol w="2825825"/>
                <a:gridCol w="2405575"/>
                <a:gridCol w="2250832"/>
              </a:tblGrid>
              <a:tr h="341535">
                <a:tc>
                  <a:txBody>
                    <a:bodyPr/>
                    <a:lstStyle/>
                    <a:p>
                      <a:pPr marL="62230" marR="53340" algn="ctr">
                        <a:lnSpc>
                          <a:spcPts val="146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517525" marR="511810" algn="ctr"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8750" algn="ctr">
                        <a:lnSpc>
                          <a:spcPts val="145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</a:t>
                      </a:r>
                      <a:endParaRPr lang="en-US" sz="16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13715" marR="506095" algn="ctr"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</a:t>
                      </a:r>
                      <a:endParaRPr lang="en-US" sz="16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09944">
                <a:tc>
                  <a:txBody>
                    <a:bodyPr/>
                    <a:lstStyle/>
                    <a:p>
                      <a:pPr marL="62230" marR="56515" algn="ctr">
                        <a:lnSpc>
                          <a:spcPts val="146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初始化某个项目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init</a:t>
                      </a:r>
                      <a:endParaRPr lang="zh-CN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</a:t>
                      </a:r>
                      <a:r>
                        <a:rPr lang="en-US" sz="1400" b="0" dirty="0" err="1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init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</a:t>
                      </a:r>
                      <a:r>
                        <a:rPr lang="en-US" sz="1400" b="0" dirty="0" err="1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init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78301">
                <a:tc>
                  <a:txBody>
                    <a:bodyPr/>
                    <a:lstStyle/>
                    <a:p>
                      <a:pPr marL="62230" marR="56515" algn="ctr">
                        <a:lnSpc>
                          <a:spcPts val="146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默认安装依赖操作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install/link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install/link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install/link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33648">
                <a:tc>
                  <a:txBody>
                    <a:bodyPr/>
                    <a:lstStyle/>
                    <a:p>
                      <a:pPr marL="75565">
                        <a:lnSpc>
                          <a:spcPts val="1485"/>
                        </a:lnSpc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安装某个依赖并保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12395">
                        <a:lnSpc>
                          <a:spcPts val="1530"/>
                        </a:lnSpc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存到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package.json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install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taco -s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install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 -s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22955">
                <a:tc>
                  <a:txBody>
                    <a:bodyPr/>
                    <a:lstStyle/>
                    <a:p>
                      <a:pPr marL="62230" marR="56515" algn="ctr">
                        <a:lnSpc>
                          <a:spcPts val="147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移除某个依赖项目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uninstall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taco -s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uninstall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 -s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remove 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taco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77243">
                <a:tc>
                  <a:txBody>
                    <a:bodyPr/>
                    <a:lstStyle/>
                    <a:p>
                      <a:pPr marL="62230" marR="56515" algn="ctr">
                        <a:lnSpc>
                          <a:spcPts val="1485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安装某个开发时依赖项目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install taco -save-dev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install taco -save-dev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add taco -dev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78301">
                <a:tc>
                  <a:txBody>
                    <a:bodyPr/>
                    <a:lstStyle/>
                    <a:p>
                      <a:pPr marL="62230" marR="56515" algn="ctr">
                        <a:spcBef>
                          <a:spcPts val="425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更新某个依赖项目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update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 -s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update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 -s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upgrade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taco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23041">
                <a:tc>
                  <a:txBody>
                    <a:bodyPr/>
                    <a:lstStyle/>
                    <a:p>
                      <a:pPr marL="62230" marR="56515" algn="ctr">
                        <a:lnSpc>
                          <a:spcPts val="1485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安装某个全局依赖项目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install taco -g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install taco -g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global add taco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54994">
                <a:tc>
                  <a:txBody>
                    <a:bodyPr/>
                    <a:lstStyle/>
                    <a:p>
                      <a:pPr marL="104775" marR="95885" algn="ctr">
                        <a:lnSpc>
                          <a:spcPct val="730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发布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登录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400" spc="-25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登出</a:t>
                      </a:r>
                      <a:r>
                        <a:rPr lang="en-US" sz="1400" spc="-25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 </a:t>
                      </a:r>
                      <a:endParaRPr lang="en-US" sz="1400" spc="-25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104775" marR="95885" algn="ctr">
                        <a:lnSpc>
                          <a:spcPct val="730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一系列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NPM Registry</a:t>
                      </a:r>
                      <a:r>
                        <a:rPr lang="en-US" sz="1400" spc="-2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marR="83820" algn="ctr">
                        <a:lnSpc>
                          <a:spcPct val="135000"/>
                        </a:lnSpc>
                        <a:spcBef>
                          <a:spcPts val="97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publish/login/logout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8580" algn="ctr"/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publish/login/logout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5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p</a:t>
                      </a:r>
                      <a:r>
                        <a:rPr lang="en-US" sz="1400" b="0" dirty="0" err="1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ublish</a:t>
                      </a: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/login/logout</a:t>
                      </a:r>
                      <a:endParaRPr lang="zh-CN" sz="18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456870">
                <a:tc>
                  <a:txBody>
                    <a:bodyPr/>
                    <a:lstStyle/>
                    <a:p>
                      <a:pPr marL="62230" marR="54610" algn="ctr">
                        <a:lnSpc>
                          <a:spcPts val="147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运行某个命令</a:t>
                      </a:r>
                      <a:endParaRPr lang="en-US" sz="14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npm run/test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cnpm run/test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8171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yarn run/test</a:t>
                      </a:r>
                      <a:endParaRPr lang="en-US" sz="1400" b="0" dirty="0">
                        <a:solidFill>
                          <a:srgbClr val="18171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99330" y="1651635"/>
            <a:ext cx="7075805" cy="1448435"/>
            <a:chOff x="7507" y="3205"/>
            <a:chExt cx="11143" cy="228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7507" y="4182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7841" y="4415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8838" y="3205"/>
              <a:ext cx="9812" cy="22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CNPM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的安装和指令使用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npm install -g cnpm --registry=</a:t>
              </a: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https://registry.npmmirror.com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cnpm -v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cnpm install &lt;package&gt;</a:t>
              </a:r>
              <a:endPara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99330" y="3989070"/>
            <a:ext cx="4747260" cy="1448435"/>
            <a:chOff x="7558" y="5874"/>
            <a:chExt cx="7476" cy="2281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7558" y="6312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815" y="6607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7930" y="6721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061" y="6561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8888" y="5874"/>
              <a:ext cx="6146" cy="22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YARN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的安装和指令使用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npm / cnpm install yarn –g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yarn -v</a:t>
              </a:r>
              <a:endPara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marR="0" lvl="1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yarn add &lt;package&gt;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049" name="image1.p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317875" y="2417763"/>
            <a:ext cx="1301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SLIDE_BACKGROUND_TYPE" val="general"/>
</p:tagLst>
</file>

<file path=ppt/tags/tag60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3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3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3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6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3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3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9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SLIDE_BACKGROUND_TYPE" val="general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3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3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SLIDE_BACKGROUND_TYPE" val="general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4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4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SLIDE_BACKGROUND_TYPE" val="general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4.xml><?xml version="1.0" encoding="utf-8"?>
<p:tagLst xmlns:p="http://schemas.openxmlformats.org/presentationml/2006/main">
  <p:tag name="KSO_WM_SLIDE_BACKGROUND_TYPE" val="general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7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SLIDE_BACKGROUND_TYPE" val="general"/>
</p:tagLst>
</file>

<file path=ppt/tags/tag70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0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1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WPS 演示</Application>
  <PresentationFormat>宽屏</PresentationFormat>
  <Paragraphs>188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Lato Light</vt:lpstr>
      <vt:lpstr>Lato</vt:lpstr>
      <vt:lpstr>MS PGothic</vt:lpstr>
      <vt:lpstr>Lato Black</vt:lpstr>
      <vt:lpstr>等线</vt:lpstr>
      <vt:lpstr>Courier New</vt:lpstr>
      <vt:lpstr>Times New Roman</vt:lpstr>
      <vt:lpstr>Arial Unicode MS</vt:lpstr>
      <vt:lpstr>黑体</vt:lpstr>
      <vt:lpstr>Cordia New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357</cp:revision>
  <dcterms:created xsi:type="dcterms:W3CDTF">2020-10-23T09:50:00Z</dcterms:created>
  <dcterms:modified xsi:type="dcterms:W3CDTF">2024-07-27T04:04:57Z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4F49C8B34CF54BDEBE448A701164F079</vt:lpwstr>
  </property>
  <property fmtid="{D5CDD505-2E9C-101B-9397-08002B2CF9AE}" pid="3" name="KSOProductBuildVer">
    <vt:lpwstr>2052-12.1.0.17147</vt:lpwstr>
  </property>
</Properties>
</file>