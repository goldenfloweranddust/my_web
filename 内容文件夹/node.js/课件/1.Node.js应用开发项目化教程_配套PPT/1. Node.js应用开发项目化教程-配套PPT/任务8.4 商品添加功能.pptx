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81" r:id="rId11"/>
    <p:sldId id="482" r:id="rId12"/>
    <p:sldId id="447" r:id="rId13"/>
    <p:sldId id="451" r:id="rId14"/>
    <p:sldId id="454" r:id="rId15"/>
    <p:sldId id="456" r:id="rId16"/>
    <p:sldId id="457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44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823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3.xml"/><Relationship Id="rId76" Type="http://schemas.openxmlformats.org/officeDocument/2006/relationships/image" Target="../media/image5.png"/><Relationship Id="rId75" Type="http://schemas.openxmlformats.org/officeDocument/2006/relationships/image" Target="../media/image4.jpeg"/><Relationship Id="rId74" Type="http://schemas.openxmlformats.org/officeDocument/2006/relationships/image" Target="../media/image3.jpeg"/><Relationship Id="rId73" Type="http://schemas.openxmlformats.org/officeDocument/2006/relationships/image" Target="../media/image2.jpeg"/><Relationship Id="rId72" Type="http://schemas.openxmlformats.org/officeDocument/2006/relationships/image" Target="../media/image1.png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678.xml"/><Relationship Id="rId7" Type="http://schemas.openxmlformats.org/officeDocument/2006/relationships/tags" Target="../tags/tag677.xml"/><Relationship Id="rId6" Type="http://schemas.openxmlformats.org/officeDocument/2006/relationships/image" Target="../media/image6.jpeg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image" Target="../media/image7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699.xml"/><Relationship Id="rId21" Type="http://schemas.openxmlformats.org/officeDocument/2006/relationships/tags" Target="../tags/tag698.xml"/><Relationship Id="rId20" Type="http://schemas.openxmlformats.org/officeDocument/2006/relationships/tags" Target="../tags/tag697.xml"/><Relationship Id="rId2" Type="http://schemas.openxmlformats.org/officeDocument/2006/relationships/tags" Target="../tags/tag680.xml"/><Relationship Id="rId19" Type="http://schemas.openxmlformats.org/officeDocument/2006/relationships/tags" Target="../tags/tag696.xml"/><Relationship Id="rId18" Type="http://schemas.openxmlformats.org/officeDocument/2006/relationships/tags" Target="../tags/tag695.xml"/><Relationship Id="rId17" Type="http://schemas.openxmlformats.org/officeDocument/2006/relationships/tags" Target="../tags/tag694.xml"/><Relationship Id="rId16" Type="http://schemas.openxmlformats.org/officeDocument/2006/relationships/tags" Target="../tags/tag693.xml"/><Relationship Id="rId15" Type="http://schemas.openxmlformats.org/officeDocument/2006/relationships/tags" Target="../tags/tag692.xml"/><Relationship Id="rId14" Type="http://schemas.openxmlformats.org/officeDocument/2006/relationships/tags" Target="../tags/tag691.xml"/><Relationship Id="rId13" Type="http://schemas.openxmlformats.org/officeDocument/2006/relationships/tags" Target="../tags/tag690.xml"/><Relationship Id="rId12" Type="http://schemas.openxmlformats.org/officeDocument/2006/relationships/tags" Target="../tags/tag689.xml"/><Relationship Id="rId11" Type="http://schemas.openxmlformats.org/officeDocument/2006/relationships/tags" Target="../tags/tag688.xml"/><Relationship Id="rId10" Type="http://schemas.openxmlformats.org/officeDocument/2006/relationships/tags" Target="../tags/tag687.xml"/><Relationship Id="rId1" Type="http://schemas.openxmlformats.org/officeDocument/2006/relationships/tags" Target="../tags/tag67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6.xml"/><Relationship Id="rId8" Type="http://schemas.openxmlformats.org/officeDocument/2006/relationships/tags" Target="../tags/tag705.xml"/><Relationship Id="rId7" Type="http://schemas.openxmlformats.org/officeDocument/2006/relationships/image" Target="../media/image7.png"/><Relationship Id="rId6" Type="http://schemas.openxmlformats.org/officeDocument/2006/relationships/image" Target="../media/image8.png"/><Relationship Id="rId5" Type="http://schemas.openxmlformats.org/officeDocument/2006/relationships/tags" Target="../tags/tag704.xml"/><Relationship Id="rId4" Type="http://schemas.openxmlformats.org/officeDocument/2006/relationships/tags" Target="../tags/tag703.xml"/><Relationship Id="rId3" Type="http://schemas.openxmlformats.org/officeDocument/2006/relationships/tags" Target="../tags/tag702.xml"/><Relationship Id="rId2" Type="http://schemas.openxmlformats.org/officeDocument/2006/relationships/tags" Target="../tags/tag701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07.xml"/><Relationship Id="rId1" Type="http://schemas.openxmlformats.org/officeDocument/2006/relationships/tags" Target="../tags/tag70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13.xml"/><Relationship Id="rId6" Type="http://schemas.openxmlformats.org/officeDocument/2006/relationships/tags" Target="../tags/tag712.xml"/><Relationship Id="rId5" Type="http://schemas.openxmlformats.org/officeDocument/2006/relationships/image" Target="../media/image1.png"/><Relationship Id="rId4" Type="http://schemas.openxmlformats.org/officeDocument/2006/relationships/tags" Target="../tags/tag711.xml"/><Relationship Id="rId3" Type="http://schemas.openxmlformats.org/officeDocument/2006/relationships/tags" Target="../tags/tag710.xml"/><Relationship Id="rId2" Type="http://schemas.openxmlformats.org/officeDocument/2006/relationships/tags" Target="../tags/tag709.xml"/><Relationship Id="rId1" Type="http://schemas.openxmlformats.org/officeDocument/2006/relationships/tags" Target="../tags/tag70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2.xml"/><Relationship Id="rId8" Type="http://schemas.openxmlformats.org/officeDocument/2006/relationships/tags" Target="../tags/tag721.xml"/><Relationship Id="rId7" Type="http://schemas.openxmlformats.org/officeDocument/2006/relationships/tags" Target="../tags/tag720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" Type="http://schemas.openxmlformats.org/officeDocument/2006/relationships/tags" Target="../tags/tag715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30.xml"/><Relationship Id="rId16" Type="http://schemas.openxmlformats.org/officeDocument/2006/relationships/tags" Target="../tags/tag729.xml"/><Relationship Id="rId15" Type="http://schemas.openxmlformats.org/officeDocument/2006/relationships/tags" Target="../tags/tag728.xml"/><Relationship Id="rId14" Type="http://schemas.openxmlformats.org/officeDocument/2006/relationships/tags" Target="../tags/tag727.xml"/><Relationship Id="rId13" Type="http://schemas.openxmlformats.org/officeDocument/2006/relationships/tags" Target="../tags/tag726.xml"/><Relationship Id="rId12" Type="http://schemas.openxmlformats.org/officeDocument/2006/relationships/tags" Target="../tags/tag725.xml"/><Relationship Id="rId11" Type="http://schemas.openxmlformats.org/officeDocument/2006/relationships/tags" Target="../tags/tag724.xml"/><Relationship Id="rId10" Type="http://schemas.openxmlformats.org/officeDocument/2006/relationships/tags" Target="../tags/tag723.xml"/><Relationship Id="rId1" Type="http://schemas.openxmlformats.org/officeDocument/2006/relationships/tags" Target="../tags/tag71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8.xml"/><Relationship Id="rId8" Type="http://schemas.openxmlformats.org/officeDocument/2006/relationships/tags" Target="../tags/tag737.xml"/><Relationship Id="rId7" Type="http://schemas.openxmlformats.org/officeDocument/2006/relationships/image" Target="../media/image9.png"/><Relationship Id="rId6" Type="http://schemas.openxmlformats.org/officeDocument/2006/relationships/tags" Target="../tags/tag736.xml"/><Relationship Id="rId5" Type="http://schemas.openxmlformats.org/officeDocument/2006/relationships/tags" Target="../tags/tag735.xml"/><Relationship Id="rId4" Type="http://schemas.openxmlformats.org/officeDocument/2006/relationships/tags" Target="../tags/tag734.xml"/><Relationship Id="rId3" Type="http://schemas.openxmlformats.org/officeDocument/2006/relationships/tags" Target="../tags/tag733.xml"/><Relationship Id="rId2" Type="http://schemas.openxmlformats.org/officeDocument/2006/relationships/tags" Target="../tags/tag73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42.xml"/><Relationship Id="rId13" Type="http://schemas.openxmlformats.org/officeDocument/2006/relationships/image" Target="../media/image1.png"/><Relationship Id="rId12" Type="http://schemas.openxmlformats.org/officeDocument/2006/relationships/tags" Target="../tags/tag741.xml"/><Relationship Id="rId11" Type="http://schemas.openxmlformats.org/officeDocument/2006/relationships/tags" Target="../tags/tag740.xml"/><Relationship Id="rId10" Type="http://schemas.openxmlformats.org/officeDocument/2006/relationships/tags" Target="../tags/tag739.xml"/><Relationship Id="rId1" Type="http://schemas.openxmlformats.org/officeDocument/2006/relationships/tags" Target="../tags/tag73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1.xml"/><Relationship Id="rId8" Type="http://schemas.openxmlformats.org/officeDocument/2006/relationships/tags" Target="../tags/tag750.xml"/><Relationship Id="rId7" Type="http://schemas.openxmlformats.org/officeDocument/2006/relationships/tags" Target="../tags/tag749.xml"/><Relationship Id="rId6" Type="http://schemas.openxmlformats.org/officeDocument/2006/relationships/tags" Target="../tags/tag748.xml"/><Relationship Id="rId5" Type="http://schemas.openxmlformats.org/officeDocument/2006/relationships/tags" Target="../tags/tag747.xml"/><Relationship Id="rId4" Type="http://schemas.openxmlformats.org/officeDocument/2006/relationships/tags" Target="../tags/tag746.xml"/><Relationship Id="rId3" Type="http://schemas.openxmlformats.org/officeDocument/2006/relationships/tags" Target="../tags/tag745.xml"/><Relationship Id="rId2" Type="http://schemas.openxmlformats.org/officeDocument/2006/relationships/tags" Target="../tags/tag744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59.xml"/><Relationship Id="rId16" Type="http://schemas.openxmlformats.org/officeDocument/2006/relationships/tags" Target="../tags/tag758.xml"/><Relationship Id="rId15" Type="http://schemas.openxmlformats.org/officeDocument/2006/relationships/tags" Target="../tags/tag757.xml"/><Relationship Id="rId14" Type="http://schemas.openxmlformats.org/officeDocument/2006/relationships/tags" Target="../tags/tag756.xml"/><Relationship Id="rId13" Type="http://schemas.openxmlformats.org/officeDocument/2006/relationships/tags" Target="../tags/tag755.xml"/><Relationship Id="rId12" Type="http://schemas.openxmlformats.org/officeDocument/2006/relationships/tags" Target="../tags/tag754.xml"/><Relationship Id="rId11" Type="http://schemas.openxmlformats.org/officeDocument/2006/relationships/tags" Target="../tags/tag753.xml"/><Relationship Id="rId10" Type="http://schemas.openxmlformats.org/officeDocument/2006/relationships/tags" Target="../tags/tag752.xml"/><Relationship Id="rId1" Type="http://schemas.openxmlformats.org/officeDocument/2006/relationships/tags" Target="../tags/tag74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7.xml"/><Relationship Id="rId8" Type="http://schemas.openxmlformats.org/officeDocument/2006/relationships/tags" Target="../tags/tag766.xml"/><Relationship Id="rId7" Type="http://schemas.openxmlformats.org/officeDocument/2006/relationships/tags" Target="../tags/tag765.xml"/><Relationship Id="rId6" Type="http://schemas.openxmlformats.org/officeDocument/2006/relationships/tags" Target="../tags/tag764.xml"/><Relationship Id="rId5" Type="http://schemas.openxmlformats.org/officeDocument/2006/relationships/tags" Target="../tags/tag763.xml"/><Relationship Id="rId4" Type="http://schemas.openxmlformats.org/officeDocument/2006/relationships/tags" Target="../tags/tag762.xml"/><Relationship Id="rId3" Type="http://schemas.openxmlformats.org/officeDocument/2006/relationships/tags" Target="../tags/tag761.xml"/><Relationship Id="rId2" Type="http://schemas.openxmlformats.org/officeDocument/2006/relationships/tags" Target="../tags/tag760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773.xml"/><Relationship Id="rId15" Type="http://schemas.openxmlformats.org/officeDocument/2006/relationships/tags" Target="../tags/tag772.xml"/><Relationship Id="rId14" Type="http://schemas.openxmlformats.org/officeDocument/2006/relationships/image" Target="../media/image11.jpeg"/><Relationship Id="rId13" Type="http://schemas.openxmlformats.org/officeDocument/2006/relationships/tags" Target="../tags/tag771.xml"/><Relationship Id="rId12" Type="http://schemas.openxmlformats.org/officeDocument/2006/relationships/tags" Target="../tags/tag770.xml"/><Relationship Id="rId11" Type="http://schemas.openxmlformats.org/officeDocument/2006/relationships/tags" Target="../tags/tag769.xml"/><Relationship Id="rId10" Type="http://schemas.openxmlformats.org/officeDocument/2006/relationships/tags" Target="../tags/tag768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82.xml"/><Relationship Id="rId8" Type="http://schemas.openxmlformats.org/officeDocument/2006/relationships/tags" Target="../tags/tag781.xml"/><Relationship Id="rId7" Type="http://schemas.openxmlformats.org/officeDocument/2006/relationships/tags" Target="../tags/tag780.xml"/><Relationship Id="rId6" Type="http://schemas.openxmlformats.org/officeDocument/2006/relationships/tags" Target="../tags/tag779.xml"/><Relationship Id="rId50" Type="http://schemas.openxmlformats.org/officeDocument/2006/relationships/notesSlide" Target="../notesSlides/notesSlide11.xml"/><Relationship Id="rId5" Type="http://schemas.openxmlformats.org/officeDocument/2006/relationships/tags" Target="../tags/tag778.xml"/><Relationship Id="rId49" Type="http://schemas.openxmlformats.org/officeDocument/2006/relationships/slideLayout" Target="../slideLayouts/slideLayout11.xml"/><Relationship Id="rId48" Type="http://schemas.openxmlformats.org/officeDocument/2006/relationships/tags" Target="../tags/tag820.xml"/><Relationship Id="rId47" Type="http://schemas.openxmlformats.org/officeDocument/2006/relationships/image" Target="../media/image12.png"/><Relationship Id="rId46" Type="http://schemas.openxmlformats.org/officeDocument/2006/relationships/tags" Target="../tags/tag819.xml"/><Relationship Id="rId45" Type="http://schemas.openxmlformats.org/officeDocument/2006/relationships/tags" Target="../tags/tag818.xml"/><Relationship Id="rId44" Type="http://schemas.openxmlformats.org/officeDocument/2006/relationships/tags" Target="../tags/tag817.xml"/><Relationship Id="rId43" Type="http://schemas.openxmlformats.org/officeDocument/2006/relationships/tags" Target="../tags/tag816.xml"/><Relationship Id="rId42" Type="http://schemas.openxmlformats.org/officeDocument/2006/relationships/tags" Target="../tags/tag815.xml"/><Relationship Id="rId41" Type="http://schemas.openxmlformats.org/officeDocument/2006/relationships/tags" Target="../tags/tag814.xml"/><Relationship Id="rId40" Type="http://schemas.openxmlformats.org/officeDocument/2006/relationships/tags" Target="../tags/tag813.xml"/><Relationship Id="rId4" Type="http://schemas.openxmlformats.org/officeDocument/2006/relationships/tags" Target="../tags/tag777.xml"/><Relationship Id="rId39" Type="http://schemas.openxmlformats.org/officeDocument/2006/relationships/tags" Target="../tags/tag812.xml"/><Relationship Id="rId38" Type="http://schemas.openxmlformats.org/officeDocument/2006/relationships/tags" Target="../tags/tag811.xml"/><Relationship Id="rId37" Type="http://schemas.openxmlformats.org/officeDocument/2006/relationships/tags" Target="../tags/tag810.xml"/><Relationship Id="rId36" Type="http://schemas.openxmlformats.org/officeDocument/2006/relationships/tags" Target="../tags/tag809.xml"/><Relationship Id="rId35" Type="http://schemas.openxmlformats.org/officeDocument/2006/relationships/tags" Target="../tags/tag808.xml"/><Relationship Id="rId34" Type="http://schemas.openxmlformats.org/officeDocument/2006/relationships/tags" Target="../tags/tag807.xml"/><Relationship Id="rId33" Type="http://schemas.openxmlformats.org/officeDocument/2006/relationships/tags" Target="../tags/tag806.xml"/><Relationship Id="rId32" Type="http://schemas.openxmlformats.org/officeDocument/2006/relationships/tags" Target="../tags/tag805.xml"/><Relationship Id="rId31" Type="http://schemas.openxmlformats.org/officeDocument/2006/relationships/tags" Target="../tags/tag804.xml"/><Relationship Id="rId30" Type="http://schemas.openxmlformats.org/officeDocument/2006/relationships/tags" Target="../tags/tag803.xml"/><Relationship Id="rId3" Type="http://schemas.openxmlformats.org/officeDocument/2006/relationships/tags" Target="../tags/tag776.xml"/><Relationship Id="rId29" Type="http://schemas.openxmlformats.org/officeDocument/2006/relationships/tags" Target="../tags/tag802.xml"/><Relationship Id="rId28" Type="http://schemas.openxmlformats.org/officeDocument/2006/relationships/tags" Target="../tags/tag801.xml"/><Relationship Id="rId27" Type="http://schemas.openxmlformats.org/officeDocument/2006/relationships/tags" Target="../tags/tag800.xml"/><Relationship Id="rId26" Type="http://schemas.openxmlformats.org/officeDocument/2006/relationships/tags" Target="../tags/tag799.xml"/><Relationship Id="rId25" Type="http://schemas.openxmlformats.org/officeDocument/2006/relationships/tags" Target="../tags/tag798.xml"/><Relationship Id="rId24" Type="http://schemas.openxmlformats.org/officeDocument/2006/relationships/tags" Target="../tags/tag797.xml"/><Relationship Id="rId23" Type="http://schemas.openxmlformats.org/officeDocument/2006/relationships/tags" Target="../tags/tag796.xml"/><Relationship Id="rId22" Type="http://schemas.openxmlformats.org/officeDocument/2006/relationships/tags" Target="../tags/tag795.xml"/><Relationship Id="rId21" Type="http://schemas.openxmlformats.org/officeDocument/2006/relationships/tags" Target="../tags/tag794.xml"/><Relationship Id="rId20" Type="http://schemas.openxmlformats.org/officeDocument/2006/relationships/tags" Target="../tags/tag793.xml"/><Relationship Id="rId2" Type="http://schemas.openxmlformats.org/officeDocument/2006/relationships/tags" Target="../tags/tag775.xml"/><Relationship Id="rId19" Type="http://schemas.openxmlformats.org/officeDocument/2006/relationships/tags" Target="../tags/tag792.xml"/><Relationship Id="rId18" Type="http://schemas.openxmlformats.org/officeDocument/2006/relationships/tags" Target="../tags/tag791.xml"/><Relationship Id="rId17" Type="http://schemas.openxmlformats.org/officeDocument/2006/relationships/tags" Target="../tags/tag790.xml"/><Relationship Id="rId16" Type="http://schemas.openxmlformats.org/officeDocument/2006/relationships/tags" Target="../tags/tag789.xml"/><Relationship Id="rId15" Type="http://schemas.openxmlformats.org/officeDocument/2006/relationships/tags" Target="../tags/tag788.xml"/><Relationship Id="rId14" Type="http://schemas.openxmlformats.org/officeDocument/2006/relationships/tags" Target="../tags/tag787.xml"/><Relationship Id="rId13" Type="http://schemas.openxmlformats.org/officeDocument/2006/relationships/tags" Target="../tags/tag786.xml"/><Relationship Id="rId12" Type="http://schemas.openxmlformats.org/officeDocument/2006/relationships/tags" Target="../tags/tag785.xml"/><Relationship Id="rId11" Type="http://schemas.openxmlformats.org/officeDocument/2006/relationships/tags" Target="../tags/tag784.xml"/><Relationship Id="rId10" Type="http://schemas.openxmlformats.org/officeDocument/2006/relationships/tags" Target="../tags/tag783.xml"/><Relationship Id="rId1" Type="http://schemas.openxmlformats.org/officeDocument/2006/relationships/tags" Target="../tags/tag77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22.xml"/><Relationship Id="rId1" Type="http://schemas.openxmlformats.org/officeDocument/2006/relationships/tags" Target="../tags/tag8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商品添加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功能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3"/>
            </p:custDataLst>
          </p:nvPr>
        </p:nvSpPr>
        <p:spPr bwMode="auto">
          <a:xfrm>
            <a:off x="151892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4"/>
            </p:custDataLst>
          </p:nvPr>
        </p:nvSpPr>
        <p:spPr bwMode="auto">
          <a:xfrm>
            <a:off x="170688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5"/>
            </p:custDataLst>
          </p:nvPr>
        </p:nvSpPr>
        <p:spPr bwMode="auto">
          <a:xfrm>
            <a:off x="162242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56945" y="5236845"/>
            <a:ext cx="9444355" cy="1148080"/>
            <a:chOff x="2169" y="7900"/>
            <a:chExt cx="14873" cy="180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87" y="8407"/>
              <a:ext cx="13055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框架中结合表单进行商品信息添加？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874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2698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2886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541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555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553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543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2628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95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445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466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534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611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648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90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732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466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521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617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624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631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78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407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520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532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548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662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76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90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636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661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91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517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76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01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79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83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334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72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73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169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239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194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412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157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162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103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111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094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100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412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412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412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6820" y="1679300"/>
            <a:ext cx="6936740" cy="3556816"/>
            <a:chOff x="3932" y="3881"/>
            <a:chExt cx="10924" cy="3817"/>
          </a:xfrm>
        </p:grpSpPr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3881"/>
              <a:ext cx="10924" cy="3817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5.png图片5"/>
            <p:cNvPicPr>
              <a:picLocks noChangeAspect="1"/>
            </p:cNvPicPr>
            <p:nvPr/>
          </p:nvPicPr>
          <p:blipFill>
            <a:blip r:embed="rId72"/>
            <a:srcRect/>
            <a:stretch>
              <a:fillRect/>
            </a:stretch>
          </p:blipFill>
          <p:spPr>
            <a:xfrm>
              <a:off x="4624" y="3953"/>
              <a:ext cx="9509" cy="3653"/>
            </a:xfrm>
            <a:prstGeom prst="rect">
              <a:avLst/>
            </a:prstGeom>
            <a:blipFill dpi="0" rotWithShape="1">
              <a:blip r:embed="rId73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8" name="图片 7" descr="C:/Users/TXY/Desktop/444.jpg444"/>
          <p:cNvPicPr>
            <a:picLocks noChangeAspect="1"/>
          </p:cNvPicPr>
          <p:nvPr/>
        </p:nvPicPr>
        <p:blipFill>
          <a:blip r:embed="rId74"/>
          <a:srcRect t="4265" b="4265"/>
          <a:stretch>
            <a:fillRect/>
          </a:stretch>
        </p:blipFill>
        <p:spPr>
          <a:xfrm>
            <a:off x="2635250" y="727075"/>
            <a:ext cx="2261870" cy="859155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75"/>
          <a:srcRect r="43482" b="6838"/>
          <a:stretch>
            <a:fillRect/>
          </a:stretch>
        </p:blipFill>
        <p:spPr bwMode="auto">
          <a:xfrm>
            <a:off x="7259320" y="72707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92675" y="727075"/>
            <a:ext cx="2366645" cy="858520"/>
          </a:xfrm>
          <a:prstGeom prst="rect">
            <a:avLst/>
          </a:prstGeom>
        </p:spPr>
      </p:pic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1806575" y="112903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985010" y="129413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2524760" y="1222375"/>
            <a:ext cx="852233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中，结合表单页面实现商品信息的添加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功能。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QQ截图20240610200153.jpgQQ截图20240610200153"/>
          <p:cNvPicPr>
            <a:picLocks noChangeAspect="1"/>
          </p:cNvPicPr>
          <p:nvPr/>
        </p:nvPicPr>
        <p:blipFill>
          <a:blip r:embed="rId6"/>
          <a:srcRect l="954" r="954"/>
          <a:stretch>
            <a:fillRect/>
          </a:stretch>
        </p:blipFill>
        <p:spPr>
          <a:xfrm>
            <a:off x="1658620" y="1925955"/>
            <a:ext cx="9162415" cy="46247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3380105" y="3429000"/>
            <a:ext cx="4257040" cy="31210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C:/Users/TXY/Desktop/图片1.png图片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26250" y="200660"/>
            <a:ext cx="3433445" cy="6497955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7799070" y="246888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770505" y="4026535"/>
            <a:ext cx="279971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圆角矩形 30"/>
          <p:cNvSpPr/>
          <p:nvPr>
            <p:custDataLst>
              <p:tags r:id="rId6"/>
            </p:custDataLst>
          </p:nvPr>
        </p:nvSpPr>
        <p:spPr>
          <a:xfrm>
            <a:off x="1898015" y="410337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786380" y="493839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48"/>
          <p:cNvSpPr/>
          <p:nvPr>
            <p:custDataLst>
              <p:tags r:id="rId8"/>
            </p:custDataLst>
          </p:nvPr>
        </p:nvSpPr>
        <p:spPr>
          <a:xfrm>
            <a:off x="1913890" y="505650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2770505" y="298132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52"/>
          <p:cNvSpPr/>
          <p:nvPr>
            <p:custDataLst>
              <p:tags r:id="rId10"/>
            </p:custDataLst>
          </p:nvPr>
        </p:nvSpPr>
        <p:spPr>
          <a:xfrm>
            <a:off x="1898015" y="30924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43"/>
          <p:cNvSpPr/>
          <p:nvPr>
            <p:custDataLst>
              <p:tags r:id="rId11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ïsľïḋé"/>
          <p:cNvCxnSpPr/>
          <p:nvPr>
            <p:custDataLst>
              <p:tags r:id="rId12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íś1îḍé"/>
          <p:cNvSpPr/>
          <p:nvPr>
            <p:custDataLst>
              <p:tags r:id="rId13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íś1îḍé"/>
          <p:cNvSpPr/>
          <p:nvPr>
            <p:custDataLst>
              <p:tags r:id="rId14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íś1îḍé"/>
          <p:cNvSpPr/>
          <p:nvPr>
            <p:custDataLst>
              <p:tags r:id="rId15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íś1îḍé"/>
          <p:cNvSpPr/>
          <p:nvPr>
            <p:custDataLst>
              <p:tags r:id="rId16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iṧļíḋe"/>
          <p:cNvSpPr/>
          <p:nvPr>
            <p:custDataLst>
              <p:tags r:id="rId17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iṣḷiďê"/>
          <p:cNvSpPr/>
          <p:nvPr>
            <p:custDataLst>
              <p:tags r:id="rId18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>
            <p:custDataLst>
              <p:tags r:id="rId20"/>
            </p:custDataLst>
          </p:nvPr>
        </p:nvSpPr>
        <p:spPr>
          <a:xfrm>
            <a:off x="8143875" y="4654550"/>
            <a:ext cx="1705610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1"/>
            </p:custDataLst>
          </p:nvPr>
        </p:nvSpPr>
        <p:spPr>
          <a:xfrm>
            <a:off x="7554595" y="197104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26" grpId="0"/>
      <p:bldP spid="17" grpId="0" bldLvl="0" animBg="1"/>
      <p:bldP spid="26" grpId="1"/>
      <p:bldP spid="17" grpId="1" animBg="1"/>
      <p:bldP spid="14" grpId="0"/>
      <p:bldP spid="15" grpId="0" bldLvl="0" animBg="1"/>
      <p:bldP spid="14" grpId="1"/>
      <p:bldP spid="15" grpId="1" animBg="1"/>
      <p:bldP spid="10" grpId="0"/>
      <p:bldP spid="11" grpId="0" bldLvl="0" animBg="1"/>
      <p:bldP spid="10" grpId="1"/>
      <p:bldP spid="11" grpId="1" animBg="1"/>
      <p:bldP spid="12" grpId="0"/>
      <p:bldP spid="13" grpId="0" bldLvl="0" animBg="1"/>
      <p:bldP spid="12" grpId="1"/>
      <p:bldP spid="13" grpId="1" animBg="1"/>
      <p:bldP spid="31" grpId="0" bldLvl="0" animBg="1"/>
      <p:bldP spid="31" grpId="1" animBg="1"/>
      <p:bldP spid="3" grpId="0" bldLvl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24915" y="1853565"/>
            <a:ext cx="91598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>
            <p:custDataLst>
              <p:tags r:id="rId5"/>
            </p:custDataLst>
          </p:nvPr>
        </p:nvSpPr>
        <p:spPr>
          <a:xfrm>
            <a:off x="3184525" y="4732655"/>
            <a:ext cx="275336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为主码、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自增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88315" y="2497455"/>
            <a:ext cx="8595995" cy="2148840"/>
            <a:chOff x="2172" y="4473"/>
            <a:chExt cx="14448" cy="3384"/>
          </a:xfrm>
        </p:grpSpPr>
        <p:pic>
          <p:nvPicPr>
            <p:cNvPr id="11" name="图片 1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2172" y="4473"/>
              <a:ext cx="14449" cy="3385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12" name="矩形 11"/>
            <p:cNvSpPr/>
            <p:nvPr/>
          </p:nvSpPr>
          <p:spPr>
            <a:xfrm>
              <a:off x="5381" y="4526"/>
              <a:ext cx="685" cy="3227"/>
            </a:xfrm>
            <a:prstGeom prst="rect">
              <a:avLst/>
            </a:prstGeom>
            <a:noFill/>
            <a:ln w="57150">
              <a:solidFill>
                <a:srgbClr val="F9F9F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" name="图片 3" descr="C:/Users/TXY/Desktop/图片1.png图片1"/>
          <p:cNvPicPr>
            <a:picLocks noChangeAspect="1"/>
          </p:cNvPicPr>
          <p:nvPr/>
        </p:nvPicPr>
        <p:blipFill rotWithShape="1">
          <a:blip r:embed="rId7"/>
          <a:srcRect l="5816" t="1471" r="15628" b="68426"/>
          <a:stretch>
            <a:fillRect/>
          </a:stretch>
        </p:blipFill>
        <p:spPr>
          <a:xfrm>
            <a:off x="9430385" y="2487930"/>
            <a:ext cx="2418715" cy="215900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976485" y="3560445"/>
            <a:ext cx="133794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4336415" y="2533650"/>
            <a:ext cx="1268095" cy="21062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" grpId="0" bldLvl="0" animBg="1"/>
      <p:bldP spid="3" grpId="1" animBg="1"/>
      <p:bldP spid="6" grpId="0" bldLvl="0" animBg="1"/>
      <p:bldP spid="6" grpId="1" animBg="1"/>
      <p:bldP spid="9" grpId="0" bldLvl="0" animBg="1"/>
      <p:bldP spid="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774682" y="1674248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86137" cy="37707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  <a:endParaRPr lang="zh-CN" altLang="en-US" sz="266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 descr="C:/Users/TXY/Desktop/图片5.png图片5"/>
          <p:cNvPicPr/>
          <p:nvPr/>
        </p:nvPicPr>
        <p:blipFill rotWithShape="1">
          <a:blip r:embed="rId5"/>
          <a:srcRect/>
          <a:stretch>
            <a:fillRect/>
          </a:stretch>
        </p:blipFill>
        <p:spPr bwMode="auto">
          <a:xfrm>
            <a:off x="4934585" y="1798320"/>
            <a:ext cx="6040120" cy="480187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967400" y="1997111"/>
            <a:ext cx="4116304" cy="1998176"/>
            <a:chOff x="1130029" y="1676804"/>
            <a:chExt cx="4116304" cy="1998176"/>
          </a:xfrm>
        </p:grpSpPr>
        <p:sp>
          <p:nvSpPr>
            <p:cNvPr id="7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is1ide-Rectangle: Rounded Corners 31"/>
            <p:cNvSpPr/>
            <p:nvPr/>
          </p:nvSpPr>
          <p:spPr>
            <a:xfrm rot="16200000">
              <a:off x="468676" y="2543579"/>
              <a:ext cx="1751330" cy="42862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1998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表单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&lt;form&gt;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105" y="4154805"/>
            <a:ext cx="3139440" cy="2245361"/>
            <a:chOff x="1129712" y="3834785"/>
            <a:chExt cx="3139190" cy="1793098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3834785"/>
              <a:ext cx="2300605" cy="17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文本框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下拉框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文件框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文本区域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提交</a:t>
              </a: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按钮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3759835" y="1160145"/>
            <a:ext cx="69234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模板文件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views/product/productadd.ejs-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添加页面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6142355" y="3480435"/>
            <a:ext cx="2757805" cy="3149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3" grpId="0" bldLvl="0" animBg="1"/>
      <p:bldP spid="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14700" y="200660"/>
            <a:ext cx="8885555" cy="624903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200660"/>
            <a:ext cx="8607425" cy="624903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9475" y="294640"/>
            <a:ext cx="8822055" cy="6381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&lt;form action="/admin/doAdd" method="post" enctype="multipart/form-data"&gt;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&lt;ul&gt;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&lt;li&gt;商品名称：&lt;input type="text" name="title"/&gt;&lt;/li&gt;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&lt;li&gt;商品类别：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&lt;select name="cat_id" id=""&gt;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&lt;option value="1"&gt;汽车配件&lt;/option&gt;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&lt;option value="2"&gt;轮船配件&lt;/option&gt;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&lt;option value="3"&gt;数码产品&lt;/option&gt;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&lt;option value="4"&gt;家居用品&lt;/option&gt;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&lt;/select&gt;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&lt;/li&gt;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&lt;li&gt;商品图片：&lt;input type="file" name="pic"/&gt;&lt;/li&gt;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&lt;li&gt;商品价格：&lt;input type="text" name="price"/&gt;&lt;/li&gt;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&lt;li&gt;关键字：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&lt;input type="text" name="keywords"/&gt;&lt;/li&gt;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&lt;li&gt;商品描述：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&lt;textarea name="description" cols="60" rows="8"&gt;&lt;/textarea&gt;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&lt;br/&gt;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&lt;button type="submit" class="btn btn-success"&gt;提交&lt;/button&gt;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&lt;/ul&gt;                     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&lt;/form&gt;</a:t>
            </a:r>
            <a:endParaRPr lang="en-US" altLang="zh-CN"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294505" y="3033395"/>
            <a:ext cx="5850890" cy="2628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73685" y="2524760"/>
            <a:ext cx="9876790" cy="767080"/>
            <a:chOff x="239" y="4983"/>
            <a:chExt cx="15554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9" y="4983"/>
              <a:ext cx="4058" cy="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图片上传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框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1095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605" y="1585595"/>
            <a:ext cx="32023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view/product/productadd.ejs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4955" y="4712970"/>
            <a:ext cx="6645910" cy="767080"/>
            <a:chOff x="276" y="7147"/>
            <a:chExt cx="10466" cy="1208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76" y="7147"/>
              <a:ext cx="4057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表单提交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58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模板代码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8126730" y="455295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>
            <a:off x="8020050" y="451802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10.png图片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6224" t="-302"/>
          <a:stretch>
            <a:fillRect/>
          </a:stretch>
        </p:blipFill>
        <p:spPr>
          <a:xfrm>
            <a:off x="967105" y="1618615"/>
            <a:ext cx="2788285" cy="494792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579245" y="1879600"/>
            <a:ext cx="1563370" cy="30226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>
            <a:off x="4664075" y="1582222"/>
            <a:ext cx="6112169" cy="2332553"/>
            <a:chOff x="7345" y="2732"/>
            <a:chExt cx="9625" cy="3673"/>
          </a:xfrm>
        </p:grpSpPr>
        <p:sp>
          <p:nvSpPr>
            <p:cNvPr id="9" name="文本框 8"/>
            <p:cNvSpPr txBox="1"/>
            <p:nvPr>
              <p:custDataLst>
                <p:tags r:id="rId11"/>
              </p:custDataLst>
            </p:nvPr>
          </p:nvSpPr>
          <p:spPr>
            <a:xfrm>
              <a:off x="7345" y="3661"/>
              <a:ext cx="9625" cy="274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两种情况（区别在于请求方式与地址）：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get("/add")--渲染商品添加页面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post("/doAdd")--获取表单提交数据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，写入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product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表中</a:t>
              </a: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endParaRPr lang="zh-CN" altLang="en-US" kern="0" spc="0" dirty="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admin.js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6" name="图片 15" descr="C:/Users/TXY/Desktop/图片5.png图片5"/>
          <p:cNvPicPr/>
          <p:nvPr/>
        </p:nvPicPr>
        <p:blipFill rotWithShape="1">
          <a:blip r:embed="rId13"/>
          <a:srcRect/>
          <a:stretch>
            <a:fillRect/>
          </a:stretch>
        </p:blipFill>
        <p:spPr bwMode="auto">
          <a:xfrm>
            <a:off x="7629525" y="3914775"/>
            <a:ext cx="3146425" cy="249047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1"/>
      <p:bldP spid="1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106680"/>
            <a:ext cx="8703945" cy="654748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07315"/>
            <a:ext cx="8762365" cy="654685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9475" y="149225"/>
            <a:ext cx="8682355" cy="55835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multiparty = require(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"multiparty"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);   //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事先本地安装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multiparty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router.get("/add",function (req,res, next) {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res.render("product/productadd");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router.post("/doAdd",function (req,res, next) 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const form = new multiparty.Form();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设置上传图片的保存地址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form.uploadDir = "public/upload"; 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//上传图片在public文件夹中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//files 图片上传成功返回的地址信息，fields获取的表单数据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form.parse(req,function(err,fields,files){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获取提交的商品名、价格等数据以及图片上传成功后返回的信息     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title = fields.title[0];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cat_id = fields.cat_id[0];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price = fields.price[0];     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description = fields.description[0];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keywords = fields.keywords[0];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add_time=new Date();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pic = files.pic[0].path.substr(7); 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//去掉 public/,默认静态文件直接进public文件夹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var  sql = 'insert into product(name,cat_id,price,content,image,add_time,keywords)  values(?,?,?,?,?,?,?)';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var sqlParam=[title,cat_id,price,description,pic,add_time,keywords];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db.conn.query(sql, sqlParam, function (err, result) 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res.redirect("/admin/product"); 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});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});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475355" y="1207135"/>
            <a:ext cx="8488045" cy="53759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8915" y="5151755"/>
            <a:ext cx="8637270" cy="751840"/>
            <a:chOff x="-596" y="5928"/>
            <a:chExt cx="16945" cy="1184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-596" y="6006"/>
              <a:ext cx="5052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商品数据添加到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product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556"/>
              <a:ext cx="1126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5928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204470" y="3559175"/>
            <a:ext cx="11493500" cy="1508125"/>
            <a:chOff x="322" y="4002"/>
            <a:chExt cx="18100" cy="2375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002"/>
              <a:ext cx="4215" cy="2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注意图片存储的路径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默认放在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文件夹。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为了和其他图片路径层次一致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(images/....)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，去掉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前面字符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/public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661"/>
              <a:ext cx="1334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" name="矩形 8"/>
          <p:cNvSpPr/>
          <p:nvPr/>
        </p:nvSpPr>
        <p:spPr>
          <a:xfrm>
            <a:off x="3475355" y="483235"/>
            <a:ext cx="8488045" cy="70612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11.jpg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83175" y="441325"/>
            <a:ext cx="6135370" cy="519938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33064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67105" y="2311400"/>
            <a:ext cx="4885055" cy="1481455"/>
            <a:chOff x="1523" y="3640"/>
            <a:chExt cx="7693" cy="2333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94" y="3675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启动项目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23" y="4895"/>
              <a:ext cx="7009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1523" y="3640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68" y="3847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67105" y="4164965"/>
            <a:ext cx="4885690" cy="1723390"/>
            <a:chOff x="1523" y="6559"/>
            <a:chExt cx="7694" cy="2714"/>
          </a:xfrm>
        </p:grpSpPr>
        <p:sp>
          <p:nvSpPr>
            <p:cNvPr id="9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5" y="6559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4" y="6662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9" y="686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3" y="7691"/>
              <a:ext cx="6482" cy="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http://localhost:3006/admin/login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登录后点击【增加商品】</a:t>
              </a: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菜单</a:t>
              </a:r>
              <a:endParaRPr lang="zh-CN" alt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6" name="图片 181" descr="C:/Users/TXY/Desktop/22.jpg22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4718685" y="2442845"/>
            <a:ext cx="6918960" cy="415036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0" name="矩形 9"/>
          <p:cNvSpPr/>
          <p:nvPr>
            <p:custDataLst>
              <p:tags r:id="rId15"/>
            </p:custDataLst>
          </p:nvPr>
        </p:nvSpPr>
        <p:spPr>
          <a:xfrm>
            <a:off x="4770120" y="4033520"/>
            <a:ext cx="6785610" cy="8648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713992" y="1175215"/>
            <a:ext cx="4277891" cy="4277891"/>
          </a:xfrm>
          <a:prstGeom prst="arc">
            <a:avLst>
              <a:gd name="adj1" fmla="val 18169115"/>
              <a:gd name="adj2" fmla="val 3732490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517015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1608455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12014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中结合模板引擎实现首页显示商品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110230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204210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370455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准备商品表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49072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458216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058285"/>
            <a:ext cx="5642610" cy="251396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public/upload --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图片上传文件夹，先创建好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images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/pro-1.jpg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upload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/a1.jpg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views/product/productadd.ejs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添加模板引擎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78.xml><?xml version="1.0" encoding="utf-8"?>
<p:tagLst xmlns:p="http://schemas.openxmlformats.org/presentationml/2006/main">
  <p:tag name="KSO_WM_SLIDE_BACKGROUND_TYPE" val="general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9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9.xml><?xml version="1.0" encoding="utf-8"?>
<p:tagLst xmlns:p="http://schemas.openxmlformats.org/presentationml/2006/main">
  <p:tag name="KSO_WM_SLIDE_BACKGROUND_TYPE" val="general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7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3.xml><?xml version="1.0" encoding="utf-8"?>
<p:tagLst xmlns:p="http://schemas.openxmlformats.org/presentationml/2006/main">
  <p:tag name="KSO_WM_SLIDE_BACKGROUND_TYPE" val="general"/>
</p:tagLst>
</file>

<file path=ppt/tags/tag71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2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0.xml><?xml version="1.0" encoding="utf-8"?>
<p:tagLst xmlns:p="http://schemas.openxmlformats.org/presentationml/2006/main">
  <p:tag name="KSO_WM_SLIDE_BACKGROUND_TYPE" val="general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6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9.xml><?xml version="1.0" encoding="utf-8"?>
<p:tagLst xmlns:p="http://schemas.openxmlformats.org/presentationml/2006/main">
  <p:tag name="KSO_WM_DIAGRAM_VIRTUALLY_FRAME" val="{&quot;height&quot;:183.66559055118108,&quot;left&quot;:367.25,&quot;top&quot;:124.5844094488189,&quot;width&quot;:481.27314960629917}"/>
</p:tagLst>
</file>

<file path=ppt/tags/tag74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83.66559055118108,&quot;left&quot;:367.25,&quot;top&quot;:124.5844094488189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42.xml><?xml version="1.0" encoding="utf-8"?>
<p:tagLst xmlns:p="http://schemas.openxmlformats.org/presentationml/2006/main">
  <p:tag name="KSO_WM_SLIDE_BACKGROUND_TYPE" val="general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5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9.xml><?xml version="1.0" encoding="utf-8"?>
<p:tagLst xmlns:p="http://schemas.openxmlformats.org/presentationml/2006/main">
  <p:tag name="KSO_WM_SLIDE_BACKGROUND_TYPE" val="general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6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73.xml><?xml version="1.0" encoding="utf-8"?>
<p:tagLst xmlns:p="http://schemas.openxmlformats.org/presentationml/2006/main">
  <p:tag name="KSO_WM_SLIDE_BACKGROUND_TYPE" val="general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1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0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2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2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2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2937</Words>
  <Application>WPS 演示</Application>
  <PresentationFormat>宽屏</PresentationFormat>
  <Paragraphs>186</Paragraphs>
  <Slides>13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740</cp:revision>
  <dcterms:created xsi:type="dcterms:W3CDTF">2020-10-23T09:50:00Z</dcterms:created>
  <dcterms:modified xsi:type="dcterms:W3CDTF">2024-07-05T13:17:54Z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8BD9C37C14E34E47B4A4311B5A8355D7_13</vt:lpwstr>
  </property>
  <property fmtid="{D5CDD505-2E9C-101B-9397-08002B2CF9AE}" pid="3" name="KSOProductBuildVer">
    <vt:lpwstr>2052-12.1.0.16929</vt:lpwstr>
  </property>
</Properties>
</file>