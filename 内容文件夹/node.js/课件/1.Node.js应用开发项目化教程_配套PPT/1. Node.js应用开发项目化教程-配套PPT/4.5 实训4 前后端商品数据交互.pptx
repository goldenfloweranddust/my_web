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5" r:id="rId10"/>
    <p:sldId id="446" r:id="rId11"/>
    <p:sldId id="448" r:id="rId12"/>
    <p:sldId id="449" r:id="rId13"/>
    <p:sldId id="450" r:id="rId14"/>
    <p:sldId id="451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  <p:cmAuthor id="2" name="t xy" initials="t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70C0"/>
    <a:srgbClr val="4C944C"/>
    <a:srgbClr val="AFABAB"/>
    <a:srgbClr val="333333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98" y="72"/>
      </p:cViewPr>
      <p:guideLst>
        <p:guide orient="horz" pos="21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735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1-08-11T16:04:13.676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93.xml"/><Relationship Id="rId2" Type="http://schemas.openxmlformats.org/officeDocument/2006/relationships/image" Target="../media/image1.jpeg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01.xml"/><Relationship Id="rId7" Type="http://schemas.openxmlformats.org/officeDocument/2006/relationships/tags" Target="../tags/tag600.xml"/><Relationship Id="rId6" Type="http://schemas.openxmlformats.org/officeDocument/2006/relationships/tags" Target="../tags/tag599.xml"/><Relationship Id="rId5" Type="http://schemas.openxmlformats.org/officeDocument/2006/relationships/tags" Target="../tags/tag598.xml"/><Relationship Id="rId4" Type="http://schemas.openxmlformats.org/officeDocument/2006/relationships/tags" Target="../tags/tag597.xml"/><Relationship Id="rId3" Type="http://schemas.openxmlformats.org/officeDocument/2006/relationships/tags" Target="../tags/tag596.xml"/><Relationship Id="rId2" Type="http://schemas.openxmlformats.org/officeDocument/2006/relationships/tags" Target="../tags/tag59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59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tags" Target="../tags/tag606.xml"/><Relationship Id="rId6" Type="http://schemas.openxmlformats.org/officeDocument/2006/relationships/tags" Target="../tags/tag605.xml"/><Relationship Id="rId5" Type="http://schemas.openxmlformats.org/officeDocument/2006/relationships/tags" Target="../tags/tag604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tags" Target="../tags/tag603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609.xml"/><Relationship Id="rId13" Type="http://schemas.openxmlformats.org/officeDocument/2006/relationships/tags" Target="../tags/tag608.xml"/><Relationship Id="rId12" Type="http://schemas.openxmlformats.org/officeDocument/2006/relationships/image" Target="../media/image7.png"/><Relationship Id="rId11" Type="http://schemas.openxmlformats.org/officeDocument/2006/relationships/tags" Target="../tags/tag607.xml"/><Relationship Id="rId10" Type="http://schemas.openxmlformats.org/officeDocument/2006/relationships/image" Target="../media/image6.jpeg"/><Relationship Id="rId1" Type="http://schemas.openxmlformats.org/officeDocument/2006/relationships/tags" Target="../tags/tag60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16.xml"/><Relationship Id="rId8" Type="http://schemas.openxmlformats.org/officeDocument/2006/relationships/tags" Target="../tags/tag615.xml"/><Relationship Id="rId7" Type="http://schemas.openxmlformats.org/officeDocument/2006/relationships/tags" Target="../tags/tag614.xml"/><Relationship Id="rId6" Type="http://schemas.openxmlformats.org/officeDocument/2006/relationships/tags" Target="../tags/tag613.xml"/><Relationship Id="rId5" Type="http://schemas.openxmlformats.org/officeDocument/2006/relationships/tags" Target="../tags/tag612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627.xml"/><Relationship Id="rId20" Type="http://schemas.openxmlformats.org/officeDocument/2006/relationships/image" Target="../media/image8.png"/><Relationship Id="rId2" Type="http://schemas.openxmlformats.org/officeDocument/2006/relationships/tags" Target="../tags/tag611.xml"/><Relationship Id="rId19" Type="http://schemas.openxmlformats.org/officeDocument/2006/relationships/tags" Target="../tags/tag626.xml"/><Relationship Id="rId18" Type="http://schemas.openxmlformats.org/officeDocument/2006/relationships/tags" Target="../tags/tag625.xml"/><Relationship Id="rId17" Type="http://schemas.openxmlformats.org/officeDocument/2006/relationships/tags" Target="../tags/tag624.xml"/><Relationship Id="rId16" Type="http://schemas.openxmlformats.org/officeDocument/2006/relationships/tags" Target="../tags/tag623.xml"/><Relationship Id="rId15" Type="http://schemas.openxmlformats.org/officeDocument/2006/relationships/tags" Target="../tags/tag622.xml"/><Relationship Id="rId14" Type="http://schemas.openxmlformats.org/officeDocument/2006/relationships/tags" Target="../tags/tag621.xml"/><Relationship Id="rId13" Type="http://schemas.openxmlformats.org/officeDocument/2006/relationships/tags" Target="../tags/tag620.xml"/><Relationship Id="rId12" Type="http://schemas.openxmlformats.org/officeDocument/2006/relationships/tags" Target="../tags/tag619.xml"/><Relationship Id="rId11" Type="http://schemas.openxmlformats.org/officeDocument/2006/relationships/tags" Target="../tags/tag618.xml"/><Relationship Id="rId10" Type="http://schemas.openxmlformats.org/officeDocument/2006/relationships/tags" Target="../tags/tag617.xml"/><Relationship Id="rId1" Type="http://schemas.openxmlformats.org/officeDocument/2006/relationships/tags" Target="../tags/tag61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35.xml"/><Relationship Id="rId8" Type="http://schemas.openxmlformats.org/officeDocument/2006/relationships/tags" Target="../tags/tag634.xml"/><Relationship Id="rId7" Type="http://schemas.openxmlformats.org/officeDocument/2006/relationships/image" Target="../media/image9.png"/><Relationship Id="rId6" Type="http://schemas.openxmlformats.org/officeDocument/2006/relationships/tags" Target="../tags/tag633.xml"/><Relationship Id="rId5" Type="http://schemas.openxmlformats.org/officeDocument/2006/relationships/tags" Target="../tags/tag632.xml"/><Relationship Id="rId4" Type="http://schemas.openxmlformats.org/officeDocument/2006/relationships/tags" Target="../tags/tag631.xml"/><Relationship Id="rId3" Type="http://schemas.openxmlformats.org/officeDocument/2006/relationships/tags" Target="../tags/tag630.xml"/><Relationship Id="rId2" Type="http://schemas.openxmlformats.org/officeDocument/2006/relationships/tags" Target="../tags/tag629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2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44.xml"/><Relationship Id="rId8" Type="http://schemas.openxmlformats.org/officeDocument/2006/relationships/tags" Target="../tags/tag643.xml"/><Relationship Id="rId7" Type="http://schemas.openxmlformats.org/officeDocument/2006/relationships/tags" Target="../tags/tag642.xml"/><Relationship Id="rId6" Type="http://schemas.openxmlformats.org/officeDocument/2006/relationships/tags" Target="../tags/tag641.xml"/><Relationship Id="rId5" Type="http://schemas.openxmlformats.org/officeDocument/2006/relationships/tags" Target="../tags/tag640.xml"/><Relationship Id="rId4" Type="http://schemas.openxmlformats.org/officeDocument/2006/relationships/tags" Target="../tags/tag639.xml"/><Relationship Id="rId3" Type="http://schemas.openxmlformats.org/officeDocument/2006/relationships/tags" Target="../tags/tag638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657.xml"/><Relationship Id="rId21" Type="http://schemas.openxmlformats.org/officeDocument/2006/relationships/tags" Target="../tags/tag656.xml"/><Relationship Id="rId20" Type="http://schemas.openxmlformats.org/officeDocument/2006/relationships/tags" Target="../tags/tag655.xml"/><Relationship Id="rId2" Type="http://schemas.openxmlformats.org/officeDocument/2006/relationships/tags" Target="../tags/tag637.xml"/><Relationship Id="rId19" Type="http://schemas.openxmlformats.org/officeDocument/2006/relationships/tags" Target="../tags/tag654.xml"/><Relationship Id="rId18" Type="http://schemas.openxmlformats.org/officeDocument/2006/relationships/tags" Target="../tags/tag653.xml"/><Relationship Id="rId17" Type="http://schemas.openxmlformats.org/officeDocument/2006/relationships/tags" Target="../tags/tag652.xml"/><Relationship Id="rId16" Type="http://schemas.openxmlformats.org/officeDocument/2006/relationships/tags" Target="../tags/tag651.xml"/><Relationship Id="rId15" Type="http://schemas.openxmlformats.org/officeDocument/2006/relationships/tags" Target="../tags/tag650.xml"/><Relationship Id="rId14" Type="http://schemas.openxmlformats.org/officeDocument/2006/relationships/tags" Target="../tags/tag649.xml"/><Relationship Id="rId13" Type="http://schemas.openxmlformats.org/officeDocument/2006/relationships/tags" Target="../tags/tag648.xml"/><Relationship Id="rId12" Type="http://schemas.openxmlformats.org/officeDocument/2006/relationships/tags" Target="../tags/tag647.xml"/><Relationship Id="rId11" Type="http://schemas.openxmlformats.org/officeDocument/2006/relationships/tags" Target="../tags/tag646.xml"/><Relationship Id="rId10" Type="http://schemas.openxmlformats.org/officeDocument/2006/relationships/tags" Target="../tags/tag645.xml"/><Relationship Id="rId1" Type="http://schemas.openxmlformats.org/officeDocument/2006/relationships/tags" Target="../tags/tag63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66.xml"/><Relationship Id="rId8" Type="http://schemas.openxmlformats.org/officeDocument/2006/relationships/tags" Target="../tags/tag665.xml"/><Relationship Id="rId7" Type="http://schemas.openxmlformats.org/officeDocument/2006/relationships/tags" Target="../tags/tag664.xml"/><Relationship Id="rId6" Type="http://schemas.openxmlformats.org/officeDocument/2006/relationships/tags" Target="../tags/tag663.xml"/><Relationship Id="rId5" Type="http://schemas.openxmlformats.org/officeDocument/2006/relationships/tags" Target="../tags/tag662.xml"/><Relationship Id="rId4" Type="http://schemas.openxmlformats.org/officeDocument/2006/relationships/tags" Target="../tags/tag661.xml"/><Relationship Id="rId3" Type="http://schemas.openxmlformats.org/officeDocument/2006/relationships/tags" Target="../tags/tag660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59.xml"/><Relationship Id="rId19" Type="http://schemas.openxmlformats.org/officeDocument/2006/relationships/tags" Target="../tags/tag676.xml"/><Relationship Id="rId18" Type="http://schemas.openxmlformats.org/officeDocument/2006/relationships/tags" Target="../tags/tag675.xml"/><Relationship Id="rId17" Type="http://schemas.openxmlformats.org/officeDocument/2006/relationships/tags" Target="../tags/tag674.xml"/><Relationship Id="rId16" Type="http://schemas.openxmlformats.org/officeDocument/2006/relationships/tags" Target="../tags/tag673.xml"/><Relationship Id="rId15" Type="http://schemas.openxmlformats.org/officeDocument/2006/relationships/tags" Target="../tags/tag672.xml"/><Relationship Id="rId14" Type="http://schemas.openxmlformats.org/officeDocument/2006/relationships/tags" Target="../tags/tag671.xml"/><Relationship Id="rId13" Type="http://schemas.openxmlformats.org/officeDocument/2006/relationships/tags" Target="../tags/tag670.xml"/><Relationship Id="rId12" Type="http://schemas.openxmlformats.org/officeDocument/2006/relationships/tags" Target="../tags/tag669.xml"/><Relationship Id="rId11" Type="http://schemas.openxmlformats.org/officeDocument/2006/relationships/tags" Target="../tags/tag668.xml"/><Relationship Id="rId10" Type="http://schemas.openxmlformats.org/officeDocument/2006/relationships/tags" Target="../tags/tag667.xml"/><Relationship Id="rId1" Type="http://schemas.openxmlformats.org/officeDocument/2006/relationships/tags" Target="../tags/tag65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84.xml"/><Relationship Id="rId8" Type="http://schemas.openxmlformats.org/officeDocument/2006/relationships/tags" Target="../tags/tag683.xml"/><Relationship Id="rId7" Type="http://schemas.openxmlformats.org/officeDocument/2006/relationships/tags" Target="../tags/tag682.xml"/><Relationship Id="rId6" Type="http://schemas.openxmlformats.org/officeDocument/2006/relationships/image" Target="../media/image10.png"/><Relationship Id="rId5" Type="http://schemas.openxmlformats.org/officeDocument/2006/relationships/tags" Target="../tags/tag681.xml"/><Relationship Id="rId4" Type="http://schemas.openxmlformats.org/officeDocument/2006/relationships/tags" Target="../tags/tag680.xml"/><Relationship Id="rId3" Type="http://schemas.openxmlformats.org/officeDocument/2006/relationships/tags" Target="../tags/tag679.xml"/><Relationship Id="rId2" Type="http://schemas.openxmlformats.org/officeDocument/2006/relationships/tags" Target="../tags/tag678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685.xml"/><Relationship Id="rId10" Type="http://schemas.openxmlformats.org/officeDocument/2006/relationships/image" Target="../media/image11.png"/><Relationship Id="rId1" Type="http://schemas.openxmlformats.org/officeDocument/2006/relationships/tags" Target="../tags/tag67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94.xml"/><Relationship Id="rId8" Type="http://schemas.openxmlformats.org/officeDocument/2006/relationships/tags" Target="../tags/tag693.xml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0" Type="http://schemas.openxmlformats.org/officeDocument/2006/relationships/comments" Target="../comments/comment1.xml"/><Relationship Id="rId5" Type="http://schemas.openxmlformats.org/officeDocument/2006/relationships/tags" Target="../tags/tag690.xml"/><Relationship Id="rId49" Type="http://schemas.openxmlformats.org/officeDocument/2006/relationships/notesSlide" Target="../notesSlides/notesSlide10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732.xml"/><Relationship Id="rId46" Type="http://schemas.openxmlformats.org/officeDocument/2006/relationships/tags" Target="../tags/tag731.xml"/><Relationship Id="rId45" Type="http://schemas.openxmlformats.org/officeDocument/2006/relationships/tags" Target="../tags/tag730.xml"/><Relationship Id="rId44" Type="http://schemas.openxmlformats.org/officeDocument/2006/relationships/tags" Target="../tags/tag729.xml"/><Relationship Id="rId43" Type="http://schemas.openxmlformats.org/officeDocument/2006/relationships/tags" Target="../tags/tag728.xml"/><Relationship Id="rId42" Type="http://schemas.openxmlformats.org/officeDocument/2006/relationships/tags" Target="../tags/tag727.xml"/><Relationship Id="rId41" Type="http://schemas.openxmlformats.org/officeDocument/2006/relationships/tags" Target="../tags/tag726.xml"/><Relationship Id="rId40" Type="http://schemas.openxmlformats.org/officeDocument/2006/relationships/tags" Target="../tags/tag725.xml"/><Relationship Id="rId4" Type="http://schemas.openxmlformats.org/officeDocument/2006/relationships/tags" Target="../tags/tag689.xml"/><Relationship Id="rId39" Type="http://schemas.openxmlformats.org/officeDocument/2006/relationships/tags" Target="../tags/tag724.xml"/><Relationship Id="rId38" Type="http://schemas.openxmlformats.org/officeDocument/2006/relationships/tags" Target="../tags/tag723.xml"/><Relationship Id="rId37" Type="http://schemas.openxmlformats.org/officeDocument/2006/relationships/tags" Target="../tags/tag722.xml"/><Relationship Id="rId36" Type="http://schemas.openxmlformats.org/officeDocument/2006/relationships/tags" Target="../tags/tag721.xml"/><Relationship Id="rId35" Type="http://schemas.openxmlformats.org/officeDocument/2006/relationships/tags" Target="../tags/tag720.xml"/><Relationship Id="rId34" Type="http://schemas.openxmlformats.org/officeDocument/2006/relationships/tags" Target="../tags/tag719.xml"/><Relationship Id="rId33" Type="http://schemas.openxmlformats.org/officeDocument/2006/relationships/tags" Target="../tags/tag718.xml"/><Relationship Id="rId32" Type="http://schemas.openxmlformats.org/officeDocument/2006/relationships/tags" Target="../tags/tag717.xml"/><Relationship Id="rId31" Type="http://schemas.openxmlformats.org/officeDocument/2006/relationships/tags" Target="../tags/tag716.xml"/><Relationship Id="rId30" Type="http://schemas.openxmlformats.org/officeDocument/2006/relationships/tags" Target="../tags/tag715.xml"/><Relationship Id="rId3" Type="http://schemas.openxmlformats.org/officeDocument/2006/relationships/tags" Target="../tags/tag688.xml"/><Relationship Id="rId29" Type="http://schemas.openxmlformats.org/officeDocument/2006/relationships/tags" Target="../tags/tag714.xml"/><Relationship Id="rId28" Type="http://schemas.openxmlformats.org/officeDocument/2006/relationships/tags" Target="../tags/tag713.xml"/><Relationship Id="rId27" Type="http://schemas.openxmlformats.org/officeDocument/2006/relationships/tags" Target="../tags/tag712.xml"/><Relationship Id="rId26" Type="http://schemas.openxmlformats.org/officeDocument/2006/relationships/tags" Target="../tags/tag711.xml"/><Relationship Id="rId25" Type="http://schemas.openxmlformats.org/officeDocument/2006/relationships/tags" Target="../tags/tag710.xml"/><Relationship Id="rId24" Type="http://schemas.openxmlformats.org/officeDocument/2006/relationships/tags" Target="../tags/tag709.xml"/><Relationship Id="rId23" Type="http://schemas.openxmlformats.org/officeDocument/2006/relationships/tags" Target="../tags/tag708.xml"/><Relationship Id="rId22" Type="http://schemas.openxmlformats.org/officeDocument/2006/relationships/tags" Target="../tags/tag707.xml"/><Relationship Id="rId21" Type="http://schemas.openxmlformats.org/officeDocument/2006/relationships/tags" Target="../tags/tag706.xml"/><Relationship Id="rId20" Type="http://schemas.openxmlformats.org/officeDocument/2006/relationships/tags" Target="../tags/tag705.xml"/><Relationship Id="rId2" Type="http://schemas.openxmlformats.org/officeDocument/2006/relationships/tags" Target="../tags/tag687.xml"/><Relationship Id="rId19" Type="http://schemas.openxmlformats.org/officeDocument/2006/relationships/tags" Target="../tags/tag704.xml"/><Relationship Id="rId18" Type="http://schemas.openxmlformats.org/officeDocument/2006/relationships/tags" Target="../tags/tag703.xml"/><Relationship Id="rId17" Type="http://schemas.openxmlformats.org/officeDocument/2006/relationships/tags" Target="../tags/tag702.xml"/><Relationship Id="rId16" Type="http://schemas.openxmlformats.org/officeDocument/2006/relationships/tags" Target="../tags/tag701.xml"/><Relationship Id="rId15" Type="http://schemas.openxmlformats.org/officeDocument/2006/relationships/tags" Target="../tags/tag700.xml"/><Relationship Id="rId14" Type="http://schemas.openxmlformats.org/officeDocument/2006/relationships/tags" Target="../tags/tag699.xml"/><Relationship Id="rId13" Type="http://schemas.openxmlformats.org/officeDocument/2006/relationships/tags" Target="../tags/tag698.xml"/><Relationship Id="rId12" Type="http://schemas.openxmlformats.org/officeDocument/2006/relationships/tags" Target="../tags/tag697.xml"/><Relationship Id="rId11" Type="http://schemas.openxmlformats.org/officeDocument/2006/relationships/tags" Target="../tags/tag696.xml"/><Relationship Id="rId10" Type="http://schemas.openxmlformats.org/officeDocument/2006/relationships/tags" Target="../tags/tag695.xml"/><Relationship Id="rId1" Type="http://schemas.openxmlformats.org/officeDocument/2006/relationships/tags" Target="../tags/tag68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34.xml"/><Relationship Id="rId1" Type="http://schemas.openxmlformats.org/officeDocument/2006/relationships/tags" Target="../tags/tag7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922145" y="2195830"/>
            <a:ext cx="843280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前后端商品数据交互</a:t>
            </a:r>
            <a:endParaRPr lang="zh-CN" altLang="en-US" sz="65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08424" y="4603435"/>
            <a:ext cx="8539324" cy="1196731"/>
            <a:chOff x="2643438" y="4764377"/>
            <a:chExt cx="8539324" cy="1196731"/>
          </a:xfrm>
        </p:grpSpPr>
        <p:sp>
          <p:nvSpPr>
            <p:cNvPr id="127" name="TextBox 31"/>
            <p:cNvSpPr txBox="1">
              <a:spLocks noChangeArrowheads="1"/>
            </p:cNvSpPr>
            <p:nvPr/>
          </p:nvSpPr>
          <p:spPr bwMode="auto">
            <a:xfrm>
              <a:off x="2944769" y="5063812"/>
              <a:ext cx="8237993" cy="477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如何实现前后端交互，显示数据信息？</a:t>
              </a:r>
              <a:endPara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460" name="组合 4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461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2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3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4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5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6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7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8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9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0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1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2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3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4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5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6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7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8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9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0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1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2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3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4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5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6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7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8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9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0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1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2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3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4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5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6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7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8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9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0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1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2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3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4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5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6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7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8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9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0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1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2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3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4" name="isľíďe"/>
              <p:cNvSpPr/>
              <p:nvPr/>
            </p:nvSpPr>
            <p:spPr bwMode="auto">
              <a:xfrm>
                <a:off x="6512291" y="3212158"/>
                <a:ext cx="1689527" cy="606723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5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6" name="îŝ1îdè"/>
              <p:cNvSpPr/>
              <p:nvPr/>
            </p:nvSpPr>
            <p:spPr bwMode="auto">
              <a:xfrm>
                <a:off x="6382754" y="2359645"/>
                <a:ext cx="1690633" cy="750655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7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8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9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0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1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2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3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4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5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6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7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807070" y="1643532"/>
            <a:ext cx="8231775" cy="2679867"/>
            <a:chOff x="1807070" y="1643532"/>
            <a:chExt cx="8231775" cy="2679867"/>
          </a:xfrm>
        </p:grpSpPr>
        <p:sp>
          <p:nvSpPr>
            <p:cNvPr id="84" name="文本框 83"/>
            <p:cNvSpPr txBox="1"/>
            <p:nvPr/>
          </p:nvSpPr>
          <p:spPr>
            <a:xfrm>
              <a:off x="3748350" y="3558174"/>
              <a:ext cx="1717694" cy="460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ln w="0"/>
                  <a:solidFill>
                    <a:schemeClr val="accent5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前端页面</a:t>
              </a:r>
              <a:endParaRPr lang="zh-CN" altLang="en-US" b="1" dirty="0">
                <a:ln w="0"/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6" name="ï$ḻide"/>
            <p:cNvSpPr/>
            <p:nvPr/>
          </p:nvSpPr>
          <p:spPr>
            <a:xfrm>
              <a:off x="5743795" y="2772996"/>
              <a:ext cx="451733" cy="254442"/>
            </a:xfrm>
            <a:prstGeom prst="rightArrow">
              <a:avLst/>
            </a:prstGeom>
            <a:solidFill>
              <a:srgbClr val="ED7D3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7" name="ï$ḻide"/>
            <p:cNvSpPr/>
            <p:nvPr/>
          </p:nvSpPr>
          <p:spPr>
            <a:xfrm>
              <a:off x="8149537" y="2776090"/>
              <a:ext cx="451733" cy="252000"/>
            </a:xfrm>
            <a:prstGeom prst="rightArrow">
              <a:avLst/>
            </a:prstGeom>
            <a:solidFill>
              <a:srgbClr val="4472C4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1807070" y="1643532"/>
              <a:ext cx="8231775" cy="2679867"/>
              <a:chOff x="1807070" y="1643532"/>
              <a:chExt cx="8231775" cy="2679867"/>
            </a:xfrm>
          </p:grpSpPr>
          <p:sp>
            <p:nvSpPr>
              <p:cNvPr id="89" name="iconfont-11432-4397522"/>
              <p:cNvSpPr/>
              <p:nvPr/>
            </p:nvSpPr>
            <p:spPr>
              <a:xfrm>
                <a:off x="1807070" y="2678623"/>
                <a:ext cx="522118" cy="609685"/>
              </a:xfrm>
              <a:custGeom>
                <a:avLst/>
                <a:gdLst>
                  <a:gd name="T0" fmla="*/ 6721 w 9600"/>
                  <a:gd name="T1" fmla="*/ 6142 h 11211"/>
                  <a:gd name="T2" fmla="*/ 8175 w 9600"/>
                  <a:gd name="T3" fmla="*/ 3370 h 11211"/>
                  <a:gd name="T4" fmla="*/ 4800 w 9600"/>
                  <a:gd name="T5" fmla="*/ 0 h 11211"/>
                  <a:gd name="T6" fmla="*/ 1425 w 9600"/>
                  <a:gd name="T7" fmla="*/ 3370 h 11211"/>
                  <a:gd name="T8" fmla="*/ 2879 w 9600"/>
                  <a:gd name="T9" fmla="*/ 6142 h 11211"/>
                  <a:gd name="T10" fmla="*/ 0 w 9600"/>
                  <a:gd name="T11" fmla="*/ 10536 h 11211"/>
                  <a:gd name="T12" fmla="*/ 3 w 9600"/>
                  <a:gd name="T13" fmla="*/ 10692 h 11211"/>
                  <a:gd name="T14" fmla="*/ 5 w 9600"/>
                  <a:gd name="T15" fmla="*/ 10745 h 11211"/>
                  <a:gd name="T16" fmla="*/ 526 w 9600"/>
                  <a:gd name="T17" fmla="*/ 11199 h 11211"/>
                  <a:gd name="T18" fmla="*/ 1004 w 9600"/>
                  <a:gd name="T19" fmla="*/ 10700 h 11211"/>
                  <a:gd name="T20" fmla="*/ 1004 w 9600"/>
                  <a:gd name="T21" fmla="*/ 10694 h 11211"/>
                  <a:gd name="T22" fmla="*/ 1003 w 9600"/>
                  <a:gd name="T23" fmla="*/ 10667 h 11211"/>
                  <a:gd name="T24" fmla="*/ 1000 w 9600"/>
                  <a:gd name="T25" fmla="*/ 10536 h 11211"/>
                  <a:gd name="T26" fmla="*/ 4800 w 9600"/>
                  <a:gd name="T27" fmla="*/ 6741 h 11211"/>
                  <a:gd name="T28" fmla="*/ 8600 w 9600"/>
                  <a:gd name="T29" fmla="*/ 10536 h 11211"/>
                  <a:gd name="T30" fmla="*/ 8598 w 9600"/>
                  <a:gd name="T31" fmla="*/ 10664 h 11211"/>
                  <a:gd name="T32" fmla="*/ 8596 w 9600"/>
                  <a:gd name="T33" fmla="*/ 10699 h 11211"/>
                  <a:gd name="T34" fmla="*/ 9076 w 9600"/>
                  <a:gd name="T35" fmla="*/ 11198 h 11211"/>
                  <a:gd name="T36" fmla="*/ 9596 w 9600"/>
                  <a:gd name="T37" fmla="*/ 10741 h 11211"/>
                  <a:gd name="T38" fmla="*/ 9597 w 9600"/>
                  <a:gd name="T39" fmla="*/ 10693 h 11211"/>
                  <a:gd name="T40" fmla="*/ 9600 w 9600"/>
                  <a:gd name="T41" fmla="*/ 10536 h 11211"/>
                  <a:gd name="T42" fmla="*/ 6721 w 9600"/>
                  <a:gd name="T43" fmla="*/ 6142 h 11211"/>
                  <a:gd name="T44" fmla="*/ 2425 w 9600"/>
                  <a:gd name="T45" fmla="*/ 3370 h 11211"/>
                  <a:gd name="T46" fmla="*/ 4800 w 9600"/>
                  <a:gd name="T47" fmla="*/ 998 h 11211"/>
                  <a:gd name="T48" fmla="*/ 7175 w 9600"/>
                  <a:gd name="T49" fmla="*/ 3370 h 11211"/>
                  <a:gd name="T50" fmla="*/ 4800 w 9600"/>
                  <a:gd name="T51" fmla="*/ 5743 h 11211"/>
                  <a:gd name="T52" fmla="*/ 2425 w 9600"/>
                  <a:gd name="T53" fmla="*/ 3370 h 11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600" h="11211">
                    <a:moveTo>
                      <a:pt x="6721" y="6142"/>
                    </a:moveTo>
                    <a:cubicBezTo>
                      <a:pt x="7600" y="5533"/>
                      <a:pt x="8175" y="4519"/>
                      <a:pt x="8175" y="3370"/>
                    </a:cubicBezTo>
                    <a:cubicBezTo>
                      <a:pt x="8175" y="1509"/>
                      <a:pt x="6664" y="0"/>
                      <a:pt x="4800" y="0"/>
                    </a:cubicBezTo>
                    <a:cubicBezTo>
                      <a:pt x="2936" y="0"/>
                      <a:pt x="1425" y="1509"/>
                      <a:pt x="1425" y="3370"/>
                    </a:cubicBezTo>
                    <a:cubicBezTo>
                      <a:pt x="1425" y="4519"/>
                      <a:pt x="2000" y="5533"/>
                      <a:pt x="2879" y="6142"/>
                    </a:cubicBezTo>
                    <a:cubicBezTo>
                      <a:pt x="1184" y="6882"/>
                      <a:pt x="0" y="8571"/>
                      <a:pt x="0" y="10536"/>
                    </a:cubicBezTo>
                    <a:cubicBezTo>
                      <a:pt x="0" y="10589"/>
                      <a:pt x="1" y="10641"/>
                      <a:pt x="3" y="10692"/>
                    </a:cubicBezTo>
                    <a:cubicBezTo>
                      <a:pt x="3" y="10710"/>
                      <a:pt x="4" y="10728"/>
                      <a:pt x="5" y="10745"/>
                    </a:cubicBezTo>
                    <a:cubicBezTo>
                      <a:pt x="29" y="11011"/>
                      <a:pt x="259" y="11211"/>
                      <a:pt x="526" y="11199"/>
                    </a:cubicBezTo>
                    <a:cubicBezTo>
                      <a:pt x="793" y="11187"/>
                      <a:pt x="1003" y="10967"/>
                      <a:pt x="1004" y="10700"/>
                    </a:cubicBezTo>
                    <a:lnTo>
                      <a:pt x="1004" y="10694"/>
                    </a:lnTo>
                    <a:cubicBezTo>
                      <a:pt x="1004" y="10685"/>
                      <a:pt x="1003" y="10676"/>
                      <a:pt x="1003" y="10667"/>
                    </a:cubicBezTo>
                    <a:cubicBezTo>
                      <a:pt x="1001" y="10624"/>
                      <a:pt x="1000" y="10580"/>
                      <a:pt x="1000" y="10536"/>
                    </a:cubicBezTo>
                    <a:cubicBezTo>
                      <a:pt x="1000" y="8440"/>
                      <a:pt x="2702" y="6741"/>
                      <a:pt x="4800" y="6741"/>
                    </a:cubicBezTo>
                    <a:cubicBezTo>
                      <a:pt x="6899" y="6741"/>
                      <a:pt x="8600" y="8440"/>
                      <a:pt x="8600" y="10536"/>
                    </a:cubicBezTo>
                    <a:cubicBezTo>
                      <a:pt x="8600" y="10579"/>
                      <a:pt x="8599" y="10622"/>
                      <a:pt x="8598" y="10664"/>
                    </a:cubicBezTo>
                    <a:cubicBezTo>
                      <a:pt x="8598" y="10676"/>
                      <a:pt x="8597" y="10687"/>
                      <a:pt x="8596" y="10699"/>
                    </a:cubicBezTo>
                    <a:cubicBezTo>
                      <a:pt x="8597" y="10967"/>
                      <a:pt x="8808" y="11187"/>
                      <a:pt x="9076" y="11198"/>
                    </a:cubicBezTo>
                    <a:cubicBezTo>
                      <a:pt x="9343" y="11210"/>
                      <a:pt x="9572" y="11008"/>
                      <a:pt x="9596" y="10741"/>
                    </a:cubicBezTo>
                    <a:cubicBezTo>
                      <a:pt x="9596" y="10725"/>
                      <a:pt x="9597" y="10709"/>
                      <a:pt x="9597" y="10693"/>
                    </a:cubicBezTo>
                    <a:cubicBezTo>
                      <a:pt x="9599" y="10641"/>
                      <a:pt x="9600" y="10589"/>
                      <a:pt x="9600" y="10536"/>
                    </a:cubicBezTo>
                    <a:cubicBezTo>
                      <a:pt x="9600" y="8571"/>
                      <a:pt x="8416" y="6882"/>
                      <a:pt x="6721" y="6142"/>
                    </a:cubicBezTo>
                    <a:close/>
                    <a:moveTo>
                      <a:pt x="2425" y="3370"/>
                    </a:moveTo>
                    <a:cubicBezTo>
                      <a:pt x="2425" y="2060"/>
                      <a:pt x="3488" y="998"/>
                      <a:pt x="4800" y="998"/>
                    </a:cubicBezTo>
                    <a:cubicBezTo>
                      <a:pt x="6112" y="998"/>
                      <a:pt x="7175" y="2061"/>
                      <a:pt x="7175" y="3370"/>
                    </a:cubicBezTo>
                    <a:cubicBezTo>
                      <a:pt x="7175" y="4680"/>
                      <a:pt x="6112" y="5743"/>
                      <a:pt x="4800" y="5743"/>
                    </a:cubicBezTo>
                    <a:cubicBezTo>
                      <a:pt x="3488" y="5743"/>
                      <a:pt x="2425" y="4680"/>
                      <a:pt x="2425" y="337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iconfont-11432-4397522"/>
              <p:cNvSpPr/>
              <p:nvPr/>
            </p:nvSpPr>
            <p:spPr>
              <a:xfrm>
                <a:off x="1807070" y="1643532"/>
                <a:ext cx="522118" cy="609685"/>
              </a:xfrm>
              <a:custGeom>
                <a:avLst/>
                <a:gdLst>
                  <a:gd name="T0" fmla="*/ 6721 w 9600"/>
                  <a:gd name="T1" fmla="*/ 6142 h 11211"/>
                  <a:gd name="T2" fmla="*/ 8175 w 9600"/>
                  <a:gd name="T3" fmla="*/ 3370 h 11211"/>
                  <a:gd name="T4" fmla="*/ 4800 w 9600"/>
                  <a:gd name="T5" fmla="*/ 0 h 11211"/>
                  <a:gd name="T6" fmla="*/ 1425 w 9600"/>
                  <a:gd name="T7" fmla="*/ 3370 h 11211"/>
                  <a:gd name="T8" fmla="*/ 2879 w 9600"/>
                  <a:gd name="T9" fmla="*/ 6142 h 11211"/>
                  <a:gd name="T10" fmla="*/ 0 w 9600"/>
                  <a:gd name="T11" fmla="*/ 10536 h 11211"/>
                  <a:gd name="T12" fmla="*/ 3 w 9600"/>
                  <a:gd name="T13" fmla="*/ 10692 h 11211"/>
                  <a:gd name="T14" fmla="*/ 5 w 9600"/>
                  <a:gd name="T15" fmla="*/ 10745 h 11211"/>
                  <a:gd name="T16" fmla="*/ 526 w 9600"/>
                  <a:gd name="T17" fmla="*/ 11199 h 11211"/>
                  <a:gd name="T18" fmla="*/ 1004 w 9600"/>
                  <a:gd name="T19" fmla="*/ 10700 h 11211"/>
                  <a:gd name="T20" fmla="*/ 1004 w 9600"/>
                  <a:gd name="T21" fmla="*/ 10694 h 11211"/>
                  <a:gd name="T22" fmla="*/ 1003 w 9600"/>
                  <a:gd name="T23" fmla="*/ 10667 h 11211"/>
                  <a:gd name="T24" fmla="*/ 1000 w 9600"/>
                  <a:gd name="T25" fmla="*/ 10536 h 11211"/>
                  <a:gd name="T26" fmla="*/ 4800 w 9600"/>
                  <a:gd name="T27" fmla="*/ 6741 h 11211"/>
                  <a:gd name="T28" fmla="*/ 8600 w 9600"/>
                  <a:gd name="T29" fmla="*/ 10536 h 11211"/>
                  <a:gd name="T30" fmla="*/ 8598 w 9600"/>
                  <a:gd name="T31" fmla="*/ 10664 h 11211"/>
                  <a:gd name="T32" fmla="*/ 8596 w 9600"/>
                  <a:gd name="T33" fmla="*/ 10699 h 11211"/>
                  <a:gd name="T34" fmla="*/ 9076 w 9600"/>
                  <a:gd name="T35" fmla="*/ 11198 h 11211"/>
                  <a:gd name="T36" fmla="*/ 9596 w 9600"/>
                  <a:gd name="T37" fmla="*/ 10741 h 11211"/>
                  <a:gd name="T38" fmla="*/ 9597 w 9600"/>
                  <a:gd name="T39" fmla="*/ 10693 h 11211"/>
                  <a:gd name="T40" fmla="*/ 9600 w 9600"/>
                  <a:gd name="T41" fmla="*/ 10536 h 11211"/>
                  <a:gd name="T42" fmla="*/ 6721 w 9600"/>
                  <a:gd name="T43" fmla="*/ 6142 h 11211"/>
                  <a:gd name="T44" fmla="*/ 2425 w 9600"/>
                  <a:gd name="T45" fmla="*/ 3370 h 11211"/>
                  <a:gd name="T46" fmla="*/ 4800 w 9600"/>
                  <a:gd name="T47" fmla="*/ 998 h 11211"/>
                  <a:gd name="T48" fmla="*/ 7175 w 9600"/>
                  <a:gd name="T49" fmla="*/ 3370 h 11211"/>
                  <a:gd name="T50" fmla="*/ 4800 w 9600"/>
                  <a:gd name="T51" fmla="*/ 5743 h 11211"/>
                  <a:gd name="T52" fmla="*/ 2425 w 9600"/>
                  <a:gd name="T53" fmla="*/ 3370 h 11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600" h="11211">
                    <a:moveTo>
                      <a:pt x="6721" y="6142"/>
                    </a:moveTo>
                    <a:cubicBezTo>
                      <a:pt x="7600" y="5533"/>
                      <a:pt x="8175" y="4519"/>
                      <a:pt x="8175" y="3370"/>
                    </a:cubicBezTo>
                    <a:cubicBezTo>
                      <a:pt x="8175" y="1509"/>
                      <a:pt x="6664" y="0"/>
                      <a:pt x="4800" y="0"/>
                    </a:cubicBezTo>
                    <a:cubicBezTo>
                      <a:pt x="2936" y="0"/>
                      <a:pt x="1425" y="1509"/>
                      <a:pt x="1425" y="3370"/>
                    </a:cubicBezTo>
                    <a:cubicBezTo>
                      <a:pt x="1425" y="4519"/>
                      <a:pt x="2000" y="5533"/>
                      <a:pt x="2879" y="6142"/>
                    </a:cubicBezTo>
                    <a:cubicBezTo>
                      <a:pt x="1184" y="6882"/>
                      <a:pt x="0" y="8571"/>
                      <a:pt x="0" y="10536"/>
                    </a:cubicBezTo>
                    <a:cubicBezTo>
                      <a:pt x="0" y="10589"/>
                      <a:pt x="1" y="10641"/>
                      <a:pt x="3" y="10692"/>
                    </a:cubicBezTo>
                    <a:cubicBezTo>
                      <a:pt x="3" y="10710"/>
                      <a:pt x="4" y="10728"/>
                      <a:pt x="5" y="10745"/>
                    </a:cubicBezTo>
                    <a:cubicBezTo>
                      <a:pt x="29" y="11011"/>
                      <a:pt x="259" y="11211"/>
                      <a:pt x="526" y="11199"/>
                    </a:cubicBezTo>
                    <a:cubicBezTo>
                      <a:pt x="793" y="11187"/>
                      <a:pt x="1003" y="10967"/>
                      <a:pt x="1004" y="10700"/>
                    </a:cubicBezTo>
                    <a:lnTo>
                      <a:pt x="1004" y="10694"/>
                    </a:lnTo>
                    <a:cubicBezTo>
                      <a:pt x="1004" y="10685"/>
                      <a:pt x="1003" y="10676"/>
                      <a:pt x="1003" y="10667"/>
                    </a:cubicBezTo>
                    <a:cubicBezTo>
                      <a:pt x="1001" y="10624"/>
                      <a:pt x="1000" y="10580"/>
                      <a:pt x="1000" y="10536"/>
                    </a:cubicBezTo>
                    <a:cubicBezTo>
                      <a:pt x="1000" y="8440"/>
                      <a:pt x="2702" y="6741"/>
                      <a:pt x="4800" y="6741"/>
                    </a:cubicBezTo>
                    <a:cubicBezTo>
                      <a:pt x="6899" y="6741"/>
                      <a:pt x="8600" y="8440"/>
                      <a:pt x="8600" y="10536"/>
                    </a:cubicBezTo>
                    <a:cubicBezTo>
                      <a:pt x="8600" y="10579"/>
                      <a:pt x="8599" y="10622"/>
                      <a:pt x="8598" y="10664"/>
                    </a:cubicBezTo>
                    <a:cubicBezTo>
                      <a:pt x="8598" y="10676"/>
                      <a:pt x="8597" y="10687"/>
                      <a:pt x="8596" y="10699"/>
                    </a:cubicBezTo>
                    <a:cubicBezTo>
                      <a:pt x="8597" y="10967"/>
                      <a:pt x="8808" y="11187"/>
                      <a:pt x="9076" y="11198"/>
                    </a:cubicBezTo>
                    <a:cubicBezTo>
                      <a:pt x="9343" y="11210"/>
                      <a:pt x="9572" y="11008"/>
                      <a:pt x="9596" y="10741"/>
                    </a:cubicBezTo>
                    <a:cubicBezTo>
                      <a:pt x="9596" y="10725"/>
                      <a:pt x="9597" y="10709"/>
                      <a:pt x="9597" y="10693"/>
                    </a:cubicBezTo>
                    <a:cubicBezTo>
                      <a:pt x="9599" y="10641"/>
                      <a:pt x="9600" y="10589"/>
                      <a:pt x="9600" y="10536"/>
                    </a:cubicBezTo>
                    <a:cubicBezTo>
                      <a:pt x="9600" y="8571"/>
                      <a:pt x="8416" y="6882"/>
                      <a:pt x="6721" y="6142"/>
                    </a:cubicBezTo>
                    <a:close/>
                    <a:moveTo>
                      <a:pt x="2425" y="3370"/>
                    </a:moveTo>
                    <a:cubicBezTo>
                      <a:pt x="2425" y="2060"/>
                      <a:pt x="3488" y="998"/>
                      <a:pt x="4800" y="998"/>
                    </a:cubicBezTo>
                    <a:cubicBezTo>
                      <a:pt x="6112" y="998"/>
                      <a:pt x="7175" y="2061"/>
                      <a:pt x="7175" y="3370"/>
                    </a:cubicBezTo>
                    <a:cubicBezTo>
                      <a:pt x="7175" y="4680"/>
                      <a:pt x="6112" y="5743"/>
                      <a:pt x="4800" y="5743"/>
                    </a:cubicBezTo>
                    <a:cubicBezTo>
                      <a:pt x="3488" y="5743"/>
                      <a:pt x="2425" y="4680"/>
                      <a:pt x="2425" y="337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iconfont-11432-4397522"/>
              <p:cNvSpPr/>
              <p:nvPr/>
            </p:nvSpPr>
            <p:spPr>
              <a:xfrm>
                <a:off x="1807070" y="3713714"/>
                <a:ext cx="522118" cy="609685"/>
              </a:xfrm>
              <a:custGeom>
                <a:avLst/>
                <a:gdLst>
                  <a:gd name="T0" fmla="*/ 6721 w 9600"/>
                  <a:gd name="T1" fmla="*/ 6142 h 11211"/>
                  <a:gd name="T2" fmla="*/ 8175 w 9600"/>
                  <a:gd name="T3" fmla="*/ 3370 h 11211"/>
                  <a:gd name="T4" fmla="*/ 4800 w 9600"/>
                  <a:gd name="T5" fmla="*/ 0 h 11211"/>
                  <a:gd name="T6" fmla="*/ 1425 w 9600"/>
                  <a:gd name="T7" fmla="*/ 3370 h 11211"/>
                  <a:gd name="T8" fmla="*/ 2879 w 9600"/>
                  <a:gd name="T9" fmla="*/ 6142 h 11211"/>
                  <a:gd name="T10" fmla="*/ 0 w 9600"/>
                  <a:gd name="T11" fmla="*/ 10536 h 11211"/>
                  <a:gd name="T12" fmla="*/ 3 w 9600"/>
                  <a:gd name="T13" fmla="*/ 10692 h 11211"/>
                  <a:gd name="T14" fmla="*/ 5 w 9600"/>
                  <a:gd name="T15" fmla="*/ 10745 h 11211"/>
                  <a:gd name="T16" fmla="*/ 526 w 9600"/>
                  <a:gd name="T17" fmla="*/ 11199 h 11211"/>
                  <a:gd name="T18" fmla="*/ 1004 w 9600"/>
                  <a:gd name="T19" fmla="*/ 10700 h 11211"/>
                  <a:gd name="T20" fmla="*/ 1004 w 9600"/>
                  <a:gd name="T21" fmla="*/ 10694 h 11211"/>
                  <a:gd name="T22" fmla="*/ 1003 w 9600"/>
                  <a:gd name="T23" fmla="*/ 10667 h 11211"/>
                  <a:gd name="T24" fmla="*/ 1000 w 9600"/>
                  <a:gd name="T25" fmla="*/ 10536 h 11211"/>
                  <a:gd name="T26" fmla="*/ 4800 w 9600"/>
                  <a:gd name="T27" fmla="*/ 6741 h 11211"/>
                  <a:gd name="T28" fmla="*/ 8600 w 9600"/>
                  <a:gd name="T29" fmla="*/ 10536 h 11211"/>
                  <a:gd name="T30" fmla="*/ 8598 w 9600"/>
                  <a:gd name="T31" fmla="*/ 10664 h 11211"/>
                  <a:gd name="T32" fmla="*/ 8596 w 9600"/>
                  <a:gd name="T33" fmla="*/ 10699 h 11211"/>
                  <a:gd name="T34" fmla="*/ 9076 w 9600"/>
                  <a:gd name="T35" fmla="*/ 11198 h 11211"/>
                  <a:gd name="T36" fmla="*/ 9596 w 9600"/>
                  <a:gd name="T37" fmla="*/ 10741 h 11211"/>
                  <a:gd name="T38" fmla="*/ 9597 w 9600"/>
                  <a:gd name="T39" fmla="*/ 10693 h 11211"/>
                  <a:gd name="T40" fmla="*/ 9600 w 9600"/>
                  <a:gd name="T41" fmla="*/ 10536 h 11211"/>
                  <a:gd name="T42" fmla="*/ 6721 w 9600"/>
                  <a:gd name="T43" fmla="*/ 6142 h 11211"/>
                  <a:gd name="T44" fmla="*/ 2425 w 9600"/>
                  <a:gd name="T45" fmla="*/ 3370 h 11211"/>
                  <a:gd name="T46" fmla="*/ 4800 w 9600"/>
                  <a:gd name="T47" fmla="*/ 998 h 11211"/>
                  <a:gd name="T48" fmla="*/ 7175 w 9600"/>
                  <a:gd name="T49" fmla="*/ 3370 h 11211"/>
                  <a:gd name="T50" fmla="*/ 4800 w 9600"/>
                  <a:gd name="T51" fmla="*/ 5743 h 11211"/>
                  <a:gd name="T52" fmla="*/ 2425 w 9600"/>
                  <a:gd name="T53" fmla="*/ 3370 h 11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600" h="11211">
                    <a:moveTo>
                      <a:pt x="6721" y="6142"/>
                    </a:moveTo>
                    <a:cubicBezTo>
                      <a:pt x="7600" y="5533"/>
                      <a:pt x="8175" y="4519"/>
                      <a:pt x="8175" y="3370"/>
                    </a:cubicBezTo>
                    <a:cubicBezTo>
                      <a:pt x="8175" y="1509"/>
                      <a:pt x="6664" y="0"/>
                      <a:pt x="4800" y="0"/>
                    </a:cubicBezTo>
                    <a:cubicBezTo>
                      <a:pt x="2936" y="0"/>
                      <a:pt x="1425" y="1509"/>
                      <a:pt x="1425" y="3370"/>
                    </a:cubicBezTo>
                    <a:cubicBezTo>
                      <a:pt x="1425" y="4519"/>
                      <a:pt x="2000" y="5533"/>
                      <a:pt x="2879" y="6142"/>
                    </a:cubicBezTo>
                    <a:cubicBezTo>
                      <a:pt x="1184" y="6882"/>
                      <a:pt x="0" y="8571"/>
                      <a:pt x="0" y="10536"/>
                    </a:cubicBezTo>
                    <a:cubicBezTo>
                      <a:pt x="0" y="10589"/>
                      <a:pt x="1" y="10641"/>
                      <a:pt x="3" y="10692"/>
                    </a:cubicBezTo>
                    <a:cubicBezTo>
                      <a:pt x="3" y="10710"/>
                      <a:pt x="4" y="10728"/>
                      <a:pt x="5" y="10745"/>
                    </a:cubicBezTo>
                    <a:cubicBezTo>
                      <a:pt x="29" y="11011"/>
                      <a:pt x="259" y="11211"/>
                      <a:pt x="526" y="11199"/>
                    </a:cubicBezTo>
                    <a:cubicBezTo>
                      <a:pt x="793" y="11187"/>
                      <a:pt x="1003" y="10967"/>
                      <a:pt x="1004" y="10700"/>
                    </a:cubicBezTo>
                    <a:lnTo>
                      <a:pt x="1004" y="10694"/>
                    </a:lnTo>
                    <a:cubicBezTo>
                      <a:pt x="1004" y="10685"/>
                      <a:pt x="1003" y="10676"/>
                      <a:pt x="1003" y="10667"/>
                    </a:cubicBezTo>
                    <a:cubicBezTo>
                      <a:pt x="1001" y="10624"/>
                      <a:pt x="1000" y="10580"/>
                      <a:pt x="1000" y="10536"/>
                    </a:cubicBezTo>
                    <a:cubicBezTo>
                      <a:pt x="1000" y="8440"/>
                      <a:pt x="2702" y="6741"/>
                      <a:pt x="4800" y="6741"/>
                    </a:cubicBezTo>
                    <a:cubicBezTo>
                      <a:pt x="6899" y="6741"/>
                      <a:pt x="8600" y="8440"/>
                      <a:pt x="8600" y="10536"/>
                    </a:cubicBezTo>
                    <a:cubicBezTo>
                      <a:pt x="8600" y="10579"/>
                      <a:pt x="8599" y="10622"/>
                      <a:pt x="8598" y="10664"/>
                    </a:cubicBezTo>
                    <a:cubicBezTo>
                      <a:pt x="8598" y="10676"/>
                      <a:pt x="8597" y="10687"/>
                      <a:pt x="8596" y="10699"/>
                    </a:cubicBezTo>
                    <a:cubicBezTo>
                      <a:pt x="8597" y="10967"/>
                      <a:pt x="8808" y="11187"/>
                      <a:pt x="9076" y="11198"/>
                    </a:cubicBezTo>
                    <a:cubicBezTo>
                      <a:pt x="9343" y="11210"/>
                      <a:pt x="9572" y="11008"/>
                      <a:pt x="9596" y="10741"/>
                    </a:cubicBezTo>
                    <a:cubicBezTo>
                      <a:pt x="9596" y="10725"/>
                      <a:pt x="9597" y="10709"/>
                      <a:pt x="9597" y="10693"/>
                    </a:cubicBezTo>
                    <a:cubicBezTo>
                      <a:pt x="9599" y="10641"/>
                      <a:pt x="9600" y="10589"/>
                      <a:pt x="9600" y="10536"/>
                    </a:cubicBezTo>
                    <a:cubicBezTo>
                      <a:pt x="9600" y="8571"/>
                      <a:pt x="8416" y="6882"/>
                      <a:pt x="6721" y="6142"/>
                    </a:cubicBezTo>
                    <a:close/>
                    <a:moveTo>
                      <a:pt x="2425" y="3370"/>
                    </a:moveTo>
                    <a:cubicBezTo>
                      <a:pt x="2425" y="2060"/>
                      <a:pt x="3488" y="998"/>
                      <a:pt x="4800" y="998"/>
                    </a:cubicBezTo>
                    <a:cubicBezTo>
                      <a:pt x="6112" y="998"/>
                      <a:pt x="7175" y="2061"/>
                      <a:pt x="7175" y="3370"/>
                    </a:cubicBezTo>
                    <a:cubicBezTo>
                      <a:pt x="7175" y="4680"/>
                      <a:pt x="6112" y="5743"/>
                      <a:pt x="4800" y="5743"/>
                    </a:cubicBezTo>
                    <a:cubicBezTo>
                      <a:pt x="3488" y="5743"/>
                      <a:pt x="2425" y="4680"/>
                      <a:pt x="2425" y="337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2" name="组合 91"/>
              <p:cNvGrpSpPr/>
              <p:nvPr/>
            </p:nvGrpSpPr>
            <p:grpSpPr>
              <a:xfrm>
                <a:off x="2539833" y="2781136"/>
                <a:ext cx="1371902" cy="461665"/>
                <a:chOff x="3085523" y="2722144"/>
                <a:chExt cx="1371902" cy="461665"/>
              </a:xfrm>
            </p:grpSpPr>
            <p:sp>
              <p:nvSpPr>
                <p:cNvPr id="107" name="ï$ḻide"/>
                <p:cNvSpPr/>
                <p:nvPr/>
              </p:nvSpPr>
              <p:spPr>
                <a:xfrm>
                  <a:off x="4005692" y="2797049"/>
                  <a:ext cx="451733" cy="254442"/>
                </a:xfrm>
                <a:prstGeom prst="rightArrow">
                  <a:avLst/>
                </a:prstGeom>
                <a:gradFill>
                  <a:gsLst>
                    <a:gs pos="10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0" scaled="0"/>
                </a:gra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 defTabSz="914400"/>
                  <a:endParaRPr lang="zh-CN" altLang="en-US" sz="600" b="1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08" name="文本框 107"/>
                <p:cNvSpPr txBox="1"/>
                <p:nvPr/>
              </p:nvSpPr>
              <p:spPr>
                <a:xfrm>
                  <a:off x="3085523" y="2722144"/>
                  <a:ext cx="754950" cy="461665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prstDash val="dash"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ln w="0"/>
                      <a:solidFill>
                        <a:schemeClr val="accent5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</a:rPr>
                    <a:t>Http</a:t>
                  </a:r>
                  <a:endParaRPr lang="en-US" altLang="zh-CN" sz="2400" b="1" dirty="0">
                    <a:ln w="0"/>
                    <a:solidFill>
                      <a:schemeClr val="accent5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93" name="iconfont-11841-5650496"/>
              <p:cNvSpPr/>
              <p:nvPr/>
            </p:nvSpPr>
            <p:spPr>
              <a:xfrm>
                <a:off x="6418701" y="2410816"/>
                <a:ext cx="1083152" cy="946404"/>
              </a:xfrm>
              <a:custGeom>
                <a:avLst/>
                <a:gdLst>
                  <a:gd name="connsiteX0" fmla="*/ 223413 w 446302"/>
                  <a:gd name="connsiteY0" fmla="*/ 289001 h 389956"/>
                  <a:gd name="connsiteX1" fmla="*/ 168842 w 446302"/>
                  <a:gd name="connsiteY1" fmla="*/ 360098 h 389956"/>
                  <a:gd name="connsiteX2" fmla="*/ 277413 w 446302"/>
                  <a:gd name="connsiteY2" fmla="*/ 360098 h 389956"/>
                  <a:gd name="connsiteX3" fmla="*/ 223413 w 446302"/>
                  <a:gd name="connsiteY3" fmla="*/ 249619 h 389956"/>
                  <a:gd name="connsiteX4" fmla="*/ 235508 w 446302"/>
                  <a:gd name="connsiteY4" fmla="*/ 255333 h 389956"/>
                  <a:gd name="connsiteX5" fmla="*/ 319317 w 446302"/>
                  <a:gd name="connsiteY5" fmla="*/ 365813 h 389956"/>
                  <a:gd name="connsiteX6" fmla="*/ 320555 w 446302"/>
                  <a:gd name="connsiteY6" fmla="*/ 381051 h 389956"/>
                  <a:gd name="connsiteX7" fmla="*/ 307222 w 446302"/>
                  <a:gd name="connsiteY7" fmla="*/ 389956 h 389956"/>
                  <a:gd name="connsiteX8" fmla="*/ 138985 w 446302"/>
                  <a:gd name="connsiteY8" fmla="*/ 389956 h 389956"/>
                  <a:gd name="connsiteX9" fmla="*/ 125652 w 446302"/>
                  <a:gd name="connsiteY9" fmla="*/ 381670 h 389956"/>
                  <a:gd name="connsiteX10" fmla="*/ 126938 w 446302"/>
                  <a:gd name="connsiteY10" fmla="*/ 366432 h 389956"/>
                  <a:gd name="connsiteX11" fmla="*/ 211366 w 446302"/>
                  <a:gd name="connsiteY11" fmla="*/ 255333 h 389956"/>
                  <a:gd name="connsiteX12" fmla="*/ 223413 w 446302"/>
                  <a:gd name="connsiteY12" fmla="*/ 249619 h 389956"/>
                  <a:gd name="connsiteX13" fmla="*/ 252059 w 446302"/>
                  <a:gd name="connsiteY13" fmla="*/ 149870 h 389956"/>
                  <a:gd name="connsiteX14" fmla="*/ 330079 w 446302"/>
                  <a:gd name="connsiteY14" fmla="*/ 170175 h 389956"/>
                  <a:gd name="connsiteX15" fmla="*/ 333269 w 446302"/>
                  <a:gd name="connsiteY15" fmla="*/ 181585 h 389956"/>
                  <a:gd name="connsiteX16" fmla="*/ 321841 w 446302"/>
                  <a:gd name="connsiteY16" fmla="*/ 184770 h 389956"/>
                  <a:gd name="connsiteX17" fmla="*/ 222175 w 446302"/>
                  <a:gd name="connsiteY17" fmla="*/ 174644 h 389956"/>
                  <a:gd name="connsiteX18" fmla="*/ 173890 w 446302"/>
                  <a:gd name="connsiteY18" fmla="*/ 185389 h 389956"/>
                  <a:gd name="connsiteX19" fmla="*/ 117414 w 446302"/>
                  <a:gd name="connsiteY19" fmla="*/ 173360 h 389956"/>
                  <a:gd name="connsiteX20" fmla="*/ 113605 w 446302"/>
                  <a:gd name="connsiteY20" fmla="*/ 161950 h 389956"/>
                  <a:gd name="connsiteX21" fmla="*/ 125033 w 446302"/>
                  <a:gd name="connsiteY21" fmla="*/ 158147 h 389956"/>
                  <a:gd name="connsiteX22" fmla="*/ 213889 w 446302"/>
                  <a:gd name="connsiteY22" fmla="*/ 159430 h 389956"/>
                  <a:gd name="connsiteX23" fmla="*/ 252059 w 446302"/>
                  <a:gd name="connsiteY23" fmla="*/ 149870 h 389956"/>
                  <a:gd name="connsiteX24" fmla="*/ 252059 w 446302"/>
                  <a:gd name="connsiteY24" fmla="*/ 110522 h 389956"/>
                  <a:gd name="connsiteX25" fmla="*/ 330079 w 446302"/>
                  <a:gd name="connsiteY25" fmla="*/ 130900 h 389956"/>
                  <a:gd name="connsiteX26" fmla="*/ 333269 w 446302"/>
                  <a:gd name="connsiteY26" fmla="*/ 142329 h 389956"/>
                  <a:gd name="connsiteX27" fmla="*/ 321841 w 446302"/>
                  <a:gd name="connsiteY27" fmla="*/ 145472 h 389956"/>
                  <a:gd name="connsiteX28" fmla="*/ 222175 w 446302"/>
                  <a:gd name="connsiteY28" fmla="*/ 135329 h 389956"/>
                  <a:gd name="connsiteX29" fmla="*/ 173890 w 446302"/>
                  <a:gd name="connsiteY29" fmla="*/ 146139 h 389956"/>
                  <a:gd name="connsiteX30" fmla="*/ 117414 w 446302"/>
                  <a:gd name="connsiteY30" fmla="*/ 134043 h 389956"/>
                  <a:gd name="connsiteX31" fmla="*/ 113605 w 446302"/>
                  <a:gd name="connsiteY31" fmla="*/ 122614 h 389956"/>
                  <a:gd name="connsiteX32" fmla="*/ 125033 w 446302"/>
                  <a:gd name="connsiteY32" fmla="*/ 118804 h 389956"/>
                  <a:gd name="connsiteX33" fmla="*/ 213889 w 446302"/>
                  <a:gd name="connsiteY33" fmla="*/ 120090 h 389956"/>
                  <a:gd name="connsiteX34" fmla="*/ 252059 w 446302"/>
                  <a:gd name="connsiteY34" fmla="*/ 110522 h 389956"/>
                  <a:gd name="connsiteX35" fmla="*/ 14618 w 446302"/>
                  <a:gd name="connsiteY35" fmla="*/ 0 h 389956"/>
                  <a:gd name="connsiteX36" fmla="*/ 431732 w 446302"/>
                  <a:gd name="connsiteY36" fmla="*/ 0 h 389956"/>
                  <a:gd name="connsiteX37" fmla="*/ 446302 w 446302"/>
                  <a:gd name="connsiteY37" fmla="*/ 14624 h 389956"/>
                  <a:gd name="connsiteX38" fmla="*/ 446302 w 446302"/>
                  <a:gd name="connsiteY38" fmla="*/ 288333 h 389956"/>
                  <a:gd name="connsiteX39" fmla="*/ 431732 w 446302"/>
                  <a:gd name="connsiteY39" fmla="*/ 302957 h 389956"/>
                  <a:gd name="connsiteX40" fmla="*/ 342833 w 446302"/>
                  <a:gd name="connsiteY40" fmla="*/ 302957 h 389956"/>
                  <a:gd name="connsiteX41" fmla="*/ 328215 w 446302"/>
                  <a:gd name="connsiteY41" fmla="*/ 288333 h 389956"/>
                  <a:gd name="connsiteX42" fmla="*/ 342833 w 446302"/>
                  <a:gd name="connsiteY42" fmla="*/ 273757 h 389956"/>
                  <a:gd name="connsiteX43" fmla="*/ 417114 w 446302"/>
                  <a:gd name="connsiteY43" fmla="*/ 273757 h 389956"/>
                  <a:gd name="connsiteX44" fmla="*/ 417114 w 446302"/>
                  <a:gd name="connsiteY44" fmla="*/ 29200 h 389956"/>
                  <a:gd name="connsiteX45" fmla="*/ 29855 w 446302"/>
                  <a:gd name="connsiteY45" fmla="*/ 29200 h 389956"/>
                  <a:gd name="connsiteX46" fmla="*/ 29855 w 446302"/>
                  <a:gd name="connsiteY46" fmla="*/ 273090 h 389956"/>
                  <a:gd name="connsiteX47" fmla="*/ 111754 w 446302"/>
                  <a:gd name="connsiteY47" fmla="*/ 273090 h 389956"/>
                  <a:gd name="connsiteX48" fmla="*/ 126324 w 446302"/>
                  <a:gd name="connsiteY48" fmla="*/ 287714 h 389956"/>
                  <a:gd name="connsiteX49" fmla="*/ 111754 w 446302"/>
                  <a:gd name="connsiteY49" fmla="*/ 302338 h 389956"/>
                  <a:gd name="connsiteX50" fmla="*/ 14618 w 446302"/>
                  <a:gd name="connsiteY50" fmla="*/ 302338 h 389956"/>
                  <a:gd name="connsiteX51" fmla="*/ 0 w 446302"/>
                  <a:gd name="connsiteY51" fmla="*/ 287714 h 389956"/>
                  <a:gd name="connsiteX52" fmla="*/ 0 w 446302"/>
                  <a:gd name="connsiteY52" fmla="*/ 14624 h 389956"/>
                  <a:gd name="connsiteX53" fmla="*/ 14618 w 446302"/>
                  <a:gd name="connsiteY53" fmla="*/ 0 h 38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46302" h="389956">
                    <a:moveTo>
                      <a:pt x="223413" y="289001"/>
                    </a:moveTo>
                    <a:lnTo>
                      <a:pt x="168842" y="360098"/>
                    </a:lnTo>
                    <a:lnTo>
                      <a:pt x="277413" y="360098"/>
                    </a:lnTo>
                    <a:close/>
                    <a:moveTo>
                      <a:pt x="223413" y="249619"/>
                    </a:moveTo>
                    <a:cubicBezTo>
                      <a:pt x="228508" y="249619"/>
                      <a:pt x="232318" y="251523"/>
                      <a:pt x="235508" y="255333"/>
                    </a:cubicBezTo>
                    <a:lnTo>
                      <a:pt x="319317" y="365813"/>
                    </a:lnTo>
                    <a:cubicBezTo>
                      <a:pt x="322460" y="370241"/>
                      <a:pt x="323126" y="376622"/>
                      <a:pt x="320555" y="381051"/>
                    </a:cubicBezTo>
                    <a:cubicBezTo>
                      <a:pt x="317412" y="386766"/>
                      <a:pt x="312317" y="389956"/>
                      <a:pt x="307222" y="389956"/>
                    </a:cubicBezTo>
                    <a:lnTo>
                      <a:pt x="138985" y="389956"/>
                    </a:lnTo>
                    <a:cubicBezTo>
                      <a:pt x="133271" y="389956"/>
                      <a:pt x="128176" y="386766"/>
                      <a:pt x="125652" y="381670"/>
                    </a:cubicBezTo>
                    <a:cubicBezTo>
                      <a:pt x="123128" y="376622"/>
                      <a:pt x="123747" y="370908"/>
                      <a:pt x="126938" y="366432"/>
                    </a:cubicBezTo>
                    <a:lnTo>
                      <a:pt x="211366" y="255333"/>
                    </a:lnTo>
                    <a:cubicBezTo>
                      <a:pt x="213889" y="251523"/>
                      <a:pt x="218366" y="249619"/>
                      <a:pt x="223413" y="249619"/>
                    </a:cubicBezTo>
                    <a:close/>
                    <a:moveTo>
                      <a:pt x="252059" y="149870"/>
                    </a:moveTo>
                    <a:cubicBezTo>
                      <a:pt x="290937" y="148790"/>
                      <a:pt x="328186" y="168749"/>
                      <a:pt x="330079" y="170175"/>
                    </a:cubicBezTo>
                    <a:cubicBezTo>
                      <a:pt x="333888" y="172742"/>
                      <a:pt x="335793" y="177782"/>
                      <a:pt x="333269" y="181585"/>
                    </a:cubicBezTo>
                    <a:cubicBezTo>
                      <a:pt x="330745" y="185389"/>
                      <a:pt x="325650" y="187290"/>
                      <a:pt x="321841" y="184770"/>
                    </a:cubicBezTo>
                    <a:cubicBezTo>
                      <a:pt x="321222" y="184152"/>
                      <a:pt x="262175" y="153059"/>
                      <a:pt x="222175" y="174644"/>
                    </a:cubicBezTo>
                    <a:cubicBezTo>
                      <a:pt x="205651" y="182251"/>
                      <a:pt x="189128" y="185389"/>
                      <a:pt x="173890" y="185389"/>
                    </a:cubicBezTo>
                    <a:cubicBezTo>
                      <a:pt x="143414" y="185389"/>
                      <a:pt x="119319" y="173978"/>
                      <a:pt x="117414" y="173360"/>
                    </a:cubicBezTo>
                    <a:cubicBezTo>
                      <a:pt x="112938" y="171458"/>
                      <a:pt x="111700" y="166371"/>
                      <a:pt x="113605" y="161950"/>
                    </a:cubicBezTo>
                    <a:cubicBezTo>
                      <a:pt x="115509" y="157528"/>
                      <a:pt x="120557" y="156245"/>
                      <a:pt x="125033" y="158147"/>
                    </a:cubicBezTo>
                    <a:cubicBezTo>
                      <a:pt x="125652" y="158765"/>
                      <a:pt x="173890" y="180967"/>
                      <a:pt x="213889" y="159430"/>
                    </a:cubicBezTo>
                    <a:cubicBezTo>
                      <a:pt x="225961" y="152929"/>
                      <a:pt x="239100" y="150231"/>
                      <a:pt x="252059" y="149870"/>
                    </a:cubicBezTo>
                    <a:close/>
                    <a:moveTo>
                      <a:pt x="252059" y="110522"/>
                    </a:moveTo>
                    <a:cubicBezTo>
                      <a:pt x="290937" y="109453"/>
                      <a:pt x="328186" y="129472"/>
                      <a:pt x="330079" y="130900"/>
                    </a:cubicBezTo>
                    <a:cubicBezTo>
                      <a:pt x="333888" y="133424"/>
                      <a:pt x="335793" y="138520"/>
                      <a:pt x="333269" y="142329"/>
                    </a:cubicBezTo>
                    <a:cubicBezTo>
                      <a:pt x="330745" y="146139"/>
                      <a:pt x="325650" y="148044"/>
                      <a:pt x="321841" y="145472"/>
                    </a:cubicBezTo>
                    <a:cubicBezTo>
                      <a:pt x="321222" y="144853"/>
                      <a:pt x="262175" y="113757"/>
                      <a:pt x="222175" y="135329"/>
                    </a:cubicBezTo>
                    <a:cubicBezTo>
                      <a:pt x="205651" y="143568"/>
                      <a:pt x="189128" y="146139"/>
                      <a:pt x="173890" y="146139"/>
                    </a:cubicBezTo>
                    <a:cubicBezTo>
                      <a:pt x="143414" y="146139"/>
                      <a:pt x="119319" y="134710"/>
                      <a:pt x="117414" y="134043"/>
                    </a:cubicBezTo>
                    <a:cubicBezTo>
                      <a:pt x="112938" y="132138"/>
                      <a:pt x="111700" y="127090"/>
                      <a:pt x="113605" y="122614"/>
                    </a:cubicBezTo>
                    <a:cubicBezTo>
                      <a:pt x="115509" y="118185"/>
                      <a:pt x="120557" y="116900"/>
                      <a:pt x="125033" y="118804"/>
                    </a:cubicBezTo>
                    <a:cubicBezTo>
                      <a:pt x="125652" y="119471"/>
                      <a:pt x="173890" y="141663"/>
                      <a:pt x="213889" y="120090"/>
                    </a:cubicBezTo>
                    <a:cubicBezTo>
                      <a:pt x="225961" y="113578"/>
                      <a:pt x="239100" y="110879"/>
                      <a:pt x="252059" y="110522"/>
                    </a:cubicBezTo>
                    <a:close/>
                    <a:moveTo>
                      <a:pt x="14618" y="0"/>
                    </a:moveTo>
                    <a:lnTo>
                      <a:pt x="431732" y="0"/>
                    </a:lnTo>
                    <a:cubicBezTo>
                      <a:pt x="439969" y="0"/>
                      <a:pt x="446302" y="6335"/>
                      <a:pt x="446302" y="14624"/>
                    </a:cubicBezTo>
                    <a:lnTo>
                      <a:pt x="446302" y="288333"/>
                    </a:lnTo>
                    <a:cubicBezTo>
                      <a:pt x="446302" y="296622"/>
                      <a:pt x="439350" y="302957"/>
                      <a:pt x="431732" y="302957"/>
                    </a:cubicBezTo>
                    <a:lnTo>
                      <a:pt x="342833" y="302957"/>
                    </a:lnTo>
                    <a:cubicBezTo>
                      <a:pt x="334596" y="302957"/>
                      <a:pt x="328215" y="296622"/>
                      <a:pt x="328215" y="288333"/>
                    </a:cubicBezTo>
                    <a:cubicBezTo>
                      <a:pt x="328215" y="280093"/>
                      <a:pt x="334596" y="273757"/>
                      <a:pt x="342833" y="273757"/>
                    </a:cubicBezTo>
                    <a:lnTo>
                      <a:pt x="417114" y="273757"/>
                    </a:lnTo>
                    <a:lnTo>
                      <a:pt x="417114" y="29200"/>
                    </a:lnTo>
                    <a:lnTo>
                      <a:pt x="29855" y="29200"/>
                    </a:lnTo>
                    <a:lnTo>
                      <a:pt x="29855" y="273090"/>
                    </a:lnTo>
                    <a:lnTo>
                      <a:pt x="111754" y="273090"/>
                    </a:lnTo>
                    <a:cubicBezTo>
                      <a:pt x="119992" y="273090"/>
                      <a:pt x="126324" y="279473"/>
                      <a:pt x="126324" y="287714"/>
                    </a:cubicBezTo>
                    <a:cubicBezTo>
                      <a:pt x="126324" y="295955"/>
                      <a:pt x="119992" y="302338"/>
                      <a:pt x="111754" y="302338"/>
                    </a:cubicBezTo>
                    <a:lnTo>
                      <a:pt x="14618" y="302338"/>
                    </a:lnTo>
                    <a:cubicBezTo>
                      <a:pt x="6333" y="302338"/>
                      <a:pt x="0" y="295955"/>
                      <a:pt x="0" y="287714"/>
                    </a:cubicBezTo>
                    <a:lnTo>
                      <a:pt x="0" y="14624"/>
                    </a:lnTo>
                    <a:cubicBezTo>
                      <a:pt x="0" y="6335"/>
                      <a:pt x="6333" y="0"/>
                      <a:pt x="14618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6199505" y="3532062"/>
                <a:ext cx="1608134" cy="4603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b="1" dirty="0">
                    <a:ln w="0"/>
                    <a:solidFill>
                      <a:schemeClr val="accent5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Node.js</a:t>
                </a:r>
                <a:r>
                  <a:rPr lang="zh-CN" altLang="en-US" b="1" dirty="0">
                    <a:ln w="0"/>
                    <a:solidFill>
                      <a:schemeClr val="accent5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服务端</a:t>
                </a:r>
                <a:endParaRPr lang="zh-CN" altLang="en-US" b="1" dirty="0">
                  <a:ln w="0"/>
                  <a:solidFill>
                    <a:schemeClr val="accent5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8321152" y="3558174"/>
                <a:ext cx="1717693" cy="460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b="1" dirty="0">
                    <a:ln w="0"/>
                    <a:solidFill>
                      <a:schemeClr val="accent5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JSON</a:t>
                </a:r>
                <a:r>
                  <a:rPr lang="zh-CN" altLang="en-US" b="1" dirty="0">
                    <a:ln w="0"/>
                    <a:solidFill>
                      <a:schemeClr val="accent5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文件</a:t>
                </a:r>
                <a:endParaRPr lang="zh-CN" altLang="en-US" b="1" dirty="0">
                  <a:ln w="0"/>
                  <a:solidFill>
                    <a:schemeClr val="accent5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96" name="ï$ḻide"/>
              <p:cNvSpPr/>
              <p:nvPr/>
            </p:nvSpPr>
            <p:spPr>
              <a:xfrm rot="10800000">
                <a:off x="5247152" y="2772590"/>
                <a:ext cx="816443" cy="254442"/>
              </a:xfrm>
              <a:prstGeom prst="rightArrow">
                <a:avLst/>
              </a:prstGeom>
              <a:solidFill>
                <a:srgbClr val="ED7D3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ï$ḻide"/>
              <p:cNvSpPr/>
              <p:nvPr/>
            </p:nvSpPr>
            <p:spPr>
              <a:xfrm rot="10800000">
                <a:off x="7652894" y="2772449"/>
                <a:ext cx="816443" cy="252000"/>
              </a:xfrm>
              <a:prstGeom prst="rightArrow">
                <a:avLst/>
              </a:prstGeom>
              <a:solidFill>
                <a:srgbClr val="4472C4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400"/>
                <a:endParaRPr lang="zh-CN" altLang="en-US" sz="6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 rot="1436106">
                <a:off x="2666881" y="2026409"/>
                <a:ext cx="1294205" cy="461665"/>
                <a:chOff x="3163220" y="2691368"/>
                <a:chExt cx="1294205" cy="461665"/>
              </a:xfrm>
            </p:grpSpPr>
            <p:sp>
              <p:nvSpPr>
                <p:cNvPr id="105" name="ï$ḻide"/>
                <p:cNvSpPr/>
                <p:nvPr/>
              </p:nvSpPr>
              <p:spPr>
                <a:xfrm>
                  <a:off x="4005692" y="2797049"/>
                  <a:ext cx="451733" cy="254442"/>
                </a:xfrm>
                <a:prstGeom prst="rightArrow">
                  <a:avLst/>
                </a:prstGeom>
                <a:gradFill>
                  <a:gsLst>
                    <a:gs pos="10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0" scaled="0"/>
                </a:gra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 defTabSz="914400"/>
                  <a:endParaRPr lang="zh-CN" altLang="en-US" sz="600" b="1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06" name="文本框 105"/>
                <p:cNvSpPr txBox="1"/>
                <p:nvPr/>
              </p:nvSpPr>
              <p:spPr>
                <a:xfrm>
                  <a:off x="3163220" y="2691368"/>
                  <a:ext cx="754950" cy="461665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prstDash val="dash"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ln w="0"/>
                      <a:solidFill>
                        <a:schemeClr val="accent5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</a:rPr>
                    <a:t>Http</a:t>
                  </a:r>
                  <a:endParaRPr lang="en-US" altLang="zh-CN" sz="2400" b="1" dirty="0">
                    <a:ln w="0"/>
                    <a:solidFill>
                      <a:schemeClr val="accent5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 rot="20146848">
                <a:off x="2540088" y="3493068"/>
                <a:ext cx="1424833" cy="461665"/>
                <a:chOff x="3032592" y="2691367"/>
                <a:chExt cx="1424833" cy="461665"/>
              </a:xfrm>
            </p:grpSpPr>
            <p:sp>
              <p:nvSpPr>
                <p:cNvPr id="103" name="ï$ḻide"/>
                <p:cNvSpPr/>
                <p:nvPr/>
              </p:nvSpPr>
              <p:spPr>
                <a:xfrm>
                  <a:off x="4005692" y="2797049"/>
                  <a:ext cx="451733" cy="254442"/>
                </a:xfrm>
                <a:prstGeom prst="rightArrow">
                  <a:avLst/>
                </a:prstGeom>
                <a:gradFill>
                  <a:gsLst>
                    <a:gs pos="10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0" scaled="0"/>
                </a:gra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 defTabSz="914400"/>
                  <a:endParaRPr lang="zh-CN" altLang="en-US" sz="600" b="1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04" name="文本框 103"/>
                <p:cNvSpPr txBox="1"/>
                <p:nvPr/>
              </p:nvSpPr>
              <p:spPr>
                <a:xfrm>
                  <a:off x="3032592" y="2691367"/>
                  <a:ext cx="754950" cy="461665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prstDash val="dash"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ln w="0"/>
                      <a:solidFill>
                        <a:schemeClr val="accent5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</a:rPr>
                    <a:t>Http</a:t>
                  </a:r>
                  <a:endParaRPr lang="en-US" altLang="zh-CN" sz="2400" b="1" dirty="0">
                    <a:ln w="0"/>
                    <a:solidFill>
                      <a:schemeClr val="accent5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4036126" y="2371177"/>
                <a:ext cx="1142143" cy="1054544"/>
                <a:chOff x="6998247" y="2312348"/>
                <a:chExt cx="1142143" cy="1054544"/>
              </a:xfrm>
            </p:grpSpPr>
            <p:sp>
              <p:nvSpPr>
                <p:cNvPr id="101" name="iconfont-11964-5737194"/>
                <p:cNvSpPr/>
                <p:nvPr/>
              </p:nvSpPr>
              <p:spPr>
                <a:xfrm>
                  <a:off x="6998247" y="2312348"/>
                  <a:ext cx="1142143" cy="1054544"/>
                </a:xfrm>
                <a:custGeom>
                  <a:avLst/>
                  <a:gdLst>
                    <a:gd name="T0" fmla="*/ 0 w 12700"/>
                    <a:gd name="T1" fmla="*/ 12500 h 12700"/>
                    <a:gd name="T2" fmla="*/ 12500 w 12700"/>
                    <a:gd name="T3" fmla="*/ 0 h 12700"/>
                    <a:gd name="T4" fmla="*/ 12500 w 12700"/>
                    <a:gd name="T5" fmla="*/ 12700 h 12700"/>
                    <a:gd name="T6" fmla="*/ 12300 w 12700"/>
                    <a:gd name="T7" fmla="*/ 400 h 12700"/>
                    <a:gd name="T8" fmla="*/ 12500 w 12700"/>
                    <a:gd name="T9" fmla="*/ 2430 h 12700"/>
                    <a:gd name="T10" fmla="*/ 100 w 12700"/>
                    <a:gd name="T11" fmla="*/ 200 h 12700"/>
                    <a:gd name="T12" fmla="*/ 12600 w 12700"/>
                    <a:gd name="T13" fmla="*/ 200 h 12700"/>
                    <a:gd name="T14" fmla="*/ 300 w 12700"/>
                    <a:gd name="T15" fmla="*/ 2230 h 12700"/>
                    <a:gd name="T16" fmla="*/ 300 w 12700"/>
                    <a:gd name="T17" fmla="*/ 300 h 12700"/>
                    <a:gd name="T18" fmla="*/ 1480 w 12700"/>
                    <a:gd name="T19" fmla="*/ 9210 h 12700"/>
                    <a:gd name="T20" fmla="*/ 1480 w 12700"/>
                    <a:gd name="T21" fmla="*/ 5620 h 12700"/>
                    <a:gd name="T22" fmla="*/ 4270 w 12700"/>
                    <a:gd name="T23" fmla="*/ 6960 h 12700"/>
                    <a:gd name="T24" fmla="*/ 2340 w 12700"/>
                    <a:gd name="T25" fmla="*/ 8280 h 12700"/>
                    <a:gd name="T26" fmla="*/ 1580 w 12700"/>
                    <a:gd name="T27" fmla="*/ 9010 h 12700"/>
                    <a:gd name="T28" fmla="*/ 2240 w 12700"/>
                    <a:gd name="T29" fmla="*/ 8080 h 12700"/>
                    <a:gd name="T30" fmla="*/ 4070 w 12700"/>
                    <a:gd name="T31" fmla="*/ 6960 h 12700"/>
                    <a:gd name="T32" fmla="*/ 1580 w 12700"/>
                    <a:gd name="T33" fmla="*/ 5820 h 12700"/>
                    <a:gd name="T34" fmla="*/ 2250 w 12700"/>
                    <a:gd name="T35" fmla="*/ 7570 h 12700"/>
                    <a:gd name="T36" fmla="*/ 2250 w 12700"/>
                    <a:gd name="T37" fmla="*/ 6330 h 12700"/>
                    <a:gd name="T38" fmla="*/ 3510 w 12700"/>
                    <a:gd name="T39" fmla="*/ 6910 h 12700"/>
                    <a:gd name="T40" fmla="*/ 2340 w 12700"/>
                    <a:gd name="T41" fmla="*/ 7370 h 12700"/>
                    <a:gd name="T42" fmla="*/ 3290 w 12700"/>
                    <a:gd name="T43" fmla="*/ 6920 h 12700"/>
                    <a:gd name="T44" fmla="*/ 2330 w 12700"/>
                    <a:gd name="T45" fmla="*/ 6540 h 12700"/>
                    <a:gd name="T46" fmla="*/ 7660 w 12700"/>
                    <a:gd name="T47" fmla="*/ 9210 h 12700"/>
                    <a:gd name="T48" fmla="*/ 6800 w 12700"/>
                    <a:gd name="T49" fmla="*/ 7920 h 12700"/>
                    <a:gd name="T50" fmla="*/ 5560 w 12700"/>
                    <a:gd name="T51" fmla="*/ 9210 h 12700"/>
                    <a:gd name="T52" fmla="*/ 4700 w 12700"/>
                    <a:gd name="T53" fmla="*/ 5720 h 12700"/>
                    <a:gd name="T54" fmla="*/ 5660 w 12700"/>
                    <a:gd name="T55" fmla="*/ 5720 h 12700"/>
                    <a:gd name="T56" fmla="*/ 6800 w 12700"/>
                    <a:gd name="T57" fmla="*/ 5720 h 12700"/>
                    <a:gd name="T58" fmla="*/ 7760 w 12700"/>
                    <a:gd name="T59" fmla="*/ 5720 h 12700"/>
                    <a:gd name="T60" fmla="*/ 6990 w 12700"/>
                    <a:gd name="T61" fmla="*/ 9010 h 12700"/>
                    <a:gd name="T62" fmla="*/ 6990 w 12700"/>
                    <a:gd name="T63" fmla="*/ 5820 h 12700"/>
                    <a:gd name="T64" fmla="*/ 5560 w 12700"/>
                    <a:gd name="T65" fmla="*/ 7190 h 12700"/>
                    <a:gd name="T66" fmla="*/ 4900 w 12700"/>
                    <a:gd name="T67" fmla="*/ 5820 h 12700"/>
                    <a:gd name="T68" fmla="*/ 5460 w 12700"/>
                    <a:gd name="T69" fmla="*/ 7820 h 12700"/>
                    <a:gd name="T70" fmla="*/ 7000 w 12700"/>
                    <a:gd name="T71" fmla="*/ 7820 h 12700"/>
                    <a:gd name="T72" fmla="*/ 9290 w 12700"/>
                    <a:gd name="T73" fmla="*/ 9210 h 12700"/>
                    <a:gd name="T74" fmla="*/ 8430 w 12700"/>
                    <a:gd name="T75" fmla="*/ 5720 h 12700"/>
                    <a:gd name="T76" fmla="*/ 10910 w 12700"/>
                    <a:gd name="T77" fmla="*/ 5950 h 12700"/>
                    <a:gd name="T78" fmla="*/ 9740 w 12700"/>
                    <a:gd name="T79" fmla="*/ 8280 h 12700"/>
                    <a:gd name="T80" fmla="*/ 9290 w 12700"/>
                    <a:gd name="T81" fmla="*/ 9210 h 12700"/>
                    <a:gd name="T82" fmla="*/ 9190 w 12700"/>
                    <a:gd name="T83" fmla="*/ 8180 h 12700"/>
                    <a:gd name="T84" fmla="*/ 10780 w 12700"/>
                    <a:gd name="T85" fmla="*/ 7810 h 12700"/>
                    <a:gd name="T86" fmla="*/ 9730 w 12700"/>
                    <a:gd name="T87" fmla="*/ 5820 h 12700"/>
                    <a:gd name="T88" fmla="*/ 9800 w 12700"/>
                    <a:gd name="T89" fmla="*/ 7570 h 12700"/>
                    <a:gd name="T90" fmla="*/ 9200 w 12700"/>
                    <a:gd name="T91" fmla="*/ 6430 h 12700"/>
                    <a:gd name="T92" fmla="*/ 10360 w 12700"/>
                    <a:gd name="T93" fmla="*/ 6460 h 12700"/>
                    <a:gd name="T94" fmla="*/ 9800 w 12700"/>
                    <a:gd name="T95" fmla="*/ 7570 h 12700"/>
                    <a:gd name="T96" fmla="*/ 10240 w 12700"/>
                    <a:gd name="T97" fmla="*/ 7270 h 12700"/>
                    <a:gd name="T98" fmla="*/ 9710 w 12700"/>
                    <a:gd name="T99" fmla="*/ 6540 h 12700"/>
                    <a:gd name="T100" fmla="*/ 9390 w 12700"/>
                    <a:gd name="T101" fmla="*/ 7370 h 12700"/>
                    <a:gd name="T102" fmla="*/ 1080 w 12700"/>
                    <a:gd name="T103" fmla="*/ 1260 h 12700"/>
                    <a:gd name="T104" fmla="*/ 8600 w 12700"/>
                    <a:gd name="T105" fmla="*/ 1260 h 12700"/>
                    <a:gd name="T106" fmla="*/ 9540 w 12700"/>
                    <a:gd name="T107" fmla="*/ 1360 h 12700"/>
                    <a:gd name="T108" fmla="*/ 10000 w 12700"/>
                    <a:gd name="T109" fmla="*/ 1160 h 12700"/>
                    <a:gd name="T110" fmla="*/ 11520 w 12700"/>
                    <a:gd name="T111" fmla="*/ 1360 h 12700"/>
                    <a:gd name="T112" fmla="*/ 11060 w 12700"/>
                    <a:gd name="T113" fmla="*/ 1160 h 12700"/>
                    <a:gd name="T114" fmla="*/ 11520 w 12700"/>
                    <a:gd name="T115" fmla="*/ 1360 h 127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2700" h="12700">
                      <a:moveTo>
                        <a:pt x="12500" y="12700"/>
                      </a:moveTo>
                      <a:lnTo>
                        <a:pt x="200" y="12700"/>
                      </a:lnTo>
                      <a:cubicBezTo>
                        <a:pt x="90" y="12700"/>
                        <a:pt x="0" y="12610"/>
                        <a:pt x="0" y="12500"/>
                      </a:cubicBezTo>
                      <a:lnTo>
                        <a:pt x="0" y="200"/>
                      </a:lnTo>
                      <a:cubicBezTo>
                        <a:pt x="0" y="90"/>
                        <a:pt x="90" y="0"/>
                        <a:pt x="200" y="0"/>
                      </a:cubicBezTo>
                      <a:lnTo>
                        <a:pt x="12500" y="0"/>
                      </a:lnTo>
                      <a:cubicBezTo>
                        <a:pt x="12610" y="0"/>
                        <a:pt x="12700" y="90"/>
                        <a:pt x="12700" y="200"/>
                      </a:cubicBezTo>
                      <a:lnTo>
                        <a:pt x="12700" y="12500"/>
                      </a:lnTo>
                      <a:cubicBezTo>
                        <a:pt x="12700" y="12610"/>
                        <a:pt x="12610" y="12700"/>
                        <a:pt x="12500" y="12700"/>
                      </a:cubicBezTo>
                      <a:close/>
                      <a:moveTo>
                        <a:pt x="400" y="12300"/>
                      </a:moveTo>
                      <a:lnTo>
                        <a:pt x="12300" y="12300"/>
                      </a:lnTo>
                      <a:lnTo>
                        <a:pt x="12300" y="400"/>
                      </a:lnTo>
                      <a:lnTo>
                        <a:pt x="400" y="400"/>
                      </a:lnTo>
                      <a:lnTo>
                        <a:pt x="400" y="12300"/>
                      </a:lnTo>
                      <a:close/>
                      <a:moveTo>
                        <a:pt x="12500" y="2430"/>
                      </a:moveTo>
                      <a:lnTo>
                        <a:pt x="200" y="2430"/>
                      </a:lnTo>
                      <a:cubicBezTo>
                        <a:pt x="140" y="2430"/>
                        <a:pt x="100" y="2390"/>
                        <a:pt x="100" y="2330"/>
                      </a:cubicBezTo>
                      <a:lnTo>
                        <a:pt x="100" y="200"/>
                      </a:lnTo>
                      <a:cubicBezTo>
                        <a:pt x="100" y="140"/>
                        <a:pt x="140" y="100"/>
                        <a:pt x="200" y="100"/>
                      </a:cubicBezTo>
                      <a:lnTo>
                        <a:pt x="12500" y="100"/>
                      </a:lnTo>
                      <a:cubicBezTo>
                        <a:pt x="12560" y="100"/>
                        <a:pt x="12600" y="140"/>
                        <a:pt x="12600" y="200"/>
                      </a:cubicBezTo>
                      <a:lnTo>
                        <a:pt x="12600" y="2330"/>
                      </a:lnTo>
                      <a:cubicBezTo>
                        <a:pt x="12600" y="2380"/>
                        <a:pt x="12560" y="2430"/>
                        <a:pt x="12500" y="2430"/>
                      </a:cubicBezTo>
                      <a:close/>
                      <a:moveTo>
                        <a:pt x="300" y="2230"/>
                      </a:moveTo>
                      <a:lnTo>
                        <a:pt x="12400" y="2230"/>
                      </a:lnTo>
                      <a:lnTo>
                        <a:pt x="12400" y="300"/>
                      </a:lnTo>
                      <a:lnTo>
                        <a:pt x="300" y="300"/>
                      </a:lnTo>
                      <a:lnTo>
                        <a:pt x="300" y="2230"/>
                      </a:lnTo>
                      <a:close/>
                      <a:moveTo>
                        <a:pt x="2240" y="9210"/>
                      </a:moveTo>
                      <a:lnTo>
                        <a:pt x="1480" y="9210"/>
                      </a:lnTo>
                      <a:cubicBezTo>
                        <a:pt x="1420" y="9210"/>
                        <a:pt x="1380" y="9170"/>
                        <a:pt x="1380" y="9110"/>
                      </a:cubicBezTo>
                      <a:lnTo>
                        <a:pt x="1380" y="5720"/>
                      </a:lnTo>
                      <a:cubicBezTo>
                        <a:pt x="1380" y="5660"/>
                        <a:pt x="1420" y="5620"/>
                        <a:pt x="1480" y="5620"/>
                      </a:cubicBezTo>
                      <a:lnTo>
                        <a:pt x="2680" y="5620"/>
                      </a:lnTo>
                      <a:cubicBezTo>
                        <a:pt x="3210" y="5620"/>
                        <a:pt x="3610" y="5730"/>
                        <a:pt x="3860" y="5950"/>
                      </a:cubicBezTo>
                      <a:cubicBezTo>
                        <a:pt x="4130" y="6170"/>
                        <a:pt x="4270" y="6520"/>
                        <a:pt x="4270" y="6960"/>
                      </a:cubicBezTo>
                      <a:cubicBezTo>
                        <a:pt x="4270" y="7410"/>
                        <a:pt x="4130" y="7750"/>
                        <a:pt x="3850" y="7970"/>
                      </a:cubicBezTo>
                      <a:cubicBezTo>
                        <a:pt x="3590" y="8180"/>
                        <a:pt x="3200" y="8280"/>
                        <a:pt x="2690" y="8280"/>
                      </a:cubicBezTo>
                      <a:lnTo>
                        <a:pt x="2340" y="8280"/>
                      </a:lnTo>
                      <a:lnTo>
                        <a:pt x="2340" y="9110"/>
                      </a:lnTo>
                      <a:cubicBezTo>
                        <a:pt x="2340" y="9160"/>
                        <a:pt x="2300" y="9210"/>
                        <a:pt x="2240" y="9210"/>
                      </a:cubicBezTo>
                      <a:close/>
                      <a:moveTo>
                        <a:pt x="1580" y="9010"/>
                      </a:moveTo>
                      <a:lnTo>
                        <a:pt x="2140" y="9010"/>
                      </a:lnTo>
                      <a:lnTo>
                        <a:pt x="2140" y="8180"/>
                      </a:lnTo>
                      <a:cubicBezTo>
                        <a:pt x="2140" y="8120"/>
                        <a:pt x="2180" y="8080"/>
                        <a:pt x="2240" y="8080"/>
                      </a:cubicBezTo>
                      <a:lnTo>
                        <a:pt x="2690" y="8080"/>
                      </a:lnTo>
                      <a:cubicBezTo>
                        <a:pt x="3150" y="8080"/>
                        <a:pt x="3500" y="7990"/>
                        <a:pt x="3730" y="7810"/>
                      </a:cubicBezTo>
                      <a:cubicBezTo>
                        <a:pt x="3960" y="7630"/>
                        <a:pt x="4070" y="7340"/>
                        <a:pt x="4070" y="6960"/>
                      </a:cubicBezTo>
                      <a:cubicBezTo>
                        <a:pt x="4070" y="6580"/>
                        <a:pt x="3960" y="6290"/>
                        <a:pt x="3740" y="6100"/>
                      </a:cubicBezTo>
                      <a:cubicBezTo>
                        <a:pt x="3520" y="5910"/>
                        <a:pt x="3160" y="5820"/>
                        <a:pt x="2680" y="5820"/>
                      </a:cubicBezTo>
                      <a:lnTo>
                        <a:pt x="1580" y="5820"/>
                      </a:lnTo>
                      <a:lnTo>
                        <a:pt x="1580" y="9010"/>
                      </a:lnTo>
                      <a:close/>
                      <a:moveTo>
                        <a:pt x="2750" y="7570"/>
                      </a:moveTo>
                      <a:lnTo>
                        <a:pt x="2250" y="7570"/>
                      </a:lnTo>
                      <a:cubicBezTo>
                        <a:pt x="2190" y="7570"/>
                        <a:pt x="2150" y="7530"/>
                        <a:pt x="2150" y="7470"/>
                      </a:cubicBezTo>
                      <a:lnTo>
                        <a:pt x="2150" y="6430"/>
                      </a:lnTo>
                      <a:cubicBezTo>
                        <a:pt x="2150" y="6370"/>
                        <a:pt x="2190" y="6330"/>
                        <a:pt x="2250" y="6330"/>
                      </a:cubicBezTo>
                      <a:lnTo>
                        <a:pt x="2680" y="6330"/>
                      </a:lnTo>
                      <a:cubicBezTo>
                        <a:pt x="2970" y="6330"/>
                        <a:pt x="3170" y="6370"/>
                        <a:pt x="3310" y="6460"/>
                      </a:cubicBezTo>
                      <a:cubicBezTo>
                        <a:pt x="3440" y="6550"/>
                        <a:pt x="3510" y="6700"/>
                        <a:pt x="3510" y="6910"/>
                      </a:cubicBezTo>
                      <a:cubicBezTo>
                        <a:pt x="3510" y="7120"/>
                        <a:pt x="3460" y="7290"/>
                        <a:pt x="3350" y="7400"/>
                      </a:cubicBezTo>
                      <a:cubicBezTo>
                        <a:pt x="3240" y="7510"/>
                        <a:pt x="3040" y="7570"/>
                        <a:pt x="2750" y="7570"/>
                      </a:cubicBezTo>
                      <a:close/>
                      <a:moveTo>
                        <a:pt x="2340" y="7370"/>
                      </a:moveTo>
                      <a:lnTo>
                        <a:pt x="2740" y="7370"/>
                      </a:lnTo>
                      <a:cubicBezTo>
                        <a:pt x="3060" y="7370"/>
                        <a:pt x="3160" y="7300"/>
                        <a:pt x="3190" y="7270"/>
                      </a:cubicBezTo>
                      <a:cubicBezTo>
                        <a:pt x="3260" y="7200"/>
                        <a:pt x="3290" y="7080"/>
                        <a:pt x="3290" y="6920"/>
                      </a:cubicBezTo>
                      <a:cubicBezTo>
                        <a:pt x="3290" y="6780"/>
                        <a:pt x="3250" y="6680"/>
                        <a:pt x="3180" y="6640"/>
                      </a:cubicBezTo>
                      <a:cubicBezTo>
                        <a:pt x="3110" y="6590"/>
                        <a:pt x="2970" y="6540"/>
                        <a:pt x="2660" y="6540"/>
                      </a:cubicBezTo>
                      <a:lnTo>
                        <a:pt x="2330" y="6540"/>
                      </a:lnTo>
                      <a:lnTo>
                        <a:pt x="2330" y="7370"/>
                      </a:lnTo>
                      <a:lnTo>
                        <a:pt x="2340" y="7370"/>
                      </a:lnTo>
                      <a:close/>
                      <a:moveTo>
                        <a:pt x="7660" y="9210"/>
                      </a:moveTo>
                      <a:lnTo>
                        <a:pt x="6900" y="9210"/>
                      </a:lnTo>
                      <a:cubicBezTo>
                        <a:pt x="6840" y="9210"/>
                        <a:pt x="6800" y="9170"/>
                        <a:pt x="6800" y="9110"/>
                      </a:cubicBezTo>
                      <a:lnTo>
                        <a:pt x="6800" y="7920"/>
                      </a:lnTo>
                      <a:lnTo>
                        <a:pt x="5660" y="7920"/>
                      </a:lnTo>
                      <a:lnTo>
                        <a:pt x="5660" y="9110"/>
                      </a:lnTo>
                      <a:cubicBezTo>
                        <a:pt x="5660" y="9170"/>
                        <a:pt x="5620" y="9210"/>
                        <a:pt x="5560" y="9210"/>
                      </a:cubicBezTo>
                      <a:lnTo>
                        <a:pt x="4800" y="9210"/>
                      </a:lnTo>
                      <a:cubicBezTo>
                        <a:pt x="4740" y="9210"/>
                        <a:pt x="4700" y="9170"/>
                        <a:pt x="4700" y="9110"/>
                      </a:cubicBezTo>
                      <a:lnTo>
                        <a:pt x="4700" y="5720"/>
                      </a:lnTo>
                      <a:cubicBezTo>
                        <a:pt x="4700" y="5660"/>
                        <a:pt x="4740" y="5620"/>
                        <a:pt x="4800" y="5620"/>
                      </a:cubicBezTo>
                      <a:lnTo>
                        <a:pt x="5560" y="5620"/>
                      </a:lnTo>
                      <a:cubicBezTo>
                        <a:pt x="5620" y="5620"/>
                        <a:pt x="5660" y="5660"/>
                        <a:pt x="5660" y="5720"/>
                      </a:cubicBezTo>
                      <a:lnTo>
                        <a:pt x="5660" y="6990"/>
                      </a:lnTo>
                      <a:lnTo>
                        <a:pt x="6800" y="6990"/>
                      </a:lnTo>
                      <a:lnTo>
                        <a:pt x="6800" y="5720"/>
                      </a:lnTo>
                      <a:cubicBezTo>
                        <a:pt x="6800" y="5660"/>
                        <a:pt x="6840" y="5620"/>
                        <a:pt x="6900" y="5620"/>
                      </a:cubicBezTo>
                      <a:lnTo>
                        <a:pt x="7660" y="5620"/>
                      </a:lnTo>
                      <a:cubicBezTo>
                        <a:pt x="7720" y="5620"/>
                        <a:pt x="7760" y="5660"/>
                        <a:pt x="7760" y="5720"/>
                      </a:cubicBezTo>
                      <a:lnTo>
                        <a:pt x="7760" y="9100"/>
                      </a:lnTo>
                      <a:cubicBezTo>
                        <a:pt x="7760" y="9160"/>
                        <a:pt x="7710" y="9210"/>
                        <a:pt x="7660" y="9210"/>
                      </a:cubicBezTo>
                      <a:close/>
                      <a:moveTo>
                        <a:pt x="6990" y="9010"/>
                      </a:moveTo>
                      <a:lnTo>
                        <a:pt x="7550" y="9010"/>
                      </a:lnTo>
                      <a:lnTo>
                        <a:pt x="7550" y="5820"/>
                      </a:lnTo>
                      <a:lnTo>
                        <a:pt x="6990" y="5820"/>
                      </a:lnTo>
                      <a:lnTo>
                        <a:pt x="6990" y="7090"/>
                      </a:lnTo>
                      <a:cubicBezTo>
                        <a:pt x="6990" y="7150"/>
                        <a:pt x="6950" y="7190"/>
                        <a:pt x="6890" y="7190"/>
                      </a:cubicBezTo>
                      <a:lnTo>
                        <a:pt x="5560" y="7190"/>
                      </a:lnTo>
                      <a:cubicBezTo>
                        <a:pt x="5500" y="7190"/>
                        <a:pt x="5460" y="7150"/>
                        <a:pt x="5460" y="7090"/>
                      </a:cubicBezTo>
                      <a:lnTo>
                        <a:pt x="5460" y="5820"/>
                      </a:lnTo>
                      <a:lnTo>
                        <a:pt x="4900" y="5820"/>
                      </a:lnTo>
                      <a:lnTo>
                        <a:pt x="4900" y="9000"/>
                      </a:lnTo>
                      <a:lnTo>
                        <a:pt x="5460" y="9000"/>
                      </a:lnTo>
                      <a:lnTo>
                        <a:pt x="5460" y="7820"/>
                      </a:lnTo>
                      <a:cubicBezTo>
                        <a:pt x="5460" y="7760"/>
                        <a:pt x="5500" y="7720"/>
                        <a:pt x="5560" y="7720"/>
                      </a:cubicBezTo>
                      <a:lnTo>
                        <a:pt x="6900" y="7720"/>
                      </a:lnTo>
                      <a:cubicBezTo>
                        <a:pt x="6960" y="7720"/>
                        <a:pt x="7000" y="7760"/>
                        <a:pt x="7000" y="7820"/>
                      </a:cubicBezTo>
                      <a:lnTo>
                        <a:pt x="7000" y="9010"/>
                      </a:lnTo>
                      <a:lnTo>
                        <a:pt x="6990" y="9010"/>
                      </a:lnTo>
                      <a:close/>
                      <a:moveTo>
                        <a:pt x="9290" y="9210"/>
                      </a:moveTo>
                      <a:lnTo>
                        <a:pt x="8530" y="9210"/>
                      </a:lnTo>
                      <a:cubicBezTo>
                        <a:pt x="8470" y="9210"/>
                        <a:pt x="8430" y="9170"/>
                        <a:pt x="8430" y="9110"/>
                      </a:cubicBezTo>
                      <a:lnTo>
                        <a:pt x="8430" y="5720"/>
                      </a:lnTo>
                      <a:cubicBezTo>
                        <a:pt x="8430" y="5660"/>
                        <a:pt x="8470" y="5620"/>
                        <a:pt x="8530" y="5620"/>
                      </a:cubicBezTo>
                      <a:lnTo>
                        <a:pt x="9730" y="5620"/>
                      </a:lnTo>
                      <a:cubicBezTo>
                        <a:pt x="10260" y="5620"/>
                        <a:pt x="10660" y="5730"/>
                        <a:pt x="10910" y="5950"/>
                      </a:cubicBezTo>
                      <a:cubicBezTo>
                        <a:pt x="11180" y="6170"/>
                        <a:pt x="11320" y="6520"/>
                        <a:pt x="11320" y="6960"/>
                      </a:cubicBezTo>
                      <a:cubicBezTo>
                        <a:pt x="11320" y="7410"/>
                        <a:pt x="11180" y="7750"/>
                        <a:pt x="10900" y="7970"/>
                      </a:cubicBezTo>
                      <a:cubicBezTo>
                        <a:pt x="10640" y="8180"/>
                        <a:pt x="10250" y="8280"/>
                        <a:pt x="9740" y="8280"/>
                      </a:cubicBezTo>
                      <a:lnTo>
                        <a:pt x="9390" y="8280"/>
                      </a:lnTo>
                      <a:lnTo>
                        <a:pt x="9390" y="9110"/>
                      </a:lnTo>
                      <a:cubicBezTo>
                        <a:pt x="9390" y="9160"/>
                        <a:pt x="9350" y="9210"/>
                        <a:pt x="9290" y="9210"/>
                      </a:cubicBezTo>
                      <a:close/>
                      <a:moveTo>
                        <a:pt x="8630" y="9010"/>
                      </a:moveTo>
                      <a:lnTo>
                        <a:pt x="9190" y="9010"/>
                      </a:lnTo>
                      <a:lnTo>
                        <a:pt x="9190" y="8180"/>
                      </a:lnTo>
                      <a:cubicBezTo>
                        <a:pt x="9190" y="8120"/>
                        <a:pt x="9230" y="8080"/>
                        <a:pt x="9290" y="8080"/>
                      </a:cubicBezTo>
                      <a:lnTo>
                        <a:pt x="9740" y="8080"/>
                      </a:lnTo>
                      <a:cubicBezTo>
                        <a:pt x="10200" y="8080"/>
                        <a:pt x="10550" y="7990"/>
                        <a:pt x="10780" y="7810"/>
                      </a:cubicBezTo>
                      <a:cubicBezTo>
                        <a:pt x="11010" y="7630"/>
                        <a:pt x="11120" y="7340"/>
                        <a:pt x="11120" y="6960"/>
                      </a:cubicBezTo>
                      <a:cubicBezTo>
                        <a:pt x="11120" y="6580"/>
                        <a:pt x="11010" y="6290"/>
                        <a:pt x="10790" y="6100"/>
                      </a:cubicBezTo>
                      <a:cubicBezTo>
                        <a:pt x="10570" y="5910"/>
                        <a:pt x="10210" y="5820"/>
                        <a:pt x="9730" y="5820"/>
                      </a:cubicBezTo>
                      <a:lnTo>
                        <a:pt x="8630" y="5820"/>
                      </a:lnTo>
                      <a:lnTo>
                        <a:pt x="8630" y="9010"/>
                      </a:lnTo>
                      <a:close/>
                      <a:moveTo>
                        <a:pt x="9800" y="7570"/>
                      </a:moveTo>
                      <a:lnTo>
                        <a:pt x="9300" y="7570"/>
                      </a:lnTo>
                      <a:cubicBezTo>
                        <a:pt x="9240" y="7570"/>
                        <a:pt x="9200" y="7530"/>
                        <a:pt x="9200" y="7470"/>
                      </a:cubicBezTo>
                      <a:lnTo>
                        <a:pt x="9200" y="6430"/>
                      </a:lnTo>
                      <a:cubicBezTo>
                        <a:pt x="9200" y="6370"/>
                        <a:pt x="9240" y="6330"/>
                        <a:pt x="9300" y="6330"/>
                      </a:cubicBezTo>
                      <a:lnTo>
                        <a:pt x="9730" y="6330"/>
                      </a:lnTo>
                      <a:cubicBezTo>
                        <a:pt x="10020" y="6330"/>
                        <a:pt x="10220" y="6370"/>
                        <a:pt x="10360" y="6460"/>
                      </a:cubicBezTo>
                      <a:cubicBezTo>
                        <a:pt x="10490" y="6550"/>
                        <a:pt x="10560" y="6700"/>
                        <a:pt x="10560" y="6910"/>
                      </a:cubicBezTo>
                      <a:cubicBezTo>
                        <a:pt x="10560" y="7120"/>
                        <a:pt x="10510" y="7290"/>
                        <a:pt x="10400" y="7400"/>
                      </a:cubicBezTo>
                      <a:cubicBezTo>
                        <a:pt x="10280" y="7510"/>
                        <a:pt x="10080" y="7570"/>
                        <a:pt x="9800" y="7570"/>
                      </a:cubicBezTo>
                      <a:close/>
                      <a:moveTo>
                        <a:pt x="9390" y="7370"/>
                      </a:moveTo>
                      <a:lnTo>
                        <a:pt x="9790" y="7370"/>
                      </a:lnTo>
                      <a:cubicBezTo>
                        <a:pt x="10110" y="7370"/>
                        <a:pt x="10210" y="7300"/>
                        <a:pt x="10240" y="7270"/>
                      </a:cubicBezTo>
                      <a:cubicBezTo>
                        <a:pt x="10310" y="7200"/>
                        <a:pt x="10340" y="7080"/>
                        <a:pt x="10340" y="6920"/>
                      </a:cubicBezTo>
                      <a:cubicBezTo>
                        <a:pt x="10340" y="6780"/>
                        <a:pt x="10300" y="6680"/>
                        <a:pt x="10230" y="6640"/>
                      </a:cubicBezTo>
                      <a:cubicBezTo>
                        <a:pt x="10160" y="6590"/>
                        <a:pt x="10020" y="6540"/>
                        <a:pt x="9710" y="6540"/>
                      </a:cubicBezTo>
                      <a:lnTo>
                        <a:pt x="9380" y="6540"/>
                      </a:lnTo>
                      <a:lnTo>
                        <a:pt x="9380" y="7370"/>
                      </a:lnTo>
                      <a:lnTo>
                        <a:pt x="9390" y="7370"/>
                      </a:lnTo>
                      <a:close/>
                      <a:moveTo>
                        <a:pt x="8500" y="1360"/>
                      </a:moveTo>
                      <a:lnTo>
                        <a:pt x="1180" y="1360"/>
                      </a:lnTo>
                      <a:cubicBezTo>
                        <a:pt x="1120" y="1360"/>
                        <a:pt x="1080" y="1320"/>
                        <a:pt x="1080" y="1260"/>
                      </a:cubicBezTo>
                      <a:cubicBezTo>
                        <a:pt x="1080" y="1200"/>
                        <a:pt x="1120" y="1160"/>
                        <a:pt x="1180" y="1160"/>
                      </a:cubicBezTo>
                      <a:lnTo>
                        <a:pt x="8500" y="1160"/>
                      </a:lnTo>
                      <a:cubicBezTo>
                        <a:pt x="8560" y="1160"/>
                        <a:pt x="8600" y="1200"/>
                        <a:pt x="8600" y="1260"/>
                      </a:cubicBezTo>
                      <a:cubicBezTo>
                        <a:pt x="8600" y="1320"/>
                        <a:pt x="8550" y="1360"/>
                        <a:pt x="8500" y="1360"/>
                      </a:cubicBezTo>
                      <a:close/>
                      <a:moveTo>
                        <a:pt x="10000" y="1360"/>
                      </a:moveTo>
                      <a:lnTo>
                        <a:pt x="9540" y="1360"/>
                      </a:lnTo>
                      <a:cubicBezTo>
                        <a:pt x="9480" y="1360"/>
                        <a:pt x="9440" y="1320"/>
                        <a:pt x="9440" y="1260"/>
                      </a:cubicBezTo>
                      <a:cubicBezTo>
                        <a:pt x="9440" y="1200"/>
                        <a:pt x="9480" y="1160"/>
                        <a:pt x="9540" y="1160"/>
                      </a:cubicBezTo>
                      <a:lnTo>
                        <a:pt x="10000" y="1160"/>
                      </a:lnTo>
                      <a:cubicBezTo>
                        <a:pt x="10060" y="1160"/>
                        <a:pt x="10100" y="1200"/>
                        <a:pt x="10100" y="1260"/>
                      </a:cubicBezTo>
                      <a:cubicBezTo>
                        <a:pt x="10100" y="1320"/>
                        <a:pt x="10060" y="1360"/>
                        <a:pt x="10000" y="1360"/>
                      </a:cubicBezTo>
                      <a:close/>
                      <a:moveTo>
                        <a:pt x="11520" y="1360"/>
                      </a:moveTo>
                      <a:lnTo>
                        <a:pt x="11060" y="1360"/>
                      </a:lnTo>
                      <a:cubicBezTo>
                        <a:pt x="11000" y="1360"/>
                        <a:pt x="10960" y="1320"/>
                        <a:pt x="10960" y="1260"/>
                      </a:cubicBezTo>
                      <a:cubicBezTo>
                        <a:pt x="10960" y="1200"/>
                        <a:pt x="11000" y="1160"/>
                        <a:pt x="11060" y="1160"/>
                      </a:cubicBezTo>
                      <a:lnTo>
                        <a:pt x="11520" y="1160"/>
                      </a:lnTo>
                      <a:cubicBezTo>
                        <a:pt x="11580" y="1160"/>
                        <a:pt x="11620" y="1200"/>
                        <a:pt x="11620" y="1260"/>
                      </a:cubicBezTo>
                      <a:cubicBezTo>
                        <a:pt x="11620" y="1320"/>
                        <a:pt x="11580" y="1360"/>
                        <a:pt x="11520" y="1360"/>
                      </a:cubicBezTo>
                      <a:close/>
                    </a:path>
                  </a:pathLst>
                </a:custGeom>
                <a:solidFill>
                  <a:srgbClr val="00B050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>
                  <a:off x="7026011" y="2619631"/>
                  <a:ext cx="1068549" cy="6388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srgbClr val="4C944C"/>
                      </a:solidFill>
                    </a:rPr>
                    <a:t>page</a:t>
                  </a:r>
                  <a:endParaRPr lang="zh-CN" altLang="en-US" sz="2000" b="1" dirty="0">
                    <a:solidFill>
                      <a:srgbClr val="4C944C"/>
                    </a:solidFill>
                  </a:endParaRPr>
                </a:p>
              </p:txBody>
            </p:sp>
          </p:grpSp>
        </p:grpSp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4325" y="2394883"/>
              <a:ext cx="1163292" cy="1163292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3" name="图片 72"/>
          <p:cNvPicPr/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iŝľíḓé"/>
          <p:cNvSpPr/>
          <p:nvPr>
            <p:custDataLst>
              <p:tags r:id="rId5"/>
            </p:custDataLst>
          </p:nvPr>
        </p:nvSpPr>
        <p:spPr bwMode="auto">
          <a:xfrm>
            <a:off x="1404620" y="1640205"/>
            <a:ext cx="614045" cy="614045"/>
          </a:xfrm>
          <a:prstGeom prst="ellipse">
            <a:avLst/>
          </a:prstGeom>
          <a:solidFill>
            <a:srgbClr val="4C9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6"/>
            </p:custDataLst>
          </p:nvPr>
        </p:nvSpPr>
        <p:spPr bwMode="auto">
          <a:xfrm>
            <a:off x="1583055" y="1805305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7"/>
            </p:custDataLst>
          </p:nvPr>
        </p:nvSpPr>
        <p:spPr>
          <a:xfrm>
            <a:off x="2140585" y="1618615"/>
            <a:ext cx="899922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创建后端服务，并解决跨域，将</a:t>
            </a:r>
            <a:r>
              <a:rPr lang="en-US" altLang="zh-CN" sz="2200" spc="3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product.json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文件数据响应到前端，在模板页面中将商品信息渲染出来。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2690" y="3400425"/>
            <a:ext cx="2242185" cy="12553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" t="18201" r="3229" b="21494"/>
          <a:stretch>
            <a:fillRect/>
          </a:stretch>
        </p:blipFill>
        <p:spPr>
          <a:xfrm>
            <a:off x="3879215" y="3681730"/>
            <a:ext cx="1217930" cy="7715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8615" y="3400425"/>
            <a:ext cx="1334135" cy="1334135"/>
          </a:xfrm>
          <a:prstGeom prst="rect">
            <a:avLst/>
          </a:prstGeom>
        </p:spPr>
      </p:pic>
      <p:pic>
        <p:nvPicPr>
          <p:cNvPr id="146" name="图片 14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9656" t="61735" r="41584" b="596"/>
          <a:stretch>
            <a:fillRect/>
          </a:stretch>
        </p:blipFill>
        <p:spPr>
          <a:xfrm>
            <a:off x="7354570" y="3286125"/>
            <a:ext cx="4511675" cy="189357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cxnSp>
        <p:nvCxnSpPr>
          <p:cNvPr id="2" name="直接连接符 1"/>
          <p:cNvCxnSpPr/>
          <p:nvPr>
            <p:custDataLst>
              <p:tags r:id="rId13"/>
            </p:custDataLst>
          </p:nvPr>
        </p:nvCxnSpPr>
        <p:spPr>
          <a:xfrm>
            <a:off x="7058660" y="2931795"/>
            <a:ext cx="0" cy="3005455"/>
          </a:xfrm>
          <a:prstGeom prst="line">
            <a:avLst/>
          </a:prstGeom>
          <a:ln w="6350" cap="flat" cmpd="sng" algn="ctr">
            <a:solidFill>
              <a:schemeClr val="bg1">
                <a:lumMod val="95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3" name="图片 72"/>
          <p:cNvPicPr/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1623695" y="4041775"/>
            <a:ext cx="5060950" cy="1014730"/>
            <a:chOff x="2557" y="6365"/>
            <a:chExt cx="7970" cy="1598"/>
          </a:xfrm>
        </p:grpSpPr>
        <p:sp>
          <p:nvSpPr>
            <p:cNvPr id="46" name="文本框 45"/>
            <p:cNvSpPr txBox="1"/>
            <p:nvPr>
              <p:custDataLst>
                <p:tags r:id="rId5"/>
              </p:custDataLst>
            </p:nvPr>
          </p:nvSpPr>
          <p:spPr>
            <a:xfrm>
              <a:off x="3931" y="6365"/>
              <a:ext cx="6596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index.html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模板页面，向服务器发送请求，并接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收响应数据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圆角矩形 48"/>
            <p:cNvSpPr/>
            <p:nvPr>
              <p:custDataLst>
                <p:tags r:id="rId6"/>
              </p:custDataLst>
            </p:nvPr>
          </p:nvSpPr>
          <p:spPr>
            <a:xfrm>
              <a:off x="2557" y="6751"/>
              <a:ext cx="1139" cy="64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623695" y="1646555"/>
            <a:ext cx="5060950" cy="552450"/>
            <a:chOff x="2557" y="2593"/>
            <a:chExt cx="7970" cy="870"/>
          </a:xfrm>
        </p:grpSpPr>
        <p:sp>
          <p:nvSpPr>
            <p:cNvPr id="33" name="文本框 32"/>
            <p:cNvSpPr txBox="1"/>
            <p:nvPr>
              <p:custDataLst>
                <p:tags r:id="rId7"/>
              </p:custDataLst>
            </p:nvPr>
          </p:nvSpPr>
          <p:spPr>
            <a:xfrm>
              <a:off x="3931" y="2593"/>
              <a:ext cx="659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准备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product.json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4" name="圆角矩形 52"/>
            <p:cNvSpPr/>
            <p:nvPr>
              <p:custDataLst>
                <p:tags r:id="rId8"/>
              </p:custDataLst>
            </p:nvPr>
          </p:nvSpPr>
          <p:spPr>
            <a:xfrm>
              <a:off x="2557" y="2782"/>
              <a:ext cx="1139" cy="648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23695" y="2896235"/>
            <a:ext cx="6870700" cy="552450"/>
            <a:chOff x="2557" y="4561"/>
            <a:chExt cx="10820" cy="870"/>
          </a:xfrm>
        </p:grpSpPr>
        <p:sp>
          <p:nvSpPr>
            <p:cNvPr id="37" name="文本框 36"/>
            <p:cNvSpPr txBox="1"/>
            <p:nvPr>
              <p:custDataLst>
                <p:tags r:id="rId9"/>
              </p:custDataLst>
            </p:nvPr>
          </p:nvSpPr>
          <p:spPr>
            <a:xfrm>
              <a:off x="3931" y="4561"/>
              <a:ext cx="94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编写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server_json.js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文件，构建服务器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8" name="圆角矩形 43"/>
            <p:cNvSpPr/>
            <p:nvPr>
              <p:custDataLst>
                <p:tags r:id="rId10"/>
              </p:custDataLst>
            </p:nvPr>
          </p:nvSpPr>
          <p:spPr>
            <a:xfrm>
              <a:off x="2557" y="4736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84555" y="1053465"/>
            <a:ext cx="553720" cy="5230495"/>
            <a:chOff x="1393" y="1659"/>
            <a:chExt cx="872" cy="8237"/>
          </a:xfrm>
        </p:grpSpPr>
        <p:cxnSp>
          <p:nvCxnSpPr>
            <p:cNvPr id="44" name="ïsľïḋé"/>
            <p:cNvCxnSpPr/>
            <p:nvPr>
              <p:custDataLst>
                <p:tags r:id="rId11"/>
              </p:custDataLst>
            </p:nvPr>
          </p:nvCxnSpPr>
          <p:spPr>
            <a:xfrm>
              <a:off x="1829" y="2438"/>
              <a:ext cx="0" cy="7459"/>
            </a:xfrm>
            <a:prstGeom prst="line">
              <a:avLst/>
            </a:prstGeom>
            <a:ln w="22225" cap="rnd">
              <a:solidFill>
                <a:schemeClr val="l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íś1îḍé"/>
            <p:cNvSpPr/>
            <p:nvPr>
              <p:custDataLst>
                <p:tags r:id="rId12"/>
              </p:custDataLst>
            </p:nvPr>
          </p:nvSpPr>
          <p:spPr>
            <a:xfrm>
              <a:off x="1715" y="3020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íś1îḍé"/>
            <p:cNvSpPr/>
            <p:nvPr>
              <p:custDataLst>
                <p:tags r:id="rId13"/>
              </p:custDataLst>
            </p:nvPr>
          </p:nvSpPr>
          <p:spPr>
            <a:xfrm>
              <a:off x="1727" y="4883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íś1îḍé"/>
            <p:cNvSpPr/>
            <p:nvPr>
              <p:custDataLst>
                <p:tags r:id="rId14"/>
              </p:custDataLst>
            </p:nvPr>
          </p:nvSpPr>
          <p:spPr>
            <a:xfrm>
              <a:off x="1738" y="6905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íś1îḍé"/>
            <p:cNvSpPr/>
            <p:nvPr>
              <p:custDataLst>
                <p:tags r:id="rId15"/>
              </p:custDataLst>
            </p:nvPr>
          </p:nvSpPr>
          <p:spPr>
            <a:xfrm>
              <a:off x="1715" y="8665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iṧļíḋe"/>
            <p:cNvSpPr/>
            <p:nvPr>
              <p:custDataLst>
                <p:tags r:id="rId16"/>
              </p:custDataLst>
            </p:nvPr>
          </p:nvSpPr>
          <p:spPr>
            <a:xfrm>
              <a:off x="1393" y="1659"/>
              <a:ext cx="872" cy="8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iṣḷiďê"/>
            <p:cNvSpPr/>
            <p:nvPr>
              <p:custDataLst>
                <p:tags r:id="rId17"/>
              </p:custDataLst>
            </p:nvPr>
          </p:nvSpPr>
          <p:spPr bwMode="auto">
            <a:xfrm>
              <a:off x="1611" y="1903"/>
              <a:ext cx="436" cy="385"/>
            </a:xfrm>
            <a:custGeom>
              <a:avLst/>
              <a:gdLst>
                <a:gd name="connsiteX0" fmla="*/ 494452 w 603405"/>
                <a:gd name="connsiteY0" fmla="*/ 356003 h 533193"/>
                <a:gd name="connsiteX1" fmla="*/ 585270 w 603405"/>
                <a:gd name="connsiteY1" fmla="*/ 356003 h 533193"/>
                <a:gd name="connsiteX2" fmla="*/ 601782 w 603405"/>
                <a:gd name="connsiteY2" fmla="*/ 372480 h 533193"/>
                <a:gd name="connsiteX3" fmla="*/ 585270 w 603405"/>
                <a:gd name="connsiteY3" fmla="*/ 388957 h 533193"/>
                <a:gd name="connsiteX4" fmla="*/ 494452 w 603405"/>
                <a:gd name="connsiteY4" fmla="*/ 388957 h 533193"/>
                <a:gd name="connsiteX5" fmla="*/ 367511 w 603405"/>
                <a:gd name="connsiteY5" fmla="*/ 244227 h 533193"/>
                <a:gd name="connsiteX6" fmla="*/ 443780 w 603405"/>
                <a:gd name="connsiteY6" fmla="*/ 244227 h 533193"/>
                <a:gd name="connsiteX7" fmla="*/ 477411 w 603405"/>
                <a:gd name="connsiteY7" fmla="*/ 277633 h 533193"/>
                <a:gd name="connsiteX8" fmla="*/ 477861 w 603405"/>
                <a:gd name="connsiteY8" fmla="*/ 381744 h 533193"/>
                <a:gd name="connsiteX9" fmla="*/ 463748 w 603405"/>
                <a:gd name="connsiteY9" fmla="*/ 395975 h 533193"/>
                <a:gd name="connsiteX10" fmla="*/ 449486 w 603405"/>
                <a:gd name="connsiteY10" fmla="*/ 381894 h 533193"/>
                <a:gd name="connsiteX11" fmla="*/ 449035 w 603405"/>
                <a:gd name="connsiteY11" fmla="*/ 277782 h 533193"/>
                <a:gd name="connsiteX12" fmla="*/ 446033 w 603405"/>
                <a:gd name="connsiteY12" fmla="*/ 274786 h 533193"/>
                <a:gd name="connsiteX13" fmla="*/ 443030 w 603405"/>
                <a:gd name="connsiteY13" fmla="*/ 277782 h 533193"/>
                <a:gd name="connsiteX14" fmla="*/ 443330 w 603405"/>
                <a:gd name="connsiteY14" fmla="*/ 516116 h 533193"/>
                <a:gd name="connsiteX15" fmla="*/ 426215 w 603405"/>
                <a:gd name="connsiteY15" fmla="*/ 533193 h 533193"/>
                <a:gd name="connsiteX16" fmla="*/ 409249 w 603405"/>
                <a:gd name="connsiteY16" fmla="*/ 516116 h 533193"/>
                <a:gd name="connsiteX17" fmla="*/ 409249 w 603405"/>
                <a:gd name="connsiteY17" fmla="*/ 380096 h 533193"/>
                <a:gd name="connsiteX18" fmla="*/ 401893 w 603405"/>
                <a:gd name="connsiteY18" fmla="*/ 380096 h 533193"/>
                <a:gd name="connsiteX19" fmla="*/ 401893 w 603405"/>
                <a:gd name="connsiteY19" fmla="*/ 516116 h 533193"/>
                <a:gd name="connsiteX20" fmla="*/ 384778 w 603405"/>
                <a:gd name="connsiteY20" fmla="*/ 533193 h 533193"/>
                <a:gd name="connsiteX21" fmla="*/ 367812 w 603405"/>
                <a:gd name="connsiteY21" fmla="*/ 516116 h 533193"/>
                <a:gd name="connsiteX22" fmla="*/ 367812 w 603405"/>
                <a:gd name="connsiteY22" fmla="*/ 380096 h 533193"/>
                <a:gd name="connsiteX23" fmla="*/ 367812 w 603405"/>
                <a:gd name="connsiteY23" fmla="*/ 277782 h 533193"/>
                <a:gd name="connsiteX24" fmla="*/ 364959 w 603405"/>
                <a:gd name="connsiteY24" fmla="*/ 274936 h 533193"/>
                <a:gd name="connsiteX25" fmla="*/ 362257 w 603405"/>
                <a:gd name="connsiteY25" fmla="*/ 277782 h 533193"/>
                <a:gd name="connsiteX26" fmla="*/ 361656 w 603405"/>
                <a:gd name="connsiteY26" fmla="*/ 381894 h 533193"/>
                <a:gd name="connsiteX27" fmla="*/ 347544 w 603405"/>
                <a:gd name="connsiteY27" fmla="*/ 395975 h 533193"/>
                <a:gd name="connsiteX28" fmla="*/ 347393 w 603405"/>
                <a:gd name="connsiteY28" fmla="*/ 395975 h 533193"/>
                <a:gd name="connsiteX29" fmla="*/ 333281 w 603405"/>
                <a:gd name="connsiteY29" fmla="*/ 381744 h 533193"/>
                <a:gd name="connsiteX30" fmla="*/ 333881 w 603405"/>
                <a:gd name="connsiteY30" fmla="*/ 277633 h 533193"/>
                <a:gd name="connsiteX31" fmla="*/ 367511 w 603405"/>
                <a:gd name="connsiteY31" fmla="*/ 244227 h 533193"/>
                <a:gd name="connsiteX32" fmla="*/ 201525 w 603405"/>
                <a:gd name="connsiteY32" fmla="*/ 244227 h 533193"/>
                <a:gd name="connsiteX33" fmla="*/ 277906 w 603405"/>
                <a:gd name="connsiteY33" fmla="*/ 244227 h 533193"/>
                <a:gd name="connsiteX34" fmla="*/ 311520 w 603405"/>
                <a:gd name="connsiteY34" fmla="*/ 277633 h 533193"/>
                <a:gd name="connsiteX35" fmla="*/ 311970 w 603405"/>
                <a:gd name="connsiteY35" fmla="*/ 381744 h 533193"/>
                <a:gd name="connsiteX36" fmla="*/ 297864 w 603405"/>
                <a:gd name="connsiteY36" fmla="*/ 395975 h 533193"/>
                <a:gd name="connsiteX37" fmla="*/ 297714 w 603405"/>
                <a:gd name="connsiteY37" fmla="*/ 395975 h 533193"/>
                <a:gd name="connsiteX38" fmla="*/ 283608 w 603405"/>
                <a:gd name="connsiteY38" fmla="*/ 381894 h 533193"/>
                <a:gd name="connsiteX39" fmla="*/ 283008 w 603405"/>
                <a:gd name="connsiteY39" fmla="*/ 277782 h 533193"/>
                <a:gd name="connsiteX40" fmla="*/ 280007 w 603405"/>
                <a:gd name="connsiteY40" fmla="*/ 274786 h 533193"/>
                <a:gd name="connsiteX41" fmla="*/ 277156 w 603405"/>
                <a:gd name="connsiteY41" fmla="*/ 277782 h 533193"/>
                <a:gd name="connsiteX42" fmla="*/ 277456 w 603405"/>
                <a:gd name="connsiteY42" fmla="*/ 516116 h 533193"/>
                <a:gd name="connsiteX43" fmla="*/ 260349 w 603405"/>
                <a:gd name="connsiteY43" fmla="*/ 533193 h 533193"/>
                <a:gd name="connsiteX44" fmla="*/ 243242 w 603405"/>
                <a:gd name="connsiteY44" fmla="*/ 516116 h 533193"/>
                <a:gd name="connsiteX45" fmla="*/ 243242 w 603405"/>
                <a:gd name="connsiteY45" fmla="*/ 380096 h 533193"/>
                <a:gd name="connsiteX46" fmla="*/ 235889 w 603405"/>
                <a:gd name="connsiteY46" fmla="*/ 380096 h 533193"/>
                <a:gd name="connsiteX47" fmla="*/ 235889 w 603405"/>
                <a:gd name="connsiteY47" fmla="*/ 516116 h 533193"/>
                <a:gd name="connsiteX48" fmla="*/ 218932 w 603405"/>
                <a:gd name="connsiteY48" fmla="*/ 533193 h 533193"/>
                <a:gd name="connsiteX49" fmla="*/ 201825 w 603405"/>
                <a:gd name="connsiteY49" fmla="*/ 516116 h 533193"/>
                <a:gd name="connsiteX50" fmla="*/ 201825 w 603405"/>
                <a:gd name="connsiteY50" fmla="*/ 380096 h 533193"/>
                <a:gd name="connsiteX51" fmla="*/ 201825 w 603405"/>
                <a:gd name="connsiteY51" fmla="*/ 277782 h 533193"/>
                <a:gd name="connsiteX52" fmla="*/ 199124 w 603405"/>
                <a:gd name="connsiteY52" fmla="*/ 274936 h 533193"/>
                <a:gd name="connsiteX53" fmla="*/ 196423 w 603405"/>
                <a:gd name="connsiteY53" fmla="*/ 277782 h 533193"/>
                <a:gd name="connsiteX54" fmla="*/ 195822 w 603405"/>
                <a:gd name="connsiteY54" fmla="*/ 381894 h 533193"/>
                <a:gd name="connsiteX55" fmla="*/ 181567 w 603405"/>
                <a:gd name="connsiteY55" fmla="*/ 395975 h 533193"/>
                <a:gd name="connsiteX56" fmla="*/ 167461 w 603405"/>
                <a:gd name="connsiteY56" fmla="*/ 381744 h 533193"/>
                <a:gd name="connsiteX57" fmla="*/ 167911 w 603405"/>
                <a:gd name="connsiteY57" fmla="*/ 277633 h 533193"/>
                <a:gd name="connsiteX58" fmla="*/ 201525 w 603405"/>
                <a:gd name="connsiteY58" fmla="*/ 244227 h 533193"/>
                <a:gd name="connsiteX59" fmla="*/ 34214 w 603405"/>
                <a:gd name="connsiteY59" fmla="*/ 244227 h 533193"/>
                <a:gd name="connsiteX60" fmla="*/ 110445 w 603405"/>
                <a:gd name="connsiteY60" fmla="*/ 244227 h 533193"/>
                <a:gd name="connsiteX61" fmla="*/ 144059 w 603405"/>
                <a:gd name="connsiteY61" fmla="*/ 277633 h 533193"/>
                <a:gd name="connsiteX62" fmla="*/ 144509 w 603405"/>
                <a:gd name="connsiteY62" fmla="*/ 381744 h 533193"/>
                <a:gd name="connsiteX63" fmla="*/ 130403 w 603405"/>
                <a:gd name="connsiteY63" fmla="*/ 395975 h 533193"/>
                <a:gd name="connsiteX64" fmla="*/ 116147 w 603405"/>
                <a:gd name="connsiteY64" fmla="*/ 381894 h 533193"/>
                <a:gd name="connsiteX65" fmla="*/ 115697 w 603405"/>
                <a:gd name="connsiteY65" fmla="*/ 277782 h 533193"/>
                <a:gd name="connsiteX66" fmla="*/ 112696 w 603405"/>
                <a:gd name="connsiteY66" fmla="*/ 274786 h 533193"/>
                <a:gd name="connsiteX67" fmla="*/ 109694 w 603405"/>
                <a:gd name="connsiteY67" fmla="*/ 277782 h 533193"/>
                <a:gd name="connsiteX68" fmla="*/ 109995 w 603405"/>
                <a:gd name="connsiteY68" fmla="*/ 516116 h 533193"/>
                <a:gd name="connsiteX69" fmla="*/ 92888 w 603405"/>
                <a:gd name="connsiteY69" fmla="*/ 533193 h 533193"/>
                <a:gd name="connsiteX70" fmla="*/ 75931 w 603405"/>
                <a:gd name="connsiteY70" fmla="*/ 516116 h 533193"/>
                <a:gd name="connsiteX71" fmla="*/ 75931 w 603405"/>
                <a:gd name="connsiteY71" fmla="*/ 380096 h 533193"/>
                <a:gd name="connsiteX72" fmla="*/ 68578 w 603405"/>
                <a:gd name="connsiteY72" fmla="*/ 380096 h 533193"/>
                <a:gd name="connsiteX73" fmla="*/ 68578 w 603405"/>
                <a:gd name="connsiteY73" fmla="*/ 516116 h 533193"/>
                <a:gd name="connsiteX74" fmla="*/ 51471 w 603405"/>
                <a:gd name="connsiteY74" fmla="*/ 533193 h 533193"/>
                <a:gd name="connsiteX75" fmla="*/ 34364 w 603405"/>
                <a:gd name="connsiteY75" fmla="*/ 516116 h 533193"/>
                <a:gd name="connsiteX76" fmla="*/ 34364 w 603405"/>
                <a:gd name="connsiteY76" fmla="*/ 380096 h 533193"/>
                <a:gd name="connsiteX77" fmla="*/ 34364 w 603405"/>
                <a:gd name="connsiteY77" fmla="*/ 277782 h 533193"/>
                <a:gd name="connsiteX78" fmla="*/ 31663 w 603405"/>
                <a:gd name="connsiteY78" fmla="*/ 275086 h 533193"/>
                <a:gd name="connsiteX79" fmla="*/ 28962 w 603405"/>
                <a:gd name="connsiteY79" fmla="*/ 277782 h 533193"/>
                <a:gd name="connsiteX80" fmla="*/ 28361 w 603405"/>
                <a:gd name="connsiteY80" fmla="*/ 381894 h 533193"/>
                <a:gd name="connsiteX81" fmla="*/ 14256 w 603405"/>
                <a:gd name="connsiteY81" fmla="*/ 395975 h 533193"/>
                <a:gd name="connsiteX82" fmla="*/ 14106 w 603405"/>
                <a:gd name="connsiteY82" fmla="*/ 395975 h 533193"/>
                <a:gd name="connsiteX83" fmla="*/ 0 w 603405"/>
                <a:gd name="connsiteY83" fmla="*/ 381744 h 533193"/>
                <a:gd name="connsiteX84" fmla="*/ 600 w 603405"/>
                <a:gd name="connsiteY84" fmla="*/ 277633 h 533193"/>
                <a:gd name="connsiteX85" fmla="*/ 34214 w 603405"/>
                <a:gd name="connsiteY85" fmla="*/ 244227 h 533193"/>
                <a:gd name="connsiteX86" fmla="*/ 298774 w 603405"/>
                <a:gd name="connsiteY86" fmla="*/ 232090 h 533193"/>
                <a:gd name="connsiteX87" fmla="*/ 346547 w 603405"/>
                <a:gd name="connsiteY87" fmla="*/ 232090 h 533193"/>
                <a:gd name="connsiteX88" fmla="*/ 322660 w 603405"/>
                <a:gd name="connsiteY88" fmla="*/ 254883 h 533193"/>
                <a:gd name="connsiteX89" fmla="*/ 298774 w 603405"/>
                <a:gd name="connsiteY89" fmla="*/ 232090 h 533193"/>
                <a:gd name="connsiteX90" fmla="*/ 405716 w 603405"/>
                <a:gd name="connsiteY90" fmla="*/ 176061 h 533193"/>
                <a:gd name="connsiteX91" fmla="*/ 435177 w 603405"/>
                <a:gd name="connsiteY91" fmla="*/ 205417 h 533193"/>
                <a:gd name="connsiteX92" fmla="*/ 405716 w 603405"/>
                <a:gd name="connsiteY92" fmla="*/ 234773 h 533193"/>
                <a:gd name="connsiteX93" fmla="*/ 376255 w 603405"/>
                <a:gd name="connsiteY93" fmla="*/ 205417 h 533193"/>
                <a:gd name="connsiteX94" fmla="*/ 405716 w 603405"/>
                <a:gd name="connsiteY94" fmla="*/ 176061 h 533193"/>
                <a:gd name="connsiteX95" fmla="*/ 239817 w 603405"/>
                <a:gd name="connsiteY95" fmla="*/ 176061 h 533193"/>
                <a:gd name="connsiteX96" fmla="*/ 269208 w 603405"/>
                <a:gd name="connsiteY96" fmla="*/ 205417 h 533193"/>
                <a:gd name="connsiteX97" fmla="*/ 239817 w 603405"/>
                <a:gd name="connsiteY97" fmla="*/ 234773 h 533193"/>
                <a:gd name="connsiteX98" fmla="*/ 210426 w 603405"/>
                <a:gd name="connsiteY98" fmla="*/ 205417 h 533193"/>
                <a:gd name="connsiteX99" fmla="*/ 239817 w 603405"/>
                <a:gd name="connsiteY99" fmla="*/ 176061 h 533193"/>
                <a:gd name="connsiteX100" fmla="*/ 72325 w 603405"/>
                <a:gd name="connsiteY100" fmla="*/ 176061 h 533193"/>
                <a:gd name="connsiteX101" fmla="*/ 101897 w 603405"/>
                <a:gd name="connsiteY101" fmla="*/ 205416 h 533193"/>
                <a:gd name="connsiteX102" fmla="*/ 72325 w 603405"/>
                <a:gd name="connsiteY102" fmla="*/ 234772 h 533193"/>
                <a:gd name="connsiteX103" fmla="*/ 42904 w 603405"/>
                <a:gd name="connsiteY103" fmla="*/ 205416 h 533193"/>
                <a:gd name="connsiteX104" fmla="*/ 72325 w 603405"/>
                <a:gd name="connsiteY104" fmla="*/ 176061 h 533193"/>
                <a:gd name="connsiteX105" fmla="*/ 1200 w 603405"/>
                <a:gd name="connsiteY105" fmla="*/ 56241 h 533193"/>
                <a:gd name="connsiteX106" fmla="*/ 384613 w 603405"/>
                <a:gd name="connsiteY106" fmla="*/ 56241 h 533193"/>
                <a:gd name="connsiteX107" fmla="*/ 603405 w 603405"/>
                <a:gd name="connsiteY107" fmla="*/ 274494 h 533193"/>
                <a:gd name="connsiteX108" fmla="*/ 540979 w 603405"/>
                <a:gd name="connsiteY108" fmla="*/ 336809 h 533193"/>
                <a:gd name="connsiteX109" fmla="*/ 494459 w 603405"/>
                <a:gd name="connsiteY109" fmla="*/ 336809 h 533193"/>
                <a:gd name="connsiteX110" fmla="*/ 494159 w 603405"/>
                <a:gd name="connsiteY110" fmla="*/ 277490 h 533193"/>
                <a:gd name="connsiteX111" fmla="*/ 464747 w 603405"/>
                <a:gd name="connsiteY111" fmla="*/ 232102 h 533193"/>
                <a:gd name="connsiteX112" fmla="*/ 551333 w 603405"/>
                <a:gd name="connsiteY112" fmla="*/ 232102 h 533193"/>
                <a:gd name="connsiteX113" fmla="*/ 551483 w 603405"/>
                <a:gd name="connsiteY113" fmla="*/ 232102 h 533193"/>
                <a:gd name="connsiteX114" fmla="*/ 557636 w 603405"/>
                <a:gd name="connsiteY114" fmla="*/ 228806 h 533193"/>
                <a:gd name="connsiteX115" fmla="*/ 558236 w 603405"/>
                <a:gd name="connsiteY115" fmla="*/ 221766 h 533193"/>
                <a:gd name="connsiteX116" fmla="*/ 504663 w 603405"/>
                <a:gd name="connsiteY116" fmla="*/ 136532 h 533193"/>
                <a:gd name="connsiteX117" fmla="*/ 415676 w 603405"/>
                <a:gd name="connsiteY117" fmla="*/ 97585 h 533193"/>
                <a:gd name="connsiteX118" fmla="*/ 397968 w 603405"/>
                <a:gd name="connsiteY118" fmla="*/ 97585 h 533193"/>
                <a:gd name="connsiteX119" fmla="*/ 397968 w 603405"/>
                <a:gd name="connsiteY119" fmla="*/ 159900 h 533193"/>
                <a:gd name="connsiteX120" fmla="*/ 364954 w 603405"/>
                <a:gd name="connsiteY120" fmla="*/ 183568 h 533193"/>
                <a:gd name="connsiteX121" fmla="*/ 364954 w 603405"/>
                <a:gd name="connsiteY121" fmla="*/ 97585 h 533193"/>
                <a:gd name="connsiteX122" fmla="*/ 174223 w 603405"/>
                <a:gd name="connsiteY122" fmla="*/ 97585 h 533193"/>
                <a:gd name="connsiteX123" fmla="*/ 174223 w 603405"/>
                <a:gd name="connsiteY123" fmla="*/ 232102 h 533193"/>
                <a:gd name="connsiteX124" fmla="*/ 180526 w 603405"/>
                <a:gd name="connsiteY124" fmla="*/ 232102 h 533193"/>
                <a:gd name="connsiteX125" fmla="*/ 174223 w 603405"/>
                <a:gd name="connsiteY125" fmla="*/ 235547 h 533193"/>
                <a:gd name="connsiteX126" fmla="*/ 156065 w 603405"/>
                <a:gd name="connsiteY126" fmla="*/ 256369 h 533193"/>
                <a:gd name="connsiteX127" fmla="*/ 141209 w 603405"/>
                <a:gd name="connsiteY127" fmla="*/ 238093 h 533193"/>
                <a:gd name="connsiteX128" fmla="*/ 131455 w 603405"/>
                <a:gd name="connsiteY128" fmla="*/ 232102 h 533193"/>
                <a:gd name="connsiteX129" fmla="*/ 141209 w 603405"/>
                <a:gd name="connsiteY129" fmla="*/ 232102 h 533193"/>
                <a:gd name="connsiteX130" fmla="*/ 141209 w 603405"/>
                <a:gd name="connsiteY130" fmla="*/ 97585 h 533193"/>
                <a:gd name="connsiteX131" fmla="*/ 1200 w 603405"/>
                <a:gd name="connsiteY131" fmla="*/ 97585 h 533193"/>
                <a:gd name="connsiteX132" fmla="*/ 30337 w 603405"/>
                <a:gd name="connsiteY132" fmla="*/ 0 h 533193"/>
                <a:gd name="connsiteX133" fmla="*/ 450496 w 603405"/>
                <a:gd name="connsiteY133" fmla="*/ 0 h 533193"/>
                <a:gd name="connsiteX134" fmla="*/ 467002 w 603405"/>
                <a:gd name="connsiteY134" fmla="*/ 16512 h 533193"/>
                <a:gd name="connsiteX135" fmla="*/ 450496 w 603405"/>
                <a:gd name="connsiteY135" fmla="*/ 33025 h 533193"/>
                <a:gd name="connsiteX136" fmla="*/ 30337 w 603405"/>
                <a:gd name="connsiteY136" fmla="*/ 33025 h 533193"/>
                <a:gd name="connsiteX137" fmla="*/ 13831 w 603405"/>
                <a:gd name="connsiteY137" fmla="*/ 16512 h 533193"/>
                <a:gd name="connsiteX138" fmla="*/ 30337 w 603405"/>
                <a:gd name="connsiteY138" fmla="*/ 0 h 53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603405" h="533193">
                  <a:moveTo>
                    <a:pt x="494452" y="356003"/>
                  </a:moveTo>
                  <a:lnTo>
                    <a:pt x="585270" y="356003"/>
                  </a:lnTo>
                  <a:cubicBezTo>
                    <a:pt x="594277" y="356003"/>
                    <a:pt x="601782" y="363343"/>
                    <a:pt x="601782" y="372480"/>
                  </a:cubicBezTo>
                  <a:cubicBezTo>
                    <a:pt x="601782" y="381617"/>
                    <a:pt x="594277" y="388957"/>
                    <a:pt x="585270" y="388957"/>
                  </a:cubicBezTo>
                  <a:lnTo>
                    <a:pt x="494452" y="388957"/>
                  </a:lnTo>
                  <a:close/>
                  <a:moveTo>
                    <a:pt x="367511" y="244227"/>
                  </a:moveTo>
                  <a:lnTo>
                    <a:pt x="443780" y="244227"/>
                  </a:lnTo>
                  <a:cubicBezTo>
                    <a:pt x="462247" y="244227"/>
                    <a:pt x="477261" y="259207"/>
                    <a:pt x="477411" y="277633"/>
                  </a:cubicBezTo>
                  <a:lnTo>
                    <a:pt x="477861" y="381744"/>
                  </a:lnTo>
                  <a:cubicBezTo>
                    <a:pt x="478011" y="389534"/>
                    <a:pt x="471706" y="395975"/>
                    <a:pt x="463748" y="395975"/>
                  </a:cubicBezTo>
                  <a:cubicBezTo>
                    <a:pt x="455941" y="395975"/>
                    <a:pt x="449486" y="389684"/>
                    <a:pt x="449486" y="381894"/>
                  </a:cubicBezTo>
                  <a:lnTo>
                    <a:pt x="449035" y="277782"/>
                  </a:lnTo>
                  <a:cubicBezTo>
                    <a:pt x="449035" y="276135"/>
                    <a:pt x="447684" y="274786"/>
                    <a:pt x="446033" y="274786"/>
                  </a:cubicBezTo>
                  <a:cubicBezTo>
                    <a:pt x="444381" y="274786"/>
                    <a:pt x="443030" y="276135"/>
                    <a:pt x="443030" y="277782"/>
                  </a:cubicBezTo>
                  <a:cubicBezTo>
                    <a:pt x="443030" y="419944"/>
                    <a:pt x="443330" y="291115"/>
                    <a:pt x="443330" y="516116"/>
                  </a:cubicBezTo>
                  <a:cubicBezTo>
                    <a:pt x="443330" y="525553"/>
                    <a:pt x="435673" y="533193"/>
                    <a:pt x="426215" y="533193"/>
                  </a:cubicBezTo>
                  <a:cubicBezTo>
                    <a:pt x="416906" y="533193"/>
                    <a:pt x="409249" y="525553"/>
                    <a:pt x="409249" y="516116"/>
                  </a:cubicBezTo>
                  <a:lnTo>
                    <a:pt x="409249" y="380096"/>
                  </a:lnTo>
                  <a:lnTo>
                    <a:pt x="401893" y="380096"/>
                  </a:lnTo>
                  <a:lnTo>
                    <a:pt x="401893" y="516116"/>
                  </a:lnTo>
                  <a:cubicBezTo>
                    <a:pt x="401893" y="525553"/>
                    <a:pt x="394236" y="533193"/>
                    <a:pt x="384778" y="533193"/>
                  </a:cubicBezTo>
                  <a:cubicBezTo>
                    <a:pt x="375319" y="533193"/>
                    <a:pt x="367812" y="525553"/>
                    <a:pt x="367812" y="516116"/>
                  </a:cubicBezTo>
                  <a:lnTo>
                    <a:pt x="367812" y="380096"/>
                  </a:lnTo>
                  <a:lnTo>
                    <a:pt x="367812" y="277782"/>
                  </a:lnTo>
                  <a:cubicBezTo>
                    <a:pt x="367812" y="276284"/>
                    <a:pt x="366461" y="274936"/>
                    <a:pt x="364959" y="274936"/>
                  </a:cubicBezTo>
                  <a:cubicBezTo>
                    <a:pt x="363458" y="274936"/>
                    <a:pt x="362257" y="276284"/>
                    <a:pt x="362257" y="277782"/>
                  </a:cubicBezTo>
                  <a:lnTo>
                    <a:pt x="361656" y="381894"/>
                  </a:lnTo>
                  <a:cubicBezTo>
                    <a:pt x="361656" y="389684"/>
                    <a:pt x="355351" y="395975"/>
                    <a:pt x="347544" y="395975"/>
                  </a:cubicBezTo>
                  <a:lnTo>
                    <a:pt x="347393" y="395975"/>
                  </a:lnTo>
                  <a:cubicBezTo>
                    <a:pt x="339586" y="395975"/>
                    <a:pt x="333281" y="389534"/>
                    <a:pt x="333281" y="381744"/>
                  </a:cubicBezTo>
                  <a:lnTo>
                    <a:pt x="333881" y="277633"/>
                  </a:lnTo>
                  <a:cubicBezTo>
                    <a:pt x="333881" y="259207"/>
                    <a:pt x="349045" y="244227"/>
                    <a:pt x="367511" y="244227"/>
                  </a:cubicBezTo>
                  <a:close/>
                  <a:moveTo>
                    <a:pt x="201525" y="244227"/>
                  </a:moveTo>
                  <a:lnTo>
                    <a:pt x="277906" y="244227"/>
                  </a:lnTo>
                  <a:cubicBezTo>
                    <a:pt x="296213" y="244227"/>
                    <a:pt x="311370" y="259207"/>
                    <a:pt x="311520" y="277633"/>
                  </a:cubicBezTo>
                  <a:lnTo>
                    <a:pt x="311970" y="381744"/>
                  </a:lnTo>
                  <a:cubicBezTo>
                    <a:pt x="311970" y="389534"/>
                    <a:pt x="305667" y="395975"/>
                    <a:pt x="297864" y="395975"/>
                  </a:cubicBezTo>
                  <a:lnTo>
                    <a:pt x="297714" y="395975"/>
                  </a:lnTo>
                  <a:cubicBezTo>
                    <a:pt x="289911" y="395975"/>
                    <a:pt x="283608" y="389684"/>
                    <a:pt x="283608" y="381894"/>
                  </a:cubicBezTo>
                  <a:lnTo>
                    <a:pt x="283008" y="277782"/>
                  </a:lnTo>
                  <a:cubicBezTo>
                    <a:pt x="283008" y="276135"/>
                    <a:pt x="281657" y="274786"/>
                    <a:pt x="280007" y="274786"/>
                  </a:cubicBezTo>
                  <a:cubicBezTo>
                    <a:pt x="278356" y="274786"/>
                    <a:pt x="277156" y="276135"/>
                    <a:pt x="277156" y="277782"/>
                  </a:cubicBezTo>
                  <a:cubicBezTo>
                    <a:pt x="277156" y="419944"/>
                    <a:pt x="277456" y="291115"/>
                    <a:pt x="277456" y="516116"/>
                  </a:cubicBezTo>
                  <a:cubicBezTo>
                    <a:pt x="277456" y="525553"/>
                    <a:pt x="269803" y="533193"/>
                    <a:pt x="260349" y="533193"/>
                  </a:cubicBezTo>
                  <a:cubicBezTo>
                    <a:pt x="250895" y="533193"/>
                    <a:pt x="243242" y="525553"/>
                    <a:pt x="243242" y="516116"/>
                  </a:cubicBezTo>
                  <a:lnTo>
                    <a:pt x="243242" y="380096"/>
                  </a:lnTo>
                  <a:lnTo>
                    <a:pt x="235889" y="380096"/>
                  </a:lnTo>
                  <a:lnTo>
                    <a:pt x="235889" y="516116"/>
                  </a:lnTo>
                  <a:cubicBezTo>
                    <a:pt x="235889" y="525553"/>
                    <a:pt x="228386" y="533193"/>
                    <a:pt x="218932" y="533193"/>
                  </a:cubicBezTo>
                  <a:cubicBezTo>
                    <a:pt x="209478" y="533193"/>
                    <a:pt x="201825" y="525553"/>
                    <a:pt x="201825" y="516116"/>
                  </a:cubicBezTo>
                  <a:lnTo>
                    <a:pt x="201825" y="380096"/>
                  </a:lnTo>
                  <a:lnTo>
                    <a:pt x="201825" y="277782"/>
                  </a:lnTo>
                  <a:cubicBezTo>
                    <a:pt x="201825" y="276284"/>
                    <a:pt x="200624" y="274936"/>
                    <a:pt x="199124" y="274936"/>
                  </a:cubicBezTo>
                  <a:cubicBezTo>
                    <a:pt x="197623" y="274936"/>
                    <a:pt x="196423" y="276284"/>
                    <a:pt x="196423" y="277782"/>
                  </a:cubicBezTo>
                  <a:lnTo>
                    <a:pt x="195822" y="381894"/>
                  </a:lnTo>
                  <a:cubicBezTo>
                    <a:pt x="195822" y="389684"/>
                    <a:pt x="189370" y="395975"/>
                    <a:pt x="181567" y="395975"/>
                  </a:cubicBezTo>
                  <a:cubicBezTo>
                    <a:pt x="173763" y="395975"/>
                    <a:pt x="167311" y="389534"/>
                    <a:pt x="167461" y="381744"/>
                  </a:cubicBezTo>
                  <a:lnTo>
                    <a:pt x="167911" y="277633"/>
                  </a:lnTo>
                  <a:cubicBezTo>
                    <a:pt x="168061" y="259207"/>
                    <a:pt x="183067" y="244227"/>
                    <a:pt x="201525" y="244227"/>
                  </a:cubicBezTo>
                  <a:close/>
                  <a:moveTo>
                    <a:pt x="34214" y="244227"/>
                  </a:moveTo>
                  <a:lnTo>
                    <a:pt x="110445" y="244227"/>
                  </a:lnTo>
                  <a:cubicBezTo>
                    <a:pt x="128902" y="244227"/>
                    <a:pt x="143908" y="259207"/>
                    <a:pt x="144059" y="277633"/>
                  </a:cubicBezTo>
                  <a:lnTo>
                    <a:pt x="144509" y="381744"/>
                  </a:lnTo>
                  <a:cubicBezTo>
                    <a:pt x="144659" y="389534"/>
                    <a:pt x="138206" y="395975"/>
                    <a:pt x="130403" y="395975"/>
                  </a:cubicBezTo>
                  <a:cubicBezTo>
                    <a:pt x="122600" y="395975"/>
                    <a:pt x="116147" y="389684"/>
                    <a:pt x="116147" y="381894"/>
                  </a:cubicBezTo>
                  <a:lnTo>
                    <a:pt x="115697" y="277782"/>
                  </a:lnTo>
                  <a:cubicBezTo>
                    <a:pt x="115547" y="276135"/>
                    <a:pt x="114346" y="274786"/>
                    <a:pt x="112696" y="274786"/>
                  </a:cubicBezTo>
                  <a:cubicBezTo>
                    <a:pt x="111045" y="274786"/>
                    <a:pt x="109694" y="276135"/>
                    <a:pt x="109694" y="277782"/>
                  </a:cubicBezTo>
                  <a:cubicBezTo>
                    <a:pt x="109694" y="343695"/>
                    <a:pt x="109995" y="452450"/>
                    <a:pt x="109995" y="516116"/>
                  </a:cubicBezTo>
                  <a:cubicBezTo>
                    <a:pt x="109995" y="525553"/>
                    <a:pt x="102341" y="533193"/>
                    <a:pt x="92888" y="533193"/>
                  </a:cubicBezTo>
                  <a:cubicBezTo>
                    <a:pt x="83584" y="533193"/>
                    <a:pt x="75931" y="525553"/>
                    <a:pt x="75931" y="516116"/>
                  </a:cubicBezTo>
                  <a:lnTo>
                    <a:pt x="75931" y="380096"/>
                  </a:lnTo>
                  <a:lnTo>
                    <a:pt x="68578" y="380096"/>
                  </a:lnTo>
                  <a:lnTo>
                    <a:pt x="68578" y="516116"/>
                  </a:lnTo>
                  <a:cubicBezTo>
                    <a:pt x="68578" y="525553"/>
                    <a:pt x="60925" y="533193"/>
                    <a:pt x="51471" y="533193"/>
                  </a:cubicBezTo>
                  <a:cubicBezTo>
                    <a:pt x="42017" y="533193"/>
                    <a:pt x="34364" y="525553"/>
                    <a:pt x="34364" y="516116"/>
                  </a:cubicBezTo>
                  <a:lnTo>
                    <a:pt x="34364" y="380096"/>
                  </a:lnTo>
                  <a:lnTo>
                    <a:pt x="34364" y="277782"/>
                  </a:lnTo>
                  <a:cubicBezTo>
                    <a:pt x="34364" y="276284"/>
                    <a:pt x="33163" y="275086"/>
                    <a:pt x="31663" y="275086"/>
                  </a:cubicBezTo>
                  <a:cubicBezTo>
                    <a:pt x="30162" y="274936"/>
                    <a:pt x="28962" y="276284"/>
                    <a:pt x="28962" y="277782"/>
                  </a:cubicBezTo>
                  <a:lnTo>
                    <a:pt x="28361" y="381894"/>
                  </a:lnTo>
                  <a:cubicBezTo>
                    <a:pt x="28361" y="389684"/>
                    <a:pt x="22059" y="395975"/>
                    <a:pt x="14256" y="395975"/>
                  </a:cubicBezTo>
                  <a:lnTo>
                    <a:pt x="14106" y="395975"/>
                  </a:lnTo>
                  <a:cubicBezTo>
                    <a:pt x="6302" y="395975"/>
                    <a:pt x="0" y="389534"/>
                    <a:pt x="0" y="381744"/>
                  </a:cubicBezTo>
                  <a:lnTo>
                    <a:pt x="600" y="277633"/>
                  </a:lnTo>
                  <a:cubicBezTo>
                    <a:pt x="600" y="259207"/>
                    <a:pt x="15756" y="244227"/>
                    <a:pt x="34214" y="244227"/>
                  </a:cubicBezTo>
                  <a:close/>
                  <a:moveTo>
                    <a:pt x="298774" y="232090"/>
                  </a:moveTo>
                  <a:lnTo>
                    <a:pt x="346547" y="232090"/>
                  </a:lnTo>
                  <a:cubicBezTo>
                    <a:pt x="336331" y="236739"/>
                    <a:pt x="327768" y="244836"/>
                    <a:pt x="322660" y="254883"/>
                  </a:cubicBezTo>
                  <a:cubicBezTo>
                    <a:pt x="317552" y="244836"/>
                    <a:pt x="309140" y="236739"/>
                    <a:pt x="298774" y="232090"/>
                  </a:cubicBezTo>
                  <a:close/>
                  <a:moveTo>
                    <a:pt x="405716" y="176061"/>
                  </a:moveTo>
                  <a:cubicBezTo>
                    <a:pt x="421987" y="176061"/>
                    <a:pt x="435177" y="189204"/>
                    <a:pt x="435177" y="205417"/>
                  </a:cubicBezTo>
                  <a:cubicBezTo>
                    <a:pt x="435177" y="221630"/>
                    <a:pt x="421987" y="234773"/>
                    <a:pt x="405716" y="234773"/>
                  </a:cubicBezTo>
                  <a:cubicBezTo>
                    <a:pt x="389445" y="234773"/>
                    <a:pt x="376255" y="221630"/>
                    <a:pt x="376255" y="205417"/>
                  </a:cubicBezTo>
                  <a:cubicBezTo>
                    <a:pt x="376255" y="189204"/>
                    <a:pt x="389445" y="176061"/>
                    <a:pt x="405716" y="176061"/>
                  </a:cubicBezTo>
                  <a:close/>
                  <a:moveTo>
                    <a:pt x="239817" y="176061"/>
                  </a:moveTo>
                  <a:cubicBezTo>
                    <a:pt x="256049" y="176061"/>
                    <a:pt x="269208" y="189204"/>
                    <a:pt x="269208" y="205417"/>
                  </a:cubicBezTo>
                  <a:cubicBezTo>
                    <a:pt x="269208" y="221630"/>
                    <a:pt x="256049" y="234773"/>
                    <a:pt x="239817" y="234773"/>
                  </a:cubicBezTo>
                  <a:cubicBezTo>
                    <a:pt x="223585" y="234773"/>
                    <a:pt x="210426" y="221630"/>
                    <a:pt x="210426" y="205417"/>
                  </a:cubicBezTo>
                  <a:cubicBezTo>
                    <a:pt x="210426" y="189204"/>
                    <a:pt x="223585" y="176061"/>
                    <a:pt x="239817" y="176061"/>
                  </a:cubicBezTo>
                  <a:close/>
                  <a:moveTo>
                    <a:pt x="72325" y="176061"/>
                  </a:moveTo>
                  <a:cubicBezTo>
                    <a:pt x="88687" y="176061"/>
                    <a:pt x="101897" y="189241"/>
                    <a:pt x="101897" y="205416"/>
                  </a:cubicBezTo>
                  <a:cubicBezTo>
                    <a:pt x="101897" y="221592"/>
                    <a:pt x="88687" y="234772"/>
                    <a:pt x="72325" y="234772"/>
                  </a:cubicBezTo>
                  <a:cubicBezTo>
                    <a:pt x="56113" y="234772"/>
                    <a:pt x="42904" y="221592"/>
                    <a:pt x="42904" y="205416"/>
                  </a:cubicBezTo>
                  <a:cubicBezTo>
                    <a:pt x="42904" y="189241"/>
                    <a:pt x="55963" y="176061"/>
                    <a:pt x="72325" y="176061"/>
                  </a:cubicBezTo>
                  <a:close/>
                  <a:moveTo>
                    <a:pt x="1200" y="56241"/>
                  </a:moveTo>
                  <a:lnTo>
                    <a:pt x="384613" y="56241"/>
                  </a:lnTo>
                  <a:cubicBezTo>
                    <a:pt x="505414" y="56241"/>
                    <a:pt x="603405" y="154058"/>
                    <a:pt x="603405" y="274494"/>
                  </a:cubicBezTo>
                  <a:cubicBezTo>
                    <a:pt x="603405" y="308947"/>
                    <a:pt x="575493" y="336809"/>
                    <a:pt x="540979" y="336809"/>
                  </a:cubicBezTo>
                  <a:lnTo>
                    <a:pt x="494459" y="336809"/>
                  </a:lnTo>
                  <a:lnTo>
                    <a:pt x="494159" y="277490"/>
                  </a:lnTo>
                  <a:cubicBezTo>
                    <a:pt x="494009" y="257417"/>
                    <a:pt x="482004" y="240041"/>
                    <a:pt x="464747" y="232102"/>
                  </a:cubicBezTo>
                  <a:lnTo>
                    <a:pt x="551333" y="232102"/>
                  </a:lnTo>
                  <a:lnTo>
                    <a:pt x="551483" y="232102"/>
                  </a:lnTo>
                  <a:cubicBezTo>
                    <a:pt x="553884" y="232102"/>
                    <a:pt x="556285" y="230753"/>
                    <a:pt x="557636" y="228806"/>
                  </a:cubicBezTo>
                  <a:cubicBezTo>
                    <a:pt x="558986" y="226709"/>
                    <a:pt x="559136" y="224013"/>
                    <a:pt x="558236" y="221766"/>
                  </a:cubicBezTo>
                  <a:cubicBezTo>
                    <a:pt x="550283" y="203790"/>
                    <a:pt x="531825" y="165892"/>
                    <a:pt x="504663" y="136532"/>
                  </a:cubicBezTo>
                  <a:cubicBezTo>
                    <a:pt x="481704" y="111666"/>
                    <a:pt x="449440" y="97585"/>
                    <a:pt x="415676" y="97585"/>
                  </a:cubicBezTo>
                  <a:lnTo>
                    <a:pt x="397968" y="97585"/>
                  </a:lnTo>
                  <a:lnTo>
                    <a:pt x="397968" y="159900"/>
                  </a:lnTo>
                  <a:cubicBezTo>
                    <a:pt x="383712" y="162297"/>
                    <a:pt x="371707" y="171284"/>
                    <a:pt x="364954" y="183568"/>
                  </a:cubicBezTo>
                  <a:lnTo>
                    <a:pt x="364954" y="97585"/>
                  </a:lnTo>
                  <a:lnTo>
                    <a:pt x="174223" y="97585"/>
                  </a:lnTo>
                  <a:lnTo>
                    <a:pt x="174223" y="232102"/>
                  </a:lnTo>
                  <a:lnTo>
                    <a:pt x="180526" y="232102"/>
                  </a:lnTo>
                  <a:cubicBezTo>
                    <a:pt x="178425" y="233150"/>
                    <a:pt x="176324" y="234199"/>
                    <a:pt x="174223" y="235547"/>
                  </a:cubicBezTo>
                  <a:cubicBezTo>
                    <a:pt x="166420" y="240640"/>
                    <a:pt x="159967" y="247830"/>
                    <a:pt x="156065" y="256369"/>
                  </a:cubicBezTo>
                  <a:cubicBezTo>
                    <a:pt x="152614" y="249178"/>
                    <a:pt x="147512" y="242887"/>
                    <a:pt x="141209" y="238093"/>
                  </a:cubicBezTo>
                  <a:cubicBezTo>
                    <a:pt x="138208" y="235697"/>
                    <a:pt x="134906" y="233749"/>
                    <a:pt x="131455" y="232102"/>
                  </a:cubicBezTo>
                  <a:lnTo>
                    <a:pt x="141209" y="232102"/>
                  </a:lnTo>
                  <a:lnTo>
                    <a:pt x="141209" y="97585"/>
                  </a:lnTo>
                  <a:lnTo>
                    <a:pt x="1200" y="97585"/>
                  </a:lnTo>
                  <a:close/>
                  <a:moveTo>
                    <a:pt x="30337" y="0"/>
                  </a:moveTo>
                  <a:lnTo>
                    <a:pt x="450496" y="0"/>
                  </a:lnTo>
                  <a:cubicBezTo>
                    <a:pt x="459649" y="0"/>
                    <a:pt x="467002" y="7356"/>
                    <a:pt x="467002" y="16512"/>
                  </a:cubicBezTo>
                  <a:cubicBezTo>
                    <a:pt x="467002" y="25669"/>
                    <a:pt x="459649" y="33025"/>
                    <a:pt x="450496" y="33025"/>
                  </a:cubicBezTo>
                  <a:lnTo>
                    <a:pt x="30337" y="33025"/>
                  </a:lnTo>
                  <a:cubicBezTo>
                    <a:pt x="21184" y="33025"/>
                    <a:pt x="13831" y="25669"/>
                    <a:pt x="13831" y="16512"/>
                  </a:cubicBezTo>
                  <a:cubicBezTo>
                    <a:pt x="13831" y="7356"/>
                    <a:pt x="21184" y="0"/>
                    <a:pt x="30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623695" y="5283835"/>
            <a:ext cx="5542280" cy="552450"/>
            <a:chOff x="2557" y="8321"/>
            <a:chExt cx="8728" cy="870"/>
          </a:xfrm>
        </p:grpSpPr>
        <p:sp>
          <p:nvSpPr>
            <p:cNvPr id="23" name="文本框 22"/>
            <p:cNvSpPr txBox="1"/>
            <p:nvPr>
              <p:custDataLst>
                <p:tags r:id="rId18"/>
              </p:custDataLst>
            </p:nvPr>
          </p:nvSpPr>
          <p:spPr>
            <a:xfrm>
              <a:off x="3931" y="8321"/>
              <a:ext cx="7354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运行项目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圆角矩形 48"/>
            <p:cNvSpPr/>
            <p:nvPr>
              <p:custDataLst>
                <p:tags r:id="rId19"/>
              </p:custDataLst>
            </p:nvPr>
          </p:nvSpPr>
          <p:spPr>
            <a:xfrm>
              <a:off x="2557" y="8519"/>
              <a:ext cx="1139" cy="648"/>
            </a:xfrm>
            <a:prstGeom prst="roundRect">
              <a:avLst/>
            </a:prstGeom>
            <a:solidFill>
              <a:srgbClr val="00206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7493635" y="1917700"/>
            <a:ext cx="3215640" cy="395287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cxnSp>
        <p:nvCxnSpPr>
          <p:cNvPr id="3" name="直接连接符 2"/>
          <p:cNvCxnSpPr/>
          <p:nvPr/>
        </p:nvCxnSpPr>
        <p:spPr>
          <a:xfrm>
            <a:off x="8494395" y="4766945"/>
            <a:ext cx="188785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072755" y="5749925"/>
            <a:ext cx="188785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281035" y="5258435"/>
            <a:ext cx="188785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65650" y="1720215"/>
            <a:ext cx="5749290" cy="4490085"/>
            <a:chOff x="7190" y="2709"/>
            <a:chExt cx="9054" cy="7071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7190" y="2709"/>
              <a:ext cx="9055" cy="7070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7190" y="2709"/>
              <a:ext cx="9055" cy="7071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3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7190" y="2884"/>
              <a:ext cx="9054" cy="689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"data": [</a:t>
              </a:r>
              <a:endPara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"id": "1",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"name": "PC008-1 BENZ.with diode",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"cat_id": "1",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"size":"93mm",          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"image": "./images/pro-1.jpg",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"price": "2000",         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"add_time": "2022-10-11",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"sort": "10"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}, 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… …	//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此处省略一些商品数据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]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366551" y="880170"/>
            <a:ext cx="70893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1. 准备product.json-商品数据文件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8223" r="-5436" b="1031"/>
          <a:stretch>
            <a:fillRect/>
          </a:stretch>
        </p:blipFill>
        <p:spPr>
          <a:xfrm>
            <a:off x="360045" y="1559560"/>
            <a:ext cx="3391535" cy="5244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1124179" y="98531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 rot="20340000">
            <a:off x="6101715" y="3626485"/>
            <a:ext cx="2189480" cy="43878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spc="6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000" b="1" spc="6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2000" b="1" spc="600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 bldLvl="0" animBg="1"/>
      <p:bldP spid="57" grpId="0" bldLvl="0" animBg="1"/>
      <p:bldP spid="5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131185" y="1647190"/>
            <a:ext cx="8856980" cy="4794250"/>
            <a:chOff x="4931" y="2594"/>
            <a:chExt cx="13948" cy="7550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4931" y="2611"/>
              <a:ext cx="13734" cy="753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3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289" y="2594"/>
              <a:ext cx="13590" cy="7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http=require('http');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fs=require('fs');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server=http.createServer();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server.on('request',function(request,response){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// 解决跨域问题,*表示所有地址都可以访问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response.setHeader('Access-Control-Allow-Origin','*'); 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response.writeHead(200,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{'Content-Type':'text/plain;charset=utf-8'}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fs.readFile('</a:t>
              </a:r>
              <a:r>
                <a:rPr lang="en-US" altLang="zh-CN" sz="17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product.json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',function(err,data){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response.end(data);  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}); 	 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server.listen(3000,function(err){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console.log('服务器创建成功！http://localhost:3000');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7" name="直接连接符 5"/>
          <p:cNvCxnSpPr>
            <a:cxnSpLocks noChangeShapeType="1"/>
          </p:cNvCxnSpPr>
          <p:nvPr>
            <p:custDataLst>
              <p:tags r:id="rId4"/>
            </p:custDataLst>
          </p:nvPr>
        </p:nvCxnSpPr>
        <p:spPr bwMode="auto">
          <a:xfrm flipH="1">
            <a:off x="3298190" y="2068830"/>
            <a:ext cx="20320" cy="0"/>
          </a:xfrm>
          <a:prstGeom prst="line">
            <a:avLst/>
          </a:prstGeom>
          <a:noFill/>
          <a:ln w="28575" algn="ctr">
            <a:solidFill>
              <a:schemeClr val="accent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" name="组合 13"/>
          <p:cNvGrpSpPr/>
          <p:nvPr/>
        </p:nvGrpSpPr>
        <p:grpSpPr>
          <a:xfrm>
            <a:off x="276860" y="1657985"/>
            <a:ext cx="11414125" cy="1028065"/>
            <a:chOff x="436" y="2611"/>
            <a:chExt cx="17975" cy="1619"/>
          </a:xfrm>
        </p:grpSpPr>
        <p:sp>
          <p:nvSpPr>
            <p:cNvPr id="58" name="矩形 57"/>
            <p:cNvSpPr/>
            <p:nvPr/>
          </p:nvSpPr>
          <p:spPr>
            <a:xfrm>
              <a:off x="5207" y="2611"/>
              <a:ext cx="13205" cy="1093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436" y="3154"/>
              <a:ext cx="4758" cy="1076"/>
              <a:chOff x="436" y="3154"/>
              <a:chExt cx="4758" cy="1076"/>
            </a:xfrm>
          </p:grpSpPr>
          <p:sp>
            <p:nvSpPr>
              <p:cNvPr id="23" name="矩形 4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436" y="3154"/>
                <a:ext cx="4215" cy="10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加载</a:t>
                </a: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http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模块和</a:t>
                </a: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fs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模块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29" name="直接连接符 76"/>
              <p:cNvCxnSpPr>
                <a:cxnSpLocks noChangeShapeType="1"/>
              </p:cNvCxnSpPr>
              <p:nvPr>
                <p:custDataLst>
                  <p:tags r:id="rId6"/>
                </p:custDataLst>
              </p:nvPr>
            </p:nvCxnSpPr>
            <p:spPr bwMode="auto">
              <a:xfrm flipH="1">
                <a:off x="4802" y="3692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" name="直接连接符 90"/>
              <p:cNvCxnSpPr>
                <a:cxnSpLocks noChangeShapeType="1"/>
              </p:cNvCxnSpPr>
              <p:nvPr>
                <p:custDataLst>
                  <p:tags r:id="rId7"/>
                </p:custDataLst>
              </p:nvPr>
            </p:nvCxnSpPr>
            <p:spPr bwMode="auto">
              <a:xfrm flipH="1">
                <a:off x="4802" y="3356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51" name="直接连接符 5"/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flipH="1">
            <a:off x="3298190" y="3453130"/>
            <a:ext cx="20320" cy="0"/>
          </a:xfrm>
          <a:prstGeom prst="line">
            <a:avLst/>
          </a:prstGeom>
          <a:noFill/>
          <a:ln w="28575" algn="ctr">
            <a:solidFill>
              <a:schemeClr val="accent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" name="组合 14"/>
          <p:cNvGrpSpPr/>
          <p:nvPr/>
        </p:nvGrpSpPr>
        <p:grpSpPr>
          <a:xfrm>
            <a:off x="276860" y="2684145"/>
            <a:ext cx="11372215" cy="2500630"/>
            <a:chOff x="436" y="4227"/>
            <a:chExt cx="17909" cy="3938"/>
          </a:xfrm>
        </p:grpSpPr>
        <p:sp>
          <p:nvSpPr>
            <p:cNvPr id="32" name="矩形 31"/>
            <p:cNvSpPr/>
            <p:nvPr/>
          </p:nvSpPr>
          <p:spPr>
            <a:xfrm>
              <a:off x="5159" y="4227"/>
              <a:ext cx="13186" cy="3939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436" y="4904"/>
              <a:ext cx="4758" cy="2041"/>
              <a:chOff x="436" y="4904"/>
              <a:chExt cx="4758" cy="2041"/>
            </a:xfrm>
          </p:grpSpPr>
          <p:sp>
            <p:nvSpPr>
              <p:cNvPr id="47" name="矩形 4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36" y="4904"/>
                <a:ext cx="4215" cy="204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处理前端请求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解决跨域问题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读取文件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响应到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前端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3" name="直接连接符 76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>
                <a:off x="4802" y="5872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0" name="直接连接符 90"/>
              <p:cNvCxnSpPr>
                <a:cxnSpLocks noChangeShapeType="1"/>
              </p:cNvCxnSpPr>
              <p:nvPr>
                <p:custDataLst>
                  <p:tags r:id="rId11"/>
                </p:custDataLst>
              </p:nvPr>
            </p:nvCxnSpPr>
            <p:spPr bwMode="auto">
              <a:xfrm flipH="1">
                <a:off x="4802" y="5536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9" name="组合 8"/>
          <p:cNvGrpSpPr/>
          <p:nvPr/>
        </p:nvGrpSpPr>
        <p:grpSpPr>
          <a:xfrm>
            <a:off x="276860" y="4947920"/>
            <a:ext cx="5055870" cy="784860"/>
            <a:chOff x="436" y="7792"/>
            <a:chExt cx="7962" cy="1236"/>
          </a:xfrm>
        </p:grpSpPr>
        <p:sp>
          <p:nvSpPr>
            <p:cNvPr id="65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6" y="7792"/>
              <a:ext cx="4215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设置监听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3000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端口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9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5160" y="9019"/>
              <a:ext cx="3238" cy="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159" y="8181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767" y="8181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4767" y="7845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组合 11"/>
          <p:cNvGrpSpPr/>
          <p:nvPr/>
        </p:nvGrpSpPr>
        <p:grpSpPr>
          <a:xfrm>
            <a:off x="542925" y="915035"/>
            <a:ext cx="10126980" cy="1006475"/>
            <a:chOff x="855" y="1441"/>
            <a:chExt cx="15948" cy="1585"/>
          </a:xfrm>
        </p:grpSpPr>
        <p:grpSp>
          <p:nvGrpSpPr>
            <p:cNvPr id="11" name="组合 10"/>
            <p:cNvGrpSpPr/>
            <p:nvPr/>
          </p:nvGrpSpPr>
          <p:grpSpPr>
            <a:xfrm>
              <a:off x="5233" y="1441"/>
              <a:ext cx="11571" cy="724"/>
              <a:chOff x="5233" y="1441"/>
              <a:chExt cx="11571" cy="724"/>
            </a:xfrm>
          </p:grpSpPr>
          <p:sp>
            <p:nvSpPr>
              <p:cNvPr id="19" name="文本框 18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5640" y="1441"/>
                <a:ext cx="11164" cy="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lt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2. 编写js文件，构建服务器，监听3000端口</a:t>
                </a:r>
                <a:endParaRPr lang="zh-CN" altLang="en-US" sz="24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Isosceles Triangle 2_1"/>
              <p:cNvSpPr/>
              <p:nvPr>
                <p:custDataLst>
                  <p:tags r:id="rId18"/>
                </p:custDataLst>
              </p:nvPr>
            </p:nvSpPr>
            <p:spPr>
              <a:xfrm rot="16200000" flipV="1">
                <a:off x="5201" y="1611"/>
                <a:ext cx="471" cy="40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solidFill>
                    <a:srgbClr val="00001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55" y="1518"/>
              <a:ext cx="3618" cy="1508"/>
              <a:chOff x="855" y="1518"/>
              <a:chExt cx="3618" cy="1508"/>
            </a:xfrm>
          </p:grpSpPr>
          <p:sp>
            <p:nvSpPr>
              <p:cNvPr id="36" name="文本框 35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510" y="2496"/>
                <a:ext cx="2602" cy="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server_json.js</a:t>
                </a:r>
                <a:endPara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>
                <a:off x="855" y="1518"/>
                <a:ext cx="3618" cy="961"/>
                <a:chOff x="855" y="1518"/>
                <a:chExt cx="3618" cy="961"/>
              </a:xfrm>
            </p:grpSpPr>
            <p:sp>
              <p:nvSpPr>
                <p:cNvPr id="33" name="矩形 3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884" y="2347"/>
                  <a:ext cx="3492" cy="132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FABAB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" name="矩形 1"/>
                <p:cNvSpPr/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855" y="1518"/>
                  <a:ext cx="3618" cy="655"/>
                </a:xfrm>
                <a:custGeom>
                  <a:avLst/>
                  <a:gdLst>
                    <a:gd name="connsiteX0" fmla="*/ 0 w 6840760"/>
                    <a:gd name="connsiteY0" fmla="*/ 0 h 888468"/>
                    <a:gd name="connsiteX1" fmla="*/ 6840760 w 6840760"/>
                    <a:gd name="connsiteY1" fmla="*/ 0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-1" fmla="*/ 0 w 6840760"/>
                    <a:gd name="connsiteY0-2" fmla="*/ 0 h 888468"/>
                    <a:gd name="connsiteX1-3" fmla="*/ 6465622 w 6840760"/>
                    <a:gd name="connsiteY1-4" fmla="*/ 35169 h 888468"/>
                    <a:gd name="connsiteX2-5" fmla="*/ 6840760 w 6840760"/>
                    <a:gd name="connsiteY2-6" fmla="*/ 888468 h 888468"/>
                    <a:gd name="connsiteX3-7" fmla="*/ 0 w 6840760"/>
                    <a:gd name="connsiteY3-8" fmla="*/ 888468 h 888468"/>
                    <a:gd name="connsiteX4-9" fmla="*/ 0 w 6840760"/>
                    <a:gd name="connsiteY4-10" fmla="*/ 0 h 888468"/>
                    <a:gd name="connsiteX0-11" fmla="*/ 351693 w 6840760"/>
                    <a:gd name="connsiteY0-12" fmla="*/ 0 h 888468"/>
                    <a:gd name="connsiteX1-13" fmla="*/ 6465622 w 6840760"/>
                    <a:gd name="connsiteY1-14" fmla="*/ 35169 h 888468"/>
                    <a:gd name="connsiteX2-15" fmla="*/ 6840760 w 6840760"/>
                    <a:gd name="connsiteY2-16" fmla="*/ 888468 h 888468"/>
                    <a:gd name="connsiteX3-17" fmla="*/ 0 w 6840760"/>
                    <a:gd name="connsiteY3-18" fmla="*/ 888468 h 888468"/>
                    <a:gd name="connsiteX4-19" fmla="*/ 351693 w 6840760"/>
                    <a:gd name="connsiteY4-20" fmla="*/ 0 h 88846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6840760" h="888468">
                      <a:moveTo>
                        <a:pt x="351693" y="0"/>
                      </a:moveTo>
                      <a:lnTo>
                        <a:pt x="6465622" y="35169"/>
                      </a:lnTo>
                      <a:lnTo>
                        <a:pt x="6840760" y="888468"/>
                      </a:lnTo>
                      <a:lnTo>
                        <a:pt x="0" y="888468"/>
                      </a:lnTo>
                      <a:lnTo>
                        <a:pt x="351693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" name="TextBox 27"/>
                <p:cNvSpPr txBox="1">
                  <a:spLocks noChangeArrowheads="1"/>
                </p:cNvSpPr>
                <p:nvPr/>
              </p:nvSpPr>
              <p:spPr bwMode="auto">
                <a:xfrm>
                  <a:off x="1476" y="1580"/>
                  <a:ext cx="2288" cy="6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342900" marR="0" lvl="0" indent="-3429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Arial" panose="020B0604020202020204" pitchFamily="34" charset="0"/>
                    </a:rPr>
                    <a:t>服务</a:t>
                  </a:r>
                  <a:r>
                    <a:rPr kumimoji="0" lang="zh-CN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Arial" panose="020B0604020202020204" pitchFamily="34" charset="0"/>
                    </a:rPr>
                    <a:t>器代码</a:t>
                  </a:r>
                  <a:endPara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</p:grp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46475" y="1286510"/>
            <a:ext cx="8224520" cy="4982210"/>
            <a:chOff x="5585" y="2026"/>
            <a:chExt cx="12952" cy="7846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585" y="2026"/>
              <a:ext cx="12953" cy="7695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3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837" y="2174"/>
              <a:ext cx="12618" cy="769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&lt;!--（略，可见附录index.html）--&gt;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&lt;section 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class="product"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&lt;h2&gt;产品展示&lt;/h2&gt;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&lt;a href="#"&gt;更多产品&lt;/a&gt;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&lt;script src="https://cdn.bootcdn.net/ajax/libs/jquery/3.5.1/jquery.js"&gt;&lt;/script&gt;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&lt;script&gt;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$.ajax({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   url: '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http://localhost:3000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 //服务器地址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}).then(res =&gt; {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   var pArr = </a:t>
              </a:r>
              <a:r>
                <a:rPr lang="en-US" altLang="zh-CN" sz="14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JSON.parse(res).data;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   for(i = 0; i &lt; pArr.length; i++) {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        console.log(pArr[i].name); // 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测试输出，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浏览器的console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查看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        $('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.product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').append(`&lt;li&gt;&lt;a href="#"&gt;&lt;img src="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${pArr[i].image}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 alt=""&gt;&lt;p&gt;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${pArr[i].name}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&lt;br&gt;&lt;span&gt;长度：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${pArr[i].size}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&lt;/span&gt;&lt;/p&gt;&lt;/a&gt;&lt;/li&gt;`);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    }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})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&lt;/script&gt;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&lt;/section&gt;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&lt;!--（略，可见附录index.html）--&gt;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723005" y="3541395"/>
            <a:ext cx="7923530" cy="154178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0195" y="2118360"/>
            <a:ext cx="8340725" cy="1207135"/>
            <a:chOff x="457" y="3336"/>
            <a:chExt cx="13135" cy="1901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57" y="3336"/>
              <a:ext cx="4378" cy="13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ajax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向服务器地址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http://127.0.0.1:3000</a:t>
              </a:r>
              <a:endParaRPr lang="en-US" altLang="zh-CN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发送请求</a:t>
              </a:r>
              <a:endParaRPr lang="zh-CN" altLang="en-US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336" y="5237"/>
              <a:ext cx="825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5326" y="3874"/>
              <a:ext cx="10" cy="12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944" y="3714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944" y="3555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90195" y="3435985"/>
            <a:ext cx="9963785" cy="2998470"/>
            <a:chOff x="457" y="5411"/>
            <a:chExt cx="15691" cy="4722"/>
          </a:xfrm>
        </p:grpSpPr>
        <p:sp>
          <p:nvSpPr>
            <p:cNvPr id="77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7" y="5411"/>
              <a:ext cx="4378" cy="47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接受请求后，读取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文件内容响应给页面，通过</a:t>
              </a:r>
              <a:r>
                <a:rPr lang="en-US" altLang="zh-CN" sz="17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JSON.parse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()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解析数据；</a:t>
              </a:r>
              <a:endParaRPr lang="en-US" altLang="zh-CN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根据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文件的数据结构，</a:t>
              </a:r>
              <a:r>
                <a:rPr lang="en-US" altLang="zh-CN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JSON.parse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(res).data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取得所有的商品数据；</a:t>
              </a:r>
              <a:endParaRPr lang="zh-CN" altLang="en-US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for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循环解析出每个商品数据在已有页面模板中输出</a:t>
              </a:r>
              <a:endParaRPr lang="zh-CN" altLang="en-US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81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336" y="6934"/>
              <a:ext cx="1081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5336" y="6416"/>
              <a:ext cx="0" cy="51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4944" y="6416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4944" y="6080"/>
              <a:ext cx="0" cy="244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组合 11"/>
          <p:cNvGrpSpPr/>
          <p:nvPr/>
        </p:nvGrpSpPr>
        <p:grpSpPr>
          <a:xfrm>
            <a:off x="542925" y="608330"/>
            <a:ext cx="11605895" cy="1272540"/>
            <a:chOff x="855" y="958"/>
            <a:chExt cx="18277" cy="2004"/>
          </a:xfrm>
        </p:grpSpPr>
        <p:grpSp>
          <p:nvGrpSpPr>
            <p:cNvPr id="11" name="组合 10"/>
            <p:cNvGrpSpPr/>
            <p:nvPr/>
          </p:nvGrpSpPr>
          <p:grpSpPr>
            <a:xfrm>
              <a:off x="855" y="1518"/>
              <a:ext cx="3618" cy="1444"/>
              <a:chOff x="855" y="1518"/>
              <a:chExt cx="3618" cy="1444"/>
            </a:xfrm>
          </p:grpSpPr>
          <p:sp>
            <p:nvSpPr>
              <p:cNvPr id="29" name="文本框 2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622" y="2432"/>
                <a:ext cx="2602" cy="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index.html</a:t>
                </a:r>
                <a:endPara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>
                <a:off x="855" y="1518"/>
                <a:ext cx="3618" cy="961"/>
                <a:chOff x="855" y="1518"/>
                <a:chExt cx="3618" cy="961"/>
              </a:xfrm>
            </p:grpSpPr>
            <p:sp>
              <p:nvSpPr>
                <p:cNvPr id="33" name="矩形 3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884" y="2347"/>
                  <a:ext cx="3492" cy="132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FABAB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" name="矩形 1"/>
                <p:cNvSpPr/>
                <p:nvPr>
                  <p:custDataLst>
                    <p:tags r:id="rId16"/>
                  </p:custDataLst>
                </p:nvPr>
              </p:nvSpPr>
              <p:spPr bwMode="auto">
                <a:xfrm>
                  <a:off x="855" y="1518"/>
                  <a:ext cx="3618" cy="655"/>
                </a:xfrm>
                <a:custGeom>
                  <a:avLst/>
                  <a:gdLst>
                    <a:gd name="connsiteX0" fmla="*/ 0 w 6840760"/>
                    <a:gd name="connsiteY0" fmla="*/ 0 h 888468"/>
                    <a:gd name="connsiteX1" fmla="*/ 6840760 w 6840760"/>
                    <a:gd name="connsiteY1" fmla="*/ 0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-1" fmla="*/ 0 w 6840760"/>
                    <a:gd name="connsiteY0-2" fmla="*/ 0 h 888468"/>
                    <a:gd name="connsiteX1-3" fmla="*/ 6465622 w 6840760"/>
                    <a:gd name="connsiteY1-4" fmla="*/ 35169 h 888468"/>
                    <a:gd name="connsiteX2-5" fmla="*/ 6840760 w 6840760"/>
                    <a:gd name="connsiteY2-6" fmla="*/ 888468 h 888468"/>
                    <a:gd name="connsiteX3-7" fmla="*/ 0 w 6840760"/>
                    <a:gd name="connsiteY3-8" fmla="*/ 888468 h 888468"/>
                    <a:gd name="connsiteX4-9" fmla="*/ 0 w 6840760"/>
                    <a:gd name="connsiteY4-10" fmla="*/ 0 h 888468"/>
                    <a:gd name="connsiteX0-11" fmla="*/ 351693 w 6840760"/>
                    <a:gd name="connsiteY0-12" fmla="*/ 0 h 888468"/>
                    <a:gd name="connsiteX1-13" fmla="*/ 6465622 w 6840760"/>
                    <a:gd name="connsiteY1-14" fmla="*/ 35169 h 888468"/>
                    <a:gd name="connsiteX2-15" fmla="*/ 6840760 w 6840760"/>
                    <a:gd name="connsiteY2-16" fmla="*/ 888468 h 888468"/>
                    <a:gd name="connsiteX3-17" fmla="*/ 0 w 6840760"/>
                    <a:gd name="connsiteY3-18" fmla="*/ 888468 h 888468"/>
                    <a:gd name="connsiteX4-19" fmla="*/ 351693 w 6840760"/>
                    <a:gd name="connsiteY4-20" fmla="*/ 0 h 88846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6840760" h="888468">
                      <a:moveTo>
                        <a:pt x="351693" y="0"/>
                      </a:moveTo>
                      <a:lnTo>
                        <a:pt x="6465622" y="35169"/>
                      </a:lnTo>
                      <a:lnTo>
                        <a:pt x="6840760" y="888468"/>
                      </a:lnTo>
                      <a:lnTo>
                        <a:pt x="0" y="888468"/>
                      </a:lnTo>
                      <a:lnTo>
                        <a:pt x="351693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" name="TextBox 27"/>
                <p:cNvSpPr txBox="1">
                  <a:spLocks noChangeArrowheads="1"/>
                </p:cNvSpPr>
                <p:nvPr/>
              </p:nvSpPr>
              <p:spPr bwMode="auto">
                <a:xfrm>
                  <a:off x="1508" y="1580"/>
                  <a:ext cx="2288" cy="6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342900" marR="0" lvl="0" indent="-3429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Arial" panose="020B0604020202020204" pitchFamily="34" charset="0"/>
                    </a:rPr>
                    <a:t>客户端代码</a:t>
                  </a:r>
                  <a:endPara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4726" y="958"/>
              <a:ext cx="14406" cy="1539"/>
              <a:chOff x="1433" y="1658"/>
              <a:chExt cx="15530" cy="1539"/>
            </a:xfrm>
          </p:grpSpPr>
          <p:sp>
            <p:nvSpPr>
              <p:cNvPr id="26" name="文本框 2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798" y="1658"/>
                <a:ext cx="15165" cy="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>
                  <a:lnSpc>
                    <a:spcPct val="120000"/>
                  </a:lnSpc>
                  <a:buClr>
                    <a:srgbClr val="3C853C"/>
                  </a:buClr>
                </a:pPr>
                <a:r>
                  <a:rPr lang="zh-CN" altLang="en-US" sz="2400" b="1" dirty="0">
                    <a:solidFill>
                      <a:schemeClr val="lt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3. 修改index.html模板页面，向服务器发送请求，接收响应数据</a:t>
                </a:r>
                <a:endParaRPr lang="zh-CN" altLang="en-US" sz="24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Isosceles Triangle 2_1"/>
              <p:cNvSpPr/>
              <p:nvPr>
                <p:custDataLst>
                  <p:tags r:id="rId18"/>
                </p:custDataLst>
              </p:nvPr>
            </p:nvSpPr>
            <p:spPr>
              <a:xfrm rot="16200000" flipV="1">
                <a:off x="1400" y="1921"/>
                <a:ext cx="471" cy="40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365">
                  <a:solidFill>
                    <a:srgbClr val="00001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061085" y="854075"/>
            <a:ext cx="362839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4. 运行项目，查看结果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807720" y="101092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26" name="图片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9110" y="1539240"/>
            <a:ext cx="3665220" cy="43802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5" name="任意多边形 228"/>
          <p:cNvSpPr/>
          <p:nvPr>
            <p:custDataLst>
              <p:tags r:id="rId7"/>
            </p:custDataLst>
          </p:nvPr>
        </p:nvSpPr>
        <p:spPr>
          <a:xfrm>
            <a:off x="1198245" y="6057265"/>
            <a:ext cx="1951355" cy="37020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server_json.js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任意多边形 228"/>
          <p:cNvSpPr/>
          <p:nvPr>
            <p:custDataLst>
              <p:tags r:id="rId8"/>
            </p:custDataLst>
          </p:nvPr>
        </p:nvSpPr>
        <p:spPr>
          <a:xfrm>
            <a:off x="6955790" y="6057265"/>
            <a:ext cx="1951355" cy="37020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打开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index.html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60" name="图片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16066" r="12668"/>
          <a:stretch>
            <a:fillRect/>
          </a:stretch>
        </p:blipFill>
        <p:spPr>
          <a:xfrm>
            <a:off x="4585970" y="1539240"/>
            <a:ext cx="6244590" cy="43802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2" grpId="0" bldLvl="0" animBg="1"/>
      <p:bldP spid="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957380" y="1533990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9860" y="1446530"/>
            <a:ext cx="5860415" cy="1285240"/>
            <a:chOff x="8236" y="2278"/>
            <a:chExt cx="9229" cy="2024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8236" y="2873"/>
              <a:ext cx="556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393" y="3017"/>
              <a:ext cx="24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189" y="2278"/>
              <a:ext cx="8277" cy="2024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实验需求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创建后端服务，并解决跨域，将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product.json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文件数据发向前端，并在模板页面渲染出来。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29860" y="3049270"/>
            <a:ext cx="6352540" cy="1036320"/>
            <a:chOff x="8236" y="4802"/>
            <a:chExt cx="10004" cy="1632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8236" y="5506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8363" y="5654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9144" y="4802"/>
              <a:ext cx="9096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实现步骤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创建项目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编写代码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运行项目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229860" y="4348480"/>
            <a:ext cx="4305300" cy="1866900"/>
            <a:chOff x="8236" y="6848"/>
            <a:chExt cx="6780" cy="2940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8236" y="7422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8380" y="7566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9174" y="6848"/>
              <a:ext cx="5843" cy="2941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项目实现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product.json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商品数据文件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server_json.js-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构建服务器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.html-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客户端接受响应数据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6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3.xml><?xml version="1.0" encoding="utf-8"?>
<p:tagLst xmlns:p="http://schemas.openxmlformats.org/presentationml/2006/main">
  <p:tag name="ISLIDE.VECTOR" val="#254578;#271387;#262167;#245939;#308535;#224264;#192054;"/>
  <p:tag name="KSO_WM_SLIDE_ID" val="custom20191730_6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59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59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59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0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0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608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609.xml><?xml version="1.0" encoding="utf-8"?>
<p:tagLst xmlns:p="http://schemas.openxmlformats.org/presentationml/2006/main">
  <p:tag name="KSO_WM_SLIDE_BACKGROUND_TYPE" val="general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SHADOW_SCHEMECOLOR_INDEX_BRIGHTNESS" val="0"/>
  <p:tag name="KSO_WM_UNIT_SHADOW_SCHEMECOLOR_INDEX" val="5"/>
</p:tagLst>
</file>

<file path=ppt/tags/tag61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1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1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SHADOW_SCHEMECOLOR_INDEX_BRIGHTNESS" val="0"/>
  <p:tag name="KSO_WM_UNIT_SHADOW_SCHEMECOLOR_INDEX" val="5"/>
</p:tagLst>
</file>

<file path=ppt/tags/tag627.xml><?xml version="1.0" encoding="utf-8"?>
<p:tagLst xmlns:p="http://schemas.openxmlformats.org/presentationml/2006/main">
  <p:tag name="KSO_WM_SLIDE_BACKGROUND_TYPE" val="general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3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3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35.xml><?xml version="1.0" encoding="utf-8"?>
<p:tagLst xmlns:p="http://schemas.openxmlformats.org/presentationml/2006/main">
  <p:tag name="KSO_WM_SLIDE_BACKGROUND_TYPE" val="general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5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7.xml><?xml version="1.0" encoding="utf-8"?>
<p:tagLst xmlns:p="http://schemas.openxmlformats.org/presentationml/2006/main">
  <p:tag name="KSO_WM_SLIDE_BACKGROUND_TYPE" val="general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7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6.xml><?xml version="1.0" encoding="utf-8"?>
<p:tagLst xmlns:p="http://schemas.openxmlformats.org/presentationml/2006/main">
  <p:tag name="KSO_WM_SLIDE_BACKGROUND_TYPE" val="general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5.xml><?xml version="1.0" encoding="utf-8"?>
<p:tagLst xmlns:p="http://schemas.openxmlformats.org/presentationml/2006/main">
  <p:tag name="KSO_WM_SLIDE_BACKGROUND_TYPE" val="general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2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33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34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35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2121</Words>
  <Application>WPS 演示</Application>
  <PresentationFormat>宽屏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Huaiy虞</cp:lastModifiedBy>
  <cp:revision>650</cp:revision>
  <dcterms:created xsi:type="dcterms:W3CDTF">2020-10-23T09:50:00Z</dcterms:created>
  <dcterms:modified xsi:type="dcterms:W3CDTF">2024-05-26T03:45:25Z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DD437A7603E34F87AC275B0D5EE33788_12</vt:lpwstr>
  </property>
  <property fmtid="{D5CDD505-2E9C-101B-9397-08002B2CF9AE}" pid="3" name="KSOProductBuildVer">
    <vt:lpwstr>2052-12.1.0.16929</vt:lpwstr>
  </property>
</Properties>
</file>