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85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3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71" r:id="rId6"/>
    <p:sldId id="472" r:id="rId7"/>
    <p:sldId id="442" r:id="rId8"/>
    <p:sldId id="503" r:id="rId9"/>
    <p:sldId id="443" r:id="rId10"/>
    <p:sldId id="444" r:id="rId11"/>
    <p:sldId id="491" r:id="rId12"/>
    <p:sldId id="504" r:id="rId13"/>
    <p:sldId id="489" r:id="rId14"/>
    <p:sldId id="458" r:id="rId15"/>
    <p:sldId id="493" r:id="rId16"/>
    <p:sldId id="445" r:id="rId17"/>
    <p:sldId id="495" r:id="rId18"/>
    <p:sldId id="494" r:id="rId19"/>
    <p:sldId id="456" r:id="rId20"/>
    <p:sldId id="457" r:id="rId21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651"/>
    <a:srgbClr val="5585C6"/>
    <a:srgbClr val="333333"/>
    <a:srgbClr val="4C944C"/>
    <a:srgbClr val="0070C0"/>
    <a:srgbClr val="000000"/>
    <a:srgbClr val="AFABAB"/>
    <a:srgbClr val="3C853C"/>
    <a:srgbClr val="232323"/>
    <a:srgbClr val="D8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D5D866-21FD-475E-8EC7-EAEDDA05492D}" styleName="{96a5a69e-e2c1-4257-9d08-7c964cdb7bb0}">
    <a:wholeTbl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>
          <a:top>
            <a:ln w="28575" cmpd="sng">
              <a:solidFill>
                <a:srgbClr val="4684D3"/>
              </a:solidFill>
            </a:ln>
          </a:top>
        </a:tcBdr>
        <a:fill>
          <a:solidFill>
            <a:srgbClr val="EEEEEE"/>
          </a:solidFill>
        </a:fill>
      </a:tcStyle>
    </a:lastRow>
    <a:firstRow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4684D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0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853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85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" Type="http://schemas.openxmlformats.org/officeDocument/2006/relationships/tags" Target="../tags/tag597.xml"/><Relationship Id="rId6" Type="http://schemas.openxmlformats.org/officeDocument/2006/relationships/image" Target="../media/image1.png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image" Target="../media/image2.jpeg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13.xml"/><Relationship Id="rId8" Type="http://schemas.openxmlformats.org/officeDocument/2006/relationships/tags" Target="../tags/tag612.xml"/><Relationship Id="rId74" Type="http://schemas.openxmlformats.org/officeDocument/2006/relationships/notesSlide" Target="../notesSlides/notesSlide3.xml"/><Relationship Id="rId73" Type="http://schemas.openxmlformats.org/officeDocument/2006/relationships/slideLayout" Target="../slideLayouts/slideLayout11.xml"/><Relationship Id="rId72" Type="http://schemas.openxmlformats.org/officeDocument/2006/relationships/tags" Target="../tags/tag675.xml"/><Relationship Id="rId71" Type="http://schemas.openxmlformats.org/officeDocument/2006/relationships/image" Target="../media/image3.png"/><Relationship Id="rId70" Type="http://schemas.openxmlformats.org/officeDocument/2006/relationships/tags" Target="../tags/tag674.xml"/><Relationship Id="rId7" Type="http://schemas.openxmlformats.org/officeDocument/2006/relationships/tags" Target="../tags/tag611.xml"/><Relationship Id="rId69" Type="http://schemas.openxmlformats.org/officeDocument/2006/relationships/tags" Target="../tags/tag673.xml"/><Relationship Id="rId68" Type="http://schemas.openxmlformats.org/officeDocument/2006/relationships/tags" Target="../tags/tag672.xml"/><Relationship Id="rId67" Type="http://schemas.openxmlformats.org/officeDocument/2006/relationships/tags" Target="../tags/tag671.xml"/><Relationship Id="rId66" Type="http://schemas.openxmlformats.org/officeDocument/2006/relationships/tags" Target="../tags/tag670.xml"/><Relationship Id="rId65" Type="http://schemas.openxmlformats.org/officeDocument/2006/relationships/tags" Target="../tags/tag669.xml"/><Relationship Id="rId64" Type="http://schemas.openxmlformats.org/officeDocument/2006/relationships/tags" Target="../tags/tag668.xml"/><Relationship Id="rId63" Type="http://schemas.openxmlformats.org/officeDocument/2006/relationships/tags" Target="../tags/tag667.xml"/><Relationship Id="rId62" Type="http://schemas.openxmlformats.org/officeDocument/2006/relationships/tags" Target="../tags/tag666.xml"/><Relationship Id="rId61" Type="http://schemas.openxmlformats.org/officeDocument/2006/relationships/tags" Target="../tags/tag665.xml"/><Relationship Id="rId60" Type="http://schemas.openxmlformats.org/officeDocument/2006/relationships/tags" Target="../tags/tag664.xml"/><Relationship Id="rId6" Type="http://schemas.openxmlformats.org/officeDocument/2006/relationships/tags" Target="../tags/tag610.xml"/><Relationship Id="rId59" Type="http://schemas.openxmlformats.org/officeDocument/2006/relationships/tags" Target="../tags/tag663.xml"/><Relationship Id="rId58" Type="http://schemas.openxmlformats.org/officeDocument/2006/relationships/tags" Target="../tags/tag662.xml"/><Relationship Id="rId57" Type="http://schemas.openxmlformats.org/officeDocument/2006/relationships/tags" Target="../tags/tag661.xml"/><Relationship Id="rId56" Type="http://schemas.openxmlformats.org/officeDocument/2006/relationships/tags" Target="../tags/tag660.xml"/><Relationship Id="rId55" Type="http://schemas.openxmlformats.org/officeDocument/2006/relationships/tags" Target="../tags/tag659.xml"/><Relationship Id="rId54" Type="http://schemas.openxmlformats.org/officeDocument/2006/relationships/tags" Target="../tags/tag658.xml"/><Relationship Id="rId53" Type="http://schemas.openxmlformats.org/officeDocument/2006/relationships/tags" Target="../tags/tag657.xml"/><Relationship Id="rId52" Type="http://schemas.openxmlformats.org/officeDocument/2006/relationships/tags" Target="../tags/tag656.xml"/><Relationship Id="rId51" Type="http://schemas.openxmlformats.org/officeDocument/2006/relationships/tags" Target="../tags/tag655.xml"/><Relationship Id="rId50" Type="http://schemas.openxmlformats.org/officeDocument/2006/relationships/tags" Target="../tags/tag654.xml"/><Relationship Id="rId5" Type="http://schemas.openxmlformats.org/officeDocument/2006/relationships/tags" Target="../tags/tag609.xml"/><Relationship Id="rId49" Type="http://schemas.openxmlformats.org/officeDocument/2006/relationships/tags" Target="../tags/tag653.xml"/><Relationship Id="rId48" Type="http://schemas.openxmlformats.org/officeDocument/2006/relationships/tags" Target="../tags/tag652.xml"/><Relationship Id="rId47" Type="http://schemas.openxmlformats.org/officeDocument/2006/relationships/tags" Target="../tags/tag651.xml"/><Relationship Id="rId46" Type="http://schemas.openxmlformats.org/officeDocument/2006/relationships/tags" Target="../tags/tag650.xml"/><Relationship Id="rId45" Type="http://schemas.openxmlformats.org/officeDocument/2006/relationships/tags" Target="../tags/tag649.xml"/><Relationship Id="rId44" Type="http://schemas.openxmlformats.org/officeDocument/2006/relationships/tags" Target="../tags/tag648.xml"/><Relationship Id="rId43" Type="http://schemas.openxmlformats.org/officeDocument/2006/relationships/tags" Target="../tags/tag647.xml"/><Relationship Id="rId42" Type="http://schemas.openxmlformats.org/officeDocument/2006/relationships/tags" Target="../tags/tag646.xml"/><Relationship Id="rId41" Type="http://schemas.openxmlformats.org/officeDocument/2006/relationships/tags" Target="../tags/tag645.xml"/><Relationship Id="rId40" Type="http://schemas.openxmlformats.org/officeDocument/2006/relationships/tags" Target="../tags/tag644.xml"/><Relationship Id="rId4" Type="http://schemas.openxmlformats.org/officeDocument/2006/relationships/tags" Target="../tags/tag608.xml"/><Relationship Id="rId39" Type="http://schemas.openxmlformats.org/officeDocument/2006/relationships/tags" Target="../tags/tag643.xml"/><Relationship Id="rId38" Type="http://schemas.openxmlformats.org/officeDocument/2006/relationships/tags" Target="../tags/tag642.xml"/><Relationship Id="rId37" Type="http://schemas.openxmlformats.org/officeDocument/2006/relationships/tags" Target="../tags/tag641.xml"/><Relationship Id="rId36" Type="http://schemas.openxmlformats.org/officeDocument/2006/relationships/tags" Target="../tags/tag640.xml"/><Relationship Id="rId35" Type="http://schemas.openxmlformats.org/officeDocument/2006/relationships/tags" Target="../tags/tag639.xml"/><Relationship Id="rId34" Type="http://schemas.openxmlformats.org/officeDocument/2006/relationships/tags" Target="../tags/tag638.xml"/><Relationship Id="rId33" Type="http://schemas.openxmlformats.org/officeDocument/2006/relationships/tags" Target="../tags/tag637.xml"/><Relationship Id="rId32" Type="http://schemas.openxmlformats.org/officeDocument/2006/relationships/tags" Target="../tags/tag636.xml"/><Relationship Id="rId31" Type="http://schemas.openxmlformats.org/officeDocument/2006/relationships/tags" Target="../tags/tag635.xml"/><Relationship Id="rId30" Type="http://schemas.openxmlformats.org/officeDocument/2006/relationships/tags" Target="../tags/tag634.xml"/><Relationship Id="rId3" Type="http://schemas.openxmlformats.org/officeDocument/2006/relationships/tags" Target="../tags/tag607.xml"/><Relationship Id="rId29" Type="http://schemas.openxmlformats.org/officeDocument/2006/relationships/tags" Target="../tags/tag633.xml"/><Relationship Id="rId28" Type="http://schemas.openxmlformats.org/officeDocument/2006/relationships/tags" Target="../tags/tag632.xml"/><Relationship Id="rId27" Type="http://schemas.openxmlformats.org/officeDocument/2006/relationships/tags" Target="../tags/tag631.xml"/><Relationship Id="rId26" Type="http://schemas.openxmlformats.org/officeDocument/2006/relationships/tags" Target="../tags/tag630.xml"/><Relationship Id="rId25" Type="http://schemas.openxmlformats.org/officeDocument/2006/relationships/tags" Target="../tags/tag629.xml"/><Relationship Id="rId24" Type="http://schemas.openxmlformats.org/officeDocument/2006/relationships/tags" Target="../tags/tag628.xml"/><Relationship Id="rId23" Type="http://schemas.openxmlformats.org/officeDocument/2006/relationships/tags" Target="../tags/tag627.xml"/><Relationship Id="rId22" Type="http://schemas.openxmlformats.org/officeDocument/2006/relationships/tags" Target="../tags/tag626.xml"/><Relationship Id="rId21" Type="http://schemas.openxmlformats.org/officeDocument/2006/relationships/tags" Target="../tags/tag625.xml"/><Relationship Id="rId20" Type="http://schemas.openxmlformats.org/officeDocument/2006/relationships/tags" Target="../tags/tag624.xml"/><Relationship Id="rId2" Type="http://schemas.openxmlformats.org/officeDocument/2006/relationships/tags" Target="../tags/tag606.xml"/><Relationship Id="rId19" Type="http://schemas.openxmlformats.org/officeDocument/2006/relationships/tags" Target="../tags/tag623.xml"/><Relationship Id="rId18" Type="http://schemas.openxmlformats.org/officeDocument/2006/relationships/tags" Target="../tags/tag622.xml"/><Relationship Id="rId17" Type="http://schemas.openxmlformats.org/officeDocument/2006/relationships/tags" Target="../tags/tag621.xml"/><Relationship Id="rId16" Type="http://schemas.openxmlformats.org/officeDocument/2006/relationships/tags" Target="../tags/tag620.xml"/><Relationship Id="rId15" Type="http://schemas.openxmlformats.org/officeDocument/2006/relationships/tags" Target="../tags/tag619.xml"/><Relationship Id="rId14" Type="http://schemas.openxmlformats.org/officeDocument/2006/relationships/tags" Target="../tags/tag618.xml"/><Relationship Id="rId13" Type="http://schemas.openxmlformats.org/officeDocument/2006/relationships/tags" Target="../tags/tag617.xml"/><Relationship Id="rId12" Type="http://schemas.openxmlformats.org/officeDocument/2006/relationships/tags" Target="../tags/tag616.xml"/><Relationship Id="rId11" Type="http://schemas.openxmlformats.org/officeDocument/2006/relationships/tags" Target="../tags/tag615.xml"/><Relationship Id="rId10" Type="http://schemas.openxmlformats.org/officeDocument/2006/relationships/tags" Target="../tags/tag614.xml"/><Relationship Id="rId1" Type="http://schemas.openxmlformats.org/officeDocument/2006/relationships/tags" Target="../tags/tag6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83.xml"/><Relationship Id="rId7" Type="http://schemas.openxmlformats.org/officeDocument/2006/relationships/tags" Target="../tags/tag682.xml"/><Relationship Id="rId6" Type="http://schemas.openxmlformats.org/officeDocument/2006/relationships/tags" Target="../tags/tag681.xml"/><Relationship Id="rId5" Type="http://schemas.openxmlformats.org/officeDocument/2006/relationships/tags" Target="../tags/tag680.xml"/><Relationship Id="rId4" Type="http://schemas.openxmlformats.org/officeDocument/2006/relationships/tags" Target="../tags/tag679.xml"/><Relationship Id="rId3" Type="http://schemas.openxmlformats.org/officeDocument/2006/relationships/tags" Target="../tags/tag678.xml"/><Relationship Id="rId2" Type="http://schemas.openxmlformats.org/officeDocument/2006/relationships/tags" Target="../tags/tag677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91.xml"/><Relationship Id="rId8" Type="http://schemas.openxmlformats.org/officeDocument/2006/relationships/tags" Target="../tags/tag690.xml"/><Relationship Id="rId7" Type="http://schemas.openxmlformats.org/officeDocument/2006/relationships/tags" Target="../tags/tag689.xml"/><Relationship Id="rId6" Type="http://schemas.openxmlformats.org/officeDocument/2006/relationships/image" Target="../media/image4.png"/><Relationship Id="rId5" Type="http://schemas.openxmlformats.org/officeDocument/2006/relationships/tags" Target="../tags/tag688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" Type="http://schemas.openxmlformats.org/officeDocument/2006/relationships/tags" Target="../tags/tag685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8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.png"/><Relationship Id="rId7" Type="http://schemas.openxmlformats.org/officeDocument/2006/relationships/tags" Target="../tags/tag697.xml"/><Relationship Id="rId6" Type="http://schemas.openxmlformats.org/officeDocument/2006/relationships/image" Target="../media/image5.png"/><Relationship Id="rId5" Type="http://schemas.openxmlformats.org/officeDocument/2006/relationships/tags" Target="../tags/tag696.xml"/><Relationship Id="rId4" Type="http://schemas.openxmlformats.org/officeDocument/2006/relationships/tags" Target="../tags/tag695.xml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01.xml"/><Relationship Id="rId13" Type="http://schemas.openxmlformats.org/officeDocument/2006/relationships/tags" Target="../tags/tag700.xml"/><Relationship Id="rId12" Type="http://schemas.openxmlformats.org/officeDocument/2006/relationships/tags" Target="../tags/tag699.xml"/><Relationship Id="rId11" Type="http://schemas.openxmlformats.org/officeDocument/2006/relationships/tags" Target="../tags/tag698.xml"/><Relationship Id="rId10" Type="http://schemas.openxmlformats.org/officeDocument/2006/relationships/image" Target="../media/image7.png"/><Relationship Id="rId1" Type="http://schemas.openxmlformats.org/officeDocument/2006/relationships/tags" Target="../tags/tag69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0.xml"/><Relationship Id="rId8" Type="http://schemas.openxmlformats.org/officeDocument/2006/relationships/tags" Target="../tags/tag709.xml"/><Relationship Id="rId7" Type="http://schemas.openxmlformats.org/officeDocument/2006/relationships/tags" Target="../tags/tag708.xml"/><Relationship Id="rId6" Type="http://schemas.openxmlformats.org/officeDocument/2006/relationships/tags" Target="../tags/tag707.xml"/><Relationship Id="rId5" Type="http://schemas.openxmlformats.org/officeDocument/2006/relationships/tags" Target="../tags/tag706.xml"/><Relationship Id="rId4" Type="http://schemas.openxmlformats.org/officeDocument/2006/relationships/tags" Target="../tags/tag705.xml"/><Relationship Id="rId3" Type="http://schemas.openxmlformats.org/officeDocument/2006/relationships/tags" Target="../tags/tag704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24.xml"/><Relationship Id="rId23" Type="http://schemas.openxmlformats.org/officeDocument/2006/relationships/tags" Target="../tags/tag723.xml"/><Relationship Id="rId22" Type="http://schemas.openxmlformats.org/officeDocument/2006/relationships/tags" Target="../tags/tag722.xml"/><Relationship Id="rId21" Type="http://schemas.openxmlformats.org/officeDocument/2006/relationships/image" Target="../media/image8.png"/><Relationship Id="rId20" Type="http://schemas.openxmlformats.org/officeDocument/2006/relationships/tags" Target="../tags/tag721.xml"/><Relationship Id="rId2" Type="http://schemas.openxmlformats.org/officeDocument/2006/relationships/tags" Target="../tags/tag703.xml"/><Relationship Id="rId19" Type="http://schemas.openxmlformats.org/officeDocument/2006/relationships/tags" Target="../tags/tag720.xml"/><Relationship Id="rId18" Type="http://schemas.openxmlformats.org/officeDocument/2006/relationships/tags" Target="../tags/tag719.xml"/><Relationship Id="rId17" Type="http://schemas.openxmlformats.org/officeDocument/2006/relationships/tags" Target="../tags/tag718.xml"/><Relationship Id="rId16" Type="http://schemas.openxmlformats.org/officeDocument/2006/relationships/tags" Target="../tags/tag717.xml"/><Relationship Id="rId15" Type="http://schemas.openxmlformats.org/officeDocument/2006/relationships/tags" Target="../tags/tag716.xml"/><Relationship Id="rId14" Type="http://schemas.openxmlformats.org/officeDocument/2006/relationships/tags" Target="../tags/tag715.xml"/><Relationship Id="rId13" Type="http://schemas.openxmlformats.org/officeDocument/2006/relationships/tags" Target="../tags/tag714.xml"/><Relationship Id="rId12" Type="http://schemas.openxmlformats.org/officeDocument/2006/relationships/tags" Target="../tags/tag713.xml"/><Relationship Id="rId11" Type="http://schemas.openxmlformats.org/officeDocument/2006/relationships/tags" Target="../tags/tag712.xml"/><Relationship Id="rId10" Type="http://schemas.openxmlformats.org/officeDocument/2006/relationships/tags" Target="../tags/tag711.xml"/><Relationship Id="rId1" Type="http://schemas.openxmlformats.org/officeDocument/2006/relationships/tags" Target="../tags/tag70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tags" Target="../tags/tag730.xml"/><Relationship Id="rId5" Type="http://schemas.openxmlformats.org/officeDocument/2006/relationships/tags" Target="../tags/tag729.xml"/><Relationship Id="rId4" Type="http://schemas.openxmlformats.org/officeDocument/2006/relationships/tags" Target="../tags/tag728.xml"/><Relationship Id="rId3" Type="http://schemas.openxmlformats.org/officeDocument/2006/relationships/tags" Target="../tags/tag727.xml"/><Relationship Id="rId2" Type="http://schemas.openxmlformats.org/officeDocument/2006/relationships/tags" Target="../tags/tag72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32.xml"/><Relationship Id="rId1" Type="http://schemas.openxmlformats.org/officeDocument/2006/relationships/tags" Target="../tags/tag72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9.xml"/><Relationship Id="rId8" Type="http://schemas.openxmlformats.org/officeDocument/2006/relationships/image" Target="../media/image12.png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tags" Target="../tags/tag734.xml"/><Relationship Id="rId2" Type="http://schemas.openxmlformats.org/officeDocument/2006/relationships/image" Target="../media/image11.png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42.xml"/><Relationship Id="rId11" Type="http://schemas.openxmlformats.org/officeDocument/2006/relationships/tags" Target="../tags/tag741.xml"/><Relationship Id="rId10" Type="http://schemas.openxmlformats.org/officeDocument/2006/relationships/tags" Target="../tags/tag740.xml"/><Relationship Id="rId1" Type="http://schemas.openxmlformats.org/officeDocument/2006/relationships/tags" Target="../tags/tag73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749.xml"/><Relationship Id="rId7" Type="http://schemas.openxmlformats.org/officeDocument/2006/relationships/tags" Target="../tags/tag748.xml"/><Relationship Id="rId6" Type="http://schemas.openxmlformats.org/officeDocument/2006/relationships/tags" Target="../tags/tag747.xml"/><Relationship Id="rId5" Type="http://schemas.openxmlformats.org/officeDocument/2006/relationships/image" Target="../media/image13.png"/><Relationship Id="rId4" Type="http://schemas.openxmlformats.org/officeDocument/2006/relationships/tags" Target="../tags/tag746.xml"/><Relationship Id="rId3" Type="http://schemas.openxmlformats.org/officeDocument/2006/relationships/tags" Target="../tags/tag745.xml"/><Relationship Id="rId2" Type="http://schemas.openxmlformats.org/officeDocument/2006/relationships/tags" Target="../tags/tag74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50.xml"/><Relationship Id="rId1" Type="http://schemas.openxmlformats.org/officeDocument/2006/relationships/tags" Target="../tags/tag74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tags" Target="../tags/tag755.xml"/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tags" Target="../tags/tag752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57.xml"/><Relationship Id="rId10" Type="http://schemas.openxmlformats.org/officeDocument/2006/relationships/tags" Target="../tags/tag756.xml"/><Relationship Id="rId1" Type="http://schemas.openxmlformats.org/officeDocument/2006/relationships/tags" Target="../tags/tag75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image" Target="../media/image19.jpe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0" Type="http://schemas.openxmlformats.org/officeDocument/2006/relationships/notesSlide" Target="../notesSlides/notesSlide9.xml"/><Relationship Id="rId2" Type="http://schemas.openxmlformats.org/officeDocument/2006/relationships/tags" Target="../tags/tag759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72.xml"/><Relationship Id="rId17" Type="http://schemas.openxmlformats.org/officeDocument/2006/relationships/tags" Target="../tags/tag771.xml"/><Relationship Id="rId16" Type="http://schemas.openxmlformats.org/officeDocument/2006/relationships/tags" Target="../tags/tag770.xml"/><Relationship Id="rId15" Type="http://schemas.openxmlformats.org/officeDocument/2006/relationships/tags" Target="../tags/tag769.xml"/><Relationship Id="rId14" Type="http://schemas.openxmlformats.org/officeDocument/2006/relationships/tags" Target="../tags/tag768.xml"/><Relationship Id="rId13" Type="http://schemas.openxmlformats.org/officeDocument/2006/relationships/tags" Target="../tags/tag767.xml"/><Relationship Id="rId12" Type="http://schemas.openxmlformats.org/officeDocument/2006/relationships/tags" Target="../tags/tag766.xml"/><Relationship Id="rId11" Type="http://schemas.openxmlformats.org/officeDocument/2006/relationships/tags" Target="../tags/tag765.xml"/><Relationship Id="rId10" Type="http://schemas.openxmlformats.org/officeDocument/2006/relationships/tags" Target="../tags/tag764.xml"/><Relationship Id="rId1" Type="http://schemas.openxmlformats.org/officeDocument/2006/relationships/tags" Target="../tags/tag75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79.xml"/><Relationship Id="rId7" Type="http://schemas.openxmlformats.org/officeDocument/2006/relationships/tags" Target="../tags/tag778.xml"/><Relationship Id="rId6" Type="http://schemas.openxmlformats.org/officeDocument/2006/relationships/tags" Target="../tags/tag777.xml"/><Relationship Id="rId5" Type="http://schemas.openxmlformats.org/officeDocument/2006/relationships/tags" Target="../tags/tag776.xml"/><Relationship Id="rId4" Type="http://schemas.openxmlformats.org/officeDocument/2006/relationships/tags" Target="../tags/tag775.xml"/><Relationship Id="rId3" Type="http://schemas.openxmlformats.org/officeDocument/2006/relationships/tags" Target="../tags/tag774.xml"/><Relationship Id="rId2" Type="http://schemas.openxmlformats.org/officeDocument/2006/relationships/tags" Target="../tags/tag773.xml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85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tags" Target="../tags/tag784.xml"/><Relationship Id="rId5" Type="http://schemas.openxmlformats.org/officeDocument/2006/relationships/image" Target="../media/image8.png"/><Relationship Id="rId4" Type="http://schemas.openxmlformats.org/officeDocument/2006/relationships/tags" Target="../tags/tag783.xml"/><Relationship Id="rId3" Type="http://schemas.openxmlformats.org/officeDocument/2006/relationships/tags" Target="../tags/tag782.xml"/><Relationship Id="rId2" Type="http://schemas.openxmlformats.org/officeDocument/2006/relationships/tags" Target="../tags/tag781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87.xml"/><Relationship Id="rId10" Type="http://schemas.openxmlformats.org/officeDocument/2006/relationships/tags" Target="../tags/tag786.xml"/><Relationship Id="rId1" Type="http://schemas.openxmlformats.org/officeDocument/2006/relationships/tags" Target="../tags/tag78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96.xml"/><Relationship Id="rId8" Type="http://schemas.openxmlformats.org/officeDocument/2006/relationships/tags" Target="../tags/tag795.xml"/><Relationship Id="rId7" Type="http://schemas.openxmlformats.org/officeDocument/2006/relationships/tags" Target="../tags/tag794.xml"/><Relationship Id="rId6" Type="http://schemas.openxmlformats.org/officeDocument/2006/relationships/tags" Target="../tags/tag793.xml"/><Relationship Id="rId5" Type="http://schemas.openxmlformats.org/officeDocument/2006/relationships/tags" Target="../tags/tag792.xml"/><Relationship Id="rId4" Type="http://schemas.openxmlformats.org/officeDocument/2006/relationships/tags" Target="../tags/tag791.xml"/><Relationship Id="rId3" Type="http://schemas.openxmlformats.org/officeDocument/2006/relationships/tags" Target="../tags/tag790.xml"/><Relationship Id="rId2" Type="http://schemas.openxmlformats.org/officeDocument/2006/relationships/tags" Target="../tags/tag789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802.xml"/><Relationship Id="rId15" Type="http://schemas.openxmlformats.org/officeDocument/2006/relationships/tags" Target="../tags/tag801.xml"/><Relationship Id="rId14" Type="http://schemas.openxmlformats.org/officeDocument/2006/relationships/tags" Target="../tags/tag800.xml"/><Relationship Id="rId13" Type="http://schemas.openxmlformats.org/officeDocument/2006/relationships/image" Target="../media/image22.png"/><Relationship Id="rId12" Type="http://schemas.openxmlformats.org/officeDocument/2006/relationships/tags" Target="../tags/tag799.xml"/><Relationship Id="rId11" Type="http://schemas.openxmlformats.org/officeDocument/2006/relationships/tags" Target="../tags/tag798.xml"/><Relationship Id="rId10" Type="http://schemas.openxmlformats.org/officeDocument/2006/relationships/tags" Target="../tags/tag797.xml"/><Relationship Id="rId1" Type="http://schemas.openxmlformats.org/officeDocument/2006/relationships/tags" Target="../tags/tag78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11.xml"/><Relationship Id="rId8" Type="http://schemas.openxmlformats.org/officeDocument/2006/relationships/tags" Target="../tags/tag810.xml"/><Relationship Id="rId7" Type="http://schemas.openxmlformats.org/officeDocument/2006/relationships/tags" Target="../tags/tag809.xml"/><Relationship Id="rId6" Type="http://schemas.openxmlformats.org/officeDocument/2006/relationships/tags" Target="../tags/tag808.xml"/><Relationship Id="rId5" Type="http://schemas.openxmlformats.org/officeDocument/2006/relationships/tags" Target="../tags/tag807.xml"/><Relationship Id="rId49" Type="http://schemas.openxmlformats.org/officeDocument/2006/relationships/notesSlide" Target="../notesSlides/notesSlide13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49.xml"/><Relationship Id="rId46" Type="http://schemas.openxmlformats.org/officeDocument/2006/relationships/tags" Target="../tags/tag848.xml"/><Relationship Id="rId45" Type="http://schemas.openxmlformats.org/officeDocument/2006/relationships/tags" Target="../tags/tag847.xml"/><Relationship Id="rId44" Type="http://schemas.openxmlformats.org/officeDocument/2006/relationships/tags" Target="../tags/tag846.xml"/><Relationship Id="rId43" Type="http://schemas.openxmlformats.org/officeDocument/2006/relationships/tags" Target="../tags/tag845.xml"/><Relationship Id="rId42" Type="http://schemas.openxmlformats.org/officeDocument/2006/relationships/tags" Target="../tags/tag844.xml"/><Relationship Id="rId41" Type="http://schemas.openxmlformats.org/officeDocument/2006/relationships/tags" Target="../tags/tag843.xml"/><Relationship Id="rId40" Type="http://schemas.openxmlformats.org/officeDocument/2006/relationships/tags" Target="../tags/tag842.xml"/><Relationship Id="rId4" Type="http://schemas.openxmlformats.org/officeDocument/2006/relationships/tags" Target="../tags/tag806.xml"/><Relationship Id="rId39" Type="http://schemas.openxmlformats.org/officeDocument/2006/relationships/tags" Target="../tags/tag841.xml"/><Relationship Id="rId38" Type="http://schemas.openxmlformats.org/officeDocument/2006/relationships/tags" Target="../tags/tag840.xml"/><Relationship Id="rId37" Type="http://schemas.openxmlformats.org/officeDocument/2006/relationships/tags" Target="../tags/tag839.xml"/><Relationship Id="rId36" Type="http://schemas.openxmlformats.org/officeDocument/2006/relationships/tags" Target="../tags/tag838.xml"/><Relationship Id="rId35" Type="http://schemas.openxmlformats.org/officeDocument/2006/relationships/tags" Target="../tags/tag837.xml"/><Relationship Id="rId34" Type="http://schemas.openxmlformats.org/officeDocument/2006/relationships/tags" Target="../tags/tag836.xml"/><Relationship Id="rId33" Type="http://schemas.openxmlformats.org/officeDocument/2006/relationships/tags" Target="../tags/tag835.xml"/><Relationship Id="rId32" Type="http://schemas.openxmlformats.org/officeDocument/2006/relationships/tags" Target="../tags/tag834.xml"/><Relationship Id="rId31" Type="http://schemas.openxmlformats.org/officeDocument/2006/relationships/tags" Target="../tags/tag833.xml"/><Relationship Id="rId30" Type="http://schemas.openxmlformats.org/officeDocument/2006/relationships/tags" Target="../tags/tag832.xml"/><Relationship Id="rId3" Type="http://schemas.openxmlformats.org/officeDocument/2006/relationships/tags" Target="../tags/tag805.xml"/><Relationship Id="rId29" Type="http://schemas.openxmlformats.org/officeDocument/2006/relationships/tags" Target="../tags/tag831.xml"/><Relationship Id="rId28" Type="http://schemas.openxmlformats.org/officeDocument/2006/relationships/tags" Target="../tags/tag830.xml"/><Relationship Id="rId27" Type="http://schemas.openxmlformats.org/officeDocument/2006/relationships/tags" Target="../tags/tag829.xml"/><Relationship Id="rId26" Type="http://schemas.openxmlformats.org/officeDocument/2006/relationships/tags" Target="../tags/tag828.xml"/><Relationship Id="rId25" Type="http://schemas.openxmlformats.org/officeDocument/2006/relationships/tags" Target="../tags/tag827.xml"/><Relationship Id="rId24" Type="http://schemas.openxmlformats.org/officeDocument/2006/relationships/tags" Target="../tags/tag826.xml"/><Relationship Id="rId23" Type="http://schemas.openxmlformats.org/officeDocument/2006/relationships/tags" Target="../tags/tag825.xml"/><Relationship Id="rId22" Type="http://schemas.openxmlformats.org/officeDocument/2006/relationships/tags" Target="../tags/tag824.xml"/><Relationship Id="rId21" Type="http://schemas.openxmlformats.org/officeDocument/2006/relationships/tags" Target="../tags/tag823.xml"/><Relationship Id="rId20" Type="http://schemas.openxmlformats.org/officeDocument/2006/relationships/tags" Target="../tags/tag822.xml"/><Relationship Id="rId2" Type="http://schemas.openxmlformats.org/officeDocument/2006/relationships/tags" Target="../tags/tag804.xml"/><Relationship Id="rId19" Type="http://schemas.openxmlformats.org/officeDocument/2006/relationships/tags" Target="../tags/tag821.xml"/><Relationship Id="rId18" Type="http://schemas.openxmlformats.org/officeDocument/2006/relationships/tags" Target="../tags/tag820.xml"/><Relationship Id="rId17" Type="http://schemas.openxmlformats.org/officeDocument/2006/relationships/tags" Target="../tags/tag819.xml"/><Relationship Id="rId16" Type="http://schemas.openxmlformats.org/officeDocument/2006/relationships/tags" Target="../tags/tag818.xml"/><Relationship Id="rId15" Type="http://schemas.openxmlformats.org/officeDocument/2006/relationships/tags" Target="../tags/tag817.xml"/><Relationship Id="rId14" Type="http://schemas.openxmlformats.org/officeDocument/2006/relationships/tags" Target="../tags/tag816.xml"/><Relationship Id="rId13" Type="http://schemas.openxmlformats.org/officeDocument/2006/relationships/tags" Target="../tags/tag815.xml"/><Relationship Id="rId12" Type="http://schemas.openxmlformats.org/officeDocument/2006/relationships/tags" Target="../tags/tag814.xml"/><Relationship Id="rId11" Type="http://schemas.openxmlformats.org/officeDocument/2006/relationships/tags" Target="../tags/tag813.xml"/><Relationship Id="rId10" Type="http://schemas.openxmlformats.org/officeDocument/2006/relationships/tags" Target="../tags/tag812.xml"/><Relationship Id="rId1" Type="http://schemas.openxmlformats.org/officeDocument/2006/relationships/tags" Target="../tags/tag80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51.xml"/><Relationship Id="rId1" Type="http://schemas.openxmlformats.org/officeDocument/2006/relationships/tags" Target="../tags/tag8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83970" y="2195830"/>
            <a:ext cx="975360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商品管理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系统简介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4248760" y="35539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414480" y="5631816"/>
            <a:ext cx="5097104" cy="648780"/>
            <a:chOff x="590495" y="5229588"/>
            <a:chExt cx="5097104" cy="648780"/>
          </a:xfrm>
        </p:grpSpPr>
        <p:grpSp>
          <p:nvGrpSpPr>
            <p:cNvPr id="3" name="组合 2"/>
            <p:cNvGrpSpPr/>
            <p:nvPr/>
          </p:nvGrpSpPr>
          <p:grpSpPr>
            <a:xfrm>
              <a:off x="1318695" y="5229588"/>
              <a:ext cx="4368904" cy="509270"/>
              <a:chOff x="1909736" y="5307692"/>
              <a:chExt cx="6929416" cy="826850"/>
            </a:xfrm>
          </p:grpSpPr>
          <p:sp>
            <p:nvSpPr>
              <p:cNvPr id="127" name="TextBox 31"/>
              <p:cNvSpPr txBox="1">
                <a:spLocks noChangeArrowheads="1"/>
              </p:cNvSpPr>
              <p:nvPr/>
            </p:nvSpPr>
            <p:spPr bwMode="auto">
              <a:xfrm>
                <a:off x="1909736" y="5461309"/>
                <a:ext cx="4763860" cy="673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l" eaLnBrk="1" hangingPunct="1"/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前台</a:t>
                </a: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数据查询功能</a:t>
                </a:r>
                <a:endPara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8" name="TextBox 30"/>
              <p:cNvSpPr txBox="1">
                <a:spLocks noChangeArrowheads="1"/>
              </p:cNvSpPr>
              <p:nvPr/>
            </p:nvSpPr>
            <p:spPr bwMode="auto">
              <a:xfrm>
                <a:off x="3250141" y="5307692"/>
                <a:ext cx="5589011" cy="368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n-US" altLang="zh-C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8" name="Freeform 8"/>
            <p:cNvSpPr/>
            <p:nvPr/>
          </p:nvSpPr>
          <p:spPr bwMode="auto">
            <a:xfrm>
              <a:off x="590495" y="5326109"/>
              <a:ext cx="502395" cy="5522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/>
          </p:nvSpPr>
          <p:spPr bwMode="auto">
            <a:xfrm>
              <a:off x="714825" y="5418994"/>
              <a:ext cx="257215" cy="336508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65365" y="5728335"/>
            <a:ext cx="3994346" cy="815332"/>
            <a:chOff x="1526718" y="5627295"/>
            <a:chExt cx="4729905" cy="815377"/>
          </a:xfrm>
        </p:grpSpPr>
        <p:grpSp>
          <p:nvGrpSpPr>
            <p:cNvPr id="51" name="组合 50"/>
            <p:cNvGrpSpPr/>
            <p:nvPr/>
          </p:nvGrpSpPr>
          <p:grpSpPr>
            <a:xfrm>
              <a:off x="1681097" y="5658404"/>
              <a:ext cx="4575526" cy="784268"/>
              <a:chOff x="650801" y="4885567"/>
              <a:chExt cx="4575526" cy="784268"/>
            </a:xfrm>
          </p:grpSpPr>
          <p:sp>
            <p:nvSpPr>
              <p:cNvPr id="55" name="TextBox 31"/>
              <p:cNvSpPr txBox="1">
                <a:spLocks noChangeArrowheads="1"/>
              </p:cNvSpPr>
              <p:nvPr/>
            </p:nvSpPr>
            <p:spPr bwMode="auto">
              <a:xfrm>
                <a:off x="1077900" y="4885567"/>
                <a:ext cx="4148427" cy="784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  后台数据管理功能</a:t>
                </a:r>
                <a:endPara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  <a:p>
                <a:pPr algn="ctr" eaLnBrk="1" hangingPunct="1"/>
                <a:endParaRPr lang="id-ID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14"/>
              <p:cNvSpPr>
                <a:spLocks noEditPoints="1"/>
              </p:cNvSpPr>
              <p:nvPr/>
            </p:nvSpPr>
            <p:spPr bwMode="auto">
              <a:xfrm>
                <a:off x="650801" y="5072734"/>
                <a:ext cx="257215" cy="336508"/>
              </a:xfrm>
              <a:custGeom>
                <a:avLst/>
                <a:gdLst>
                  <a:gd name="T0" fmla="*/ 95 w 723"/>
                  <a:gd name="T1" fmla="*/ 160 h 986"/>
                  <a:gd name="T2" fmla="*/ 80 w 723"/>
                  <a:gd name="T3" fmla="*/ 986 h 986"/>
                  <a:gd name="T4" fmla="*/ 723 w 723"/>
                  <a:gd name="T5" fmla="*/ 242 h 986"/>
                  <a:gd name="T6" fmla="*/ 668 w 723"/>
                  <a:gd name="T7" fmla="*/ 260 h 986"/>
                  <a:gd name="T8" fmla="*/ 83 w 723"/>
                  <a:gd name="T9" fmla="*/ 929 h 986"/>
                  <a:gd name="T10" fmla="*/ 313 w 723"/>
                  <a:gd name="T11" fmla="*/ 105 h 986"/>
                  <a:gd name="T12" fmla="*/ 410 w 723"/>
                  <a:gd name="T13" fmla="*/ 105 h 986"/>
                  <a:gd name="T14" fmla="*/ 360 w 723"/>
                  <a:gd name="T15" fmla="*/ 157 h 986"/>
                  <a:gd name="T16" fmla="*/ 253 w 723"/>
                  <a:gd name="T17" fmla="*/ 107 h 986"/>
                  <a:gd name="T18" fmla="*/ 133 w 723"/>
                  <a:gd name="T19" fmla="*/ 250 h 986"/>
                  <a:gd name="T20" fmla="*/ 590 w 723"/>
                  <a:gd name="T21" fmla="*/ 250 h 986"/>
                  <a:gd name="T22" fmla="*/ 470 w 723"/>
                  <a:gd name="T23" fmla="*/ 107 h 986"/>
                  <a:gd name="T24" fmla="*/ 253 w 723"/>
                  <a:gd name="T25" fmla="*/ 107 h 986"/>
                  <a:gd name="T26" fmla="*/ 255 w 723"/>
                  <a:gd name="T27" fmla="*/ 749 h 986"/>
                  <a:gd name="T28" fmla="*/ 175 w 723"/>
                  <a:gd name="T29" fmla="*/ 771 h 986"/>
                  <a:gd name="T30" fmla="*/ 158 w 723"/>
                  <a:gd name="T31" fmla="*/ 789 h 986"/>
                  <a:gd name="T32" fmla="*/ 255 w 723"/>
                  <a:gd name="T33" fmla="*/ 796 h 986"/>
                  <a:gd name="T34" fmla="*/ 153 w 723"/>
                  <a:gd name="T35" fmla="*/ 846 h 986"/>
                  <a:gd name="T36" fmla="*/ 280 w 723"/>
                  <a:gd name="T37" fmla="*/ 784 h 986"/>
                  <a:gd name="T38" fmla="*/ 280 w 723"/>
                  <a:gd name="T39" fmla="*/ 744 h 986"/>
                  <a:gd name="T40" fmla="*/ 128 w 723"/>
                  <a:gd name="T41" fmla="*/ 751 h 986"/>
                  <a:gd name="T42" fmla="*/ 248 w 723"/>
                  <a:gd name="T43" fmla="*/ 879 h 986"/>
                  <a:gd name="T44" fmla="*/ 248 w 723"/>
                  <a:gd name="T45" fmla="*/ 387 h 986"/>
                  <a:gd name="T46" fmla="*/ 175 w 723"/>
                  <a:gd name="T47" fmla="*/ 409 h 986"/>
                  <a:gd name="T48" fmla="*/ 200 w 723"/>
                  <a:gd name="T49" fmla="*/ 474 h 986"/>
                  <a:gd name="T50" fmla="*/ 153 w 723"/>
                  <a:gd name="T51" fmla="*/ 492 h 986"/>
                  <a:gd name="T52" fmla="*/ 248 w 723"/>
                  <a:gd name="T53" fmla="*/ 362 h 986"/>
                  <a:gd name="T54" fmla="*/ 128 w 723"/>
                  <a:gd name="T55" fmla="*/ 489 h 986"/>
                  <a:gd name="T56" fmla="*/ 279 w 723"/>
                  <a:gd name="T57" fmla="*/ 416 h 986"/>
                  <a:gd name="T58" fmla="*/ 278 w 723"/>
                  <a:gd name="T59" fmla="*/ 382 h 986"/>
                  <a:gd name="T60" fmla="*/ 255 w 723"/>
                  <a:gd name="T61" fmla="*/ 582 h 986"/>
                  <a:gd name="T62" fmla="*/ 158 w 723"/>
                  <a:gd name="T63" fmla="*/ 607 h 986"/>
                  <a:gd name="T64" fmla="*/ 255 w 723"/>
                  <a:gd name="T65" fmla="*/ 672 h 986"/>
                  <a:gd name="T66" fmla="*/ 280 w 723"/>
                  <a:gd name="T67" fmla="*/ 563 h 986"/>
                  <a:gd name="T68" fmla="*/ 128 w 723"/>
                  <a:gd name="T69" fmla="*/ 569 h 986"/>
                  <a:gd name="T70" fmla="*/ 255 w 723"/>
                  <a:gd name="T71" fmla="*/ 696 h 986"/>
                  <a:gd name="T72" fmla="*/ 334 w 723"/>
                  <a:gd name="T73" fmla="*/ 538 h 986"/>
                  <a:gd name="T74" fmla="*/ 378 w 723"/>
                  <a:gd name="T75" fmla="*/ 836 h 986"/>
                  <a:gd name="T76" fmla="*/ 580 w 723"/>
                  <a:gd name="T77" fmla="*/ 774 h 986"/>
                  <a:gd name="T78" fmla="*/ 370 w 723"/>
                  <a:gd name="T79" fmla="*/ 829 h 986"/>
                  <a:gd name="T80" fmla="*/ 580 w 723"/>
                  <a:gd name="T81" fmla="*/ 587 h 986"/>
                  <a:gd name="T82" fmla="*/ 370 w 723"/>
                  <a:gd name="T83" fmla="*/ 474 h 986"/>
                  <a:gd name="T84" fmla="*/ 370 w 723"/>
                  <a:gd name="T85" fmla="*/ 407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3" h="986">
                    <a:moveTo>
                      <a:pt x="55" y="260"/>
                    </a:moveTo>
                    <a:cubicBezTo>
                      <a:pt x="55" y="232"/>
                      <a:pt x="68" y="218"/>
                      <a:pt x="95" y="217"/>
                    </a:cubicBezTo>
                    <a:lnTo>
                      <a:pt x="95" y="160"/>
                    </a:lnTo>
                    <a:cubicBezTo>
                      <a:pt x="45" y="161"/>
                      <a:pt x="0" y="193"/>
                      <a:pt x="0" y="242"/>
                    </a:cubicBezTo>
                    <a:lnTo>
                      <a:pt x="0" y="906"/>
                    </a:lnTo>
                    <a:cubicBezTo>
                      <a:pt x="0" y="947"/>
                      <a:pt x="40" y="986"/>
                      <a:pt x="80" y="986"/>
                    </a:cubicBezTo>
                    <a:lnTo>
                      <a:pt x="643" y="986"/>
                    </a:lnTo>
                    <a:cubicBezTo>
                      <a:pt x="683" y="986"/>
                      <a:pt x="723" y="947"/>
                      <a:pt x="723" y="906"/>
                    </a:cubicBezTo>
                    <a:lnTo>
                      <a:pt x="723" y="242"/>
                    </a:lnTo>
                    <a:cubicBezTo>
                      <a:pt x="723" y="193"/>
                      <a:pt x="678" y="161"/>
                      <a:pt x="628" y="160"/>
                    </a:cubicBezTo>
                    <a:lnTo>
                      <a:pt x="628" y="217"/>
                    </a:lnTo>
                    <a:cubicBezTo>
                      <a:pt x="655" y="218"/>
                      <a:pt x="668" y="232"/>
                      <a:pt x="668" y="260"/>
                    </a:cubicBezTo>
                    <a:lnTo>
                      <a:pt x="668" y="889"/>
                    </a:lnTo>
                    <a:cubicBezTo>
                      <a:pt x="668" y="908"/>
                      <a:pt x="659" y="929"/>
                      <a:pt x="640" y="929"/>
                    </a:cubicBezTo>
                    <a:lnTo>
                      <a:pt x="83" y="929"/>
                    </a:lnTo>
                    <a:cubicBezTo>
                      <a:pt x="61" y="929"/>
                      <a:pt x="55" y="906"/>
                      <a:pt x="55" y="884"/>
                    </a:cubicBezTo>
                    <a:lnTo>
                      <a:pt x="55" y="260"/>
                    </a:lnTo>
                    <a:close/>
                    <a:moveTo>
                      <a:pt x="313" y="105"/>
                    </a:moveTo>
                    <a:cubicBezTo>
                      <a:pt x="313" y="82"/>
                      <a:pt x="335" y="60"/>
                      <a:pt x="358" y="60"/>
                    </a:cubicBezTo>
                    <a:lnTo>
                      <a:pt x="365" y="60"/>
                    </a:lnTo>
                    <a:cubicBezTo>
                      <a:pt x="388" y="60"/>
                      <a:pt x="410" y="82"/>
                      <a:pt x="410" y="105"/>
                    </a:cubicBezTo>
                    <a:lnTo>
                      <a:pt x="410" y="110"/>
                    </a:lnTo>
                    <a:cubicBezTo>
                      <a:pt x="410" y="135"/>
                      <a:pt x="388" y="157"/>
                      <a:pt x="363" y="157"/>
                    </a:cubicBezTo>
                    <a:lnTo>
                      <a:pt x="360" y="157"/>
                    </a:lnTo>
                    <a:cubicBezTo>
                      <a:pt x="335" y="157"/>
                      <a:pt x="313" y="135"/>
                      <a:pt x="313" y="110"/>
                    </a:cubicBezTo>
                    <a:lnTo>
                      <a:pt x="313" y="105"/>
                    </a:lnTo>
                    <a:close/>
                    <a:moveTo>
                      <a:pt x="253" y="107"/>
                    </a:moveTo>
                    <a:lnTo>
                      <a:pt x="173" y="107"/>
                    </a:lnTo>
                    <a:cubicBezTo>
                      <a:pt x="145" y="107"/>
                      <a:pt x="133" y="120"/>
                      <a:pt x="133" y="147"/>
                    </a:cubicBezTo>
                    <a:lnTo>
                      <a:pt x="133" y="250"/>
                    </a:lnTo>
                    <a:cubicBezTo>
                      <a:pt x="133" y="267"/>
                      <a:pt x="144" y="285"/>
                      <a:pt x="160" y="285"/>
                    </a:cubicBezTo>
                    <a:lnTo>
                      <a:pt x="563" y="285"/>
                    </a:lnTo>
                    <a:cubicBezTo>
                      <a:pt x="579" y="285"/>
                      <a:pt x="590" y="267"/>
                      <a:pt x="590" y="250"/>
                    </a:cubicBezTo>
                    <a:lnTo>
                      <a:pt x="590" y="147"/>
                    </a:lnTo>
                    <a:cubicBezTo>
                      <a:pt x="590" y="120"/>
                      <a:pt x="578" y="107"/>
                      <a:pt x="550" y="107"/>
                    </a:cubicBezTo>
                    <a:lnTo>
                      <a:pt x="470" y="107"/>
                    </a:lnTo>
                    <a:cubicBezTo>
                      <a:pt x="470" y="52"/>
                      <a:pt x="423" y="0"/>
                      <a:pt x="370" y="0"/>
                    </a:cubicBezTo>
                    <a:lnTo>
                      <a:pt x="353" y="0"/>
                    </a:lnTo>
                    <a:cubicBezTo>
                      <a:pt x="300" y="0"/>
                      <a:pt x="253" y="52"/>
                      <a:pt x="253" y="107"/>
                    </a:cubicBezTo>
                    <a:close/>
                    <a:moveTo>
                      <a:pt x="153" y="756"/>
                    </a:moveTo>
                    <a:cubicBezTo>
                      <a:pt x="153" y="751"/>
                      <a:pt x="154" y="749"/>
                      <a:pt x="160" y="749"/>
                    </a:cubicBezTo>
                    <a:lnTo>
                      <a:pt x="255" y="749"/>
                    </a:lnTo>
                    <a:lnTo>
                      <a:pt x="255" y="756"/>
                    </a:lnTo>
                    <a:cubicBezTo>
                      <a:pt x="255" y="764"/>
                      <a:pt x="216" y="787"/>
                      <a:pt x="208" y="791"/>
                    </a:cubicBezTo>
                    <a:cubicBezTo>
                      <a:pt x="201" y="786"/>
                      <a:pt x="186" y="771"/>
                      <a:pt x="175" y="771"/>
                    </a:cubicBezTo>
                    <a:lnTo>
                      <a:pt x="173" y="771"/>
                    </a:lnTo>
                    <a:cubicBezTo>
                      <a:pt x="167" y="771"/>
                      <a:pt x="158" y="780"/>
                      <a:pt x="158" y="786"/>
                    </a:cubicBezTo>
                    <a:lnTo>
                      <a:pt x="158" y="789"/>
                    </a:lnTo>
                    <a:cubicBezTo>
                      <a:pt x="158" y="795"/>
                      <a:pt x="193" y="834"/>
                      <a:pt x="200" y="834"/>
                    </a:cubicBezTo>
                    <a:lnTo>
                      <a:pt x="203" y="834"/>
                    </a:lnTo>
                    <a:cubicBezTo>
                      <a:pt x="208" y="834"/>
                      <a:pt x="247" y="802"/>
                      <a:pt x="255" y="796"/>
                    </a:cubicBezTo>
                    <a:cubicBezTo>
                      <a:pt x="255" y="810"/>
                      <a:pt x="261" y="854"/>
                      <a:pt x="248" y="854"/>
                    </a:cubicBezTo>
                    <a:lnTo>
                      <a:pt x="160" y="854"/>
                    </a:lnTo>
                    <a:cubicBezTo>
                      <a:pt x="154" y="854"/>
                      <a:pt x="153" y="852"/>
                      <a:pt x="153" y="846"/>
                    </a:cubicBezTo>
                    <a:lnTo>
                      <a:pt x="153" y="756"/>
                    </a:lnTo>
                    <a:close/>
                    <a:moveTo>
                      <a:pt x="248" y="879"/>
                    </a:moveTo>
                    <a:cubicBezTo>
                      <a:pt x="295" y="879"/>
                      <a:pt x="277" y="827"/>
                      <a:pt x="280" y="784"/>
                    </a:cubicBezTo>
                    <a:cubicBezTo>
                      <a:pt x="282" y="762"/>
                      <a:pt x="337" y="742"/>
                      <a:pt x="343" y="721"/>
                    </a:cubicBezTo>
                    <a:lnTo>
                      <a:pt x="335" y="721"/>
                    </a:lnTo>
                    <a:cubicBezTo>
                      <a:pt x="318" y="721"/>
                      <a:pt x="293" y="737"/>
                      <a:pt x="280" y="744"/>
                    </a:cubicBezTo>
                    <a:cubicBezTo>
                      <a:pt x="274" y="735"/>
                      <a:pt x="268" y="724"/>
                      <a:pt x="253" y="724"/>
                    </a:cubicBezTo>
                    <a:lnTo>
                      <a:pt x="155" y="724"/>
                    </a:lnTo>
                    <a:cubicBezTo>
                      <a:pt x="141" y="724"/>
                      <a:pt x="128" y="737"/>
                      <a:pt x="128" y="751"/>
                    </a:cubicBezTo>
                    <a:lnTo>
                      <a:pt x="128" y="851"/>
                    </a:lnTo>
                    <a:cubicBezTo>
                      <a:pt x="128" y="868"/>
                      <a:pt x="143" y="879"/>
                      <a:pt x="160" y="879"/>
                    </a:cubicBezTo>
                    <a:lnTo>
                      <a:pt x="248" y="879"/>
                    </a:lnTo>
                    <a:close/>
                    <a:moveTo>
                      <a:pt x="153" y="394"/>
                    </a:moveTo>
                    <a:cubicBezTo>
                      <a:pt x="153" y="389"/>
                      <a:pt x="154" y="387"/>
                      <a:pt x="160" y="387"/>
                    </a:cubicBezTo>
                    <a:lnTo>
                      <a:pt x="248" y="387"/>
                    </a:lnTo>
                    <a:cubicBezTo>
                      <a:pt x="253" y="387"/>
                      <a:pt x="255" y="389"/>
                      <a:pt x="255" y="394"/>
                    </a:cubicBezTo>
                    <a:cubicBezTo>
                      <a:pt x="255" y="401"/>
                      <a:pt x="213" y="429"/>
                      <a:pt x="208" y="429"/>
                    </a:cubicBezTo>
                    <a:cubicBezTo>
                      <a:pt x="203" y="429"/>
                      <a:pt x="190" y="409"/>
                      <a:pt x="175" y="409"/>
                    </a:cubicBezTo>
                    <a:cubicBezTo>
                      <a:pt x="168" y="409"/>
                      <a:pt x="158" y="417"/>
                      <a:pt x="158" y="424"/>
                    </a:cubicBezTo>
                    <a:lnTo>
                      <a:pt x="158" y="427"/>
                    </a:lnTo>
                    <a:cubicBezTo>
                      <a:pt x="158" y="437"/>
                      <a:pt x="192" y="470"/>
                      <a:pt x="200" y="474"/>
                    </a:cubicBezTo>
                    <a:lnTo>
                      <a:pt x="255" y="434"/>
                    </a:lnTo>
                    <a:lnTo>
                      <a:pt x="255" y="492"/>
                    </a:lnTo>
                    <a:lnTo>
                      <a:pt x="153" y="492"/>
                    </a:lnTo>
                    <a:lnTo>
                      <a:pt x="153" y="394"/>
                    </a:lnTo>
                    <a:close/>
                    <a:moveTo>
                      <a:pt x="278" y="382"/>
                    </a:moveTo>
                    <a:cubicBezTo>
                      <a:pt x="275" y="369"/>
                      <a:pt x="264" y="362"/>
                      <a:pt x="248" y="362"/>
                    </a:cubicBezTo>
                    <a:lnTo>
                      <a:pt x="160" y="362"/>
                    </a:lnTo>
                    <a:cubicBezTo>
                      <a:pt x="143" y="362"/>
                      <a:pt x="128" y="373"/>
                      <a:pt x="128" y="390"/>
                    </a:cubicBezTo>
                    <a:lnTo>
                      <a:pt x="128" y="489"/>
                    </a:lnTo>
                    <a:cubicBezTo>
                      <a:pt x="128" y="504"/>
                      <a:pt x="141" y="517"/>
                      <a:pt x="155" y="517"/>
                    </a:cubicBezTo>
                    <a:lnTo>
                      <a:pt x="253" y="517"/>
                    </a:lnTo>
                    <a:cubicBezTo>
                      <a:pt x="292" y="517"/>
                      <a:pt x="280" y="455"/>
                      <a:pt x="279" y="416"/>
                    </a:cubicBezTo>
                    <a:lnTo>
                      <a:pt x="343" y="362"/>
                    </a:lnTo>
                    <a:cubicBezTo>
                      <a:pt x="343" y="362"/>
                      <a:pt x="338" y="360"/>
                      <a:pt x="338" y="360"/>
                    </a:cubicBezTo>
                    <a:cubicBezTo>
                      <a:pt x="313" y="360"/>
                      <a:pt x="293" y="381"/>
                      <a:pt x="278" y="382"/>
                    </a:cubicBezTo>
                    <a:close/>
                    <a:moveTo>
                      <a:pt x="153" y="569"/>
                    </a:moveTo>
                    <a:lnTo>
                      <a:pt x="255" y="569"/>
                    </a:lnTo>
                    <a:lnTo>
                      <a:pt x="255" y="582"/>
                    </a:lnTo>
                    <a:lnTo>
                      <a:pt x="208" y="612"/>
                    </a:lnTo>
                    <a:lnTo>
                      <a:pt x="176" y="588"/>
                    </a:lnTo>
                    <a:cubicBezTo>
                      <a:pt x="168" y="593"/>
                      <a:pt x="158" y="595"/>
                      <a:pt x="158" y="607"/>
                    </a:cubicBezTo>
                    <a:cubicBezTo>
                      <a:pt x="158" y="614"/>
                      <a:pt x="193" y="654"/>
                      <a:pt x="200" y="654"/>
                    </a:cubicBezTo>
                    <a:cubicBezTo>
                      <a:pt x="212" y="654"/>
                      <a:pt x="242" y="620"/>
                      <a:pt x="255" y="617"/>
                    </a:cubicBezTo>
                    <a:lnTo>
                      <a:pt x="255" y="672"/>
                    </a:lnTo>
                    <a:lnTo>
                      <a:pt x="153" y="672"/>
                    </a:lnTo>
                    <a:lnTo>
                      <a:pt x="153" y="569"/>
                    </a:lnTo>
                    <a:close/>
                    <a:moveTo>
                      <a:pt x="280" y="563"/>
                    </a:moveTo>
                    <a:cubicBezTo>
                      <a:pt x="275" y="555"/>
                      <a:pt x="269" y="544"/>
                      <a:pt x="255" y="544"/>
                    </a:cubicBezTo>
                    <a:lnTo>
                      <a:pt x="153" y="544"/>
                    </a:lnTo>
                    <a:cubicBezTo>
                      <a:pt x="140" y="544"/>
                      <a:pt x="128" y="557"/>
                      <a:pt x="128" y="569"/>
                    </a:cubicBezTo>
                    <a:lnTo>
                      <a:pt x="128" y="672"/>
                    </a:lnTo>
                    <a:cubicBezTo>
                      <a:pt x="128" y="684"/>
                      <a:pt x="140" y="696"/>
                      <a:pt x="153" y="696"/>
                    </a:cubicBezTo>
                    <a:lnTo>
                      <a:pt x="255" y="696"/>
                    </a:lnTo>
                    <a:cubicBezTo>
                      <a:pt x="291" y="696"/>
                      <a:pt x="280" y="632"/>
                      <a:pt x="279" y="596"/>
                    </a:cubicBezTo>
                    <a:lnTo>
                      <a:pt x="343" y="542"/>
                    </a:lnTo>
                    <a:lnTo>
                      <a:pt x="334" y="538"/>
                    </a:lnTo>
                    <a:lnTo>
                      <a:pt x="280" y="563"/>
                    </a:lnTo>
                    <a:close/>
                    <a:moveTo>
                      <a:pt x="370" y="829"/>
                    </a:moveTo>
                    <a:cubicBezTo>
                      <a:pt x="370" y="834"/>
                      <a:pt x="372" y="836"/>
                      <a:pt x="378" y="836"/>
                    </a:cubicBezTo>
                    <a:lnTo>
                      <a:pt x="573" y="836"/>
                    </a:lnTo>
                    <a:cubicBezTo>
                      <a:pt x="579" y="836"/>
                      <a:pt x="580" y="834"/>
                      <a:pt x="580" y="829"/>
                    </a:cubicBezTo>
                    <a:lnTo>
                      <a:pt x="580" y="774"/>
                    </a:lnTo>
                    <a:cubicBezTo>
                      <a:pt x="580" y="768"/>
                      <a:pt x="579" y="766"/>
                      <a:pt x="573" y="766"/>
                    </a:cubicBezTo>
                    <a:lnTo>
                      <a:pt x="370" y="766"/>
                    </a:lnTo>
                    <a:lnTo>
                      <a:pt x="370" y="829"/>
                    </a:lnTo>
                    <a:close/>
                    <a:moveTo>
                      <a:pt x="370" y="654"/>
                    </a:moveTo>
                    <a:lnTo>
                      <a:pt x="580" y="654"/>
                    </a:lnTo>
                    <a:lnTo>
                      <a:pt x="580" y="587"/>
                    </a:lnTo>
                    <a:lnTo>
                      <a:pt x="370" y="587"/>
                    </a:lnTo>
                    <a:lnTo>
                      <a:pt x="370" y="654"/>
                    </a:lnTo>
                    <a:close/>
                    <a:moveTo>
                      <a:pt x="370" y="474"/>
                    </a:moveTo>
                    <a:lnTo>
                      <a:pt x="523" y="474"/>
                    </a:lnTo>
                    <a:lnTo>
                      <a:pt x="523" y="407"/>
                    </a:lnTo>
                    <a:lnTo>
                      <a:pt x="370" y="407"/>
                    </a:lnTo>
                    <a:lnTo>
                      <a:pt x="370" y="4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71" tIns="34285" rIns="68571" bIns="34285" numCol="1" anchor="t" anchorCtr="0" compatLnSpc="1"/>
              <a:lstStyle/>
              <a:p>
                <a:pPr>
                  <a:defRPr/>
                </a:pPr>
                <a:endParaRPr lang="zh-CN" altLang="en-US" sz="1600" b="1" kern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Freeform 8"/>
            <p:cNvSpPr/>
            <p:nvPr/>
          </p:nvSpPr>
          <p:spPr bwMode="auto">
            <a:xfrm>
              <a:off x="1526718" y="5627295"/>
              <a:ext cx="581246" cy="55248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Freeform 14"/>
            <p:cNvSpPr>
              <a:spLocks noEditPoints="1"/>
            </p:cNvSpPr>
            <p:nvPr/>
          </p:nvSpPr>
          <p:spPr bwMode="auto">
            <a:xfrm>
              <a:off x="1680113" y="5720010"/>
              <a:ext cx="272953" cy="336569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PA-组合 3"/>
          <p:cNvGrpSpPr/>
          <p:nvPr>
            <p:custDataLst>
              <p:tags r:id="rId2"/>
            </p:custDataLst>
          </p:nvPr>
        </p:nvGrpSpPr>
        <p:grpSpPr>
          <a:xfrm>
            <a:off x="6096000" y="1482090"/>
            <a:ext cx="5769610" cy="4018280"/>
            <a:chOff x="4573363" y="1302784"/>
            <a:chExt cx="3035537" cy="2800420"/>
          </a:xfrm>
        </p:grpSpPr>
        <p:sp>
          <p:nvSpPr>
            <p:cNvPr id="46" name="PA-文本框 39"/>
            <p:cNvSpPr txBox="1"/>
            <p:nvPr>
              <p:custDataLst>
                <p:tags r:id="rId3"/>
              </p:custDataLst>
            </p:nvPr>
          </p:nvSpPr>
          <p:spPr>
            <a:xfrm>
              <a:off x="4617067" y="3775543"/>
              <a:ext cx="2141065" cy="208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îṧľïdè"/>
            <p:cNvSpPr/>
            <p:nvPr>
              <p:custDataLst>
                <p:tags r:id="rId4"/>
              </p:custDataLst>
            </p:nvPr>
          </p:nvSpPr>
          <p:spPr>
            <a:xfrm>
              <a:off x="4573719" y="1740022"/>
              <a:ext cx="3035181" cy="235424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PA-iṥliďè"/>
            <p:cNvSpPr/>
            <p:nvPr>
              <p:custDataLst>
                <p:tags r:id="rId5"/>
              </p:custDataLst>
            </p:nvPr>
          </p:nvSpPr>
          <p:spPr>
            <a:xfrm>
              <a:off x="4573363" y="1740018"/>
              <a:ext cx="3035183" cy="2363186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PA-i$ľïḓe"/>
            <p:cNvSpPr/>
            <p:nvPr>
              <p:custDataLst>
                <p:tags r:id="rId7"/>
              </p:custDataLst>
            </p:nvPr>
          </p:nvSpPr>
          <p:spPr>
            <a:xfrm>
              <a:off x="4573717" y="1302784"/>
              <a:ext cx="3035181" cy="437239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PA-文本框 49"/>
            <p:cNvSpPr txBox="1"/>
            <p:nvPr>
              <p:custDataLst>
                <p:tags r:id="rId8"/>
              </p:custDataLst>
            </p:nvPr>
          </p:nvSpPr>
          <p:spPr>
            <a:xfrm>
              <a:off x="5549218" y="1348970"/>
              <a:ext cx="1876160" cy="363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商品管理系统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PA-组合 4"/>
          <p:cNvGrpSpPr/>
          <p:nvPr>
            <p:custDataLst>
              <p:tags r:id="rId9"/>
            </p:custDataLst>
          </p:nvPr>
        </p:nvGrpSpPr>
        <p:grpSpPr>
          <a:xfrm>
            <a:off x="333150" y="1471930"/>
            <a:ext cx="5425030" cy="4117340"/>
            <a:chOff x="8506679" y="1302784"/>
            <a:chExt cx="3081714" cy="2770654"/>
          </a:xfrm>
        </p:grpSpPr>
        <p:sp>
          <p:nvSpPr>
            <p:cNvPr id="70" name="PA-iśḻiḍé"/>
            <p:cNvSpPr/>
            <p:nvPr>
              <p:custDataLst>
                <p:tags r:id="rId10"/>
              </p:custDataLst>
            </p:nvPr>
          </p:nvSpPr>
          <p:spPr>
            <a:xfrm>
              <a:off x="8553212" y="1740022"/>
              <a:ext cx="3035181" cy="2333416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PA-iṥ1ïdé"/>
            <p:cNvSpPr/>
            <p:nvPr>
              <p:custDataLst>
                <p:tags r:id="rId11"/>
              </p:custDataLst>
            </p:nvPr>
          </p:nvSpPr>
          <p:spPr>
            <a:xfrm>
              <a:off x="8507040" y="1744191"/>
              <a:ext cx="3081225" cy="2260023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PA-iṡḷiďè"/>
            <p:cNvSpPr/>
            <p:nvPr>
              <p:custDataLst>
                <p:tags r:id="rId13"/>
              </p:custDataLst>
            </p:nvPr>
          </p:nvSpPr>
          <p:spPr>
            <a:xfrm>
              <a:off x="8506679" y="1302784"/>
              <a:ext cx="3081586" cy="437134"/>
            </a:xfrm>
            <a:prstGeom prst="roundRect">
              <a:avLst>
                <a:gd name="adj" fmla="val 9900"/>
              </a:avLst>
            </a:prstGeom>
            <a:gradFill>
              <a:gsLst>
                <a:gs pos="0">
                  <a:schemeClr val="accent1"/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PA-文本框 51"/>
            <p:cNvSpPr txBox="1"/>
            <p:nvPr>
              <p:custDataLst>
                <p:tags r:id="rId14"/>
              </p:custDataLst>
            </p:nvPr>
          </p:nvSpPr>
          <p:spPr>
            <a:xfrm>
              <a:off x="9434074" y="1348933"/>
              <a:ext cx="1542055" cy="351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企业门户网站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88870" y="4764405"/>
            <a:ext cx="8432165" cy="1196975"/>
            <a:chOff x="3762" y="7503"/>
            <a:chExt cx="13279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69" y="8015"/>
              <a:ext cx="1297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商品管理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系统开发中涉及的交互有哪些？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4467" y="8395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3985" y="9306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4291" y="8484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4479" y="8509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4134" y="8562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4148" y="8558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4146" y="8647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4136" y="8609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4221" y="8883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4281" y="930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4088" y="8883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4148" y="9302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4038" y="8881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4059" y="8929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4127" y="8941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4204" y="8941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4241" y="8929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4283" y="8917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4325" y="8896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4059" y="8608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4114" y="8616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4210" y="8601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4211" y="881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4217" y="884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4224" y="8880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3871" y="8130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4000" y="8522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4113" y="8494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4125" y="8490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4141" y="8480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4255" y="8441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4269" y="8436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4283" y="8438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4229" y="8366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4254" y="8371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4084" y="8407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4110" y="8414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4069" y="8358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4194" y="8309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4172" y="8497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3776" y="8045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3927" y="8350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3865" y="8444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3966" y="8478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3762" y="8223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3832" y="7823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4787" y="9161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5005" y="7503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4743" y="757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4743" y="757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4748" y="757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4748" y="757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4750" y="8236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4755" y="8236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4696" y="7904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4704" y="7900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4687" y="8548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4693" y="8541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5005" y="782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5005" y="782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5005" y="780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5005" y="780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5005" y="780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5005" y="780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5005" y="8120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5005" y="8441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5005" y="8773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91285" y="1266190"/>
            <a:ext cx="9610090" cy="2889250"/>
            <a:chOff x="2191" y="1964"/>
            <a:chExt cx="15134" cy="45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191" y="1964"/>
              <a:ext cx="15134" cy="4551"/>
            </a:xfrm>
            <a:prstGeom prst="rect">
              <a:avLst/>
            </a:prstGeom>
            <a:ln w="88900" cap="sq" cmpd="thickThin">
              <a:solidFill>
                <a:srgbClr val="5585C6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2" name="矩形 1"/>
            <p:cNvSpPr/>
            <p:nvPr/>
          </p:nvSpPr>
          <p:spPr>
            <a:xfrm>
              <a:off x="8382" y="3975"/>
              <a:ext cx="2450" cy="1002"/>
            </a:xfrm>
            <a:prstGeom prst="rect">
              <a:avLst/>
            </a:prstGeom>
            <a:solidFill>
              <a:srgbClr val="5585C6"/>
            </a:solidFill>
            <a:ln>
              <a:solidFill>
                <a:srgbClr val="5585C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Express</a:t>
              </a:r>
              <a:r>
                <a:rPr lang="zh-CN" altLang="en-US" sz="2400" b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框架搭建的服务器</a:t>
              </a:r>
              <a:endPara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</p:grpSp>
    </p:spTree>
    <p:custDataLst>
      <p:tags r:id="rId7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项目准备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33450" y="125476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11885" y="141986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722755" y="1204595"/>
            <a:ext cx="1002728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基于Express框架和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数据库实现一个商品管理系统，以维护DuDa企业门户网站中的商品信息。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755" y="2198370"/>
            <a:ext cx="9253220" cy="418655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4" name="矩形 23"/>
          <p:cNvSpPr/>
          <p:nvPr>
            <p:custDataLst>
              <p:tags r:id="rId7"/>
            </p:custDataLst>
          </p:nvPr>
        </p:nvSpPr>
        <p:spPr>
          <a:xfrm>
            <a:off x="1771015" y="3247390"/>
            <a:ext cx="1550670" cy="3136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5225415" y="3837305"/>
            <a:ext cx="1906905" cy="25476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4" grpId="1" animBg="1"/>
      <p:bldP spid="10" grpId="0" bldLvl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33450" y="111760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11885" y="128270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581150" y="1224915"/>
            <a:ext cx="1002728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管理员登录、</a:t>
            </a:r>
            <a:r>
              <a:rPr 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商品添加、修改、删除、查询等</a:t>
            </a:r>
            <a:r>
              <a:rPr 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功能。</a:t>
            </a:r>
            <a:endParaRPr lang="zh-CN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30" y="2183765"/>
            <a:ext cx="4311015" cy="38360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4" name="圆角矩形 8"/>
          <p:cNvSpPr/>
          <p:nvPr>
            <p:custDataLst>
              <p:tags r:id="rId7"/>
            </p:custDataLst>
          </p:nvPr>
        </p:nvSpPr>
        <p:spPr>
          <a:xfrm>
            <a:off x="1885315" y="6179185"/>
            <a:ext cx="1600835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管理员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登录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2" name="图片 1" descr="C:/Users/TXY/Desktop/图片4.png图片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5760" y="2183765"/>
            <a:ext cx="5711190" cy="38360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9" name="图片 2" descr="C:/Users/TXY/Desktop/图片5.png图片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8660" y="2183765"/>
            <a:ext cx="6014720" cy="3835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3" name="图片 181" descr="C:/Users/TXY/Desktop/图片7.png图片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9380" y="2183130"/>
            <a:ext cx="4973320" cy="38366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5" name="圆角矩形 8"/>
          <p:cNvSpPr/>
          <p:nvPr>
            <p:custDataLst>
              <p:tags r:id="rId11"/>
            </p:custDataLst>
          </p:nvPr>
        </p:nvSpPr>
        <p:spPr>
          <a:xfrm>
            <a:off x="4415155" y="6179185"/>
            <a:ext cx="145923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商品列表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圆角矩形 8"/>
          <p:cNvSpPr/>
          <p:nvPr>
            <p:custDataLst>
              <p:tags r:id="rId12"/>
            </p:custDataLst>
          </p:nvPr>
        </p:nvSpPr>
        <p:spPr>
          <a:xfrm>
            <a:off x="6342380" y="6179185"/>
            <a:ext cx="1452245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商品添加页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圆角矩形 8"/>
          <p:cNvSpPr/>
          <p:nvPr>
            <p:custDataLst>
              <p:tags r:id="rId13"/>
            </p:custDataLst>
          </p:nvPr>
        </p:nvSpPr>
        <p:spPr>
          <a:xfrm>
            <a:off x="8255635" y="6179185"/>
            <a:ext cx="142748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商品修改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3090545" y="359981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创建项目文件夹</a:t>
            </a:r>
            <a:endParaRPr lang="zh-CN"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2218055" y="367665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3090545" y="543115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改写端口、启动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2218055" y="554926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3090545" y="268414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项目路由规划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8"/>
            </p:custDataLst>
          </p:nvPr>
        </p:nvSpPr>
        <p:spPr>
          <a:xfrm>
            <a:off x="2218055" y="279527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3090545" y="451548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ejs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0"/>
            </p:custDataLst>
          </p:nvPr>
        </p:nvSpPr>
        <p:spPr>
          <a:xfrm>
            <a:off x="2218055" y="186944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755775" y="134239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683385" y="192786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691005" y="289496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697990" y="398462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5"/>
            </p:custDataLst>
          </p:nvPr>
        </p:nvSpPr>
        <p:spPr>
          <a:xfrm>
            <a:off x="1683385" y="489712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6"/>
            </p:custDataLst>
          </p:nvPr>
        </p:nvSpPr>
        <p:spPr>
          <a:xfrm>
            <a:off x="1478915" y="1042035"/>
            <a:ext cx="553720" cy="553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7"/>
            </p:custDataLst>
          </p:nvPr>
        </p:nvSpPr>
        <p:spPr bwMode="auto">
          <a:xfrm>
            <a:off x="1617303" y="119691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íś1îḍé"/>
          <p:cNvSpPr/>
          <p:nvPr>
            <p:custDataLst>
              <p:tags r:id="rId18"/>
            </p:custDataLst>
          </p:nvPr>
        </p:nvSpPr>
        <p:spPr>
          <a:xfrm>
            <a:off x="1683625" y="572984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9"/>
            </p:custDataLst>
          </p:nvPr>
        </p:nvSpPr>
        <p:spPr>
          <a:xfrm>
            <a:off x="3090545" y="176847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项目数据</a:t>
            </a: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0"/>
            </p:custDataLst>
          </p:nvPr>
        </p:nvSpPr>
        <p:spPr>
          <a:xfrm>
            <a:off x="2218055" y="462534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0" name="图片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33845" y="324485"/>
            <a:ext cx="2533015" cy="620966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0" name="矩形 9"/>
          <p:cNvSpPr/>
          <p:nvPr>
            <p:custDataLst>
              <p:tags r:id="rId22"/>
            </p:custDataLst>
          </p:nvPr>
        </p:nvSpPr>
        <p:spPr>
          <a:xfrm>
            <a:off x="6859270" y="3168015"/>
            <a:ext cx="2254250" cy="19519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23"/>
            </p:custDataLst>
          </p:nvPr>
        </p:nvSpPr>
        <p:spPr>
          <a:xfrm>
            <a:off x="6986270" y="2479040"/>
            <a:ext cx="1727200" cy="2305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bldLvl="0" animBg="1"/>
      <p:bldP spid="3" grpId="1"/>
      <p:bldP spid="38" grpId="1" animBg="1"/>
      <p:bldP spid="33" grpId="0"/>
      <p:bldP spid="34" grpId="0" bldLvl="0" animBg="1"/>
      <p:bldP spid="33" grpId="1"/>
      <p:bldP spid="34" grpId="1" animBg="1"/>
      <p:bldP spid="28" grpId="0"/>
      <p:bldP spid="30" grpId="0" bldLvl="0" animBg="1"/>
      <p:bldP spid="28" grpId="1"/>
      <p:bldP spid="30" grpId="1" animBg="1"/>
      <p:bldP spid="37" grpId="0"/>
      <p:bldP spid="4" grpId="0" bldLvl="0" animBg="1"/>
      <p:bldP spid="37" grpId="1"/>
      <p:bldP spid="4" grpId="1" animBg="1"/>
      <p:bldP spid="46" grpId="0"/>
      <p:bldP spid="47" grpId="0" bldLvl="0" animBg="1"/>
      <p:bldP spid="46" grpId="1"/>
      <p:bldP spid="47" grpId="1" animBg="1"/>
      <p:bldP spid="10" grpId="0" bldLvl="0" animBg="1"/>
      <p:bldP spid="10" grpId="1" animBg="1"/>
      <p:bldP spid="2" grpId="0" bldLvl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5"/>
            </p:custDataLst>
          </p:nvPr>
        </p:nvGraphicFramePr>
        <p:xfrm>
          <a:off x="410845" y="2524125"/>
          <a:ext cx="3856990" cy="2771775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059305"/>
                <a:gridCol w="1797685"/>
              </a:tblGrid>
              <a:tr h="554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表名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表功能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</a:tr>
              <a:tr h="55435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/>
                        <a:t>admin</a:t>
                      </a:r>
                      <a:endParaRPr 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/>
                        <a:t>管理员账号表</a:t>
                      </a:r>
                      <a:endParaRPr lang="en-US" sz="1800"/>
                    </a:p>
                  </a:txBody>
                  <a:tcPr marL="68580" marR="68580" marT="0" marB="0" vert="horz" anchor="ctr" anchorCtr="0"/>
                </a:tc>
              </a:tr>
              <a:tr h="554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product_category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商品类别表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4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543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553585" y="2609215"/>
            <a:ext cx="7115810" cy="2588895"/>
            <a:chOff x="7171" y="4109"/>
            <a:chExt cx="11206" cy="4077"/>
          </a:xfrm>
        </p:grpSpPr>
        <p:sp>
          <p:nvSpPr>
            <p:cNvPr id="22" name="圆角矩形 21"/>
            <p:cNvSpPr/>
            <p:nvPr>
              <p:custDataLst>
                <p:tags r:id="rId6"/>
              </p:custDataLst>
            </p:nvPr>
          </p:nvSpPr>
          <p:spPr>
            <a:xfrm>
              <a:off x="11011" y="4109"/>
              <a:ext cx="3800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admin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</a:t>
              </a:r>
              <a:endPara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275" name="图片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71" y="4822"/>
              <a:ext cx="11207" cy="3364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</p:pic>
      </p:grpSp>
      <p:sp>
        <p:nvSpPr>
          <p:cNvPr id="12" name="文本框 11"/>
          <p:cNvSpPr txBox="1"/>
          <p:nvPr/>
        </p:nvSpPr>
        <p:spPr>
          <a:xfrm>
            <a:off x="967105" y="1746885"/>
            <a:ext cx="1056132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，管理员账号表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商品类别表product_category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3145" y="5301615"/>
            <a:ext cx="9366885" cy="88201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5992495" y="5414645"/>
            <a:ext cx="5449570" cy="3486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ldLvl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71475" y="1710690"/>
            <a:ext cx="9093200" cy="3042920"/>
            <a:chOff x="585" y="2694"/>
            <a:chExt cx="14320" cy="4792"/>
          </a:xfrm>
        </p:grpSpPr>
        <p:sp>
          <p:nvSpPr>
            <p:cNvPr id="39" name="圆角矩形 8"/>
            <p:cNvSpPr/>
            <p:nvPr>
              <p:custDataLst>
                <p:tags r:id="rId1"/>
              </p:custDataLst>
            </p:nvPr>
          </p:nvSpPr>
          <p:spPr>
            <a:xfrm>
              <a:off x="3560" y="6719"/>
              <a:ext cx="10275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product_category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表：</a:t>
              </a: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cat_id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为主码、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自增</a:t>
              </a:r>
              <a:endPara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276" name="图片 3"/>
            <p:cNvPicPr>
              <a:picLocks noChangeAspect="1"/>
            </p:cNvPicPr>
            <p:nvPr/>
          </p:nvPicPr>
          <p:blipFill>
            <a:blip r:embed="rId2"/>
            <a:srcRect b="3229"/>
            <a:stretch>
              <a:fillRect/>
            </a:stretch>
          </p:blipFill>
          <p:spPr>
            <a:xfrm>
              <a:off x="585" y="2694"/>
              <a:ext cx="14320" cy="388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699" y="3590"/>
              <a:ext cx="13924" cy="56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Freeform 10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5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040255" y="2601595"/>
            <a:ext cx="9478010" cy="3474085"/>
            <a:chOff x="3065" y="3518"/>
            <a:chExt cx="14926" cy="5471"/>
          </a:xfrm>
        </p:grpSpPr>
        <p:grpSp>
          <p:nvGrpSpPr>
            <p:cNvPr id="16" name="组合 15"/>
            <p:cNvGrpSpPr/>
            <p:nvPr/>
          </p:nvGrpSpPr>
          <p:grpSpPr>
            <a:xfrm>
              <a:off x="3065" y="3518"/>
              <a:ext cx="14926" cy="5471"/>
              <a:chOff x="3241" y="4047"/>
              <a:chExt cx="14926" cy="5471"/>
            </a:xfrm>
          </p:grpSpPr>
          <p:pic>
            <p:nvPicPr>
              <p:cNvPr id="17" name="图片 1"/>
              <p:cNvPicPr>
                <a:picLocks noChangeAspect="1"/>
              </p:cNvPicPr>
              <p:nvPr/>
            </p:nvPicPr>
            <p:blipFill>
              <a:blip r:embed="rId8"/>
              <a:srcRect l="422" b="1017"/>
              <a:stretch>
                <a:fillRect/>
              </a:stretch>
            </p:blipFill>
            <p:spPr>
              <a:xfrm>
                <a:off x="3241" y="4047"/>
                <a:ext cx="14926" cy="45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</p:pic>
          <p:sp>
            <p:nvSpPr>
              <p:cNvPr id="18" name="圆角矩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6267" y="8751"/>
                <a:ext cx="10141" cy="767"/>
              </a:xfrm>
              <a:prstGeom prst="roundRect">
                <a:avLst>
                  <a:gd name="adj" fmla="val 14029"/>
                </a:avLst>
              </a:prstGeom>
              <a:solidFill>
                <a:schemeClr val="dk1">
                  <a:lumMod val="75000"/>
                  <a:lumOff val="25000"/>
                </a:schemeClr>
              </a:solidFill>
              <a:ln w="57150" cap="rnd" cmpd="sng" algn="ctr">
                <a:noFill/>
                <a:prstDash val="solid"/>
                <a:round/>
              </a:ln>
              <a:effectLst>
                <a:outerShdw blurRad="50800" dist="50800" dir="5400000" algn="ctr" rotWithShape="0">
                  <a:srgbClr val="1673B4">
                    <a:alpha val="20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product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表：</a:t>
                </a: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id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为主码、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自增，</a:t>
                </a: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cat_id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为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外码</a:t>
                </a:r>
                <a:endPara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241" y="4866"/>
                <a:ext cx="14740" cy="53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/>
            <p:cNvSpPr/>
            <p:nvPr>
              <p:custDataLst>
                <p:tags r:id="rId11"/>
              </p:custDataLst>
            </p:nvPr>
          </p:nvSpPr>
          <p:spPr>
            <a:xfrm>
              <a:off x="3065" y="5171"/>
              <a:ext cx="14740" cy="378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7105" y="1918970"/>
            <a:ext cx="105613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，管理员账号表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商品类别表product_category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8165" y="2715895"/>
            <a:ext cx="5995035" cy="2263140"/>
            <a:chOff x="878" y="4636"/>
            <a:chExt cx="9441" cy="3564"/>
          </a:xfrm>
        </p:grpSpPr>
        <p:pic>
          <p:nvPicPr>
            <p:cNvPr id="195" name="图片 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78" y="4636"/>
              <a:ext cx="9441" cy="2717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39" name="圆角矩形 8"/>
            <p:cNvSpPr/>
            <p:nvPr>
              <p:custDataLst>
                <p:tags r:id="rId6"/>
              </p:custDataLst>
            </p:nvPr>
          </p:nvSpPr>
          <p:spPr>
            <a:xfrm>
              <a:off x="2173" y="7433"/>
              <a:ext cx="4792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product_category</a:t>
              </a:r>
              <a:endPara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558165" y="2715895"/>
            <a:ext cx="879475" cy="17252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73880" y="3134995"/>
            <a:ext cx="7668260" cy="2713355"/>
            <a:chOff x="4880" y="5270"/>
            <a:chExt cx="12076" cy="4273"/>
          </a:xfrm>
        </p:grpSpPr>
        <p:sp>
          <p:nvSpPr>
            <p:cNvPr id="9" name="圆角矩形 8"/>
            <p:cNvSpPr/>
            <p:nvPr>
              <p:custDataLst>
                <p:tags r:id="rId8"/>
              </p:custDataLst>
            </p:nvPr>
          </p:nvSpPr>
          <p:spPr>
            <a:xfrm>
              <a:off x="9864" y="8777"/>
              <a:ext cx="3800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</a:t>
              </a:r>
              <a:endParaRPr 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6" name="图片 1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4880" y="5270"/>
              <a:ext cx="12076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 bldLvl="0" animBg="1"/>
      <p:bldP spid="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项目路由规划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，统一加前缀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/admin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7"/>
            </p:custDataLst>
          </p:nvPr>
        </p:nvGraphicFramePr>
        <p:xfrm>
          <a:off x="926465" y="1751965"/>
          <a:ext cx="6840220" cy="490728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096135"/>
                <a:gridCol w="1863725"/>
                <a:gridCol w="2880360"/>
              </a:tblGrid>
              <a:tr h="417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</a:rPr>
                        <a:t>页面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路由地址</a:t>
                      </a:r>
                      <a:endParaRPr lang="en-US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</a:rPr>
                        <a:t>页面模板</a:t>
                      </a:r>
                      <a:endParaRPr lang="zh-CN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</a:tr>
              <a:tr h="4959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管理员登录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/login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800"/>
                        <a:t>login.ejs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65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管理员退出登录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/logout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46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后台商品列表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/product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800"/>
                        <a:t>product/index.ejs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59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商品添加页面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/add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800"/>
                        <a:t>product/productadd.ejs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59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商品信息添加提交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/doAdd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59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商品信息修改页面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/edit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product/productedit.ejs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65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商品信息修改提交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/doEdit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4959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商品信息删除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/delete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219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商品信息查询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/admin</a:t>
                      </a:r>
                      <a:r>
                        <a:rPr lang="en-US" sz="1800"/>
                        <a:t>/search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product/index.ejs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pic>
        <p:nvPicPr>
          <p:cNvPr id="90" name="图片 89"/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千库网_科技感地图路线导航规划定_元素编号131705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7035" y="1661795"/>
            <a:ext cx="3940175" cy="39401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圆角矩形 8"/>
          <p:cNvSpPr/>
          <p:nvPr>
            <p:custDataLst>
              <p:tags r:id="rId10"/>
            </p:custDataLst>
          </p:nvPr>
        </p:nvSpPr>
        <p:spPr>
          <a:xfrm>
            <a:off x="8922385" y="5601970"/>
            <a:ext cx="2413000" cy="769620"/>
          </a:xfrm>
          <a:prstGeom prst="roundRect">
            <a:avLst>
              <a:gd name="adj" fmla="val 14029"/>
            </a:avLst>
          </a:prstGeom>
          <a:solidFill>
            <a:srgbClr val="43B65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路由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规划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规范、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效率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00223" y="2393139"/>
            <a:ext cx="2226314" cy="2226314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26410" y="2315845"/>
            <a:ext cx="7824470" cy="764540"/>
            <a:chOff x="4766" y="3647"/>
            <a:chExt cx="12322" cy="1204"/>
          </a:xfrm>
        </p:grpSpPr>
        <p:cxnSp>
          <p:nvCxnSpPr>
            <p:cNvPr id="15" name="直接连接符 115"/>
            <p:cNvCxnSpPr/>
            <p:nvPr>
              <p:custDataLst>
                <p:tags r:id="rId6"/>
              </p:custDataLst>
            </p:nvPr>
          </p:nvCxnSpPr>
          <p:spPr>
            <a:xfrm>
              <a:off x="5759" y="4355"/>
              <a:ext cx="1962" cy="0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4766" y="3859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25"/>
            <p:cNvSpPr/>
            <p:nvPr>
              <p:custDataLst>
                <p:tags r:id="rId8"/>
              </p:custDataLst>
            </p:nvPr>
          </p:nvSpPr>
          <p:spPr bwMode="auto">
            <a:xfrm>
              <a:off x="5100" y="409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9328" y="4250"/>
              <a:ext cx="7084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xpress </a:t>
              </a:r>
              <a:r>
                <a:rPr lang="en-US" altLang="zh-CN" sz="1800" b="1" i="1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-e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800" b="1" i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DuDa_Manage</a:t>
              </a:r>
              <a:endParaRPr lang="en-US" altLang="zh-CN" sz="1800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9328" y="3647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搭建项目环境，指定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模板引擎为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ejs</a:t>
              </a:r>
              <a:endPara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8352" y="3910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26410" y="4010025"/>
            <a:ext cx="8018145" cy="2033905"/>
            <a:chOff x="4766" y="6875"/>
            <a:chExt cx="12627" cy="3203"/>
          </a:xfrm>
        </p:grpSpPr>
        <p:cxnSp>
          <p:nvCxnSpPr>
            <p:cNvPr id="22" name="直接连接符 116"/>
            <p:cNvCxnSpPr/>
            <p:nvPr>
              <p:custDataLst>
                <p:tags r:id="rId10"/>
              </p:custDataLst>
            </p:nvPr>
          </p:nvCxnSpPr>
          <p:spPr>
            <a:xfrm flipV="1">
              <a:off x="5759" y="7496"/>
              <a:ext cx="1962" cy="47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>
              <p:custDataLst>
                <p:tags r:id="rId11"/>
              </p:custDataLst>
            </p:nvPr>
          </p:nvSpPr>
          <p:spPr>
            <a:xfrm>
              <a:off x="4766" y="704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Freeform 50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023" y="734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5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138" y="745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52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269" y="729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TextBox 8"/>
            <p:cNvSpPr txBox="1"/>
            <p:nvPr/>
          </p:nvSpPr>
          <p:spPr>
            <a:xfrm>
              <a:off x="8293" y="7157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TextBox 13"/>
            <p:cNvSpPr txBox="1"/>
            <p:nvPr>
              <p:custDataLst>
                <p:tags r:id="rId15"/>
              </p:custDataLst>
            </p:nvPr>
          </p:nvSpPr>
          <p:spPr>
            <a:xfrm>
              <a:off x="8929" y="7606"/>
              <a:ext cx="8465" cy="24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indent="266700" algn="just"/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cd </a:t>
              </a:r>
              <a:r>
                <a:rPr lang="en-US" altLang="zh-CN" b="1" i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DuDa_Manage</a:t>
              </a:r>
              <a:endParaRPr lang="en-US" altLang="zh-CN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266700" algn="just"/>
              <a:r>
                <a:rPr lang="en-US" altLang="zh-CN" sz="18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install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266700" algn="just"/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 install mysql          // </a:t>
              </a:r>
              <a:r>
                <a:rPr lang="zh-CN" altLang="en-US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MySQL</a:t>
              </a:r>
              <a:r>
                <a:rPr lang="zh-CN" altLang="en-US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数据库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266700" algn="just"/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npn install multiparty   // </a:t>
              </a:r>
              <a:r>
                <a:rPr lang="zh-CN" altLang="en-US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处理上传图片</a:t>
              </a:r>
              <a:endParaRPr lang="zh-CN" altLang="en-US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266700" algn="just"/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 install md5-node  // </a:t>
              </a:r>
              <a:r>
                <a:rPr lang="zh-CN" altLang="en-US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用户密码加密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266700" algn="just"/>
              <a:endParaRPr lang="zh-CN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14"/>
            <p:cNvSpPr txBox="1"/>
            <p:nvPr/>
          </p:nvSpPr>
          <p:spPr>
            <a:xfrm>
              <a:off x="9282" y="6875"/>
              <a:ext cx="7084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切换目录，并安装依赖包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创建项目文件夹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170" y="200660"/>
            <a:ext cx="2653030" cy="65017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8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83298" y="2339340"/>
            <a:ext cx="6814502" cy="715010"/>
            <a:chOff x="1549" y="4044"/>
            <a:chExt cx="10731" cy="1126"/>
          </a:xfrm>
        </p:grpSpPr>
        <p:sp>
          <p:nvSpPr>
            <p:cNvPr id="18" name="TextBox 13"/>
            <p:cNvSpPr txBox="1"/>
            <p:nvPr/>
          </p:nvSpPr>
          <p:spPr>
            <a:xfrm>
              <a:off x="2525" y="4647"/>
              <a:ext cx="9755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图片、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CSS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样式、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文件等静态资源直接放入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public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文件夹。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2525" y="4044"/>
              <a:ext cx="8779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静态资源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1549" y="4307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83615" y="3643630"/>
            <a:ext cx="6007100" cy="1138555"/>
            <a:chOff x="1529" y="6684"/>
            <a:chExt cx="9460" cy="1793"/>
          </a:xfrm>
        </p:grpSpPr>
        <p:sp>
          <p:nvSpPr>
            <p:cNvPr id="21" name="TextBox 8"/>
            <p:cNvSpPr txBox="1"/>
            <p:nvPr/>
          </p:nvSpPr>
          <p:spPr>
            <a:xfrm>
              <a:off x="1529" y="6874"/>
              <a:ext cx="654" cy="77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TextBox 13"/>
            <p:cNvSpPr txBox="1"/>
            <p:nvPr/>
          </p:nvSpPr>
          <p:spPr>
            <a:xfrm>
              <a:off x="2525" y="7287"/>
              <a:ext cx="8465" cy="1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just">
                <a:lnSpc>
                  <a:spcPct val="120000"/>
                </a:lnSpc>
              </a:pPr>
              <a:r>
                <a:rPr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将html文件另存为ejs文件，放入views文件夹</a:t>
              </a:r>
              <a:r>
                <a:rPr 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，提取页面公共代码，存入header.ejs和left.ejs文件中。</a:t>
              </a:r>
              <a:endParaRPr 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2525" y="6684"/>
              <a:ext cx="846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页面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8417560" y="961390"/>
            <a:ext cx="1738630" cy="12255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8649970" y="3429000"/>
            <a:ext cx="2021205" cy="22618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67105" y="5078095"/>
            <a:ext cx="6007735" cy="1138555"/>
            <a:chOff x="1529" y="6684"/>
            <a:chExt cx="9461" cy="1793"/>
          </a:xfrm>
        </p:grpSpPr>
        <p:sp>
          <p:nvSpPr>
            <p:cNvPr id="10" name="TextBox 8"/>
            <p:cNvSpPr txBox="1"/>
            <p:nvPr/>
          </p:nvSpPr>
          <p:spPr>
            <a:xfrm>
              <a:off x="1529" y="6874"/>
              <a:ext cx="654" cy="77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13"/>
            <p:cNvSpPr txBox="1"/>
            <p:nvPr/>
          </p:nvSpPr>
          <p:spPr>
            <a:xfrm>
              <a:off x="2525" y="7287"/>
              <a:ext cx="8465" cy="1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just">
                <a:lnSpc>
                  <a:spcPct val="120000"/>
                </a:lnSpc>
              </a:pPr>
              <a:r>
                <a:rPr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在Express框架中，页面的静态资源路径从“/”开始。</a:t>
              </a:r>
              <a:endPara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just">
                <a:lnSpc>
                  <a:spcPct val="120000"/>
                </a:lnSpc>
              </a:pP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TextBox 14"/>
            <p:cNvSpPr txBox="1"/>
            <p:nvPr/>
          </p:nvSpPr>
          <p:spPr>
            <a:xfrm>
              <a:off x="2525" y="6684"/>
              <a:ext cx="846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静态资源路径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4" grpId="1" animBg="1"/>
      <p:bldP spid="5" grpId="0" bldLvl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3"/>
            </p:custDataLst>
          </p:nvPr>
        </p:nvSpPr>
        <p:spPr>
          <a:xfrm>
            <a:off x="1148715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公共模板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6855" y="100965"/>
            <a:ext cx="2653030" cy="65017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9685655" y="3305810"/>
            <a:ext cx="2021205" cy="8128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745355" y="2518410"/>
            <a:ext cx="4199890" cy="3161030"/>
            <a:chOff x="7334" y="3169"/>
            <a:chExt cx="6614" cy="4978"/>
          </a:xfrm>
        </p:grpSpPr>
        <p:sp>
          <p:nvSpPr>
            <p:cNvPr id="34" name="文本框 33"/>
            <p:cNvSpPr txBox="1"/>
            <p:nvPr/>
          </p:nvSpPr>
          <p:spPr>
            <a:xfrm>
              <a:off x="8395" y="3169"/>
              <a:ext cx="5439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views/include/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left.ejs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34" y="3797"/>
              <a:ext cx="6614" cy="4350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</p:grpSp>
      <p:grpSp>
        <p:nvGrpSpPr>
          <p:cNvPr id="12" name="组合 11"/>
          <p:cNvGrpSpPr/>
          <p:nvPr/>
        </p:nvGrpSpPr>
        <p:grpSpPr>
          <a:xfrm>
            <a:off x="182880" y="1755775"/>
            <a:ext cx="4380230" cy="5033010"/>
            <a:chOff x="288" y="2765"/>
            <a:chExt cx="6898" cy="7926"/>
          </a:xfrm>
        </p:grpSpPr>
        <p:sp>
          <p:nvSpPr>
            <p:cNvPr id="2" name="文本框 1"/>
            <p:cNvSpPr txBox="1"/>
            <p:nvPr/>
          </p:nvSpPr>
          <p:spPr>
            <a:xfrm>
              <a:off x="971" y="2765"/>
              <a:ext cx="5725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views/include/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header.ejs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88" y="3435"/>
              <a:ext cx="6898" cy="7256"/>
              <a:chOff x="288" y="3435"/>
              <a:chExt cx="6898" cy="7256"/>
            </a:xfrm>
          </p:grpSpPr>
          <p:pic>
            <p:nvPicPr>
              <p:cNvPr id="19" name="图片 18" descr="C:/Users/TXY/Desktop/QQ图片20240610152021.pngQQ图片2024061015202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8" y="3435"/>
                <a:ext cx="6899" cy="7256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</p:pic>
          <p:sp>
            <p:nvSpPr>
              <p:cNvPr id="9" name="矩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1305" y="7187"/>
                <a:ext cx="5603" cy="44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>
                <p:custDataLst>
                  <p:tags r:id="rId10"/>
                </p:custDataLst>
              </p:nvPr>
            </p:nvSpPr>
            <p:spPr>
              <a:xfrm>
                <a:off x="1584" y="8944"/>
                <a:ext cx="3842" cy="8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1814830" y="3333750"/>
            <a:ext cx="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804035" y="3312795"/>
            <a:ext cx="2419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809115" y="3485515"/>
            <a:ext cx="2419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421765" y="4159250"/>
            <a:ext cx="2419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3317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改写端口，启动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156450" y="2324100"/>
            <a:ext cx="4565015" cy="2381250"/>
            <a:chOff x="11894" y="3554"/>
            <a:chExt cx="7823" cy="3750"/>
          </a:xfrm>
        </p:grpSpPr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3094" y="4668"/>
              <a:ext cx="5828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3094" y="3554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1894" y="3554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139" y="3761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094" y="6225"/>
              <a:ext cx="5828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84835" y="2301875"/>
            <a:ext cx="5821680" cy="2123440"/>
            <a:chOff x="921" y="3442"/>
            <a:chExt cx="9168" cy="3344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4" y="3477"/>
              <a:ext cx="6623" cy="750"/>
            </a:xfrm>
            <a:prstGeom prst="rect">
              <a:avLst/>
            </a:prstGeom>
            <a:ln>
              <a:noFill/>
            </a:ln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监听端口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3006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3" y="3442"/>
              <a:ext cx="876" cy="87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8" y="364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ln>
              <a:noFill/>
            </a:ln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5" name="图片 4" descr="C:/Users/TXY/Desktop/QQ图片20240610152820.pngQQ图片20240610152820"/>
            <p:cNvPicPr>
              <a:picLocks noChangeAspect="1"/>
            </p:cNvPicPr>
            <p:nvPr/>
          </p:nvPicPr>
          <p:blipFill>
            <a:blip r:embed="rId13"/>
            <a:srcRect t="2416"/>
            <a:stretch>
              <a:fillRect/>
            </a:stretch>
          </p:blipFill>
          <p:spPr>
            <a:xfrm>
              <a:off x="921" y="5413"/>
              <a:ext cx="9168" cy="1373"/>
            </a:xfrm>
            <a:prstGeom prst="rect">
              <a:avLst/>
            </a:prstGeom>
            <a:ln>
              <a:noFill/>
            </a:ln>
          </p:spPr>
        </p:pic>
        <p:sp>
          <p:nvSpPr>
            <p:cNvPr id="6" name="TextBox 3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4" y="4615"/>
              <a:ext cx="7009" cy="575"/>
            </a:xfrm>
            <a:prstGeom prst="rect">
              <a:avLst/>
            </a:prstGeom>
            <a:ln>
              <a:noFill/>
            </a:ln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在app.js末尾追加代码：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Freeform 73"/>
          <p:cNvSpPr>
            <a:spLocks noChangeAspect="1" noChangeArrowheads="1"/>
          </p:cNvSpPr>
          <p:nvPr>
            <p:custDataLst>
              <p:tags r:id="rId15"/>
            </p:custDataLst>
          </p:nvPr>
        </p:nvSpPr>
        <p:spPr bwMode="auto">
          <a:xfrm>
            <a:off x="1108710" y="2433320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265385"/>
            <a:ext cx="4277891" cy="4277891"/>
          </a:xfrm>
          <a:prstGeom prst="arc">
            <a:avLst>
              <a:gd name="adj1" fmla="val 18411315"/>
              <a:gd name="adj2" fmla="val 290159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8835" y="1543050"/>
            <a:ext cx="35369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163449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14173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首页、列表页、详情页、图文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26199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35597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60985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准备项目数据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项目路由规划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创建项目文件夹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项目页面模板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改写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端口、启动项目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381500"/>
            <a:ext cx="704278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项目准备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product_category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login.ejs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index.ejs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productadd.ejs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productedit.ejs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/admin/login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/admin/product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/admin/add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等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地址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PA" val="v5.2.10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PA" val="v5.2.10"/>
</p:tagLst>
</file>

<file path=ppt/tags/tag601.xml><?xml version="1.0" encoding="utf-8"?>
<p:tagLst xmlns:p="http://schemas.openxmlformats.org/presentationml/2006/main">
  <p:tag name="PA" val="v5.2.10"/>
</p:tagLst>
</file>

<file path=ppt/tags/tag602.xml><?xml version="1.0" encoding="utf-8"?>
<p:tagLst xmlns:p="http://schemas.openxmlformats.org/presentationml/2006/main">
  <p:tag name="PA" val="v5.2.10"/>
</p:tagLst>
</file>

<file path=ppt/tags/tag603.xml><?xml version="1.0" encoding="utf-8"?>
<p:tagLst xmlns:p="http://schemas.openxmlformats.org/presentationml/2006/main">
  <p:tag name="PA" val="v5.2.10"/>
</p:tagLst>
</file>

<file path=ppt/tags/tag604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7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3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SLIDE_BACKGROUND_TYPE" val="general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1.xml><?xml version="1.0" encoding="utf-8"?>
<p:tagLst xmlns:p="http://schemas.openxmlformats.org/presentationml/2006/main">
  <p:tag name="KSO_WM_SLIDE_BACKGROUND_TYPE" val="general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70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70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71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1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2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4.xml><?xml version="1.0" encoding="utf-8"?>
<p:tagLst xmlns:p="http://schemas.openxmlformats.org/presentationml/2006/main">
  <p:tag name="KSO_WM_SLIDE_BACKGROUND_TYPE" val="general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9.xml><?xml version="1.0" encoding="utf-8"?>
<p:tagLst xmlns:p="http://schemas.openxmlformats.org/presentationml/2006/main">
  <p:tag name="TABLE_ENDDRAG_ORIGIN_RECT" val="376*218"/>
  <p:tag name="TABLE_ENDDRAG_RECT" val="103*196*377*218"/>
</p:tagLst>
</file>

<file path=ppt/tags/tag73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33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5.xml><?xml version="1.0" encoding="utf-8"?>
<p:tagLst xmlns:p="http://schemas.openxmlformats.org/presentationml/2006/main">
  <p:tag name="TABLE_ENDDRAG_ORIGIN_RECT" val="621*386"/>
  <p:tag name="TABLE_ENDDRAG_RECT" val="72*137*621*386"/>
</p:tagLst>
</file>

<file path=ppt/tags/tag756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7.xml><?xml version="1.0" encoding="utf-8"?>
<p:tagLst xmlns:p="http://schemas.openxmlformats.org/presentationml/2006/main">
  <p:tag name="KSO_WM_SLIDE_BACKGROUND_TYPE" val="general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2.xml><?xml version="1.0" encoding="utf-8"?>
<p:tagLst xmlns:p="http://schemas.openxmlformats.org/presentationml/2006/main">
  <p:tag name="KSO_WM_SLIDE_BACKGROUND_TYPE" val="general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9.xml><?xml version="1.0" encoding="utf-8"?>
<p:tagLst xmlns:p="http://schemas.openxmlformats.org/presentationml/2006/main">
  <p:tag name="KSO_WM_SLIDE_BACKGROUND_TYPE" val="general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7.xml><?xml version="1.0" encoding="utf-8"?>
<p:tagLst xmlns:p="http://schemas.openxmlformats.org/presentationml/2006/main">
  <p:tag name="KSO_WM_SLIDE_BACKGROUND_TYPE" val="general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SLIDE_BACKGROUND_TYPE" val="general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0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51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29&quot;:[20457991,20458315,20405940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1BCC2C28-871D-48CB-8BE0-2867F7803ADB-1">
      <extobjdata type="1BCC2C28-871D-48CB-8BE0-2867F7803ADB" data="ewoJIkZpbGVDb250ZW50IiA6ICJVRXNEQkJRQUFBQUlBSHVjQkZtek1jQlhyZ0VBQURRRUFBQU1BQUFBWkc5amRXMWxiblF1ZUcxc2ZaTlJiOW93RU1mZkovVTdSSGtQT0c0eUFnMUZxS2gwMHJvaFFkZjEwU1FIdVpMWWtYRmEwTlR2WHNlRkZVeG9Ja1hPL2Y1M1o5K2Q0OEdteUowWGtHc1V2Ty82TGVJNndCT1JJbC8yM1lmWnJSZTVnK3VMYi9GSUpGVUJYRGwvL210SksycjVycVBKb1kwWXk3akN0Ty8rSTNNL29QUFE5N29BNEFYVVo5NmN6Y0dqbFBxa0E5RWlBdnJtNnZpT2Z1S0pGQ1ZJaGJEZVdZeDFXQ254azIxRnBYUHJERzc3RU02d2dCdzVQR0txTXNNSkljZVNHNWJuMnZsc2lHa21Yc2RTVk9VdlZrQURINVZvckszdzJENU1GTDdBRDU3Q3B1WlcxbWtpQWZqbnRtalVLTGdEWEdabVZ4MXFDU1k1VXdzaGl4cStJaitHOTdwRGkrMlhraHNKVEVHNjY4MUhiVXpIVGxWQzFuajI5NmtoQ1VJejNJVWY2VS9OS2FHQlJ5S1BCSTdmN1YzU1h0QnRESGJPSWV5RmdYVit0b1IxclN6MXdvckZTaDNPYWxiY1BwbWZlTXk0VXI5THBRdHc2UDhvNUdyRXRzYi9hditTSzJKbmVSWnloc21xMWwxYURQa25zenVybUZUN1kxcnNGam11c3pQUU9OWVRiZW9UUmZZa2Z6anZCV0hudXkxNDRLZ09iNExWc1l6eEpaaWRIeWVQMjZkMTBxZVhxMmtHb0dwVjNON2ZmLzN6RGxCTEF3UVVBQUFBQ0FDdW13UloyNjU2Q2VnUEFBQTBFZ0FBQ0FBQUFHMXRMbUpyYVhkcE5aZUZkdklNMTIxeGx3SXQ3aEdDRXdJaGdVQUk3aVU0RktsQ0N5MVNvZnE4dmZXLzN6amozTUljZTY4MTE1VUo5bnZzekhuV3NmbTRYNStVSSs5UkRlSjNscko1d2dkQmJhWlFyZmhnVmNBZlp4dk05OXJGNVJHSG82UUdSOWJSKzd2eUtoMlJxOFRSZnpnV2RMUCtFWU1UcS9nK1BSOWtqbzFCV1drN0ZpWlBUdUpNd3NGeGYzNXdtazVYbjJvVENTVUVMTStWL2xxajRYbGxZNU00VjluZUVVaUdROWZKcjZoNXVOQjZHNXZSdUpsQ2g5Slh1SENGS1kyK1V1UTlWeGM0d2FrVlZGdzE2VTRzR3hRRVQ4MGl5TGpmM2RBd2tPVzZWUHVIZXRoZThNc0NDYzFqbHlpYlU0YVJHZU5xbXRQYldFcnZtSjVhUmhVaU9ZSjR0b1FvYXpxSmkvU0w4Y0VmZlpNVXNCa25mY0JyS2JqcGFuWFhiY3FRWVN2c3VZUmlCVUIrUm54YUpHV2xwMC9VbUw2VEo0RlJTTXY2R3JwamxZMllQdzdOSjV2WVRRM20vbFZmYjY5LzdodTZUMmFUdFNiV0QwZVlPdHJsQUZ5c0ZOU1llMzhkVzAwRWZub05kcTR1NGpXK1lQQUg5SEhRdFZNR3N0cklOYVZCNmxRa1BtdzNqNHF0aC9XSG9XS2hnUGhUeklESWhxQ1VQTWdQcFpoT01hOWtmZnBqYW4vUXdiT2x6SE8vTGw4UmxCUkI5cTlZSkt2WU9VYTl6dndFUlNjWHM5aXgxb2tKOVZyM1pGZXU4RlhxU2R0ZmlIMTc4UkF2UEg1c0g3eDZNZGxmTVc4eUh6WFM4UjhxeTV0cWlOS0NvUUtBZlVkUmZhZ25BTWJWZXZ0WlJMVjhJckhlSUVESXQxekQ3ZzVGM2w4LzU0RlNKNFkxdUg0ckw4TVc5bmU4b1RJMDNiSmZyNERSRDA3Q1laL2ZvblFUaFRxWHozek9kdStab0g1TWFkR0owQktwb3lSbUp2UW8yckt3azkzenY0aTl0UnpiY21pSjB6b21hbkc0UVRrTlJzQ2pidldhUGVRVWZiZERnVER4KzNtVk43b0dqZk0rKzJoWG15TStmZXpKWmJJUUVIcTFQeUZFOFZTYUtJejkxNE0zbFZ0dkZiZyt6emRaM2x5cG9MeWI2T0dXcHNCUVNHTzMvL0cvN2loOGVDQUgzd1RHYVpnL0RaeU5ISVBhdWl1RGtHQXdFd2drYzRmTmthTk9ZbGxMUHpkbW13TE02WEo2RFVQTWlhUnp6TWJ0SWRrYzgzSGhWNWxxKzlkOXBUb1cvNC8vOHYvZC93R1BvV0UyZkhIUnpaMmllQ2ZSaDR3SXIyZFY2dUt4eDJ6dHFMQVdKbFBKL3VOODFMSUJnS0w5VTMvV2dDUVhJMTJObWY5WE13TDVUbWN3THJLckkvK3dqK0pDRTI4SDJmWjVOc0FTaG9KUEhERkVYczdKYitVT1M0Wm1aNjlmS05qNTQzOHVBRFRHV0FiZjM5eWsxT0JDbmxEdG44NXZReU1pSGFRc1VzZFBxWHAvTTNWUUtUc1M0LzdxM20rd1cwc2FhenlOTWNwbXc4TmJkbUUxTVVwajYyTG1mTzZoMjZwakFFVHp6bjdKbHVhQkdsOU1HaUV0L2RndTR4blJYeCs2cVQzY200bUU3R04vNHZRN3BIakRyUktNMitnbGh0djVkT3hNT3VpMzdub2ZYQ0lsSkdXZjFVMmVNMUFwM3BhYkJKL25zM0ZycFdVUE9lTmZPZ3FjMG5qdDUzSnFlQThtdW1uOGFiTm83MFJtR29aQ0ZubmNiMWxkSDdZV2lYUHFHUWRNYktOVVFrTWd5R1hEcDlWc3JtNERBNEcvL05tZkIwVzg5djU3bnkzM2VRR09zZnhZNjFqMW9vSG1tVVhoZWtNYlMzNUZyaGVwd2RSaGQwUHg5WmNEbUd6S2RidUMzNDA3R1Z3T29rRzVtVkRGUmZYNVM4Vk9hcTBLaFA2d2EzdlU3cXJoSkRsLy9IK3hGM2JNQ1RjMnZYR1RpTFhqbXArQU1tWTQ5c3RKU25OL2xvSUttRVcvQU5rT1JucUVXb1BBRFRoTjJodGluVy9ieEZxSHd5THhkV0ZGY1hUYzB2VXpVSHp5Ylo5c2p5MUFQazcrOGI4enlJSFp0RGdZZkxEeUgzNk1zaHp3OGZGaVdGRVV1Qk54OGhCcHRiRWE1QWZUUkVBQnN3VzJLSXVWcEpBOHpkbzBPbXhmUWZzaERPZWwvTlZlL1ZFNERndUZkQ2F2K3JpcEcrbVlBRTJrL0xjWkRUZWdGVFFmUDJ1eWdQUkM5UER6ZEY4MFNrOTdqVnBSbjRsNTc5SkxWSWFGUkNWS1JNeUlobmVDdUY0RVlGcis5eS9uVGhoZGwxcDVyc3pLRlorVW8rOVJNRVNqWjBqS2w4K3hxU2daZ1R6NXkzclpuZkdHNUVUdSttVmlRQjF3TnJkcDNxK0ZVaWdwb0RoWjA3QlFMRWFoWGhQSFY1RkZham9WSEN1ZGhQVE00WXc5Rm1vdkFrNm5YWXpIRHBVcEpBOEVRVlFjMEZucjAyMkJwL0JIRnlsOVBpeFNubGNtendDWVRYUTQvWVdGUVRlRGxKTU9EQ2l5aFF0OXN1TlhDVDMxOWlUT09yNy9aNTZyeHBrNTA5cm5udDJZTjA3S2VYTzFZR0FsTFlMNzVoWFlqajZVeHU4V2Vob0Y3N2ZrZDFUbThLRW4rUHo5amhGWU5lRXNpUS82OXJpakpFYkd0NGVZejhSMmlVZThjN1M0Yloza2tFRW9aMVR0cmZ5MjJtSFFwWS9rSGp2NXlVUWRrUTZ0Y09Ndi96dE9uaUxncEoyWk1TRGpqYnNwbFVrTDc5ajJJVG1hRnd5RDVYM1ZaQXdZYU1pUnl5WXU1U2FlWko2UUViMjNXbEdkVE9PUzdGSjBseWNjK1l5b01WYlVIbk9JcStlT0l1dk9aODNuQWxJQWhPY3VONTl5Z1JDcFozcEpabEE4RHlKVVFoTFBNclZxWHErRFBBRjNzcGoveDNyNW1obXBsOVNReUJyaEtPT0JrR3YzYnhjUmwxalkvUTBVTDNMb0pScEJaME5DQjhEeG04OW5neXpraDNTaWJReTljSlpNWEFyZE5zZjNtTTBuU1lXRDI5Sis1Y1JHdkV3L3Nyczl6MUVpUERCenpFUU0zc3hTVHBIU2h3WEk3citjWHdUZnZyMlVGK1lvd1hhcVpkNlpaQXQyNERGV1BqSUtRWUtPNnFXYTNucExyaW1WVFdEaHhiTzE2K0pVcEFUSHJvelV3TW9tL2ZkNnhQRHU1a3VQSmtzYW1wS1J3Y0RnRXVWNU5MVjdRMW5UNklwVjVxZzNHU2dvSktNZWY2KzFBRE9VcmRXdEVCazgyUmRIUFNQeTYwTlNVb0xzd01mME4wUFVsNER3ekVpLytSMTNSaHlEMnNhQnBQdDJBbDl3UXB6Nzk2ODNoVWJwbGZqNEhhWHRiZmR3Y1NMejlscTE3R25VUzNJYlMreXVZTEZmWUp4MmJBYmFyMXg0MnpIb1BGQm10OGNVVEVhWmNtN0owNHFGSkZJTFJlcE1GNHpHblFGL2xQM0l0cmlSS0h6bThZWC8rTzhIa0ZwSGZEOGZnSHBsMDdqZll0WWt0ZnZjb2FMdUZNUStrVjRaVDY3aUhYeFFiL3hyRGtzMlN3TEkyTXZNZmlQcmxpcllURUtoTUtmV2VSaWVZQ3FPejhyeE9PN0tFOEFoZUF0S2VjbGc2SFZRSjZNMTNyQmdRZ1ljSHVvTC9mRi9MM21Vd1ppSll5Zi9LNUVxRkp3N0xmTExQLy9CTGhJaWowdzRPTXUrUUlxZTJETTA5ejZPb3BBTWlURVBCY3FpcEh1bDh2MWQwK3EySEV2alZRZm44N0hsYmtxeHMyS0dQZlRleXlvaUl4YWk3WDN3YlNpNFFDZG1tNm5qQi9MZWdTY3VwSTJHdExRNWFuNVRmVDZwUzlTQnp5MzI3Ui8yM1NEdGdFZmNjU1VhR1VGdUk1MUJyMTUxaUhWd3NSK1ZzemtaK1BwVS8rRFFNbnRTaGRvU3k0ZWpUVlhXOHR6T1lwNjVCa01hUTliZDF3Q1RwL0JReUNaWWtuZEVQTzBOMjM1RUZUU1M5c01DcHBxN3REdTRqb2NzK1R0R0ZZUVgwTWFkUVpBbG1ZSXpxWGVmT2psWURJeGJwNFdiWTlURUJhSEtVQnd5UDVidW1MUk1KcHVlL0w3aVpicEpYUTI3OHQ0K01lODNYb3ZPaVNQQjkwMGV5blVkai9lUkxUSG9SeTNqNU1GbW9mdXQrWFdnSS9vNEpzMU1nc2VYVVNxb0FLREoyN0JWY05SRlZ3czFTUHoxWXlya2JMSy80VHdYbHBpanZ2WUpRdHgyOHJjYS9lbTBHYnZvVE4ydS8vbVBtM2xiWGRlRjhZTThiVE5hcVZVbFhoRUdFam9mM2ZNMXRxdWtBK09iVlhFOXpyNWZsd1dHZ0tSWFI5dnN2elQzU1pCTzcvYm93alM2cmtsR25vS2FPaDBuaHpsL0o1ems0M0NrMVdtT1F3NXk0aGdxeDZqUHFMdndCUmRFc3dKcG9YUjFVVi9GaXI0VWo4dTZicjRFZ0Z3RWVzZWVLTUtuUlJhYUZOQlNMNFhsL2t1czFGYUhrWW5xTXNSWnhyZ3NUOTcwclBCQzdqYlpaNWsvY3lNbTYxZ1NId2lJbU5jbGQ1blNsdW9YVTQySTFFYWJrY1N1M3AyNUtnQzZrUmlsaTBzSXRwazFBUW0xRVladGdhaVNLQzBkZGN6dUlHdTlUZTMrS2FRWDRGNGRmLzZhaUpSRGRkN2ljN0hnb2RFT1dnM3lJRzViTFR1ZVhkd3JiTFJhMEIwc0dGemhvcW9QdFpITkt3eDlIZXBETTZhUjAxUkJZRVp2ZDVmZUVHTEM2Y2dTTzVhNnlqZ3haS2Nwa0o2bk5UTWxuTDg1dnJucmRsK1A1K1M5N2w4K01wbTh1OGVJbzduZjR4d0tBVHJkMUNqL3QrMStmYXJTRXVjLzFVTnUvR01rRDd6R2JoV1ZSVlVpUkhaeW50SXVZMWMzZnBycDl5d1JPZjJNYktZK3MrNGExVngwRDhGaUQ5dGxqUVV6QVRaSVA3aHVWOTQ5YmlrQTZzbXVmWmdiSVRwWmVHSUxFdVI1bXhCRkpiQy9mc2VTaUZqbnlsd2J1RXBrMTIvZnhBZjF3b243ZFZmZldnTldmZHFoa2VkdnRtOGY0cDVFUWpxNUFMYnNUWlp5UnI3UzBMZzZQTHdKSjVvZWVFamo0MDIzL1V5Y0FCWUVkanFpcmZycTJTclZwZUNadllneW8rSTBHZytoOFpNQjdBcFU2L2tmQW5aRFBvd1lBQ29kOGZuOFNOYTZEdENjY2l1Q3FPVnJHWDBvOW1Gc21QbHB0NHNyQW1zdzAvRGY1NjI0ZGpzMnVTdjM3VVorcnozVzlSWEJVWGE3amtuY1d2Y3B0ejdlWG1wbFpPeWN4dER6SFJOdzRrWWlVOERldVZIMDlYcGlpaVFDZ0wwSHZhS0Zra3ZPdDduWFBQQUF1T3FKQTJzWnVTYnBRbGtpQ0o3UldyYTB6OHBxc0g4b041MmRLcytYVFYyQWsvRHh3dUF3VGhPNnE4L3VidTZQNkl0QTdIU3F0VXJvSzVJWWZNaFJUVllZTjl2c09aOXpzU1V1OGYvSzhxQjk3RHRGQzNCYVpKZFVEcTB2a2dSTm1aRVVqSXpRcno2WDBVT2JkZ2lOdVRXajFtaXB6WHpBTWhGbGZMdjV2YnF4WUloQWxxK1hPWVAzKzFzZDM4VGhVb2hQUFJZb05FL3JPSFBtOVNoQzVMSTlZZlFNcDZQSVRLN0NsOEtodjArTHV0VlJmSlJDalpsRUFBemtjdXMzQURqajRHYUJOVUgrUk40RGtVUlFCMUl5eUV1VW1yOWNrVmhFdXlYeE5QTWY4U0luTnpHZHdML3M2ZXE3eDE4NUZKUjlzZEZtZjRINFp1NUMvQWVkdGN0d2R3SWUxUjJWa3lOeUk0L2NXc09rTHM2dnd4MUQ1YlRhelJCeTZxVHVlMzVMcVFObmYvbC9xakRPb2QzNm5FdVpBQkVySFQzSDhSak9xaUgwUERmNkpqVWxRSmE0L1gwUlZ1M0k1ZXFpL3NxeDZmK1gvNi8vZi8rYS92YnZyOGxWNXhKNnAxVy9Lc1NVTHIzWG9LWUhyc2JUNmhDV09neWhpSXdkUGkrL0pGWjU2S0k1QjA5TzAyZk1wajJHaE9PL3B2MzllY0I2djlhd2NSd2dZdjUyeTZ4T2hHeEJxTmxySnZDSm5lOVA5eDBSQVB1cEhHZGVqNUFmaVFjMDZtWFB6M1hvWE5DZDNLWkFZRzM3YmJ4aThtYzhxeEoya05LN24wb1NGM1ZVaXBSQzFENDhOa1FCVWlPRlFqekJUQnU3TFVuNTAxTlpJemlzYmFLMlpJbkkwRGF1M2hlQ1BOVU5ZL0dmRWlheDFlOGtqNUZURkFnZ2NZdnp6L25UakJrMSsyQWVuUyt4TnNMWGRvbDV4UHV6TjluS3FzZzBMNlNwelhkT1IxZlF6V2xEVTJJVXAxR0s2YmlIZFlFT2pNK3NuNzlsa1RVTzJFM0FzTnhBSnZKS3I0cVJjVTdzeEtnMWhGemJoMzBxR0d1WXRTaXpvOUlnZmdZb2MyZnoxTEg0VmlMbEFBWDRBaytaOUNaeFhiZ3puSGo2Rm05VFovZFZIVnpGUDdEUXdiR0FBMDN4d0xSR0FNbEhBbWdxNjMzdjVWNFZYYzc0VUwrWmNsK1dpdmY4eFFsaTVhbUMrb21ZVDJQM3V6UXhtOHlKZU1ySnlhY2c3dTREcGZtdC9sRGNNV1N0YmxmZU1LejVvMTVNU0FVVkZJRzRtNkhlWEJnTDRQZG5NdnJQLzFrMkVLSlRTZi9KS0xkTWpkdzg3ZC85bjN3c0d3SWFvSWpXYks0eG1EWDE3NzFMSVZPWUFHbGJwSHg3M0l5MGFvaHdFYUJrcURqSVoxcFdZcDk4aGRPeUJ0WFhyZDFWWU9yQTBtbktScnFxbmFvRlNYcGt3Q2xYOFRkS1Y1RUk0bGFHSVZBUkNFT3pNRm10NUNJQ01CUUEvWWlTVWNKSGVpLzZQMUJMQXdRVUFBQUFDQUI3bkFSWks4YTZHeVlEQUFCTUJ3QUFEd0FBQUcxdGNHRm5aUzl3WVdkbExtSnBicFhWeVU4VFVSd0g4Tjl2T3BRV3NJa0JNVWFNbzJsVUZFazAwUk9KcUNWeENWaUljUWxHa2RCU3l0NnlsS1ZRZ1c1QUlhUXNCd1JTeEtTSnNZZ0xXNmx3OG1LOCtTZDBadHJFazE0OGVQQk5HWVdXQ1NrOTlQTE4rN3pmKy8xZVh6SDh4VEdLVkhhVy9GclU5eWs2TTMveEV0d1lCRWkvNlFaUWFWd0F0aUx5cGJwVmNMdmdEdDdWbHNqdmFiWGFVbTFaVVpYcGVUdmN4d2Y0Q0I5anVRTmc0WWtUSUxmaEpGWlRhbHJXRFFwZEJtYW1hRnlPTi9ORlRpajhDbGl6TjNEQjFtSEFXcW1nNGlwZ3ZSQllRYUVuUWJyRy9hTTBtMUJRQmRnb0daZ0JteVdEUGtDelpEQUcyQ29HaHAzQUJZWG5BTnVsZ2kwS3NFTnlSUnBnbCtRS2NrQ3I1SXBqZ0wyU0t4aEFPNHFKY1hjQzVZQk95Y1JXQ2Fpamp0TlVyOHlHa0VLbDlxT2lENVV2RU9TSS9VZ05JSTFVSDlLUnhjKzhmNGgxMk5uQUdwQlBScnBLcGpjWU0xT3k1S2ZVT2VxY25aRUQ2cWtjbW5LZ3pDbUFhRk9rRHFMQ2pVcFh6QnhFYWtndzNVaVhORmJwOG8xbWRtNmQ5OW5ZRFJzN09pYlFDcDJ5T2dOVmRGMURreWt6bmZpTWlpRlhLbTNxRittOHJSUFFrS1JmWkdreTZjeG16dWZnWnBmai9Ccml5OXNzbmQwOUxRazdrSTRjQVRRZWJJZW9iNDJmRGtUNy9Yem92YmhETGRtQk5NK0JlL3l0cDRCMTFJbVlQeHhyT2NFOWliam5mM3VZU0dDQm4zc2RjL1hLK295VW1LaWlWYlRHN2Y5Mmx2Ums2enBndzBGRXp1OWpaNmJZNFVsK1k1Sk1WYVFiRStnOGdYNEcySFFnZXRJWkRpN3pINEo4Y0k3emVzS2hsNkxlSEtlWFdmSUYzUXBvU2tiblpnZlk0RHJ6VUZmSnNPdmovTGhmUk0zeEpSZm5DdWcwWU10KzZNZy9kT0lkNXdtdzY5NXRjdGNGTVNoYjQrQS84N2xrY013VndMYjk0RkVSRm04RkkxNjhnRHZ5eWk2NjdmRUZIN29nUEhIZkFTM0p1SkdWUlg1OEtXcjM4S0dBNkhVazFLa1d2SitBbmNsNDRkVzMwYW1QWkZ3aTFoVS9vdCtuaFVNckFMdVRLbTV4aFZ2cUM2K09zRjRQYVNpN3VCWlo4b213VmFxYlJ3RjdraHFUMzhmTmJMSWJFNXgzUlBSNjk1eWFlR2NBQnpDWlNyWEZseGsrWUFzSGg0UnFkNlpqVk5veDRaS2VGLzVQU29IOGpKUHFaMmlUM0NORzhMZmZndTEzUWNTZG1GQjFub0JYQVB3RlVFc0RCQlFBQUFBSUFIdWNCRm5NMmtERlFnc0FBRnFYQUFBTkFBQUFjR0ZuWlM5d1lXZGxMbmh0Yk8xZFczUGJOaForMzEvQllaOU5FeURCeThSMko1YmpiV2JpakJ1N3Vld2JZOU8yTnBLb2tlUTA2Vk5tdCtuT1RqYmQ2U1JOSDdwcHhudVo4Y3ZhbTcya1RaeTBmOGF5NG4reEFDK2lSSUkzRTVKVkZmWWtRNEhFd2NFQnZ2TWRIQkR5M0lmMzZqWGhydDFxVjUzR3ZBZ2tXUlRzeG9heldXMXN6NHVmckMvUEdPS0hDM09yMXJZdFhGNmFGeFdaL0FBWlA3Wit2Mm5QaStTT0tGeTE2dmo2ZE85L3A4Ly9PZ05FNFRlT1U4ZlNST0hqM2VyR25SV3JmV2RlbEVWUHptckxhYllYNW01VU56czd3dlY1RVFKRkUyY1g1ajZ5cTlzN0hWSUNaRU1tSlpXYjVKT3VHYUt3NkVwYkpWTElqVnZrQmxKbDl3WU1iNnh0dEp4YXphMG1TNHFwR0xodXYvaVdWNHlnck9rNktaNGRVT2VLZGQvWjdXQXQxcHJXQnU0OGVWWnhaVjZQbFhqUGtzK3U0bXYyUnNkcFhheFZ0eHV1OXE3b1FONXl0VlpiZGxwMXE0TkxWMXZWUm1mTjd1dzJoZVZxcCtPczdkaDJ4KzNaUitIbDlmQnkwZHE0czkxeWRodWI3a2ZYWk1SZ3VOK2V0ZkFIVXhlRlR4cFZmRm12aThJVmU2dXpZclcycTJRd3lTQTV6Y0dQMTBpbHdZSkZCNnRSSHlqQldxN3YySFZ2dEltQnIxblZ4bTNuVTJKZzRkTFdGdTZyZSttTitLWE5sdldwNkZlcE9EV241VnFwTDhXclFNclVVUFM2ZlM5YXRMWmpOZTJ3Yk5ZdHhKWjFpNGttUUZhQ0diZXlVbkVhRGRmbXBPV1cxV2h2WVFNUHpDaDVlRG9OekNWRDBTVkZwVThuRlprU1JORVpOVHZRZ0t1T041alJpVDAwekZlcURmOHg3L3BHWHhYWE10ZklnQVlUU3ZTZnIxaE44dG05RjVRUm9YNm4xNXhhZFJPMzQ5azROTGVyNnpxZVZXUXVFZ0VmYkcycGlQemlrYk8zOEdjTVYyOUMrZ0tEUzErLzJZRk80VmJ0dTNadHllcFl1TE83VGJ2bG9kR2YwZUc5WDl0TzNlNjBxbmE3ZjMxZnFOU2N0cjNwbVdQRnVXdXZPd3R6cnRGbm9DNXBDTUtvMlQycm01SnNLRXJNN0lHRXltNXJRSlJtVW9iUGxUTmp5SkllRzcyTDdpMmdTUkFZTVMreTZONVVKVk0zNVpnQ0ZiZnJwbVRJSUtiNFVuS0RzMzE5WndQRGhKZXV2Vng3cjNYdTEreStzMWkwTWZwV084Sk4zOW5kOG53YnZuT3BzZW1WbTdJbStiY1UzWkFRdVRrQUJHRzVadDl6WEttNExwNFJPM2gyTnV4Mk8xRExiWFVZVUdqVWdFS3FMbkU4c2NjVGtwQ3U2SFFVWUhwVFZZajAwbmlpREowTEptQkl1cXlhVkN3cHVISFRoMHNVU2lxUUFDWmtLcFJvMDJUME9FS0lCWXIwVWFOSWcxUS93MkUwVWxxYVljVkxaNlNsczdMU2VaR1NMZ01tcEdTeWdCTUFRSkZnd3FwQlFkcG93UVIrbG1DQ1pjRUVKSTBLQUFncDNqMm9TN1FNWlFDNWlJeWc3akFTRS9XWW9RbTU2UEdwcHNmUXRKaFlwNUpZWnlteFRsa0VZbUNBV1B6WHh5R2U3cXBrK0hjVkpSMklBT1JDb3Z2WWlKR29BNDVFOWtoTVJCRXR6S0xUV1RLSWtzTENGQXhScW1SQmFBUUJZUUVFYVl3UXhDUmprWTRnZzNQWk9CRkVuWmdGSVZRY1FjVUJkTDc0TVJuaGgwbUNJaFUvcXN3WmFLejRTUTBHY3dMb0RISGNHY0s0ODQzaVZNZ0lRMHpTRTZrWVFpYk5VaHhGc2pveUZDa01hSWdtSXdORnRDb1pLS0pxeWhCRmZnNlBpaUhOMjZ3cmk2RFJaeVFRR0htZS9KZUpvRUtUdjJoT2dpcWphRTdpRENpazFzbGFVSjBuRGxXREJRN2g2UE1SU09GTU5sNG1ZeEVPVGsxZUx3MURDRERCME9nekVtUFk4K1VZNGxtOXd2aFJtZUJuOUJrSnBIRU9Hdk5xaXVmME10R2pNMEhQR0hJUk9tZWZNYU9IWi9SeTVTSmtGZ2hTUmgrL2FhYks4UlBIanphcVRBU0RSQVNMUE1SVUJJRDlkNURvRURRMEppbDFaZlJCb0M2YkhJVHNRY2hEd0RMNDBRRWIvTWhoSXMrcU5pNXYybFlDZUFBQ1V2UmtrS1pJQ3Y0SmNWVGtjRkJoREdWT2VuS0N4cHZzc214dElTL0tDdXRudm5LYkcxM1VobkpCaVJ5MlNiQ3ZISEZQQ29nYUYwbG0wcHNuUUFKQWk3OW1QdEFRYVhteDVtemNFY2lWcDA5b1pVb2ZneTU2UDI1Yk8xYkwydWhnQjNENUpxa21MRnYxYXUzK3ZOajk4ZUQ5dThQVGJ4K2VIbjBsQ212Vno4ajh3Nm9HVTFFVWZLRWZoTUpXc2F6dGx0WGNDWVM1SjdibVJSendyRFdKQWZzbThXeldiQXFyM29PVm01N09uV1p3K2Y3d3g5NytvKzRYRDdzSHIrZG1PMDNjOHliNXo2czUyKzk2djJqSW85MTJQM2xqQUMvZzZQeENVZWNHb3M0Tmo0ZW0rZU9CdlBIdzBPb2Rlc3NYWXdCZ1Nwci9qcjZXUXdnOXl2QnhHMDRiMEJjeHFDVWNiTUE3V3FEb0VqQ0dtNGRRTVZEZlpjWlVxQ1EzNkhwTW9FcEE5NzBwaW9vTWZXZWtBNmxtQ0Z4UXFBa0llMERWeEh1aDI1UUEwanhOOUtnbWxjenVMNlUwSGZaamFEVFRwMFNTTFBxWXl2UXRzUFRoVExQOVlvb09GV3FMUzVsV1RCclBndGk0U0cxK01iTkxsY3dubHVnd0trcmhycEdDODZXWDYrUU1xOVB1azN0SXlTNE5ocys2Rm5jSjNEM3QyUjQrSzJvTW54VlZvMmRGQ1E4TW54WDFTY2pYZzhiMGNKRHBzZlRxUmhMVmUvWUpxVWoxaDZ4UFJhYUpSejd4UFdLRFFkYUh5c0ZSUXNwSjdqQWFYNnZuRjB1bkJBQW9FZ0JBTldwMUtDWFlIT0pwVFRzZWs0di84Y3hRMHp1dUJCMVhaUEliNlhpeHNFQ2xoUVcrM0pTd0FKd2hMTGpxYk5yU2I5dmRGMjk2ZXcrNmJ4OTAvL3hWOGVoZytIelR1ak5RNHNabXcvR0RjUUVBR2YvRGNRUW9sdVdMeFJCMEo1ODNkakFRbGZLVG80WmMxZFVZeFlCa0lmUU9NQkNSM0lrQ3E2NmNIbnZRdmFlN2JHM0laZXRSajYxRlBiYWU2YkRWOFRoc2tpbmw3cHE3Ni9OMjE1ZnVOVnQydTMyeTk4WEpkNjlHNEs1UnpGMEQ3SzRoZHRjUXUydUlsMzFRdzI2NzVOS1B1KzFmdXR2V3h1TzJ2ZndnZDl6Y2NVK0k0ejdkZTkzNzl1RDA5L3U5ZC85bTZyajFtT05Xc01OV2VIek5IWFVwUjIwRWpoclByVFEvYldwOUJ6SGdOZndqUWNFR29xRklFQ1JrUkNCZzhaMGhMRjAxbUVUUGJFQ0tuWUVSV2xrMXdneGx6TW9BU0tuSEI0dHVnSXpFSzh0anlua0k3dy8rM252eGp4SnVHTWJjc0ZuUTN3cFhIVjk1cHE0M1FHTUo5NXNtd3NWMUNlZFp0bjR1NTB2WlhzZldKdERMYlcycW5vVU5udHJiZkd3eGtCTm54eGI2RUZuQUNGbm9VYTZBV1Z3QjVKeGNBUlJpclhTdWdISUtWeURPRmJtaWVBampkaDdrQ28xelJWNnVPTm5mNno3L3B2dW5aNzIzejNyN2oxaVNCaWoycldBakk0MEFsbVZpOWhRUm5EU1lXV3VhU0FQbUpZMVlTaUpLR0tZVS8yYTY0RXRuT0dIa0lvelkxMW9Qa0lXT09FL2s0SWxuZnpnK2V0WDd6MUh2Nk1YSms4Zkg3LzdDbENxVUNhRUtKSmVpaVlUcW5DS1lXR3FhNkVITlN3K3lrYm1tQUlhWnVLWlFBYWVJUEJSaHFobjVKNlR5TlVVR1Y1eDg5M24zNkkxd3c3NHRkTjg4N1QzZFowb1JhRUlvd2dka0dacElFY0dwZ3BtMXBva3V0THgwQWR5VEErbDBZY29TU2doNk5XQ3crTXNiMDA4WGV2K0FSZ0pkb0dqaWxOTkZsQzYrL3RmSjQ0UHVteWNlV1pSKzYwZU5VWVkrSVpUaGc3SU1aYVNJNEpUQnpGclRSQmw1ZDdpcDJmUVlaV2pKS3d5TlUwYStRMzZVbGR6UXJnWGdLNHg4YnhzSi9udWlCMzk4LzdlSFRCbGpRdmE1QTB5V1lZd1VFWnd4bUZscmloZ0Q1dDNuMWdFbCtJMHlocDY4eUZCTnpoaDVHQU5sTFRJVXZzaklQQjcrL1dIdjZjdlRoNDk3N3c1WU1nV2NrTTF0UFJZMEZHYUtOQkdjS1poWmE1cVlJdS9tTmpMU1NVSlRFdmUyRWVRa2tZY2tWRFdaSDJEc2owTnlhZ2lwNGZpSGY1NSs4OS9qbzFkTWVXRkNkcktSVVlZU0VtcHpObUJocUdraWd0emIyQ1gzSlJEaWJNRDNKY2EwWkRqOC91VGw3NDUvK0xMNzVISDN6ZFB1NGV2M0wvZVljc1NrYkdYemZRbStMekYyeXNpN2xWMDJ5NFFNVGhrOHl6U21yZXo5dlpQblAzWGZmbjN5NUV1bVRERWhPOWc4eThTelRHTm5DaVgzRVFxUWtXWXlrOU5NbXE3eTkyTno3VjZuNUprUXp6T2xrTVBxQ2hSNkJ3K09qeDZSTlVYWlBXc3R5aEhLaEdTY0FDaVZja3FxenJtQmlhV21pUmR5SjUxdzVKcTFnb0F5VEZ4QjZETG5obnpuc1NuSnZhRTNtM1MrZ3NqYWpIajNVKy9wdmtDNHd2c1dKZThibFpnU3hhU2tuWHhZbGlHTEZCR2NNSmhaNitkT0dyT3JXSm1GWC8wZlVFc0RCQlFBQUFBSUFIdWNCRmtPcDZKTzJnRUFBSUlHQUFBVkFBQUFjbVZzY3k5d1lXZGxYMlp2Y20xaGRITXVlRzFzblpYTlR1TXdFTWZ2U1BzT2xqa3ZjZUwwUzNKQXUxMUZRa0lDdGQxZHJoRzRyWVdUVkNXczZONzNBVGp6RHZBQUNONEdpYjdGanZOdEM0c1U1MUtQOHZ2NzM1bnhoQjNkeGhMOTRldHJrU1lCZGc4SVJqeTVTQzlGc2dqd3oxbjRkWWlQRHIvc3NUQmR4MUVHdnhBc05rNWx1cjR1ZDAwRUhaK0RCcVVZL1Fydy9yeGMyTEc4Nkkwd21pMTV6UE1ZQkRweXRLOXpIbXhGa2dXNFBwZ1M5V0EwNFhQWUUwTHNIanlMVnIvUzhudnE2YVJsK0hKSnBVRklOTy81TmNnY0xZRXNGRktHY2FZbFZNVktXZmhiczgyS0IzaWFTbkdKVVE0Zi95amNPeFpvWUlmNk5vajZWZ2lLMnJnMy9MSVRrWERUdjRvVnFqNms0VGNYaTJXV2wxakJoUStxKzJnSTJtc0lLTWdrdlVtS2h2UTc0ZDZ3d1dtYkdGaUpubWF4T1JCdzlkWTRXZ1U0ajNZejRHc0dkcFpqanBGUk5sNUdhelBES2xabUdKSTBGWCtoYm5DandpZ1djZ01sRlBIMEpqR2F0VUZvaGFndXJaalhsNGUzNThmdC9iL3QwNTJWZEQ4a1VYa0I5c3Q3YUZHaW8xb0pFamJOTnBJWEhiS0RHenJZUWFPcnJ6cWQ3dkRUdnNnT0dyVXZZL0RCbk5EcnpyN0w5T0xLYklROFdCNnJEbHVwN2xIbEFRL2ZwRmlvd2E3N2JCUHUrMFI3V3BtbnNyTm93VTlYR1h3ejJxb3FpbFF2VTZLVzJ4cVZ6TkVRR0NIVjkrUS9VRXNEQkJRQUFBQUlBSHVjQkZrazhOdjRPZ0FBQURvQUFBQVNBQUFBY21Wc2N5OXdZV2RsWDNKbGJITXVlRzFzczdHdnlNMVJLRXN0S3M3TXo3TlZNdFF6VUZKSXpVdk9UOG5NUzdkVktpMUowN1ZRc3JmajViSUpTczFKTEFHcUtjN0lMQ2pXQjRvQUFGQkxBd1FVQUFBQUNBQjduQVJaMEZUbUpqTUVBQURZT3dBQUNRQUFBSFJvWlcxbExuaHRiTzFieTI3VFFCVGRJL0VQbHRuQW90ak9PNUpEMVlaR3F0U2lra1N3SHR2alpGVEhFOWtPYmRuekFhelpJckdERDBEd041WG9YekF6ZmlTeFBhbGJTT01tazVWejU3N3ZtWms3ZnVqN2x4TkgrZ0E5SDJHM0kyc3ZWVm1Dcm9rdDVJNDY4aXl3OTFyeS9xdW5UL1RoR0U2Z1Q2NGs4Z3YvU2Nldk8zS05DQnpaTmpTRGprd3Urd0M1QnI1ZzEyL0FCSGJrSThzREYzSWtPQmZ1WWdkN1RFTTE1anh3UjlCWjVHVGNqSEZnTW9NSHBnbmRvTktSbjlYTnRtWGJja1JwRTRwZGJkWGJha3lwRW9wcE5xR1JVR3FFQXUxR28xNk5LUTBxMVFKUUF6R2xTU2cxQTFoV0lxV3BsR1NaVGNPTVNTMUNVVlZnMTJzeHBVNG9EYU5aTTVxSkdIVVJ0bXJFUldVeGRHVWVleVlqWVJhVHBIS3l4L2hQd1RUa1RnMnd3Y0VZVEdFUGV4TVFTRzlueUR3L0JmNTVSOTdUMG1vU2lSNXluRWhnZURVbFZnZllRUmFQZlY0VmFSNE5nUTd4K1IzTmFQUmJDbnhKVnBuYjQ3R2NJQmV1NUVpNDNrTTBHZ2ZVY3BWcmNhNlNHQzRhNHIrR0dZWWFXK1htWW1Xa3VySlF6QTNYZXFPMXJheE9jeC9QWExwaVVkYmEybURRaDNhU0Eza0pGSlVVSnFRaGNzbDYyQkRnV0haNFBlRFFSTVdqY1ZIeHVVcFI4VzNlN0V1eElZaStJSjJFY3FOQ2xKcEppRklYajNKWFN4M3VnNnFoMVN3NU55UFZLbXphRmRpTzk4R1dXallJTE80QnJkdlJjZ2FDQUhvdU8zOVh4Rm55YnVqaWxsNU03V2o0c1NTL0FQSzdZRW81MmZ3cVBnWFhONlYycVdmL3I3VXVjSXdTdFJhMXpuS0xXcGU2MWdVMjBMWFZlckdOYXE5bVAzS3RBOC9ERjlJQWZZVDBuTTZFNnJ1MSsrc0s3MkdPM2tXZTZjQmlEM3FPM1RIMFVNQ2I1eHMrSmNKNk9VK0pKWDF1VUxsbHNTN3pRdmFJYnltSXU4cnh1QUFBVitYV0EwQlhWdXc3K3VITU1MWmpUOXJDTzVlUENHVnNmRWNCSUphWmVGd0FnS3R5NndHZ0t5djJFbjFBYU5nVEw3azkzRXR1Zk9pUTZVTFNiUkY5elVaSlRzMXNmRWRYajVLZmFRVmFTb1dXVGV3MUFnSUNBdVdEQUJuak54WDZFRjRHekhjL1QyMHl5blByZmxYWGxWV0tpMXE5YzlPWDMwUUlaOWJyekdiQUVacFIyZStCZ2t2bnR2VDFaUm9QZ1hsZThOVm12dk1MSStsMWhCa1llYlE3azA0eFhSbkpXZUx3Zk5SRFFmdzM1MU9oekdJVmZpdEVyYVMrRkxyKy9mM1ByeDgzWHo3ZC9Qd3NQYi8rK3UxRjVyT2hIbmFEOEV1cUV6OTM5Wnd6U0QwSGpCaE9LUzFySWFTSEQrNjAvTGVyN3FzdHYybk5hbE1MYWVPQWZzM2Fpa1dhMzhrL3JranZxNDAwT3h3MFJzaW5FTS9nbnUzdWhUNlI2MkkzVnA4WEJ4MW0zWUEwQ0s0Y1NCODdrL1dEdElRdTlQMzBYT1JMYWRwNnhIU0Y3My9ZeHZKREcrSXBNcGNzb1VsMDFVUCttS2FPYzBOK1dUSVJMTUNjLzlDK0VFOGZPaUJBMlBYSGFDcWRnV0JNQzg5d0ZUdkNjL2VRcnFYQXU0b1pLenpHd1d3eVdlU3I1OS8xMHJ2QWNmQXNpUG1xS205aGN6QnhtUnl4TTZtNlBjZVJMK2tpWlFHUVgrVm9jckRCaUJ5UnlML29pdTQ4ZndGUVN3TUVGQUFBQUFnQWU1d0VXUUFBQUFBQ0FBQUFBQUFBQUEwQUFBQjBhSFZ0WW01aGFXd3VjRzVuQXdCUVN3RUNGQU1VQUFBQUNBQjduQVJac3pIQVY2NEJBQUEwQkFBQURBQUpBQUFBQUFBQUFBQUF0b0VBQUFBQVpHOWpkVzFsYm5RdWVHMXNWVlFGQUFlYVo2OW1VRXNCQWhRREZBQUFBQWdBcnBzRVdkdXVlZ25vRHdBQU5CSUFBQWdBQ1FBQUFBQUFBQUFBQUxhQjJBRUFBRzF0TG1KcmFYZHBWVlFGQUFjWVpxOW1VRXNCQWhRREZBQUFBQWdBZTV3RVdTdkd1aHNtQXdBQVRBY0FBQThBQ1FBQUFBQUFBQUFBQUxhQjVoRUFBRzF0Y0dGblpTOXdZV2RsTG1KcGJsVlVCUUFIbW1ldlpsQkxBUUlVQXhRQUFBQUlBSHVjQkZuTTJrREZRZ3NBQUZxWEFBQU5BQWtBQUFBQUFBQUFBQUMyZ1RrVkFBQndZV2RsTDNCaFoyVXVlRzFzVlZRRkFBZWFaNjltVUVzQkFoUURGQUFBQUFnQWU1d0VXUTZub2s3YUFRQUFnZ1lBQUJVQUNRQUFBQUFBQUFBQUFMYUJwaUFBQUhKbGJITXZjR0ZuWlY5bWIzSnRZWFJ6TG5odGJGVlVCUUFIbW1ldlpsQkxBUUlVQXhRQUFBQUlBSHVjQkZrazhOdjRPZ0FBQURvQUFBQVNBQWtBQUFBQUFBQUFBQUMyZ2JNaUFBQnlaV3h6TDNCaFoyVmZjbVZzY3k1NGJXeFZWQVVBQjVwbnIyWlFTd0VDRkFNVUFBQUFDQUI3bkFSWjBGVG1Kak1FQUFEWU93QUFDUUFKQUFBQUFBQUFBQUFBdG9FZEl3QUFkR2hsYldVdWVHMXNWVlFGQUFlYVo2OW1VRXNCQWhRREZBQUFBQWdBZTV3RVdRQUFBQUFDQUFBQUFBQUFBQTBBQ1FBQUFBQUFBQUFBQUxhQmR5Y0FBSFJvZFcxaWJtRnBiQzV3Ym1kVlZBVUFCNXBucjJaUVN3VUdBQUFBQUFnQUNBQWxBZ0FBcENjQUFBQUEiLAoJIkZpbGVOYW1lIiA6ICLlr7zlm74xLmVtbXgiCn0K"/>
    </extobj>
  </extobjs>
</s:customData>
</file>

<file path=customXml/itemProps85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WPS 演示</Application>
  <PresentationFormat>宽屏</PresentationFormat>
  <Paragraphs>258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752</cp:revision>
  <dcterms:created xsi:type="dcterms:W3CDTF">2020-10-23T09:50:00Z</dcterms:created>
  <dcterms:modified xsi:type="dcterms:W3CDTF">2024-08-04T12:14:08Z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DB6A8300010A4127A3324E38BC02C7D9_13</vt:lpwstr>
  </property>
  <property fmtid="{D5CDD505-2E9C-101B-9397-08002B2CF9AE}" pid="3" name="KSOProductBuildVer">
    <vt:lpwstr>2052-12.1.0.17147</vt:lpwstr>
  </property>
</Properties>
</file>