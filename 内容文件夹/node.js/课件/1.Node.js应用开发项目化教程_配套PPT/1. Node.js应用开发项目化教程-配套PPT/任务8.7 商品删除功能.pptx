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81" r:id="rId11"/>
    <p:sldId id="447" r:id="rId12"/>
    <p:sldId id="451" r:id="rId13"/>
    <p:sldId id="454" r:id="rId14"/>
    <p:sldId id="487" r:id="rId15"/>
    <p:sldId id="489" r:id="rId16"/>
    <p:sldId id="491" r:id="rId17"/>
    <p:sldId id="492" r:id="rId18"/>
    <p:sldId id="456" r:id="rId19"/>
    <p:sldId id="493" r:id="rId20"/>
    <p:sldId id="457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6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4C944C"/>
    <a:srgbClr val="0070C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046"/>
        <p:guide pos="38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859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63.xml"/><Relationship Id="rId76" Type="http://schemas.openxmlformats.org/officeDocument/2006/relationships/image" Target="../media/image5.png"/><Relationship Id="rId75" Type="http://schemas.openxmlformats.org/officeDocument/2006/relationships/image" Target="../media/image4.jpeg"/><Relationship Id="rId74" Type="http://schemas.openxmlformats.org/officeDocument/2006/relationships/image" Target="../media/image3.jpeg"/><Relationship Id="rId73" Type="http://schemas.openxmlformats.org/officeDocument/2006/relationships/image" Target="../media/image2.jpeg"/><Relationship Id="rId72" Type="http://schemas.openxmlformats.org/officeDocument/2006/relationships/image" Target="../media/image1.png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77.xml"/><Relationship Id="rId6" Type="http://schemas.openxmlformats.org/officeDocument/2006/relationships/image" Target="../media/image1.png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" Type="http://schemas.openxmlformats.org/officeDocument/2006/relationships/tags" Target="../tags/tag6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tags" Target="../tags/tag684.xml"/><Relationship Id="rId7" Type="http://schemas.openxmlformats.org/officeDocument/2006/relationships/tags" Target="../tags/tag683.xml"/><Relationship Id="rId6" Type="http://schemas.openxmlformats.org/officeDocument/2006/relationships/tags" Target="../tags/tag682.xml"/><Relationship Id="rId5" Type="http://schemas.openxmlformats.org/officeDocument/2006/relationships/tags" Target="../tags/tag681.xml"/><Relationship Id="rId4" Type="http://schemas.openxmlformats.org/officeDocument/2006/relationships/tags" Target="../tags/tag680.xml"/><Relationship Id="rId3" Type="http://schemas.openxmlformats.org/officeDocument/2006/relationships/image" Target="../media/image6.png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696.xml"/><Relationship Id="rId2" Type="http://schemas.openxmlformats.org/officeDocument/2006/relationships/tags" Target="../tags/tag679.xml"/><Relationship Id="rId19" Type="http://schemas.openxmlformats.org/officeDocument/2006/relationships/tags" Target="../tags/tag695.xml"/><Relationship Id="rId18" Type="http://schemas.openxmlformats.org/officeDocument/2006/relationships/tags" Target="../tags/tag694.xml"/><Relationship Id="rId17" Type="http://schemas.openxmlformats.org/officeDocument/2006/relationships/tags" Target="../tags/tag693.xml"/><Relationship Id="rId16" Type="http://schemas.openxmlformats.org/officeDocument/2006/relationships/tags" Target="../tags/tag692.xml"/><Relationship Id="rId15" Type="http://schemas.openxmlformats.org/officeDocument/2006/relationships/tags" Target="../tags/tag691.xml"/><Relationship Id="rId14" Type="http://schemas.openxmlformats.org/officeDocument/2006/relationships/tags" Target="../tags/tag690.xml"/><Relationship Id="rId13" Type="http://schemas.openxmlformats.org/officeDocument/2006/relationships/tags" Target="../tags/tag689.xml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tags" Target="../tags/tag6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02.xml"/><Relationship Id="rId6" Type="http://schemas.openxmlformats.org/officeDocument/2006/relationships/image" Target="../media/image7.png"/><Relationship Id="rId5" Type="http://schemas.openxmlformats.org/officeDocument/2006/relationships/tags" Target="../tags/tag701.xml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" Type="http://schemas.openxmlformats.org/officeDocument/2006/relationships/tags" Target="../tags/tag69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707.xml"/><Relationship Id="rId5" Type="http://schemas.openxmlformats.org/officeDocument/2006/relationships/image" Target="../media/image8.jpeg"/><Relationship Id="rId4" Type="http://schemas.openxmlformats.org/officeDocument/2006/relationships/tags" Target="../tags/tag706.xml"/><Relationship Id="rId3" Type="http://schemas.openxmlformats.org/officeDocument/2006/relationships/tags" Target="../tags/tag705.xml"/><Relationship Id="rId2" Type="http://schemas.openxmlformats.org/officeDocument/2006/relationships/tags" Target="../tags/tag704.xml"/><Relationship Id="rId1" Type="http://schemas.openxmlformats.org/officeDocument/2006/relationships/tags" Target="../tags/tag70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15.xml"/><Relationship Id="rId8" Type="http://schemas.openxmlformats.org/officeDocument/2006/relationships/tags" Target="../tags/tag714.xml"/><Relationship Id="rId7" Type="http://schemas.openxmlformats.org/officeDocument/2006/relationships/tags" Target="../tags/tag713.xml"/><Relationship Id="rId6" Type="http://schemas.openxmlformats.org/officeDocument/2006/relationships/tags" Target="../tags/tag712.xml"/><Relationship Id="rId5" Type="http://schemas.openxmlformats.org/officeDocument/2006/relationships/image" Target="../media/image9.png"/><Relationship Id="rId4" Type="http://schemas.openxmlformats.org/officeDocument/2006/relationships/tags" Target="../tags/tag711.xml"/><Relationship Id="rId3" Type="http://schemas.openxmlformats.org/officeDocument/2006/relationships/tags" Target="../tags/tag710.xml"/><Relationship Id="rId2" Type="http://schemas.openxmlformats.org/officeDocument/2006/relationships/tags" Target="../tags/tag709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17.xml"/><Relationship Id="rId11" Type="http://schemas.openxmlformats.org/officeDocument/2006/relationships/image" Target="../media/image1.png"/><Relationship Id="rId10" Type="http://schemas.openxmlformats.org/officeDocument/2006/relationships/tags" Target="../tags/tag716.xml"/><Relationship Id="rId1" Type="http://schemas.openxmlformats.org/officeDocument/2006/relationships/tags" Target="../tags/tag70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26.xml"/><Relationship Id="rId8" Type="http://schemas.openxmlformats.org/officeDocument/2006/relationships/tags" Target="../tags/tag725.xml"/><Relationship Id="rId7" Type="http://schemas.openxmlformats.org/officeDocument/2006/relationships/tags" Target="../tags/tag724.xml"/><Relationship Id="rId6" Type="http://schemas.openxmlformats.org/officeDocument/2006/relationships/tags" Target="../tags/tag723.xml"/><Relationship Id="rId5" Type="http://schemas.openxmlformats.org/officeDocument/2006/relationships/tags" Target="../tags/tag722.xml"/><Relationship Id="rId4" Type="http://schemas.openxmlformats.org/officeDocument/2006/relationships/tags" Target="../tags/tag721.xml"/><Relationship Id="rId3" Type="http://schemas.openxmlformats.org/officeDocument/2006/relationships/tags" Target="../tags/tag720.xml"/><Relationship Id="rId2" Type="http://schemas.openxmlformats.org/officeDocument/2006/relationships/tags" Target="../tags/tag719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34.xml"/><Relationship Id="rId16" Type="http://schemas.openxmlformats.org/officeDocument/2006/relationships/tags" Target="../tags/tag733.xml"/><Relationship Id="rId15" Type="http://schemas.openxmlformats.org/officeDocument/2006/relationships/tags" Target="../tags/tag732.xml"/><Relationship Id="rId14" Type="http://schemas.openxmlformats.org/officeDocument/2006/relationships/tags" Target="../tags/tag731.xml"/><Relationship Id="rId13" Type="http://schemas.openxmlformats.org/officeDocument/2006/relationships/tags" Target="../tags/tag730.xml"/><Relationship Id="rId12" Type="http://schemas.openxmlformats.org/officeDocument/2006/relationships/tags" Target="../tags/tag729.xml"/><Relationship Id="rId11" Type="http://schemas.openxmlformats.org/officeDocument/2006/relationships/tags" Target="../tags/tag728.xml"/><Relationship Id="rId10" Type="http://schemas.openxmlformats.org/officeDocument/2006/relationships/tags" Target="../tags/tag727.xml"/><Relationship Id="rId1" Type="http://schemas.openxmlformats.org/officeDocument/2006/relationships/tags" Target="../tags/tag7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42.xml"/><Relationship Id="rId8" Type="http://schemas.openxmlformats.org/officeDocument/2006/relationships/tags" Target="../tags/tag741.xml"/><Relationship Id="rId7" Type="http://schemas.openxmlformats.org/officeDocument/2006/relationships/tags" Target="../tags/tag740.xml"/><Relationship Id="rId6" Type="http://schemas.openxmlformats.org/officeDocument/2006/relationships/tags" Target="../tags/tag739.xml"/><Relationship Id="rId5" Type="http://schemas.openxmlformats.org/officeDocument/2006/relationships/tags" Target="../tags/tag738.xml"/><Relationship Id="rId4" Type="http://schemas.openxmlformats.org/officeDocument/2006/relationships/tags" Target="../tags/tag737.xml"/><Relationship Id="rId3" Type="http://schemas.openxmlformats.org/officeDocument/2006/relationships/tags" Target="../tags/tag736.xml"/><Relationship Id="rId2" Type="http://schemas.openxmlformats.org/officeDocument/2006/relationships/tags" Target="../tags/tag735.xml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747.xml"/><Relationship Id="rId14" Type="http://schemas.openxmlformats.org/officeDocument/2006/relationships/image" Target="../media/image10.png"/><Relationship Id="rId13" Type="http://schemas.openxmlformats.org/officeDocument/2006/relationships/tags" Target="../tags/tag746.xml"/><Relationship Id="rId12" Type="http://schemas.openxmlformats.org/officeDocument/2006/relationships/tags" Target="../tags/tag745.xml"/><Relationship Id="rId11" Type="http://schemas.openxmlformats.org/officeDocument/2006/relationships/tags" Target="../tags/tag744.xml"/><Relationship Id="rId10" Type="http://schemas.openxmlformats.org/officeDocument/2006/relationships/tags" Target="../tags/tag743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750.xml"/><Relationship Id="rId7" Type="http://schemas.openxmlformats.org/officeDocument/2006/relationships/image" Target="../media/image14.png"/><Relationship Id="rId6" Type="http://schemas.openxmlformats.org/officeDocument/2006/relationships/tags" Target="../tags/tag749.xml"/><Relationship Id="rId5" Type="http://schemas.openxmlformats.org/officeDocument/2006/relationships/image" Target="../media/image2.jpeg"/><Relationship Id="rId4" Type="http://schemas.openxmlformats.org/officeDocument/2006/relationships/image" Target="../media/image13.png"/><Relationship Id="rId3" Type="http://schemas.openxmlformats.org/officeDocument/2006/relationships/tags" Target="../tags/tag74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58.xml"/><Relationship Id="rId8" Type="http://schemas.openxmlformats.org/officeDocument/2006/relationships/tags" Target="../tags/tag757.xml"/><Relationship Id="rId7" Type="http://schemas.openxmlformats.org/officeDocument/2006/relationships/tags" Target="../tags/tag756.xml"/><Relationship Id="rId6" Type="http://schemas.openxmlformats.org/officeDocument/2006/relationships/tags" Target="../tags/tag755.xml"/><Relationship Id="rId5" Type="http://schemas.openxmlformats.org/officeDocument/2006/relationships/tags" Target="../tags/tag754.xml"/><Relationship Id="rId4" Type="http://schemas.openxmlformats.org/officeDocument/2006/relationships/tags" Target="../tags/tag753.xml"/><Relationship Id="rId3" Type="http://schemas.openxmlformats.org/officeDocument/2006/relationships/image" Target="../media/image11.png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6.xml"/><Relationship Id="rId2" Type="http://schemas.openxmlformats.org/officeDocument/2006/relationships/tags" Target="../tags/tag752.xml"/><Relationship Id="rId19" Type="http://schemas.openxmlformats.org/officeDocument/2006/relationships/tags" Target="../tags/tag768.xml"/><Relationship Id="rId18" Type="http://schemas.openxmlformats.org/officeDocument/2006/relationships/tags" Target="../tags/tag767.xml"/><Relationship Id="rId17" Type="http://schemas.openxmlformats.org/officeDocument/2006/relationships/tags" Target="../tags/tag766.xml"/><Relationship Id="rId16" Type="http://schemas.openxmlformats.org/officeDocument/2006/relationships/tags" Target="../tags/tag765.xml"/><Relationship Id="rId15" Type="http://schemas.openxmlformats.org/officeDocument/2006/relationships/tags" Target="../tags/tag764.xml"/><Relationship Id="rId14" Type="http://schemas.openxmlformats.org/officeDocument/2006/relationships/tags" Target="../tags/tag763.xml"/><Relationship Id="rId13" Type="http://schemas.openxmlformats.org/officeDocument/2006/relationships/tags" Target="../tags/tag762.xml"/><Relationship Id="rId12" Type="http://schemas.openxmlformats.org/officeDocument/2006/relationships/tags" Target="../tags/tag761.xml"/><Relationship Id="rId11" Type="http://schemas.openxmlformats.org/officeDocument/2006/relationships/tags" Target="../tags/tag760.xml"/><Relationship Id="rId10" Type="http://schemas.openxmlformats.org/officeDocument/2006/relationships/tags" Target="../tags/tag759.xml"/><Relationship Id="rId1" Type="http://schemas.openxmlformats.org/officeDocument/2006/relationships/tags" Target="../tags/tag75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77.xml"/><Relationship Id="rId8" Type="http://schemas.openxmlformats.org/officeDocument/2006/relationships/tags" Target="../tags/tag776.xml"/><Relationship Id="rId7" Type="http://schemas.openxmlformats.org/officeDocument/2006/relationships/tags" Target="../tags/tag775.xml"/><Relationship Id="rId6" Type="http://schemas.openxmlformats.org/officeDocument/2006/relationships/tags" Target="../tags/tag774.xml"/><Relationship Id="rId5" Type="http://schemas.openxmlformats.org/officeDocument/2006/relationships/tags" Target="../tags/tag773.xml"/><Relationship Id="rId4" Type="http://schemas.openxmlformats.org/officeDocument/2006/relationships/tags" Target="../tags/tag772.xml"/><Relationship Id="rId3" Type="http://schemas.openxmlformats.org/officeDocument/2006/relationships/tags" Target="../tags/tag771.xml"/><Relationship Id="rId2" Type="http://schemas.openxmlformats.org/officeDocument/2006/relationships/tags" Target="../tags/tag770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85.xml"/><Relationship Id="rId16" Type="http://schemas.openxmlformats.org/officeDocument/2006/relationships/tags" Target="../tags/tag784.xml"/><Relationship Id="rId15" Type="http://schemas.openxmlformats.org/officeDocument/2006/relationships/tags" Target="../tags/tag783.xml"/><Relationship Id="rId14" Type="http://schemas.openxmlformats.org/officeDocument/2006/relationships/tags" Target="../tags/tag782.xml"/><Relationship Id="rId13" Type="http://schemas.openxmlformats.org/officeDocument/2006/relationships/tags" Target="../tags/tag781.xml"/><Relationship Id="rId12" Type="http://schemas.openxmlformats.org/officeDocument/2006/relationships/tags" Target="../tags/tag780.xml"/><Relationship Id="rId11" Type="http://schemas.openxmlformats.org/officeDocument/2006/relationships/tags" Target="../tags/tag779.xml"/><Relationship Id="rId10" Type="http://schemas.openxmlformats.org/officeDocument/2006/relationships/tags" Target="../tags/tag778.xml"/><Relationship Id="rId1" Type="http://schemas.openxmlformats.org/officeDocument/2006/relationships/tags" Target="../tags/tag76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94.xml"/><Relationship Id="rId8" Type="http://schemas.openxmlformats.org/officeDocument/2006/relationships/tags" Target="../tags/tag793.xml"/><Relationship Id="rId7" Type="http://schemas.openxmlformats.org/officeDocument/2006/relationships/tags" Target="../tags/tag792.xml"/><Relationship Id="rId6" Type="http://schemas.openxmlformats.org/officeDocument/2006/relationships/tags" Target="../tags/tag791.xml"/><Relationship Id="rId5" Type="http://schemas.openxmlformats.org/officeDocument/2006/relationships/tags" Target="../tags/tag790.xml"/><Relationship Id="rId4" Type="http://schemas.openxmlformats.org/officeDocument/2006/relationships/tags" Target="../tags/tag789.xml"/><Relationship Id="rId3" Type="http://schemas.openxmlformats.org/officeDocument/2006/relationships/tags" Target="../tags/tag788.xml"/><Relationship Id="rId2" Type="http://schemas.openxmlformats.org/officeDocument/2006/relationships/tags" Target="../tags/tag787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02.xml"/><Relationship Id="rId16" Type="http://schemas.openxmlformats.org/officeDocument/2006/relationships/tags" Target="../tags/tag801.xml"/><Relationship Id="rId15" Type="http://schemas.openxmlformats.org/officeDocument/2006/relationships/tags" Target="../tags/tag800.xml"/><Relationship Id="rId14" Type="http://schemas.openxmlformats.org/officeDocument/2006/relationships/tags" Target="../tags/tag799.xml"/><Relationship Id="rId13" Type="http://schemas.openxmlformats.org/officeDocument/2006/relationships/tags" Target="../tags/tag798.xml"/><Relationship Id="rId12" Type="http://schemas.openxmlformats.org/officeDocument/2006/relationships/tags" Target="../tags/tag797.xml"/><Relationship Id="rId11" Type="http://schemas.openxmlformats.org/officeDocument/2006/relationships/tags" Target="../tags/tag796.xml"/><Relationship Id="rId10" Type="http://schemas.openxmlformats.org/officeDocument/2006/relationships/tags" Target="../tags/tag795.xml"/><Relationship Id="rId1" Type="http://schemas.openxmlformats.org/officeDocument/2006/relationships/tags" Target="../tags/tag78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11.xml"/><Relationship Id="rId8" Type="http://schemas.openxmlformats.org/officeDocument/2006/relationships/tags" Target="../tags/tag810.xml"/><Relationship Id="rId7" Type="http://schemas.openxmlformats.org/officeDocument/2006/relationships/tags" Target="../tags/tag809.xml"/><Relationship Id="rId6" Type="http://schemas.openxmlformats.org/officeDocument/2006/relationships/tags" Target="../tags/tag808.xml"/><Relationship Id="rId50" Type="http://schemas.openxmlformats.org/officeDocument/2006/relationships/notesSlide" Target="../notesSlides/notesSlide13.xml"/><Relationship Id="rId5" Type="http://schemas.openxmlformats.org/officeDocument/2006/relationships/tags" Target="../tags/tag807.xml"/><Relationship Id="rId49" Type="http://schemas.openxmlformats.org/officeDocument/2006/relationships/slideLayout" Target="../slideLayouts/slideLayout11.xml"/><Relationship Id="rId48" Type="http://schemas.openxmlformats.org/officeDocument/2006/relationships/tags" Target="../tags/tag849.xml"/><Relationship Id="rId47" Type="http://schemas.openxmlformats.org/officeDocument/2006/relationships/image" Target="../media/image15.png"/><Relationship Id="rId46" Type="http://schemas.openxmlformats.org/officeDocument/2006/relationships/tags" Target="../tags/tag848.xml"/><Relationship Id="rId45" Type="http://schemas.openxmlformats.org/officeDocument/2006/relationships/tags" Target="../tags/tag847.xml"/><Relationship Id="rId44" Type="http://schemas.openxmlformats.org/officeDocument/2006/relationships/tags" Target="../tags/tag846.xml"/><Relationship Id="rId43" Type="http://schemas.openxmlformats.org/officeDocument/2006/relationships/tags" Target="../tags/tag845.xml"/><Relationship Id="rId42" Type="http://schemas.openxmlformats.org/officeDocument/2006/relationships/tags" Target="../tags/tag844.xml"/><Relationship Id="rId41" Type="http://schemas.openxmlformats.org/officeDocument/2006/relationships/tags" Target="../tags/tag843.xml"/><Relationship Id="rId40" Type="http://schemas.openxmlformats.org/officeDocument/2006/relationships/tags" Target="../tags/tag842.xml"/><Relationship Id="rId4" Type="http://schemas.openxmlformats.org/officeDocument/2006/relationships/tags" Target="../tags/tag806.xml"/><Relationship Id="rId39" Type="http://schemas.openxmlformats.org/officeDocument/2006/relationships/tags" Target="../tags/tag841.xml"/><Relationship Id="rId38" Type="http://schemas.openxmlformats.org/officeDocument/2006/relationships/tags" Target="../tags/tag840.xml"/><Relationship Id="rId37" Type="http://schemas.openxmlformats.org/officeDocument/2006/relationships/tags" Target="../tags/tag839.xml"/><Relationship Id="rId36" Type="http://schemas.openxmlformats.org/officeDocument/2006/relationships/tags" Target="../tags/tag838.xml"/><Relationship Id="rId35" Type="http://schemas.openxmlformats.org/officeDocument/2006/relationships/tags" Target="../tags/tag837.xml"/><Relationship Id="rId34" Type="http://schemas.openxmlformats.org/officeDocument/2006/relationships/tags" Target="../tags/tag836.xml"/><Relationship Id="rId33" Type="http://schemas.openxmlformats.org/officeDocument/2006/relationships/tags" Target="../tags/tag835.xml"/><Relationship Id="rId32" Type="http://schemas.openxmlformats.org/officeDocument/2006/relationships/tags" Target="../tags/tag834.xml"/><Relationship Id="rId31" Type="http://schemas.openxmlformats.org/officeDocument/2006/relationships/tags" Target="../tags/tag833.xml"/><Relationship Id="rId30" Type="http://schemas.openxmlformats.org/officeDocument/2006/relationships/tags" Target="../tags/tag832.xml"/><Relationship Id="rId3" Type="http://schemas.openxmlformats.org/officeDocument/2006/relationships/tags" Target="../tags/tag805.xml"/><Relationship Id="rId29" Type="http://schemas.openxmlformats.org/officeDocument/2006/relationships/tags" Target="../tags/tag831.xml"/><Relationship Id="rId28" Type="http://schemas.openxmlformats.org/officeDocument/2006/relationships/tags" Target="../tags/tag830.xml"/><Relationship Id="rId27" Type="http://schemas.openxmlformats.org/officeDocument/2006/relationships/tags" Target="../tags/tag829.xml"/><Relationship Id="rId26" Type="http://schemas.openxmlformats.org/officeDocument/2006/relationships/tags" Target="../tags/tag828.xml"/><Relationship Id="rId25" Type="http://schemas.openxmlformats.org/officeDocument/2006/relationships/tags" Target="../tags/tag827.xml"/><Relationship Id="rId24" Type="http://schemas.openxmlformats.org/officeDocument/2006/relationships/tags" Target="../tags/tag826.xml"/><Relationship Id="rId23" Type="http://schemas.openxmlformats.org/officeDocument/2006/relationships/tags" Target="../tags/tag825.xml"/><Relationship Id="rId22" Type="http://schemas.openxmlformats.org/officeDocument/2006/relationships/tags" Target="../tags/tag824.xml"/><Relationship Id="rId21" Type="http://schemas.openxmlformats.org/officeDocument/2006/relationships/tags" Target="../tags/tag823.xml"/><Relationship Id="rId20" Type="http://schemas.openxmlformats.org/officeDocument/2006/relationships/tags" Target="../tags/tag822.xml"/><Relationship Id="rId2" Type="http://schemas.openxmlformats.org/officeDocument/2006/relationships/tags" Target="../tags/tag804.xml"/><Relationship Id="rId19" Type="http://schemas.openxmlformats.org/officeDocument/2006/relationships/tags" Target="../tags/tag821.xml"/><Relationship Id="rId18" Type="http://schemas.openxmlformats.org/officeDocument/2006/relationships/tags" Target="../tags/tag820.xml"/><Relationship Id="rId17" Type="http://schemas.openxmlformats.org/officeDocument/2006/relationships/tags" Target="../tags/tag819.xml"/><Relationship Id="rId16" Type="http://schemas.openxmlformats.org/officeDocument/2006/relationships/tags" Target="../tags/tag818.xml"/><Relationship Id="rId15" Type="http://schemas.openxmlformats.org/officeDocument/2006/relationships/tags" Target="../tags/tag817.xml"/><Relationship Id="rId14" Type="http://schemas.openxmlformats.org/officeDocument/2006/relationships/tags" Target="../tags/tag816.xml"/><Relationship Id="rId13" Type="http://schemas.openxmlformats.org/officeDocument/2006/relationships/tags" Target="../tags/tag815.xml"/><Relationship Id="rId12" Type="http://schemas.openxmlformats.org/officeDocument/2006/relationships/tags" Target="../tags/tag814.xml"/><Relationship Id="rId11" Type="http://schemas.openxmlformats.org/officeDocument/2006/relationships/tags" Target="../tags/tag813.xml"/><Relationship Id="rId10" Type="http://schemas.openxmlformats.org/officeDocument/2006/relationships/tags" Target="../tags/tag812.xml"/><Relationship Id="rId1" Type="http://schemas.openxmlformats.org/officeDocument/2006/relationships/tags" Target="../tags/tag80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56.xml"/><Relationship Id="rId8" Type="http://schemas.openxmlformats.org/officeDocument/2006/relationships/tags" Target="../tags/tag855.xml"/><Relationship Id="rId7" Type="http://schemas.openxmlformats.org/officeDocument/2006/relationships/tags" Target="../tags/tag854.xml"/><Relationship Id="rId6" Type="http://schemas.openxmlformats.org/officeDocument/2006/relationships/tags" Target="../tags/tag853.xml"/><Relationship Id="rId5" Type="http://schemas.openxmlformats.org/officeDocument/2006/relationships/image" Target="../media/image16.png"/><Relationship Id="rId4" Type="http://schemas.openxmlformats.org/officeDocument/2006/relationships/tags" Target="../tags/tag852.xml"/><Relationship Id="rId3" Type="http://schemas.openxmlformats.org/officeDocument/2006/relationships/image" Target="../media/image15.png"/><Relationship Id="rId2" Type="http://schemas.openxmlformats.org/officeDocument/2006/relationships/tags" Target="../tags/tag851.xml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85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58.xml"/><Relationship Id="rId1" Type="http://schemas.openxmlformats.org/officeDocument/2006/relationships/tags" Target="../tags/tag8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0780" y="2195830"/>
            <a:ext cx="1015365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商品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删除功能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2" name="îşľîḋé"/>
          <p:cNvSpPr/>
          <p:nvPr>
            <p:custDataLst>
              <p:tags r:id="rId3"/>
            </p:custDataLst>
          </p:nvPr>
        </p:nvSpPr>
        <p:spPr bwMode="auto">
          <a:xfrm>
            <a:off x="1518920" y="6161405"/>
            <a:ext cx="332740" cy="52070"/>
          </a:xfrm>
          <a:prstGeom prst="ellipse">
            <a:avLst/>
          </a:pr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0" name="íşlíḑè"/>
          <p:cNvSpPr/>
          <p:nvPr>
            <p:custDataLst>
              <p:tags r:id="rId4"/>
            </p:custDataLst>
          </p:nvPr>
        </p:nvSpPr>
        <p:spPr bwMode="auto">
          <a:xfrm>
            <a:off x="1706880" y="6159500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19 w 121"/>
              <a:gd name="T7" fmla="*/ 32 h 59"/>
              <a:gd name="T8" fmla="*/ 52 w 121"/>
              <a:gd name="T9" fmla="*/ 55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3" y="43"/>
                  <a:pt x="19" y="32"/>
                </a:cubicBezTo>
                <a:cubicBezTo>
                  <a:pt x="25" y="22"/>
                  <a:pt x="52" y="55"/>
                  <a:pt x="52" y="5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2" name="ïŝlïḓe"/>
          <p:cNvSpPr/>
          <p:nvPr>
            <p:custDataLst>
              <p:tags r:id="rId5"/>
            </p:custDataLst>
          </p:nvPr>
        </p:nvSpPr>
        <p:spPr bwMode="auto">
          <a:xfrm>
            <a:off x="1622425" y="6158865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20 w 121"/>
              <a:gd name="T7" fmla="*/ 33 h 59"/>
              <a:gd name="T8" fmla="*/ 52 w 121"/>
              <a:gd name="T9" fmla="*/ 56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4" y="43"/>
                  <a:pt x="20" y="33"/>
                </a:cubicBezTo>
                <a:cubicBezTo>
                  <a:pt x="25" y="22"/>
                  <a:pt x="52" y="56"/>
                  <a:pt x="52" y="56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80820" y="5624830"/>
            <a:ext cx="9444355" cy="1148080"/>
            <a:chOff x="2169" y="7900"/>
            <a:chExt cx="14873" cy="1808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87" y="8407"/>
              <a:ext cx="13055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Express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框架中结合表单进行商品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删除？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2874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2698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2886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541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2555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2553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543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2628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95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445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466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534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611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648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90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732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466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521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617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618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624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631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78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407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520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532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548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662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76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90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636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661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91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517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76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601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79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83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334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72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73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169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239" y="8220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194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412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157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162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103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111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094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100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412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412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412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 rot="0">
            <a:off x="2496820" y="1810385"/>
            <a:ext cx="6936740" cy="3779830"/>
            <a:chOff x="3932" y="4344"/>
            <a:chExt cx="10924" cy="3701"/>
          </a:xfrm>
        </p:grpSpPr>
        <p:sp>
          <p:nvSpPr>
            <p:cNvPr id="19" name="矩形: 圆角 18"/>
            <p:cNvSpPr/>
            <p:nvPr>
              <p:custDataLst>
                <p:tags r:id="rId71"/>
              </p:custDataLst>
            </p:nvPr>
          </p:nvSpPr>
          <p:spPr>
            <a:xfrm>
              <a:off x="3932" y="4344"/>
              <a:ext cx="10924" cy="3701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12.png图片12"/>
            <p:cNvPicPr>
              <a:picLocks noChangeAspect="1"/>
            </p:cNvPicPr>
            <p:nvPr/>
          </p:nvPicPr>
          <p:blipFill>
            <a:blip r:embed="rId72"/>
            <a:srcRect/>
            <a:stretch>
              <a:fillRect/>
            </a:stretch>
          </p:blipFill>
          <p:spPr>
            <a:xfrm>
              <a:off x="4862" y="4446"/>
              <a:ext cx="9160" cy="3498"/>
            </a:xfrm>
            <a:prstGeom prst="rect">
              <a:avLst/>
            </a:prstGeom>
            <a:blipFill dpi="0" rotWithShape="1">
              <a:blip r:embed="rId73" cstate="screen"/>
              <a:srcRect/>
              <a:stretch>
                <a:fillRect/>
              </a:stretch>
            </a:blipFill>
            <a:ln>
              <a:solidFill>
                <a:schemeClr val="accent5"/>
              </a:solidFill>
            </a:ln>
            <a:effectLst/>
          </p:spPr>
        </p:pic>
      </p:grpSp>
      <p:pic>
        <p:nvPicPr>
          <p:cNvPr id="8" name="图片 7" descr="C:/Users/TXY/Desktop/444.jpg444"/>
          <p:cNvPicPr>
            <a:picLocks noChangeAspect="1"/>
          </p:cNvPicPr>
          <p:nvPr/>
        </p:nvPicPr>
        <p:blipFill>
          <a:blip r:embed="rId74"/>
          <a:srcRect t="4265" b="4265"/>
          <a:stretch>
            <a:fillRect/>
          </a:stretch>
        </p:blipFill>
        <p:spPr>
          <a:xfrm>
            <a:off x="2767330" y="817245"/>
            <a:ext cx="2261870" cy="859155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75"/>
          <a:srcRect r="43482" b="6838"/>
          <a:stretch>
            <a:fillRect/>
          </a:stretch>
        </p:blipFill>
        <p:spPr bwMode="auto">
          <a:xfrm>
            <a:off x="7391400" y="81724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5024755" y="817245"/>
            <a:ext cx="2366645" cy="858520"/>
          </a:xfrm>
          <a:prstGeom prst="rect">
            <a:avLst/>
          </a:prstGeom>
        </p:spPr>
      </p:pic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1806575" y="112903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985010" y="129413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2524760" y="1222375"/>
            <a:ext cx="701230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中完成商品数据的删除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操作。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12.png图片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3000" y="2087880"/>
            <a:ext cx="8674100" cy="42418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 descr="C:/Users/TXY/Desktop/图片1.png图片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26250" y="200660"/>
            <a:ext cx="3433445" cy="6497955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7799070" y="2468880"/>
            <a:ext cx="131127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770505" y="4026535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圆角矩形 30"/>
          <p:cNvSpPr/>
          <p:nvPr>
            <p:custDataLst>
              <p:tags r:id="rId6"/>
            </p:custDataLst>
          </p:nvPr>
        </p:nvSpPr>
        <p:spPr>
          <a:xfrm>
            <a:off x="1898015" y="410337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2786380" y="495998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48"/>
          <p:cNvSpPr/>
          <p:nvPr>
            <p:custDataLst>
              <p:tags r:id="rId8"/>
            </p:custDataLst>
          </p:nvPr>
        </p:nvSpPr>
        <p:spPr>
          <a:xfrm>
            <a:off x="1913890" y="507809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2770505" y="2981325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创建模板引擎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52"/>
          <p:cNvSpPr/>
          <p:nvPr>
            <p:custDataLst>
              <p:tags r:id="rId10"/>
            </p:custDataLst>
          </p:nvPr>
        </p:nvSpPr>
        <p:spPr>
          <a:xfrm>
            <a:off x="1898015" y="309245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43"/>
          <p:cNvSpPr/>
          <p:nvPr>
            <p:custDataLst>
              <p:tags r:id="rId11"/>
            </p:custDataLst>
          </p:nvPr>
        </p:nvSpPr>
        <p:spPr>
          <a:xfrm>
            <a:off x="1898015" y="21666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ïsľïḋé"/>
          <p:cNvCxnSpPr/>
          <p:nvPr>
            <p:custDataLst>
              <p:tags r:id="rId12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íś1îḍé"/>
          <p:cNvSpPr/>
          <p:nvPr>
            <p:custDataLst>
              <p:tags r:id="rId13"/>
            </p:custDataLst>
          </p:nvPr>
        </p:nvSpPr>
        <p:spPr>
          <a:xfrm>
            <a:off x="136334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íś1îḍé"/>
          <p:cNvSpPr/>
          <p:nvPr>
            <p:custDataLst>
              <p:tags r:id="rId14"/>
            </p:custDataLst>
          </p:nvPr>
        </p:nvSpPr>
        <p:spPr>
          <a:xfrm>
            <a:off x="1370965" y="31921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íś1îḍé"/>
          <p:cNvSpPr/>
          <p:nvPr>
            <p:custDataLst>
              <p:tags r:id="rId15"/>
            </p:custDataLst>
          </p:nvPr>
        </p:nvSpPr>
        <p:spPr>
          <a:xfrm>
            <a:off x="137795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íś1îḍé"/>
          <p:cNvSpPr/>
          <p:nvPr>
            <p:custDataLst>
              <p:tags r:id="rId16"/>
            </p:custDataLst>
          </p:nvPr>
        </p:nvSpPr>
        <p:spPr>
          <a:xfrm>
            <a:off x="136334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iṧļíḋe"/>
          <p:cNvSpPr/>
          <p:nvPr>
            <p:custDataLst>
              <p:tags r:id="rId17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iṣḷiďê"/>
          <p:cNvSpPr/>
          <p:nvPr>
            <p:custDataLst>
              <p:tags r:id="rId18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9"/>
            </p:custDataLst>
          </p:nvPr>
        </p:nvSpPr>
        <p:spPr>
          <a:xfrm>
            <a:off x="2770505" y="206565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26" grpId="0"/>
      <p:bldP spid="17" grpId="0" bldLvl="0" animBg="1"/>
      <p:bldP spid="26" grpId="1"/>
      <p:bldP spid="17" grpId="1" animBg="1"/>
      <p:bldP spid="14" grpId="0"/>
      <p:bldP spid="15" grpId="0" bldLvl="0" animBg="1"/>
      <p:bldP spid="14" grpId="1"/>
      <p:bldP spid="15" grpId="1" animBg="1"/>
      <p:bldP spid="10" grpId="0"/>
      <p:bldP spid="11" grpId="0" bldLvl="0" animBg="1"/>
      <p:bldP spid="10" grpId="1"/>
      <p:bldP spid="11" grpId="1" animBg="1"/>
      <p:bldP spid="12" grpId="0"/>
      <p:bldP spid="13" grpId="0" bldLvl="0" animBg="1"/>
      <p:bldP spid="12" grpId="1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24915" y="1853565"/>
            <a:ext cx="91598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>
            <p:custDataLst>
              <p:tags r:id="rId5"/>
            </p:custDataLst>
          </p:nvPr>
        </p:nvSpPr>
        <p:spPr>
          <a:xfrm>
            <a:off x="4427855" y="5038725"/>
            <a:ext cx="275336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为主码、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自增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79220" y="2618105"/>
            <a:ext cx="9174480" cy="2148840"/>
            <a:chOff x="2172" y="4473"/>
            <a:chExt cx="14448" cy="3384"/>
          </a:xfrm>
        </p:grpSpPr>
        <p:pic>
          <p:nvPicPr>
            <p:cNvPr id="11" name="图片 1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2172" y="4473"/>
              <a:ext cx="14449" cy="3385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12" name="矩形 11"/>
            <p:cNvSpPr/>
            <p:nvPr/>
          </p:nvSpPr>
          <p:spPr>
            <a:xfrm>
              <a:off x="5381" y="4526"/>
              <a:ext cx="685" cy="3227"/>
            </a:xfrm>
            <a:prstGeom prst="rect">
              <a:avLst/>
            </a:prstGeom>
            <a:noFill/>
            <a:ln w="57150">
              <a:solidFill>
                <a:srgbClr val="F9F9F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" grpId="0" bldLvl="0" animBg="1"/>
      <p:bldP spid="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774682" y="1674248"/>
            <a:ext cx="614553" cy="614555"/>
            <a:chOff x="988220" y="2898404"/>
            <a:chExt cx="460916" cy="460916"/>
          </a:xfrm>
        </p:grpSpPr>
        <p:sp>
          <p:nvSpPr>
            <p:cNvPr id="16" name="文本框 15"/>
            <p:cNvSpPr txBox="1"/>
            <p:nvPr/>
          </p:nvSpPr>
          <p:spPr>
            <a:xfrm>
              <a:off x="1067994" y="2924700"/>
              <a:ext cx="286137" cy="37707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665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  <a:endParaRPr lang="zh-CN" altLang="en-US" sz="266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 descr="C:/Users/TXY/Desktop/22.jpg22"/>
          <p:cNvPicPr/>
          <p:nvPr/>
        </p:nvPicPr>
        <p:blipFill rotWithShape="1">
          <a:blip r:embed="rId5"/>
          <a:srcRect/>
          <a:stretch>
            <a:fillRect/>
          </a:stretch>
        </p:blipFill>
        <p:spPr bwMode="auto">
          <a:xfrm>
            <a:off x="4472305" y="1828800"/>
            <a:ext cx="7305040" cy="290131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967400" y="1997111"/>
            <a:ext cx="4116304" cy="2122805"/>
            <a:chOff x="1130029" y="1676804"/>
            <a:chExt cx="4116304" cy="2122805"/>
          </a:xfrm>
        </p:grpSpPr>
        <p:sp>
          <p:nvSpPr>
            <p:cNvPr id="7" name="is1ide-Rectangle 21"/>
            <p:cNvSpPr/>
            <p:nvPr/>
          </p:nvSpPr>
          <p:spPr>
            <a:xfrm>
              <a:off x="1366625" y="1882136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is1ide-Rectangle: Rounded Corners 31"/>
            <p:cNvSpPr/>
            <p:nvPr/>
          </p:nvSpPr>
          <p:spPr>
            <a:xfrm rot="16200000">
              <a:off x="468676" y="2543579"/>
              <a:ext cx="1751330" cy="428625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692" y="1676804"/>
              <a:ext cx="3562641" cy="2122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</a:t>
              </a:r>
              <a:r>
                <a:rPr lang="zh-CN" altLang="en-US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表格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&lt;table&gt;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7105" y="4190823"/>
            <a:ext cx="3139440" cy="2192832"/>
            <a:chOff x="1129712" y="3863548"/>
            <a:chExt cx="3139190" cy="1751150"/>
          </a:xfrm>
        </p:grpSpPr>
        <p:sp>
          <p:nvSpPr>
            <p:cNvPr id="37" name="is1ide-Rectangle 23"/>
            <p:cNvSpPr/>
            <p:nvPr/>
          </p:nvSpPr>
          <p:spPr>
            <a:xfrm>
              <a:off x="1366625" y="3863548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is1ide-Rectangle: Rounded Corners 33"/>
            <p:cNvSpPr/>
            <p:nvPr/>
          </p:nvSpPr>
          <p:spPr>
            <a:xfrm rot="16200000">
              <a:off x="468344" y="4524915"/>
              <a:ext cx="1751150" cy="428415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83432" y="3965616"/>
              <a:ext cx="2300605" cy="1547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4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【修改】</a:t>
              </a:r>
              <a:endParaRPr lang="zh-CN" altLang="en-US" sz="4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4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【删除】</a:t>
              </a:r>
              <a:endParaRPr lang="zh-CN" altLang="en-US" sz="4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4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超链接</a:t>
              </a:r>
              <a:endParaRPr lang="zh-CN" altLang="en-US" sz="4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3759835" y="1160145"/>
            <a:ext cx="69234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模板文件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views/product/index.ejs-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商品列表页面添加链接</a:t>
            </a:r>
            <a:r>
              <a:rPr kumimoji="0" lang="zh-CN" altLang="en-US" sz="2000" i="0" kern="1200" cap="none" spc="0" normalizeH="0" baseline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51655" y="5118735"/>
            <a:ext cx="7499985" cy="1137920"/>
          </a:xfrm>
          <a:prstGeom prst="rect">
            <a:avLst/>
          </a:prstGeom>
          <a:noFill/>
          <a:ln w="952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p>
            <a:pPr indent="0"/>
            <a:r>
              <a:rPr lang="en-US" b="1">
                <a:latin typeface="Courier New" panose="02070309020205020404" charset="0"/>
                <a:ea typeface="宋体" panose="02010600030101010101" pitchFamily="2" charset="-122"/>
              </a:rPr>
              <a:t>&lt;a href="/admin/edit?</a:t>
            </a:r>
            <a:r>
              <a:rPr lang="en-US" b="1">
                <a:highlight>
                  <a:srgbClr val="FFFF00"/>
                </a:highlight>
                <a:latin typeface="Courier New" panose="02070309020205020404" charset="0"/>
                <a:ea typeface="宋体" panose="02010600030101010101" pitchFamily="2" charset="-122"/>
              </a:rPr>
              <a:t>id=&lt;%= list[i].id%&gt;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</a:rPr>
              <a:t>"&gt;</a:t>
            </a:r>
            <a:r>
              <a:rPr lang="zh-CN" b="1">
                <a:ea typeface="宋体" panose="02010600030101010101" pitchFamily="2" charset="-122"/>
              </a:rPr>
              <a:t>修改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</a:rPr>
              <a:t>&lt;/a&gt;</a:t>
            </a:r>
            <a:endParaRPr lang="en-US" b="0"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/>
            <a:r>
              <a:rPr lang="en-US" b="1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&lt;a href=</a:t>
            </a:r>
            <a:r>
              <a:rPr lang="en-US" b="0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b="1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/admin/delete?</a:t>
            </a:r>
            <a:r>
              <a:rPr lang="en-US" b="1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charset="0"/>
                <a:ea typeface="宋体" panose="02010600030101010101" pitchFamily="2" charset="-122"/>
              </a:rPr>
              <a:t>id=&lt;%= list[i].id</a:t>
            </a:r>
            <a:r>
              <a:rPr lang="en-US" b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charset="0"/>
                <a:ea typeface="宋体" panose="02010600030101010101" pitchFamily="2" charset="-122"/>
              </a:rPr>
              <a:t>%&gt;</a:t>
            </a:r>
            <a:r>
              <a:rPr lang="en-US" b="0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"    </a:t>
            </a:r>
            <a:endParaRPr lang="en-US" b="0">
              <a:solidFill>
                <a:srgbClr val="C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   onclick="return confirm('</a:t>
            </a:r>
            <a:r>
              <a:rPr lang="zh-CN" b="0">
                <a:solidFill>
                  <a:srgbClr val="C00000"/>
                </a:solidFill>
                <a:ea typeface="宋体" panose="02010600030101010101" pitchFamily="2" charset="-122"/>
              </a:rPr>
              <a:t>确定要删除吗？</a:t>
            </a:r>
            <a:r>
              <a:rPr lang="en-US" b="0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');"&gt;</a:t>
            </a:r>
            <a:r>
              <a:rPr lang="zh-CN" b="0">
                <a:solidFill>
                  <a:srgbClr val="C00000"/>
                </a:solidFill>
                <a:ea typeface="宋体" panose="02010600030101010101" pitchFamily="2" charset="-122"/>
              </a:rPr>
              <a:t>删除</a:t>
            </a:r>
            <a:r>
              <a:rPr lang="en-US" b="1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&lt;/a&gt;</a:t>
            </a:r>
            <a:endParaRPr lang="en-US" altLang="en-US" b="1">
              <a:solidFill>
                <a:srgbClr val="C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1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图片10.png图片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224" t="470" r="927"/>
          <a:stretch>
            <a:fillRect/>
          </a:stretch>
        </p:blipFill>
        <p:spPr>
          <a:xfrm>
            <a:off x="967105" y="1706245"/>
            <a:ext cx="2783840" cy="494982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1577340" y="1959610"/>
            <a:ext cx="1563370" cy="30226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4664075" y="1582222"/>
            <a:ext cx="6112169" cy="2332553"/>
            <a:chOff x="7345" y="2732"/>
            <a:chExt cx="9625" cy="3673"/>
          </a:xfrm>
        </p:grpSpPr>
        <p:sp>
          <p:nvSpPr>
            <p:cNvPr id="9" name="文本框 8"/>
            <p:cNvSpPr txBox="1"/>
            <p:nvPr>
              <p:custDataLst>
                <p:tags r:id="rId9"/>
              </p:custDataLst>
            </p:nvPr>
          </p:nvSpPr>
          <p:spPr>
            <a:xfrm>
              <a:off x="7345" y="3661"/>
              <a:ext cx="9625" cy="274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删除功能：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get("/delete")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（带地址栏参数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/delete?id=5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）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获取地址栏参数id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表中执行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商品删除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0"/>
              </p:custDataLst>
            </p:nvPr>
          </p:nvSpPr>
          <p:spPr>
            <a:xfrm>
              <a:off x="7345" y="2732"/>
              <a:ext cx="9625" cy="546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p>
              <a:r>
                <a:rPr lang="en-US" altLang="zh-CN" sz="2400" b="1" dirty="0">
                  <a:solidFill>
                    <a:schemeClr val="tx1"/>
                  </a:solidFill>
                </a:rPr>
                <a:t>routes/</a:t>
              </a:r>
              <a:r>
                <a:rPr lang="en-US" altLang="zh-CN" sz="2400" b="1" dirty="0">
                  <a:solidFill>
                    <a:schemeClr val="tx1"/>
                  </a:solidFill>
                </a:rPr>
                <a:t>admin.js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1" name="图片 181" descr="C:/Users/TXY/Desktop/图片12.png图片12"/>
          <p:cNvPicPr>
            <a:picLocks noChangeAspect="1"/>
          </p:cNvPicPr>
          <p:nvPr/>
        </p:nvPicPr>
        <p:blipFill>
          <a:blip r:embed="rId11"/>
          <a:srcRect l="17312" t="-1295"/>
          <a:stretch>
            <a:fillRect/>
          </a:stretch>
        </p:blipFill>
        <p:spPr>
          <a:xfrm>
            <a:off x="6754495" y="4157980"/>
            <a:ext cx="3648710" cy="2185670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1490980"/>
            <a:ext cx="8703945" cy="516318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574165"/>
            <a:ext cx="8762365" cy="508000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19475" y="1984375"/>
            <a:ext cx="8682355" cy="4316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router.get("/delete",function (req,res, next) {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const id = req.query.id;	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var  sql = '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delete FROM product where id=?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';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var sqlParam=[id];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db.conn.query(sql, sqlParam, function (err, result) {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if(err){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console.log('[SELECT ERROR] - ',err.message);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return;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}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res.redirect("/admin/product");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});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5440" y="5547360"/>
            <a:ext cx="7917180" cy="751840"/>
            <a:chOff x="544" y="5928"/>
            <a:chExt cx="12468" cy="1184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44" y="6006"/>
              <a:ext cx="3993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删除后跳转到列表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起到刷新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178"/>
              <a:ext cx="793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5928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349250" y="2974340"/>
            <a:ext cx="8303895" cy="888365"/>
            <a:chOff x="322" y="4314"/>
            <a:chExt cx="13077" cy="1399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314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取得地址栏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执行删除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713"/>
              <a:ext cx="831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48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矩形 57"/>
          <p:cNvSpPr/>
          <p:nvPr/>
        </p:nvSpPr>
        <p:spPr>
          <a:xfrm>
            <a:off x="4232275" y="2454275"/>
            <a:ext cx="3796030" cy="3009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1" descr="C:/Users/TXY/Desktop/图片12.png图片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90110" y="335915"/>
            <a:ext cx="7094855" cy="358775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33064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78510" y="2311400"/>
            <a:ext cx="4885055" cy="1481455"/>
            <a:chOff x="1523" y="3640"/>
            <a:chExt cx="7693" cy="2333"/>
          </a:xfrm>
        </p:grpSpPr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94" y="3675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启动项目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TextBox 3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23" y="4895"/>
              <a:ext cx="7009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进入项目文件夹，打开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app.js</a:t>
              </a:r>
              <a:endPara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Oval 100"/>
            <p:cNvSpPr/>
            <p:nvPr>
              <p:custDataLst>
                <p:tags r:id="rId7"/>
              </p:custDataLst>
            </p:nvPr>
          </p:nvSpPr>
          <p:spPr bwMode="auto">
            <a:xfrm flipH="1">
              <a:off x="1523" y="3640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3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68" y="3847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8510" y="4164965"/>
            <a:ext cx="4885690" cy="1723390"/>
            <a:chOff x="1523" y="6559"/>
            <a:chExt cx="7694" cy="2714"/>
          </a:xfrm>
        </p:grpSpPr>
        <p:sp>
          <p:nvSpPr>
            <p:cNvPr id="9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95" y="6559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服务器测试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Oval 100"/>
            <p:cNvSpPr/>
            <p:nvPr>
              <p:custDataLst>
                <p:tags r:id="rId11"/>
              </p:custDataLst>
            </p:nvPr>
          </p:nvSpPr>
          <p:spPr bwMode="auto">
            <a:xfrm flipH="1">
              <a:off x="1524" y="6662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7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9" y="6869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extBox 3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3" y="7691"/>
              <a:ext cx="6482" cy="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浏览器打开地址：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http://localhost:3006/admin/login</a:t>
              </a:r>
              <a:endPara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登录后点击【增加商品】</a:t>
              </a: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菜单</a:t>
              </a:r>
              <a:endParaRPr lang="zh-CN" alt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6" name="图片 181" descr="C:/Users/TXY/Desktop/图片13.png图片13"/>
          <p:cNvPicPr>
            <a:picLocks noChangeAspect="1"/>
          </p:cNvPicPr>
          <p:nvPr/>
        </p:nvPicPr>
        <p:blipFill>
          <a:blip r:embed="rId14"/>
          <a:srcRect l="389" r="389"/>
          <a:stretch>
            <a:fillRect/>
          </a:stretch>
        </p:blipFill>
        <p:spPr>
          <a:xfrm>
            <a:off x="4690745" y="2535555"/>
            <a:ext cx="7094220" cy="3735705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81" descr="C:/Users/TXY/Desktop/图片3.png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25" y="2268855"/>
            <a:ext cx="4090670" cy="33547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15" name="图片 14" descr="千库网_卡通手绘对错符号_元素编号13655046"/>
          <p:cNvPicPr>
            <a:picLocks noChangeAspect="1"/>
          </p:cNvPicPr>
          <p:nvPr/>
        </p:nvPicPr>
        <p:blipFill>
          <a:blip r:embed="rId2"/>
          <a:srcRect l="47927" t="33083" r="3531" b="26198"/>
          <a:stretch>
            <a:fillRect/>
          </a:stretch>
        </p:blipFill>
        <p:spPr>
          <a:xfrm>
            <a:off x="2298700" y="3788410"/>
            <a:ext cx="1956435" cy="164147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2915920" y="1136650"/>
            <a:ext cx="8025130" cy="935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未登录，通过输入功能页面地址也能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访问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比如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：直接访问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http://localhost:3006/admin/product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1" name="图片 181" descr="C:/Users/TXY/Desktop/图片4.png图片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86375" y="2268855"/>
            <a:ext cx="6490970" cy="3308350"/>
          </a:xfrm>
          <a:prstGeom prst="rect">
            <a:avLst/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sp>
        <p:nvSpPr>
          <p:cNvPr id="19" name="圆角矩形 18"/>
          <p:cNvSpPr/>
          <p:nvPr>
            <p:custDataLst>
              <p:tags r:id="rId6"/>
            </p:custDataLst>
          </p:nvPr>
        </p:nvSpPr>
        <p:spPr>
          <a:xfrm>
            <a:off x="2740025" y="5961380"/>
            <a:ext cx="7505065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必须登录，才能访问功能页面，否则页面指向登录页！</a:t>
            </a:r>
            <a:endParaRPr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3200">
                <a:sym typeface="+mn-ea"/>
              </a:rPr>
              <a:t>登录检测中间件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664335" y="1091565"/>
            <a:ext cx="1075690" cy="869950"/>
          </a:xfrm>
          <a:prstGeom prst="round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19" grpId="0" animBg="1"/>
      <p:bldP spid="1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1480185" y="908685"/>
            <a:ext cx="9444355" cy="1237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定义中间件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--用来检测是否登录,所有商品管理功能（商品列表显示、商品搜索、商品增加、商品修改和商品删除）的路由增加登录检测。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圆: 空心 4"/>
          <p:cNvSpPr/>
          <p:nvPr>
            <p:custDataLst>
              <p:tags r:id="rId2"/>
            </p:custDataLst>
          </p:nvPr>
        </p:nvSpPr>
        <p:spPr>
          <a:xfrm>
            <a:off x="1356360" y="2757170"/>
            <a:ext cx="2422525" cy="2349500"/>
          </a:xfrm>
          <a:prstGeom prst="donut">
            <a:avLst>
              <a:gd name="adj" fmla="val 783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81" descr="C:/Users/TXY/Desktop/图片3.png图片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80" y="2840990"/>
            <a:ext cx="2287905" cy="2178685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0" name="组合 29"/>
          <p:cNvGrpSpPr/>
          <p:nvPr>
            <p:custDataLst>
              <p:tags r:id="rId4"/>
            </p:custDataLst>
          </p:nvPr>
        </p:nvGrpSpPr>
        <p:grpSpPr>
          <a:xfrm>
            <a:off x="3130550" y="2235200"/>
            <a:ext cx="6797040" cy="1597660"/>
            <a:chOff x="4913" y="3520"/>
            <a:chExt cx="10704" cy="2516"/>
          </a:xfrm>
        </p:grpSpPr>
        <p:sp>
          <p:nvSpPr>
            <p:cNvPr id="6" name="圆: 空心 12"/>
            <p:cNvSpPr/>
            <p:nvPr>
              <p:custDataLst>
                <p:tags r:id="rId5"/>
              </p:custDataLst>
            </p:nvPr>
          </p:nvSpPr>
          <p:spPr>
            <a:xfrm>
              <a:off x="6381" y="3520"/>
              <a:ext cx="1238" cy="1274"/>
            </a:xfrm>
            <a:prstGeom prst="donut">
              <a:avLst>
                <a:gd name="adj" fmla="val 885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9" name="组合 28"/>
            <p:cNvGrpSpPr/>
            <p:nvPr>
              <p:custDataLst>
                <p:tags r:id="rId6"/>
              </p:custDataLst>
            </p:nvPr>
          </p:nvGrpSpPr>
          <p:grpSpPr>
            <a:xfrm>
              <a:off x="4913" y="3610"/>
              <a:ext cx="10705" cy="2426"/>
              <a:chOff x="4913" y="3610"/>
              <a:chExt cx="10705" cy="2426"/>
            </a:xfrm>
          </p:grpSpPr>
          <p:sp>
            <p:nvSpPr>
              <p:cNvPr id="18" name="任意多边形: 形状 17"/>
              <p:cNvSpPr/>
              <p:nvPr>
                <p:custDataLst>
                  <p:tags r:id="rId7"/>
                </p:custDataLst>
              </p:nvPr>
            </p:nvSpPr>
            <p:spPr>
              <a:xfrm>
                <a:off x="4913" y="4256"/>
                <a:ext cx="1835" cy="1781"/>
              </a:xfrm>
              <a:custGeom>
                <a:avLst/>
                <a:gdLst>
                  <a:gd name="connsiteX0" fmla="*/ 1211583 w 1494674"/>
                  <a:gd name="connsiteY0" fmla="*/ 0 h 1450413"/>
                  <a:gd name="connsiteX1" fmla="*/ 1213202 w 1494674"/>
                  <a:gd name="connsiteY1" fmla="*/ 16540 h 1450413"/>
                  <a:gd name="connsiteX2" fmla="*/ 1425172 w 1494674"/>
                  <a:gd name="connsiteY2" fmla="*/ 342247 h 1450413"/>
                  <a:gd name="connsiteX3" fmla="*/ 1494674 w 1494674"/>
                  <a:gd name="connsiteY3" fmla="*/ 381088 h 1450413"/>
                  <a:gd name="connsiteX4" fmla="*/ 1369085 w 1494674"/>
                  <a:gd name="connsiteY4" fmla="*/ 442401 h 1450413"/>
                  <a:gd name="connsiteX5" fmla="*/ 1213794 w 1494674"/>
                  <a:gd name="connsiteY5" fmla="*/ 549822 h 1450413"/>
                  <a:gd name="connsiteX6" fmla="*/ 762270 w 1494674"/>
                  <a:gd name="connsiteY6" fmla="*/ 1381425 h 1450413"/>
                  <a:gd name="connsiteX7" fmla="*/ 758333 w 1494674"/>
                  <a:gd name="connsiteY7" fmla="*/ 1450413 h 1450413"/>
                  <a:gd name="connsiteX8" fmla="*/ 0 w 1494674"/>
                  <a:gd name="connsiteY8" fmla="*/ 513950 h 1450413"/>
                  <a:gd name="connsiteX9" fmla="*/ 68299 w 1494674"/>
                  <a:gd name="connsiteY9" fmla="*/ 524442 h 1450413"/>
                  <a:gd name="connsiteX10" fmla="*/ 975607 w 1494674"/>
                  <a:gd name="connsiteY10" fmla="*/ 255686 h 1450413"/>
                  <a:gd name="connsiteX11" fmla="*/ 1112968 w 1494674"/>
                  <a:gd name="connsiteY11" fmla="*/ 126122 h 1450413"/>
                  <a:gd name="connsiteX12" fmla="*/ 1211583 w 1494674"/>
                  <a:gd name="connsiteY12" fmla="*/ 0 h 1450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94674" h="1450413">
                    <a:moveTo>
                      <a:pt x="1211583" y="0"/>
                    </a:moveTo>
                    <a:lnTo>
                      <a:pt x="1213202" y="16540"/>
                    </a:lnTo>
                    <a:cubicBezTo>
                      <a:pt x="1240057" y="151658"/>
                      <a:pt x="1317920" y="267646"/>
                      <a:pt x="1425172" y="342247"/>
                    </a:cubicBezTo>
                    <a:lnTo>
                      <a:pt x="1494674" y="381088"/>
                    </a:lnTo>
                    <a:lnTo>
                      <a:pt x="1369085" y="442401"/>
                    </a:lnTo>
                    <a:cubicBezTo>
                      <a:pt x="1315471" y="473746"/>
                      <a:pt x="1263543" y="509536"/>
                      <a:pt x="1213794" y="549822"/>
                    </a:cubicBezTo>
                    <a:cubicBezTo>
                      <a:pt x="948465" y="764681"/>
                      <a:pt x="795344" y="1066744"/>
                      <a:pt x="762270" y="1381425"/>
                    </a:cubicBezTo>
                    <a:lnTo>
                      <a:pt x="758333" y="1450413"/>
                    </a:lnTo>
                    <a:lnTo>
                      <a:pt x="0" y="513950"/>
                    </a:lnTo>
                    <a:lnTo>
                      <a:pt x="68299" y="524442"/>
                    </a:lnTo>
                    <a:cubicBezTo>
                      <a:pt x="382980" y="557517"/>
                      <a:pt x="710278" y="470544"/>
                      <a:pt x="975607" y="255686"/>
                    </a:cubicBezTo>
                    <a:cubicBezTo>
                      <a:pt x="1025356" y="215400"/>
                      <a:pt x="1071160" y="172048"/>
                      <a:pt x="1112968" y="126122"/>
                    </a:cubicBezTo>
                    <a:lnTo>
                      <a:pt x="1211583" y="0"/>
                    </a:lnTo>
                    <a:close/>
                  </a:path>
                </a:pathLst>
              </a:custGeom>
              <a:solidFill>
                <a:schemeClr val="accent1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/>
              </a:p>
            </p:txBody>
          </p:sp>
          <p:sp>
            <p:nvSpPr>
              <p:cNvPr id="2" name="矩形 1"/>
              <p:cNvSpPr/>
              <p:nvPr>
                <p:custDataLst>
                  <p:tags r:id="rId8"/>
                </p:custDataLst>
              </p:nvPr>
            </p:nvSpPr>
            <p:spPr>
              <a:xfrm>
                <a:off x="8204" y="3684"/>
                <a:ext cx="7415" cy="7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p>
                <a:pPr algn="just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chemeClr val="lt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 req.session.userInfo = 登录人账号;</a:t>
                </a:r>
                <a:endPara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TextBox 30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6581" y="3610"/>
                <a:ext cx="893" cy="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no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登录</a:t>
                </a:r>
                <a:endPara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成功</a:t>
                </a:r>
                <a:endPara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32" name="组合 31"/>
          <p:cNvGrpSpPr/>
          <p:nvPr>
            <p:custDataLst>
              <p:tags r:id="rId10"/>
            </p:custDataLst>
          </p:nvPr>
        </p:nvGrpSpPr>
        <p:grpSpPr>
          <a:xfrm>
            <a:off x="3713480" y="3627755"/>
            <a:ext cx="6222365" cy="808990"/>
            <a:chOff x="5831" y="5713"/>
            <a:chExt cx="9799" cy="1274"/>
          </a:xfrm>
        </p:grpSpPr>
        <p:sp>
          <p:nvSpPr>
            <p:cNvPr id="42" name="任意多边形: 形状 41"/>
            <p:cNvSpPr/>
            <p:nvPr>
              <p:custDataLst>
                <p:tags r:id="rId11"/>
              </p:custDataLst>
            </p:nvPr>
          </p:nvSpPr>
          <p:spPr>
            <a:xfrm>
              <a:off x="5831" y="5996"/>
              <a:ext cx="641" cy="707"/>
            </a:xfrm>
            <a:custGeom>
              <a:avLst/>
              <a:gdLst>
                <a:gd name="connsiteX0" fmla="*/ 0 w 522072"/>
                <a:gd name="connsiteY0" fmla="*/ 0 h 576000"/>
                <a:gd name="connsiteX1" fmla="*/ 57685 w 522072"/>
                <a:gd name="connsiteY1" fmla="*/ 36499 h 576000"/>
                <a:gd name="connsiteX2" fmla="*/ 305792 w 522072"/>
                <a:gd name="connsiteY2" fmla="*/ 94890 h 576000"/>
                <a:gd name="connsiteX3" fmla="*/ 434252 w 522072"/>
                <a:gd name="connsiteY3" fmla="*/ 79794 h 576000"/>
                <a:gd name="connsiteX4" fmla="*/ 513663 w 522072"/>
                <a:gd name="connsiteY4" fmla="*/ 51059 h 576000"/>
                <a:gd name="connsiteX5" fmla="*/ 495233 w 522072"/>
                <a:gd name="connsiteY5" fmla="*/ 86018 h 576000"/>
                <a:gd name="connsiteX6" fmla="*/ 455626 w 522072"/>
                <a:gd name="connsiteY6" fmla="*/ 288000 h 576000"/>
                <a:gd name="connsiteX7" fmla="*/ 495233 w 522072"/>
                <a:gd name="connsiteY7" fmla="*/ 489982 h 576000"/>
                <a:gd name="connsiteX8" fmla="*/ 522072 w 522072"/>
                <a:gd name="connsiteY8" fmla="*/ 540891 h 576000"/>
                <a:gd name="connsiteX9" fmla="*/ 421275 w 522072"/>
                <a:gd name="connsiteY9" fmla="*/ 504416 h 576000"/>
                <a:gd name="connsiteX10" fmla="*/ 292815 w 522072"/>
                <a:gd name="connsiteY10" fmla="*/ 489320 h 576000"/>
                <a:gd name="connsiteX11" fmla="*/ 44708 w 522072"/>
                <a:gd name="connsiteY11" fmla="*/ 547712 h 576000"/>
                <a:gd name="connsiteX12" fmla="*/ 0 w 522072"/>
                <a:gd name="connsiteY12" fmla="*/ 576000 h 576000"/>
                <a:gd name="connsiteX13" fmla="*/ 0 w 522072"/>
                <a:gd name="connsiteY13" fmla="*/ 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2072" h="576000">
                  <a:moveTo>
                    <a:pt x="0" y="0"/>
                  </a:moveTo>
                  <a:lnTo>
                    <a:pt x="57685" y="36499"/>
                  </a:lnTo>
                  <a:cubicBezTo>
                    <a:pt x="133943" y="74098"/>
                    <a:pt x="217785" y="94890"/>
                    <a:pt x="305792" y="94890"/>
                  </a:cubicBezTo>
                  <a:cubicBezTo>
                    <a:pt x="349796" y="94890"/>
                    <a:pt x="392758" y="89692"/>
                    <a:pt x="434252" y="79794"/>
                  </a:cubicBezTo>
                  <a:lnTo>
                    <a:pt x="513663" y="51059"/>
                  </a:lnTo>
                  <a:lnTo>
                    <a:pt x="495233" y="86018"/>
                  </a:lnTo>
                  <a:cubicBezTo>
                    <a:pt x="469729" y="148100"/>
                    <a:pt x="455626" y="216354"/>
                    <a:pt x="455626" y="288000"/>
                  </a:cubicBezTo>
                  <a:cubicBezTo>
                    <a:pt x="455626" y="359646"/>
                    <a:pt x="469729" y="427901"/>
                    <a:pt x="495233" y="489982"/>
                  </a:cubicBezTo>
                  <a:lnTo>
                    <a:pt x="522072" y="540891"/>
                  </a:lnTo>
                  <a:lnTo>
                    <a:pt x="421275" y="504416"/>
                  </a:lnTo>
                  <a:cubicBezTo>
                    <a:pt x="379781" y="494518"/>
                    <a:pt x="336819" y="489320"/>
                    <a:pt x="292815" y="489320"/>
                  </a:cubicBezTo>
                  <a:cubicBezTo>
                    <a:pt x="204808" y="489320"/>
                    <a:pt x="120966" y="510112"/>
                    <a:pt x="44708" y="547712"/>
                  </a:cubicBezTo>
                  <a:lnTo>
                    <a:pt x="0" y="57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>
              <p:custDataLst>
                <p:tags r:id="rId12"/>
              </p:custDataLst>
            </p:nvPr>
          </p:nvSpPr>
          <p:spPr>
            <a:xfrm>
              <a:off x="8216" y="5830"/>
              <a:ext cx="7415" cy="87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algn="jus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未对session中的变量</a:t>
              </a:r>
              <a:r>
                <a: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userInfo</a:t>
              </a:r>
              <a:r>
                <a: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赋值</a:t>
              </a:r>
              <a:endParaRPr lang="zh-CN" altLang="en-US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0" name="圆: 空心 9"/>
            <p:cNvSpPr/>
            <p:nvPr>
              <p:custDataLst>
                <p:tags r:id="rId13"/>
              </p:custDataLst>
            </p:nvPr>
          </p:nvSpPr>
          <p:spPr>
            <a:xfrm>
              <a:off x="6381" y="5713"/>
              <a:ext cx="1238" cy="1274"/>
            </a:xfrm>
            <a:prstGeom prst="donut">
              <a:avLst>
                <a:gd name="adj" fmla="val 885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TextBox 3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637" y="5813"/>
              <a:ext cx="893" cy="1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no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登录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失败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119755" y="4225290"/>
            <a:ext cx="6816725" cy="1729740"/>
            <a:chOff x="4913" y="6654"/>
            <a:chExt cx="10735" cy="2724"/>
          </a:xfrm>
        </p:grpSpPr>
        <p:sp>
          <p:nvSpPr>
            <p:cNvPr id="9" name="矩形 8"/>
            <p:cNvSpPr/>
            <p:nvPr>
              <p:custDataLst>
                <p:tags r:id="rId15"/>
              </p:custDataLst>
            </p:nvPr>
          </p:nvSpPr>
          <p:spPr>
            <a:xfrm>
              <a:off x="8234" y="7706"/>
              <a:ext cx="7415" cy="167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algn="jus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req.session.destroy</a:t>
              </a:r>
              <a:r>
                <a:rPr lang="en-US" altLang="zh-CN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();</a:t>
              </a:r>
              <a:endParaRPr lang="en-US" altLang="zh-CN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销毁</a:t>
              </a:r>
              <a:r>
                <a:rPr lang="en-US" altLang="zh-CN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session</a:t>
              </a:r>
              <a:r>
                <a: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中存储的</a:t>
              </a:r>
              <a:r>
                <a: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数据。</a:t>
              </a:r>
              <a:endParaRPr lang="zh-CN" altLang="en-US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圆: 空心 26"/>
            <p:cNvSpPr/>
            <p:nvPr>
              <p:custDataLst>
                <p:tags r:id="rId16"/>
              </p:custDataLst>
            </p:nvPr>
          </p:nvSpPr>
          <p:spPr>
            <a:xfrm>
              <a:off x="6398" y="7905"/>
              <a:ext cx="1238" cy="1274"/>
            </a:xfrm>
            <a:prstGeom prst="donut">
              <a:avLst>
                <a:gd name="adj" fmla="val 885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: 形状 27"/>
            <p:cNvSpPr/>
            <p:nvPr>
              <p:custDataLst>
                <p:tags r:id="rId17"/>
              </p:custDataLst>
            </p:nvPr>
          </p:nvSpPr>
          <p:spPr>
            <a:xfrm flipV="1">
              <a:off x="4913" y="6654"/>
              <a:ext cx="1835" cy="1781"/>
            </a:xfrm>
            <a:custGeom>
              <a:avLst/>
              <a:gdLst>
                <a:gd name="connsiteX0" fmla="*/ 1211583 w 1494674"/>
                <a:gd name="connsiteY0" fmla="*/ 0 h 1450413"/>
                <a:gd name="connsiteX1" fmla="*/ 1213202 w 1494674"/>
                <a:gd name="connsiteY1" fmla="*/ 16540 h 1450413"/>
                <a:gd name="connsiteX2" fmla="*/ 1425172 w 1494674"/>
                <a:gd name="connsiteY2" fmla="*/ 342247 h 1450413"/>
                <a:gd name="connsiteX3" fmla="*/ 1494674 w 1494674"/>
                <a:gd name="connsiteY3" fmla="*/ 381088 h 1450413"/>
                <a:gd name="connsiteX4" fmla="*/ 1369085 w 1494674"/>
                <a:gd name="connsiteY4" fmla="*/ 442401 h 1450413"/>
                <a:gd name="connsiteX5" fmla="*/ 1213794 w 1494674"/>
                <a:gd name="connsiteY5" fmla="*/ 549822 h 1450413"/>
                <a:gd name="connsiteX6" fmla="*/ 762270 w 1494674"/>
                <a:gd name="connsiteY6" fmla="*/ 1381425 h 1450413"/>
                <a:gd name="connsiteX7" fmla="*/ 758333 w 1494674"/>
                <a:gd name="connsiteY7" fmla="*/ 1450413 h 1450413"/>
                <a:gd name="connsiteX8" fmla="*/ 0 w 1494674"/>
                <a:gd name="connsiteY8" fmla="*/ 513950 h 1450413"/>
                <a:gd name="connsiteX9" fmla="*/ 68299 w 1494674"/>
                <a:gd name="connsiteY9" fmla="*/ 524442 h 1450413"/>
                <a:gd name="connsiteX10" fmla="*/ 975607 w 1494674"/>
                <a:gd name="connsiteY10" fmla="*/ 255686 h 1450413"/>
                <a:gd name="connsiteX11" fmla="*/ 1112968 w 1494674"/>
                <a:gd name="connsiteY11" fmla="*/ 126122 h 1450413"/>
                <a:gd name="connsiteX12" fmla="*/ 1211583 w 1494674"/>
                <a:gd name="connsiteY12" fmla="*/ 0 h 1450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94674" h="1450413">
                  <a:moveTo>
                    <a:pt x="1211583" y="0"/>
                  </a:moveTo>
                  <a:lnTo>
                    <a:pt x="1213202" y="16540"/>
                  </a:lnTo>
                  <a:cubicBezTo>
                    <a:pt x="1240057" y="151658"/>
                    <a:pt x="1317920" y="267646"/>
                    <a:pt x="1425172" y="342247"/>
                  </a:cubicBezTo>
                  <a:lnTo>
                    <a:pt x="1494674" y="381088"/>
                  </a:lnTo>
                  <a:lnTo>
                    <a:pt x="1369085" y="442401"/>
                  </a:lnTo>
                  <a:cubicBezTo>
                    <a:pt x="1315471" y="473746"/>
                    <a:pt x="1263543" y="509536"/>
                    <a:pt x="1213794" y="549822"/>
                  </a:cubicBezTo>
                  <a:cubicBezTo>
                    <a:pt x="948465" y="764681"/>
                    <a:pt x="795344" y="1066744"/>
                    <a:pt x="762270" y="1381425"/>
                  </a:cubicBezTo>
                  <a:lnTo>
                    <a:pt x="758333" y="1450413"/>
                  </a:lnTo>
                  <a:lnTo>
                    <a:pt x="0" y="513950"/>
                  </a:lnTo>
                  <a:lnTo>
                    <a:pt x="68299" y="524442"/>
                  </a:lnTo>
                  <a:cubicBezTo>
                    <a:pt x="382980" y="557517"/>
                    <a:pt x="710278" y="470544"/>
                    <a:pt x="975607" y="255686"/>
                  </a:cubicBezTo>
                  <a:cubicBezTo>
                    <a:pt x="1025356" y="215400"/>
                    <a:pt x="1071160" y="172048"/>
                    <a:pt x="1112968" y="126122"/>
                  </a:cubicBezTo>
                  <a:lnTo>
                    <a:pt x="1211583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5" name="TextBox 3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632" y="7982"/>
              <a:ext cx="893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no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退出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登录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>
                <a:sym typeface="+mn-ea"/>
              </a:rPr>
              <a:t>登录检测中间件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5" grpId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1598930"/>
            <a:ext cx="8703945" cy="369697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574165"/>
            <a:ext cx="8762365" cy="372173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19475" y="1630045"/>
            <a:ext cx="8634095" cy="35020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登录检测中间件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function </a:t>
            </a: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authenLogin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(req, res, next) {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if (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req.session.userInfo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 {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//session中userInfo不为空，登录成功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next();  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执行下一个中间件或路由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} else {   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登录失败，</a:t>
            </a: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指向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登录页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res.redirect('/admin/login');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}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61340" y="4058920"/>
            <a:ext cx="7917180" cy="751840"/>
            <a:chOff x="544" y="5928"/>
            <a:chExt cx="12468" cy="1184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44" y="6006"/>
              <a:ext cx="3993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未登录时，指向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登录页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178"/>
              <a:ext cx="793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5928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>
                <a:sym typeface="+mn-ea"/>
              </a:rPr>
              <a:t>登录检测中间件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557530" y="2339340"/>
            <a:ext cx="7133590" cy="778510"/>
            <a:chOff x="650" y="4487"/>
            <a:chExt cx="11234" cy="1226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50" y="4488"/>
              <a:ext cx="3887" cy="10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登录成功的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标志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713"/>
              <a:ext cx="680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48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>
                <a:sym typeface="+mn-ea"/>
              </a:rPr>
              <a:t>登录检测中间件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3073400" y="1002665"/>
            <a:ext cx="8953500" cy="56515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圆角矩形 25"/>
          <p:cNvSpPr/>
          <p:nvPr>
            <p:custDataLst>
              <p:tags r:id="rId4"/>
            </p:custDataLst>
          </p:nvPr>
        </p:nvSpPr>
        <p:spPr>
          <a:xfrm>
            <a:off x="3077210" y="963930"/>
            <a:ext cx="8986520" cy="569023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226435" y="1113155"/>
            <a:ext cx="8831580" cy="52552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/product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", 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authenLogin,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function (req,res, next) {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分页显示商品列表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......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router.get("/add", 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authenLogin,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function (req,res, next){       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增加商品页面渲染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......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router.post("/doAdd", 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authenLogin,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function (req,res, next){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//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提交商品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数据进表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......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router.get("/edit", 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authenLogin,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function (req,res, next){        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修改商品页面渲染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有数据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......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router.post("/doEdit", 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authenLogin,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function (req,res, next){  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修改商品数据进表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......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router.get("/delete", 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authenLogin,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function (req,res, next){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//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删除商品信息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......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router.get("/search", 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authenLogin,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function (req,res, next){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//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搜索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信息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......</a:t>
            </a:r>
            <a:endParaRPr lang="en-US" altLang="zh-CN" sz="16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04470" y="5280660"/>
            <a:ext cx="8760460" cy="977900"/>
            <a:chOff x="322" y="6006"/>
            <a:chExt cx="13796" cy="1540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6006"/>
              <a:ext cx="4215" cy="15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所有需要管理员权限的功能都需要调用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登录验证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中间件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178"/>
              <a:ext cx="903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6234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" name="文本框 26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29" name="矩形 28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 rot="0">
            <a:off x="204470" y="3154045"/>
            <a:ext cx="8519160" cy="781685"/>
            <a:chOff x="322" y="4470"/>
            <a:chExt cx="13416" cy="1231"/>
          </a:xfrm>
        </p:grpSpPr>
        <p:sp>
          <p:nvSpPr>
            <p:cNvPr id="35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470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路由中加入中间件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名称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authenLogin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6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661"/>
              <a:ext cx="86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48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343490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65354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174498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27508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中结合模板引擎实现首页显示商品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35470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44868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628265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准备数据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创建模板引擎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启动项目，浏览页面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7351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48266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371340"/>
            <a:ext cx="6604635" cy="228282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views/product/index.ejs –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商品列表模板引擎，提供删除链接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登录检测中间件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管理员权限控制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kern="1200" cap="none" spc="0" normalizeH="0" baseline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kern="1200" cap="none" spc="0" normalizeH="0" baseline="0" noProof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828675" y="970280"/>
            <a:ext cx="9956800" cy="7740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商品管理功能是门户网站、电商系统等典型Web应用的核心功能，</a:t>
            </a:r>
            <a:endParaRPr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其设计与实现的思路非常重要，实现过程具有很好的参考价值。</a:t>
            </a:r>
            <a:endParaRPr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20" y="1930400"/>
            <a:ext cx="9253220" cy="418655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563880" y="2979420"/>
            <a:ext cx="1550670" cy="3136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4018280" y="3569335"/>
            <a:ext cx="1906905" cy="2547620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7828915" y="3568700"/>
            <a:ext cx="1932305" cy="2547620"/>
          </a:xfrm>
          <a:prstGeom prst="rect">
            <a:avLst/>
          </a:prstGeom>
          <a:noFill/>
          <a:ln w="28575">
            <a:solidFill>
              <a:srgbClr val="0070C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193655" y="1602740"/>
            <a:ext cx="1524000" cy="4347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indent="0" fontAlgn="auto">
              <a:lnSpc>
                <a:spcPct val="200000"/>
              </a:lnSpc>
            </a:pPr>
            <a:r>
              <a:rPr lang="zh-CN" sz="4400" b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charset="0"/>
                <a:ea typeface="等线" panose="02010600030101010101" charset="-122"/>
              </a:rPr>
              <a:t>模仿</a:t>
            </a:r>
            <a:endParaRPr lang="zh-CN" sz="4400" b="1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Calibri" panose="020F0502020204030204" charset="0"/>
              <a:ea typeface="等线" panose="02010600030101010101" charset="-122"/>
            </a:endParaRPr>
          </a:p>
          <a:p>
            <a:pPr indent="0" fontAlgn="auto">
              <a:lnSpc>
                <a:spcPct val="200000"/>
              </a:lnSpc>
            </a:pPr>
            <a:r>
              <a:rPr lang="zh-CN" sz="4400" b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charset="0"/>
                <a:ea typeface="等线" panose="02010600030101010101" charset="-122"/>
              </a:rPr>
              <a:t>实践</a:t>
            </a:r>
            <a:endParaRPr lang="zh-CN" sz="4400" b="1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Calibri" panose="020F0502020204030204" charset="0"/>
              <a:ea typeface="等线" panose="02010600030101010101" charset="-122"/>
            </a:endParaRPr>
          </a:p>
          <a:p>
            <a:pPr indent="0" fontAlgn="auto">
              <a:lnSpc>
                <a:spcPct val="200000"/>
              </a:lnSpc>
            </a:pPr>
            <a:r>
              <a:rPr lang="zh-CN" sz="4400" b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charset="0"/>
                <a:ea typeface="等线" panose="02010600030101010101" charset="-122"/>
              </a:rPr>
              <a:t>验证</a:t>
            </a:r>
            <a:endParaRPr lang="zh-CN" altLang="en-US" sz="4400" b="1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Calibri" panose="020F0502020204030204" charset="0"/>
              <a:ea typeface="等线" panose="02010600030101010101" charset="-122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0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34" dur="5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5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10" grpId="0" bldLvl="0" animBg="1"/>
      <p:bldP spid="10" grpId="1" animBg="1"/>
      <p:bldP spid="6" grpId="0" bldLvl="0" animBg="1"/>
      <p:bldP spid="6" grpId="1" animBg="1"/>
      <p:bldP spid="4" grpId="0"/>
      <p:bldP spid="4" grpId="1"/>
      <p:bldP spid="100" grpId="0"/>
      <p:bldP spid="100" grpId="1"/>
      <p:bldP spid="100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8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SLIDE_BACKGROUND_TYPE" val="general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1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7.xml><?xml version="1.0" encoding="utf-8"?>
<p:tagLst xmlns:p="http://schemas.openxmlformats.org/presentationml/2006/main">
  <p:tag name="KSO_WM_SLIDE_BACKGROUND_TYPE" val="general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1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4.xml><?xml version="1.0" encoding="utf-8"?>
<p:tagLst xmlns:p="http://schemas.openxmlformats.org/presentationml/2006/main">
  <p:tag name="KSO_WM_DIAGRAM_VIRTUALLY_FRAME" val="{&quot;height&quot;:183.66559055118108,&quot;left&quot;:367.25,&quot;top&quot;:124.5844094488189,&quot;width&quot;:481.27314960629917}"/>
</p:tagLst>
</file>

<file path=ppt/tags/tag7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</p:tagLst>
</file>

<file path=ppt/tags/tag7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83.66559055118108,&quot;left&quot;:367.25,&quot;top&quot;:124.5844094488189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内容"/>
</p:tagLst>
</file>

<file path=ppt/tags/tag717.xml><?xml version="1.0" encoding="utf-8"?>
<p:tagLst xmlns:p="http://schemas.openxmlformats.org/presentationml/2006/main">
  <p:tag name="KSO_WM_SLIDE_BACKGROUND_TYPE" val="general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2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4.xml><?xml version="1.0" encoding="utf-8"?>
<p:tagLst xmlns:p="http://schemas.openxmlformats.org/presentationml/2006/main">
  <p:tag name="KSO_WM_SLIDE_BACKGROUND_TYPE" val="general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SLIDE_BACKGROUND_TYPE" val="general"/>
</p:tagLst>
</file>

<file path=ppt/tags/tag74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9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50.xml><?xml version="1.0" encoding="utf-8"?>
<p:tagLst xmlns:p="http://schemas.openxmlformats.org/presentationml/2006/main">
  <p:tag name="KSO_WM_SLIDE_ID" val="custom20233634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396.85*322.5"/>
  <p:tag name="KSO_WM_SLIDE_POSITION" val="470.125*161.3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634"/>
  <p:tag name="KSO_WM_SLIDE_LAYOUT" val="a_d_l"/>
  <p:tag name="KSO_WM_SLIDE_LAYOUT_CNT" val="1_1_1"/>
</p:tagLst>
</file>

<file path=ppt/tags/tag75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3261_1*n_h_i*1_1_1"/>
  <p:tag name="KSO_WM_TEMPLATE_CATEGORY" val="diagram"/>
  <p:tag name="KSO_WM_TEMPLATE_INDEX" val="20233261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02.7964660644533,&quot;left&quot;:74.5,&quot;top&quot;:186.48747562919078,&quot;width&quot;:831.353237612266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53.xml><?xml version="1.0" encoding="utf-8"?>
<p:tagLst xmlns:p="http://schemas.openxmlformats.org/presentationml/2006/main">
  <p:tag name="KSO_WM_DIAGRAM_VIRTUALLY_FRAME" val="{&quot;height&quot;:313.2839416936441,&quot;left&quot;:75.35,&quot;top&quot;:176,&quot;width&quot;:831.3532376122661}"/>
</p:tagLst>
</file>

<file path=ppt/tags/tag75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3261_1*n_h_h_i*1_2_1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55.xml><?xml version="1.0" encoding="utf-8"?>
<p:tagLst xmlns:p="http://schemas.openxmlformats.org/presentationml/2006/main">
  <p:tag name="KSO_WM_DIAGRAM_VIRTUALLY_FRAME" val="{&quot;height&quot;:313.26275280367463,&quot;left&quot;:74.5,&quot;top&quot;:176.02118888996947,&quot;width&quot;:831.3532376122661}"/>
</p:tagLst>
</file>

<file path=ppt/tags/tag75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3261_1*n_h_h_i*1_2_1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3261_1*n_h_h_f*1_2_1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简明扼要地阐述您的观点"/>
</p:tagLst>
</file>

<file path=ppt/tags/tag7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DIAGRAM_VIRTUALLY_FRAME" val="{&quot;height&quot;:313.2839416936441,&quot;left&quot;:75.35,&quot;top&quot;:176,&quot;width&quot;:831.3532376122661}"/>
</p:tagLst>
</file>

<file path=ppt/tags/tag7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3261_1*n_h_h_i*1_2_2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3261_1*n_h_h_f*1_2_2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简明扼要地阐述您的观点"/>
</p:tagLst>
</file>

<file path=ppt/tags/tag7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33261_1*n_h_h_i*1_2_2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3261_1*n_h_h_f*1_2_3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简明扼要地阐述您的观点"/>
</p:tagLst>
</file>

<file path=ppt/tags/tag7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233261_1*n_h_h_i*1_2_3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3261_1*n_h_h_i*1_2_3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13.2839416936441,&quot;left&quot;:75.35,&quot;top&quot;:176,&quot;width&quot;:831.3532376122661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SLIDE_ID" val="custom20233634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396.85*322.5"/>
  <p:tag name="KSO_WM_SLIDE_POSITION" val="470.125*161.3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634"/>
  <p:tag name="KSO_WM_SLIDE_LAYOUT" val="a_d_l"/>
  <p:tag name="KSO_WM_SLIDE_LAYOUT_CNT" val="1_1_1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7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5.xml><?xml version="1.0" encoding="utf-8"?>
<p:tagLst xmlns:p="http://schemas.openxmlformats.org/presentationml/2006/main">
  <p:tag name="KSO_WM_SLIDE_BACKGROUND_TYPE" val="general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8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9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2.xml><?xml version="1.0" encoding="utf-8"?>
<p:tagLst xmlns:p="http://schemas.openxmlformats.org/presentationml/2006/main">
  <p:tag name="KSO_WM_SLIDE_BACKGROUND_TYPE" val="general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5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5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56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7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58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59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2449</Words>
  <Application>WPS 演示</Application>
  <PresentationFormat>宽屏</PresentationFormat>
  <Paragraphs>230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Courier New</vt:lpstr>
      <vt:lpstr>等线</vt:lpstr>
      <vt:lpstr>Arial Unicode MS</vt:lpstr>
      <vt:lpstr>Calibri Light</vt:lpstr>
      <vt:lpstr>黑体</vt:lpstr>
      <vt:lpstr>Calibri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单击此处添加标题</vt:lpstr>
      <vt:lpstr>登录检测中间件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811</cp:revision>
  <dcterms:created xsi:type="dcterms:W3CDTF">2020-10-23T09:50:00Z</dcterms:created>
  <dcterms:modified xsi:type="dcterms:W3CDTF">2024-07-07T13:29:30Z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086BE491CA75400F96068058B9408F27_13</vt:lpwstr>
  </property>
  <property fmtid="{D5CDD505-2E9C-101B-9397-08002B2CF9AE}" pid="3" name="KSOProductBuildVer">
    <vt:lpwstr>2052-12.1.0.16929</vt:lpwstr>
  </property>
</Properties>
</file>