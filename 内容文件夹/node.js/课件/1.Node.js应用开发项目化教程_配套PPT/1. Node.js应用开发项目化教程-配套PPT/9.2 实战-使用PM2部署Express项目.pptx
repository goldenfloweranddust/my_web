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5"/>
  </p:notesMasterIdLst>
  <p:sldIdLst>
    <p:sldId id="428" r:id="rId4"/>
    <p:sldId id="429" r:id="rId6"/>
    <p:sldId id="430" r:id="rId7"/>
    <p:sldId id="431" r:id="rId8"/>
    <p:sldId id="456" r:id="rId9"/>
    <p:sldId id="468" r:id="rId10"/>
    <p:sldId id="455" r:id="rId11"/>
    <p:sldId id="458" r:id="rId12"/>
    <p:sldId id="457" r:id="rId13"/>
    <p:sldId id="459" r:id="rId14"/>
    <p:sldId id="460" r:id="rId15"/>
    <p:sldId id="463" r:id="rId16"/>
    <p:sldId id="464" r:id="rId17"/>
    <p:sldId id="442" r:id="rId18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6" userDrawn="1">
          <p15:clr>
            <a:srgbClr val="A4A3A4"/>
          </p15:clr>
        </p15:guide>
        <p15:guide id="2" pos="388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 D" initials="W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00"/>
    <a:srgbClr val="AFABAB"/>
    <a:srgbClr val="3C853C"/>
    <a:srgbClr val="4C944C"/>
    <a:srgbClr val="333333"/>
    <a:srgbClr val="232323"/>
    <a:srgbClr val="D86060"/>
    <a:srgbClr val="434343"/>
    <a:srgbClr val="D164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47" autoAdjust="0"/>
    <p:restoredTop sz="93775" autoAdjust="0"/>
  </p:normalViewPr>
  <p:slideViewPr>
    <p:cSldViewPr snapToGrid="0" showGuides="1">
      <p:cViewPr varScale="1">
        <p:scale>
          <a:sx n="72" d="100"/>
          <a:sy n="72" d="100"/>
        </p:scale>
        <p:origin x="492" y="72"/>
      </p:cViewPr>
      <p:guideLst>
        <p:guide orient="horz" pos="2266"/>
        <p:guide pos="38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gs" Target="tags/tag799.xml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B6FD2-0759-46B1-9F64-D04F29189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BD92E64-5989-4DAC-91ED-545C524ECB9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tags" Target="../tags/tag7.xml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6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5" Type="http://schemas.openxmlformats.org/officeDocument/2006/relationships/tags" Target="../tags/tag125.xml"/><Relationship Id="rId34" Type="http://schemas.openxmlformats.org/officeDocument/2006/relationships/tags" Target="../tags/tag124.xml"/><Relationship Id="rId33" Type="http://schemas.openxmlformats.org/officeDocument/2006/relationships/tags" Target="../tags/tag123.xml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tags" Target="../tags/tag93.xml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3" Type="http://schemas.openxmlformats.org/officeDocument/2006/relationships/tags" Target="../tags/tag217.xml"/><Relationship Id="rId92" Type="http://schemas.openxmlformats.org/officeDocument/2006/relationships/tags" Target="../tags/tag216.xml"/><Relationship Id="rId91" Type="http://schemas.openxmlformats.org/officeDocument/2006/relationships/tags" Target="../tags/tag215.xml"/><Relationship Id="rId90" Type="http://schemas.openxmlformats.org/officeDocument/2006/relationships/tags" Target="../tags/tag214.xml"/><Relationship Id="rId9" Type="http://schemas.openxmlformats.org/officeDocument/2006/relationships/tags" Target="../tags/tag133.xml"/><Relationship Id="rId89" Type="http://schemas.openxmlformats.org/officeDocument/2006/relationships/tags" Target="../tags/tag213.xml"/><Relationship Id="rId88" Type="http://schemas.openxmlformats.org/officeDocument/2006/relationships/tags" Target="../tags/tag212.xml"/><Relationship Id="rId87" Type="http://schemas.openxmlformats.org/officeDocument/2006/relationships/tags" Target="../tags/tag211.xml"/><Relationship Id="rId86" Type="http://schemas.openxmlformats.org/officeDocument/2006/relationships/tags" Target="../tags/tag210.xml"/><Relationship Id="rId85" Type="http://schemas.openxmlformats.org/officeDocument/2006/relationships/tags" Target="../tags/tag209.xml"/><Relationship Id="rId84" Type="http://schemas.openxmlformats.org/officeDocument/2006/relationships/tags" Target="../tags/tag208.xml"/><Relationship Id="rId83" Type="http://schemas.openxmlformats.org/officeDocument/2006/relationships/tags" Target="../tags/tag207.xml"/><Relationship Id="rId82" Type="http://schemas.openxmlformats.org/officeDocument/2006/relationships/tags" Target="../tags/tag206.xml"/><Relationship Id="rId81" Type="http://schemas.openxmlformats.org/officeDocument/2006/relationships/tags" Target="../tags/tag205.xml"/><Relationship Id="rId80" Type="http://schemas.openxmlformats.org/officeDocument/2006/relationships/tags" Target="../tags/tag204.xml"/><Relationship Id="rId8" Type="http://schemas.openxmlformats.org/officeDocument/2006/relationships/tags" Target="../tags/tag132.xml"/><Relationship Id="rId79" Type="http://schemas.openxmlformats.org/officeDocument/2006/relationships/tags" Target="../tags/tag203.xml"/><Relationship Id="rId78" Type="http://schemas.openxmlformats.org/officeDocument/2006/relationships/tags" Target="../tags/tag202.xml"/><Relationship Id="rId77" Type="http://schemas.openxmlformats.org/officeDocument/2006/relationships/tags" Target="../tags/tag201.xml"/><Relationship Id="rId76" Type="http://schemas.openxmlformats.org/officeDocument/2006/relationships/tags" Target="../tags/tag200.xml"/><Relationship Id="rId75" Type="http://schemas.openxmlformats.org/officeDocument/2006/relationships/tags" Target="../tags/tag199.xml"/><Relationship Id="rId74" Type="http://schemas.openxmlformats.org/officeDocument/2006/relationships/tags" Target="../tags/tag198.xml"/><Relationship Id="rId73" Type="http://schemas.openxmlformats.org/officeDocument/2006/relationships/tags" Target="../tags/tag197.xml"/><Relationship Id="rId72" Type="http://schemas.openxmlformats.org/officeDocument/2006/relationships/tags" Target="../tags/tag196.xml"/><Relationship Id="rId71" Type="http://schemas.openxmlformats.org/officeDocument/2006/relationships/tags" Target="../tags/tag195.xml"/><Relationship Id="rId70" Type="http://schemas.openxmlformats.org/officeDocument/2006/relationships/tags" Target="../tags/tag194.xml"/><Relationship Id="rId7" Type="http://schemas.openxmlformats.org/officeDocument/2006/relationships/tags" Target="../tags/tag131.xml"/><Relationship Id="rId69" Type="http://schemas.openxmlformats.org/officeDocument/2006/relationships/tags" Target="../tags/tag193.xml"/><Relationship Id="rId68" Type="http://schemas.openxmlformats.org/officeDocument/2006/relationships/tags" Target="../tags/tag192.xml"/><Relationship Id="rId67" Type="http://schemas.openxmlformats.org/officeDocument/2006/relationships/tags" Target="../tags/tag191.xml"/><Relationship Id="rId66" Type="http://schemas.openxmlformats.org/officeDocument/2006/relationships/tags" Target="../tags/tag190.xml"/><Relationship Id="rId65" Type="http://schemas.openxmlformats.org/officeDocument/2006/relationships/tags" Target="../tags/tag189.xml"/><Relationship Id="rId64" Type="http://schemas.openxmlformats.org/officeDocument/2006/relationships/tags" Target="../tags/tag188.xml"/><Relationship Id="rId63" Type="http://schemas.openxmlformats.org/officeDocument/2006/relationships/tags" Target="../tags/tag187.xml"/><Relationship Id="rId62" Type="http://schemas.openxmlformats.org/officeDocument/2006/relationships/tags" Target="../tags/tag186.xml"/><Relationship Id="rId61" Type="http://schemas.openxmlformats.org/officeDocument/2006/relationships/tags" Target="../tags/tag185.xml"/><Relationship Id="rId60" Type="http://schemas.openxmlformats.org/officeDocument/2006/relationships/tags" Target="../tags/tag184.xml"/><Relationship Id="rId6" Type="http://schemas.openxmlformats.org/officeDocument/2006/relationships/tags" Target="../tags/tag130.xml"/><Relationship Id="rId59" Type="http://schemas.openxmlformats.org/officeDocument/2006/relationships/tags" Target="../tags/tag183.xml"/><Relationship Id="rId58" Type="http://schemas.openxmlformats.org/officeDocument/2006/relationships/tags" Target="../tags/tag182.xml"/><Relationship Id="rId57" Type="http://schemas.openxmlformats.org/officeDocument/2006/relationships/tags" Target="../tags/tag181.xml"/><Relationship Id="rId56" Type="http://schemas.openxmlformats.org/officeDocument/2006/relationships/tags" Target="../tags/tag180.xml"/><Relationship Id="rId55" Type="http://schemas.openxmlformats.org/officeDocument/2006/relationships/tags" Target="../tags/tag179.xml"/><Relationship Id="rId54" Type="http://schemas.openxmlformats.org/officeDocument/2006/relationships/tags" Target="../tags/tag178.xml"/><Relationship Id="rId53" Type="http://schemas.openxmlformats.org/officeDocument/2006/relationships/tags" Target="../tags/tag177.xml"/><Relationship Id="rId52" Type="http://schemas.openxmlformats.org/officeDocument/2006/relationships/tags" Target="../tags/tag176.xml"/><Relationship Id="rId51" Type="http://schemas.openxmlformats.org/officeDocument/2006/relationships/tags" Target="../tags/tag175.xml"/><Relationship Id="rId50" Type="http://schemas.openxmlformats.org/officeDocument/2006/relationships/tags" Target="../tags/tag174.xml"/><Relationship Id="rId5" Type="http://schemas.openxmlformats.org/officeDocument/2006/relationships/tags" Target="../tags/tag129.xml"/><Relationship Id="rId49" Type="http://schemas.openxmlformats.org/officeDocument/2006/relationships/tags" Target="../tags/tag173.xml"/><Relationship Id="rId48" Type="http://schemas.openxmlformats.org/officeDocument/2006/relationships/tags" Target="../tags/tag172.xml"/><Relationship Id="rId47" Type="http://schemas.openxmlformats.org/officeDocument/2006/relationships/tags" Target="../tags/tag171.xml"/><Relationship Id="rId46" Type="http://schemas.openxmlformats.org/officeDocument/2006/relationships/tags" Target="../tags/tag170.xml"/><Relationship Id="rId45" Type="http://schemas.openxmlformats.org/officeDocument/2006/relationships/tags" Target="../tags/tag169.xml"/><Relationship Id="rId44" Type="http://schemas.openxmlformats.org/officeDocument/2006/relationships/tags" Target="../tags/tag168.xml"/><Relationship Id="rId43" Type="http://schemas.openxmlformats.org/officeDocument/2006/relationships/tags" Target="../tags/tag167.xml"/><Relationship Id="rId42" Type="http://schemas.openxmlformats.org/officeDocument/2006/relationships/tags" Target="../tags/tag166.xml"/><Relationship Id="rId41" Type="http://schemas.openxmlformats.org/officeDocument/2006/relationships/tags" Target="../tags/tag165.xml"/><Relationship Id="rId40" Type="http://schemas.openxmlformats.org/officeDocument/2006/relationships/tags" Target="../tags/tag164.xml"/><Relationship Id="rId4" Type="http://schemas.openxmlformats.org/officeDocument/2006/relationships/tags" Target="../tags/tag128.xml"/><Relationship Id="rId39" Type="http://schemas.openxmlformats.org/officeDocument/2006/relationships/tags" Target="../tags/tag163.xml"/><Relationship Id="rId38" Type="http://schemas.openxmlformats.org/officeDocument/2006/relationships/tags" Target="../tags/tag162.xml"/><Relationship Id="rId37" Type="http://schemas.openxmlformats.org/officeDocument/2006/relationships/tags" Target="../tags/tag161.xml"/><Relationship Id="rId36" Type="http://schemas.openxmlformats.org/officeDocument/2006/relationships/tags" Target="../tags/tag160.xml"/><Relationship Id="rId35" Type="http://schemas.openxmlformats.org/officeDocument/2006/relationships/tags" Target="../tags/tag159.xml"/><Relationship Id="rId34" Type="http://schemas.openxmlformats.org/officeDocument/2006/relationships/tags" Target="../tags/tag158.xml"/><Relationship Id="rId33" Type="http://schemas.openxmlformats.org/officeDocument/2006/relationships/tags" Target="../tags/tag157.xml"/><Relationship Id="rId32" Type="http://schemas.openxmlformats.org/officeDocument/2006/relationships/tags" Target="../tags/tag156.xml"/><Relationship Id="rId31" Type="http://schemas.openxmlformats.org/officeDocument/2006/relationships/tags" Target="../tags/tag155.xml"/><Relationship Id="rId30" Type="http://schemas.openxmlformats.org/officeDocument/2006/relationships/tags" Target="../tags/tag154.xml"/><Relationship Id="rId3" Type="http://schemas.openxmlformats.org/officeDocument/2006/relationships/tags" Target="../tags/tag127.xml"/><Relationship Id="rId29" Type="http://schemas.openxmlformats.org/officeDocument/2006/relationships/tags" Target="../tags/tag153.xml"/><Relationship Id="rId28" Type="http://schemas.openxmlformats.org/officeDocument/2006/relationships/tags" Target="../tags/tag152.xml"/><Relationship Id="rId27" Type="http://schemas.openxmlformats.org/officeDocument/2006/relationships/tags" Target="../tags/tag151.xml"/><Relationship Id="rId26" Type="http://schemas.openxmlformats.org/officeDocument/2006/relationships/tags" Target="../tags/tag150.xml"/><Relationship Id="rId25" Type="http://schemas.openxmlformats.org/officeDocument/2006/relationships/tags" Target="../tags/tag149.xml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tags" Target="../tags/tag126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4" Type="http://schemas.openxmlformats.org/officeDocument/2006/relationships/tags" Target="../tags/tag314.xml"/><Relationship Id="rId83" Type="http://schemas.openxmlformats.org/officeDocument/2006/relationships/tags" Target="../tags/tag313.xml"/><Relationship Id="rId82" Type="http://schemas.openxmlformats.org/officeDocument/2006/relationships/tags" Target="../tags/tag312.xml"/><Relationship Id="rId81" Type="http://schemas.openxmlformats.org/officeDocument/2006/relationships/tags" Target="../tags/tag311.xml"/><Relationship Id="rId80" Type="http://schemas.openxmlformats.org/officeDocument/2006/relationships/tags" Target="../tags/tag310.xml"/><Relationship Id="rId8" Type="http://schemas.openxmlformats.org/officeDocument/2006/relationships/tags" Target="../tags/tag238.xml"/><Relationship Id="rId79" Type="http://schemas.openxmlformats.org/officeDocument/2006/relationships/tags" Target="../tags/tag309.xml"/><Relationship Id="rId78" Type="http://schemas.openxmlformats.org/officeDocument/2006/relationships/tags" Target="../tags/tag308.xml"/><Relationship Id="rId77" Type="http://schemas.openxmlformats.org/officeDocument/2006/relationships/tags" Target="../tags/tag307.xml"/><Relationship Id="rId76" Type="http://schemas.openxmlformats.org/officeDocument/2006/relationships/tags" Target="../tags/tag306.xml"/><Relationship Id="rId75" Type="http://schemas.openxmlformats.org/officeDocument/2006/relationships/tags" Target="../tags/tag305.xml"/><Relationship Id="rId74" Type="http://schemas.openxmlformats.org/officeDocument/2006/relationships/tags" Target="../tags/tag304.xml"/><Relationship Id="rId73" Type="http://schemas.openxmlformats.org/officeDocument/2006/relationships/tags" Target="../tags/tag303.xml"/><Relationship Id="rId72" Type="http://schemas.openxmlformats.org/officeDocument/2006/relationships/tags" Target="../tags/tag302.xml"/><Relationship Id="rId71" Type="http://schemas.openxmlformats.org/officeDocument/2006/relationships/tags" Target="../tags/tag301.xml"/><Relationship Id="rId70" Type="http://schemas.openxmlformats.org/officeDocument/2006/relationships/tags" Target="../tags/tag300.xml"/><Relationship Id="rId7" Type="http://schemas.openxmlformats.org/officeDocument/2006/relationships/tags" Target="../tags/tag237.xml"/><Relationship Id="rId69" Type="http://schemas.openxmlformats.org/officeDocument/2006/relationships/tags" Target="../tags/tag299.xml"/><Relationship Id="rId68" Type="http://schemas.openxmlformats.org/officeDocument/2006/relationships/tags" Target="../tags/tag298.xml"/><Relationship Id="rId67" Type="http://schemas.openxmlformats.org/officeDocument/2006/relationships/tags" Target="../tags/tag297.xml"/><Relationship Id="rId66" Type="http://schemas.openxmlformats.org/officeDocument/2006/relationships/tags" Target="../tags/tag296.xml"/><Relationship Id="rId65" Type="http://schemas.openxmlformats.org/officeDocument/2006/relationships/tags" Target="../tags/tag295.xml"/><Relationship Id="rId64" Type="http://schemas.openxmlformats.org/officeDocument/2006/relationships/tags" Target="../tags/tag294.xml"/><Relationship Id="rId63" Type="http://schemas.openxmlformats.org/officeDocument/2006/relationships/tags" Target="../tags/tag293.xml"/><Relationship Id="rId62" Type="http://schemas.openxmlformats.org/officeDocument/2006/relationships/tags" Target="../tags/tag292.xml"/><Relationship Id="rId61" Type="http://schemas.openxmlformats.org/officeDocument/2006/relationships/tags" Target="../tags/tag291.xml"/><Relationship Id="rId60" Type="http://schemas.openxmlformats.org/officeDocument/2006/relationships/tags" Target="../tags/tag290.xml"/><Relationship Id="rId6" Type="http://schemas.openxmlformats.org/officeDocument/2006/relationships/tags" Target="../tags/tag236.xml"/><Relationship Id="rId59" Type="http://schemas.openxmlformats.org/officeDocument/2006/relationships/tags" Target="../tags/tag289.xml"/><Relationship Id="rId58" Type="http://schemas.openxmlformats.org/officeDocument/2006/relationships/tags" Target="../tags/tag288.xml"/><Relationship Id="rId57" Type="http://schemas.openxmlformats.org/officeDocument/2006/relationships/tags" Target="../tags/tag287.xml"/><Relationship Id="rId56" Type="http://schemas.openxmlformats.org/officeDocument/2006/relationships/tags" Target="../tags/tag286.xml"/><Relationship Id="rId55" Type="http://schemas.openxmlformats.org/officeDocument/2006/relationships/tags" Target="../tags/tag285.xml"/><Relationship Id="rId54" Type="http://schemas.openxmlformats.org/officeDocument/2006/relationships/tags" Target="../tags/tag284.xml"/><Relationship Id="rId53" Type="http://schemas.openxmlformats.org/officeDocument/2006/relationships/tags" Target="../tags/tag283.xml"/><Relationship Id="rId52" Type="http://schemas.openxmlformats.org/officeDocument/2006/relationships/tags" Target="../tags/tag282.xml"/><Relationship Id="rId51" Type="http://schemas.openxmlformats.org/officeDocument/2006/relationships/tags" Target="../tags/tag281.xml"/><Relationship Id="rId50" Type="http://schemas.openxmlformats.org/officeDocument/2006/relationships/tags" Target="../tags/tag280.xml"/><Relationship Id="rId5" Type="http://schemas.openxmlformats.org/officeDocument/2006/relationships/tags" Target="../tags/tag235.xml"/><Relationship Id="rId49" Type="http://schemas.openxmlformats.org/officeDocument/2006/relationships/tags" Target="../tags/tag279.xml"/><Relationship Id="rId48" Type="http://schemas.openxmlformats.org/officeDocument/2006/relationships/tags" Target="../tags/tag278.xml"/><Relationship Id="rId47" Type="http://schemas.openxmlformats.org/officeDocument/2006/relationships/tags" Target="../tags/tag277.xml"/><Relationship Id="rId46" Type="http://schemas.openxmlformats.org/officeDocument/2006/relationships/tags" Target="../tags/tag276.xml"/><Relationship Id="rId45" Type="http://schemas.openxmlformats.org/officeDocument/2006/relationships/tags" Target="../tags/tag275.xml"/><Relationship Id="rId44" Type="http://schemas.openxmlformats.org/officeDocument/2006/relationships/tags" Target="../tags/tag274.xml"/><Relationship Id="rId43" Type="http://schemas.openxmlformats.org/officeDocument/2006/relationships/tags" Target="../tags/tag273.xml"/><Relationship Id="rId42" Type="http://schemas.openxmlformats.org/officeDocument/2006/relationships/tags" Target="../tags/tag272.xml"/><Relationship Id="rId41" Type="http://schemas.openxmlformats.org/officeDocument/2006/relationships/tags" Target="../tags/tag271.xml"/><Relationship Id="rId40" Type="http://schemas.openxmlformats.org/officeDocument/2006/relationships/tags" Target="../tags/tag270.xml"/><Relationship Id="rId4" Type="http://schemas.openxmlformats.org/officeDocument/2006/relationships/tags" Target="../tags/tag234.xml"/><Relationship Id="rId39" Type="http://schemas.openxmlformats.org/officeDocument/2006/relationships/tags" Target="../tags/tag269.xml"/><Relationship Id="rId38" Type="http://schemas.openxmlformats.org/officeDocument/2006/relationships/tags" Target="../tags/tag268.xml"/><Relationship Id="rId37" Type="http://schemas.openxmlformats.org/officeDocument/2006/relationships/tags" Target="../tags/tag267.xml"/><Relationship Id="rId36" Type="http://schemas.openxmlformats.org/officeDocument/2006/relationships/tags" Target="../tags/tag266.xml"/><Relationship Id="rId35" Type="http://schemas.openxmlformats.org/officeDocument/2006/relationships/tags" Target="../tags/tag265.xml"/><Relationship Id="rId34" Type="http://schemas.openxmlformats.org/officeDocument/2006/relationships/tags" Target="../tags/tag264.xml"/><Relationship Id="rId33" Type="http://schemas.openxmlformats.org/officeDocument/2006/relationships/tags" Target="../tags/tag263.xml"/><Relationship Id="rId32" Type="http://schemas.openxmlformats.org/officeDocument/2006/relationships/tags" Target="../tags/tag262.xml"/><Relationship Id="rId31" Type="http://schemas.openxmlformats.org/officeDocument/2006/relationships/tags" Target="../tags/tag261.xml"/><Relationship Id="rId30" Type="http://schemas.openxmlformats.org/officeDocument/2006/relationships/tags" Target="../tags/tag260.xml"/><Relationship Id="rId3" Type="http://schemas.openxmlformats.org/officeDocument/2006/relationships/tags" Target="../tags/tag233.xml"/><Relationship Id="rId29" Type="http://schemas.openxmlformats.org/officeDocument/2006/relationships/tags" Target="../tags/tag259.xml"/><Relationship Id="rId28" Type="http://schemas.openxmlformats.org/officeDocument/2006/relationships/tags" Target="../tags/tag258.xml"/><Relationship Id="rId27" Type="http://schemas.openxmlformats.org/officeDocument/2006/relationships/tags" Target="../tags/tag257.xml"/><Relationship Id="rId26" Type="http://schemas.openxmlformats.org/officeDocument/2006/relationships/tags" Target="../tags/tag256.xml"/><Relationship Id="rId25" Type="http://schemas.openxmlformats.org/officeDocument/2006/relationships/tags" Target="../tags/tag255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" Type="http://schemas.openxmlformats.org/officeDocument/2006/relationships/tags" Target="../tags/tag250.xml"/><Relationship Id="rId2" Type="http://schemas.openxmlformats.org/officeDocument/2006/relationships/tags" Target="../tags/tag232.xml"/><Relationship Id="rId19" Type="http://schemas.openxmlformats.org/officeDocument/2006/relationships/tags" Target="../tags/tag249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4" Type="http://schemas.openxmlformats.org/officeDocument/2006/relationships/tags" Target="../tags/tag415.xml"/><Relationship Id="rId83" Type="http://schemas.openxmlformats.org/officeDocument/2006/relationships/tags" Target="../tags/tag414.xml"/><Relationship Id="rId82" Type="http://schemas.openxmlformats.org/officeDocument/2006/relationships/tags" Target="../tags/tag413.xml"/><Relationship Id="rId81" Type="http://schemas.openxmlformats.org/officeDocument/2006/relationships/tags" Target="../tags/tag412.xml"/><Relationship Id="rId80" Type="http://schemas.openxmlformats.org/officeDocument/2006/relationships/tags" Target="../tags/tag411.xml"/><Relationship Id="rId8" Type="http://schemas.openxmlformats.org/officeDocument/2006/relationships/tags" Target="../tags/tag339.xml"/><Relationship Id="rId79" Type="http://schemas.openxmlformats.org/officeDocument/2006/relationships/tags" Target="../tags/tag410.xml"/><Relationship Id="rId78" Type="http://schemas.openxmlformats.org/officeDocument/2006/relationships/tags" Target="../tags/tag409.xml"/><Relationship Id="rId77" Type="http://schemas.openxmlformats.org/officeDocument/2006/relationships/tags" Target="../tags/tag408.xml"/><Relationship Id="rId76" Type="http://schemas.openxmlformats.org/officeDocument/2006/relationships/tags" Target="../tags/tag407.xml"/><Relationship Id="rId75" Type="http://schemas.openxmlformats.org/officeDocument/2006/relationships/tags" Target="../tags/tag406.xml"/><Relationship Id="rId74" Type="http://schemas.openxmlformats.org/officeDocument/2006/relationships/tags" Target="../tags/tag405.xml"/><Relationship Id="rId73" Type="http://schemas.openxmlformats.org/officeDocument/2006/relationships/tags" Target="../tags/tag404.xml"/><Relationship Id="rId72" Type="http://schemas.openxmlformats.org/officeDocument/2006/relationships/tags" Target="../tags/tag403.xml"/><Relationship Id="rId71" Type="http://schemas.openxmlformats.org/officeDocument/2006/relationships/tags" Target="../tags/tag402.xml"/><Relationship Id="rId70" Type="http://schemas.openxmlformats.org/officeDocument/2006/relationships/tags" Target="../tags/tag401.xml"/><Relationship Id="rId7" Type="http://schemas.openxmlformats.org/officeDocument/2006/relationships/tags" Target="../tags/tag338.xml"/><Relationship Id="rId69" Type="http://schemas.openxmlformats.org/officeDocument/2006/relationships/tags" Target="../tags/tag400.xml"/><Relationship Id="rId68" Type="http://schemas.openxmlformats.org/officeDocument/2006/relationships/tags" Target="../tags/tag399.xml"/><Relationship Id="rId67" Type="http://schemas.openxmlformats.org/officeDocument/2006/relationships/tags" Target="../tags/tag398.xml"/><Relationship Id="rId66" Type="http://schemas.openxmlformats.org/officeDocument/2006/relationships/tags" Target="../tags/tag397.xml"/><Relationship Id="rId65" Type="http://schemas.openxmlformats.org/officeDocument/2006/relationships/tags" Target="../tags/tag396.xml"/><Relationship Id="rId64" Type="http://schemas.openxmlformats.org/officeDocument/2006/relationships/tags" Target="../tags/tag395.xml"/><Relationship Id="rId63" Type="http://schemas.openxmlformats.org/officeDocument/2006/relationships/tags" Target="../tags/tag394.xml"/><Relationship Id="rId62" Type="http://schemas.openxmlformats.org/officeDocument/2006/relationships/tags" Target="../tags/tag393.xml"/><Relationship Id="rId61" Type="http://schemas.openxmlformats.org/officeDocument/2006/relationships/tags" Target="../tags/tag392.xml"/><Relationship Id="rId60" Type="http://schemas.openxmlformats.org/officeDocument/2006/relationships/tags" Target="../tags/tag391.xml"/><Relationship Id="rId6" Type="http://schemas.openxmlformats.org/officeDocument/2006/relationships/tags" Target="../tags/tag337.xml"/><Relationship Id="rId59" Type="http://schemas.openxmlformats.org/officeDocument/2006/relationships/tags" Target="../tags/tag390.xml"/><Relationship Id="rId58" Type="http://schemas.openxmlformats.org/officeDocument/2006/relationships/tags" Target="../tags/tag389.xml"/><Relationship Id="rId57" Type="http://schemas.openxmlformats.org/officeDocument/2006/relationships/tags" Target="../tags/tag388.xml"/><Relationship Id="rId56" Type="http://schemas.openxmlformats.org/officeDocument/2006/relationships/tags" Target="../tags/tag387.xml"/><Relationship Id="rId55" Type="http://schemas.openxmlformats.org/officeDocument/2006/relationships/tags" Target="../tags/tag386.xml"/><Relationship Id="rId54" Type="http://schemas.openxmlformats.org/officeDocument/2006/relationships/tags" Target="../tags/tag385.xml"/><Relationship Id="rId53" Type="http://schemas.openxmlformats.org/officeDocument/2006/relationships/tags" Target="../tags/tag384.xml"/><Relationship Id="rId52" Type="http://schemas.openxmlformats.org/officeDocument/2006/relationships/tags" Target="../tags/tag383.xml"/><Relationship Id="rId51" Type="http://schemas.openxmlformats.org/officeDocument/2006/relationships/tags" Target="../tags/tag382.xml"/><Relationship Id="rId50" Type="http://schemas.openxmlformats.org/officeDocument/2006/relationships/tags" Target="../tags/tag381.xml"/><Relationship Id="rId5" Type="http://schemas.openxmlformats.org/officeDocument/2006/relationships/tags" Target="../tags/tag336.xml"/><Relationship Id="rId49" Type="http://schemas.openxmlformats.org/officeDocument/2006/relationships/tags" Target="../tags/tag380.xml"/><Relationship Id="rId48" Type="http://schemas.openxmlformats.org/officeDocument/2006/relationships/tags" Target="../tags/tag379.xml"/><Relationship Id="rId47" Type="http://schemas.openxmlformats.org/officeDocument/2006/relationships/tags" Target="../tags/tag378.xml"/><Relationship Id="rId46" Type="http://schemas.openxmlformats.org/officeDocument/2006/relationships/tags" Target="../tags/tag377.xml"/><Relationship Id="rId45" Type="http://schemas.openxmlformats.org/officeDocument/2006/relationships/tags" Target="../tags/tag376.xml"/><Relationship Id="rId44" Type="http://schemas.openxmlformats.org/officeDocument/2006/relationships/tags" Target="../tags/tag375.xml"/><Relationship Id="rId43" Type="http://schemas.openxmlformats.org/officeDocument/2006/relationships/tags" Target="../tags/tag374.xml"/><Relationship Id="rId42" Type="http://schemas.openxmlformats.org/officeDocument/2006/relationships/tags" Target="../tags/tag373.xml"/><Relationship Id="rId41" Type="http://schemas.openxmlformats.org/officeDocument/2006/relationships/tags" Target="../tags/tag372.xml"/><Relationship Id="rId40" Type="http://schemas.openxmlformats.org/officeDocument/2006/relationships/tags" Target="../tags/tag371.xml"/><Relationship Id="rId4" Type="http://schemas.openxmlformats.org/officeDocument/2006/relationships/tags" Target="../tags/tag335.xml"/><Relationship Id="rId39" Type="http://schemas.openxmlformats.org/officeDocument/2006/relationships/tags" Target="../tags/tag370.xml"/><Relationship Id="rId38" Type="http://schemas.openxmlformats.org/officeDocument/2006/relationships/tags" Target="../tags/tag369.xml"/><Relationship Id="rId37" Type="http://schemas.openxmlformats.org/officeDocument/2006/relationships/tags" Target="../tags/tag368.xml"/><Relationship Id="rId36" Type="http://schemas.openxmlformats.org/officeDocument/2006/relationships/tags" Target="../tags/tag367.xml"/><Relationship Id="rId35" Type="http://schemas.openxmlformats.org/officeDocument/2006/relationships/tags" Target="../tags/tag366.xml"/><Relationship Id="rId34" Type="http://schemas.openxmlformats.org/officeDocument/2006/relationships/tags" Target="../tags/tag365.xml"/><Relationship Id="rId33" Type="http://schemas.openxmlformats.org/officeDocument/2006/relationships/tags" Target="../tags/tag364.xml"/><Relationship Id="rId32" Type="http://schemas.openxmlformats.org/officeDocument/2006/relationships/tags" Target="../tags/tag363.xml"/><Relationship Id="rId31" Type="http://schemas.openxmlformats.org/officeDocument/2006/relationships/tags" Target="../tags/tag362.xml"/><Relationship Id="rId30" Type="http://schemas.openxmlformats.org/officeDocument/2006/relationships/tags" Target="../tags/tag361.xml"/><Relationship Id="rId3" Type="http://schemas.openxmlformats.org/officeDocument/2006/relationships/tags" Target="../tags/tag334.xml"/><Relationship Id="rId29" Type="http://schemas.openxmlformats.org/officeDocument/2006/relationships/tags" Target="../tags/tag360.xml"/><Relationship Id="rId28" Type="http://schemas.openxmlformats.org/officeDocument/2006/relationships/tags" Target="../tags/tag359.xml"/><Relationship Id="rId27" Type="http://schemas.openxmlformats.org/officeDocument/2006/relationships/tags" Target="../tags/tag358.xml"/><Relationship Id="rId26" Type="http://schemas.openxmlformats.org/officeDocument/2006/relationships/tags" Target="../tags/tag357.xml"/><Relationship Id="rId25" Type="http://schemas.openxmlformats.org/officeDocument/2006/relationships/tags" Target="../tags/tag356.xml"/><Relationship Id="rId24" Type="http://schemas.openxmlformats.org/officeDocument/2006/relationships/tags" Target="../tags/tag355.xml"/><Relationship Id="rId23" Type="http://schemas.openxmlformats.org/officeDocument/2006/relationships/tags" Target="../tags/tag354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tags" Target="../tags/tag333.xml"/><Relationship Id="rId19" Type="http://schemas.openxmlformats.org/officeDocument/2006/relationships/tags" Target="../tags/tag350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tags" Target="../tags/tag428.xml"/><Relationship Id="rId7" Type="http://schemas.openxmlformats.org/officeDocument/2006/relationships/tags" Target="../tags/tag427.xml"/><Relationship Id="rId6" Type="http://schemas.openxmlformats.org/officeDocument/2006/relationships/tags" Target="../tags/tag426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6" Type="http://schemas.openxmlformats.org/officeDocument/2006/relationships/tags" Target="../tags/tag446.xml"/><Relationship Id="rId25" Type="http://schemas.openxmlformats.org/officeDocument/2006/relationships/tags" Target="../tags/tag445.xml"/><Relationship Id="rId24" Type="http://schemas.openxmlformats.org/officeDocument/2006/relationships/tags" Target="../tags/tag444.xml"/><Relationship Id="rId23" Type="http://schemas.openxmlformats.org/officeDocument/2006/relationships/tags" Target="../tags/tag443.xml"/><Relationship Id="rId22" Type="http://schemas.openxmlformats.org/officeDocument/2006/relationships/tags" Target="../tags/tag442.xml"/><Relationship Id="rId21" Type="http://schemas.openxmlformats.org/officeDocument/2006/relationships/tags" Target="../tags/tag441.xml"/><Relationship Id="rId20" Type="http://schemas.openxmlformats.org/officeDocument/2006/relationships/tags" Target="../tags/tag440.xml"/><Relationship Id="rId2" Type="http://schemas.openxmlformats.org/officeDocument/2006/relationships/tags" Target="../tags/tag422.xml"/><Relationship Id="rId19" Type="http://schemas.openxmlformats.org/officeDocument/2006/relationships/tags" Target="../tags/tag439.xml"/><Relationship Id="rId18" Type="http://schemas.openxmlformats.org/officeDocument/2006/relationships/tags" Target="../tags/tag438.xml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tags" Target="../tags/tag435.xml"/><Relationship Id="rId14" Type="http://schemas.openxmlformats.org/officeDocument/2006/relationships/tags" Target="../tags/tag434.xml"/><Relationship Id="rId13" Type="http://schemas.openxmlformats.org/officeDocument/2006/relationships/tags" Target="../tags/tag433.xml"/><Relationship Id="rId12" Type="http://schemas.openxmlformats.org/officeDocument/2006/relationships/tags" Target="../tags/tag432.xml"/><Relationship Id="rId11" Type="http://schemas.openxmlformats.org/officeDocument/2006/relationships/tags" Target="../tags/tag431.xml"/><Relationship Id="rId10" Type="http://schemas.openxmlformats.org/officeDocument/2006/relationships/tags" Target="../tags/tag43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7" Type="http://schemas.openxmlformats.org/officeDocument/2006/relationships/tags" Target="../tags/tag472.xml"/><Relationship Id="rId26" Type="http://schemas.openxmlformats.org/officeDocument/2006/relationships/tags" Target="../tags/tag471.xml"/><Relationship Id="rId25" Type="http://schemas.openxmlformats.org/officeDocument/2006/relationships/tags" Target="../tags/tag470.xml"/><Relationship Id="rId24" Type="http://schemas.openxmlformats.org/officeDocument/2006/relationships/tags" Target="../tags/tag469.xml"/><Relationship Id="rId23" Type="http://schemas.openxmlformats.org/officeDocument/2006/relationships/tags" Target="../tags/tag468.xml"/><Relationship Id="rId22" Type="http://schemas.openxmlformats.org/officeDocument/2006/relationships/tags" Target="../tags/tag467.xml"/><Relationship Id="rId21" Type="http://schemas.openxmlformats.org/officeDocument/2006/relationships/tags" Target="../tags/tag466.xml"/><Relationship Id="rId20" Type="http://schemas.openxmlformats.org/officeDocument/2006/relationships/tags" Target="../tags/tag465.xml"/><Relationship Id="rId2" Type="http://schemas.openxmlformats.org/officeDocument/2006/relationships/tags" Target="../tags/tag447.xml"/><Relationship Id="rId19" Type="http://schemas.openxmlformats.org/officeDocument/2006/relationships/tags" Target="../tags/tag464.xml"/><Relationship Id="rId18" Type="http://schemas.openxmlformats.org/officeDocument/2006/relationships/tags" Target="../tags/tag463.xml"/><Relationship Id="rId17" Type="http://schemas.openxmlformats.org/officeDocument/2006/relationships/tags" Target="../tags/tag462.xml"/><Relationship Id="rId16" Type="http://schemas.openxmlformats.org/officeDocument/2006/relationships/tags" Target="../tags/tag461.xml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480.xml"/><Relationship Id="rId8" Type="http://schemas.openxmlformats.org/officeDocument/2006/relationships/tags" Target="../tags/tag479.xml"/><Relationship Id="rId7" Type="http://schemas.openxmlformats.org/officeDocument/2006/relationships/tags" Target="../tags/tag478.xml"/><Relationship Id="rId6" Type="http://schemas.openxmlformats.org/officeDocument/2006/relationships/tags" Target="../tags/tag477.xml"/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8" Type="http://schemas.openxmlformats.org/officeDocument/2006/relationships/tags" Target="../tags/tag499.xml"/><Relationship Id="rId27" Type="http://schemas.openxmlformats.org/officeDocument/2006/relationships/tags" Target="../tags/tag498.xml"/><Relationship Id="rId26" Type="http://schemas.openxmlformats.org/officeDocument/2006/relationships/tags" Target="../tags/tag497.xml"/><Relationship Id="rId25" Type="http://schemas.openxmlformats.org/officeDocument/2006/relationships/tags" Target="../tags/tag496.xml"/><Relationship Id="rId24" Type="http://schemas.openxmlformats.org/officeDocument/2006/relationships/tags" Target="../tags/tag495.xml"/><Relationship Id="rId23" Type="http://schemas.openxmlformats.org/officeDocument/2006/relationships/tags" Target="../tags/tag494.xml"/><Relationship Id="rId22" Type="http://schemas.openxmlformats.org/officeDocument/2006/relationships/tags" Target="../tags/tag493.xml"/><Relationship Id="rId21" Type="http://schemas.openxmlformats.org/officeDocument/2006/relationships/tags" Target="../tags/tag492.xml"/><Relationship Id="rId20" Type="http://schemas.openxmlformats.org/officeDocument/2006/relationships/tags" Target="../tags/tag491.xml"/><Relationship Id="rId2" Type="http://schemas.openxmlformats.org/officeDocument/2006/relationships/tags" Target="../tags/tag473.xml"/><Relationship Id="rId19" Type="http://schemas.openxmlformats.org/officeDocument/2006/relationships/tags" Target="../tags/tag490.xml"/><Relationship Id="rId18" Type="http://schemas.openxmlformats.org/officeDocument/2006/relationships/tags" Target="../tags/tag489.xml"/><Relationship Id="rId17" Type="http://schemas.openxmlformats.org/officeDocument/2006/relationships/tags" Target="../tags/tag488.xml"/><Relationship Id="rId16" Type="http://schemas.openxmlformats.org/officeDocument/2006/relationships/tags" Target="../tags/tag487.xml"/><Relationship Id="rId15" Type="http://schemas.openxmlformats.org/officeDocument/2006/relationships/tags" Target="../tags/tag486.xml"/><Relationship Id="rId14" Type="http://schemas.openxmlformats.org/officeDocument/2006/relationships/tags" Target="../tags/tag485.xml"/><Relationship Id="rId13" Type="http://schemas.openxmlformats.org/officeDocument/2006/relationships/tags" Target="../tags/tag484.xml"/><Relationship Id="rId12" Type="http://schemas.openxmlformats.org/officeDocument/2006/relationships/tags" Target="../tags/tag483.xml"/><Relationship Id="rId11" Type="http://schemas.openxmlformats.org/officeDocument/2006/relationships/tags" Target="../tags/tag482.xml"/><Relationship Id="rId10" Type="http://schemas.openxmlformats.org/officeDocument/2006/relationships/tags" Target="../tags/tag48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tags" Target="../tags/tag506.xml"/><Relationship Id="rId7" Type="http://schemas.openxmlformats.org/officeDocument/2006/relationships/tags" Target="../tags/tag505.xml"/><Relationship Id="rId6" Type="http://schemas.openxmlformats.org/officeDocument/2006/relationships/tags" Target="../tags/tag504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7" Type="http://schemas.openxmlformats.org/officeDocument/2006/relationships/tags" Target="../tags/tag525.xml"/><Relationship Id="rId26" Type="http://schemas.openxmlformats.org/officeDocument/2006/relationships/tags" Target="../tags/tag524.xml"/><Relationship Id="rId25" Type="http://schemas.openxmlformats.org/officeDocument/2006/relationships/tags" Target="../tags/tag523.xml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tags" Target="../tags/tag518.xml"/><Relationship Id="rId2" Type="http://schemas.openxmlformats.org/officeDocument/2006/relationships/tags" Target="../tags/tag500.xml"/><Relationship Id="rId19" Type="http://schemas.openxmlformats.org/officeDocument/2006/relationships/tags" Target="../tags/tag51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533.xml"/><Relationship Id="rId8" Type="http://schemas.openxmlformats.org/officeDocument/2006/relationships/tags" Target="../tags/tag532.xml"/><Relationship Id="rId7" Type="http://schemas.openxmlformats.org/officeDocument/2006/relationships/tags" Target="../tags/tag531.xml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2" Type="http://schemas.openxmlformats.org/officeDocument/2006/relationships/tags" Target="../tags/tag536.xml"/><Relationship Id="rId11" Type="http://schemas.openxmlformats.org/officeDocument/2006/relationships/tags" Target="../tags/tag535.xml"/><Relationship Id="rId10" Type="http://schemas.openxmlformats.org/officeDocument/2006/relationships/tags" Target="../tags/tag53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8" Type="http://schemas.openxmlformats.org/officeDocument/2006/relationships/tags" Target="../tags/tag583.xml"/><Relationship Id="rId47" Type="http://schemas.openxmlformats.org/officeDocument/2006/relationships/tags" Target="../tags/tag582.xml"/><Relationship Id="rId46" Type="http://schemas.openxmlformats.org/officeDocument/2006/relationships/tags" Target="../tags/tag581.xml"/><Relationship Id="rId45" Type="http://schemas.openxmlformats.org/officeDocument/2006/relationships/tags" Target="../tags/tag580.xml"/><Relationship Id="rId44" Type="http://schemas.openxmlformats.org/officeDocument/2006/relationships/tags" Target="../tags/tag579.xml"/><Relationship Id="rId43" Type="http://schemas.openxmlformats.org/officeDocument/2006/relationships/tags" Target="../tags/tag578.xml"/><Relationship Id="rId42" Type="http://schemas.openxmlformats.org/officeDocument/2006/relationships/tags" Target="../tags/tag577.xml"/><Relationship Id="rId41" Type="http://schemas.openxmlformats.org/officeDocument/2006/relationships/tags" Target="../tags/tag576.xml"/><Relationship Id="rId40" Type="http://schemas.openxmlformats.org/officeDocument/2006/relationships/tags" Target="../tags/tag575.xml"/><Relationship Id="rId4" Type="http://schemas.openxmlformats.org/officeDocument/2006/relationships/tags" Target="../tags/tag539.xml"/><Relationship Id="rId39" Type="http://schemas.openxmlformats.org/officeDocument/2006/relationships/tags" Target="../tags/tag574.xml"/><Relationship Id="rId38" Type="http://schemas.openxmlformats.org/officeDocument/2006/relationships/tags" Target="../tags/tag573.xml"/><Relationship Id="rId37" Type="http://schemas.openxmlformats.org/officeDocument/2006/relationships/tags" Target="../tags/tag572.xml"/><Relationship Id="rId36" Type="http://schemas.openxmlformats.org/officeDocument/2006/relationships/tags" Target="../tags/tag571.xml"/><Relationship Id="rId35" Type="http://schemas.openxmlformats.org/officeDocument/2006/relationships/tags" Target="../tags/tag570.xml"/><Relationship Id="rId34" Type="http://schemas.openxmlformats.org/officeDocument/2006/relationships/tags" Target="../tags/tag569.xml"/><Relationship Id="rId33" Type="http://schemas.openxmlformats.org/officeDocument/2006/relationships/tags" Target="../tags/tag568.xml"/><Relationship Id="rId32" Type="http://schemas.openxmlformats.org/officeDocument/2006/relationships/tags" Target="../tags/tag567.xml"/><Relationship Id="rId31" Type="http://schemas.openxmlformats.org/officeDocument/2006/relationships/tags" Target="../tags/tag566.xml"/><Relationship Id="rId30" Type="http://schemas.openxmlformats.org/officeDocument/2006/relationships/tags" Target="../tags/tag565.xml"/><Relationship Id="rId3" Type="http://schemas.openxmlformats.org/officeDocument/2006/relationships/tags" Target="../tags/tag538.xml"/><Relationship Id="rId29" Type="http://schemas.openxmlformats.org/officeDocument/2006/relationships/tags" Target="../tags/tag564.xml"/><Relationship Id="rId28" Type="http://schemas.openxmlformats.org/officeDocument/2006/relationships/tags" Target="../tags/tag563.xml"/><Relationship Id="rId27" Type="http://schemas.openxmlformats.org/officeDocument/2006/relationships/tags" Target="../tags/tag562.xml"/><Relationship Id="rId26" Type="http://schemas.openxmlformats.org/officeDocument/2006/relationships/tags" Target="../tags/tag561.xml"/><Relationship Id="rId25" Type="http://schemas.openxmlformats.org/officeDocument/2006/relationships/tags" Target="../tags/tag560.xml"/><Relationship Id="rId24" Type="http://schemas.openxmlformats.org/officeDocument/2006/relationships/tags" Target="../tags/tag559.xml"/><Relationship Id="rId23" Type="http://schemas.openxmlformats.org/officeDocument/2006/relationships/tags" Target="../tags/tag558.xml"/><Relationship Id="rId22" Type="http://schemas.openxmlformats.org/officeDocument/2006/relationships/tags" Target="../tags/tag557.xml"/><Relationship Id="rId21" Type="http://schemas.openxmlformats.org/officeDocument/2006/relationships/tags" Target="../tags/tag556.xml"/><Relationship Id="rId20" Type="http://schemas.openxmlformats.org/officeDocument/2006/relationships/tags" Target="../tags/tag555.xml"/><Relationship Id="rId2" Type="http://schemas.openxmlformats.org/officeDocument/2006/relationships/tags" Target="../tags/tag537.xml"/><Relationship Id="rId19" Type="http://schemas.openxmlformats.org/officeDocument/2006/relationships/tags" Target="../tags/tag554.xml"/><Relationship Id="rId18" Type="http://schemas.openxmlformats.org/officeDocument/2006/relationships/tags" Target="../tags/tag553.xml"/><Relationship Id="rId17" Type="http://schemas.openxmlformats.org/officeDocument/2006/relationships/tags" Target="../tags/tag552.xml"/><Relationship Id="rId16" Type="http://schemas.openxmlformats.org/officeDocument/2006/relationships/tags" Target="../tags/tag551.xml"/><Relationship Id="rId15" Type="http://schemas.openxmlformats.org/officeDocument/2006/relationships/tags" Target="../tags/tag550.xml"/><Relationship Id="rId14" Type="http://schemas.openxmlformats.org/officeDocument/2006/relationships/tags" Target="../tags/tag549.xml"/><Relationship Id="rId13" Type="http://schemas.openxmlformats.org/officeDocument/2006/relationships/tags" Target="../tags/tag548.xml"/><Relationship Id="rId12" Type="http://schemas.openxmlformats.org/officeDocument/2006/relationships/tags" Target="../tags/tag547.xml"/><Relationship Id="rId11" Type="http://schemas.openxmlformats.org/officeDocument/2006/relationships/tags" Target="../tags/tag546.xml"/><Relationship Id="rId10" Type="http://schemas.openxmlformats.org/officeDocument/2006/relationships/tags" Target="../tags/tag545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693293" y="6490421"/>
            <a:ext cx="7498707" cy="246556"/>
            <a:chOff x="4693293" y="6630890"/>
            <a:chExt cx="7498707" cy="246556"/>
          </a:xfrm>
          <a:solidFill>
            <a:srgbClr val="3C853C"/>
          </a:solidFill>
        </p:grpSpPr>
        <p:sp>
          <p:nvSpPr>
            <p:cNvPr id="8" name="任意多边形: 形状 9"/>
            <p:cNvSpPr/>
            <p:nvPr/>
          </p:nvSpPr>
          <p:spPr>
            <a:xfrm flipH="1" flipV="1">
              <a:off x="5435916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 flipH="1" flipV="1">
              <a:off x="5188375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任意多边形: 形状 11"/>
            <p:cNvSpPr/>
            <p:nvPr/>
          </p:nvSpPr>
          <p:spPr>
            <a:xfrm flipH="1" flipV="1">
              <a:off x="4940834" y="6630890"/>
              <a:ext cx="250740" cy="246556"/>
            </a:xfrm>
            <a:custGeom>
              <a:avLst/>
              <a:gdLst>
                <a:gd name="connsiteX0" fmla="*/ 134563 w 250740"/>
                <a:gd name="connsiteY0" fmla="*/ 246556 h 246556"/>
                <a:gd name="connsiteX1" fmla="*/ 0 w 250740"/>
                <a:gd name="connsiteY1" fmla="*/ 246556 h 246556"/>
                <a:gd name="connsiteX2" fmla="*/ 116178 w 250740"/>
                <a:gd name="connsiteY2" fmla="*/ 0 h 246556"/>
                <a:gd name="connsiteX3" fmla="*/ 250740 w 250740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40" h="246556">
                  <a:moveTo>
                    <a:pt x="134563" y="246556"/>
                  </a:moveTo>
                  <a:lnTo>
                    <a:pt x="0" y="246556"/>
                  </a:lnTo>
                  <a:lnTo>
                    <a:pt x="116178" y="0"/>
                  </a:lnTo>
                  <a:lnTo>
                    <a:pt x="25074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任意多边形: 形状 12"/>
            <p:cNvSpPr/>
            <p:nvPr/>
          </p:nvSpPr>
          <p:spPr>
            <a:xfrm flipH="1" flipV="1">
              <a:off x="4693293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任意多边形: 形状 13"/>
            <p:cNvSpPr/>
            <p:nvPr/>
          </p:nvSpPr>
          <p:spPr>
            <a:xfrm flipH="1" flipV="1">
              <a:off x="5668723" y="6630890"/>
              <a:ext cx="6523277" cy="246556"/>
            </a:xfrm>
            <a:custGeom>
              <a:avLst/>
              <a:gdLst>
                <a:gd name="connsiteX0" fmla="*/ 6407100 w 6523277"/>
                <a:gd name="connsiteY0" fmla="*/ 246556 h 246556"/>
                <a:gd name="connsiteX1" fmla="*/ 6230994 w 6523277"/>
                <a:gd name="connsiteY1" fmla="*/ 246556 h 246556"/>
                <a:gd name="connsiteX2" fmla="*/ 4926478 w 6523277"/>
                <a:gd name="connsiteY2" fmla="*/ 246556 h 246556"/>
                <a:gd name="connsiteX3" fmla="*/ 4750372 w 6523277"/>
                <a:gd name="connsiteY3" fmla="*/ 246556 h 246556"/>
                <a:gd name="connsiteX4" fmla="*/ 3445856 w 6523277"/>
                <a:gd name="connsiteY4" fmla="*/ 246556 h 246556"/>
                <a:gd name="connsiteX5" fmla="*/ 3269750 w 6523277"/>
                <a:gd name="connsiteY5" fmla="*/ 246556 h 246556"/>
                <a:gd name="connsiteX6" fmla="*/ 3137350 w 6523277"/>
                <a:gd name="connsiteY6" fmla="*/ 246556 h 246556"/>
                <a:gd name="connsiteX7" fmla="*/ 2961244 w 6523277"/>
                <a:gd name="connsiteY7" fmla="*/ 246556 h 246556"/>
                <a:gd name="connsiteX8" fmla="*/ 1656728 w 6523277"/>
                <a:gd name="connsiteY8" fmla="*/ 246556 h 246556"/>
                <a:gd name="connsiteX9" fmla="*/ 1480622 w 6523277"/>
                <a:gd name="connsiteY9" fmla="*/ 246556 h 246556"/>
                <a:gd name="connsiteX10" fmla="*/ 176106 w 6523277"/>
                <a:gd name="connsiteY10" fmla="*/ 246556 h 246556"/>
                <a:gd name="connsiteX11" fmla="*/ 0 w 6523277"/>
                <a:gd name="connsiteY11" fmla="*/ 246556 h 246556"/>
                <a:gd name="connsiteX12" fmla="*/ 0 w 6523277"/>
                <a:gd name="connsiteY12" fmla="*/ 0 h 246556"/>
                <a:gd name="connsiteX13" fmla="*/ 6523277 w 6523277"/>
                <a:gd name="connsiteY1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23277" h="246556">
                  <a:moveTo>
                    <a:pt x="6407100" y="246556"/>
                  </a:moveTo>
                  <a:lnTo>
                    <a:pt x="6230994" y="246556"/>
                  </a:lnTo>
                  <a:lnTo>
                    <a:pt x="4926478" y="246556"/>
                  </a:lnTo>
                  <a:lnTo>
                    <a:pt x="4750372" y="246556"/>
                  </a:lnTo>
                  <a:lnTo>
                    <a:pt x="3445856" y="246556"/>
                  </a:lnTo>
                  <a:lnTo>
                    <a:pt x="3269750" y="246556"/>
                  </a:lnTo>
                  <a:lnTo>
                    <a:pt x="3137350" y="246556"/>
                  </a:lnTo>
                  <a:lnTo>
                    <a:pt x="2961244" y="246556"/>
                  </a:lnTo>
                  <a:lnTo>
                    <a:pt x="1656728" y="246556"/>
                  </a:lnTo>
                  <a:lnTo>
                    <a:pt x="1480622" y="246556"/>
                  </a:lnTo>
                  <a:lnTo>
                    <a:pt x="176106" y="246556"/>
                  </a:lnTo>
                  <a:lnTo>
                    <a:pt x="0" y="246556"/>
                  </a:lnTo>
                  <a:lnTo>
                    <a:pt x="0" y="0"/>
                  </a:lnTo>
                  <a:lnTo>
                    <a:pt x="652327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29_1"/>
          <p:cNvSpPr/>
          <p:nvPr userDrawn="1"/>
        </p:nvSpPr>
        <p:spPr>
          <a:xfrm flipV="1">
            <a:off x="-1" y="812941"/>
            <a:ext cx="12192001" cy="45719"/>
          </a:xfrm>
          <a:prstGeom prst="rect">
            <a:avLst/>
          </a:prstGeom>
          <a:gradFill flip="none" rotWithShape="1">
            <a:gsLst>
              <a:gs pos="100000">
                <a:srgbClr val="667F6E">
                  <a:alpha val="0"/>
                  <a:lumMod val="0"/>
                  <a:lumOff val="100000"/>
                </a:srgbClr>
              </a:gs>
              <a:gs pos="0">
                <a:srgbClr val="667F6E">
                  <a:lumMod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" name="Group 6_1"/>
          <p:cNvGrpSpPr/>
          <p:nvPr userDrawn="1"/>
        </p:nvGrpSpPr>
        <p:grpSpPr>
          <a:xfrm>
            <a:off x="1" y="118334"/>
            <a:ext cx="856142" cy="769441"/>
            <a:chOff x="485029" y="258183"/>
            <a:chExt cx="856142" cy="769441"/>
          </a:xfrm>
        </p:grpSpPr>
        <p:grpSp>
          <p:nvGrpSpPr>
            <p:cNvPr id="15" name="组合 14"/>
            <p:cNvGrpSpPr/>
            <p:nvPr/>
          </p:nvGrpSpPr>
          <p:grpSpPr>
            <a:xfrm>
              <a:off x="485029" y="414793"/>
              <a:ext cx="817659" cy="532737"/>
              <a:chOff x="461175" y="398890"/>
              <a:chExt cx="817659" cy="532737"/>
            </a:xfrm>
          </p:grpSpPr>
          <p:sp>
            <p:nvSpPr>
              <p:cNvPr id="17" name="平行四边形 16"/>
              <p:cNvSpPr/>
              <p:nvPr/>
            </p:nvSpPr>
            <p:spPr>
              <a:xfrm>
                <a:off x="461175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>
                <a:off x="699052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9" name="平行四边形 18"/>
              <p:cNvSpPr/>
              <p:nvPr/>
            </p:nvSpPr>
            <p:spPr>
              <a:xfrm>
                <a:off x="936928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156440" y="258183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4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" name="组合 54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6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63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3" name="组合 52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81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8" name="组合 97"/>
          <p:cNvGrpSpPr/>
          <p:nvPr>
            <p:custDataLst>
              <p:tags r:id="rId81"/>
            </p:custDataLst>
          </p:nvPr>
        </p:nvGrpSpPr>
        <p:grpSpPr>
          <a:xfrm flipV="1">
            <a:off x="4846073" y="1206906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99" name="直接连接符 98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85"/>
            </p:custDataLst>
          </p:nvPr>
        </p:nvGrpSpPr>
        <p:grpSpPr>
          <a:xfrm>
            <a:off x="4846073" y="5229700"/>
            <a:ext cx="2499854" cy="644021"/>
            <a:chOff x="4846073" y="4936838"/>
            <a:chExt cx="2499854" cy="644021"/>
          </a:xfrm>
        </p:grpSpPr>
        <p:cxnSp>
          <p:nvCxnSpPr>
            <p:cNvPr id="102" name="直接连接符 10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9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0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28" name="组合 27"/>
          <p:cNvGrpSpPr/>
          <p:nvPr>
            <p:custDataLst>
              <p:tags r:id="rId26"/>
            </p:custDataLst>
          </p:nvPr>
        </p:nvGrpSpPr>
        <p:grpSpPr>
          <a:xfrm rot="15253305" flipV="1">
            <a:off x="-67126" y="926797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28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29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>
            <p:custDataLst>
              <p:tags r:id="rId30"/>
            </p:custDataLst>
          </p:nvPr>
        </p:nvGrpSpPr>
        <p:grpSpPr>
          <a:xfrm rot="6590921" flipV="1">
            <a:off x="11439861" y="5989771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33" name="直接连接符 32"/>
            <p:cNvCxnSpPr/>
            <p:nvPr>
              <p:custDataLst>
                <p:tags r:id="rId31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32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33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5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853588" y="-5639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" name="组合 31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3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>
            <p:custDataLst>
              <p:tags r:id="rId45"/>
            </p:custDataLst>
          </p:nvPr>
        </p:nvGrpSpPr>
        <p:grpSpPr>
          <a:xfrm>
            <a:off x="9044119" y="-5603"/>
            <a:ext cx="2624337" cy="2103905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/>
          <p:cNvGrpSpPr/>
          <p:nvPr>
            <p:custDataLst>
              <p:tags r:id="rId63"/>
            </p:custDataLst>
          </p:nvPr>
        </p:nvGrpSpPr>
        <p:grpSpPr>
          <a:xfrm>
            <a:off x="3948556" y="-5638"/>
            <a:ext cx="842959" cy="675792"/>
            <a:chOff x="3948556" y="-15912"/>
            <a:chExt cx="842959" cy="675792"/>
          </a:xfrm>
        </p:grpSpPr>
        <p:sp>
          <p:nvSpPr>
            <p:cNvPr id="70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7" name="组合 86"/>
          <p:cNvGrpSpPr/>
          <p:nvPr>
            <p:custDataLst>
              <p:tags r:id="rId81"/>
            </p:custDataLst>
          </p:nvPr>
        </p:nvGrpSpPr>
        <p:grpSpPr>
          <a:xfrm rot="5400000" flipV="1">
            <a:off x="8242798" y="3217339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88" name="直接连接符 87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>
            <p:custDataLst>
              <p:tags r:id="rId85"/>
            </p:custDataLst>
          </p:nvPr>
        </p:nvGrpSpPr>
        <p:grpSpPr>
          <a:xfrm rot="5400000">
            <a:off x="1559700" y="3106989"/>
            <a:ext cx="2499854" cy="644021"/>
            <a:chOff x="4846073" y="4936838"/>
            <a:chExt cx="2499854" cy="644021"/>
          </a:xfrm>
        </p:grpSpPr>
        <p:cxnSp>
          <p:nvCxnSpPr>
            <p:cNvPr id="92" name="直接连接符 9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9"/>
            </p:custDataLst>
          </p:nvPr>
        </p:nvSpPr>
        <p:spPr>
          <a:xfrm>
            <a:off x="3376054" y="2898183"/>
            <a:ext cx="5439892" cy="106163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0"/>
            </p:custDataLst>
          </p:nvPr>
        </p:nvSpPr>
        <p:spPr>
          <a:xfrm>
            <a:off x="3376054" y="4047036"/>
            <a:ext cx="5439892" cy="862218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6" cy="8636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3888" y="1414800"/>
            <a:ext cx="5400000" cy="489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/>
            </a:lvl3pPr>
            <a:lvl4pPr>
              <a:defRPr lang="zh-CN" altLang="en-US" dirty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68114" y="1414800"/>
            <a:ext cx="5400000" cy="4896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8" y="406800"/>
            <a:ext cx="10944225" cy="8640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3887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66800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66800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5994754" y="5393815"/>
            <a:ext cx="5176483" cy="1464185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0"/>
          <p:cNvSpPr/>
          <p:nvPr userDrawn="1">
            <p:custDataLst>
              <p:tags r:id="rId4"/>
            </p:custDataLst>
          </p:nvPr>
        </p:nvSpPr>
        <p:spPr bwMode="auto">
          <a:xfrm>
            <a:off x="9937278" y="4111557"/>
            <a:ext cx="2254721" cy="274644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 userDrawn="1">
            <p:custDataLst>
              <p:tags r:id="rId5"/>
            </p:custDataLst>
          </p:nvPr>
        </p:nvSpPr>
        <p:spPr bwMode="auto">
          <a:xfrm>
            <a:off x="10789885" y="5171320"/>
            <a:ext cx="1402114" cy="168668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4" name="任意多边形 122"/>
            <p:cNvSpPr/>
            <p:nvPr>
              <p:custDataLst>
                <p:tags r:id="rId7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8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9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0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1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2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3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4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5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6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7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8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9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0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1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2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3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Freeform 6"/>
          <p:cNvSpPr/>
          <p:nvPr userDrawn="1">
            <p:custDataLst>
              <p:tags r:id="rId24"/>
            </p:custDataLst>
          </p:nvPr>
        </p:nvSpPr>
        <p:spPr bwMode="auto">
          <a:xfrm>
            <a:off x="1" y="4442537"/>
            <a:ext cx="2055255" cy="2417237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 userDrawn="1">
            <p:custDataLst>
              <p:tags r:id="rId25"/>
            </p:custDataLst>
          </p:nvPr>
        </p:nvSpPr>
        <p:spPr bwMode="auto">
          <a:xfrm>
            <a:off x="404950" y="5366380"/>
            <a:ext cx="3443104" cy="1493394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" name="组合 30"/>
          <p:cNvGrpSpPr/>
          <p:nvPr userDrawn="1">
            <p:custDataLst>
              <p:tags r:id="rId26"/>
            </p:custDataLst>
          </p:nvPr>
        </p:nvGrpSpPr>
        <p:grpSpPr>
          <a:xfrm>
            <a:off x="2325770" y="5591809"/>
            <a:ext cx="1565295" cy="1277607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7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8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29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0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1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2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3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4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5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6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7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8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39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0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1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2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3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Freeform 11"/>
          <p:cNvSpPr/>
          <p:nvPr userDrawn="1">
            <p:custDataLst>
              <p:tags r:id="rId44"/>
            </p:custDataLst>
          </p:nvPr>
        </p:nvSpPr>
        <p:spPr bwMode="auto">
          <a:xfrm>
            <a:off x="10650309" y="-1466"/>
            <a:ext cx="1541691" cy="140049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9" name="组合 48"/>
          <p:cNvGrpSpPr/>
          <p:nvPr userDrawn="1">
            <p:custDataLst>
              <p:tags r:id="rId45"/>
            </p:custDataLst>
          </p:nvPr>
        </p:nvGrpSpPr>
        <p:grpSpPr>
          <a:xfrm>
            <a:off x="9334948" y="-15876"/>
            <a:ext cx="2381878" cy="1909528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 userDrawn="1"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5" cy="863601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22800" y="1412875"/>
            <a:ext cx="6913236" cy="489593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680960" y="1414800"/>
            <a:ext cx="3887971" cy="489593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99688" y="406800"/>
            <a:ext cx="1368424" cy="5903913"/>
          </a:xfrm>
        </p:spPr>
        <p:txBody>
          <a:bodyPr vert="eaVert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3887" y="406800"/>
            <a:ext cx="9432926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3888" y="980082"/>
            <a:ext cx="10944225" cy="48978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0"/>
          <p:cNvSpPr/>
          <p:nvPr>
            <p:custDataLst>
              <p:tags r:id="rId2"/>
            </p:custDataLst>
          </p:nvPr>
        </p:nvSpPr>
        <p:spPr bwMode="auto">
          <a:xfrm flipH="1">
            <a:off x="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6"/>
          <p:cNvSpPr/>
          <p:nvPr>
            <p:custDataLst>
              <p:tags r:id="rId4"/>
            </p:custDataLst>
          </p:nvPr>
        </p:nvSpPr>
        <p:spPr bwMode="auto">
          <a:xfrm flipH="1">
            <a:off x="9758362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>
            <p:custDataLst>
              <p:tags r:id="rId5"/>
            </p:custDataLst>
          </p:nvPr>
        </p:nvSpPr>
        <p:spPr bwMode="auto">
          <a:xfrm>
            <a:off x="0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" name="组合 30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9" name="组合 48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1"/>
            </p:custDataLst>
          </p:nvPr>
        </p:nvSpPr>
        <p:spPr>
          <a:xfrm>
            <a:off x="2693212" y="2052491"/>
            <a:ext cx="6805576" cy="2016125"/>
          </a:xfrm>
        </p:spPr>
        <p:txBody>
          <a:bodyPr anchor="ctr">
            <a:normAutofit/>
          </a:bodyPr>
          <a:lstStyle>
            <a:lvl1pPr algn="ctr">
              <a:defRPr sz="96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 userDrawn="1">
            <p:custDataLst>
              <p:tags r:id="rId4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9039860" y="5642610"/>
            <a:ext cx="3197860" cy="1243330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-6985" y="-1905"/>
            <a:ext cx="1170305" cy="938530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6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139055"/>
            <a:ext cx="1461770" cy="1718945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 userDrawn="1">
            <p:custDataLst>
              <p:tags r:id="rId4"/>
            </p:custDataLst>
          </p:nvPr>
        </p:nvSpPr>
        <p:spPr bwMode="auto">
          <a:xfrm>
            <a:off x="11170920" y="0"/>
            <a:ext cx="1021080" cy="927735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1" name="组合 50"/>
          <p:cNvGrpSpPr/>
          <p:nvPr userDrawn="1">
            <p:custDataLst>
              <p:tags r:id="rId5"/>
            </p:custDataLst>
          </p:nvPr>
        </p:nvGrpSpPr>
        <p:grpSpPr>
          <a:xfrm>
            <a:off x="10561955" y="1905"/>
            <a:ext cx="1576705" cy="1263650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1" name="Freeform 9"/>
          <p:cNvSpPr/>
          <p:nvPr userDrawn="1">
            <p:custDataLst>
              <p:tags r:id="rId3"/>
            </p:custDataLst>
          </p:nvPr>
        </p:nvSpPr>
        <p:spPr bwMode="auto">
          <a:xfrm>
            <a:off x="10150475" y="4893310"/>
            <a:ext cx="2041525" cy="196469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7" name="组合 66"/>
          <p:cNvGrpSpPr/>
          <p:nvPr userDrawn="1">
            <p:custDataLst>
              <p:tags r:id="rId4"/>
            </p:custDataLst>
          </p:nvPr>
        </p:nvGrpSpPr>
        <p:grpSpPr>
          <a:xfrm>
            <a:off x="-17654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6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27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flipH="1">
            <a:off x="10751185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 userDrawn="1">
            <p:custDataLst>
              <p:tags r:id="rId4"/>
            </p:custDataLst>
          </p:nvPr>
        </p:nvSpPr>
        <p:spPr bwMode="auto">
          <a:xfrm flipH="1">
            <a:off x="1270" y="4761865"/>
            <a:ext cx="2041525" cy="2096135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6985" y="5356225"/>
            <a:ext cx="2432050" cy="1517015"/>
            <a:chOff x="11" y="6292"/>
            <a:chExt cx="7267" cy="4532"/>
          </a:xfrm>
        </p:grpSpPr>
        <p:sp>
          <p:nvSpPr>
            <p:cNvPr id="9" name="Freeform 6"/>
            <p:cNvSpPr/>
            <p:nvPr userDrawn="1">
              <p:custDataLst>
                <p:tags r:id="rId4"/>
              </p:custDataLst>
            </p:nvPr>
          </p:nvSpPr>
          <p:spPr bwMode="auto">
            <a:xfrm>
              <a:off x="11" y="6292"/>
              <a:ext cx="3833" cy="4508"/>
            </a:xfrm>
            <a:custGeom>
              <a:avLst/>
              <a:gdLst>
                <a:gd name="T0" fmla="*/ 0 w 1364"/>
                <a:gd name="T1" fmla="*/ 208 h 1604"/>
                <a:gd name="T2" fmla="*/ 1288 w 1364"/>
                <a:gd name="T3" fmla="*/ 1092 h 1604"/>
                <a:gd name="T4" fmla="*/ 1016 w 1364"/>
                <a:gd name="T5" fmla="*/ 1324 h 1604"/>
                <a:gd name="T6" fmla="*/ 920 w 1364"/>
                <a:gd name="T7" fmla="*/ 1296 h 1604"/>
                <a:gd name="T8" fmla="*/ 648 w 1364"/>
                <a:gd name="T9" fmla="*/ 1604 h 1604"/>
                <a:gd name="T10" fmla="*/ 0 w 1364"/>
                <a:gd name="T11" fmla="*/ 1604 h 1604"/>
                <a:gd name="T12" fmla="*/ 0 w 1364"/>
                <a:gd name="T13" fmla="*/ 208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4" h="1604">
                  <a:moveTo>
                    <a:pt x="0" y="208"/>
                  </a:moveTo>
                  <a:cubicBezTo>
                    <a:pt x="0" y="208"/>
                    <a:pt x="1040" y="0"/>
                    <a:pt x="1288" y="1092"/>
                  </a:cubicBezTo>
                  <a:cubicBezTo>
                    <a:pt x="1288" y="1092"/>
                    <a:pt x="1364" y="1388"/>
                    <a:pt x="1016" y="1324"/>
                  </a:cubicBezTo>
                  <a:cubicBezTo>
                    <a:pt x="920" y="1296"/>
                    <a:pt x="920" y="1296"/>
                    <a:pt x="920" y="1296"/>
                  </a:cubicBezTo>
                  <a:cubicBezTo>
                    <a:pt x="920" y="1296"/>
                    <a:pt x="716" y="1236"/>
                    <a:pt x="648" y="1604"/>
                  </a:cubicBezTo>
                  <a:cubicBezTo>
                    <a:pt x="0" y="1604"/>
                    <a:pt x="0" y="1604"/>
                    <a:pt x="0" y="1604"/>
                  </a:cubicBezTo>
                  <a:lnTo>
                    <a:pt x="0" y="2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"/>
            <p:cNvSpPr/>
            <p:nvPr userDrawn="1">
              <p:custDataLst>
                <p:tags r:id="rId5"/>
              </p:custDataLst>
            </p:nvPr>
          </p:nvSpPr>
          <p:spPr bwMode="auto">
            <a:xfrm>
              <a:off x="756" y="8015"/>
              <a:ext cx="4753" cy="2785"/>
            </a:xfrm>
            <a:custGeom>
              <a:avLst/>
              <a:gdLst>
                <a:gd name="T0" fmla="*/ 0 w 1624"/>
                <a:gd name="T1" fmla="*/ 704 h 704"/>
                <a:gd name="T2" fmla="*/ 1204 w 1624"/>
                <a:gd name="T3" fmla="*/ 28 h 704"/>
                <a:gd name="T4" fmla="*/ 1452 w 1624"/>
                <a:gd name="T5" fmla="*/ 304 h 704"/>
                <a:gd name="T6" fmla="*/ 1376 w 1624"/>
                <a:gd name="T7" fmla="*/ 704 h 704"/>
                <a:gd name="T8" fmla="*/ 0 w 1624"/>
                <a:gd name="T9" fmla="*/ 704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4" h="704">
                  <a:moveTo>
                    <a:pt x="0" y="704"/>
                  </a:moveTo>
                  <a:cubicBezTo>
                    <a:pt x="0" y="704"/>
                    <a:pt x="540" y="48"/>
                    <a:pt x="1204" y="28"/>
                  </a:cubicBezTo>
                  <a:cubicBezTo>
                    <a:pt x="1204" y="28"/>
                    <a:pt x="1624" y="0"/>
                    <a:pt x="1452" y="304"/>
                  </a:cubicBezTo>
                  <a:cubicBezTo>
                    <a:pt x="1452" y="304"/>
                    <a:pt x="1252" y="616"/>
                    <a:pt x="1376" y="704"/>
                  </a:cubicBezTo>
                  <a:lnTo>
                    <a:pt x="0" y="70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5" name="组合 54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4359" y="8442"/>
              <a:ext cx="2919" cy="2382"/>
              <a:chOff x="2753955" y="5356596"/>
              <a:chExt cx="1853474" cy="1512821"/>
            </a:xfrm>
            <a:solidFill>
              <a:schemeClr val="accent1"/>
            </a:solidFill>
          </p:grpSpPr>
          <p:sp>
            <p:nvSpPr>
              <p:cNvPr id="36" name="任意多边形 152"/>
              <p:cNvSpPr/>
              <p:nvPr>
                <p:custDataLst>
                  <p:tags r:id="rId7"/>
                </p:custDataLst>
              </p:nvPr>
            </p:nvSpPr>
            <p:spPr>
              <a:xfrm>
                <a:off x="2852811" y="5356596"/>
                <a:ext cx="778025" cy="1338207"/>
              </a:xfrm>
              <a:custGeom>
                <a:avLst/>
                <a:gdLst>
                  <a:gd name="connsiteX0" fmla="*/ 778025 w 778025"/>
                  <a:gd name="connsiteY0" fmla="*/ 0 h 1338207"/>
                  <a:gd name="connsiteX1" fmla="*/ 5411 w 778025"/>
                  <a:gd name="connsiteY1" fmla="*/ 1338207 h 1338207"/>
                  <a:gd name="connsiteX2" fmla="*/ 0 w 778025"/>
                  <a:gd name="connsiteY2" fmla="*/ 1270818 h 1338207"/>
                  <a:gd name="connsiteX3" fmla="*/ 716960 w 778025"/>
                  <a:gd name="connsiteY3" fmla="*/ 29008 h 1338207"/>
                  <a:gd name="connsiteX4" fmla="*/ 778025 w 778025"/>
                  <a:gd name="connsiteY4" fmla="*/ 0 h 13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8025" h="1338207">
                    <a:moveTo>
                      <a:pt x="778025" y="0"/>
                    </a:moveTo>
                    <a:cubicBezTo>
                      <a:pt x="778025" y="0"/>
                      <a:pt x="778025" y="0"/>
                      <a:pt x="5411" y="1338207"/>
                    </a:cubicBezTo>
                    <a:cubicBezTo>
                      <a:pt x="1824" y="1317234"/>
                      <a:pt x="566" y="1293826"/>
                      <a:pt x="0" y="1270818"/>
                    </a:cubicBezTo>
                    <a:cubicBezTo>
                      <a:pt x="0" y="1270818"/>
                      <a:pt x="0" y="1270818"/>
                      <a:pt x="716960" y="29008"/>
                    </a:cubicBezTo>
                    <a:cubicBezTo>
                      <a:pt x="737168" y="17994"/>
                      <a:pt x="758069" y="7379"/>
                      <a:pt x="7780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任意多边形 151"/>
              <p:cNvSpPr/>
              <p:nvPr>
                <p:custDataLst>
                  <p:tags r:id="rId8"/>
                </p:custDataLst>
              </p:nvPr>
            </p:nvSpPr>
            <p:spPr>
              <a:xfrm>
                <a:off x="2911753" y="5361148"/>
                <a:ext cx="845438" cy="1440807"/>
              </a:xfrm>
              <a:custGeom>
                <a:avLst/>
                <a:gdLst>
                  <a:gd name="connsiteX0" fmla="*/ 845438 w 845438"/>
                  <a:gd name="connsiteY0" fmla="*/ 0 h 1440807"/>
                  <a:gd name="connsiteX1" fmla="*/ 13588 w 845438"/>
                  <a:gd name="connsiteY1" fmla="*/ 1440807 h 1440807"/>
                  <a:gd name="connsiteX2" fmla="*/ 0 w 845438"/>
                  <a:gd name="connsiteY2" fmla="*/ 1387583 h 1440807"/>
                  <a:gd name="connsiteX3" fmla="*/ 792550 w 845438"/>
                  <a:gd name="connsiteY3" fmla="*/ 14845 h 1440807"/>
                  <a:gd name="connsiteX4" fmla="*/ 845438 w 845438"/>
                  <a:gd name="connsiteY4" fmla="*/ 0 h 144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5438" h="1440807">
                    <a:moveTo>
                      <a:pt x="845438" y="0"/>
                    </a:moveTo>
                    <a:cubicBezTo>
                      <a:pt x="845438" y="0"/>
                      <a:pt x="845438" y="0"/>
                      <a:pt x="13588" y="1440807"/>
                    </a:cubicBezTo>
                    <a:cubicBezTo>
                      <a:pt x="8240" y="1424484"/>
                      <a:pt x="3710" y="1406742"/>
                      <a:pt x="0" y="1387583"/>
                    </a:cubicBezTo>
                    <a:cubicBezTo>
                      <a:pt x="0" y="1387583"/>
                      <a:pt x="0" y="1387583"/>
                      <a:pt x="792550" y="14845"/>
                    </a:cubicBezTo>
                    <a:cubicBezTo>
                      <a:pt x="810998" y="8479"/>
                      <a:pt x="828628" y="3530"/>
                      <a:pt x="8454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任意多边形 150"/>
              <p:cNvSpPr/>
              <p:nvPr>
                <p:custDataLst>
                  <p:tags r:id="rId9"/>
                </p:custDataLst>
              </p:nvPr>
            </p:nvSpPr>
            <p:spPr>
              <a:xfrm>
                <a:off x="2802949" y="5372565"/>
                <a:ext cx="689682" cy="1194565"/>
              </a:xfrm>
              <a:custGeom>
                <a:avLst/>
                <a:gdLst>
                  <a:gd name="connsiteX0" fmla="*/ 689682 w 689682"/>
                  <a:gd name="connsiteY0" fmla="*/ 0 h 1194565"/>
                  <a:gd name="connsiteX1" fmla="*/ 0 w 689682"/>
                  <a:gd name="connsiteY1" fmla="*/ 1194565 h 1194565"/>
                  <a:gd name="connsiteX2" fmla="*/ 4351 w 689682"/>
                  <a:gd name="connsiteY2" fmla="*/ 1110269 h 1194565"/>
                  <a:gd name="connsiteX3" fmla="*/ 618855 w 689682"/>
                  <a:gd name="connsiteY3" fmla="*/ 45917 h 1194565"/>
                  <a:gd name="connsiteX4" fmla="*/ 689682 w 689682"/>
                  <a:gd name="connsiteY4" fmla="*/ 0 h 1194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9682" h="1194565">
                    <a:moveTo>
                      <a:pt x="689682" y="0"/>
                    </a:moveTo>
                    <a:cubicBezTo>
                      <a:pt x="689682" y="0"/>
                      <a:pt x="689682" y="0"/>
                      <a:pt x="0" y="1194565"/>
                    </a:cubicBezTo>
                    <a:cubicBezTo>
                      <a:pt x="485" y="1166538"/>
                      <a:pt x="1663" y="1138911"/>
                      <a:pt x="4351" y="1110269"/>
                    </a:cubicBezTo>
                    <a:cubicBezTo>
                      <a:pt x="4351" y="1110269"/>
                      <a:pt x="4351" y="1110269"/>
                      <a:pt x="618855" y="45917"/>
                    </a:cubicBezTo>
                    <a:cubicBezTo>
                      <a:pt x="642316" y="29268"/>
                      <a:pt x="665653" y="14434"/>
                      <a:pt x="6896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任意多边形 149"/>
              <p:cNvSpPr/>
              <p:nvPr>
                <p:custDataLst>
                  <p:tags r:id="rId10"/>
                </p:custDataLst>
              </p:nvPr>
            </p:nvSpPr>
            <p:spPr>
              <a:xfrm>
                <a:off x="2981626" y="5381822"/>
                <a:ext cx="892612" cy="1487595"/>
              </a:xfrm>
              <a:custGeom>
                <a:avLst/>
                <a:gdLst>
                  <a:gd name="connsiteX0" fmla="*/ 892612 w 892612"/>
                  <a:gd name="connsiteY0" fmla="*/ 0 h 1487595"/>
                  <a:gd name="connsiteX1" fmla="*/ 99407 w 892612"/>
                  <a:gd name="connsiteY1" fmla="*/ 1373872 h 1487595"/>
                  <a:gd name="connsiteX2" fmla="*/ 33749 w 892612"/>
                  <a:gd name="connsiteY2" fmla="*/ 1487595 h 1487595"/>
                  <a:gd name="connsiteX3" fmla="*/ 8806 w 892612"/>
                  <a:gd name="connsiteY3" fmla="*/ 1487595 h 1487595"/>
                  <a:gd name="connsiteX4" fmla="*/ 0 w 892612"/>
                  <a:gd name="connsiteY4" fmla="*/ 1469290 h 1487595"/>
                  <a:gd name="connsiteX5" fmla="*/ 846279 w 892612"/>
                  <a:gd name="connsiteY5" fmla="*/ 3492 h 1487595"/>
                  <a:gd name="connsiteX6" fmla="*/ 892612 w 892612"/>
                  <a:gd name="connsiteY6" fmla="*/ 0 h 1487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612" h="1487595">
                    <a:moveTo>
                      <a:pt x="892612" y="0"/>
                    </a:moveTo>
                    <a:cubicBezTo>
                      <a:pt x="892612" y="0"/>
                      <a:pt x="892612" y="0"/>
                      <a:pt x="99407" y="1373872"/>
                    </a:cubicBezTo>
                    <a:lnTo>
                      <a:pt x="33749" y="1487595"/>
                    </a:lnTo>
                    <a:lnTo>
                      <a:pt x="8806" y="1487595"/>
                    </a:lnTo>
                    <a:lnTo>
                      <a:pt x="0" y="1469290"/>
                    </a:lnTo>
                    <a:cubicBezTo>
                      <a:pt x="0" y="1469290"/>
                      <a:pt x="0" y="1469290"/>
                      <a:pt x="846279" y="3492"/>
                    </a:cubicBezTo>
                    <a:cubicBezTo>
                      <a:pt x="862269" y="1383"/>
                      <a:pt x="877440" y="691"/>
                      <a:pt x="8926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任意多边形 148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00041" y="5410660"/>
                <a:ext cx="883628" cy="1458756"/>
              </a:xfrm>
              <a:custGeom>
                <a:avLst/>
                <a:gdLst>
                  <a:gd name="connsiteX0" fmla="*/ 842213 w 883628"/>
                  <a:gd name="connsiteY0" fmla="*/ 0 h 1458756"/>
                  <a:gd name="connsiteX1" fmla="*/ 883628 w 883628"/>
                  <a:gd name="connsiteY1" fmla="*/ 5026 h 1458756"/>
                  <a:gd name="connsiteX2" fmla="*/ 67343 w 883628"/>
                  <a:gd name="connsiteY2" fmla="*/ 1418874 h 1458756"/>
                  <a:gd name="connsiteX3" fmla="*/ 44317 w 883628"/>
                  <a:gd name="connsiteY3" fmla="*/ 1458756 h 1458756"/>
                  <a:gd name="connsiteX4" fmla="*/ 0 w 883628"/>
                  <a:gd name="connsiteY4" fmla="*/ 1458756 h 1458756"/>
                  <a:gd name="connsiteX5" fmla="*/ 7196 w 883628"/>
                  <a:gd name="connsiteY5" fmla="*/ 1446291 h 1458756"/>
                  <a:gd name="connsiteX6" fmla="*/ 842213 w 883628"/>
                  <a:gd name="connsiteY6" fmla="*/ 0 h 1458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83628" h="1458756">
                    <a:moveTo>
                      <a:pt x="842213" y="0"/>
                    </a:moveTo>
                    <a:cubicBezTo>
                      <a:pt x="856563" y="731"/>
                      <a:pt x="870096" y="2879"/>
                      <a:pt x="883628" y="5026"/>
                    </a:cubicBezTo>
                    <a:cubicBezTo>
                      <a:pt x="883628" y="5026"/>
                      <a:pt x="883628" y="5026"/>
                      <a:pt x="67343" y="1418874"/>
                    </a:cubicBezTo>
                    <a:lnTo>
                      <a:pt x="44317" y="1458756"/>
                    </a:lnTo>
                    <a:lnTo>
                      <a:pt x="0" y="1458756"/>
                    </a:lnTo>
                    <a:lnTo>
                      <a:pt x="7196" y="1446291"/>
                    </a:lnTo>
                    <a:cubicBezTo>
                      <a:pt x="84672" y="1312099"/>
                      <a:pt x="291274" y="954254"/>
                      <a:pt x="8422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任意多边形 147"/>
              <p:cNvSpPr/>
              <p:nvPr>
                <p:custDataLst>
                  <p:tags r:id="rId12"/>
                </p:custDataLst>
              </p:nvPr>
            </p:nvSpPr>
            <p:spPr>
              <a:xfrm>
                <a:off x="2764377" y="5415763"/>
                <a:ext cx="576287" cy="998158"/>
              </a:xfrm>
              <a:custGeom>
                <a:avLst/>
                <a:gdLst>
                  <a:gd name="connsiteX0" fmla="*/ 576287 w 576287"/>
                  <a:gd name="connsiteY0" fmla="*/ 0 h 998158"/>
                  <a:gd name="connsiteX1" fmla="*/ 0 w 576287"/>
                  <a:gd name="connsiteY1" fmla="*/ 998158 h 998158"/>
                  <a:gd name="connsiteX2" fmla="*/ 22426 w 576287"/>
                  <a:gd name="connsiteY2" fmla="*/ 882555 h 998158"/>
                  <a:gd name="connsiteX3" fmla="*/ 487385 w 576287"/>
                  <a:gd name="connsiteY3" fmla="*/ 77223 h 998158"/>
                  <a:gd name="connsiteX4" fmla="*/ 576287 w 576287"/>
                  <a:gd name="connsiteY4" fmla="*/ 0 h 99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6287" h="998158">
                    <a:moveTo>
                      <a:pt x="576287" y="0"/>
                    </a:moveTo>
                    <a:cubicBezTo>
                      <a:pt x="576287" y="0"/>
                      <a:pt x="576287" y="0"/>
                      <a:pt x="0" y="998158"/>
                    </a:cubicBezTo>
                    <a:cubicBezTo>
                      <a:pt x="4726" y="961188"/>
                      <a:pt x="12474" y="922181"/>
                      <a:pt x="22426" y="882555"/>
                    </a:cubicBezTo>
                    <a:cubicBezTo>
                      <a:pt x="22426" y="882555"/>
                      <a:pt x="22426" y="882555"/>
                      <a:pt x="487385" y="77223"/>
                    </a:cubicBezTo>
                    <a:cubicBezTo>
                      <a:pt x="516725" y="48792"/>
                      <a:pt x="546632" y="22578"/>
                      <a:pt x="5762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" name="任意多边形 146"/>
              <p:cNvSpPr/>
              <p:nvPr>
                <p:custDataLst>
                  <p:tags r:id="rId13"/>
                </p:custDataLst>
              </p:nvPr>
            </p:nvSpPr>
            <p:spPr>
              <a:xfrm>
                <a:off x="3227072" y="5446910"/>
                <a:ext cx="857794" cy="1422506"/>
              </a:xfrm>
              <a:custGeom>
                <a:avLst/>
                <a:gdLst>
                  <a:gd name="connsiteX0" fmla="*/ 821284 w 857794"/>
                  <a:gd name="connsiteY0" fmla="*/ 0 h 1422506"/>
                  <a:gd name="connsiteX1" fmla="*/ 857794 w 857794"/>
                  <a:gd name="connsiteY1" fmla="*/ 13522 h 1422506"/>
                  <a:gd name="connsiteX2" fmla="*/ 108221 w 857794"/>
                  <a:gd name="connsiteY2" fmla="*/ 1311821 h 1422506"/>
                  <a:gd name="connsiteX3" fmla="*/ 44317 w 857794"/>
                  <a:gd name="connsiteY3" fmla="*/ 1422506 h 1422506"/>
                  <a:gd name="connsiteX4" fmla="*/ 0 w 857794"/>
                  <a:gd name="connsiteY4" fmla="*/ 1422506 h 1422506"/>
                  <a:gd name="connsiteX5" fmla="*/ 31019 w 857794"/>
                  <a:gd name="connsiteY5" fmla="*/ 1368778 h 1422506"/>
                  <a:gd name="connsiteX6" fmla="*/ 821284 w 857794"/>
                  <a:gd name="connsiteY6" fmla="*/ 0 h 142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794" h="1422506">
                    <a:moveTo>
                      <a:pt x="821284" y="0"/>
                    </a:moveTo>
                    <a:cubicBezTo>
                      <a:pt x="833999" y="3563"/>
                      <a:pt x="845897" y="8543"/>
                      <a:pt x="857794" y="13522"/>
                    </a:cubicBezTo>
                    <a:cubicBezTo>
                      <a:pt x="857794" y="13522"/>
                      <a:pt x="857794" y="13522"/>
                      <a:pt x="108221" y="1311821"/>
                    </a:cubicBezTo>
                    <a:lnTo>
                      <a:pt x="44317" y="1422506"/>
                    </a:lnTo>
                    <a:lnTo>
                      <a:pt x="0" y="1422506"/>
                    </a:lnTo>
                    <a:lnTo>
                      <a:pt x="31019" y="1368778"/>
                    </a:lnTo>
                    <a:cubicBezTo>
                      <a:pt x="143914" y="1173238"/>
                      <a:pt x="369704" y="782159"/>
                      <a:pt x="8212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任意多边形 1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56055" y="5497094"/>
                <a:ext cx="823913" cy="1372323"/>
              </a:xfrm>
              <a:custGeom>
                <a:avLst/>
                <a:gdLst>
                  <a:gd name="connsiteX0" fmla="*/ 792311 w 823913"/>
                  <a:gd name="connsiteY0" fmla="*/ 0 h 1372323"/>
                  <a:gd name="connsiteX1" fmla="*/ 793696 w 823913"/>
                  <a:gd name="connsiteY1" fmla="*/ 800 h 1372323"/>
                  <a:gd name="connsiteX2" fmla="*/ 823913 w 823913"/>
                  <a:gd name="connsiteY2" fmla="*/ 22024 h 1372323"/>
                  <a:gd name="connsiteX3" fmla="*/ 77036 w 823913"/>
                  <a:gd name="connsiteY3" fmla="*/ 1315653 h 1372323"/>
                  <a:gd name="connsiteX4" fmla="*/ 44317 w 823913"/>
                  <a:gd name="connsiteY4" fmla="*/ 1372323 h 1372323"/>
                  <a:gd name="connsiteX5" fmla="*/ 0 w 823913"/>
                  <a:gd name="connsiteY5" fmla="*/ 1372323 h 1372323"/>
                  <a:gd name="connsiteX6" fmla="*/ 44515 w 823913"/>
                  <a:gd name="connsiteY6" fmla="*/ 1295221 h 1372323"/>
                  <a:gd name="connsiteX7" fmla="*/ 792311 w 823913"/>
                  <a:gd name="connsiteY7" fmla="*/ 0 h 1372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3913" h="1372323">
                    <a:moveTo>
                      <a:pt x="792311" y="0"/>
                    </a:moveTo>
                    <a:cubicBezTo>
                      <a:pt x="793004" y="400"/>
                      <a:pt x="793004" y="400"/>
                      <a:pt x="793696" y="800"/>
                    </a:cubicBezTo>
                    <a:cubicBezTo>
                      <a:pt x="804083" y="6797"/>
                      <a:pt x="814344" y="14611"/>
                      <a:pt x="823913" y="22024"/>
                    </a:cubicBezTo>
                    <a:cubicBezTo>
                      <a:pt x="823913" y="22024"/>
                      <a:pt x="823913" y="22024"/>
                      <a:pt x="77036" y="1315653"/>
                    </a:cubicBezTo>
                    <a:lnTo>
                      <a:pt x="44317" y="1372323"/>
                    </a:lnTo>
                    <a:lnTo>
                      <a:pt x="0" y="1372323"/>
                    </a:lnTo>
                    <a:lnTo>
                      <a:pt x="44515" y="1295221"/>
                    </a:lnTo>
                    <a:cubicBezTo>
                      <a:pt x="170443" y="1077107"/>
                      <a:pt x="394316" y="689348"/>
                      <a:pt x="7923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任意多边形 144"/>
              <p:cNvSpPr/>
              <p:nvPr>
                <p:custDataLst>
                  <p:tags r:id="rId15"/>
                </p:custDataLst>
              </p:nvPr>
            </p:nvSpPr>
            <p:spPr>
              <a:xfrm>
                <a:off x="2753955" y="5509416"/>
                <a:ext cx="403655" cy="699151"/>
              </a:xfrm>
              <a:custGeom>
                <a:avLst/>
                <a:gdLst>
                  <a:gd name="connsiteX0" fmla="*/ 403655 w 403655"/>
                  <a:gd name="connsiteY0" fmla="*/ 0 h 699151"/>
                  <a:gd name="connsiteX1" fmla="*/ 0 w 403655"/>
                  <a:gd name="connsiteY1" fmla="*/ 699151 h 699151"/>
                  <a:gd name="connsiteX2" fmla="*/ 82792 w 403655"/>
                  <a:gd name="connsiteY2" fmla="*/ 478990 h 699151"/>
                  <a:gd name="connsiteX3" fmla="*/ 254386 w 403655"/>
                  <a:gd name="connsiteY3" fmla="*/ 181780 h 699151"/>
                  <a:gd name="connsiteX4" fmla="*/ 403655 w 403655"/>
                  <a:gd name="connsiteY4" fmla="*/ 0 h 699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655" h="699151">
                    <a:moveTo>
                      <a:pt x="403655" y="0"/>
                    </a:moveTo>
                    <a:cubicBezTo>
                      <a:pt x="403655" y="0"/>
                      <a:pt x="403655" y="0"/>
                      <a:pt x="0" y="699151"/>
                    </a:cubicBezTo>
                    <a:cubicBezTo>
                      <a:pt x="20719" y="628083"/>
                      <a:pt x="48861" y="553752"/>
                      <a:pt x="82792" y="478990"/>
                    </a:cubicBezTo>
                    <a:cubicBezTo>
                      <a:pt x="82792" y="478990"/>
                      <a:pt x="82792" y="478990"/>
                      <a:pt x="254386" y="181780"/>
                    </a:cubicBezTo>
                    <a:cubicBezTo>
                      <a:pt x="302167" y="115014"/>
                      <a:pt x="352467" y="53477"/>
                      <a:pt x="4036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任意多边形 1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3485039" y="5558808"/>
                <a:ext cx="783375" cy="1310608"/>
              </a:xfrm>
              <a:custGeom>
                <a:avLst/>
                <a:gdLst>
                  <a:gd name="connsiteX0" fmla="*/ 756680 w 783375"/>
                  <a:gd name="connsiteY0" fmla="*/ 0 h 1310608"/>
                  <a:gd name="connsiteX1" fmla="*/ 783375 w 783375"/>
                  <a:gd name="connsiteY1" fmla="*/ 30523 h 1310608"/>
                  <a:gd name="connsiteX2" fmla="*/ 50163 w 783375"/>
                  <a:gd name="connsiteY2" fmla="*/ 1300484 h 1310608"/>
                  <a:gd name="connsiteX3" fmla="*/ 44318 w 783375"/>
                  <a:gd name="connsiteY3" fmla="*/ 1310608 h 1310608"/>
                  <a:gd name="connsiteX4" fmla="*/ 0 w 783375"/>
                  <a:gd name="connsiteY4" fmla="*/ 1310608 h 1310608"/>
                  <a:gd name="connsiteX5" fmla="*/ 14449 w 783375"/>
                  <a:gd name="connsiteY5" fmla="*/ 1285582 h 1310608"/>
                  <a:gd name="connsiteX6" fmla="*/ 756680 w 783375"/>
                  <a:gd name="connsiteY6" fmla="*/ 0 h 1310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3375" h="1310608">
                    <a:moveTo>
                      <a:pt x="756680" y="0"/>
                    </a:moveTo>
                    <a:cubicBezTo>
                      <a:pt x="766124" y="9230"/>
                      <a:pt x="775567" y="18460"/>
                      <a:pt x="783375" y="30523"/>
                    </a:cubicBezTo>
                    <a:cubicBezTo>
                      <a:pt x="783375" y="30523"/>
                      <a:pt x="783375" y="30523"/>
                      <a:pt x="50163" y="1300484"/>
                    </a:cubicBezTo>
                    <a:lnTo>
                      <a:pt x="44318" y="1310608"/>
                    </a:lnTo>
                    <a:lnTo>
                      <a:pt x="0" y="1310608"/>
                    </a:lnTo>
                    <a:lnTo>
                      <a:pt x="14449" y="1285582"/>
                    </a:lnTo>
                    <a:cubicBezTo>
                      <a:pt x="139440" y="1069091"/>
                      <a:pt x="361647" y="684218"/>
                      <a:pt x="756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任意多边形 142"/>
              <p:cNvSpPr/>
              <p:nvPr>
                <p:custDataLst>
                  <p:tags r:id="rId17"/>
                </p:custDataLst>
              </p:nvPr>
            </p:nvSpPr>
            <p:spPr>
              <a:xfrm>
                <a:off x="3614023" y="5630782"/>
                <a:ext cx="736081" cy="1238634"/>
              </a:xfrm>
              <a:custGeom>
                <a:avLst/>
                <a:gdLst>
                  <a:gd name="connsiteX0" fmla="*/ 715126 w 736081"/>
                  <a:gd name="connsiteY0" fmla="*/ 0 h 1238634"/>
                  <a:gd name="connsiteX1" fmla="*/ 736081 w 736081"/>
                  <a:gd name="connsiteY1" fmla="*/ 40464 h 1238634"/>
                  <a:gd name="connsiteX2" fmla="*/ 96173 w 736081"/>
                  <a:gd name="connsiteY2" fmla="*/ 1148817 h 1238634"/>
                  <a:gd name="connsiteX3" fmla="*/ 44317 w 736081"/>
                  <a:gd name="connsiteY3" fmla="*/ 1238634 h 1238634"/>
                  <a:gd name="connsiteX4" fmla="*/ 0 w 736081"/>
                  <a:gd name="connsiteY4" fmla="*/ 1238634 h 1238634"/>
                  <a:gd name="connsiteX5" fmla="*/ 46707 w 736081"/>
                  <a:gd name="connsiteY5" fmla="*/ 1157736 h 1238634"/>
                  <a:gd name="connsiteX6" fmla="*/ 715126 w 736081"/>
                  <a:gd name="connsiteY6" fmla="*/ 0 h 1238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6081" h="1238634">
                    <a:moveTo>
                      <a:pt x="715126" y="0"/>
                    </a:moveTo>
                    <a:cubicBezTo>
                      <a:pt x="722930" y="12070"/>
                      <a:pt x="729915" y="25558"/>
                      <a:pt x="736081" y="40464"/>
                    </a:cubicBezTo>
                    <a:cubicBezTo>
                      <a:pt x="736081" y="40464"/>
                      <a:pt x="736081" y="40464"/>
                      <a:pt x="96173" y="1148817"/>
                    </a:cubicBezTo>
                    <a:lnTo>
                      <a:pt x="44317" y="1238634"/>
                    </a:lnTo>
                    <a:lnTo>
                      <a:pt x="0" y="1238634"/>
                    </a:lnTo>
                    <a:lnTo>
                      <a:pt x="46707" y="1157736"/>
                    </a:lnTo>
                    <a:cubicBezTo>
                      <a:pt x="176245" y="933368"/>
                      <a:pt x="383507" y="574381"/>
                      <a:pt x="7151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任意多边形 141"/>
              <p:cNvSpPr/>
              <p:nvPr>
                <p:custDataLst>
                  <p:tags r:id="rId18"/>
                </p:custDataLst>
              </p:nvPr>
            </p:nvSpPr>
            <p:spPr>
              <a:xfrm>
                <a:off x="3743006" y="5718881"/>
                <a:ext cx="680330" cy="1150536"/>
              </a:xfrm>
              <a:custGeom>
                <a:avLst/>
                <a:gdLst>
                  <a:gd name="connsiteX0" fmla="*/ 664262 w 680330"/>
                  <a:gd name="connsiteY0" fmla="*/ 0 h 1150536"/>
                  <a:gd name="connsiteX1" fmla="*/ 680330 w 680330"/>
                  <a:gd name="connsiteY1" fmla="*/ 48930 h 1150536"/>
                  <a:gd name="connsiteX2" fmla="*/ 75412 w 680330"/>
                  <a:gd name="connsiteY2" fmla="*/ 1096678 h 1150536"/>
                  <a:gd name="connsiteX3" fmla="*/ 44317 w 680330"/>
                  <a:gd name="connsiteY3" fmla="*/ 1150536 h 1150536"/>
                  <a:gd name="connsiteX4" fmla="*/ 0 w 680330"/>
                  <a:gd name="connsiteY4" fmla="*/ 1150536 h 1150536"/>
                  <a:gd name="connsiteX5" fmla="*/ 23987 w 680330"/>
                  <a:gd name="connsiteY5" fmla="*/ 1108989 h 1150536"/>
                  <a:gd name="connsiteX6" fmla="*/ 664262 w 680330"/>
                  <a:gd name="connsiteY6" fmla="*/ 0 h 1150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0330" h="1150536">
                    <a:moveTo>
                      <a:pt x="664262" y="0"/>
                    </a:moveTo>
                    <a:cubicBezTo>
                      <a:pt x="670436" y="14894"/>
                      <a:pt x="675792" y="31204"/>
                      <a:pt x="680330" y="48930"/>
                    </a:cubicBezTo>
                    <a:cubicBezTo>
                      <a:pt x="680330" y="48930"/>
                      <a:pt x="680330" y="48930"/>
                      <a:pt x="75412" y="1096678"/>
                    </a:cubicBezTo>
                    <a:lnTo>
                      <a:pt x="44317" y="1150536"/>
                    </a:lnTo>
                    <a:lnTo>
                      <a:pt x="0" y="1150536"/>
                    </a:lnTo>
                    <a:lnTo>
                      <a:pt x="23987" y="1108989"/>
                    </a:lnTo>
                    <a:cubicBezTo>
                      <a:pt x="148072" y="894069"/>
                      <a:pt x="346606" y="550196"/>
                      <a:pt x="6642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任意多边形 1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3870035" y="5819324"/>
                <a:ext cx="614984" cy="1050093"/>
              </a:xfrm>
              <a:custGeom>
                <a:avLst/>
                <a:gdLst>
                  <a:gd name="connsiteX0" fmla="*/ 606271 w 614984"/>
                  <a:gd name="connsiteY0" fmla="*/ 0 h 1050093"/>
                  <a:gd name="connsiteX1" fmla="*/ 614984 w 614984"/>
                  <a:gd name="connsiteY1" fmla="*/ 61668 h 1050093"/>
                  <a:gd name="connsiteX2" fmla="*/ 115513 w 614984"/>
                  <a:gd name="connsiteY2" fmla="*/ 926777 h 1050093"/>
                  <a:gd name="connsiteX3" fmla="*/ 44317 w 614984"/>
                  <a:gd name="connsiteY3" fmla="*/ 1050093 h 1050093"/>
                  <a:gd name="connsiteX4" fmla="*/ 0 w 614984"/>
                  <a:gd name="connsiteY4" fmla="*/ 1050093 h 1050093"/>
                  <a:gd name="connsiteX5" fmla="*/ 5653 w 614984"/>
                  <a:gd name="connsiteY5" fmla="*/ 1040301 h 1050093"/>
                  <a:gd name="connsiteX6" fmla="*/ 606271 w 614984"/>
                  <a:gd name="connsiteY6" fmla="*/ 0 h 105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4984" h="1050093">
                    <a:moveTo>
                      <a:pt x="606271" y="0"/>
                    </a:moveTo>
                    <a:cubicBezTo>
                      <a:pt x="610685" y="19540"/>
                      <a:pt x="613590" y="40096"/>
                      <a:pt x="614984" y="61668"/>
                    </a:cubicBezTo>
                    <a:cubicBezTo>
                      <a:pt x="614984" y="61668"/>
                      <a:pt x="614984" y="61668"/>
                      <a:pt x="115513" y="926777"/>
                    </a:cubicBezTo>
                    <a:lnTo>
                      <a:pt x="44317" y="1050093"/>
                    </a:lnTo>
                    <a:lnTo>
                      <a:pt x="0" y="1050093"/>
                    </a:lnTo>
                    <a:lnTo>
                      <a:pt x="5653" y="1040301"/>
                    </a:lnTo>
                    <a:cubicBezTo>
                      <a:pt x="122052" y="838692"/>
                      <a:pt x="308290" y="516118"/>
                      <a:pt x="6062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任意多边形 139"/>
              <p:cNvSpPr/>
              <p:nvPr>
                <p:custDataLst>
                  <p:tags r:id="rId20"/>
                </p:custDataLst>
              </p:nvPr>
            </p:nvSpPr>
            <p:spPr>
              <a:xfrm>
                <a:off x="3999017" y="5938200"/>
                <a:ext cx="538932" cy="931217"/>
              </a:xfrm>
              <a:custGeom>
                <a:avLst/>
                <a:gdLst>
                  <a:gd name="connsiteX0" fmla="*/ 537639 w 538932"/>
                  <a:gd name="connsiteY0" fmla="*/ 0 h 931217"/>
                  <a:gd name="connsiteX1" fmla="*/ 537322 w 538932"/>
                  <a:gd name="connsiteY1" fmla="*/ 77309 h 931217"/>
                  <a:gd name="connsiteX2" fmla="*/ 98704 w 538932"/>
                  <a:gd name="connsiteY2" fmla="*/ 837017 h 931217"/>
                  <a:gd name="connsiteX3" fmla="*/ 44318 w 538932"/>
                  <a:gd name="connsiteY3" fmla="*/ 931217 h 931217"/>
                  <a:gd name="connsiteX4" fmla="*/ 0 w 538932"/>
                  <a:gd name="connsiteY4" fmla="*/ 931217 h 931217"/>
                  <a:gd name="connsiteX5" fmla="*/ 50362 w 538932"/>
                  <a:gd name="connsiteY5" fmla="*/ 843989 h 931217"/>
                  <a:gd name="connsiteX6" fmla="*/ 537639 w 538932"/>
                  <a:gd name="connsiteY6" fmla="*/ 0 h 931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8932" h="931217">
                    <a:moveTo>
                      <a:pt x="537639" y="0"/>
                    </a:moveTo>
                    <a:cubicBezTo>
                      <a:pt x="539590" y="23807"/>
                      <a:pt x="539211" y="50049"/>
                      <a:pt x="537322" y="77309"/>
                    </a:cubicBezTo>
                    <a:cubicBezTo>
                      <a:pt x="537322" y="77309"/>
                      <a:pt x="537322" y="77309"/>
                      <a:pt x="98704" y="837017"/>
                    </a:cubicBezTo>
                    <a:lnTo>
                      <a:pt x="44318" y="931217"/>
                    </a:lnTo>
                    <a:lnTo>
                      <a:pt x="0" y="931217"/>
                    </a:lnTo>
                    <a:lnTo>
                      <a:pt x="50362" y="843989"/>
                    </a:lnTo>
                    <a:cubicBezTo>
                      <a:pt x="156981" y="659318"/>
                      <a:pt x="312064" y="390707"/>
                      <a:pt x="53763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任意多边形 1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4128002" y="6080530"/>
                <a:ext cx="455464" cy="788887"/>
              </a:xfrm>
              <a:custGeom>
                <a:avLst/>
                <a:gdLst>
                  <a:gd name="connsiteX0" fmla="*/ 455464 w 455464"/>
                  <a:gd name="connsiteY0" fmla="*/ 0 h 788887"/>
                  <a:gd name="connsiteX1" fmla="*/ 440416 w 455464"/>
                  <a:gd name="connsiteY1" fmla="*/ 102823 h 788887"/>
                  <a:gd name="connsiteX2" fmla="*/ 88431 w 455464"/>
                  <a:gd name="connsiteY2" fmla="*/ 712479 h 788887"/>
                  <a:gd name="connsiteX3" fmla="*/ 44317 w 455464"/>
                  <a:gd name="connsiteY3" fmla="*/ 788887 h 788887"/>
                  <a:gd name="connsiteX4" fmla="*/ 0 w 455464"/>
                  <a:gd name="connsiteY4" fmla="*/ 788887 h 788887"/>
                  <a:gd name="connsiteX5" fmla="*/ 35594 w 455464"/>
                  <a:gd name="connsiteY5" fmla="*/ 727235 h 788887"/>
                  <a:gd name="connsiteX6" fmla="*/ 455464 w 455464"/>
                  <a:gd name="connsiteY6" fmla="*/ 0 h 788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464" h="788887">
                    <a:moveTo>
                      <a:pt x="455464" y="0"/>
                    </a:moveTo>
                    <a:cubicBezTo>
                      <a:pt x="451686" y="33729"/>
                      <a:pt x="447216" y="67059"/>
                      <a:pt x="440416" y="102823"/>
                    </a:cubicBezTo>
                    <a:cubicBezTo>
                      <a:pt x="440416" y="102823"/>
                      <a:pt x="440416" y="102823"/>
                      <a:pt x="88431" y="712479"/>
                    </a:cubicBezTo>
                    <a:lnTo>
                      <a:pt x="44317" y="788887"/>
                    </a:lnTo>
                    <a:lnTo>
                      <a:pt x="0" y="788887"/>
                    </a:lnTo>
                    <a:lnTo>
                      <a:pt x="35594" y="727235"/>
                    </a:lnTo>
                    <a:cubicBezTo>
                      <a:pt x="127465" y="568111"/>
                      <a:pt x="261094" y="336658"/>
                      <a:pt x="45546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任意多边形 1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256988" y="6262435"/>
                <a:ext cx="350441" cy="606982"/>
              </a:xfrm>
              <a:custGeom>
                <a:avLst/>
                <a:gdLst>
                  <a:gd name="connsiteX0" fmla="*/ 350441 w 350441"/>
                  <a:gd name="connsiteY0" fmla="*/ 0 h 606982"/>
                  <a:gd name="connsiteX1" fmla="*/ 302636 w 350441"/>
                  <a:gd name="connsiteY1" fmla="*/ 159559 h 606982"/>
                  <a:gd name="connsiteX2" fmla="*/ 92049 w 350441"/>
                  <a:gd name="connsiteY2" fmla="*/ 524307 h 606982"/>
                  <a:gd name="connsiteX3" fmla="*/ 44317 w 350441"/>
                  <a:gd name="connsiteY3" fmla="*/ 606982 h 606982"/>
                  <a:gd name="connsiteX4" fmla="*/ 0 w 350441"/>
                  <a:gd name="connsiteY4" fmla="*/ 606982 h 606982"/>
                  <a:gd name="connsiteX5" fmla="*/ 28827 w 350441"/>
                  <a:gd name="connsiteY5" fmla="*/ 557052 h 606982"/>
                  <a:gd name="connsiteX6" fmla="*/ 350441 w 350441"/>
                  <a:gd name="connsiteY6" fmla="*/ 0 h 60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441" h="606982">
                    <a:moveTo>
                      <a:pt x="350441" y="0"/>
                    </a:moveTo>
                    <a:cubicBezTo>
                      <a:pt x="338221" y="51550"/>
                      <a:pt x="322286" y="104737"/>
                      <a:pt x="302636" y="159559"/>
                    </a:cubicBezTo>
                    <a:cubicBezTo>
                      <a:pt x="302636" y="159559"/>
                      <a:pt x="302636" y="159559"/>
                      <a:pt x="92049" y="524307"/>
                    </a:cubicBezTo>
                    <a:lnTo>
                      <a:pt x="44317" y="606982"/>
                    </a:lnTo>
                    <a:lnTo>
                      <a:pt x="0" y="606982"/>
                    </a:lnTo>
                    <a:lnTo>
                      <a:pt x="28827" y="557052"/>
                    </a:lnTo>
                    <a:cubicBezTo>
                      <a:pt x="99198" y="435165"/>
                      <a:pt x="201556" y="257876"/>
                      <a:pt x="35044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任意多边形 136"/>
              <p:cNvSpPr/>
              <p:nvPr>
                <p:custDataLst>
                  <p:tags r:id="rId23"/>
                </p:custDataLst>
              </p:nvPr>
            </p:nvSpPr>
            <p:spPr>
              <a:xfrm>
                <a:off x="4384017" y="6554888"/>
                <a:ext cx="181594" cy="314529"/>
              </a:xfrm>
              <a:custGeom>
                <a:avLst/>
                <a:gdLst>
                  <a:gd name="connsiteX0" fmla="*/ 181594 w 181594"/>
                  <a:gd name="connsiteY0" fmla="*/ 0 h 314529"/>
                  <a:gd name="connsiteX1" fmla="*/ 100989 w 181594"/>
                  <a:gd name="connsiteY1" fmla="*/ 187001 h 314529"/>
                  <a:gd name="connsiteX2" fmla="*/ 44195 w 181594"/>
                  <a:gd name="connsiteY2" fmla="*/ 273100 h 314529"/>
                  <a:gd name="connsiteX3" fmla="*/ 9396 w 181594"/>
                  <a:gd name="connsiteY3" fmla="*/ 314529 h 314529"/>
                  <a:gd name="connsiteX4" fmla="*/ 0 w 181594"/>
                  <a:gd name="connsiteY4" fmla="*/ 314529 h 314529"/>
                  <a:gd name="connsiteX5" fmla="*/ 181594 w 181594"/>
                  <a:gd name="connsiteY5" fmla="*/ 0 h 314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594" h="314529">
                    <a:moveTo>
                      <a:pt x="181594" y="0"/>
                    </a:moveTo>
                    <a:cubicBezTo>
                      <a:pt x="162164" y="64117"/>
                      <a:pt x="136056" y="126263"/>
                      <a:pt x="100989" y="187001"/>
                    </a:cubicBezTo>
                    <a:cubicBezTo>
                      <a:pt x="83455" y="217370"/>
                      <a:pt x="64497" y="245976"/>
                      <a:pt x="44195" y="273100"/>
                    </a:cubicBezTo>
                    <a:lnTo>
                      <a:pt x="9396" y="314529"/>
                    </a:lnTo>
                    <a:lnTo>
                      <a:pt x="0" y="314529"/>
                    </a:lnTo>
                    <a:lnTo>
                      <a:pt x="18159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" name="组合 10"/>
          <p:cNvGrpSpPr/>
          <p:nvPr userDrawn="1">
            <p:custDataLst>
              <p:tags r:id="rId24"/>
            </p:custDataLst>
          </p:nvPr>
        </p:nvGrpSpPr>
        <p:grpSpPr>
          <a:xfrm>
            <a:off x="10436225" y="-8890"/>
            <a:ext cx="1755140" cy="1172845"/>
            <a:chOff x="14243" y="-25"/>
            <a:chExt cx="4956" cy="3312"/>
          </a:xfrm>
        </p:grpSpPr>
        <p:sp>
          <p:nvSpPr>
            <p:cNvPr id="13" name="Freeform 11"/>
            <p:cNvSpPr/>
            <p:nvPr userDrawn="1">
              <p:custDataLst>
                <p:tags r:id="rId25"/>
              </p:custDataLst>
            </p:nvPr>
          </p:nvSpPr>
          <p:spPr bwMode="auto">
            <a:xfrm>
              <a:off x="16525" y="0"/>
              <a:ext cx="2675" cy="2430"/>
            </a:xfrm>
            <a:custGeom>
              <a:avLst/>
              <a:gdLst>
                <a:gd name="T0" fmla="*/ 324 w 952"/>
                <a:gd name="T1" fmla="*/ 0 h 864"/>
                <a:gd name="T2" fmla="*/ 296 w 952"/>
                <a:gd name="T3" fmla="*/ 376 h 864"/>
                <a:gd name="T4" fmla="*/ 536 w 952"/>
                <a:gd name="T5" fmla="*/ 700 h 864"/>
                <a:gd name="T6" fmla="*/ 952 w 952"/>
                <a:gd name="T7" fmla="*/ 768 h 864"/>
                <a:gd name="T8" fmla="*/ 952 w 952"/>
                <a:gd name="T9" fmla="*/ 0 h 864"/>
                <a:gd name="T10" fmla="*/ 324 w 952"/>
                <a:gd name="T11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2" h="864">
                  <a:moveTo>
                    <a:pt x="324" y="0"/>
                  </a:moveTo>
                  <a:cubicBezTo>
                    <a:pt x="324" y="0"/>
                    <a:pt x="488" y="152"/>
                    <a:pt x="296" y="376"/>
                  </a:cubicBezTo>
                  <a:cubicBezTo>
                    <a:pt x="296" y="376"/>
                    <a:pt x="0" y="864"/>
                    <a:pt x="536" y="700"/>
                  </a:cubicBezTo>
                  <a:cubicBezTo>
                    <a:pt x="536" y="700"/>
                    <a:pt x="796" y="616"/>
                    <a:pt x="952" y="768"/>
                  </a:cubicBezTo>
                  <a:cubicBezTo>
                    <a:pt x="952" y="0"/>
                    <a:pt x="952" y="0"/>
                    <a:pt x="952" y="0"/>
                  </a:cubicBezTo>
                  <a:lnTo>
                    <a:pt x="3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4" name="组合 53"/>
            <p:cNvGrpSpPr/>
            <p:nvPr userDrawn="1">
              <p:custDataLst>
                <p:tags r:id="rId26"/>
              </p:custDataLst>
            </p:nvPr>
          </p:nvGrpSpPr>
          <p:grpSpPr>
            <a:xfrm>
              <a:off x="14243" y="-25"/>
              <a:ext cx="4133" cy="3313"/>
              <a:chOff x="9044119" y="-15877"/>
              <a:chExt cx="2624337" cy="2103905"/>
            </a:xfrm>
          </p:grpSpPr>
          <p:sp>
            <p:nvSpPr>
              <p:cNvPr id="63" name="任意多边形 122"/>
              <p:cNvSpPr/>
              <p:nvPr>
                <p:custDataLst>
                  <p:tags r:id="rId27"/>
                </p:custDataLst>
              </p:nvPr>
            </p:nvSpPr>
            <p:spPr>
              <a:xfrm>
                <a:off x="9044119" y="-15876"/>
                <a:ext cx="407785" cy="706307"/>
              </a:xfrm>
              <a:custGeom>
                <a:avLst/>
                <a:gdLst>
                  <a:gd name="connsiteX0" fmla="*/ 255661 w 302156"/>
                  <a:gd name="connsiteY0" fmla="*/ 0 h 523351"/>
                  <a:gd name="connsiteX1" fmla="*/ 302156 w 302156"/>
                  <a:gd name="connsiteY1" fmla="*/ 0 h 523351"/>
                  <a:gd name="connsiteX2" fmla="*/ 285876 w 302156"/>
                  <a:gd name="connsiteY2" fmla="*/ 28198 h 523351"/>
                  <a:gd name="connsiteX3" fmla="*/ 0 w 302156"/>
                  <a:gd name="connsiteY3" fmla="*/ 523351 h 523351"/>
                  <a:gd name="connsiteX4" fmla="*/ 86860 w 302156"/>
                  <a:gd name="connsiteY4" fmla="*/ 292372 h 523351"/>
                  <a:gd name="connsiteX5" fmla="*/ 207463 w 302156"/>
                  <a:gd name="connsiteY5" fmla="*/ 83480 h 523351"/>
                  <a:gd name="connsiteX6" fmla="*/ 255661 w 302156"/>
                  <a:gd name="connsiteY6" fmla="*/ 0 h 523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2156" h="523351">
                    <a:moveTo>
                      <a:pt x="255661" y="0"/>
                    </a:moveTo>
                    <a:lnTo>
                      <a:pt x="302156" y="0"/>
                    </a:lnTo>
                    <a:lnTo>
                      <a:pt x="285876" y="28198"/>
                    </a:lnTo>
                    <a:cubicBezTo>
                      <a:pt x="223325" y="136541"/>
                      <a:pt x="132341" y="294130"/>
                      <a:pt x="0" y="523351"/>
                    </a:cubicBezTo>
                    <a:cubicBezTo>
                      <a:pt x="21737" y="448790"/>
                      <a:pt x="51262" y="370808"/>
                      <a:pt x="86860" y="292372"/>
                    </a:cubicBezTo>
                    <a:cubicBezTo>
                      <a:pt x="86860" y="292372"/>
                      <a:pt x="86860" y="292372"/>
                      <a:pt x="207463" y="83480"/>
                    </a:cubicBezTo>
                    <a:lnTo>
                      <a:pt x="2556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任意多边形 121"/>
              <p:cNvSpPr/>
              <p:nvPr>
                <p:custDataLst>
                  <p:tags r:id="rId28"/>
                </p:custDataLst>
              </p:nvPr>
            </p:nvSpPr>
            <p:spPr>
              <a:xfrm>
                <a:off x="9058874" y="-15876"/>
                <a:ext cx="575657" cy="997070"/>
              </a:xfrm>
              <a:custGeom>
                <a:avLst/>
                <a:gdLst>
                  <a:gd name="connsiteX0" fmla="*/ 380051 w 426544"/>
                  <a:gd name="connsiteY0" fmla="*/ 0 h 738797"/>
                  <a:gd name="connsiteX1" fmla="*/ 426544 w 426544"/>
                  <a:gd name="connsiteY1" fmla="*/ 0 h 738797"/>
                  <a:gd name="connsiteX2" fmla="*/ 408138 w 426544"/>
                  <a:gd name="connsiteY2" fmla="*/ 31881 h 738797"/>
                  <a:gd name="connsiteX3" fmla="*/ 0 w 426544"/>
                  <a:gd name="connsiteY3" fmla="*/ 738797 h 738797"/>
                  <a:gd name="connsiteX4" fmla="*/ 23528 w 426544"/>
                  <a:gd name="connsiteY4" fmla="*/ 617513 h 738797"/>
                  <a:gd name="connsiteX5" fmla="*/ 350321 w 426544"/>
                  <a:gd name="connsiteY5" fmla="*/ 51493 h 738797"/>
                  <a:gd name="connsiteX6" fmla="*/ 380051 w 426544"/>
                  <a:gd name="connsiteY6" fmla="*/ 0 h 73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6544" h="738797">
                    <a:moveTo>
                      <a:pt x="380051" y="0"/>
                    </a:moveTo>
                    <a:lnTo>
                      <a:pt x="426544" y="0"/>
                    </a:lnTo>
                    <a:lnTo>
                      <a:pt x="408138" y="31881"/>
                    </a:lnTo>
                    <a:cubicBezTo>
                      <a:pt x="318835" y="186559"/>
                      <a:pt x="188939" y="411545"/>
                      <a:pt x="0" y="738797"/>
                    </a:cubicBezTo>
                    <a:cubicBezTo>
                      <a:pt x="4959" y="700009"/>
                      <a:pt x="13087" y="659086"/>
                      <a:pt x="23528" y="617513"/>
                    </a:cubicBezTo>
                    <a:cubicBezTo>
                      <a:pt x="23528" y="617513"/>
                      <a:pt x="23528" y="617513"/>
                      <a:pt x="350321" y="51493"/>
                    </a:cubicBezTo>
                    <a:lnTo>
                      <a:pt x="38005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任意多边形 1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9113492" y="-15876"/>
                <a:ext cx="700903" cy="1213998"/>
              </a:xfrm>
              <a:custGeom>
                <a:avLst/>
                <a:gdLst>
                  <a:gd name="connsiteX0" fmla="*/ 472852 w 519347"/>
                  <a:gd name="connsiteY0" fmla="*/ 0 h 899534"/>
                  <a:gd name="connsiteX1" fmla="*/ 519347 w 519347"/>
                  <a:gd name="connsiteY1" fmla="*/ 0 h 899534"/>
                  <a:gd name="connsiteX2" fmla="*/ 488447 w 519347"/>
                  <a:gd name="connsiteY2" fmla="*/ 53520 h 899534"/>
                  <a:gd name="connsiteX3" fmla="*/ 0 w 519347"/>
                  <a:gd name="connsiteY3" fmla="*/ 899534 h 899534"/>
                  <a:gd name="connsiteX4" fmla="*/ 4566 w 519347"/>
                  <a:gd name="connsiteY4" fmla="*/ 811095 h 899534"/>
                  <a:gd name="connsiteX5" fmla="*/ 436464 w 519347"/>
                  <a:gd name="connsiteY5" fmla="*/ 63025 h 899534"/>
                  <a:gd name="connsiteX6" fmla="*/ 472852 w 519347"/>
                  <a:gd name="connsiteY6" fmla="*/ 0 h 89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9347" h="899534">
                    <a:moveTo>
                      <a:pt x="472852" y="0"/>
                    </a:moveTo>
                    <a:lnTo>
                      <a:pt x="519347" y="0"/>
                    </a:lnTo>
                    <a:lnTo>
                      <a:pt x="488447" y="53520"/>
                    </a:lnTo>
                    <a:cubicBezTo>
                      <a:pt x="381572" y="238633"/>
                      <a:pt x="226117" y="507889"/>
                      <a:pt x="0" y="899534"/>
                    </a:cubicBezTo>
                    <a:cubicBezTo>
                      <a:pt x="510" y="870130"/>
                      <a:pt x="1746" y="841145"/>
                      <a:pt x="4566" y="811095"/>
                    </a:cubicBezTo>
                    <a:cubicBezTo>
                      <a:pt x="4566" y="811095"/>
                      <a:pt x="4566" y="811095"/>
                      <a:pt x="436464" y="63025"/>
                    </a:cubicBezTo>
                    <a:lnTo>
                      <a:pt x="4728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任意多边形 119"/>
              <p:cNvSpPr/>
              <p:nvPr>
                <p:custDataLst>
                  <p:tags r:id="rId30"/>
                </p:custDataLst>
              </p:nvPr>
            </p:nvSpPr>
            <p:spPr>
              <a:xfrm>
                <a:off x="9184090" y="-15876"/>
                <a:ext cx="812932" cy="1394769"/>
              </a:xfrm>
              <a:custGeom>
                <a:avLst/>
                <a:gdLst>
                  <a:gd name="connsiteX0" fmla="*/ 555861 w 602357"/>
                  <a:gd name="connsiteY0" fmla="*/ 0 h 1033480"/>
                  <a:gd name="connsiteX1" fmla="*/ 602357 w 602357"/>
                  <a:gd name="connsiteY1" fmla="*/ 0 h 1033480"/>
                  <a:gd name="connsiteX2" fmla="*/ 552857 w 602357"/>
                  <a:gd name="connsiteY2" fmla="*/ 85735 h 1033480"/>
                  <a:gd name="connsiteX3" fmla="*/ 5677 w 602357"/>
                  <a:gd name="connsiteY3" fmla="*/ 1033480 h 1033480"/>
                  <a:gd name="connsiteX4" fmla="*/ 0 w 602357"/>
                  <a:gd name="connsiteY4" fmla="*/ 962780 h 1033480"/>
                  <a:gd name="connsiteX5" fmla="*/ 503909 w 602357"/>
                  <a:gd name="connsiteY5" fmla="*/ 89985 h 1033480"/>
                  <a:gd name="connsiteX6" fmla="*/ 555861 w 602357"/>
                  <a:gd name="connsiteY6" fmla="*/ 0 h 103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2357" h="1033480">
                    <a:moveTo>
                      <a:pt x="555861" y="0"/>
                    </a:moveTo>
                    <a:lnTo>
                      <a:pt x="602357" y="0"/>
                    </a:lnTo>
                    <a:lnTo>
                      <a:pt x="552857" y="85735"/>
                    </a:lnTo>
                    <a:cubicBezTo>
                      <a:pt x="433131" y="293108"/>
                      <a:pt x="258983" y="594741"/>
                      <a:pt x="5677" y="1033480"/>
                    </a:cubicBezTo>
                    <a:cubicBezTo>
                      <a:pt x="1914" y="1011477"/>
                      <a:pt x="594" y="986919"/>
                      <a:pt x="0" y="962780"/>
                    </a:cubicBezTo>
                    <a:cubicBezTo>
                      <a:pt x="0" y="962780"/>
                      <a:pt x="0" y="962780"/>
                      <a:pt x="503909" y="89985"/>
                    </a:cubicBezTo>
                    <a:lnTo>
                      <a:pt x="5558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任意多边形 118"/>
              <p:cNvSpPr/>
              <p:nvPr>
                <p:custDataLst>
                  <p:tags r:id="rId31"/>
                </p:custDataLst>
              </p:nvPr>
            </p:nvSpPr>
            <p:spPr>
              <a:xfrm>
                <a:off x="9267546" y="-15876"/>
                <a:ext cx="912104" cy="1546484"/>
              </a:xfrm>
              <a:custGeom>
                <a:avLst/>
                <a:gdLst>
                  <a:gd name="connsiteX0" fmla="*/ 629345 w 675840"/>
                  <a:gd name="connsiteY0" fmla="*/ 0 h 1145896"/>
                  <a:gd name="connsiteX1" fmla="*/ 675840 w 675840"/>
                  <a:gd name="connsiteY1" fmla="*/ 0 h 1145896"/>
                  <a:gd name="connsiteX2" fmla="*/ 673914 w 675840"/>
                  <a:gd name="connsiteY2" fmla="*/ 3335 h 1145896"/>
                  <a:gd name="connsiteX3" fmla="*/ 14256 w 675840"/>
                  <a:gd name="connsiteY3" fmla="*/ 1145896 h 1145896"/>
                  <a:gd name="connsiteX4" fmla="*/ 0 w 675840"/>
                  <a:gd name="connsiteY4" fmla="*/ 1090056 h 1145896"/>
                  <a:gd name="connsiteX5" fmla="*/ 618876 w 675840"/>
                  <a:gd name="connsiteY5" fmla="*/ 18132 h 1145896"/>
                  <a:gd name="connsiteX6" fmla="*/ 629345 w 675840"/>
                  <a:gd name="connsiteY6" fmla="*/ 0 h 1145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5840" h="1145896">
                    <a:moveTo>
                      <a:pt x="629345" y="0"/>
                    </a:moveTo>
                    <a:lnTo>
                      <a:pt x="675840" y="0"/>
                    </a:lnTo>
                    <a:lnTo>
                      <a:pt x="673914" y="3335"/>
                    </a:lnTo>
                    <a:cubicBezTo>
                      <a:pt x="546073" y="224762"/>
                      <a:pt x="341528" y="579044"/>
                      <a:pt x="14256" y="1145896"/>
                    </a:cubicBezTo>
                    <a:cubicBezTo>
                      <a:pt x="8645" y="1128771"/>
                      <a:pt x="3893" y="1110157"/>
                      <a:pt x="0" y="1090056"/>
                    </a:cubicBezTo>
                    <a:cubicBezTo>
                      <a:pt x="0" y="1090056"/>
                      <a:pt x="0" y="1090056"/>
                      <a:pt x="618876" y="18132"/>
                    </a:cubicBezTo>
                    <a:lnTo>
                      <a:pt x="629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任意多边形 117"/>
              <p:cNvSpPr/>
              <p:nvPr>
                <p:custDataLst>
                  <p:tags r:id="rId32"/>
                </p:custDataLst>
              </p:nvPr>
            </p:nvSpPr>
            <p:spPr>
              <a:xfrm>
                <a:off x="9366478" y="-15876"/>
                <a:ext cx="995799" cy="1675374"/>
              </a:xfrm>
              <a:custGeom>
                <a:avLst/>
                <a:gdLst>
                  <a:gd name="connsiteX0" fmla="*/ 691359 w 737856"/>
                  <a:gd name="connsiteY0" fmla="*/ 0 h 1241399"/>
                  <a:gd name="connsiteX1" fmla="*/ 737856 w 737856"/>
                  <a:gd name="connsiteY1" fmla="*/ 0 h 1241399"/>
                  <a:gd name="connsiteX2" fmla="*/ 713003 w 737856"/>
                  <a:gd name="connsiteY2" fmla="*/ 43046 h 1241399"/>
                  <a:gd name="connsiteX3" fmla="*/ 21133 w 737856"/>
                  <a:gd name="connsiteY3" fmla="*/ 1241399 h 1241399"/>
                  <a:gd name="connsiteX4" fmla="*/ 0 w 737856"/>
                  <a:gd name="connsiteY4" fmla="*/ 1197470 h 1241399"/>
                  <a:gd name="connsiteX5" fmla="*/ 660831 w 737856"/>
                  <a:gd name="connsiteY5" fmla="*/ 52877 h 1241399"/>
                  <a:gd name="connsiteX6" fmla="*/ 691359 w 737856"/>
                  <a:gd name="connsiteY6" fmla="*/ 0 h 124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856" h="1241399">
                    <a:moveTo>
                      <a:pt x="691359" y="0"/>
                    </a:moveTo>
                    <a:lnTo>
                      <a:pt x="737856" y="0"/>
                    </a:lnTo>
                    <a:lnTo>
                      <a:pt x="713003" y="43046"/>
                    </a:lnTo>
                    <a:cubicBezTo>
                      <a:pt x="578920" y="275285"/>
                      <a:pt x="364386" y="646867"/>
                      <a:pt x="21133" y="1241399"/>
                    </a:cubicBezTo>
                    <a:cubicBezTo>
                      <a:pt x="13803" y="1227252"/>
                      <a:pt x="6472" y="1213104"/>
                      <a:pt x="0" y="1197470"/>
                    </a:cubicBezTo>
                    <a:cubicBezTo>
                      <a:pt x="0" y="1197470"/>
                      <a:pt x="0" y="1197470"/>
                      <a:pt x="660831" y="52877"/>
                    </a:cubicBezTo>
                    <a:lnTo>
                      <a:pt x="69135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任意多边形 1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9478515" y="-15876"/>
                <a:ext cx="1066392" cy="1785584"/>
              </a:xfrm>
              <a:custGeom>
                <a:avLst/>
                <a:gdLst>
                  <a:gd name="connsiteX0" fmla="*/ 743667 w 790163"/>
                  <a:gd name="connsiteY0" fmla="*/ 0 h 1323061"/>
                  <a:gd name="connsiteX1" fmla="*/ 790163 w 790163"/>
                  <a:gd name="connsiteY1" fmla="*/ 0 h 1323061"/>
                  <a:gd name="connsiteX2" fmla="*/ 738294 w 790163"/>
                  <a:gd name="connsiteY2" fmla="*/ 89838 h 1323061"/>
                  <a:gd name="connsiteX3" fmla="*/ 26293 w 790163"/>
                  <a:gd name="connsiteY3" fmla="*/ 1323061 h 1323061"/>
                  <a:gd name="connsiteX4" fmla="*/ 0 w 790163"/>
                  <a:gd name="connsiteY4" fmla="*/ 1288068 h 1323061"/>
                  <a:gd name="connsiteX5" fmla="*/ 688336 w 790163"/>
                  <a:gd name="connsiteY5" fmla="*/ 95836 h 1323061"/>
                  <a:gd name="connsiteX6" fmla="*/ 743667 w 790163"/>
                  <a:gd name="connsiteY6" fmla="*/ 0 h 132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0163" h="1323061">
                    <a:moveTo>
                      <a:pt x="743667" y="0"/>
                    </a:moveTo>
                    <a:lnTo>
                      <a:pt x="790163" y="0"/>
                    </a:lnTo>
                    <a:lnTo>
                      <a:pt x="738294" y="89838"/>
                    </a:lnTo>
                    <a:cubicBezTo>
                      <a:pt x="600310" y="328835"/>
                      <a:pt x="379534" y="711229"/>
                      <a:pt x="26293" y="1323061"/>
                    </a:cubicBezTo>
                    <a:cubicBezTo>
                      <a:pt x="17243" y="1311892"/>
                      <a:pt x="8193" y="1300723"/>
                      <a:pt x="0" y="1288068"/>
                    </a:cubicBezTo>
                    <a:cubicBezTo>
                      <a:pt x="0" y="1288068"/>
                      <a:pt x="0" y="1288068"/>
                      <a:pt x="688336" y="95836"/>
                    </a:cubicBezTo>
                    <a:lnTo>
                      <a:pt x="743667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任意多边形 115"/>
              <p:cNvSpPr/>
              <p:nvPr>
                <p:custDataLst>
                  <p:tags r:id="rId34"/>
                </p:custDataLst>
              </p:nvPr>
            </p:nvSpPr>
            <p:spPr>
              <a:xfrm>
                <a:off x="9598080" y="-15877"/>
                <a:ext cx="1126689" cy="1877994"/>
              </a:xfrm>
              <a:custGeom>
                <a:avLst/>
                <a:gdLst>
                  <a:gd name="connsiteX0" fmla="*/ 788345 w 834841"/>
                  <a:gd name="connsiteY0" fmla="*/ 0 h 1391534"/>
                  <a:gd name="connsiteX1" fmla="*/ 834841 w 834841"/>
                  <a:gd name="connsiteY1" fmla="*/ 0 h 1391534"/>
                  <a:gd name="connsiteX2" fmla="*/ 815980 w 834841"/>
                  <a:gd name="connsiteY2" fmla="*/ 32668 h 1391534"/>
                  <a:gd name="connsiteX3" fmla="*/ 31438 w 834841"/>
                  <a:gd name="connsiteY3" fmla="*/ 1391534 h 1391534"/>
                  <a:gd name="connsiteX4" fmla="*/ 0 w 834841"/>
                  <a:gd name="connsiteY4" fmla="*/ 1365455 h 1391534"/>
                  <a:gd name="connsiteX5" fmla="*/ 780748 w 834841"/>
                  <a:gd name="connsiteY5" fmla="*/ 13159 h 1391534"/>
                  <a:gd name="connsiteX6" fmla="*/ 788345 w 834841"/>
                  <a:gd name="connsiteY6" fmla="*/ 0 h 1391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4841" h="1391534">
                    <a:moveTo>
                      <a:pt x="788345" y="0"/>
                    </a:moveTo>
                    <a:lnTo>
                      <a:pt x="834841" y="0"/>
                    </a:lnTo>
                    <a:lnTo>
                      <a:pt x="815980" y="32668"/>
                    </a:lnTo>
                    <a:cubicBezTo>
                      <a:pt x="683864" y="261500"/>
                      <a:pt x="448991" y="668312"/>
                      <a:pt x="31438" y="1391534"/>
                    </a:cubicBezTo>
                    <a:cubicBezTo>
                      <a:pt x="20672" y="1383337"/>
                      <a:pt x="9907" y="1375139"/>
                      <a:pt x="0" y="1365455"/>
                    </a:cubicBezTo>
                    <a:cubicBezTo>
                      <a:pt x="0" y="1365455"/>
                      <a:pt x="0" y="1365455"/>
                      <a:pt x="780748" y="13159"/>
                    </a:cubicBezTo>
                    <a:lnTo>
                      <a:pt x="788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任意多边形 1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9730418" y="-15876"/>
                <a:ext cx="1176980" cy="1953062"/>
              </a:xfrm>
              <a:custGeom>
                <a:avLst/>
                <a:gdLst>
                  <a:gd name="connsiteX0" fmla="*/ 825609 w 872105"/>
                  <a:gd name="connsiteY0" fmla="*/ 0 h 1447157"/>
                  <a:gd name="connsiteX1" fmla="*/ 872105 w 872105"/>
                  <a:gd name="connsiteY1" fmla="*/ 0 h 1447157"/>
                  <a:gd name="connsiteX2" fmla="*/ 868689 w 872105"/>
                  <a:gd name="connsiteY2" fmla="*/ 5916 h 1447157"/>
                  <a:gd name="connsiteX3" fmla="*/ 36588 w 872105"/>
                  <a:gd name="connsiteY3" fmla="*/ 1447157 h 1447157"/>
                  <a:gd name="connsiteX4" fmla="*/ 1453 w 872105"/>
                  <a:gd name="connsiteY4" fmla="*/ 1430836 h 1447157"/>
                  <a:gd name="connsiteX5" fmla="*/ 0 w 872105"/>
                  <a:gd name="connsiteY5" fmla="*/ 1429997 h 1447157"/>
                  <a:gd name="connsiteX6" fmla="*/ 786405 w 872105"/>
                  <a:gd name="connsiteY6" fmla="*/ 67903 h 1447157"/>
                  <a:gd name="connsiteX7" fmla="*/ 825609 w 872105"/>
                  <a:gd name="connsiteY7" fmla="*/ 0 h 1447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2105" h="1447157">
                    <a:moveTo>
                      <a:pt x="825609" y="0"/>
                    </a:moveTo>
                    <a:lnTo>
                      <a:pt x="872105" y="0"/>
                    </a:lnTo>
                    <a:lnTo>
                      <a:pt x="868689" y="5916"/>
                    </a:lnTo>
                    <a:cubicBezTo>
                      <a:pt x="749817" y="211808"/>
                      <a:pt x="512074" y="623591"/>
                      <a:pt x="36588" y="1447157"/>
                    </a:cubicBezTo>
                    <a:cubicBezTo>
                      <a:pt x="24832" y="1442352"/>
                      <a:pt x="12350" y="1437128"/>
                      <a:pt x="1453" y="1430836"/>
                    </a:cubicBezTo>
                    <a:cubicBezTo>
                      <a:pt x="726" y="1430417"/>
                      <a:pt x="726" y="1430417"/>
                      <a:pt x="0" y="1429997"/>
                    </a:cubicBezTo>
                    <a:cubicBezTo>
                      <a:pt x="0" y="1429997"/>
                      <a:pt x="0" y="1429997"/>
                      <a:pt x="786405" y="67903"/>
                    </a:cubicBezTo>
                    <a:lnTo>
                      <a:pt x="82560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任意多边形 113"/>
              <p:cNvSpPr/>
              <p:nvPr>
                <p:custDataLst>
                  <p:tags r:id="rId36"/>
                </p:custDataLst>
              </p:nvPr>
            </p:nvSpPr>
            <p:spPr>
              <a:xfrm>
                <a:off x="9872180" y="-15876"/>
                <a:ext cx="1217844" cy="2011807"/>
              </a:xfrm>
              <a:custGeom>
                <a:avLst/>
                <a:gdLst>
                  <a:gd name="connsiteX0" fmla="*/ 855889 w 902384"/>
                  <a:gd name="connsiteY0" fmla="*/ 0 h 1490685"/>
                  <a:gd name="connsiteX1" fmla="*/ 902384 w 902384"/>
                  <a:gd name="connsiteY1" fmla="*/ 0 h 1490685"/>
                  <a:gd name="connsiteX2" fmla="*/ 897132 w 902384"/>
                  <a:gd name="connsiteY2" fmla="*/ 9096 h 1490685"/>
                  <a:gd name="connsiteX3" fmla="*/ 41736 w 902384"/>
                  <a:gd name="connsiteY3" fmla="*/ 1490685 h 1490685"/>
                  <a:gd name="connsiteX4" fmla="*/ 0 w 902384"/>
                  <a:gd name="connsiteY4" fmla="*/ 1482442 h 1490685"/>
                  <a:gd name="connsiteX5" fmla="*/ 780554 w 902384"/>
                  <a:gd name="connsiteY5" fmla="*/ 130483 h 1490685"/>
                  <a:gd name="connsiteX6" fmla="*/ 855889 w 902384"/>
                  <a:gd name="connsiteY6" fmla="*/ 0 h 149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2384" h="1490685">
                    <a:moveTo>
                      <a:pt x="855889" y="0"/>
                    </a:moveTo>
                    <a:lnTo>
                      <a:pt x="902384" y="0"/>
                    </a:lnTo>
                    <a:lnTo>
                      <a:pt x="897132" y="9096"/>
                    </a:lnTo>
                    <a:cubicBezTo>
                      <a:pt x="796618" y="183191"/>
                      <a:pt x="566871" y="581124"/>
                      <a:pt x="41736" y="1490685"/>
                    </a:cubicBezTo>
                    <a:cubicBezTo>
                      <a:pt x="26680" y="1489919"/>
                      <a:pt x="13340" y="1486181"/>
                      <a:pt x="0" y="1482442"/>
                    </a:cubicBezTo>
                    <a:cubicBezTo>
                      <a:pt x="0" y="1482442"/>
                      <a:pt x="0" y="1482442"/>
                      <a:pt x="780554" y="130483"/>
                    </a:cubicBezTo>
                    <a:lnTo>
                      <a:pt x="8558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任意多边形 112"/>
              <p:cNvSpPr/>
              <p:nvPr>
                <p:custDataLst>
                  <p:tags r:id="rId37"/>
                </p:custDataLst>
              </p:nvPr>
            </p:nvSpPr>
            <p:spPr>
              <a:xfrm>
                <a:off x="10022332" y="-15876"/>
                <a:ext cx="1250320" cy="2057325"/>
              </a:xfrm>
              <a:custGeom>
                <a:avLst/>
                <a:gdLst>
                  <a:gd name="connsiteX0" fmla="*/ 879952 w 926448"/>
                  <a:gd name="connsiteY0" fmla="*/ 0 h 1524413"/>
                  <a:gd name="connsiteX1" fmla="*/ 926448 w 926448"/>
                  <a:gd name="connsiteY1" fmla="*/ 0 h 1524413"/>
                  <a:gd name="connsiteX2" fmla="*/ 922230 w 926448"/>
                  <a:gd name="connsiteY2" fmla="*/ 7306 h 1524413"/>
                  <a:gd name="connsiteX3" fmla="*/ 47757 w 926448"/>
                  <a:gd name="connsiteY3" fmla="*/ 1521937 h 1524413"/>
                  <a:gd name="connsiteX4" fmla="*/ 0 w 926448"/>
                  <a:gd name="connsiteY4" fmla="*/ 1524123 h 1524413"/>
                  <a:gd name="connsiteX5" fmla="*/ 843482 w 926448"/>
                  <a:gd name="connsiteY5" fmla="*/ 63168 h 1524413"/>
                  <a:gd name="connsiteX6" fmla="*/ 879952 w 926448"/>
                  <a:gd name="connsiteY6" fmla="*/ 0 h 1524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6448" h="1524413">
                    <a:moveTo>
                      <a:pt x="879952" y="0"/>
                    </a:moveTo>
                    <a:lnTo>
                      <a:pt x="926448" y="0"/>
                    </a:lnTo>
                    <a:lnTo>
                      <a:pt x="922230" y="7306"/>
                    </a:lnTo>
                    <a:cubicBezTo>
                      <a:pt x="861671" y="112197"/>
                      <a:pt x="667882" y="447850"/>
                      <a:pt x="47757" y="1521937"/>
                    </a:cubicBezTo>
                    <a:cubicBezTo>
                      <a:pt x="30979" y="1524154"/>
                      <a:pt x="15060" y="1524882"/>
                      <a:pt x="0" y="1524123"/>
                    </a:cubicBezTo>
                    <a:cubicBezTo>
                      <a:pt x="0" y="1524123"/>
                      <a:pt x="0" y="1524123"/>
                      <a:pt x="843482" y="63168"/>
                    </a:cubicBezTo>
                    <a:lnTo>
                      <a:pt x="8799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任意多边形 111"/>
              <p:cNvSpPr/>
              <p:nvPr>
                <p:custDataLst>
                  <p:tags r:id="rId38"/>
                </p:custDataLst>
              </p:nvPr>
            </p:nvSpPr>
            <p:spPr>
              <a:xfrm>
                <a:off x="10185663" y="-2916"/>
                <a:ext cx="1222136" cy="2077396"/>
              </a:xfrm>
              <a:custGeom>
                <a:avLst/>
                <a:gdLst>
                  <a:gd name="connsiteX0" fmla="*/ 888707 w 905564"/>
                  <a:gd name="connsiteY0" fmla="*/ 0 h 1539285"/>
                  <a:gd name="connsiteX1" fmla="*/ 905564 w 905564"/>
                  <a:gd name="connsiteY1" fmla="*/ 51334 h 1539285"/>
                  <a:gd name="connsiteX2" fmla="*/ 52886 w 905564"/>
                  <a:gd name="connsiteY2" fmla="*/ 1528217 h 1539285"/>
                  <a:gd name="connsiteX3" fmla="*/ 0 w 905564"/>
                  <a:gd name="connsiteY3" fmla="*/ 1539285 h 1539285"/>
                  <a:gd name="connsiteX4" fmla="*/ 888707 w 905564"/>
                  <a:gd name="connsiteY4" fmla="*/ 0 h 1539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564" h="1539285">
                    <a:moveTo>
                      <a:pt x="888707" y="0"/>
                    </a:moveTo>
                    <a:cubicBezTo>
                      <a:pt x="895184" y="15625"/>
                      <a:pt x="900803" y="32737"/>
                      <a:pt x="905564" y="51334"/>
                    </a:cubicBezTo>
                    <a:cubicBezTo>
                      <a:pt x="905564" y="51334"/>
                      <a:pt x="905564" y="51334"/>
                      <a:pt x="52886" y="1528217"/>
                    </a:cubicBezTo>
                    <a:cubicBezTo>
                      <a:pt x="34399" y="1533392"/>
                      <a:pt x="16771" y="1537082"/>
                      <a:pt x="0" y="1539285"/>
                    </a:cubicBezTo>
                    <a:cubicBezTo>
                      <a:pt x="0" y="1539285"/>
                      <a:pt x="0" y="1539285"/>
                      <a:pt x="88870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任意多边形 110"/>
              <p:cNvSpPr/>
              <p:nvPr>
                <p:custDataLst>
                  <p:tags r:id="rId39"/>
                </p:custDataLst>
              </p:nvPr>
            </p:nvSpPr>
            <p:spPr>
              <a:xfrm>
                <a:off x="10357701" y="139301"/>
                <a:ext cx="1137436" cy="1948727"/>
              </a:xfrm>
              <a:custGeom>
                <a:avLst/>
                <a:gdLst>
                  <a:gd name="connsiteX0" fmla="*/ 833662 w 842804"/>
                  <a:gd name="connsiteY0" fmla="*/ 0 h 1443945"/>
                  <a:gd name="connsiteX1" fmla="*/ 842804 w 842804"/>
                  <a:gd name="connsiteY1" fmla="*/ 64699 h 1443945"/>
                  <a:gd name="connsiteX2" fmla="*/ 60602 w 842804"/>
                  <a:gd name="connsiteY2" fmla="*/ 1419512 h 1443945"/>
                  <a:gd name="connsiteX3" fmla="*/ 0 w 842804"/>
                  <a:gd name="connsiteY3" fmla="*/ 1443945 h 1443945"/>
                  <a:gd name="connsiteX4" fmla="*/ 833662 w 842804"/>
                  <a:gd name="connsiteY4" fmla="*/ 0 h 1443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2804" h="1443945">
                    <a:moveTo>
                      <a:pt x="833662" y="0"/>
                    </a:moveTo>
                    <a:cubicBezTo>
                      <a:pt x="838294" y="20500"/>
                      <a:pt x="841341" y="42067"/>
                      <a:pt x="842804" y="64699"/>
                    </a:cubicBezTo>
                    <a:cubicBezTo>
                      <a:pt x="842804" y="64699"/>
                      <a:pt x="842804" y="64699"/>
                      <a:pt x="60602" y="1419512"/>
                    </a:cubicBezTo>
                    <a:cubicBezTo>
                      <a:pt x="40270" y="1429561"/>
                      <a:pt x="20070" y="1437706"/>
                      <a:pt x="0" y="1443945"/>
                    </a:cubicBezTo>
                    <a:cubicBezTo>
                      <a:pt x="0" y="1443945"/>
                      <a:pt x="0" y="1443945"/>
                      <a:pt x="833662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任意多边形 109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546195" y="307619"/>
                <a:ext cx="1023884" cy="1770248"/>
              </a:xfrm>
              <a:custGeom>
                <a:avLst/>
                <a:gdLst>
                  <a:gd name="connsiteX0" fmla="*/ 757309 w 758666"/>
                  <a:gd name="connsiteY0" fmla="*/ 0 h 1311698"/>
                  <a:gd name="connsiteX1" fmla="*/ 756977 w 758666"/>
                  <a:gd name="connsiteY1" fmla="*/ 81107 h 1311698"/>
                  <a:gd name="connsiteX2" fmla="*/ 70075 w 758666"/>
                  <a:gd name="connsiteY2" fmla="*/ 1270857 h 1311698"/>
                  <a:gd name="connsiteX3" fmla="*/ 0 w 758666"/>
                  <a:gd name="connsiteY3" fmla="*/ 1311698 h 1311698"/>
                  <a:gd name="connsiteX4" fmla="*/ 757309 w 758666"/>
                  <a:gd name="connsiteY4" fmla="*/ 0 h 1311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666" h="1311698">
                    <a:moveTo>
                      <a:pt x="757309" y="0"/>
                    </a:moveTo>
                    <a:cubicBezTo>
                      <a:pt x="759356" y="24976"/>
                      <a:pt x="758959" y="52508"/>
                      <a:pt x="756977" y="81107"/>
                    </a:cubicBezTo>
                    <a:cubicBezTo>
                      <a:pt x="756977" y="81107"/>
                      <a:pt x="756977" y="81107"/>
                      <a:pt x="70075" y="1270857"/>
                    </a:cubicBezTo>
                    <a:cubicBezTo>
                      <a:pt x="46298" y="1286873"/>
                      <a:pt x="22653" y="1300983"/>
                      <a:pt x="0" y="1311698"/>
                    </a:cubicBezTo>
                    <a:cubicBezTo>
                      <a:pt x="0" y="1311698"/>
                      <a:pt x="0" y="1311698"/>
                      <a:pt x="757309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任意多边形 108"/>
              <p:cNvSpPr/>
              <p:nvPr>
                <p:custDataLst>
                  <p:tags r:id="rId41"/>
                </p:custDataLst>
              </p:nvPr>
            </p:nvSpPr>
            <p:spPr>
              <a:xfrm>
                <a:off x="10753860" y="509144"/>
                <a:ext cx="880668" cy="1525362"/>
              </a:xfrm>
              <a:custGeom>
                <a:avLst/>
                <a:gdLst>
                  <a:gd name="connsiteX0" fmla="*/ 652547 w 652547"/>
                  <a:gd name="connsiteY0" fmla="*/ 0 h 1130245"/>
                  <a:gd name="connsiteX1" fmla="*/ 636760 w 652547"/>
                  <a:gd name="connsiteY1" fmla="*/ 107876 h 1130245"/>
                  <a:gd name="connsiteX2" fmla="*/ 85530 w 652547"/>
                  <a:gd name="connsiteY2" fmla="*/ 1062635 h 1130245"/>
                  <a:gd name="connsiteX3" fmla="*/ 0 w 652547"/>
                  <a:gd name="connsiteY3" fmla="*/ 1130245 h 1130245"/>
                  <a:gd name="connsiteX4" fmla="*/ 652547 w 652547"/>
                  <a:gd name="connsiteY4" fmla="*/ 0 h 113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547" h="1130245">
                    <a:moveTo>
                      <a:pt x="652547" y="0"/>
                    </a:moveTo>
                    <a:cubicBezTo>
                      <a:pt x="648584" y="35387"/>
                      <a:pt x="643894" y="70354"/>
                      <a:pt x="636760" y="107876"/>
                    </a:cubicBezTo>
                    <a:cubicBezTo>
                      <a:pt x="636760" y="107876"/>
                      <a:pt x="636760" y="107876"/>
                      <a:pt x="85530" y="1062635"/>
                    </a:cubicBezTo>
                    <a:cubicBezTo>
                      <a:pt x="56601" y="1087574"/>
                      <a:pt x="28664" y="1109119"/>
                      <a:pt x="0" y="1130245"/>
                    </a:cubicBezTo>
                    <a:cubicBezTo>
                      <a:pt x="0" y="1130245"/>
                      <a:pt x="0" y="1130245"/>
                      <a:pt x="65254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任意多边形 107"/>
              <p:cNvSpPr/>
              <p:nvPr>
                <p:custDataLst>
                  <p:tags r:id="rId42"/>
                </p:custDataLst>
              </p:nvPr>
            </p:nvSpPr>
            <p:spPr>
              <a:xfrm>
                <a:off x="10993875" y="766703"/>
                <a:ext cx="674581" cy="1168406"/>
              </a:xfrm>
              <a:custGeom>
                <a:avLst/>
                <a:gdLst>
                  <a:gd name="connsiteX0" fmla="*/ 499843 w 499843"/>
                  <a:gd name="connsiteY0" fmla="*/ 0 h 865752"/>
                  <a:gd name="connsiteX1" fmla="*/ 449689 w 499843"/>
                  <a:gd name="connsiteY1" fmla="*/ 167400 h 865752"/>
                  <a:gd name="connsiteX2" fmla="*/ 119896 w 499843"/>
                  <a:gd name="connsiteY2" fmla="*/ 738618 h 865752"/>
                  <a:gd name="connsiteX3" fmla="*/ 0 w 499843"/>
                  <a:gd name="connsiteY3" fmla="*/ 865752 h 865752"/>
                  <a:gd name="connsiteX4" fmla="*/ 499843 w 499843"/>
                  <a:gd name="connsiteY4" fmla="*/ 0 h 86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843" h="865752">
                    <a:moveTo>
                      <a:pt x="499843" y="0"/>
                    </a:moveTo>
                    <a:cubicBezTo>
                      <a:pt x="487022" y="54083"/>
                      <a:pt x="470304" y="109883"/>
                      <a:pt x="449689" y="167400"/>
                    </a:cubicBezTo>
                    <a:cubicBezTo>
                      <a:pt x="449689" y="167400"/>
                      <a:pt x="449689" y="167400"/>
                      <a:pt x="119896" y="738618"/>
                    </a:cubicBezTo>
                    <a:cubicBezTo>
                      <a:pt x="80393" y="785230"/>
                      <a:pt x="40427" y="827608"/>
                      <a:pt x="0" y="865752"/>
                    </a:cubicBezTo>
                    <a:cubicBezTo>
                      <a:pt x="0" y="865752"/>
                      <a:pt x="0" y="865752"/>
                      <a:pt x="499843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任意多边形 106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22880" y="1180787"/>
                <a:ext cx="286367" cy="496002"/>
              </a:xfrm>
              <a:custGeom>
                <a:avLst/>
                <a:gdLst>
                  <a:gd name="connsiteX0" fmla="*/ 212189 w 212189"/>
                  <a:gd name="connsiteY0" fmla="*/ 0 h 367522"/>
                  <a:gd name="connsiteX1" fmla="*/ 127623 w 212189"/>
                  <a:gd name="connsiteY1" fmla="*/ 196191 h 367522"/>
                  <a:gd name="connsiteX2" fmla="*/ 0 w 212189"/>
                  <a:gd name="connsiteY2" fmla="*/ 367522 h 367522"/>
                  <a:gd name="connsiteX3" fmla="*/ 212189 w 212189"/>
                  <a:gd name="connsiteY3" fmla="*/ 0 h 367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189" h="367522">
                    <a:moveTo>
                      <a:pt x="212189" y="0"/>
                    </a:moveTo>
                    <a:cubicBezTo>
                      <a:pt x="191805" y="67268"/>
                      <a:pt x="164414" y="132467"/>
                      <a:pt x="127623" y="196191"/>
                    </a:cubicBezTo>
                    <a:cubicBezTo>
                      <a:pt x="90832" y="259914"/>
                      <a:pt x="48064" y="316235"/>
                      <a:pt x="0" y="367522"/>
                    </a:cubicBezTo>
                    <a:lnTo>
                      <a:pt x="2121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4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6" Type="http://schemas.openxmlformats.org/officeDocument/2006/relationships/theme" Target="../theme/theme2.xml"/><Relationship Id="rId25" Type="http://schemas.openxmlformats.org/officeDocument/2006/relationships/tags" Target="../tags/tag589.xml"/><Relationship Id="rId24" Type="http://schemas.openxmlformats.org/officeDocument/2006/relationships/tags" Target="../tags/tag588.xml"/><Relationship Id="rId23" Type="http://schemas.openxmlformats.org/officeDocument/2006/relationships/tags" Target="../tags/tag587.xml"/><Relationship Id="rId22" Type="http://schemas.openxmlformats.org/officeDocument/2006/relationships/tags" Target="../tags/tag586.xml"/><Relationship Id="rId21" Type="http://schemas.openxmlformats.org/officeDocument/2006/relationships/tags" Target="../tags/tag585.xml"/><Relationship Id="rId20" Type="http://schemas.openxmlformats.org/officeDocument/2006/relationships/tags" Target="../tags/tag584.xml"/><Relationship Id="rId2" Type="http://schemas.openxmlformats.org/officeDocument/2006/relationships/slideLayout" Target="../slideLayouts/slideLayout6.xml"/><Relationship Id="rId19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tags" Target="../tags/tag591.xml"/><Relationship Id="rId1" Type="http://schemas.openxmlformats.org/officeDocument/2006/relationships/tags" Target="../tags/tag59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598.xml"/><Relationship Id="rId8" Type="http://schemas.openxmlformats.org/officeDocument/2006/relationships/tags" Target="../tags/tag597.xml"/><Relationship Id="rId78" Type="http://schemas.openxmlformats.org/officeDocument/2006/relationships/notesSlide" Target="../notesSlides/notesSlide2.xml"/><Relationship Id="rId77" Type="http://schemas.openxmlformats.org/officeDocument/2006/relationships/slideLayout" Target="../slideLayouts/slideLayout11.xml"/><Relationship Id="rId76" Type="http://schemas.openxmlformats.org/officeDocument/2006/relationships/tags" Target="../tags/tag665.xml"/><Relationship Id="rId75" Type="http://schemas.openxmlformats.org/officeDocument/2006/relationships/tags" Target="../tags/tag664.xml"/><Relationship Id="rId74" Type="http://schemas.openxmlformats.org/officeDocument/2006/relationships/tags" Target="../tags/tag663.xml"/><Relationship Id="rId73" Type="http://schemas.openxmlformats.org/officeDocument/2006/relationships/tags" Target="../tags/tag662.xml"/><Relationship Id="rId72" Type="http://schemas.openxmlformats.org/officeDocument/2006/relationships/tags" Target="../tags/tag661.xml"/><Relationship Id="rId71" Type="http://schemas.openxmlformats.org/officeDocument/2006/relationships/tags" Target="../tags/tag660.xml"/><Relationship Id="rId70" Type="http://schemas.openxmlformats.org/officeDocument/2006/relationships/tags" Target="../tags/tag659.xml"/><Relationship Id="rId7" Type="http://schemas.openxmlformats.org/officeDocument/2006/relationships/image" Target="../media/image2.png"/><Relationship Id="rId69" Type="http://schemas.openxmlformats.org/officeDocument/2006/relationships/tags" Target="../tags/tag658.xml"/><Relationship Id="rId68" Type="http://schemas.openxmlformats.org/officeDocument/2006/relationships/tags" Target="../tags/tag657.xml"/><Relationship Id="rId67" Type="http://schemas.openxmlformats.org/officeDocument/2006/relationships/tags" Target="../tags/tag656.xml"/><Relationship Id="rId66" Type="http://schemas.openxmlformats.org/officeDocument/2006/relationships/tags" Target="../tags/tag655.xml"/><Relationship Id="rId65" Type="http://schemas.openxmlformats.org/officeDocument/2006/relationships/tags" Target="../tags/tag654.xml"/><Relationship Id="rId64" Type="http://schemas.openxmlformats.org/officeDocument/2006/relationships/tags" Target="../tags/tag653.xml"/><Relationship Id="rId63" Type="http://schemas.openxmlformats.org/officeDocument/2006/relationships/tags" Target="../tags/tag652.xml"/><Relationship Id="rId62" Type="http://schemas.openxmlformats.org/officeDocument/2006/relationships/tags" Target="../tags/tag651.xml"/><Relationship Id="rId61" Type="http://schemas.openxmlformats.org/officeDocument/2006/relationships/tags" Target="../tags/tag650.xml"/><Relationship Id="rId60" Type="http://schemas.openxmlformats.org/officeDocument/2006/relationships/tags" Target="../tags/tag649.xml"/><Relationship Id="rId6" Type="http://schemas.openxmlformats.org/officeDocument/2006/relationships/tags" Target="../tags/tag596.xml"/><Relationship Id="rId59" Type="http://schemas.openxmlformats.org/officeDocument/2006/relationships/tags" Target="../tags/tag648.xml"/><Relationship Id="rId58" Type="http://schemas.openxmlformats.org/officeDocument/2006/relationships/tags" Target="../tags/tag647.xml"/><Relationship Id="rId57" Type="http://schemas.openxmlformats.org/officeDocument/2006/relationships/tags" Target="../tags/tag646.xml"/><Relationship Id="rId56" Type="http://schemas.openxmlformats.org/officeDocument/2006/relationships/tags" Target="../tags/tag645.xml"/><Relationship Id="rId55" Type="http://schemas.openxmlformats.org/officeDocument/2006/relationships/tags" Target="../tags/tag644.xml"/><Relationship Id="rId54" Type="http://schemas.openxmlformats.org/officeDocument/2006/relationships/tags" Target="../tags/tag643.xml"/><Relationship Id="rId53" Type="http://schemas.openxmlformats.org/officeDocument/2006/relationships/tags" Target="../tags/tag642.xml"/><Relationship Id="rId52" Type="http://schemas.openxmlformats.org/officeDocument/2006/relationships/tags" Target="../tags/tag641.xml"/><Relationship Id="rId51" Type="http://schemas.openxmlformats.org/officeDocument/2006/relationships/tags" Target="../tags/tag640.xml"/><Relationship Id="rId50" Type="http://schemas.openxmlformats.org/officeDocument/2006/relationships/tags" Target="../tags/tag639.xml"/><Relationship Id="rId5" Type="http://schemas.openxmlformats.org/officeDocument/2006/relationships/image" Target="../media/image1.png"/><Relationship Id="rId49" Type="http://schemas.openxmlformats.org/officeDocument/2006/relationships/tags" Target="../tags/tag638.xml"/><Relationship Id="rId48" Type="http://schemas.openxmlformats.org/officeDocument/2006/relationships/tags" Target="../tags/tag637.xml"/><Relationship Id="rId47" Type="http://schemas.openxmlformats.org/officeDocument/2006/relationships/tags" Target="../tags/tag636.xml"/><Relationship Id="rId46" Type="http://schemas.openxmlformats.org/officeDocument/2006/relationships/tags" Target="../tags/tag635.xml"/><Relationship Id="rId45" Type="http://schemas.openxmlformats.org/officeDocument/2006/relationships/tags" Target="../tags/tag634.xml"/><Relationship Id="rId44" Type="http://schemas.openxmlformats.org/officeDocument/2006/relationships/tags" Target="../tags/tag633.xml"/><Relationship Id="rId43" Type="http://schemas.openxmlformats.org/officeDocument/2006/relationships/tags" Target="../tags/tag632.xml"/><Relationship Id="rId42" Type="http://schemas.openxmlformats.org/officeDocument/2006/relationships/tags" Target="../tags/tag631.xml"/><Relationship Id="rId41" Type="http://schemas.openxmlformats.org/officeDocument/2006/relationships/tags" Target="../tags/tag630.xml"/><Relationship Id="rId40" Type="http://schemas.openxmlformats.org/officeDocument/2006/relationships/tags" Target="../tags/tag629.xml"/><Relationship Id="rId4" Type="http://schemas.openxmlformats.org/officeDocument/2006/relationships/tags" Target="../tags/tag595.xml"/><Relationship Id="rId39" Type="http://schemas.openxmlformats.org/officeDocument/2006/relationships/tags" Target="../tags/tag628.xml"/><Relationship Id="rId38" Type="http://schemas.openxmlformats.org/officeDocument/2006/relationships/tags" Target="../tags/tag627.xml"/><Relationship Id="rId37" Type="http://schemas.openxmlformats.org/officeDocument/2006/relationships/tags" Target="../tags/tag626.xml"/><Relationship Id="rId36" Type="http://schemas.openxmlformats.org/officeDocument/2006/relationships/tags" Target="../tags/tag625.xml"/><Relationship Id="rId35" Type="http://schemas.openxmlformats.org/officeDocument/2006/relationships/tags" Target="../tags/tag624.xml"/><Relationship Id="rId34" Type="http://schemas.openxmlformats.org/officeDocument/2006/relationships/tags" Target="../tags/tag623.xml"/><Relationship Id="rId33" Type="http://schemas.openxmlformats.org/officeDocument/2006/relationships/tags" Target="../tags/tag622.xml"/><Relationship Id="rId32" Type="http://schemas.openxmlformats.org/officeDocument/2006/relationships/tags" Target="../tags/tag621.xml"/><Relationship Id="rId31" Type="http://schemas.openxmlformats.org/officeDocument/2006/relationships/tags" Target="../tags/tag620.xml"/><Relationship Id="rId30" Type="http://schemas.openxmlformats.org/officeDocument/2006/relationships/tags" Target="../tags/tag619.xml"/><Relationship Id="rId3" Type="http://schemas.openxmlformats.org/officeDocument/2006/relationships/tags" Target="../tags/tag594.xml"/><Relationship Id="rId29" Type="http://schemas.openxmlformats.org/officeDocument/2006/relationships/tags" Target="../tags/tag618.xml"/><Relationship Id="rId28" Type="http://schemas.openxmlformats.org/officeDocument/2006/relationships/tags" Target="../tags/tag617.xml"/><Relationship Id="rId27" Type="http://schemas.openxmlformats.org/officeDocument/2006/relationships/tags" Target="../tags/tag616.xml"/><Relationship Id="rId26" Type="http://schemas.openxmlformats.org/officeDocument/2006/relationships/tags" Target="../tags/tag615.xml"/><Relationship Id="rId25" Type="http://schemas.openxmlformats.org/officeDocument/2006/relationships/tags" Target="../tags/tag614.xml"/><Relationship Id="rId24" Type="http://schemas.openxmlformats.org/officeDocument/2006/relationships/tags" Target="../tags/tag613.xml"/><Relationship Id="rId23" Type="http://schemas.openxmlformats.org/officeDocument/2006/relationships/tags" Target="../tags/tag612.xml"/><Relationship Id="rId22" Type="http://schemas.openxmlformats.org/officeDocument/2006/relationships/tags" Target="../tags/tag611.xml"/><Relationship Id="rId21" Type="http://schemas.openxmlformats.org/officeDocument/2006/relationships/tags" Target="../tags/tag610.xml"/><Relationship Id="rId20" Type="http://schemas.openxmlformats.org/officeDocument/2006/relationships/tags" Target="../tags/tag609.xml"/><Relationship Id="rId2" Type="http://schemas.openxmlformats.org/officeDocument/2006/relationships/tags" Target="../tags/tag593.xml"/><Relationship Id="rId19" Type="http://schemas.openxmlformats.org/officeDocument/2006/relationships/tags" Target="../tags/tag608.xml"/><Relationship Id="rId18" Type="http://schemas.openxmlformats.org/officeDocument/2006/relationships/tags" Target="../tags/tag607.xml"/><Relationship Id="rId17" Type="http://schemas.openxmlformats.org/officeDocument/2006/relationships/tags" Target="../tags/tag606.xml"/><Relationship Id="rId16" Type="http://schemas.openxmlformats.org/officeDocument/2006/relationships/tags" Target="../tags/tag605.xml"/><Relationship Id="rId15" Type="http://schemas.openxmlformats.org/officeDocument/2006/relationships/tags" Target="../tags/tag604.xml"/><Relationship Id="rId14" Type="http://schemas.openxmlformats.org/officeDocument/2006/relationships/tags" Target="../tags/tag603.xml"/><Relationship Id="rId13" Type="http://schemas.openxmlformats.org/officeDocument/2006/relationships/tags" Target="../tags/tag602.xml"/><Relationship Id="rId12" Type="http://schemas.openxmlformats.org/officeDocument/2006/relationships/tags" Target="../tags/tag601.xml"/><Relationship Id="rId11" Type="http://schemas.openxmlformats.org/officeDocument/2006/relationships/tags" Target="../tags/tag600.xml"/><Relationship Id="rId10" Type="http://schemas.openxmlformats.org/officeDocument/2006/relationships/tags" Target="../tags/tag599.xml"/><Relationship Id="rId1" Type="http://schemas.openxmlformats.org/officeDocument/2006/relationships/tags" Target="../tags/tag59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tags" Target="../tags/tag673.xml"/><Relationship Id="rId7" Type="http://schemas.openxmlformats.org/officeDocument/2006/relationships/tags" Target="../tags/tag672.xml"/><Relationship Id="rId6" Type="http://schemas.openxmlformats.org/officeDocument/2006/relationships/tags" Target="../tags/tag671.xml"/><Relationship Id="rId5" Type="http://schemas.openxmlformats.org/officeDocument/2006/relationships/tags" Target="../tags/tag670.xml"/><Relationship Id="rId4" Type="http://schemas.openxmlformats.org/officeDocument/2006/relationships/tags" Target="../tags/tag669.xml"/><Relationship Id="rId3" Type="http://schemas.openxmlformats.org/officeDocument/2006/relationships/tags" Target="../tags/tag668.xml"/><Relationship Id="rId2" Type="http://schemas.openxmlformats.org/officeDocument/2006/relationships/tags" Target="../tags/tag667.xml"/><Relationship Id="rId10" Type="http://schemas.openxmlformats.org/officeDocument/2006/relationships/notesSlide" Target="../notesSlides/notesSlide3.xml"/><Relationship Id="rId1" Type="http://schemas.openxmlformats.org/officeDocument/2006/relationships/tags" Target="../tags/tag66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2.png"/><Relationship Id="rId7" Type="http://schemas.openxmlformats.org/officeDocument/2006/relationships/image" Target="../media/image1.png"/><Relationship Id="rId6" Type="http://schemas.openxmlformats.org/officeDocument/2006/relationships/tags" Target="../tags/tag677.xml"/><Relationship Id="rId5" Type="http://schemas.openxmlformats.org/officeDocument/2006/relationships/tags" Target="../tags/tag676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tags" Target="../tags/tag675.xml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11.xml"/><Relationship Id="rId10" Type="http://schemas.openxmlformats.org/officeDocument/2006/relationships/tags" Target="../tags/tag678.xml"/><Relationship Id="rId1" Type="http://schemas.openxmlformats.org/officeDocument/2006/relationships/tags" Target="../tags/tag67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87.xml"/><Relationship Id="rId8" Type="http://schemas.openxmlformats.org/officeDocument/2006/relationships/tags" Target="../tags/tag686.xml"/><Relationship Id="rId7" Type="http://schemas.openxmlformats.org/officeDocument/2006/relationships/tags" Target="../tags/tag685.xml"/><Relationship Id="rId6" Type="http://schemas.openxmlformats.org/officeDocument/2006/relationships/tags" Target="../tags/tag684.xml"/><Relationship Id="rId5" Type="http://schemas.openxmlformats.org/officeDocument/2006/relationships/tags" Target="../tags/tag683.xml"/><Relationship Id="rId4" Type="http://schemas.openxmlformats.org/officeDocument/2006/relationships/tags" Target="../tags/tag682.xml"/><Relationship Id="rId3" Type="http://schemas.openxmlformats.org/officeDocument/2006/relationships/tags" Target="../tags/tag681.xml"/><Relationship Id="rId22" Type="http://schemas.openxmlformats.org/officeDocument/2006/relationships/notesSlide" Target="../notesSlides/notesSlide5.xml"/><Relationship Id="rId21" Type="http://schemas.openxmlformats.org/officeDocument/2006/relationships/slideLayout" Target="../slideLayouts/slideLayout11.xml"/><Relationship Id="rId20" Type="http://schemas.openxmlformats.org/officeDocument/2006/relationships/tags" Target="../tags/tag696.xml"/><Relationship Id="rId2" Type="http://schemas.openxmlformats.org/officeDocument/2006/relationships/tags" Target="../tags/tag680.xml"/><Relationship Id="rId19" Type="http://schemas.openxmlformats.org/officeDocument/2006/relationships/image" Target="../media/image7.png"/><Relationship Id="rId18" Type="http://schemas.openxmlformats.org/officeDocument/2006/relationships/image" Target="../media/image6.png"/><Relationship Id="rId17" Type="http://schemas.openxmlformats.org/officeDocument/2006/relationships/tags" Target="../tags/tag695.xml"/><Relationship Id="rId16" Type="http://schemas.openxmlformats.org/officeDocument/2006/relationships/tags" Target="../tags/tag694.xml"/><Relationship Id="rId15" Type="http://schemas.openxmlformats.org/officeDocument/2006/relationships/tags" Target="../tags/tag693.xml"/><Relationship Id="rId14" Type="http://schemas.openxmlformats.org/officeDocument/2006/relationships/tags" Target="../tags/tag692.xml"/><Relationship Id="rId13" Type="http://schemas.openxmlformats.org/officeDocument/2006/relationships/tags" Target="../tags/tag691.xml"/><Relationship Id="rId12" Type="http://schemas.openxmlformats.org/officeDocument/2006/relationships/tags" Target="../tags/tag690.xml"/><Relationship Id="rId11" Type="http://schemas.openxmlformats.org/officeDocument/2006/relationships/tags" Target="../tags/tag689.xml"/><Relationship Id="rId10" Type="http://schemas.openxmlformats.org/officeDocument/2006/relationships/tags" Target="../tags/tag688.xml"/><Relationship Id="rId1" Type="http://schemas.openxmlformats.org/officeDocument/2006/relationships/tags" Target="../tags/tag679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02.xml"/><Relationship Id="rId8" Type="http://schemas.openxmlformats.org/officeDocument/2006/relationships/tags" Target="../tags/tag701.xml"/><Relationship Id="rId7" Type="http://schemas.openxmlformats.org/officeDocument/2006/relationships/tags" Target="../tags/tag700.xml"/><Relationship Id="rId6" Type="http://schemas.openxmlformats.org/officeDocument/2006/relationships/tags" Target="../tags/tag699.xml"/><Relationship Id="rId5" Type="http://schemas.openxmlformats.org/officeDocument/2006/relationships/image" Target="../media/image8.jpe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1" Type="http://schemas.openxmlformats.org/officeDocument/2006/relationships/notesSlide" Target="../notesSlides/notesSlide6.xml"/><Relationship Id="rId20" Type="http://schemas.openxmlformats.org/officeDocument/2006/relationships/slideLayout" Target="../slideLayouts/slideLayout11.xml"/><Relationship Id="rId2" Type="http://schemas.openxmlformats.org/officeDocument/2006/relationships/tags" Target="../tags/tag698.xml"/><Relationship Id="rId19" Type="http://schemas.openxmlformats.org/officeDocument/2006/relationships/tags" Target="../tags/tag710.xml"/><Relationship Id="rId18" Type="http://schemas.openxmlformats.org/officeDocument/2006/relationships/image" Target="../media/image10.png"/><Relationship Id="rId17" Type="http://schemas.openxmlformats.org/officeDocument/2006/relationships/tags" Target="../tags/tag709.xml"/><Relationship Id="rId16" Type="http://schemas.openxmlformats.org/officeDocument/2006/relationships/tags" Target="../tags/tag708.xml"/><Relationship Id="rId15" Type="http://schemas.openxmlformats.org/officeDocument/2006/relationships/tags" Target="../tags/tag707.xml"/><Relationship Id="rId14" Type="http://schemas.openxmlformats.org/officeDocument/2006/relationships/tags" Target="../tags/tag706.xml"/><Relationship Id="rId13" Type="http://schemas.openxmlformats.org/officeDocument/2006/relationships/tags" Target="../tags/tag705.xml"/><Relationship Id="rId12" Type="http://schemas.openxmlformats.org/officeDocument/2006/relationships/image" Target="../media/image9.png"/><Relationship Id="rId11" Type="http://schemas.openxmlformats.org/officeDocument/2006/relationships/tags" Target="../tags/tag704.xml"/><Relationship Id="rId10" Type="http://schemas.openxmlformats.org/officeDocument/2006/relationships/tags" Target="../tags/tag703.xml"/><Relationship Id="rId1" Type="http://schemas.openxmlformats.org/officeDocument/2006/relationships/tags" Target="../tags/tag69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717.xml"/><Relationship Id="rId8" Type="http://schemas.openxmlformats.org/officeDocument/2006/relationships/tags" Target="../tags/tag716.xml"/><Relationship Id="rId7" Type="http://schemas.openxmlformats.org/officeDocument/2006/relationships/tags" Target="../tags/tag715.xml"/><Relationship Id="rId6" Type="http://schemas.openxmlformats.org/officeDocument/2006/relationships/tags" Target="../tags/tag714.xml"/><Relationship Id="rId5" Type="http://schemas.openxmlformats.org/officeDocument/2006/relationships/tags" Target="../tags/tag713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tags" Target="../tags/tag712.xml"/><Relationship Id="rId14" Type="http://schemas.openxmlformats.org/officeDocument/2006/relationships/notesSlide" Target="../notesSlides/notesSlide7.xml"/><Relationship Id="rId13" Type="http://schemas.openxmlformats.org/officeDocument/2006/relationships/slideLayout" Target="../slideLayouts/slideLayout11.xml"/><Relationship Id="rId12" Type="http://schemas.openxmlformats.org/officeDocument/2006/relationships/tags" Target="../tags/tag719.xml"/><Relationship Id="rId11" Type="http://schemas.openxmlformats.org/officeDocument/2006/relationships/image" Target="../media/image7.png"/><Relationship Id="rId10" Type="http://schemas.openxmlformats.org/officeDocument/2006/relationships/tags" Target="../tags/tag718.xml"/><Relationship Id="rId1" Type="http://schemas.openxmlformats.org/officeDocument/2006/relationships/tags" Target="../tags/tag71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tags" Target="../tags/tag725.xml"/><Relationship Id="rId7" Type="http://schemas.openxmlformats.org/officeDocument/2006/relationships/tags" Target="../tags/tag724.xml"/><Relationship Id="rId6" Type="http://schemas.openxmlformats.org/officeDocument/2006/relationships/tags" Target="../tags/tag723.xml"/><Relationship Id="rId5" Type="http://schemas.openxmlformats.org/officeDocument/2006/relationships/tags" Target="../tags/tag722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tags" Target="../tags/tag721.xml"/><Relationship Id="rId12" Type="http://schemas.openxmlformats.org/officeDocument/2006/relationships/notesSlide" Target="../notesSlides/notesSlide8.xml"/><Relationship Id="rId11" Type="http://schemas.openxmlformats.org/officeDocument/2006/relationships/slideLayout" Target="../slideLayouts/slideLayout11.xml"/><Relationship Id="rId10" Type="http://schemas.openxmlformats.org/officeDocument/2006/relationships/tags" Target="../tags/tag726.xml"/><Relationship Id="rId1" Type="http://schemas.openxmlformats.org/officeDocument/2006/relationships/tags" Target="../tags/tag720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11.xml"/><Relationship Id="rId7" Type="http://schemas.openxmlformats.org/officeDocument/2006/relationships/tags" Target="../tags/tag732.xml"/><Relationship Id="rId6" Type="http://schemas.openxmlformats.org/officeDocument/2006/relationships/image" Target="../media/image12.png"/><Relationship Id="rId5" Type="http://schemas.openxmlformats.org/officeDocument/2006/relationships/tags" Target="../tags/tag731.xml"/><Relationship Id="rId4" Type="http://schemas.openxmlformats.org/officeDocument/2006/relationships/tags" Target="../tags/tag730.xml"/><Relationship Id="rId3" Type="http://schemas.openxmlformats.org/officeDocument/2006/relationships/tags" Target="../tags/tag729.xml"/><Relationship Id="rId2" Type="http://schemas.openxmlformats.org/officeDocument/2006/relationships/tags" Target="../tags/tag728.xml"/><Relationship Id="rId1" Type="http://schemas.openxmlformats.org/officeDocument/2006/relationships/tags" Target="../tags/tag727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11.xml"/><Relationship Id="rId7" Type="http://schemas.openxmlformats.org/officeDocument/2006/relationships/tags" Target="../tags/tag738.xml"/><Relationship Id="rId6" Type="http://schemas.openxmlformats.org/officeDocument/2006/relationships/tags" Target="../tags/tag737.xml"/><Relationship Id="rId5" Type="http://schemas.openxmlformats.org/officeDocument/2006/relationships/tags" Target="../tags/tag736.xml"/><Relationship Id="rId4" Type="http://schemas.openxmlformats.org/officeDocument/2006/relationships/image" Target="../media/image5.png"/><Relationship Id="rId3" Type="http://schemas.openxmlformats.org/officeDocument/2006/relationships/tags" Target="../tags/tag735.xml"/><Relationship Id="rId2" Type="http://schemas.openxmlformats.org/officeDocument/2006/relationships/tags" Target="../tags/tag734.xml"/><Relationship Id="rId1" Type="http://schemas.openxmlformats.org/officeDocument/2006/relationships/tags" Target="../tags/tag733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slideLayout" Target="../slideLayouts/slideLayout11.xml"/><Relationship Id="rId7" Type="http://schemas.openxmlformats.org/officeDocument/2006/relationships/tags" Target="../tags/tag744.xml"/><Relationship Id="rId6" Type="http://schemas.openxmlformats.org/officeDocument/2006/relationships/tags" Target="../tags/tag743.xml"/><Relationship Id="rId5" Type="http://schemas.openxmlformats.org/officeDocument/2006/relationships/tags" Target="../tags/tag742.xml"/><Relationship Id="rId4" Type="http://schemas.openxmlformats.org/officeDocument/2006/relationships/image" Target="../media/image13.png"/><Relationship Id="rId3" Type="http://schemas.openxmlformats.org/officeDocument/2006/relationships/tags" Target="../tags/tag741.xml"/><Relationship Id="rId2" Type="http://schemas.openxmlformats.org/officeDocument/2006/relationships/tags" Target="../tags/tag740.xml"/><Relationship Id="rId1" Type="http://schemas.openxmlformats.org/officeDocument/2006/relationships/tags" Target="../tags/tag739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11.xml"/><Relationship Id="rId7" Type="http://schemas.openxmlformats.org/officeDocument/2006/relationships/tags" Target="../tags/tag749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tags" Target="../tags/tag748.xml"/><Relationship Id="rId3" Type="http://schemas.openxmlformats.org/officeDocument/2006/relationships/tags" Target="../tags/tag747.xml"/><Relationship Id="rId2" Type="http://schemas.openxmlformats.org/officeDocument/2006/relationships/tags" Target="../tags/tag746.xml"/><Relationship Id="rId1" Type="http://schemas.openxmlformats.org/officeDocument/2006/relationships/tags" Target="../tags/tag745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758.xml"/><Relationship Id="rId8" Type="http://schemas.openxmlformats.org/officeDocument/2006/relationships/tags" Target="../tags/tag757.xml"/><Relationship Id="rId7" Type="http://schemas.openxmlformats.org/officeDocument/2006/relationships/tags" Target="../tags/tag756.xml"/><Relationship Id="rId6" Type="http://schemas.openxmlformats.org/officeDocument/2006/relationships/tags" Target="../tags/tag755.xml"/><Relationship Id="rId50" Type="http://schemas.openxmlformats.org/officeDocument/2006/relationships/notesSlide" Target="../notesSlides/notesSlide13.xml"/><Relationship Id="rId5" Type="http://schemas.openxmlformats.org/officeDocument/2006/relationships/tags" Target="../tags/tag754.xml"/><Relationship Id="rId49" Type="http://schemas.openxmlformats.org/officeDocument/2006/relationships/slideLayout" Target="../slideLayouts/slideLayout11.xml"/><Relationship Id="rId48" Type="http://schemas.openxmlformats.org/officeDocument/2006/relationships/tags" Target="../tags/tag796.xml"/><Relationship Id="rId47" Type="http://schemas.openxmlformats.org/officeDocument/2006/relationships/image" Target="../media/image16.png"/><Relationship Id="rId46" Type="http://schemas.openxmlformats.org/officeDocument/2006/relationships/tags" Target="../tags/tag795.xml"/><Relationship Id="rId45" Type="http://schemas.openxmlformats.org/officeDocument/2006/relationships/tags" Target="../tags/tag794.xml"/><Relationship Id="rId44" Type="http://schemas.openxmlformats.org/officeDocument/2006/relationships/tags" Target="../tags/tag793.xml"/><Relationship Id="rId43" Type="http://schemas.openxmlformats.org/officeDocument/2006/relationships/tags" Target="../tags/tag792.xml"/><Relationship Id="rId42" Type="http://schemas.openxmlformats.org/officeDocument/2006/relationships/tags" Target="../tags/tag791.xml"/><Relationship Id="rId41" Type="http://schemas.openxmlformats.org/officeDocument/2006/relationships/tags" Target="../tags/tag790.xml"/><Relationship Id="rId40" Type="http://schemas.openxmlformats.org/officeDocument/2006/relationships/tags" Target="../tags/tag789.xml"/><Relationship Id="rId4" Type="http://schemas.openxmlformats.org/officeDocument/2006/relationships/tags" Target="../tags/tag753.xml"/><Relationship Id="rId39" Type="http://schemas.openxmlformats.org/officeDocument/2006/relationships/tags" Target="../tags/tag788.xml"/><Relationship Id="rId38" Type="http://schemas.openxmlformats.org/officeDocument/2006/relationships/tags" Target="../tags/tag787.xml"/><Relationship Id="rId37" Type="http://schemas.openxmlformats.org/officeDocument/2006/relationships/tags" Target="../tags/tag786.xml"/><Relationship Id="rId36" Type="http://schemas.openxmlformats.org/officeDocument/2006/relationships/tags" Target="../tags/tag785.xml"/><Relationship Id="rId35" Type="http://schemas.openxmlformats.org/officeDocument/2006/relationships/tags" Target="../tags/tag784.xml"/><Relationship Id="rId34" Type="http://schemas.openxmlformats.org/officeDocument/2006/relationships/tags" Target="../tags/tag783.xml"/><Relationship Id="rId33" Type="http://schemas.openxmlformats.org/officeDocument/2006/relationships/tags" Target="../tags/tag782.xml"/><Relationship Id="rId32" Type="http://schemas.openxmlformats.org/officeDocument/2006/relationships/tags" Target="../tags/tag781.xml"/><Relationship Id="rId31" Type="http://schemas.openxmlformats.org/officeDocument/2006/relationships/tags" Target="../tags/tag780.xml"/><Relationship Id="rId30" Type="http://schemas.openxmlformats.org/officeDocument/2006/relationships/tags" Target="../tags/tag779.xml"/><Relationship Id="rId3" Type="http://schemas.openxmlformats.org/officeDocument/2006/relationships/tags" Target="../tags/tag752.xml"/><Relationship Id="rId29" Type="http://schemas.openxmlformats.org/officeDocument/2006/relationships/tags" Target="../tags/tag778.xml"/><Relationship Id="rId28" Type="http://schemas.openxmlformats.org/officeDocument/2006/relationships/tags" Target="../tags/tag777.xml"/><Relationship Id="rId27" Type="http://schemas.openxmlformats.org/officeDocument/2006/relationships/tags" Target="../tags/tag776.xml"/><Relationship Id="rId26" Type="http://schemas.openxmlformats.org/officeDocument/2006/relationships/tags" Target="../tags/tag775.xml"/><Relationship Id="rId25" Type="http://schemas.openxmlformats.org/officeDocument/2006/relationships/tags" Target="../tags/tag774.xml"/><Relationship Id="rId24" Type="http://schemas.openxmlformats.org/officeDocument/2006/relationships/tags" Target="../tags/tag773.xml"/><Relationship Id="rId23" Type="http://schemas.openxmlformats.org/officeDocument/2006/relationships/tags" Target="../tags/tag772.xml"/><Relationship Id="rId22" Type="http://schemas.openxmlformats.org/officeDocument/2006/relationships/tags" Target="../tags/tag771.xml"/><Relationship Id="rId21" Type="http://schemas.openxmlformats.org/officeDocument/2006/relationships/tags" Target="../tags/tag770.xml"/><Relationship Id="rId20" Type="http://schemas.openxmlformats.org/officeDocument/2006/relationships/tags" Target="../tags/tag769.xml"/><Relationship Id="rId2" Type="http://schemas.openxmlformats.org/officeDocument/2006/relationships/tags" Target="../tags/tag751.xml"/><Relationship Id="rId19" Type="http://schemas.openxmlformats.org/officeDocument/2006/relationships/tags" Target="../tags/tag768.xml"/><Relationship Id="rId18" Type="http://schemas.openxmlformats.org/officeDocument/2006/relationships/tags" Target="../tags/tag767.xml"/><Relationship Id="rId17" Type="http://schemas.openxmlformats.org/officeDocument/2006/relationships/tags" Target="../tags/tag766.xml"/><Relationship Id="rId16" Type="http://schemas.openxmlformats.org/officeDocument/2006/relationships/tags" Target="../tags/tag765.xml"/><Relationship Id="rId15" Type="http://schemas.openxmlformats.org/officeDocument/2006/relationships/tags" Target="../tags/tag764.xml"/><Relationship Id="rId14" Type="http://schemas.openxmlformats.org/officeDocument/2006/relationships/tags" Target="../tags/tag763.xml"/><Relationship Id="rId13" Type="http://schemas.openxmlformats.org/officeDocument/2006/relationships/tags" Target="../tags/tag762.xml"/><Relationship Id="rId12" Type="http://schemas.openxmlformats.org/officeDocument/2006/relationships/tags" Target="../tags/tag761.xml"/><Relationship Id="rId11" Type="http://schemas.openxmlformats.org/officeDocument/2006/relationships/tags" Target="../tags/tag760.xml"/><Relationship Id="rId10" Type="http://schemas.openxmlformats.org/officeDocument/2006/relationships/tags" Target="../tags/tag759.xml"/><Relationship Id="rId1" Type="http://schemas.openxmlformats.org/officeDocument/2006/relationships/tags" Target="../tags/tag750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798.xml"/><Relationship Id="rId1" Type="http://schemas.openxmlformats.org/officeDocument/2006/relationships/tags" Target="../tags/tag79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2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12165" y="2195830"/>
            <a:ext cx="10702290" cy="1515745"/>
          </a:xfrm>
          <a:prstGeom prst="rect">
            <a:avLst/>
          </a:prstGeom>
        </p:spPr>
        <p:txBody>
          <a:bodyPr vert="horz" lIns="90000" tIns="46800" rIns="90000" bIns="46800" rtlCol="0" anchor="ctr">
            <a:no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7200" b="1" kern="1200" spc="60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710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使用</a:t>
            </a:r>
            <a:r>
              <a:rPr lang="en-US" altLang="zh-CN" sz="710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PM2</a:t>
            </a:r>
            <a:endParaRPr lang="en-US" altLang="zh-CN" sz="7100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710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部署</a:t>
            </a:r>
            <a:r>
              <a:rPr lang="en-US" altLang="zh-CN" sz="710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Express</a:t>
            </a:r>
            <a:r>
              <a:rPr lang="zh-CN" altLang="en-US" sz="710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项目</a:t>
            </a:r>
            <a:endParaRPr lang="zh-CN" altLang="en-US" sz="7100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引入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828675" y="1018540"/>
            <a:ext cx="5391150" cy="4248785"/>
            <a:chOff x="1305" y="1604"/>
            <a:chExt cx="8490" cy="6691"/>
          </a:xfrm>
        </p:grpSpPr>
        <p:sp>
          <p:nvSpPr>
            <p:cNvPr id="24" name="PA-îṩlîďe"/>
            <p:cNvSpPr/>
            <p:nvPr>
              <p:custDataLst>
                <p:tags r:id="rId3"/>
              </p:custDataLst>
            </p:nvPr>
          </p:nvSpPr>
          <p:spPr>
            <a:xfrm>
              <a:off x="2549" y="1604"/>
              <a:ext cx="6117" cy="1117"/>
            </a:xfrm>
            <a:prstGeom prst="roundRect">
              <a:avLst>
                <a:gd name="adj" fmla="val 5380"/>
              </a:avLst>
            </a:prstGeom>
            <a:solidFill>
              <a:schemeClr val="accent3"/>
            </a:soli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endParaRPr lang="en-US" altLang="zh-CN" sz="1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2" name="PA-iṥ1ïdé"/>
            <p:cNvSpPr/>
            <p:nvPr>
              <p:custDataLst>
                <p:tags r:id="rId4"/>
              </p:custDataLst>
            </p:nvPr>
          </p:nvSpPr>
          <p:spPr>
            <a:xfrm>
              <a:off x="1305" y="2257"/>
              <a:ext cx="8491" cy="6039"/>
            </a:xfrm>
            <a:custGeom>
              <a:avLst/>
              <a:gdLst>
                <a:gd name="connsiteX0" fmla="*/ 4998 w 4468049"/>
                <a:gd name="connsiteY0" fmla="*/ 46 h 2797976"/>
                <a:gd name="connsiteX1" fmla="*/ 4463366 w 4468049"/>
                <a:gd name="connsiteY1" fmla="*/ 46 h 2797976"/>
                <a:gd name="connsiteX2" fmla="*/ 4468207 w 4468049"/>
                <a:gd name="connsiteY2" fmla="*/ 4887 h 2797976"/>
                <a:gd name="connsiteX3" fmla="*/ 4468207 w 4468049"/>
                <a:gd name="connsiteY3" fmla="*/ 2793182 h 2797976"/>
                <a:gd name="connsiteX4" fmla="*/ 4463366 w 4468049"/>
                <a:gd name="connsiteY4" fmla="*/ 2798023 h 2797976"/>
                <a:gd name="connsiteX5" fmla="*/ 4998 w 4468049"/>
                <a:gd name="connsiteY5" fmla="*/ 2798023 h 2797976"/>
                <a:gd name="connsiteX6" fmla="*/ 157 w 4468049"/>
                <a:gd name="connsiteY6" fmla="*/ 2793182 h 2797976"/>
                <a:gd name="connsiteX7" fmla="*/ 157 w 4468049"/>
                <a:gd name="connsiteY7" fmla="*/ 4887 h 2797976"/>
                <a:gd name="connsiteX8" fmla="*/ 4998 w 4468049"/>
                <a:gd name="connsiteY8" fmla="*/ 46 h 2797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68049" h="2797976">
                  <a:moveTo>
                    <a:pt x="4998" y="46"/>
                  </a:moveTo>
                  <a:lnTo>
                    <a:pt x="4463366" y="46"/>
                  </a:lnTo>
                  <a:cubicBezTo>
                    <a:pt x="4466270" y="46"/>
                    <a:pt x="4468207" y="1982"/>
                    <a:pt x="4468207" y="4887"/>
                  </a:cubicBezTo>
                  <a:lnTo>
                    <a:pt x="4468207" y="2793182"/>
                  </a:lnTo>
                  <a:cubicBezTo>
                    <a:pt x="4468207" y="2796086"/>
                    <a:pt x="4466270" y="2798023"/>
                    <a:pt x="4463366" y="2798023"/>
                  </a:cubicBezTo>
                  <a:lnTo>
                    <a:pt x="4998" y="2798023"/>
                  </a:lnTo>
                  <a:cubicBezTo>
                    <a:pt x="2093" y="2798023"/>
                    <a:pt x="157" y="2796086"/>
                    <a:pt x="157" y="2793182"/>
                  </a:cubicBezTo>
                  <a:lnTo>
                    <a:pt x="157" y="4887"/>
                  </a:lnTo>
                  <a:cubicBezTo>
                    <a:pt x="157" y="1982"/>
                    <a:pt x="2093" y="46"/>
                    <a:pt x="4998" y="46"/>
                  </a:cubicBezTo>
                  <a:close/>
                </a:path>
              </a:pathLst>
            </a:custGeom>
            <a:blipFill rotWithShape="1">
              <a:blip r:embed="rId5"/>
              <a:stretch>
                <a:fillRect/>
              </a:stretch>
            </a:blipFill>
            <a:ln w="38100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p>
              <a:pPr algn="ctr"/>
              <a:endParaRPr lang="zh-CN" altLang="en-US" b="1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7" name="TextBox 31"/>
            <p:cNvSpPr txBox="1">
              <a:spLocks noChangeArrowheads="1"/>
            </p:cNvSpPr>
            <p:nvPr/>
          </p:nvSpPr>
          <p:spPr bwMode="auto">
            <a:xfrm>
              <a:off x="4287" y="1604"/>
              <a:ext cx="3722" cy="6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l" eaLnBrk="1" hangingPunct="1"/>
              <a:r>
                <a:rPr lang="zh-CN" alt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企业门户网站</a:t>
              </a:r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6495415" y="1018540"/>
            <a:ext cx="5073650" cy="4249420"/>
            <a:chOff x="10229" y="1604"/>
            <a:chExt cx="7990" cy="6692"/>
          </a:xfrm>
        </p:grpSpPr>
        <p:sp>
          <p:nvSpPr>
            <p:cNvPr id="25" name="PA-îṩlîďe"/>
            <p:cNvSpPr/>
            <p:nvPr>
              <p:custDataLst>
                <p:tags r:id="rId6"/>
              </p:custDataLst>
            </p:nvPr>
          </p:nvSpPr>
          <p:spPr>
            <a:xfrm>
              <a:off x="11255" y="1604"/>
              <a:ext cx="6117" cy="1117"/>
            </a:xfrm>
            <a:prstGeom prst="roundRect">
              <a:avLst>
                <a:gd name="adj" fmla="val 5380"/>
              </a:avLst>
            </a:prstGeom>
            <a:solidFill>
              <a:schemeClr val="accent3"/>
            </a:soli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p>
              <a:pPr algn="ctr" defTabSz="913765"/>
              <a:endParaRPr lang="en-US" altLang="zh-CN" sz="1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229" y="2256"/>
              <a:ext cx="7990" cy="6040"/>
            </a:xfrm>
            <a:prstGeom prst="rect">
              <a:avLst/>
            </a:prstGeom>
          </p:spPr>
        </p:pic>
        <p:sp>
          <p:nvSpPr>
            <p:cNvPr id="20" name="TextBox 31"/>
            <p:cNvSpPr txBox="1">
              <a:spLocks noChangeArrowheads="1"/>
            </p:cNvSpPr>
            <p:nvPr/>
          </p:nvSpPr>
          <p:spPr bwMode="auto">
            <a:xfrm>
              <a:off x="12879" y="1604"/>
              <a:ext cx="3784" cy="6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l" eaLnBrk="1" hangingPunct="1"/>
              <a:r>
                <a:rPr lang="zh-CN" alt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商品管理系统</a:t>
              </a:r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2232660" y="5543550"/>
            <a:ext cx="8432800" cy="1118235"/>
            <a:chOff x="3744" y="7773"/>
            <a:chExt cx="13280" cy="1761"/>
          </a:xfrm>
        </p:grpSpPr>
        <p:sp>
          <p:nvSpPr>
            <p:cNvPr id="23" name="TextBox 31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5583" y="8285"/>
              <a:ext cx="11441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l" eaLnBrk="1" hangingPunct="1"/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如何使用</a:t>
              </a:r>
              <a:r>
                <a:rPr lang="en-US" altLang="zh-CN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PM2</a:t>
              </a:r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来部署这两个</a:t>
              </a:r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系统？</a:t>
              </a:r>
              <a:endPara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61" name="ï$líḍe"/>
            <p:cNvSpPr/>
            <p:nvPr>
              <p:custDataLst>
                <p:tags r:id="rId9"/>
              </p:custDataLst>
            </p:nvPr>
          </p:nvSpPr>
          <p:spPr bwMode="auto">
            <a:xfrm>
              <a:off x="4449" y="8665"/>
              <a:ext cx="112" cy="135"/>
            </a:xfrm>
            <a:custGeom>
              <a:avLst/>
              <a:gdLst>
                <a:gd name="T0" fmla="*/ 86 w 153"/>
                <a:gd name="T1" fmla="*/ 184 h 184"/>
                <a:gd name="T2" fmla="*/ 88 w 153"/>
                <a:gd name="T3" fmla="*/ 172 h 184"/>
                <a:gd name="T4" fmla="*/ 153 w 153"/>
                <a:gd name="T5" fmla="*/ 119 h 184"/>
                <a:gd name="T6" fmla="*/ 124 w 153"/>
                <a:gd name="T7" fmla="*/ 108 h 184"/>
                <a:gd name="T8" fmla="*/ 99 w 153"/>
                <a:gd name="T9" fmla="*/ 126 h 184"/>
                <a:gd name="T10" fmla="*/ 112 w 153"/>
                <a:gd name="T11" fmla="*/ 52 h 184"/>
                <a:gd name="T12" fmla="*/ 86 w 153"/>
                <a:gd name="T13" fmla="*/ 25 h 184"/>
                <a:gd name="T14" fmla="*/ 72 w 153"/>
                <a:gd name="T15" fmla="*/ 72 h 184"/>
                <a:gd name="T16" fmla="*/ 58 w 153"/>
                <a:gd name="T17" fmla="*/ 25 h 184"/>
                <a:gd name="T18" fmla="*/ 37 w 153"/>
                <a:gd name="T19" fmla="*/ 20 h 184"/>
                <a:gd name="T20" fmla="*/ 34 w 153"/>
                <a:gd name="T21" fmla="*/ 44 h 184"/>
                <a:gd name="T22" fmla="*/ 35 w 153"/>
                <a:gd name="T23" fmla="*/ 80 h 184"/>
                <a:gd name="T24" fmla="*/ 3 w 153"/>
                <a:gd name="T25" fmla="*/ 46 h 184"/>
                <a:gd name="T26" fmla="*/ 10 w 153"/>
                <a:gd name="T27" fmla="*/ 111 h 184"/>
                <a:gd name="T28" fmla="*/ 10 w 153"/>
                <a:gd name="T29" fmla="*/ 153 h 184"/>
                <a:gd name="T30" fmla="*/ 10 w 153"/>
                <a:gd name="T31" fmla="*/ 155 h 184"/>
                <a:gd name="T32" fmla="*/ 86 w 153"/>
                <a:gd name="T33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3" h="184">
                  <a:moveTo>
                    <a:pt x="86" y="184"/>
                  </a:moveTo>
                  <a:cubicBezTo>
                    <a:pt x="87" y="180"/>
                    <a:pt x="88" y="176"/>
                    <a:pt x="88" y="172"/>
                  </a:cubicBezTo>
                  <a:cubicBezTo>
                    <a:pt x="104" y="156"/>
                    <a:pt x="131" y="130"/>
                    <a:pt x="153" y="119"/>
                  </a:cubicBezTo>
                  <a:cubicBezTo>
                    <a:pt x="153" y="119"/>
                    <a:pt x="153" y="93"/>
                    <a:pt x="124" y="108"/>
                  </a:cubicBezTo>
                  <a:cubicBezTo>
                    <a:pt x="106" y="117"/>
                    <a:pt x="100" y="123"/>
                    <a:pt x="99" y="126"/>
                  </a:cubicBezTo>
                  <a:cubicBezTo>
                    <a:pt x="101" y="116"/>
                    <a:pt x="106" y="83"/>
                    <a:pt x="112" y="52"/>
                  </a:cubicBezTo>
                  <a:cubicBezTo>
                    <a:pt x="121" y="3"/>
                    <a:pt x="90" y="0"/>
                    <a:pt x="86" y="25"/>
                  </a:cubicBezTo>
                  <a:cubicBezTo>
                    <a:pt x="84" y="41"/>
                    <a:pt x="74" y="79"/>
                    <a:pt x="72" y="72"/>
                  </a:cubicBezTo>
                  <a:cubicBezTo>
                    <a:pt x="65" y="43"/>
                    <a:pt x="61" y="31"/>
                    <a:pt x="58" y="25"/>
                  </a:cubicBezTo>
                  <a:cubicBezTo>
                    <a:pt x="54" y="15"/>
                    <a:pt x="43" y="14"/>
                    <a:pt x="37" y="20"/>
                  </a:cubicBezTo>
                  <a:cubicBezTo>
                    <a:pt x="33" y="24"/>
                    <a:pt x="31" y="33"/>
                    <a:pt x="34" y="44"/>
                  </a:cubicBezTo>
                  <a:cubicBezTo>
                    <a:pt x="40" y="68"/>
                    <a:pt x="35" y="80"/>
                    <a:pt x="35" y="80"/>
                  </a:cubicBezTo>
                  <a:cubicBezTo>
                    <a:pt x="35" y="80"/>
                    <a:pt x="21" y="24"/>
                    <a:pt x="3" y="46"/>
                  </a:cubicBezTo>
                  <a:cubicBezTo>
                    <a:pt x="0" y="51"/>
                    <a:pt x="10" y="111"/>
                    <a:pt x="10" y="111"/>
                  </a:cubicBezTo>
                  <a:cubicBezTo>
                    <a:pt x="11" y="128"/>
                    <a:pt x="10" y="140"/>
                    <a:pt x="10" y="153"/>
                  </a:cubicBezTo>
                  <a:cubicBezTo>
                    <a:pt x="10" y="153"/>
                    <a:pt x="10" y="154"/>
                    <a:pt x="10" y="155"/>
                  </a:cubicBezTo>
                  <a:cubicBezTo>
                    <a:pt x="36" y="158"/>
                    <a:pt x="62" y="169"/>
                    <a:pt x="86" y="184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2" name="îşľîḋé"/>
            <p:cNvSpPr/>
            <p:nvPr>
              <p:custDataLst>
                <p:tags r:id="rId10"/>
              </p:custDataLst>
            </p:nvPr>
          </p:nvSpPr>
          <p:spPr bwMode="auto">
            <a:xfrm>
              <a:off x="4579" y="9306"/>
              <a:ext cx="524" cy="82"/>
            </a:xfrm>
            <a:prstGeom prst="ellipse">
              <a:avLst/>
            </a:prstGeom>
            <a:solidFill>
              <a:srgbClr val="D6E1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3" name="îśḷïḋé"/>
            <p:cNvSpPr/>
            <p:nvPr>
              <p:custDataLst>
                <p:tags r:id="rId11"/>
              </p:custDataLst>
            </p:nvPr>
          </p:nvSpPr>
          <p:spPr bwMode="auto">
            <a:xfrm>
              <a:off x="4273" y="8754"/>
              <a:ext cx="242" cy="218"/>
            </a:xfrm>
            <a:custGeom>
              <a:avLst/>
              <a:gdLst>
                <a:gd name="T0" fmla="*/ 249 w 331"/>
                <a:gd name="T1" fmla="*/ 30 h 298"/>
                <a:gd name="T2" fmla="*/ 1 w 331"/>
                <a:gd name="T3" fmla="*/ 189 h 298"/>
                <a:gd name="T4" fmla="*/ 5 w 331"/>
                <a:gd name="T5" fmla="*/ 297 h 298"/>
                <a:gd name="T6" fmla="*/ 9 w 331"/>
                <a:gd name="T7" fmla="*/ 298 h 298"/>
                <a:gd name="T8" fmla="*/ 331 w 331"/>
                <a:gd name="T9" fmla="*/ 47 h 298"/>
                <a:gd name="T10" fmla="*/ 249 w 331"/>
                <a:gd name="T11" fmla="*/ 3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1" h="298">
                  <a:moveTo>
                    <a:pt x="249" y="30"/>
                  </a:moveTo>
                  <a:cubicBezTo>
                    <a:pt x="225" y="139"/>
                    <a:pt x="85" y="176"/>
                    <a:pt x="1" y="189"/>
                  </a:cubicBezTo>
                  <a:cubicBezTo>
                    <a:pt x="0" y="225"/>
                    <a:pt x="2" y="261"/>
                    <a:pt x="5" y="297"/>
                  </a:cubicBezTo>
                  <a:cubicBezTo>
                    <a:pt x="8" y="298"/>
                    <a:pt x="9" y="298"/>
                    <a:pt x="9" y="298"/>
                  </a:cubicBezTo>
                  <a:cubicBezTo>
                    <a:pt x="252" y="297"/>
                    <a:pt x="331" y="47"/>
                    <a:pt x="331" y="47"/>
                  </a:cubicBezTo>
                  <a:cubicBezTo>
                    <a:pt x="307" y="0"/>
                    <a:pt x="249" y="30"/>
                    <a:pt x="249" y="3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4" name="iṩḷïďê"/>
            <p:cNvSpPr/>
            <p:nvPr>
              <p:custDataLst>
                <p:tags r:id="rId12"/>
              </p:custDataLst>
            </p:nvPr>
          </p:nvSpPr>
          <p:spPr bwMode="auto">
            <a:xfrm>
              <a:off x="4461" y="8779"/>
              <a:ext cx="16" cy="15"/>
            </a:xfrm>
            <a:custGeom>
              <a:avLst/>
              <a:gdLst>
                <a:gd name="T0" fmla="*/ 3 w 22"/>
                <a:gd name="T1" fmla="*/ 17 h 21"/>
                <a:gd name="T2" fmla="*/ 16 w 22"/>
                <a:gd name="T3" fmla="*/ 17 h 21"/>
                <a:gd name="T4" fmla="*/ 19 w 22"/>
                <a:gd name="T5" fmla="*/ 4 h 21"/>
                <a:gd name="T6" fmla="*/ 6 w 22"/>
                <a:gd name="T7" fmla="*/ 3 h 21"/>
                <a:gd name="T8" fmla="*/ 3 w 22"/>
                <a:gd name="T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1">
                  <a:moveTo>
                    <a:pt x="3" y="17"/>
                  </a:moveTo>
                  <a:cubicBezTo>
                    <a:pt x="6" y="20"/>
                    <a:pt x="12" y="21"/>
                    <a:pt x="16" y="17"/>
                  </a:cubicBezTo>
                  <a:cubicBezTo>
                    <a:pt x="21" y="14"/>
                    <a:pt x="22" y="8"/>
                    <a:pt x="19" y="4"/>
                  </a:cubicBezTo>
                  <a:cubicBezTo>
                    <a:pt x="17" y="0"/>
                    <a:pt x="11" y="0"/>
                    <a:pt x="6" y="3"/>
                  </a:cubicBezTo>
                  <a:cubicBezTo>
                    <a:pt x="1" y="7"/>
                    <a:pt x="0" y="13"/>
                    <a:pt x="3" y="17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5" name="îsľîḋé"/>
            <p:cNvSpPr/>
            <p:nvPr>
              <p:custDataLst>
                <p:tags r:id="rId13"/>
              </p:custDataLst>
            </p:nvPr>
          </p:nvSpPr>
          <p:spPr bwMode="auto">
            <a:xfrm>
              <a:off x="4116" y="8832"/>
              <a:ext cx="88" cy="97"/>
            </a:xfrm>
            <a:custGeom>
              <a:avLst/>
              <a:gdLst>
                <a:gd name="T0" fmla="*/ 0 w 120"/>
                <a:gd name="T1" fmla="*/ 34 h 133"/>
                <a:gd name="T2" fmla="*/ 9 w 120"/>
                <a:gd name="T3" fmla="*/ 82 h 133"/>
                <a:gd name="T4" fmla="*/ 68 w 120"/>
                <a:gd name="T5" fmla="*/ 130 h 133"/>
                <a:gd name="T6" fmla="*/ 120 w 120"/>
                <a:gd name="T7" fmla="*/ 81 h 133"/>
                <a:gd name="T8" fmla="*/ 106 w 120"/>
                <a:gd name="T9" fmla="*/ 36 h 133"/>
                <a:gd name="T10" fmla="*/ 0 w 120"/>
                <a:gd name="T11" fmla="*/ 3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0" h="133">
                  <a:moveTo>
                    <a:pt x="0" y="34"/>
                  </a:moveTo>
                  <a:cubicBezTo>
                    <a:pt x="0" y="34"/>
                    <a:pt x="11" y="75"/>
                    <a:pt x="9" y="82"/>
                  </a:cubicBezTo>
                  <a:cubicBezTo>
                    <a:pt x="9" y="82"/>
                    <a:pt x="17" y="133"/>
                    <a:pt x="68" y="130"/>
                  </a:cubicBezTo>
                  <a:cubicBezTo>
                    <a:pt x="119" y="127"/>
                    <a:pt x="120" y="81"/>
                    <a:pt x="120" y="81"/>
                  </a:cubicBezTo>
                  <a:cubicBezTo>
                    <a:pt x="120" y="81"/>
                    <a:pt x="109" y="47"/>
                    <a:pt x="106" y="36"/>
                  </a:cubicBezTo>
                  <a:cubicBezTo>
                    <a:pt x="103" y="25"/>
                    <a:pt x="63" y="0"/>
                    <a:pt x="0" y="34"/>
                  </a:cubicBezTo>
                  <a:close/>
                </a:path>
              </a:pathLst>
            </a:custGeom>
            <a:solidFill>
              <a:srgbClr val="F4CC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6" name="ïsḻïdê"/>
            <p:cNvSpPr/>
            <p:nvPr>
              <p:custDataLst>
                <p:tags r:id="rId14"/>
              </p:custDataLst>
            </p:nvPr>
          </p:nvSpPr>
          <p:spPr bwMode="auto">
            <a:xfrm>
              <a:off x="4130" y="8828"/>
              <a:ext cx="71" cy="80"/>
            </a:xfrm>
            <a:custGeom>
              <a:avLst/>
              <a:gdLst>
                <a:gd name="T0" fmla="*/ 0 w 96"/>
                <a:gd name="T1" fmla="*/ 35 h 109"/>
                <a:gd name="T2" fmla="*/ 96 w 96"/>
                <a:gd name="T3" fmla="*/ 75 h 109"/>
                <a:gd name="T4" fmla="*/ 87 w 96"/>
                <a:gd name="T5" fmla="*/ 45 h 109"/>
                <a:gd name="T6" fmla="*/ 0 w 96"/>
                <a:gd name="T7" fmla="*/ 3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09">
                  <a:moveTo>
                    <a:pt x="0" y="35"/>
                  </a:moveTo>
                  <a:cubicBezTo>
                    <a:pt x="0" y="35"/>
                    <a:pt x="22" y="109"/>
                    <a:pt x="96" y="75"/>
                  </a:cubicBezTo>
                  <a:cubicBezTo>
                    <a:pt x="96" y="75"/>
                    <a:pt x="87" y="51"/>
                    <a:pt x="87" y="45"/>
                  </a:cubicBezTo>
                  <a:cubicBezTo>
                    <a:pt x="86" y="39"/>
                    <a:pt x="63" y="0"/>
                    <a:pt x="0" y="35"/>
                  </a:cubicBezTo>
                  <a:close/>
                </a:path>
              </a:pathLst>
            </a:custGeom>
            <a:solidFill>
              <a:srgbClr val="F4C4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7" name="iS1îḍê"/>
            <p:cNvSpPr/>
            <p:nvPr>
              <p:custDataLst>
                <p:tags r:id="rId15"/>
              </p:custDataLst>
            </p:nvPr>
          </p:nvSpPr>
          <p:spPr bwMode="auto">
            <a:xfrm>
              <a:off x="4128" y="8917"/>
              <a:ext cx="75" cy="154"/>
            </a:xfrm>
            <a:custGeom>
              <a:avLst/>
              <a:gdLst>
                <a:gd name="T0" fmla="*/ 0 w 103"/>
                <a:gd name="T1" fmla="*/ 8 h 210"/>
                <a:gd name="T2" fmla="*/ 94 w 103"/>
                <a:gd name="T3" fmla="*/ 210 h 210"/>
                <a:gd name="T4" fmla="*/ 103 w 103"/>
                <a:gd name="T5" fmla="*/ 0 h 210"/>
                <a:gd name="T6" fmla="*/ 61 w 103"/>
                <a:gd name="T7" fmla="*/ 21 h 210"/>
                <a:gd name="T8" fmla="*/ 0 w 103"/>
                <a:gd name="T9" fmla="*/ 8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210">
                  <a:moveTo>
                    <a:pt x="0" y="8"/>
                  </a:moveTo>
                  <a:cubicBezTo>
                    <a:pt x="29" y="84"/>
                    <a:pt x="94" y="210"/>
                    <a:pt x="94" y="210"/>
                  </a:cubicBezTo>
                  <a:cubicBezTo>
                    <a:pt x="96" y="202"/>
                    <a:pt x="100" y="74"/>
                    <a:pt x="103" y="0"/>
                  </a:cubicBezTo>
                  <a:cubicBezTo>
                    <a:pt x="93" y="10"/>
                    <a:pt x="78" y="18"/>
                    <a:pt x="61" y="21"/>
                  </a:cubicBezTo>
                  <a:cubicBezTo>
                    <a:pt x="37" y="25"/>
                    <a:pt x="15" y="20"/>
                    <a:pt x="0" y="8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8" name="işļíḓé"/>
            <p:cNvSpPr/>
            <p:nvPr>
              <p:custDataLst>
                <p:tags r:id="rId16"/>
              </p:custDataLst>
            </p:nvPr>
          </p:nvSpPr>
          <p:spPr bwMode="auto">
            <a:xfrm>
              <a:off x="4118" y="8879"/>
              <a:ext cx="87" cy="57"/>
            </a:xfrm>
            <a:custGeom>
              <a:avLst/>
              <a:gdLst>
                <a:gd name="T0" fmla="*/ 117 w 119"/>
                <a:gd name="T1" fmla="*/ 1 h 78"/>
                <a:gd name="T2" fmla="*/ 69 w 119"/>
                <a:gd name="T3" fmla="*/ 58 h 78"/>
                <a:gd name="T4" fmla="*/ 4 w 119"/>
                <a:gd name="T5" fmla="*/ 25 h 78"/>
                <a:gd name="T6" fmla="*/ 0 w 119"/>
                <a:gd name="T7" fmla="*/ 23 h 78"/>
                <a:gd name="T8" fmla="*/ 13 w 119"/>
                <a:gd name="T9" fmla="*/ 61 h 78"/>
                <a:gd name="T10" fmla="*/ 74 w 119"/>
                <a:gd name="T11" fmla="*/ 74 h 78"/>
                <a:gd name="T12" fmla="*/ 116 w 119"/>
                <a:gd name="T13" fmla="*/ 53 h 78"/>
                <a:gd name="T14" fmla="*/ 118 w 119"/>
                <a:gd name="T15" fmla="*/ 0 h 78"/>
                <a:gd name="T16" fmla="*/ 117 w 119"/>
                <a:gd name="T17" fmla="*/ 1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" h="78">
                  <a:moveTo>
                    <a:pt x="117" y="1"/>
                  </a:moveTo>
                  <a:cubicBezTo>
                    <a:pt x="119" y="28"/>
                    <a:pt x="98" y="52"/>
                    <a:pt x="69" y="58"/>
                  </a:cubicBezTo>
                  <a:cubicBezTo>
                    <a:pt x="40" y="63"/>
                    <a:pt x="13" y="49"/>
                    <a:pt x="4" y="25"/>
                  </a:cubicBezTo>
                  <a:cubicBezTo>
                    <a:pt x="2" y="24"/>
                    <a:pt x="0" y="23"/>
                    <a:pt x="0" y="23"/>
                  </a:cubicBezTo>
                  <a:cubicBezTo>
                    <a:pt x="3" y="32"/>
                    <a:pt x="7" y="45"/>
                    <a:pt x="13" y="61"/>
                  </a:cubicBezTo>
                  <a:cubicBezTo>
                    <a:pt x="28" y="73"/>
                    <a:pt x="50" y="78"/>
                    <a:pt x="74" y="74"/>
                  </a:cubicBezTo>
                  <a:cubicBezTo>
                    <a:pt x="91" y="71"/>
                    <a:pt x="106" y="63"/>
                    <a:pt x="116" y="53"/>
                  </a:cubicBezTo>
                  <a:cubicBezTo>
                    <a:pt x="117" y="22"/>
                    <a:pt x="118" y="0"/>
                    <a:pt x="118" y="0"/>
                  </a:cubicBezTo>
                  <a:lnTo>
                    <a:pt x="117" y="1"/>
                  </a:ln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9" name="iŝ1îḓé"/>
            <p:cNvSpPr/>
            <p:nvPr>
              <p:custDataLst>
                <p:tags r:id="rId17"/>
              </p:custDataLst>
            </p:nvPr>
          </p:nvSpPr>
          <p:spPr bwMode="auto">
            <a:xfrm>
              <a:off x="4815" y="8883"/>
              <a:ext cx="184" cy="428"/>
            </a:xfrm>
            <a:custGeom>
              <a:avLst/>
              <a:gdLst>
                <a:gd name="T0" fmla="*/ 168 w 251"/>
                <a:gd name="T1" fmla="*/ 577 h 585"/>
                <a:gd name="T2" fmla="*/ 139 w 251"/>
                <a:gd name="T3" fmla="*/ 531 h 585"/>
                <a:gd name="T4" fmla="*/ 208 w 251"/>
                <a:gd name="T5" fmla="*/ 361 h 585"/>
                <a:gd name="T6" fmla="*/ 180 w 251"/>
                <a:gd name="T7" fmla="*/ 21 h 585"/>
                <a:gd name="T8" fmla="*/ 49 w 251"/>
                <a:gd name="T9" fmla="*/ 147 h 585"/>
                <a:gd name="T10" fmla="*/ 92 w 251"/>
                <a:gd name="T11" fmla="*/ 518 h 585"/>
                <a:gd name="T12" fmla="*/ 84 w 251"/>
                <a:gd name="T13" fmla="*/ 574 h 585"/>
                <a:gd name="T14" fmla="*/ 168 w 251"/>
                <a:gd name="T15" fmla="*/ 577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5">
                  <a:moveTo>
                    <a:pt x="168" y="577"/>
                  </a:moveTo>
                  <a:cubicBezTo>
                    <a:pt x="139" y="531"/>
                    <a:pt x="139" y="531"/>
                    <a:pt x="139" y="531"/>
                  </a:cubicBezTo>
                  <a:cubicBezTo>
                    <a:pt x="139" y="531"/>
                    <a:pt x="164" y="500"/>
                    <a:pt x="208" y="361"/>
                  </a:cubicBezTo>
                  <a:cubicBezTo>
                    <a:pt x="251" y="222"/>
                    <a:pt x="180" y="21"/>
                    <a:pt x="180" y="21"/>
                  </a:cubicBezTo>
                  <a:cubicBezTo>
                    <a:pt x="90" y="0"/>
                    <a:pt x="0" y="87"/>
                    <a:pt x="49" y="147"/>
                  </a:cubicBezTo>
                  <a:cubicBezTo>
                    <a:pt x="99" y="207"/>
                    <a:pt x="103" y="474"/>
                    <a:pt x="92" y="518"/>
                  </a:cubicBezTo>
                  <a:cubicBezTo>
                    <a:pt x="88" y="535"/>
                    <a:pt x="85" y="556"/>
                    <a:pt x="84" y="574"/>
                  </a:cubicBezTo>
                  <a:cubicBezTo>
                    <a:pt x="112" y="585"/>
                    <a:pt x="140" y="584"/>
                    <a:pt x="168" y="577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0" name="íşlíḑè"/>
            <p:cNvSpPr/>
            <p:nvPr>
              <p:custDataLst>
                <p:tags r:id="rId18"/>
              </p:custDataLst>
            </p:nvPr>
          </p:nvSpPr>
          <p:spPr bwMode="auto">
            <a:xfrm>
              <a:off x="4875" y="9303"/>
              <a:ext cx="89" cy="43"/>
            </a:xfrm>
            <a:custGeom>
              <a:avLst/>
              <a:gdLst>
                <a:gd name="T0" fmla="*/ 2 w 121"/>
                <a:gd name="T1" fmla="*/ 0 h 59"/>
                <a:gd name="T2" fmla="*/ 0 w 121"/>
                <a:gd name="T3" fmla="*/ 53 h 59"/>
                <a:gd name="T4" fmla="*/ 7 w 121"/>
                <a:gd name="T5" fmla="*/ 53 h 59"/>
                <a:gd name="T6" fmla="*/ 19 w 121"/>
                <a:gd name="T7" fmla="*/ 32 h 59"/>
                <a:gd name="T8" fmla="*/ 52 w 121"/>
                <a:gd name="T9" fmla="*/ 55 h 59"/>
                <a:gd name="T10" fmla="*/ 121 w 121"/>
                <a:gd name="T11" fmla="*/ 59 h 59"/>
                <a:gd name="T12" fmla="*/ 86 w 121"/>
                <a:gd name="T13" fmla="*/ 3 h 59"/>
                <a:gd name="T14" fmla="*/ 2 w 121"/>
                <a:gd name="T15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" h="59">
                  <a:moveTo>
                    <a:pt x="2" y="0"/>
                  </a:moveTo>
                  <a:cubicBezTo>
                    <a:pt x="0" y="29"/>
                    <a:pt x="0" y="53"/>
                    <a:pt x="0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13" y="43"/>
                    <a:pt x="19" y="32"/>
                  </a:cubicBezTo>
                  <a:cubicBezTo>
                    <a:pt x="25" y="22"/>
                    <a:pt x="52" y="55"/>
                    <a:pt x="52" y="55"/>
                  </a:cubicBezTo>
                  <a:cubicBezTo>
                    <a:pt x="121" y="59"/>
                    <a:pt x="121" y="59"/>
                    <a:pt x="121" y="59"/>
                  </a:cubicBezTo>
                  <a:cubicBezTo>
                    <a:pt x="86" y="3"/>
                    <a:pt x="86" y="3"/>
                    <a:pt x="86" y="3"/>
                  </a:cubicBezTo>
                  <a:cubicBezTo>
                    <a:pt x="58" y="10"/>
                    <a:pt x="30" y="11"/>
                    <a:pt x="2" y="0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1" name="î$ļïḓe"/>
            <p:cNvSpPr/>
            <p:nvPr>
              <p:custDataLst>
                <p:tags r:id="rId19"/>
              </p:custDataLst>
            </p:nvPr>
          </p:nvSpPr>
          <p:spPr bwMode="auto">
            <a:xfrm>
              <a:off x="4682" y="8883"/>
              <a:ext cx="184" cy="427"/>
            </a:xfrm>
            <a:custGeom>
              <a:avLst/>
              <a:gdLst>
                <a:gd name="T0" fmla="*/ 168 w 251"/>
                <a:gd name="T1" fmla="*/ 576 h 584"/>
                <a:gd name="T2" fmla="*/ 140 w 251"/>
                <a:gd name="T3" fmla="*/ 531 h 584"/>
                <a:gd name="T4" fmla="*/ 208 w 251"/>
                <a:gd name="T5" fmla="*/ 360 h 584"/>
                <a:gd name="T6" fmla="*/ 181 w 251"/>
                <a:gd name="T7" fmla="*/ 20 h 584"/>
                <a:gd name="T8" fmla="*/ 50 w 251"/>
                <a:gd name="T9" fmla="*/ 146 h 584"/>
                <a:gd name="T10" fmla="*/ 92 w 251"/>
                <a:gd name="T11" fmla="*/ 517 h 584"/>
                <a:gd name="T12" fmla="*/ 84 w 251"/>
                <a:gd name="T13" fmla="*/ 573 h 584"/>
                <a:gd name="T14" fmla="*/ 168 w 251"/>
                <a:gd name="T15" fmla="*/ 576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4">
                  <a:moveTo>
                    <a:pt x="168" y="576"/>
                  </a:moveTo>
                  <a:cubicBezTo>
                    <a:pt x="140" y="531"/>
                    <a:pt x="140" y="531"/>
                    <a:pt x="140" y="531"/>
                  </a:cubicBezTo>
                  <a:cubicBezTo>
                    <a:pt x="140" y="531"/>
                    <a:pt x="164" y="500"/>
                    <a:pt x="208" y="360"/>
                  </a:cubicBezTo>
                  <a:cubicBezTo>
                    <a:pt x="251" y="221"/>
                    <a:pt x="181" y="20"/>
                    <a:pt x="181" y="20"/>
                  </a:cubicBezTo>
                  <a:cubicBezTo>
                    <a:pt x="90" y="0"/>
                    <a:pt x="0" y="86"/>
                    <a:pt x="50" y="146"/>
                  </a:cubicBezTo>
                  <a:cubicBezTo>
                    <a:pt x="99" y="206"/>
                    <a:pt x="103" y="473"/>
                    <a:pt x="92" y="517"/>
                  </a:cubicBezTo>
                  <a:cubicBezTo>
                    <a:pt x="88" y="535"/>
                    <a:pt x="85" y="555"/>
                    <a:pt x="84" y="573"/>
                  </a:cubicBezTo>
                  <a:cubicBezTo>
                    <a:pt x="112" y="584"/>
                    <a:pt x="140" y="583"/>
                    <a:pt x="168" y="576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2" name="ïŝlïḓe"/>
            <p:cNvSpPr/>
            <p:nvPr>
              <p:custDataLst>
                <p:tags r:id="rId20"/>
              </p:custDataLst>
            </p:nvPr>
          </p:nvSpPr>
          <p:spPr bwMode="auto">
            <a:xfrm>
              <a:off x="4742" y="9302"/>
              <a:ext cx="89" cy="43"/>
            </a:xfrm>
            <a:custGeom>
              <a:avLst/>
              <a:gdLst>
                <a:gd name="T0" fmla="*/ 2 w 121"/>
                <a:gd name="T1" fmla="*/ 0 h 59"/>
                <a:gd name="T2" fmla="*/ 0 w 121"/>
                <a:gd name="T3" fmla="*/ 53 h 59"/>
                <a:gd name="T4" fmla="*/ 7 w 121"/>
                <a:gd name="T5" fmla="*/ 53 h 59"/>
                <a:gd name="T6" fmla="*/ 20 w 121"/>
                <a:gd name="T7" fmla="*/ 33 h 59"/>
                <a:gd name="T8" fmla="*/ 52 w 121"/>
                <a:gd name="T9" fmla="*/ 56 h 59"/>
                <a:gd name="T10" fmla="*/ 121 w 121"/>
                <a:gd name="T11" fmla="*/ 59 h 59"/>
                <a:gd name="T12" fmla="*/ 86 w 121"/>
                <a:gd name="T13" fmla="*/ 3 h 59"/>
                <a:gd name="T14" fmla="*/ 2 w 121"/>
                <a:gd name="T15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" h="59">
                  <a:moveTo>
                    <a:pt x="2" y="0"/>
                  </a:moveTo>
                  <a:cubicBezTo>
                    <a:pt x="0" y="29"/>
                    <a:pt x="0" y="53"/>
                    <a:pt x="0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14" y="43"/>
                    <a:pt x="20" y="33"/>
                  </a:cubicBezTo>
                  <a:cubicBezTo>
                    <a:pt x="25" y="22"/>
                    <a:pt x="52" y="56"/>
                    <a:pt x="52" y="56"/>
                  </a:cubicBezTo>
                  <a:cubicBezTo>
                    <a:pt x="121" y="59"/>
                    <a:pt x="121" y="59"/>
                    <a:pt x="121" y="59"/>
                  </a:cubicBezTo>
                  <a:cubicBezTo>
                    <a:pt x="86" y="3"/>
                    <a:pt x="86" y="3"/>
                    <a:pt x="86" y="3"/>
                  </a:cubicBezTo>
                  <a:cubicBezTo>
                    <a:pt x="58" y="10"/>
                    <a:pt x="30" y="11"/>
                    <a:pt x="2" y="0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3" name="îṡḻîḓê"/>
            <p:cNvSpPr/>
            <p:nvPr>
              <p:custDataLst>
                <p:tags r:id="rId21"/>
              </p:custDataLst>
            </p:nvPr>
          </p:nvSpPr>
          <p:spPr bwMode="auto">
            <a:xfrm>
              <a:off x="4020" y="9151"/>
              <a:ext cx="434" cy="383"/>
            </a:xfrm>
            <a:custGeom>
              <a:avLst/>
              <a:gdLst>
                <a:gd name="T0" fmla="*/ 115 w 593"/>
                <a:gd name="T1" fmla="*/ 56 h 524"/>
                <a:gd name="T2" fmla="*/ 0 w 593"/>
                <a:gd name="T3" fmla="*/ 264 h 524"/>
                <a:gd name="T4" fmla="*/ 593 w 593"/>
                <a:gd name="T5" fmla="*/ 162 h 524"/>
                <a:gd name="T6" fmla="*/ 426 w 593"/>
                <a:gd name="T7" fmla="*/ 0 h 524"/>
                <a:gd name="T8" fmla="*/ 115 w 593"/>
                <a:gd name="T9" fmla="*/ 56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3" h="524">
                  <a:moveTo>
                    <a:pt x="115" y="56"/>
                  </a:moveTo>
                  <a:cubicBezTo>
                    <a:pt x="0" y="264"/>
                    <a:pt x="0" y="264"/>
                    <a:pt x="0" y="264"/>
                  </a:cubicBezTo>
                  <a:cubicBezTo>
                    <a:pt x="0" y="264"/>
                    <a:pt x="348" y="524"/>
                    <a:pt x="593" y="162"/>
                  </a:cubicBezTo>
                  <a:cubicBezTo>
                    <a:pt x="426" y="0"/>
                    <a:pt x="426" y="0"/>
                    <a:pt x="426" y="0"/>
                  </a:cubicBezTo>
                  <a:lnTo>
                    <a:pt x="115" y="56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4" name="ísľïḍé"/>
            <p:cNvSpPr/>
            <p:nvPr>
              <p:custDataLst>
                <p:tags r:id="rId22"/>
              </p:custDataLst>
            </p:nvPr>
          </p:nvSpPr>
          <p:spPr bwMode="auto">
            <a:xfrm>
              <a:off x="4041" y="9199"/>
              <a:ext cx="101" cy="199"/>
            </a:xfrm>
            <a:custGeom>
              <a:avLst/>
              <a:gdLst>
                <a:gd name="T0" fmla="*/ 117 w 138"/>
                <a:gd name="T1" fmla="*/ 0 h 272"/>
                <a:gd name="T2" fmla="*/ 0 w 138"/>
                <a:gd name="T3" fmla="*/ 230 h 272"/>
                <a:gd name="T4" fmla="*/ 52 w 138"/>
                <a:gd name="T5" fmla="*/ 256 h 272"/>
                <a:gd name="T6" fmla="*/ 138 w 138"/>
                <a:gd name="T7" fmla="*/ 4 h 272"/>
                <a:gd name="T8" fmla="*/ 117 w 138"/>
                <a:gd name="T9" fmla="*/ 0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8" h="272">
                  <a:moveTo>
                    <a:pt x="117" y="0"/>
                  </a:moveTo>
                  <a:cubicBezTo>
                    <a:pt x="0" y="230"/>
                    <a:pt x="0" y="230"/>
                    <a:pt x="0" y="230"/>
                  </a:cubicBezTo>
                  <a:cubicBezTo>
                    <a:pt x="0" y="230"/>
                    <a:pt x="7" y="272"/>
                    <a:pt x="52" y="256"/>
                  </a:cubicBezTo>
                  <a:cubicBezTo>
                    <a:pt x="138" y="4"/>
                    <a:pt x="138" y="4"/>
                    <a:pt x="138" y="4"/>
                  </a:cubicBezTo>
                  <a:cubicBezTo>
                    <a:pt x="131" y="3"/>
                    <a:pt x="124" y="1"/>
                    <a:pt x="117" y="0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5" name="îṡľiḓe"/>
            <p:cNvSpPr/>
            <p:nvPr>
              <p:custDataLst>
                <p:tags r:id="rId23"/>
              </p:custDataLst>
            </p:nvPr>
          </p:nvSpPr>
          <p:spPr bwMode="auto">
            <a:xfrm>
              <a:off x="4109" y="9211"/>
              <a:ext cx="61" cy="210"/>
            </a:xfrm>
            <a:custGeom>
              <a:avLst/>
              <a:gdLst>
                <a:gd name="T0" fmla="*/ 67 w 84"/>
                <a:gd name="T1" fmla="*/ 0 h 288"/>
                <a:gd name="T2" fmla="*/ 0 w 84"/>
                <a:gd name="T3" fmla="*/ 258 h 288"/>
                <a:gd name="T4" fmla="*/ 65 w 84"/>
                <a:gd name="T5" fmla="*/ 272 h 288"/>
                <a:gd name="T6" fmla="*/ 84 w 84"/>
                <a:gd name="T7" fmla="*/ 1 h 288"/>
                <a:gd name="T8" fmla="*/ 67 w 84"/>
                <a:gd name="T9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288">
                  <a:moveTo>
                    <a:pt x="67" y="0"/>
                  </a:moveTo>
                  <a:cubicBezTo>
                    <a:pt x="0" y="258"/>
                    <a:pt x="0" y="258"/>
                    <a:pt x="0" y="258"/>
                  </a:cubicBezTo>
                  <a:cubicBezTo>
                    <a:pt x="0" y="258"/>
                    <a:pt x="13" y="288"/>
                    <a:pt x="65" y="272"/>
                  </a:cubicBezTo>
                  <a:cubicBezTo>
                    <a:pt x="84" y="1"/>
                    <a:pt x="84" y="1"/>
                    <a:pt x="84" y="1"/>
                  </a:cubicBezTo>
                  <a:cubicBezTo>
                    <a:pt x="79" y="1"/>
                    <a:pt x="73" y="1"/>
                    <a:pt x="67" y="0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6" name="îšľîdè"/>
            <p:cNvSpPr/>
            <p:nvPr>
              <p:custDataLst>
                <p:tags r:id="rId24"/>
              </p:custDataLst>
            </p:nvPr>
          </p:nvSpPr>
          <p:spPr bwMode="auto">
            <a:xfrm>
              <a:off x="4186" y="9211"/>
              <a:ext cx="46" cy="216"/>
            </a:xfrm>
            <a:custGeom>
              <a:avLst/>
              <a:gdLst>
                <a:gd name="T0" fmla="*/ 3 w 63"/>
                <a:gd name="T1" fmla="*/ 1 h 296"/>
                <a:gd name="T2" fmla="*/ 0 w 63"/>
                <a:gd name="T3" fmla="*/ 279 h 296"/>
                <a:gd name="T4" fmla="*/ 63 w 63"/>
                <a:gd name="T5" fmla="*/ 275 h 296"/>
                <a:gd name="T6" fmla="*/ 23 w 63"/>
                <a:gd name="T7" fmla="*/ 0 h 296"/>
                <a:gd name="T8" fmla="*/ 3 w 63"/>
                <a:gd name="T9" fmla="*/ 1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296">
                  <a:moveTo>
                    <a:pt x="3" y="1"/>
                  </a:moveTo>
                  <a:cubicBezTo>
                    <a:pt x="0" y="279"/>
                    <a:pt x="0" y="279"/>
                    <a:pt x="0" y="279"/>
                  </a:cubicBezTo>
                  <a:cubicBezTo>
                    <a:pt x="0" y="279"/>
                    <a:pt x="29" y="296"/>
                    <a:pt x="63" y="275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5" y="0"/>
                    <a:pt x="11" y="1"/>
                    <a:pt x="3" y="1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7" name="íṡlîḓe"/>
            <p:cNvSpPr/>
            <p:nvPr>
              <p:custDataLst>
                <p:tags r:id="rId25"/>
              </p:custDataLst>
            </p:nvPr>
          </p:nvSpPr>
          <p:spPr bwMode="auto">
            <a:xfrm>
              <a:off x="4223" y="9199"/>
              <a:ext cx="99" cy="216"/>
            </a:xfrm>
            <a:custGeom>
              <a:avLst/>
              <a:gdLst>
                <a:gd name="T0" fmla="*/ 0 w 136"/>
                <a:gd name="T1" fmla="*/ 5 h 295"/>
                <a:gd name="T2" fmla="*/ 77 w 136"/>
                <a:gd name="T3" fmla="*/ 287 h 295"/>
                <a:gd name="T4" fmla="*/ 136 w 136"/>
                <a:gd name="T5" fmla="*/ 265 h 295"/>
                <a:gd name="T6" fmla="*/ 25 w 136"/>
                <a:gd name="T7" fmla="*/ 0 h 295"/>
                <a:gd name="T8" fmla="*/ 0 w 136"/>
                <a:gd name="T9" fmla="*/ 5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295">
                  <a:moveTo>
                    <a:pt x="0" y="5"/>
                  </a:moveTo>
                  <a:cubicBezTo>
                    <a:pt x="77" y="287"/>
                    <a:pt x="77" y="287"/>
                    <a:pt x="77" y="287"/>
                  </a:cubicBezTo>
                  <a:cubicBezTo>
                    <a:pt x="77" y="287"/>
                    <a:pt x="110" y="295"/>
                    <a:pt x="136" y="265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7" y="2"/>
                    <a:pt x="9" y="4"/>
                    <a:pt x="0" y="5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8" name="ís1ïďè"/>
            <p:cNvSpPr/>
            <p:nvPr>
              <p:custDataLst>
                <p:tags r:id="rId26"/>
              </p:custDataLst>
            </p:nvPr>
          </p:nvSpPr>
          <p:spPr bwMode="auto">
            <a:xfrm>
              <a:off x="4265" y="9187"/>
              <a:ext cx="130" cy="187"/>
            </a:xfrm>
            <a:custGeom>
              <a:avLst/>
              <a:gdLst>
                <a:gd name="T0" fmla="*/ 24 w 178"/>
                <a:gd name="T1" fmla="*/ 0 h 256"/>
                <a:gd name="T2" fmla="*/ 0 w 178"/>
                <a:gd name="T3" fmla="*/ 10 h 256"/>
                <a:gd name="T4" fmla="*/ 127 w 178"/>
                <a:gd name="T5" fmla="*/ 256 h 256"/>
                <a:gd name="T6" fmla="*/ 178 w 178"/>
                <a:gd name="T7" fmla="*/ 220 h 256"/>
                <a:gd name="T8" fmla="*/ 24 w 178"/>
                <a:gd name="T9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256">
                  <a:moveTo>
                    <a:pt x="24" y="0"/>
                  </a:moveTo>
                  <a:cubicBezTo>
                    <a:pt x="16" y="3"/>
                    <a:pt x="8" y="7"/>
                    <a:pt x="0" y="10"/>
                  </a:cubicBezTo>
                  <a:cubicBezTo>
                    <a:pt x="127" y="256"/>
                    <a:pt x="127" y="256"/>
                    <a:pt x="127" y="256"/>
                  </a:cubicBezTo>
                  <a:cubicBezTo>
                    <a:pt x="127" y="256"/>
                    <a:pt x="160" y="255"/>
                    <a:pt x="178" y="220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9" name="îṣ1íďé"/>
            <p:cNvSpPr/>
            <p:nvPr>
              <p:custDataLst>
                <p:tags r:id="rId27"/>
              </p:custDataLst>
            </p:nvPr>
          </p:nvSpPr>
          <p:spPr bwMode="auto">
            <a:xfrm>
              <a:off x="4307" y="9166"/>
              <a:ext cx="140" cy="152"/>
            </a:xfrm>
            <a:custGeom>
              <a:avLst/>
              <a:gdLst>
                <a:gd name="T0" fmla="*/ 20 w 192"/>
                <a:gd name="T1" fmla="*/ 0 h 208"/>
                <a:gd name="T2" fmla="*/ 0 w 192"/>
                <a:gd name="T3" fmla="*/ 16 h 208"/>
                <a:gd name="T4" fmla="*/ 155 w 192"/>
                <a:gd name="T5" fmla="*/ 208 h 208"/>
                <a:gd name="T6" fmla="*/ 192 w 192"/>
                <a:gd name="T7" fmla="*/ 157 h 208"/>
                <a:gd name="T8" fmla="*/ 20 w 192"/>
                <a:gd name="T9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2" h="208">
                  <a:moveTo>
                    <a:pt x="20" y="0"/>
                  </a:moveTo>
                  <a:cubicBezTo>
                    <a:pt x="14" y="6"/>
                    <a:pt x="7" y="11"/>
                    <a:pt x="0" y="16"/>
                  </a:cubicBezTo>
                  <a:cubicBezTo>
                    <a:pt x="155" y="208"/>
                    <a:pt x="155" y="208"/>
                    <a:pt x="155" y="208"/>
                  </a:cubicBezTo>
                  <a:cubicBezTo>
                    <a:pt x="155" y="208"/>
                    <a:pt x="187" y="197"/>
                    <a:pt x="192" y="157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0" name="ïṧḷiḋè"/>
            <p:cNvSpPr/>
            <p:nvPr>
              <p:custDataLst>
                <p:tags r:id="rId28"/>
              </p:custDataLst>
            </p:nvPr>
          </p:nvSpPr>
          <p:spPr bwMode="auto">
            <a:xfrm>
              <a:off x="4041" y="8878"/>
              <a:ext cx="314" cy="352"/>
            </a:xfrm>
            <a:custGeom>
              <a:avLst/>
              <a:gdLst>
                <a:gd name="T0" fmla="*/ 0 w 429"/>
                <a:gd name="T1" fmla="*/ 70 h 482"/>
                <a:gd name="T2" fmla="*/ 111 w 429"/>
                <a:gd name="T3" fmla="*/ 20 h 482"/>
                <a:gd name="T4" fmla="*/ 211 w 429"/>
                <a:gd name="T5" fmla="*/ 255 h 482"/>
                <a:gd name="T6" fmla="*/ 218 w 429"/>
                <a:gd name="T7" fmla="*/ 0 h 482"/>
                <a:gd name="T8" fmla="*/ 352 w 429"/>
                <a:gd name="T9" fmla="*/ 10 h 482"/>
                <a:gd name="T10" fmla="*/ 360 w 429"/>
                <a:gd name="T11" fmla="*/ 276 h 482"/>
                <a:gd name="T12" fmla="*/ 429 w 429"/>
                <a:gd name="T13" fmla="*/ 373 h 482"/>
                <a:gd name="T14" fmla="*/ 50 w 429"/>
                <a:gd name="T15" fmla="*/ 450 h 482"/>
                <a:gd name="T16" fmla="*/ 0 w 429"/>
                <a:gd name="T17" fmla="*/ 7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482">
                  <a:moveTo>
                    <a:pt x="0" y="70"/>
                  </a:moveTo>
                  <a:cubicBezTo>
                    <a:pt x="111" y="20"/>
                    <a:pt x="111" y="20"/>
                    <a:pt x="111" y="20"/>
                  </a:cubicBezTo>
                  <a:cubicBezTo>
                    <a:pt x="211" y="255"/>
                    <a:pt x="211" y="255"/>
                    <a:pt x="211" y="255"/>
                  </a:cubicBezTo>
                  <a:cubicBezTo>
                    <a:pt x="218" y="0"/>
                    <a:pt x="218" y="0"/>
                    <a:pt x="218" y="0"/>
                  </a:cubicBezTo>
                  <a:cubicBezTo>
                    <a:pt x="352" y="10"/>
                    <a:pt x="352" y="10"/>
                    <a:pt x="352" y="10"/>
                  </a:cubicBezTo>
                  <a:cubicBezTo>
                    <a:pt x="352" y="10"/>
                    <a:pt x="333" y="217"/>
                    <a:pt x="360" y="276"/>
                  </a:cubicBezTo>
                  <a:cubicBezTo>
                    <a:pt x="387" y="336"/>
                    <a:pt x="429" y="373"/>
                    <a:pt x="429" y="373"/>
                  </a:cubicBezTo>
                  <a:cubicBezTo>
                    <a:pt x="320" y="461"/>
                    <a:pt x="196" y="482"/>
                    <a:pt x="50" y="450"/>
                  </a:cubicBezTo>
                  <a:cubicBezTo>
                    <a:pt x="50" y="450"/>
                    <a:pt x="124" y="332"/>
                    <a:pt x="0" y="7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1" name="ïṥ1iḍê"/>
            <p:cNvSpPr/>
            <p:nvPr>
              <p:custDataLst>
                <p:tags r:id="rId29"/>
              </p:custDataLst>
            </p:nvPr>
          </p:nvSpPr>
          <p:spPr bwMode="auto">
            <a:xfrm>
              <a:off x="4096" y="8886"/>
              <a:ext cx="100" cy="178"/>
            </a:xfrm>
            <a:custGeom>
              <a:avLst/>
              <a:gdLst>
                <a:gd name="T0" fmla="*/ 36 w 137"/>
                <a:gd name="T1" fmla="*/ 0 h 244"/>
                <a:gd name="T2" fmla="*/ 8 w 137"/>
                <a:gd name="T3" fmla="*/ 18 h 244"/>
                <a:gd name="T4" fmla="*/ 0 w 137"/>
                <a:gd name="T5" fmla="*/ 104 h 244"/>
                <a:gd name="T6" fmla="*/ 53 w 137"/>
                <a:gd name="T7" fmla="*/ 91 h 244"/>
                <a:gd name="T8" fmla="*/ 32 w 137"/>
                <a:gd name="T9" fmla="*/ 155 h 244"/>
                <a:gd name="T10" fmla="*/ 137 w 137"/>
                <a:gd name="T11" fmla="*/ 244 h 244"/>
                <a:gd name="T12" fmla="*/ 36 w 137"/>
                <a:gd name="T1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7" h="244">
                  <a:moveTo>
                    <a:pt x="36" y="0"/>
                  </a:moveTo>
                  <a:cubicBezTo>
                    <a:pt x="8" y="18"/>
                    <a:pt x="8" y="18"/>
                    <a:pt x="8" y="18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53" y="91"/>
                    <a:pt x="53" y="91"/>
                    <a:pt x="53" y="91"/>
                  </a:cubicBezTo>
                  <a:cubicBezTo>
                    <a:pt x="32" y="155"/>
                    <a:pt x="32" y="155"/>
                    <a:pt x="32" y="155"/>
                  </a:cubicBezTo>
                  <a:cubicBezTo>
                    <a:pt x="137" y="244"/>
                    <a:pt x="137" y="244"/>
                    <a:pt x="137" y="244"/>
                  </a:cubicBezTo>
                  <a:cubicBezTo>
                    <a:pt x="137" y="244"/>
                    <a:pt x="64" y="46"/>
                    <a:pt x="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2" name="îşlîḍè"/>
            <p:cNvSpPr/>
            <p:nvPr>
              <p:custDataLst>
                <p:tags r:id="rId30"/>
              </p:custDataLst>
            </p:nvPr>
          </p:nvSpPr>
          <p:spPr bwMode="auto">
            <a:xfrm>
              <a:off x="4192" y="8871"/>
              <a:ext cx="59" cy="193"/>
            </a:xfrm>
            <a:custGeom>
              <a:avLst/>
              <a:gdLst>
                <a:gd name="T0" fmla="*/ 10 w 81"/>
                <a:gd name="T1" fmla="*/ 0 h 264"/>
                <a:gd name="T2" fmla="*/ 42 w 81"/>
                <a:gd name="T3" fmla="*/ 6 h 264"/>
                <a:gd name="T4" fmla="*/ 81 w 81"/>
                <a:gd name="T5" fmla="*/ 83 h 264"/>
                <a:gd name="T6" fmla="*/ 27 w 81"/>
                <a:gd name="T7" fmla="*/ 90 h 264"/>
                <a:gd name="T8" fmla="*/ 70 w 81"/>
                <a:gd name="T9" fmla="*/ 143 h 264"/>
                <a:gd name="T10" fmla="*/ 5 w 81"/>
                <a:gd name="T11" fmla="*/ 264 h 264"/>
                <a:gd name="T12" fmla="*/ 10 w 81"/>
                <a:gd name="T13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264">
                  <a:moveTo>
                    <a:pt x="10" y="0"/>
                  </a:moveTo>
                  <a:cubicBezTo>
                    <a:pt x="42" y="6"/>
                    <a:pt x="42" y="6"/>
                    <a:pt x="42" y="6"/>
                  </a:cubicBezTo>
                  <a:cubicBezTo>
                    <a:pt x="81" y="83"/>
                    <a:pt x="81" y="83"/>
                    <a:pt x="81" y="83"/>
                  </a:cubicBezTo>
                  <a:cubicBezTo>
                    <a:pt x="27" y="90"/>
                    <a:pt x="27" y="90"/>
                    <a:pt x="27" y="90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5" y="264"/>
                    <a:pt x="5" y="264"/>
                    <a:pt x="5" y="264"/>
                  </a:cubicBezTo>
                  <a:cubicBezTo>
                    <a:pt x="5" y="264"/>
                    <a:pt x="0" y="53"/>
                    <a:pt x="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3" name="îṧľíḋe"/>
            <p:cNvSpPr/>
            <p:nvPr>
              <p:custDataLst>
                <p:tags r:id="rId31"/>
              </p:custDataLst>
            </p:nvPr>
          </p:nvSpPr>
          <p:spPr bwMode="auto">
            <a:xfrm>
              <a:off x="4193" y="9084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2"/>
                    <a:pt x="16" y="17"/>
                    <a:pt x="11" y="18"/>
                  </a:cubicBezTo>
                  <a:cubicBezTo>
                    <a:pt x="7" y="19"/>
                    <a:pt x="2" y="16"/>
                    <a:pt x="1" y="11"/>
                  </a:cubicBezTo>
                  <a:cubicBezTo>
                    <a:pt x="0" y="6"/>
                    <a:pt x="4" y="2"/>
                    <a:pt x="8" y="1"/>
                  </a:cubicBezTo>
                  <a:cubicBezTo>
                    <a:pt x="13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4" name="îṥļiḍe"/>
            <p:cNvSpPr/>
            <p:nvPr>
              <p:custDataLst>
                <p:tags r:id="rId32"/>
              </p:custDataLst>
            </p:nvPr>
          </p:nvSpPr>
          <p:spPr bwMode="auto">
            <a:xfrm>
              <a:off x="4199" y="9117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3"/>
                    <a:pt x="16" y="17"/>
                    <a:pt x="11" y="18"/>
                  </a:cubicBezTo>
                  <a:cubicBezTo>
                    <a:pt x="6" y="19"/>
                    <a:pt x="2" y="16"/>
                    <a:pt x="1" y="11"/>
                  </a:cubicBezTo>
                  <a:cubicBezTo>
                    <a:pt x="0" y="7"/>
                    <a:pt x="3" y="2"/>
                    <a:pt x="8" y="1"/>
                  </a:cubicBezTo>
                  <a:cubicBezTo>
                    <a:pt x="13" y="0"/>
                    <a:pt x="17" y="4"/>
                    <a:pt x="18" y="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5" name="i$ḻïḓè"/>
            <p:cNvSpPr/>
            <p:nvPr>
              <p:custDataLst>
                <p:tags r:id="rId33"/>
              </p:custDataLst>
            </p:nvPr>
          </p:nvSpPr>
          <p:spPr bwMode="auto">
            <a:xfrm>
              <a:off x="4206" y="9150"/>
              <a:ext cx="14" cy="14"/>
            </a:xfrm>
            <a:custGeom>
              <a:avLst/>
              <a:gdLst>
                <a:gd name="T0" fmla="*/ 18 w 18"/>
                <a:gd name="T1" fmla="*/ 8 h 19"/>
                <a:gd name="T2" fmla="*/ 11 w 18"/>
                <a:gd name="T3" fmla="*/ 18 h 19"/>
                <a:gd name="T4" fmla="*/ 1 w 18"/>
                <a:gd name="T5" fmla="*/ 11 h 19"/>
                <a:gd name="T6" fmla="*/ 7 w 18"/>
                <a:gd name="T7" fmla="*/ 1 h 19"/>
                <a:gd name="T8" fmla="*/ 18 w 18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9">
                  <a:moveTo>
                    <a:pt x="18" y="8"/>
                  </a:moveTo>
                  <a:cubicBezTo>
                    <a:pt x="18" y="12"/>
                    <a:pt x="15" y="17"/>
                    <a:pt x="11" y="18"/>
                  </a:cubicBezTo>
                  <a:cubicBezTo>
                    <a:pt x="6" y="19"/>
                    <a:pt x="1" y="16"/>
                    <a:pt x="1" y="11"/>
                  </a:cubicBezTo>
                  <a:cubicBezTo>
                    <a:pt x="0" y="6"/>
                    <a:pt x="3" y="2"/>
                    <a:pt x="7" y="1"/>
                  </a:cubicBezTo>
                  <a:cubicBezTo>
                    <a:pt x="12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6" name="íś1iḓe"/>
            <p:cNvSpPr/>
            <p:nvPr>
              <p:custDataLst>
                <p:tags r:id="rId34"/>
              </p:custDataLst>
            </p:nvPr>
          </p:nvSpPr>
          <p:spPr bwMode="auto">
            <a:xfrm>
              <a:off x="3853" y="8400"/>
              <a:ext cx="491" cy="504"/>
            </a:xfrm>
            <a:custGeom>
              <a:avLst/>
              <a:gdLst>
                <a:gd name="T0" fmla="*/ 479 w 670"/>
                <a:gd name="T1" fmla="*/ 77 h 690"/>
                <a:gd name="T2" fmla="*/ 645 w 670"/>
                <a:gd name="T3" fmla="*/ 475 h 690"/>
                <a:gd name="T4" fmla="*/ 541 w 670"/>
                <a:gd name="T5" fmla="*/ 634 h 690"/>
                <a:gd name="T6" fmla="*/ 246 w 670"/>
                <a:gd name="T7" fmla="*/ 623 h 690"/>
                <a:gd name="T8" fmla="*/ 67 w 670"/>
                <a:gd name="T9" fmla="*/ 197 h 690"/>
                <a:gd name="T10" fmla="*/ 479 w 670"/>
                <a:gd name="T11" fmla="*/ 77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0" h="690">
                  <a:moveTo>
                    <a:pt x="479" y="77"/>
                  </a:moveTo>
                  <a:cubicBezTo>
                    <a:pt x="479" y="77"/>
                    <a:pt x="621" y="410"/>
                    <a:pt x="645" y="475"/>
                  </a:cubicBezTo>
                  <a:cubicBezTo>
                    <a:pt x="670" y="541"/>
                    <a:pt x="541" y="634"/>
                    <a:pt x="541" y="634"/>
                  </a:cubicBezTo>
                  <a:cubicBezTo>
                    <a:pt x="541" y="634"/>
                    <a:pt x="375" y="690"/>
                    <a:pt x="246" y="623"/>
                  </a:cubicBezTo>
                  <a:cubicBezTo>
                    <a:pt x="95" y="544"/>
                    <a:pt x="0" y="400"/>
                    <a:pt x="67" y="197"/>
                  </a:cubicBezTo>
                  <a:cubicBezTo>
                    <a:pt x="131" y="0"/>
                    <a:pt x="456" y="16"/>
                    <a:pt x="479" y="77"/>
                  </a:cubicBezTo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7" name="ïṩḷiḋê"/>
            <p:cNvSpPr/>
            <p:nvPr>
              <p:custDataLst>
                <p:tags r:id="rId35"/>
              </p:custDataLst>
            </p:nvPr>
          </p:nvSpPr>
          <p:spPr bwMode="auto">
            <a:xfrm>
              <a:off x="3982" y="8792"/>
              <a:ext cx="22" cy="23"/>
            </a:xfrm>
            <a:custGeom>
              <a:avLst/>
              <a:gdLst>
                <a:gd name="T0" fmla="*/ 28 w 30"/>
                <a:gd name="T1" fmla="*/ 11 h 31"/>
                <a:gd name="T2" fmla="*/ 19 w 30"/>
                <a:gd name="T3" fmla="*/ 28 h 31"/>
                <a:gd name="T4" fmla="*/ 2 w 30"/>
                <a:gd name="T5" fmla="*/ 19 h 31"/>
                <a:gd name="T6" fmla="*/ 11 w 30"/>
                <a:gd name="T7" fmla="*/ 2 h 31"/>
                <a:gd name="T8" fmla="*/ 28 w 30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1">
                  <a:moveTo>
                    <a:pt x="28" y="11"/>
                  </a:moveTo>
                  <a:cubicBezTo>
                    <a:pt x="30" y="18"/>
                    <a:pt x="26" y="26"/>
                    <a:pt x="19" y="28"/>
                  </a:cubicBezTo>
                  <a:cubicBezTo>
                    <a:pt x="12" y="31"/>
                    <a:pt x="4" y="27"/>
                    <a:pt x="2" y="19"/>
                  </a:cubicBezTo>
                  <a:cubicBezTo>
                    <a:pt x="0" y="12"/>
                    <a:pt x="4" y="5"/>
                    <a:pt x="11" y="2"/>
                  </a:cubicBezTo>
                  <a:cubicBezTo>
                    <a:pt x="18" y="0"/>
                    <a:pt x="26" y="4"/>
                    <a:pt x="28" y="11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8" name="iSlîḓe"/>
            <p:cNvSpPr/>
            <p:nvPr>
              <p:custDataLst>
                <p:tags r:id="rId36"/>
              </p:custDataLst>
            </p:nvPr>
          </p:nvSpPr>
          <p:spPr bwMode="auto">
            <a:xfrm>
              <a:off x="4095" y="8764"/>
              <a:ext cx="20" cy="17"/>
            </a:xfrm>
            <a:custGeom>
              <a:avLst/>
              <a:gdLst>
                <a:gd name="T0" fmla="*/ 26 w 27"/>
                <a:gd name="T1" fmla="*/ 0 h 24"/>
                <a:gd name="T2" fmla="*/ 26 w 27"/>
                <a:gd name="T3" fmla="*/ 0 h 24"/>
                <a:gd name="T4" fmla="*/ 13 w 27"/>
                <a:gd name="T5" fmla="*/ 10 h 24"/>
                <a:gd name="T6" fmla="*/ 0 w 27"/>
                <a:gd name="T7" fmla="*/ 24 h 24"/>
                <a:gd name="T8" fmla="*/ 0 w 27"/>
                <a:gd name="T9" fmla="*/ 24 h 24"/>
                <a:gd name="T10" fmla="*/ 11 w 27"/>
                <a:gd name="T11" fmla="*/ 16 h 24"/>
                <a:gd name="T12" fmla="*/ 27 w 27"/>
                <a:gd name="T13" fmla="*/ 1 h 24"/>
                <a:gd name="T14" fmla="*/ 26 w 27"/>
                <a:gd name="T1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24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2"/>
                    <a:pt x="17" y="6"/>
                    <a:pt x="13" y="10"/>
                  </a:cubicBezTo>
                  <a:cubicBezTo>
                    <a:pt x="9" y="14"/>
                    <a:pt x="4" y="19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4" y="22"/>
                    <a:pt x="8" y="19"/>
                    <a:pt x="11" y="16"/>
                  </a:cubicBezTo>
                  <a:cubicBezTo>
                    <a:pt x="16" y="11"/>
                    <a:pt x="22" y="6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9" name="iṣľîḍé"/>
            <p:cNvSpPr/>
            <p:nvPr>
              <p:custDataLst>
                <p:tags r:id="rId37"/>
              </p:custDataLst>
            </p:nvPr>
          </p:nvSpPr>
          <p:spPr bwMode="auto">
            <a:xfrm>
              <a:off x="4107" y="8760"/>
              <a:ext cx="20" cy="20"/>
            </a:xfrm>
            <a:custGeom>
              <a:avLst/>
              <a:gdLst>
                <a:gd name="T0" fmla="*/ 26 w 27"/>
                <a:gd name="T1" fmla="*/ 0 h 28"/>
                <a:gd name="T2" fmla="*/ 26 w 27"/>
                <a:gd name="T3" fmla="*/ 0 h 28"/>
                <a:gd name="T4" fmla="*/ 13 w 27"/>
                <a:gd name="T5" fmla="*/ 13 h 28"/>
                <a:gd name="T6" fmla="*/ 0 w 27"/>
                <a:gd name="T7" fmla="*/ 28 h 28"/>
                <a:gd name="T8" fmla="*/ 0 w 27"/>
                <a:gd name="T9" fmla="*/ 28 h 28"/>
                <a:gd name="T10" fmla="*/ 1 w 27"/>
                <a:gd name="T11" fmla="*/ 28 h 28"/>
                <a:gd name="T12" fmla="*/ 13 w 27"/>
                <a:gd name="T13" fmla="*/ 16 h 28"/>
                <a:gd name="T14" fmla="*/ 27 w 27"/>
                <a:gd name="T15" fmla="*/ 1 h 28"/>
                <a:gd name="T16" fmla="*/ 26 w 27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28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3"/>
                    <a:pt x="17" y="9"/>
                    <a:pt x="13" y="13"/>
                  </a:cubicBezTo>
                  <a:cubicBezTo>
                    <a:pt x="9" y="18"/>
                    <a:pt x="4" y="22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5" y="25"/>
                    <a:pt x="9" y="20"/>
                    <a:pt x="13" y="16"/>
                  </a:cubicBezTo>
                  <a:cubicBezTo>
                    <a:pt x="18" y="11"/>
                    <a:pt x="24" y="7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0" name="îṧ1ïdè"/>
            <p:cNvSpPr/>
            <p:nvPr>
              <p:custDataLst>
                <p:tags r:id="rId38"/>
              </p:custDataLst>
            </p:nvPr>
          </p:nvSpPr>
          <p:spPr bwMode="auto">
            <a:xfrm>
              <a:off x="4123" y="8750"/>
              <a:ext cx="22" cy="25"/>
            </a:xfrm>
            <a:custGeom>
              <a:avLst/>
              <a:gdLst>
                <a:gd name="T0" fmla="*/ 29 w 30"/>
                <a:gd name="T1" fmla="*/ 0 h 34"/>
                <a:gd name="T2" fmla="*/ 28 w 30"/>
                <a:gd name="T3" fmla="*/ 0 h 34"/>
                <a:gd name="T4" fmla="*/ 13 w 30"/>
                <a:gd name="T5" fmla="*/ 15 h 34"/>
                <a:gd name="T6" fmla="*/ 0 w 30"/>
                <a:gd name="T7" fmla="*/ 33 h 34"/>
                <a:gd name="T8" fmla="*/ 0 w 30"/>
                <a:gd name="T9" fmla="*/ 34 h 34"/>
                <a:gd name="T10" fmla="*/ 2 w 30"/>
                <a:gd name="T11" fmla="*/ 33 h 34"/>
                <a:gd name="T12" fmla="*/ 16 w 30"/>
                <a:gd name="T13" fmla="*/ 15 h 34"/>
                <a:gd name="T14" fmla="*/ 29 w 30"/>
                <a:gd name="T15" fmla="*/ 1 h 34"/>
                <a:gd name="T16" fmla="*/ 29 w 30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4">
                  <a:moveTo>
                    <a:pt x="29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2" y="4"/>
                    <a:pt x="17" y="10"/>
                    <a:pt x="13" y="15"/>
                  </a:cubicBezTo>
                  <a:cubicBezTo>
                    <a:pt x="8" y="21"/>
                    <a:pt x="3" y="27"/>
                    <a:pt x="0" y="33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" y="34"/>
                    <a:pt x="1" y="34"/>
                    <a:pt x="2" y="33"/>
                  </a:cubicBezTo>
                  <a:cubicBezTo>
                    <a:pt x="6" y="27"/>
                    <a:pt x="11" y="21"/>
                    <a:pt x="16" y="15"/>
                  </a:cubicBezTo>
                  <a:cubicBezTo>
                    <a:pt x="21" y="10"/>
                    <a:pt x="26" y="6"/>
                    <a:pt x="29" y="1"/>
                  </a:cubicBezTo>
                  <a:cubicBezTo>
                    <a:pt x="30" y="0"/>
                    <a:pt x="29" y="0"/>
                    <a:pt x="29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1" name="iṧlïḋe"/>
            <p:cNvSpPr/>
            <p:nvPr>
              <p:custDataLst>
                <p:tags r:id="rId39"/>
              </p:custDataLst>
            </p:nvPr>
          </p:nvSpPr>
          <p:spPr bwMode="auto">
            <a:xfrm>
              <a:off x="4237" y="8711"/>
              <a:ext cx="25" cy="25"/>
            </a:xfrm>
            <a:custGeom>
              <a:avLst/>
              <a:gdLst>
                <a:gd name="T0" fmla="*/ 33 w 34"/>
                <a:gd name="T1" fmla="*/ 0 h 34"/>
                <a:gd name="T2" fmla="*/ 33 w 34"/>
                <a:gd name="T3" fmla="*/ 0 h 34"/>
                <a:gd name="T4" fmla="*/ 20 w 34"/>
                <a:gd name="T5" fmla="*/ 14 h 34"/>
                <a:gd name="T6" fmla="*/ 1 w 34"/>
                <a:gd name="T7" fmla="*/ 32 h 34"/>
                <a:gd name="T8" fmla="*/ 1 w 34"/>
                <a:gd name="T9" fmla="*/ 34 h 34"/>
                <a:gd name="T10" fmla="*/ 1 w 34"/>
                <a:gd name="T11" fmla="*/ 34 h 34"/>
                <a:gd name="T12" fmla="*/ 18 w 34"/>
                <a:gd name="T13" fmla="*/ 19 h 34"/>
                <a:gd name="T14" fmla="*/ 34 w 34"/>
                <a:gd name="T15" fmla="*/ 0 h 34"/>
                <a:gd name="T16" fmla="*/ 33 w 34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4">
                  <a:moveTo>
                    <a:pt x="33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28" y="4"/>
                    <a:pt x="24" y="9"/>
                    <a:pt x="20" y="14"/>
                  </a:cubicBezTo>
                  <a:cubicBezTo>
                    <a:pt x="14" y="21"/>
                    <a:pt x="8" y="27"/>
                    <a:pt x="1" y="32"/>
                  </a:cubicBezTo>
                  <a:cubicBezTo>
                    <a:pt x="0" y="33"/>
                    <a:pt x="0" y="34"/>
                    <a:pt x="1" y="34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8" y="30"/>
                    <a:pt x="13" y="25"/>
                    <a:pt x="18" y="19"/>
                  </a:cubicBezTo>
                  <a:cubicBezTo>
                    <a:pt x="23" y="13"/>
                    <a:pt x="29" y="7"/>
                    <a:pt x="34" y="0"/>
                  </a:cubicBezTo>
                  <a:cubicBezTo>
                    <a:pt x="34" y="0"/>
                    <a:pt x="34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2" name="íṣ1íḍê"/>
            <p:cNvSpPr/>
            <p:nvPr>
              <p:custDataLst>
                <p:tags r:id="rId40"/>
              </p:custDataLst>
            </p:nvPr>
          </p:nvSpPr>
          <p:spPr bwMode="auto">
            <a:xfrm>
              <a:off x="4251" y="8706"/>
              <a:ext cx="25" cy="27"/>
            </a:xfrm>
            <a:custGeom>
              <a:avLst/>
              <a:gdLst>
                <a:gd name="T0" fmla="*/ 33 w 34"/>
                <a:gd name="T1" fmla="*/ 0 h 37"/>
                <a:gd name="T2" fmla="*/ 32 w 34"/>
                <a:gd name="T3" fmla="*/ 0 h 37"/>
                <a:gd name="T4" fmla="*/ 14 w 34"/>
                <a:gd name="T5" fmla="*/ 18 h 37"/>
                <a:gd name="T6" fmla="*/ 0 w 34"/>
                <a:gd name="T7" fmla="*/ 37 h 37"/>
                <a:gd name="T8" fmla="*/ 1 w 34"/>
                <a:gd name="T9" fmla="*/ 37 h 37"/>
                <a:gd name="T10" fmla="*/ 1 w 34"/>
                <a:gd name="T11" fmla="*/ 37 h 37"/>
                <a:gd name="T12" fmla="*/ 18 w 34"/>
                <a:gd name="T13" fmla="*/ 17 h 37"/>
                <a:gd name="T14" fmla="*/ 33 w 34"/>
                <a:gd name="T15" fmla="*/ 1 h 37"/>
                <a:gd name="T16" fmla="*/ 33 w 34"/>
                <a:gd name="T1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7">
                  <a:moveTo>
                    <a:pt x="33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25" y="5"/>
                    <a:pt x="19" y="12"/>
                    <a:pt x="14" y="18"/>
                  </a:cubicBezTo>
                  <a:cubicBezTo>
                    <a:pt x="9" y="24"/>
                    <a:pt x="4" y="30"/>
                    <a:pt x="0" y="37"/>
                  </a:cubicBezTo>
                  <a:cubicBezTo>
                    <a:pt x="0" y="37"/>
                    <a:pt x="0" y="37"/>
                    <a:pt x="1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7" y="31"/>
                    <a:pt x="12" y="24"/>
                    <a:pt x="18" y="17"/>
                  </a:cubicBezTo>
                  <a:cubicBezTo>
                    <a:pt x="23" y="12"/>
                    <a:pt x="29" y="7"/>
                    <a:pt x="33" y="1"/>
                  </a:cubicBezTo>
                  <a:cubicBezTo>
                    <a:pt x="34" y="0"/>
                    <a:pt x="33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3" name="îṡľîďè"/>
            <p:cNvSpPr/>
            <p:nvPr>
              <p:custDataLst>
                <p:tags r:id="rId41"/>
              </p:custDataLst>
            </p:nvPr>
          </p:nvSpPr>
          <p:spPr bwMode="auto">
            <a:xfrm>
              <a:off x="4265" y="8708"/>
              <a:ext cx="21" cy="20"/>
            </a:xfrm>
            <a:custGeom>
              <a:avLst/>
              <a:gdLst>
                <a:gd name="T0" fmla="*/ 27 w 29"/>
                <a:gd name="T1" fmla="*/ 0 h 28"/>
                <a:gd name="T2" fmla="*/ 26 w 29"/>
                <a:gd name="T3" fmla="*/ 0 h 28"/>
                <a:gd name="T4" fmla="*/ 0 w 29"/>
                <a:gd name="T5" fmla="*/ 27 h 28"/>
                <a:gd name="T6" fmla="*/ 1 w 29"/>
                <a:gd name="T7" fmla="*/ 28 h 28"/>
                <a:gd name="T8" fmla="*/ 1 w 29"/>
                <a:gd name="T9" fmla="*/ 28 h 28"/>
                <a:gd name="T10" fmla="*/ 28 w 29"/>
                <a:gd name="T11" fmla="*/ 1 h 28"/>
                <a:gd name="T12" fmla="*/ 27 w 29"/>
                <a:gd name="T13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28">
                  <a:moveTo>
                    <a:pt x="27" y="0"/>
                  </a:moveTo>
                  <a:cubicBezTo>
                    <a:pt x="27" y="0"/>
                    <a:pt x="27" y="0"/>
                    <a:pt x="26" y="0"/>
                  </a:cubicBezTo>
                  <a:cubicBezTo>
                    <a:pt x="16" y="7"/>
                    <a:pt x="9" y="18"/>
                    <a:pt x="0" y="27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1" y="20"/>
                    <a:pt x="20" y="11"/>
                    <a:pt x="28" y="1"/>
                  </a:cubicBezTo>
                  <a:cubicBezTo>
                    <a:pt x="29" y="0"/>
                    <a:pt x="28" y="0"/>
                    <a:pt x="27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4" name="ïśľîḓe"/>
            <p:cNvSpPr/>
            <p:nvPr>
              <p:custDataLst>
                <p:tags r:id="rId42"/>
              </p:custDataLst>
            </p:nvPr>
          </p:nvSpPr>
          <p:spPr bwMode="auto">
            <a:xfrm>
              <a:off x="4211" y="8636"/>
              <a:ext cx="68" cy="75"/>
            </a:xfrm>
            <a:custGeom>
              <a:avLst/>
              <a:gdLst>
                <a:gd name="T0" fmla="*/ 9 w 92"/>
                <a:gd name="T1" fmla="*/ 66 h 103"/>
                <a:gd name="T2" fmla="*/ 62 w 92"/>
                <a:gd name="T3" fmla="*/ 95 h 103"/>
                <a:gd name="T4" fmla="*/ 82 w 92"/>
                <a:gd name="T5" fmla="*/ 37 h 103"/>
                <a:gd name="T6" fmla="*/ 29 w 92"/>
                <a:gd name="T7" fmla="*/ 8 h 103"/>
                <a:gd name="T8" fmla="*/ 9 w 92"/>
                <a:gd name="T9" fmla="*/ 66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103">
                  <a:moveTo>
                    <a:pt x="9" y="66"/>
                  </a:moveTo>
                  <a:cubicBezTo>
                    <a:pt x="18" y="90"/>
                    <a:pt x="42" y="103"/>
                    <a:pt x="62" y="95"/>
                  </a:cubicBezTo>
                  <a:cubicBezTo>
                    <a:pt x="83" y="87"/>
                    <a:pt x="92" y="61"/>
                    <a:pt x="82" y="37"/>
                  </a:cubicBezTo>
                  <a:cubicBezTo>
                    <a:pt x="73" y="13"/>
                    <a:pt x="49" y="0"/>
                    <a:pt x="29" y="8"/>
                  </a:cubicBezTo>
                  <a:cubicBezTo>
                    <a:pt x="9" y="16"/>
                    <a:pt x="0" y="42"/>
                    <a:pt x="9" y="66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5" name="ïšḻíḋê"/>
            <p:cNvSpPr/>
            <p:nvPr>
              <p:custDataLst>
                <p:tags r:id="rId43"/>
              </p:custDataLst>
            </p:nvPr>
          </p:nvSpPr>
          <p:spPr bwMode="auto">
            <a:xfrm>
              <a:off x="4236" y="8641"/>
              <a:ext cx="28" cy="31"/>
            </a:xfrm>
            <a:custGeom>
              <a:avLst/>
              <a:gdLst>
                <a:gd name="T0" fmla="*/ 4 w 39"/>
                <a:gd name="T1" fmla="*/ 27 h 43"/>
                <a:gd name="T2" fmla="*/ 26 w 39"/>
                <a:gd name="T3" fmla="*/ 40 h 43"/>
                <a:gd name="T4" fmla="*/ 35 w 39"/>
                <a:gd name="T5" fmla="*/ 15 h 43"/>
                <a:gd name="T6" fmla="*/ 12 w 39"/>
                <a:gd name="T7" fmla="*/ 3 h 43"/>
                <a:gd name="T8" fmla="*/ 4 w 39"/>
                <a:gd name="T9" fmla="*/ 2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3">
                  <a:moveTo>
                    <a:pt x="4" y="27"/>
                  </a:moveTo>
                  <a:cubicBezTo>
                    <a:pt x="8" y="37"/>
                    <a:pt x="18" y="43"/>
                    <a:pt x="26" y="40"/>
                  </a:cubicBezTo>
                  <a:cubicBezTo>
                    <a:pt x="35" y="36"/>
                    <a:pt x="39" y="25"/>
                    <a:pt x="35" y="15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4" y="6"/>
                    <a:pt x="0" y="17"/>
                    <a:pt x="4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6" name="işľídè"/>
            <p:cNvSpPr/>
            <p:nvPr>
              <p:custDataLst>
                <p:tags r:id="rId44"/>
              </p:custDataLst>
            </p:nvPr>
          </p:nvSpPr>
          <p:spPr bwMode="auto">
            <a:xfrm>
              <a:off x="4066" y="8677"/>
              <a:ext cx="69" cy="78"/>
            </a:xfrm>
            <a:custGeom>
              <a:avLst/>
              <a:gdLst>
                <a:gd name="T0" fmla="*/ 9 w 95"/>
                <a:gd name="T1" fmla="*/ 68 h 106"/>
                <a:gd name="T2" fmla="*/ 65 w 95"/>
                <a:gd name="T3" fmla="*/ 98 h 106"/>
                <a:gd name="T4" fmla="*/ 85 w 95"/>
                <a:gd name="T5" fmla="*/ 38 h 106"/>
                <a:gd name="T6" fmla="*/ 30 w 95"/>
                <a:gd name="T7" fmla="*/ 8 h 106"/>
                <a:gd name="T8" fmla="*/ 9 w 95"/>
                <a:gd name="T9" fmla="*/ 6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" h="106">
                  <a:moveTo>
                    <a:pt x="9" y="68"/>
                  </a:moveTo>
                  <a:cubicBezTo>
                    <a:pt x="19" y="93"/>
                    <a:pt x="44" y="106"/>
                    <a:pt x="65" y="98"/>
                  </a:cubicBezTo>
                  <a:cubicBezTo>
                    <a:pt x="86" y="90"/>
                    <a:pt x="95" y="63"/>
                    <a:pt x="85" y="38"/>
                  </a:cubicBezTo>
                  <a:cubicBezTo>
                    <a:pt x="76" y="14"/>
                    <a:pt x="51" y="0"/>
                    <a:pt x="30" y="8"/>
                  </a:cubicBezTo>
                  <a:cubicBezTo>
                    <a:pt x="9" y="16"/>
                    <a:pt x="0" y="43"/>
                    <a:pt x="9" y="68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7" name="îsḷiḍe"/>
            <p:cNvSpPr/>
            <p:nvPr>
              <p:custDataLst>
                <p:tags r:id="rId45"/>
              </p:custDataLst>
            </p:nvPr>
          </p:nvSpPr>
          <p:spPr bwMode="auto">
            <a:xfrm>
              <a:off x="4092" y="8684"/>
              <a:ext cx="28" cy="31"/>
            </a:xfrm>
            <a:custGeom>
              <a:avLst/>
              <a:gdLst>
                <a:gd name="T0" fmla="*/ 4 w 38"/>
                <a:gd name="T1" fmla="*/ 28 h 43"/>
                <a:gd name="T2" fmla="*/ 26 w 38"/>
                <a:gd name="T3" fmla="*/ 40 h 43"/>
                <a:gd name="T4" fmla="*/ 35 w 38"/>
                <a:gd name="T5" fmla="*/ 16 h 43"/>
                <a:gd name="T6" fmla="*/ 12 w 38"/>
                <a:gd name="T7" fmla="*/ 3 h 43"/>
                <a:gd name="T8" fmla="*/ 4 w 38"/>
                <a:gd name="T9" fmla="*/ 28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43">
                  <a:moveTo>
                    <a:pt x="4" y="28"/>
                  </a:moveTo>
                  <a:cubicBezTo>
                    <a:pt x="8" y="38"/>
                    <a:pt x="18" y="43"/>
                    <a:pt x="26" y="40"/>
                  </a:cubicBezTo>
                  <a:cubicBezTo>
                    <a:pt x="35" y="36"/>
                    <a:pt x="38" y="26"/>
                    <a:pt x="35" y="16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3" y="7"/>
                    <a:pt x="0" y="18"/>
                    <a:pt x="4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8" name="iṧlîde"/>
            <p:cNvSpPr/>
            <p:nvPr>
              <p:custDataLst>
                <p:tags r:id="rId46"/>
              </p:custDataLst>
            </p:nvPr>
          </p:nvSpPr>
          <p:spPr bwMode="auto">
            <a:xfrm>
              <a:off x="4051" y="8628"/>
              <a:ext cx="64" cy="46"/>
            </a:xfrm>
            <a:custGeom>
              <a:avLst/>
              <a:gdLst>
                <a:gd name="T0" fmla="*/ 81 w 87"/>
                <a:gd name="T1" fmla="*/ 0 h 63"/>
                <a:gd name="T2" fmla="*/ 73 w 87"/>
                <a:gd name="T3" fmla="*/ 4 h 63"/>
                <a:gd name="T4" fmla="*/ 73 w 87"/>
                <a:gd name="T5" fmla="*/ 6 h 63"/>
                <a:gd name="T6" fmla="*/ 49 w 87"/>
                <a:gd name="T7" fmla="*/ 53 h 63"/>
                <a:gd name="T8" fmla="*/ 39 w 87"/>
                <a:gd name="T9" fmla="*/ 55 h 63"/>
                <a:gd name="T10" fmla="*/ 9 w 87"/>
                <a:gd name="T11" fmla="*/ 39 h 63"/>
                <a:gd name="T12" fmla="*/ 8 w 87"/>
                <a:gd name="T13" fmla="*/ 38 h 63"/>
                <a:gd name="T14" fmla="*/ 6 w 87"/>
                <a:gd name="T15" fmla="*/ 39 h 63"/>
                <a:gd name="T16" fmla="*/ 4 w 87"/>
                <a:gd name="T17" fmla="*/ 39 h 63"/>
                <a:gd name="T18" fmla="*/ 0 w 87"/>
                <a:gd name="T19" fmla="*/ 41 h 63"/>
                <a:gd name="T20" fmla="*/ 1 w 87"/>
                <a:gd name="T21" fmla="*/ 43 h 63"/>
                <a:gd name="T22" fmla="*/ 39 w 87"/>
                <a:gd name="T23" fmla="*/ 63 h 63"/>
                <a:gd name="T24" fmla="*/ 51 w 87"/>
                <a:gd name="T25" fmla="*/ 61 h 63"/>
                <a:gd name="T26" fmla="*/ 81 w 87"/>
                <a:gd name="T27" fmla="*/ 3 h 63"/>
                <a:gd name="T28" fmla="*/ 81 w 87"/>
                <a:gd name="T29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7" h="63">
                  <a:moveTo>
                    <a:pt x="81" y="0"/>
                  </a:moveTo>
                  <a:cubicBezTo>
                    <a:pt x="73" y="4"/>
                    <a:pt x="73" y="4"/>
                    <a:pt x="73" y="4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8" y="27"/>
                    <a:pt x="67" y="48"/>
                    <a:pt x="49" y="53"/>
                  </a:cubicBezTo>
                  <a:cubicBezTo>
                    <a:pt x="46" y="54"/>
                    <a:pt x="42" y="55"/>
                    <a:pt x="39" y="55"/>
                  </a:cubicBezTo>
                  <a:cubicBezTo>
                    <a:pt x="28" y="55"/>
                    <a:pt x="17" y="49"/>
                    <a:pt x="9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5" y="39"/>
                    <a:pt x="5" y="39"/>
                    <a:pt x="4" y="39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1" y="56"/>
                    <a:pt x="25" y="63"/>
                    <a:pt x="39" y="63"/>
                  </a:cubicBezTo>
                  <a:cubicBezTo>
                    <a:pt x="43" y="63"/>
                    <a:pt x="47" y="62"/>
                    <a:pt x="51" y="61"/>
                  </a:cubicBezTo>
                  <a:cubicBezTo>
                    <a:pt x="74" y="54"/>
                    <a:pt x="87" y="29"/>
                    <a:pt x="81" y="3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9" name="ísḷîdé"/>
            <p:cNvSpPr/>
            <p:nvPr>
              <p:custDataLst>
                <p:tags r:id="rId47"/>
              </p:custDataLst>
            </p:nvPr>
          </p:nvSpPr>
          <p:spPr bwMode="auto">
            <a:xfrm>
              <a:off x="4176" y="8579"/>
              <a:ext cx="55" cy="44"/>
            </a:xfrm>
            <a:custGeom>
              <a:avLst/>
              <a:gdLst>
                <a:gd name="T0" fmla="*/ 74 w 75"/>
                <a:gd name="T1" fmla="*/ 21 h 60"/>
                <a:gd name="T2" fmla="*/ 38 w 75"/>
                <a:gd name="T3" fmla="*/ 0 h 60"/>
                <a:gd name="T4" fmla="*/ 29 w 75"/>
                <a:gd name="T5" fmla="*/ 1 h 60"/>
                <a:gd name="T6" fmla="*/ 6 w 75"/>
                <a:gd name="T7" fmla="*/ 58 h 60"/>
                <a:gd name="T8" fmla="*/ 7 w 75"/>
                <a:gd name="T9" fmla="*/ 60 h 60"/>
                <a:gd name="T10" fmla="*/ 14 w 75"/>
                <a:gd name="T11" fmla="*/ 56 h 60"/>
                <a:gd name="T12" fmla="*/ 13 w 75"/>
                <a:gd name="T13" fmla="*/ 55 h 60"/>
                <a:gd name="T14" fmla="*/ 32 w 75"/>
                <a:gd name="T15" fmla="*/ 9 h 60"/>
                <a:gd name="T16" fmla="*/ 67 w 75"/>
                <a:gd name="T17" fmla="*/ 25 h 60"/>
                <a:gd name="T18" fmla="*/ 68 w 75"/>
                <a:gd name="T19" fmla="*/ 26 h 60"/>
                <a:gd name="T20" fmla="*/ 69 w 75"/>
                <a:gd name="T21" fmla="*/ 26 h 60"/>
                <a:gd name="T22" fmla="*/ 71 w 75"/>
                <a:gd name="T23" fmla="*/ 25 h 60"/>
                <a:gd name="T24" fmla="*/ 75 w 75"/>
                <a:gd name="T25" fmla="*/ 23 h 60"/>
                <a:gd name="T26" fmla="*/ 74 w 75"/>
                <a:gd name="T27" fmla="*/ 2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5" h="60">
                  <a:moveTo>
                    <a:pt x="74" y="21"/>
                  </a:moveTo>
                  <a:cubicBezTo>
                    <a:pt x="64" y="8"/>
                    <a:pt x="51" y="0"/>
                    <a:pt x="38" y="0"/>
                  </a:cubicBezTo>
                  <a:cubicBezTo>
                    <a:pt x="35" y="0"/>
                    <a:pt x="32" y="0"/>
                    <a:pt x="29" y="1"/>
                  </a:cubicBezTo>
                  <a:cubicBezTo>
                    <a:pt x="10" y="7"/>
                    <a:pt x="0" y="32"/>
                    <a:pt x="6" y="58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14" y="56"/>
                    <a:pt x="14" y="56"/>
                    <a:pt x="14" y="56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9" y="34"/>
                    <a:pt x="17" y="14"/>
                    <a:pt x="32" y="9"/>
                  </a:cubicBezTo>
                  <a:cubicBezTo>
                    <a:pt x="44" y="5"/>
                    <a:pt x="57" y="12"/>
                    <a:pt x="67" y="25"/>
                  </a:cubicBezTo>
                  <a:cubicBezTo>
                    <a:pt x="68" y="26"/>
                    <a:pt x="68" y="26"/>
                    <a:pt x="68" y="26"/>
                  </a:cubicBezTo>
                  <a:cubicBezTo>
                    <a:pt x="69" y="26"/>
                    <a:pt x="69" y="26"/>
                    <a:pt x="69" y="26"/>
                  </a:cubicBezTo>
                  <a:cubicBezTo>
                    <a:pt x="70" y="25"/>
                    <a:pt x="71" y="25"/>
                    <a:pt x="71" y="25"/>
                  </a:cubicBezTo>
                  <a:cubicBezTo>
                    <a:pt x="75" y="23"/>
                    <a:pt x="75" y="23"/>
                    <a:pt x="75" y="23"/>
                  </a:cubicBezTo>
                  <a:lnTo>
                    <a:pt x="74" y="21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0" name="ïṡ1idè"/>
            <p:cNvSpPr/>
            <p:nvPr>
              <p:custDataLst>
                <p:tags r:id="rId48"/>
              </p:custDataLst>
            </p:nvPr>
          </p:nvSpPr>
          <p:spPr bwMode="auto">
            <a:xfrm>
              <a:off x="4154" y="8767"/>
              <a:ext cx="113" cy="45"/>
            </a:xfrm>
            <a:custGeom>
              <a:avLst/>
              <a:gdLst>
                <a:gd name="T0" fmla="*/ 152 w 154"/>
                <a:gd name="T1" fmla="*/ 1 h 62"/>
                <a:gd name="T2" fmla="*/ 109 w 154"/>
                <a:gd name="T3" fmla="*/ 39 h 62"/>
                <a:gd name="T4" fmla="*/ 66 w 154"/>
                <a:gd name="T5" fmla="*/ 36 h 62"/>
                <a:gd name="T6" fmla="*/ 1 w 154"/>
                <a:gd name="T7" fmla="*/ 60 h 62"/>
                <a:gd name="T8" fmla="*/ 4 w 154"/>
                <a:gd name="T9" fmla="*/ 61 h 62"/>
                <a:gd name="T10" fmla="*/ 60 w 154"/>
                <a:gd name="T11" fmla="*/ 40 h 62"/>
                <a:gd name="T12" fmla="*/ 107 w 154"/>
                <a:gd name="T13" fmla="*/ 43 h 62"/>
                <a:gd name="T14" fmla="*/ 154 w 154"/>
                <a:gd name="T15" fmla="*/ 1 h 62"/>
                <a:gd name="T16" fmla="*/ 152 w 154"/>
                <a:gd name="T17" fmla="*/ 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" h="62">
                  <a:moveTo>
                    <a:pt x="152" y="1"/>
                  </a:moveTo>
                  <a:cubicBezTo>
                    <a:pt x="143" y="22"/>
                    <a:pt x="134" y="37"/>
                    <a:pt x="109" y="39"/>
                  </a:cubicBezTo>
                  <a:cubicBezTo>
                    <a:pt x="95" y="40"/>
                    <a:pt x="80" y="37"/>
                    <a:pt x="66" y="36"/>
                  </a:cubicBezTo>
                  <a:cubicBezTo>
                    <a:pt x="43" y="34"/>
                    <a:pt x="13" y="38"/>
                    <a:pt x="1" y="60"/>
                  </a:cubicBezTo>
                  <a:cubicBezTo>
                    <a:pt x="0" y="62"/>
                    <a:pt x="3" y="61"/>
                    <a:pt x="4" y="61"/>
                  </a:cubicBezTo>
                  <a:cubicBezTo>
                    <a:pt x="22" y="46"/>
                    <a:pt x="37" y="39"/>
                    <a:pt x="60" y="40"/>
                  </a:cubicBezTo>
                  <a:cubicBezTo>
                    <a:pt x="76" y="41"/>
                    <a:pt x="92" y="43"/>
                    <a:pt x="107" y="43"/>
                  </a:cubicBezTo>
                  <a:cubicBezTo>
                    <a:pt x="133" y="42"/>
                    <a:pt x="150" y="26"/>
                    <a:pt x="154" y="1"/>
                  </a:cubicBezTo>
                  <a:cubicBezTo>
                    <a:pt x="154" y="0"/>
                    <a:pt x="152" y="0"/>
                    <a:pt x="152" y="1"/>
                  </a:cubicBez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1" name="işliḋè"/>
            <p:cNvSpPr/>
            <p:nvPr>
              <p:custDataLst>
                <p:tags r:id="rId49"/>
              </p:custDataLst>
            </p:nvPr>
          </p:nvSpPr>
          <p:spPr bwMode="auto">
            <a:xfrm>
              <a:off x="3758" y="8315"/>
              <a:ext cx="534" cy="779"/>
            </a:xfrm>
            <a:custGeom>
              <a:avLst/>
              <a:gdLst>
                <a:gd name="T0" fmla="*/ 307 w 729"/>
                <a:gd name="T1" fmla="*/ 559 h 1066"/>
                <a:gd name="T2" fmla="*/ 384 w 729"/>
                <a:gd name="T3" fmla="*/ 318 h 1066"/>
                <a:gd name="T4" fmla="*/ 729 w 729"/>
                <a:gd name="T5" fmla="*/ 295 h 1066"/>
                <a:gd name="T6" fmla="*/ 286 w 729"/>
                <a:gd name="T7" fmla="*/ 86 h 1066"/>
                <a:gd name="T8" fmla="*/ 162 w 729"/>
                <a:gd name="T9" fmla="*/ 239 h 1066"/>
                <a:gd name="T10" fmla="*/ 83 w 729"/>
                <a:gd name="T11" fmla="*/ 608 h 1066"/>
                <a:gd name="T12" fmla="*/ 236 w 729"/>
                <a:gd name="T13" fmla="*/ 895 h 1066"/>
                <a:gd name="T14" fmla="*/ 113 w 729"/>
                <a:gd name="T15" fmla="*/ 962 h 1066"/>
                <a:gd name="T16" fmla="*/ 371 w 729"/>
                <a:gd name="T17" fmla="*/ 781 h 1066"/>
                <a:gd name="T18" fmla="*/ 321 w 729"/>
                <a:gd name="T19" fmla="*/ 680 h 1066"/>
                <a:gd name="T20" fmla="*/ 259 w 729"/>
                <a:gd name="T21" fmla="*/ 595 h 1066"/>
                <a:gd name="T22" fmla="*/ 307 w 729"/>
                <a:gd name="T23" fmla="*/ 559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29" h="1066">
                  <a:moveTo>
                    <a:pt x="307" y="559"/>
                  </a:moveTo>
                  <a:cubicBezTo>
                    <a:pt x="348" y="528"/>
                    <a:pt x="376" y="371"/>
                    <a:pt x="384" y="318"/>
                  </a:cubicBezTo>
                  <a:cubicBezTo>
                    <a:pt x="455" y="344"/>
                    <a:pt x="588" y="373"/>
                    <a:pt x="729" y="295"/>
                  </a:cubicBezTo>
                  <a:cubicBezTo>
                    <a:pt x="729" y="295"/>
                    <a:pt x="674" y="0"/>
                    <a:pt x="286" y="86"/>
                  </a:cubicBezTo>
                  <a:cubicBezTo>
                    <a:pt x="150" y="116"/>
                    <a:pt x="142" y="212"/>
                    <a:pt x="162" y="239"/>
                  </a:cubicBezTo>
                  <a:cubicBezTo>
                    <a:pt x="9" y="291"/>
                    <a:pt x="0" y="464"/>
                    <a:pt x="83" y="608"/>
                  </a:cubicBezTo>
                  <a:cubicBezTo>
                    <a:pt x="209" y="824"/>
                    <a:pt x="227" y="815"/>
                    <a:pt x="236" y="895"/>
                  </a:cubicBezTo>
                  <a:cubicBezTo>
                    <a:pt x="246" y="975"/>
                    <a:pt x="113" y="962"/>
                    <a:pt x="113" y="962"/>
                  </a:cubicBezTo>
                  <a:cubicBezTo>
                    <a:pt x="304" y="1066"/>
                    <a:pt x="381" y="833"/>
                    <a:pt x="371" y="781"/>
                  </a:cubicBezTo>
                  <a:cubicBezTo>
                    <a:pt x="361" y="729"/>
                    <a:pt x="321" y="680"/>
                    <a:pt x="321" y="680"/>
                  </a:cubicBezTo>
                  <a:cubicBezTo>
                    <a:pt x="267" y="681"/>
                    <a:pt x="255" y="635"/>
                    <a:pt x="259" y="595"/>
                  </a:cubicBezTo>
                  <a:cubicBezTo>
                    <a:pt x="262" y="556"/>
                    <a:pt x="307" y="559"/>
                    <a:pt x="307" y="559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2" name="íslïďê"/>
            <p:cNvSpPr/>
            <p:nvPr>
              <p:custDataLst>
                <p:tags r:id="rId50"/>
              </p:custDataLst>
            </p:nvPr>
          </p:nvSpPr>
          <p:spPr bwMode="auto">
            <a:xfrm>
              <a:off x="3909" y="8620"/>
              <a:ext cx="129" cy="137"/>
            </a:xfrm>
            <a:custGeom>
              <a:avLst/>
              <a:gdLst>
                <a:gd name="T0" fmla="*/ 15 w 176"/>
                <a:gd name="T1" fmla="*/ 167 h 187"/>
                <a:gd name="T2" fmla="*/ 8 w 176"/>
                <a:gd name="T3" fmla="*/ 142 h 187"/>
                <a:gd name="T4" fmla="*/ 0 w 176"/>
                <a:gd name="T5" fmla="*/ 112 h 187"/>
                <a:gd name="T6" fmla="*/ 0 w 176"/>
                <a:gd name="T7" fmla="*/ 110 h 187"/>
                <a:gd name="T8" fmla="*/ 12 w 176"/>
                <a:gd name="T9" fmla="*/ 87 h 187"/>
                <a:gd name="T10" fmla="*/ 28 w 176"/>
                <a:gd name="T11" fmla="*/ 71 h 187"/>
                <a:gd name="T12" fmla="*/ 59 w 176"/>
                <a:gd name="T13" fmla="*/ 60 h 187"/>
                <a:gd name="T14" fmla="*/ 80 w 176"/>
                <a:gd name="T15" fmla="*/ 21 h 187"/>
                <a:gd name="T16" fmla="*/ 106 w 176"/>
                <a:gd name="T17" fmla="*/ 44 h 187"/>
                <a:gd name="T18" fmla="*/ 109 w 176"/>
                <a:gd name="T19" fmla="*/ 94 h 187"/>
                <a:gd name="T20" fmla="*/ 136 w 176"/>
                <a:gd name="T21" fmla="*/ 87 h 187"/>
                <a:gd name="T22" fmla="*/ 176 w 176"/>
                <a:gd name="T23" fmla="*/ 103 h 187"/>
                <a:gd name="T24" fmla="*/ 81 w 176"/>
                <a:gd name="T25" fmla="*/ 185 h 187"/>
                <a:gd name="T26" fmla="*/ 15 w 176"/>
                <a:gd name="T27" fmla="*/ 16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6" h="187">
                  <a:moveTo>
                    <a:pt x="15" y="167"/>
                  </a:moveTo>
                  <a:cubicBezTo>
                    <a:pt x="8" y="142"/>
                    <a:pt x="8" y="142"/>
                    <a:pt x="8" y="142"/>
                  </a:cubicBezTo>
                  <a:cubicBezTo>
                    <a:pt x="6" y="133"/>
                    <a:pt x="4" y="123"/>
                    <a:pt x="0" y="112"/>
                  </a:cubicBezTo>
                  <a:cubicBezTo>
                    <a:pt x="0" y="112"/>
                    <a:pt x="0" y="111"/>
                    <a:pt x="0" y="110"/>
                  </a:cubicBezTo>
                  <a:cubicBezTo>
                    <a:pt x="1" y="102"/>
                    <a:pt x="5" y="93"/>
                    <a:pt x="12" y="87"/>
                  </a:cubicBezTo>
                  <a:cubicBezTo>
                    <a:pt x="20" y="82"/>
                    <a:pt x="23" y="77"/>
                    <a:pt x="28" y="71"/>
                  </a:cubicBezTo>
                  <a:cubicBezTo>
                    <a:pt x="42" y="57"/>
                    <a:pt x="58" y="61"/>
                    <a:pt x="59" y="60"/>
                  </a:cubicBezTo>
                  <a:cubicBezTo>
                    <a:pt x="60" y="59"/>
                    <a:pt x="51" y="45"/>
                    <a:pt x="80" y="21"/>
                  </a:cubicBezTo>
                  <a:cubicBezTo>
                    <a:pt x="106" y="0"/>
                    <a:pt x="147" y="16"/>
                    <a:pt x="106" y="44"/>
                  </a:cubicBezTo>
                  <a:cubicBezTo>
                    <a:pt x="79" y="63"/>
                    <a:pt x="99" y="88"/>
                    <a:pt x="109" y="94"/>
                  </a:cubicBezTo>
                  <a:cubicBezTo>
                    <a:pt x="117" y="95"/>
                    <a:pt x="117" y="95"/>
                    <a:pt x="136" y="87"/>
                  </a:cubicBezTo>
                  <a:cubicBezTo>
                    <a:pt x="167" y="73"/>
                    <a:pt x="176" y="103"/>
                    <a:pt x="176" y="103"/>
                  </a:cubicBezTo>
                  <a:cubicBezTo>
                    <a:pt x="140" y="106"/>
                    <a:pt x="96" y="164"/>
                    <a:pt x="81" y="185"/>
                  </a:cubicBezTo>
                  <a:cubicBezTo>
                    <a:pt x="50" y="187"/>
                    <a:pt x="45" y="176"/>
                    <a:pt x="15" y="167"/>
                  </a:cubicBezTo>
                  <a:close/>
                </a:path>
              </a:pathLst>
            </a:custGeom>
            <a:solidFill>
              <a:srgbClr val="EAC9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3" name="îṣḻíḑe"/>
            <p:cNvSpPr/>
            <p:nvPr>
              <p:custDataLst>
                <p:tags r:id="rId51"/>
              </p:custDataLst>
            </p:nvPr>
          </p:nvSpPr>
          <p:spPr bwMode="auto">
            <a:xfrm>
              <a:off x="3847" y="8714"/>
              <a:ext cx="233" cy="321"/>
            </a:xfrm>
            <a:custGeom>
              <a:avLst/>
              <a:gdLst>
                <a:gd name="T0" fmla="*/ 170 w 319"/>
                <a:gd name="T1" fmla="*/ 57 h 440"/>
                <a:gd name="T2" fmla="*/ 265 w 319"/>
                <a:gd name="T3" fmla="*/ 294 h 440"/>
                <a:gd name="T4" fmla="*/ 297 w 319"/>
                <a:gd name="T5" fmla="*/ 363 h 440"/>
                <a:gd name="T6" fmla="*/ 319 w 319"/>
                <a:gd name="T7" fmla="*/ 440 h 440"/>
                <a:gd name="T8" fmla="*/ 95 w 319"/>
                <a:gd name="T9" fmla="*/ 22 h 440"/>
                <a:gd name="T10" fmla="*/ 170 w 319"/>
                <a:gd name="T11" fmla="*/ 57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9" h="440">
                  <a:moveTo>
                    <a:pt x="170" y="57"/>
                  </a:moveTo>
                  <a:cubicBezTo>
                    <a:pt x="159" y="167"/>
                    <a:pt x="211" y="292"/>
                    <a:pt x="265" y="294"/>
                  </a:cubicBezTo>
                  <a:cubicBezTo>
                    <a:pt x="265" y="294"/>
                    <a:pt x="282" y="316"/>
                    <a:pt x="297" y="363"/>
                  </a:cubicBezTo>
                  <a:cubicBezTo>
                    <a:pt x="313" y="410"/>
                    <a:pt x="319" y="440"/>
                    <a:pt x="319" y="440"/>
                  </a:cubicBezTo>
                  <a:cubicBezTo>
                    <a:pt x="0" y="408"/>
                    <a:pt x="95" y="22"/>
                    <a:pt x="95" y="22"/>
                  </a:cubicBezTo>
                  <a:cubicBezTo>
                    <a:pt x="139" y="0"/>
                    <a:pt x="170" y="57"/>
                    <a:pt x="170" y="5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4" name="ïśḷïde"/>
            <p:cNvSpPr/>
            <p:nvPr>
              <p:custDataLst>
                <p:tags r:id="rId52"/>
              </p:custDataLst>
            </p:nvPr>
          </p:nvSpPr>
          <p:spPr bwMode="auto">
            <a:xfrm>
              <a:off x="3948" y="8748"/>
              <a:ext cx="14" cy="16"/>
            </a:xfrm>
            <a:custGeom>
              <a:avLst/>
              <a:gdLst>
                <a:gd name="T0" fmla="*/ 13 w 19"/>
                <a:gd name="T1" fmla="*/ 20 h 22"/>
                <a:gd name="T2" fmla="*/ 2 w 19"/>
                <a:gd name="T3" fmla="*/ 13 h 22"/>
                <a:gd name="T4" fmla="*/ 6 w 19"/>
                <a:gd name="T5" fmla="*/ 1 h 22"/>
                <a:gd name="T6" fmla="*/ 18 w 19"/>
                <a:gd name="T7" fmla="*/ 9 h 22"/>
                <a:gd name="T8" fmla="*/ 13 w 19"/>
                <a:gd name="T9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22">
                  <a:moveTo>
                    <a:pt x="13" y="20"/>
                  </a:moveTo>
                  <a:cubicBezTo>
                    <a:pt x="9" y="22"/>
                    <a:pt x="4" y="18"/>
                    <a:pt x="2" y="13"/>
                  </a:cubicBezTo>
                  <a:cubicBezTo>
                    <a:pt x="0" y="8"/>
                    <a:pt x="2" y="3"/>
                    <a:pt x="6" y="1"/>
                  </a:cubicBezTo>
                  <a:cubicBezTo>
                    <a:pt x="11" y="0"/>
                    <a:pt x="16" y="3"/>
                    <a:pt x="18" y="9"/>
                  </a:cubicBezTo>
                  <a:cubicBezTo>
                    <a:pt x="19" y="14"/>
                    <a:pt x="18" y="19"/>
                    <a:pt x="13" y="2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5" name="iṡḷîḑê"/>
            <p:cNvSpPr/>
            <p:nvPr>
              <p:custDataLst>
                <p:tags r:id="rId53"/>
              </p:custDataLst>
            </p:nvPr>
          </p:nvSpPr>
          <p:spPr bwMode="auto">
            <a:xfrm>
              <a:off x="3744" y="8493"/>
              <a:ext cx="163" cy="263"/>
            </a:xfrm>
            <a:custGeom>
              <a:avLst/>
              <a:gdLst>
                <a:gd name="T0" fmla="*/ 170 w 223"/>
                <a:gd name="T1" fmla="*/ 0 h 360"/>
                <a:gd name="T2" fmla="*/ 223 w 223"/>
                <a:gd name="T3" fmla="*/ 360 h 360"/>
                <a:gd name="T4" fmla="*/ 170 w 223"/>
                <a:gd name="T5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3" h="360">
                  <a:moveTo>
                    <a:pt x="170" y="0"/>
                  </a:moveTo>
                  <a:cubicBezTo>
                    <a:pt x="170" y="0"/>
                    <a:pt x="0" y="234"/>
                    <a:pt x="223" y="360"/>
                  </a:cubicBezTo>
                  <a:cubicBezTo>
                    <a:pt x="223" y="360"/>
                    <a:pt x="72" y="251"/>
                    <a:pt x="170" y="0"/>
                  </a:cubicBezTo>
                  <a:close/>
                </a:path>
              </a:pathLst>
            </a:custGeom>
            <a:solidFill>
              <a:srgbClr val="E58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6" name="íṩ1ídè"/>
            <p:cNvSpPr/>
            <p:nvPr>
              <p:custDataLst>
                <p:tags r:id="rId54"/>
              </p:custDataLst>
            </p:nvPr>
          </p:nvSpPr>
          <p:spPr bwMode="auto">
            <a:xfrm>
              <a:off x="3814" y="8093"/>
              <a:ext cx="160" cy="247"/>
            </a:xfrm>
            <a:custGeom>
              <a:avLst/>
              <a:gdLst>
                <a:gd name="T0" fmla="*/ 0 w 219"/>
                <a:gd name="T1" fmla="*/ 81 h 338"/>
                <a:gd name="T2" fmla="*/ 86 w 219"/>
                <a:gd name="T3" fmla="*/ 18 h 338"/>
                <a:gd name="T4" fmla="*/ 210 w 219"/>
                <a:gd name="T5" fmla="*/ 67 h 338"/>
                <a:gd name="T6" fmla="*/ 169 w 219"/>
                <a:gd name="T7" fmla="*/ 170 h 338"/>
                <a:gd name="T8" fmla="*/ 160 w 219"/>
                <a:gd name="T9" fmla="*/ 226 h 338"/>
                <a:gd name="T10" fmla="*/ 157 w 219"/>
                <a:gd name="T11" fmla="*/ 230 h 338"/>
                <a:gd name="T12" fmla="*/ 100 w 219"/>
                <a:gd name="T13" fmla="*/ 187 h 338"/>
                <a:gd name="T14" fmla="*/ 116 w 219"/>
                <a:gd name="T15" fmla="*/ 87 h 338"/>
                <a:gd name="T16" fmla="*/ 63 w 219"/>
                <a:gd name="T17" fmla="*/ 46 h 338"/>
                <a:gd name="T18" fmla="*/ 39 w 219"/>
                <a:gd name="T19" fmla="*/ 124 h 338"/>
                <a:gd name="T20" fmla="*/ 34 w 219"/>
                <a:gd name="T21" fmla="*/ 125 h 338"/>
                <a:gd name="T22" fmla="*/ 0 w 219"/>
                <a:gd name="T23" fmla="*/ 81 h 338"/>
                <a:gd name="T24" fmla="*/ 120 w 219"/>
                <a:gd name="T25" fmla="*/ 304 h 338"/>
                <a:gd name="T26" fmla="*/ 149 w 219"/>
                <a:gd name="T27" fmla="*/ 254 h 338"/>
                <a:gd name="T28" fmla="*/ 198 w 219"/>
                <a:gd name="T29" fmla="*/ 283 h 338"/>
                <a:gd name="T30" fmla="*/ 170 w 219"/>
                <a:gd name="T31" fmla="*/ 332 h 338"/>
                <a:gd name="T32" fmla="*/ 120 w 219"/>
                <a:gd name="T33" fmla="*/ 304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9" h="338">
                  <a:moveTo>
                    <a:pt x="0" y="81"/>
                  </a:moveTo>
                  <a:cubicBezTo>
                    <a:pt x="7" y="55"/>
                    <a:pt x="38" y="30"/>
                    <a:pt x="86" y="18"/>
                  </a:cubicBezTo>
                  <a:cubicBezTo>
                    <a:pt x="153" y="0"/>
                    <a:pt x="198" y="18"/>
                    <a:pt x="210" y="67"/>
                  </a:cubicBezTo>
                  <a:cubicBezTo>
                    <a:pt x="219" y="102"/>
                    <a:pt x="205" y="127"/>
                    <a:pt x="169" y="170"/>
                  </a:cubicBezTo>
                  <a:cubicBezTo>
                    <a:pt x="155" y="188"/>
                    <a:pt x="141" y="204"/>
                    <a:pt x="160" y="226"/>
                  </a:cubicBezTo>
                  <a:cubicBezTo>
                    <a:pt x="157" y="230"/>
                    <a:pt x="157" y="230"/>
                    <a:pt x="157" y="230"/>
                  </a:cubicBezTo>
                  <a:cubicBezTo>
                    <a:pt x="130" y="230"/>
                    <a:pt x="104" y="217"/>
                    <a:pt x="100" y="187"/>
                  </a:cubicBezTo>
                  <a:cubicBezTo>
                    <a:pt x="94" y="150"/>
                    <a:pt x="131" y="142"/>
                    <a:pt x="116" y="87"/>
                  </a:cubicBezTo>
                  <a:cubicBezTo>
                    <a:pt x="107" y="55"/>
                    <a:pt x="89" y="40"/>
                    <a:pt x="63" y="46"/>
                  </a:cubicBezTo>
                  <a:cubicBezTo>
                    <a:pt x="37" y="53"/>
                    <a:pt x="27" y="78"/>
                    <a:pt x="39" y="124"/>
                  </a:cubicBezTo>
                  <a:cubicBezTo>
                    <a:pt x="34" y="125"/>
                    <a:pt x="34" y="125"/>
                    <a:pt x="34" y="125"/>
                  </a:cubicBezTo>
                  <a:lnTo>
                    <a:pt x="0" y="81"/>
                  </a:lnTo>
                  <a:close/>
                  <a:moveTo>
                    <a:pt x="120" y="304"/>
                  </a:moveTo>
                  <a:cubicBezTo>
                    <a:pt x="115" y="282"/>
                    <a:pt x="128" y="260"/>
                    <a:pt x="149" y="254"/>
                  </a:cubicBezTo>
                  <a:cubicBezTo>
                    <a:pt x="171" y="249"/>
                    <a:pt x="192" y="262"/>
                    <a:pt x="198" y="283"/>
                  </a:cubicBezTo>
                  <a:cubicBezTo>
                    <a:pt x="204" y="305"/>
                    <a:pt x="191" y="327"/>
                    <a:pt x="170" y="332"/>
                  </a:cubicBezTo>
                  <a:cubicBezTo>
                    <a:pt x="148" y="338"/>
                    <a:pt x="126" y="325"/>
                    <a:pt x="120" y="304"/>
                  </a:cubicBezTo>
                  <a:close/>
                </a:path>
              </a:pathLst>
            </a:custGeom>
            <a:solidFill>
              <a:srgbClr val="769C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7" name="ïSļîḋê"/>
            <p:cNvSpPr/>
            <p:nvPr>
              <p:custDataLst>
                <p:tags r:id="rId55"/>
              </p:custDataLst>
            </p:nvPr>
          </p:nvSpPr>
          <p:spPr bwMode="auto">
            <a:xfrm>
              <a:off x="4769" y="9431"/>
              <a:ext cx="524" cy="82"/>
            </a:xfrm>
            <a:custGeom>
              <a:avLst/>
              <a:gdLst>
                <a:gd name="T0" fmla="*/ 398 w 716"/>
                <a:gd name="T1" fmla="*/ 0 h 112"/>
                <a:gd name="T2" fmla="*/ 398 w 716"/>
                <a:gd name="T3" fmla="*/ 36 h 112"/>
                <a:gd name="T4" fmla="*/ 397 w 716"/>
                <a:gd name="T5" fmla="*/ 49 h 112"/>
                <a:gd name="T6" fmla="*/ 397 w 716"/>
                <a:gd name="T7" fmla="*/ 49 h 112"/>
                <a:gd name="T8" fmla="*/ 367 w 716"/>
                <a:gd name="T9" fmla="*/ 49 h 112"/>
                <a:gd name="T10" fmla="*/ 326 w 716"/>
                <a:gd name="T11" fmla="*/ 49 h 112"/>
                <a:gd name="T12" fmla="*/ 298 w 716"/>
                <a:gd name="T13" fmla="*/ 49 h 112"/>
                <a:gd name="T14" fmla="*/ 298 w 716"/>
                <a:gd name="T15" fmla="*/ 0 h 112"/>
                <a:gd name="T16" fmla="*/ 0 w 716"/>
                <a:gd name="T17" fmla="*/ 56 h 112"/>
                <a:gd name="T18" fmla="*/ 358 w 716"/>
                <a:gd name="T19" fmla="*/ 112 h 112"/>
                <a:gd name="T20" fmla="*/ 716 w 716"/>
                <a:gd name="T21" fmla="*/ 56 h 112"/>
                <a:gd name="T22" fmla="*/ 398 w 716"/>
                <a:gd name="T2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6" h="112">
                  <a:moveTo>
                    <a:pt x="398" y="0"/>
                  </a:moveTo>
                  <a:cubicBezTo>
                    <a:pt x="398" y="36"/>
                    <a:pt x="398" y="36"/>
                    <a:pt x="398" y="36"/>
                  </a:cubicBezTo>
                  <a:cubicBezTo>
                    <a:pt x="398" y="40"/>
                    <a:pt x="397" y="45"/>
                    <a:pt x="397" y="49"/>
                  </a:cubicBezTo>
                  <a:cubicBezTo>
                    <a:pt x="397" y="49"/>
                    <a:pt x="397" y="49"/>
                    <a:pt x="397" y="49"/>
                  </a:cubicBezTo>
                  <a:cubicBezTo>
                    <a:pt x="367" y="49"/>
                    <a:pt x="367" y="49"/>
                    <a:pt x="367" y="49"/>
                  </a:cubicBezTo>
                  <a:cubicBezTo>
                    <a:pt x="326" y="49"/>
                    <a:pt x="326" y="49"/>
                    <a:pt x="326" y="49"/>
                  </a:cubicBezTo>
                  <a:cubicBezTo>
                    <a:pt x="298" y="49"/>
                    <a:pt x="298" y="49"/>
                    <a:pt x="298" y="49"/>
                  </a:cubicBezTo>
                  <a:cubicBezTo>
                    <a:pt x="298" y="0"/>
                    <a:pt x="298" y="0"/>
                    <a:pt x="298" y="0"/>
                  </a:cubicBezTo>
                  <a:cubicBezTo>
                    <a:pt x="129" y="5"/>
                    <a:pt x="0" y="28"/>
                    <a:pt x="0" y="56"/>
                  </a:cubicBezTo>
                  <a:cubicBezTo>
                    <a:pt x="0" y="87"/>
                    <a:pt x="161" y="112"/>
                    <a:pt x="358" y="112"/>
                  </a:cubicBezTo>
                  <a:cubicBezTo>
                    <a:pt x="556" y="112"/>
                    <a:pt x="716" y="87"/>
                    <a:pt x="716" y="56"/>
                  </a:cubicBezTo>
                  <a:cubicBezTo>
                    <a:pt x="716" y="27"/>
                    <a:pt x="577" y="3"/>
                    <a:pt x="398" y="0"/>
                  </a:cubicBezTo>
                </a:path>
              </a:pathLst>
            </a:custGeom>
            <a:solidFill>
              <a:srgbClr val="D6E1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8" name="ïś1iďé"/>
            <p:cNvSpPr/>
            <p:nvPr>
              <p:custDataLst>
                <p:tags r:id="rId56"/>
              </p:custDataLst>
            </p:nvPr>
          </p:nvSpPr>
          <p:spPr bwMode="auto">
            <a:xfrm>
              <a:off x="4987" y="7773"/>
              <a:ext cx="73" cy="1694"/>
            </a:xfrm>
            <a:custGeom>
              <a:avLst/>
              <a:gdLst>
                <a:gd name="T0" fmla="*/ 60 w 100"/>
                <a:gd name="T1" fmla="*/ 0 h 2317"/>
                <a:gd name="T2" fmla="*/ 28 w 100"/>
                <a:gd name="T3" fmla="*/ 0 h 2317"/>
                <a:gd name="T4" fmla="*/ 0 w 100"/>
                <a:gd name="T5" fmla="*/ 0 h 2317"/>
                <a:gd name="T6" fmla="*/ 0 w 100"/>
                <a:gd name="T7" fmla="*/ 2317 h 2317"/>
                <a:gd name="T8" fmla="*/ 28 w 100"/>
                <a:gd name="T9" fmla="*/ 2317 h 2317"/>
                <a:gd name="T10" fmla="*/ 69 w 100"/>
                <a:gd name="T11" fmla="*/ 2317 h 2317"/>
                <a:gd name="T12" fmla="*/ 99 w 100"/>
                <a:gd name="T13" fmla="*/ 2317 h 2317"/>
                <a:gd name="T14" fmla="*/ 99 w 100"/>
                <a:gd name="T15" fmla="*/ 2317 h 2317"/>
                <a:gd name="T16" fmla="*/ 100 w 100"/>
                <a:gd name="T17" fmla="*/ 2304 h 2317"/>
                <a:gd name="T18" fmla="*/ 100 w 100"/>
                <a:gd name="T19" fmla="*/ 0 h 2317"/>
                <a:gd name="T20" fmla="*/ 60 w 100"/>
                <a:gd name="T21" fmla="*/ 0 h 2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0" h="2317">
                  <a:moveTo>
                    <a:pt x="60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28" y="2317"/>
                    <a:pt x="28" y="2317"/>
                    <a:pt x="28" y="2317"/>
                  </a:cubicBezTo>
                  <a:cubicBezTo>
                    <a:pt x="69" y="2317"/>
                    <a:pt x="69" y="2317"/>
                    <a:pt x="6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3"/>
                    <a:pt x="100" y="2308"/>
                    <a:pt x="100" y="2304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60" y="0"/>
                    <a:pt x="60" y="0"/>
                    <a:pt x="60" y="0"/>
                  </a:cubicBezTo>
                </a:path>
              </a:pathLst>
            </a:custGeom>
            <a:solidFill>
              <a:srgbClr val="7064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9" name="îṩḷïḋê"/>
            <p:cNvSpPr/>
            <p:nvPr>
              <p:custDataLst>
                <p:tags r:id="rId57"/>
              </p:custDataLst>
            </p:nvPr>
          </p:nvSpPr>
          <p:spPr bwMode="auto">
            <a:xfrm>
              <a:off x="4725" y="7842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0" name="îṡḷiďê"/>
            <p:cNvSpPr/>
            <p:nvPr>
              <p:custDataLst>
                <p:tags r:id="rId58"/>
              </p:custDataLst>
            </p:nvPr>
          </p:nvSpPr>
          <p:spPr bwMode="auto">
            <a:xfrm>
              <a:off x="4725" y="7842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1" name="îṧļîḑè"/>
            <p:cNvSpPr/>
            <p:nvPr>
              <p:custDataLst>
                <p:tags r:id="rId59"/>
              </p:custDataLst>
            </p:nvPr>
          </p:nvSpPr>
          <p:spPr bwMode="auto">
            <a:xfrm>
              <a:off x="4730" y="7842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2" name="îṡļîḑè"/>
            <p:cNvSpPr/>
            <p:nvPr>
              <p:custDataLst>
                <p:tags r:id="rId60"/>
              </p:custDataLst>
            </p:nvPr>
          </p:nvSpPr>
          <p:spPr bwMode="auto">
            <a:xfrm>
              <a:off x="4730" y="7842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3" name="í$1ïďê"/>
            <p:cNvSpPr/>
            <p:nvPr>
              <p:custDataLst>
                <p:tags r:id="rId61"/>
              </p:custDataLst>
            </p:nvPr>
          </p:nvSpPr>
          <p:spPr bwMode="auto">
            <a:xfrm>
              <a:off x="4732" y="8506"/>
              <a:ext cx="671" cy="252"/>
            </a:xfrm>
            <a:custGeom>
              <a:avLst/>
              <a:gdLst>
                <a:gd name="T0" fmla="*/ 1509 w 1539"/>
                <a:gd name="T1" fmla="*/ 293 h 578"/>
                <a:gd name="T2" fmla="*/ 1539 w 1539"/>
                <a:gd name="T3" fmla="*/ 261 h 578"/>
                <a:gd name="T4" fmla="*/ 1153 w 1539"/>
                <a:gd name="T5" fmla="*/ 0 h 578"/>
                <a:gd name="T6" fmla="*/ 1141 w 1539"/>
                <a:gd name="T7" fmla="*/ 12 h 578"/>
                <a:gd name="T8" fmla="*/ 1146 w 1539"/>
                <a:gd name="T9" fmla="*/ 147 h 578"/>
                <a:gd name="T10" fmla="*/ 13 w 1539"/>
                <a:gd name="T11" fmla="*/ 136 h 578"/>
                <a:gd name="T12" fmla="*/ 0 w 1539"/>
                <a:gd name="T13" fmla="*/ 151 h 578"/>
                <a:gd name="T14" fmla="*/ 12 w 1539"/>
                <a:gd name="T15" fmla="*/ 531 h 578"/>
                <a:gd name="T16" fmla="*/ 1156 w 1539"/>
                <a:gd name="T17" fmla="*/ 439 h 578"/>
                <a:gd name="T18" fmla="*/ 1162 w 1539"/>
                <a:gd name="T19" fmla="*/ 578 h 578"/>
                <a:gd name="T20" fmla="*/ 1509 w 1539"/>
                <a:gd name="T21" fmla="*/ 293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578">
                  <a:moveTo>
                    <a:pt x="1509" y="293"/>
                  </a:moveTo>
                  <a:lnTo>
                    <a:pt x="1539" y="261"/>
                  </a:lnTo>
                  <a:lnTo>
                    <a:pt x="1153" y="0"/>
                  </a:lnTo>
                  <a:lnTo>
                    <a:pt x="1141" y="12"/>
                  </a:lnTo>
                  <a:lnTo>
                    <a:pt x="1146" y="147"/>
                  </a:lnTo>
                  <a:lnTo>
                    <a:pt x="13" y="136"/>
                  </a:lnTo>
                  <a:lnTo>
                    <a:pt x="0" y="151"/>
                  </a:lnTo>
                  <a:lnTo>
                    <a:pt x="12" y="531"/>
                  </a:lnTo>
                  <a:lnTo>
                    <a:pt x="1156" y="439"/>
                  </a:lnTo>
                  <a:lnTo>
                    <a:pt x="1162" y="578"/>
                  </a:lnTo>
                  <a:lnTo>
                    <a:pt x="1509" y="29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4" name="isľíďe"/>
            <p:cNvSpPr/>
            <p:nvPr>
              <p:custDataLst>
                <p:tags r:id="rId62"/>
              </p:custDataLst>
            </p:nvPr>
          </p:nvSpPr>
          <p:spPr bwMode="auto">
            <a:xfrm>
              <a:off x="4737" y="8506"/>
              <a:ext cx="666" cy="239"/>
            </a:xfrm>
            <a:custGeom>
              <a:avLst/>
              <a:gdLst>
                <a:gd name="T0" fmla="*/ 1526 w 1526"/>
                <a:gd name="T1" fmla="*/ 261 h 548"/>
                <a:gd name="T2" fmla="*/ 1140 w 1526"/>
                <a:gd name="T3" fmla="*/ 0 h 548"/>
                <a:gd name="T4" fmla="*/ 1145 w 1526"/>
                <a:gd name="T5" fmla="*/ 147 h 548"/>
                <a:gd name="T6" fmla="*/ 0 w 1526"/>
                <a:gd name="T7" fmla="*/ 136 h 548"/>
                <a:gd name="T8" fmla="*/ 12 w 1526"/>
                <a:gd name="T9" fmla="*/ 504 h 548"/>
                <a:gd name="T10" fmla="*/ 1155 w 1526"/>
                <a:gd name="T11" fmla="*/ 414 h 548"/>
                <a:gd name="T12" fmla="*/ 1159 w 1526"/>
                <a:gd name="T13" fmla="*/ 548 h 548"/>
                <a:gd name="T14" fmla="*/ 1526 w 1526"/>
                <a:gd name="T15" fmla="*/ 261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6" h="548">
                  <a:moveTo>
                    <a:pt x="1526" y="261"/>
                  </a:moveTo>
                  <a:lnTo>
                    <a:pt x="1140" y="0"/>
                  </a:lnTo>
                  <a:lnTo>
                    <a:pt x="1145" y="147"/>
                  </a:lnTo>
                  <a:lnTo>
                    <a:pt x="0" y="136"/>
                  </a:lnTo>
                  <a:lnTo>
                    <a:pt x="12" y="504"/>
                  </a:lnTo>
                  <a:lnTo>
                    <a:pt x="1155" y="414"/>
                  </a:lnTo>
                  <a:lnTo>
                    <a:pt x="1159" y="548"/>
                  </a:lnTo>
                  <a:lnTo>
                    <a:pt x="1526" y="2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5" name="ïṡlíḓé"/>
            <p:cNvSpPr/>
            <p:nvPr>
              <p:custDataLst>
                <p:tags r:id="rId63"/>
              </p:custDataLst>
            </p:nvPr>
          </p:nvSpPr>
          <p:spPr bwMode="auto">
            <a:xfrm>
              <a:off x="4678" y="8174"/>
              <a:ext cx="673" cy="301"/>
            </a:xfrm>
            <a:custGeom>
              <a:avLst/>
              <a:gdLst>
                <a:gd name="T0" fmla="*/ 0 w 1543"/>
                <a:gd name="T1" fmla="*/ 191 h 690"/>
                <a:gd name="T2" fmla="*/ 427 w 1543"/>
                <a:gd name="T3" fmla="*/ 0 h 690"/>
                <a:gd name="T4" fmla="*/ 437 w 1543"/>
                <a:gd name="T5" fmla="*/ 13 h 690"/>
                <a:gd name="T6" fmla="*/ 408 w 1543"/>
                <a:gd name="T7" fmla="*/ 147 h 690"/>
                <a:gd name="T8" fmla="*/ 1543 w 1543"/>
                <a:gd name="T9" fmla="*/ 327 h 690"/>
                <a:gd name="T10" fmla="*/ 1468 w 1543"/>
                <a:gd name="T11" fmla="*/ 690 h 690"/>
                <a:gd name="T12" fmla="*/ 358 w 1543"/>
                <a:gd name="T13" fmla="*/ 405 h 690"/>
                <a:gd name="T14" fmla="*/ 324 w 1543"/>
                <a:gd name="T15" fmla="*/ 561 h 690"/>
                <a:gd name="T16" fmla="*/ 0 w 1543"/>
                <a:gd name="T17" fmla="*/ 191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3" h="690">
                  <a:moveTo>
                    <a:pt x="0" y="191"/>
                  </a:moveTo>
                  <a:lnTo>
                    <a:pt x="427" y="0"/>
                  </a:lnTo>
                  <a:lnTo>
                    <a:pt x="437" y="13"/>
                  </a:lnTo>
                  <a:lnTo>
                    <a:pt x="408" y="147"/>
                  </a:lnTo>
                  <a:lnTo>
                    <a:pt x="1543" y="327"/>
                  </a:lnTo>
                  <a:lnTo>
                    <a:pt x="1468" y="690"/>
                  </a:lnTo>
                  <a:lnTo>
                    <a:pt x="358" y="405"/>
                  </a:lnTo>
                  <a:lnTo>
                    <a:pt x="324" y="561"/>
                  </a:lnTo>
                  <a:lnTo>
                    <a:pt x="0" y="191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6" name="îŝ1îdè"/>
            <p:cNvSpPr/>
            <p:nvPr>
              <p:custDataLst>
                <p:tags r:id="rId64"/>
              </p:custDataLst>
            </p:nvPr>
          </p:nvSpPr>
          <p:spPr bwMode="auto">
            <a:xfrm>
              <a:off x="4686" y="8170"/>
              <a:ext cx="666" cy="296"/>
            </a:xfrm>
            <a:custGeom>
              <a:avLst/>
              <a:gdLst>
                <a:gd name="T0" fmla="*/ 0 w 1527"/>
                <a:gd name="T1" fmla="*/ 192 h 678"/>
                <a:gd name="T2" fmla="*/ 312 w 1527"/>
                <a:gd name="T3" fmla="*/ 539 h 678"/>
                <a:gd name="T4" fmla="*/ 342 w 1527"/>
                <a:gd name="T5" fmla="*/ 393 h 678"/>
                <a:gd name="T6" fmla="*/ 1452 w 1527"/>
                <a:gd name="T7" fmla="*/ 678 h 678"/>
                <a:gd name="T8" fmla="*/ 1527 w 1527"/>
                <a:gd name="T9" fmla="*/ 317 h 678"/>
                <a:gd name="T10" fmla="*/ 398 w 1527"/>
                <a:gd name="T11" fmla="*/ 133 h 678"/>
                <a:gd name="T12" fmla="*/ 426 w 1527"/>
                <a:gd name="T13" fmla="*/ 0 h 678"/>
                <a:gd name="T14" fmla="*/ 0 w 1527"/>
                <a:gd name="T15" fmla="*/ 192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7" h="678">
                  <a:moveTo>
                    <a:pt x="0" y="192"/>
                  </a:moveTo>
                  <a:lnTo>
                    <a:pt x="312" y="539"/>
                  </a:lnTo>
                  <a:lnTo>
                    <a:pt x="342" y="393"/>
                  </a:lnTo>
                  <a:lnTo>
                    <a:pt x="1452" y="678"/>
                  </a:lnTo>
                  <a:lnTo>
                    <a:pt x="1527" y="317"/>
                  </a:lnTo>
                  <a:lnTo>
                    <a:pt x="398" y="133"/>
                  </a:lnTo>
                  <a:lnTo>
                    <a:pt x="426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7" name="íśḷîḍé"/>
            <p:cNvSpPr/>
            <p:nvPr>
              <p:custDataLst>
                <p:tags r:id="rId65"/>
              </p:custDataLst>
            </p:nvPr>
          </p:nvSpPr>
          <p:spPr bwMode="auto">
            <a:xfrm>
              <a:off x="4669" y="8818"/>
              <a:ext cx="665" cy="346"/>
            </a:xfrm>
            <a:custGeom>
              <a:avLst/>
              <a:gdLst>
                <a:gd name="T0" fmla="*/ 0 w 1524"/>
                <a:gd name="T1" fmla="*/ 623 h 793"/>
                <a:gd name="T2" fmla="*/ 280 w 1524"/>
                <a:gd name="T3" fmla="*/ 251 h 793"/>
                <a:gd name="T4" fmla="*/ 296 w 1524"/>
                <a:gd name="T5" fmla="*/ 258 h 793"/>
                <a:gd name="T6" fmla="*/ 334 w 1524"/>
                <a:gd name="T7" fmla="*/ 387 h 793"/>
                <a:gd name="T8" fmla="*/ 1417 w 1524"/>
                <a:gd name="T9" fmla="*/ 0 h 793"/>
                <a:gd name="T10" fmla="*/ 1524 w 1524"/>
                <a:gd name="T11" fmla="*/ 355 h 793"/>
                <a:gd name="T12" fmla="*/ 416 w 1524"/>
                <a:gd name="T13" fmla="*/ 638 h 793"/>
                <a:gd name="T14" fmla="*/ 462 w 1524"/>
                <a:gd name="T15" fmla="*/ 793 h 793"/>
                <a:gd name="T16" fmla="*/ 0 w 1524"/>
                <a:gd name="T17" fmla="*/ 623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24" h="793">
                  <a:moveTo>
                    <a:pt x="0" y="623"/>
                  </a:moveTo>
                  <a:lnTo>
                    <a:pt x="280" y="251"/>
                  </a:lnTo>
                  <a:lnTo>
                    <a:pt x="296" y="258"/>
                  </a:lnTo>
                  <a:lnTo>
                    <a:pt x="334" y="387"/>
                  </a:lnTo>
                  <a:lnTo>
                    <a:pt x="1417" y="0"/>
                  </a:lnTo>
                  <a:lnTo>
                    <a:pt x="1524" y="355"/>
                  </a:lnTo>
                  <a:lnTo>
                    <a:pt x="416" y="638"/>
                  </a:lnTo>
                  <a:lnTo>
                    <a:pt x="462" y="793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8" name="ï$ḻíḑe"/>
            <p:cNvSpPr/>
            <p:nvPr>
              <p:custDataLst>
                <p:tags r:id="rId66"/>
              </p:custDataLst>
            </p:nvPr>
          </p:nvSpPr>
          <p:spPr bwMode="auto">
            <a:xfrm>
              <a:off x="4675" y="8811"/>
              <a:ext cx="657" cy="338"/>
            </a:xfrm>
            <a:custGeom>
              <a:avLst/>
              <a:gdLst>
                <a:gd name="T0" fmla="*/ 0 w 1507"/>
                <a:gd name="T1" fmla="*/ 623 h 776"/>
                <a:gd name="T2" fmla="*/ 440 w 1507"/>
                <a:gd name="T3" fmla="*/ 776 h 776"/>
                <a:gd name="T4" fmla="*/ 398 w 1507"/>
                <a:gd name="T5" fmla="*/ 635 h 776"/>
                <a:gd name="T6" fmla="*/ 1507 w 1507"/>
                <a:gd name="T7" fmla="*/ 352 h 776"/>
                <a:gd name="T8" fmla="*/ 1400 w 1507"/>
                <a:gd name="T9" fmla="*/ 0 h 776"/>
                <a:gd name="T10" fmla="*/ 320 w 1507"/>
                <a:gd name="T11" fmla="*/ 380 h 776"/>
                <a:gd name="T12" fmla="*/ 280 w 1507"/>
                <a:gd name="T13" fmla="*/ 251 h 776"/>
                <a:gd name="T14" fmla="*/ 0 w 1507"/>
                <a:gd name="T15" fmla="*/ 623 h 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07" h="776">
                  <a:moveTo>
                    <a:pt x="0" y="623"/>
                  </a:moveTo>
                  <a:lnTo>
                    <a:pt x="440" y="776"/>
                  </a:lnTo>
                  <a:lnTo>
                    <a:pt x="398" y="635"/>
                  </a:lnTo>
                  <a:lnTo>
                    <a:pt x="1507" y="352"/>
                  </a:lnTo>
                  <a:lnTo>
                    <a:pt x="1400" y="0"/>
                  </a:lnTo>
                  <a:lnTo>
                    <a:pt x="320" y="380"/>
                  </a:lnTo>
                  <a:lnTo>
                    <a:pt x="280" y="251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9" name="îŝľïďê"/>
            <p:cNvSpPr/>
            <p:nvPr>
              <p:custDataLst>
                <p:tags r:id="rId67"/>
              </p:custDataLst>
            </p:nvPr>
          </p:nvSpPr>
          <p:spPr bwMode="auto">
            <a:xfrm>
              <a:off x="4987" y="8093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0" name="íṡḷíḑe"/>
            <p:cNvSpPr/>
            <p:nvPr>
              <p:custDataLst>
                <p:tags r:id="rId68"/>
              </p:custDataLst>
            </p:nvPr>
          </p:nvSpPr>
          <p:spPr bwMode="auto">
            <a:xfrm>
              <a:off x="4987" y="8093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1" name="iśļïďê"/>
            <p:cNvSpPr/>
            <p:nvPr>
              <p:custDataLst>
                <p:tags r:id="rId69"/>
              </p:custDataLst>
            </p:nvPr>
          </p:nvSpPr>
          <p:spPr bwMode="auto">
            <a:xfrm>
              <a:off x="4987" y="8075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2" name="íṧlîḍé"/>
            <p:cNvSpPr/>
            <p:nvPr>
              <p:custDataLst>
                <p:tags r:id="rId70"/>
              </p:custDataLst>
            </p:nvPr>
          </p:nvSpPr>
          <p:spPr bwMode="auto">
            <a:xfrm>
              <a:off x="4987" y="8075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3" name="iṩļïḍê"/>
            <p:cNvSpPr/>
            <p:nvPr>
              <p:custDataLst>
                <p:tags r:id="rId71"/>
              </p:custDataLst>
            </p:nvPr>
          </p:nvSpPr>
          <p:spPr bwMode="auto">
            <a:xfrm>
              <a:off x="4987" y="8077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4" name="íŝḻiḑe"/>
            <p:cNvSpPr/>
            <p:nvPr>
              <p:custDataLst>
                <p:tags r:id="rId72"/>
              </p:custDataLst>
            </p:nvPr>
          </p:nvSpPr>
          <p:spPr bwMode="auto">
            <a:xfrm>
              <a:off x="4987" y="8077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5" name="iṣḷíḋé"/>
            <p:cNvSpPr/>
            <p:nvPr>
              <p:custDataLst>
                <p:tags r:id="rId73"/>
              </p:custDataLst>
            </p:nvPr>
          </p:nvSpPr>
          <p:spPr bwMode="auto">
            <a:xfrm>
              <a:off x="4987" y="8390"/>
              <a:ext cx="72" cy="25"/>
            </a:xfrm>
            <a:custGeom>
              <a:avLst/>
              <a:gdLst>
                <a:gd name="T0" fmla="*/ 0 w 166"/>
                <a:gd name="T1" fmla="*/ 57 h 57"/>
                <a:gd name="T2" fmla="*/ 47 w 166"/>
                <a:gd name="T3" fmla="*/ 23 h 57"/>
                <a:gd name="T4" fmla="*/ 166 w 166"/>
                <a:gd name="T5" fmla="*/ 42 h 57"/>
                <a:gd name="T6" fmla="*/ 47 w 166"/>
                <a:gd name="T7" fmla="*/ 12 h 57"/>
                <a:gd name="T8" fmla="*/ 0 w 166"/>
                <a:gd name="T9" fmla="*/ 0 h 57"/>
                <a:gd name="T10" fmla="*/ 0 w 166"/>
                <a:gd name="T11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57">
                  <a:moveTo>
                    <a:pt x="0" y="57"/>
                  </a:moveTo>
                  <a:lnTo>
                    <a:pt x="47" y="23"/>
                  </a:lnTo>
                  <a:lnTo>
                    <a:pt x="166" y="42"/>
                  </a:lnTo>
                  <a:lnTo>
                    <a:pt x="47" y="12"/>
                  </a:lnTo>
                  <a:lnTo>
                    <a:pt x="0" y="0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6" name="îSḷíḍe"/>
            <p:cNvSpPr/>
            <p:nvPr>
              <p:custDataLst>
                <p:tags r:id="rId74"/>
              </p:custDataLst>
            </p:nvPr>
          </p:nvSpPr>
          <p:spPr bwMode="auto">
            <a:xfrm>
              <a:off x="4987" y="8711"/>
              <a:ext cx="72" cy="31"/>
            </a:xfrm>
            <a:custGeom>
              <a:avLst/>
              <a:gdLst>
                <a:gd name="T0" fmla="*/ 0 w 166"/>
                <a:gd name="T1" fmla="*/ 72 h 72"/>
                <a:gd name="T2" fmla="*/ 47 w 166"/>
                <a:gd name="T3" fmla="*/ 30 h 72"/>
                <a:gd name="T4" fmla="*/ 166 w 166"/>
                <a:gd name="T5" fmla="*/ 0 h 72"/>
                <a:gd name="T6" fmla="*/ 47 w 166"/>
                <a:gd name="T7" fmla="*/ 10 h 72"/>
                <a:gd name="T8" fmla="*/ 0 w 166"/>
                <a:gd name="T9" fmla="*/ 13 h 72"/>
                <a:gd name="T10" fmla="*/ 0 w 166"/>
                <a:gd name="T11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72">
                  <a:moveTo>
                    <a:pt x="0" y="72"/>
                  </a:moveTo>
                  <a:lnTo>
                    <a:pt x="47" y="30"/>
                  </a:lnTo>
                  <a:lnTo>
                    <a:pt x="166" y="0"/>
                  </a:lnTo>
                  <a:lnTo>
                    <a:pt x="47" y="10"/>
                  </a:lnTo>
                  <a:lnTo>
                    <a:pt x="0" y="13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7" name="ïşliďê"/>
            <p:cNvSpPr/>
            <p:nvPr>
              <p:custDataLst>
                <p:tags r:id="rId75"/>
              </p:custDataLst>
            </p:nvPr>
          </p:nvSpPr>
          <p:spPr bwMode="auto">
            <a:xfrm>
              <a:off x="4987" y="9043"/>
              <a:ext cx="72" cy="41"/>
            </a:xfrm>
            <a:custGeom>
              <a:avLst/>
              <a:gdLst>
                <a:gd name="T0" fmla="*/ 0 w 166"/>
                <a:gd name="T1" fmla="*/ 94 h 94"/>
                <a:gd name="T2" fmla="*/ 47 w 166"/>
                <a:gd name="T3" fmla="*/ 45 h 94"/>
                <a:gd name="T4" fmla="*/ 166 w 166"/>
                <a:gd name="T5" fmla="*/ 0 h 94"/>
                <a:gd name="T6" fmla="*/ 47 w 166"/>
                <a:gd name="T7" fmla="*/ 30 h 94"/>
                <a:gd name="T8" fmla="*/ 0 w 166"/>
                <a:gd name="T9" fmla="*/ 44 h 94"/>
                <a:gd name="T10" fmla="*/ 0 w 166"/>
                <a:gd name="T11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94">
                  <a:moveTo>
                    <a:pt x="0" y="94"/>
                  </a:moveTo>
                  <a:lnTo>
                    <a:pt x="47" y="45"/>
                  </a:lnTo>
                  <a:lnTo>
                    <a:pt x="166" y="0"/>
                  </a:lnTo>
                  <a:lnTo>
                    <a:pt x="47" y="30"/>
                  </a:lnTo>
                  <a:lnTo>
                    <a:pt x="0" y="44"/>
                  </a:lnTo>
                  <a:lnTo>
                    <a:pt x="0" y="94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7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>
            <p:custDataLst>
              <p:tags r:id="rId1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目录</a:t>
            </a:r>
            <a:endParaRPr lang="zh-CN" altLang="en-US" sz="4400" b="1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1909893" y="3024859"/>
            <a:ext cx="699247" cy="699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01</a:t>
            </a:r>
            <a:endParaRPr lang="en-US" altLang="zh-CN" sz="3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2718453" y="3136029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任务需求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5030918" y="3024859"/>
            <a:ext cx="699247" cy="6992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02</a:t>
            </a:r>
            <a:endParaRPr lang="en-US" altLang="zh-CN" sz="3200" b="1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5839478" y="3136029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实</a:t>
            </a: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现步骤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矩形 12"/>
          <p:cNvSpPr/>
          <p:nvPr>
            <p:custDataLst>
              <p:tags r:id="rId6"/>
            </p:custDataLst>
          </p:nvPr>
        </p:nvSpPr>
        <p:spPr>
          <a:xfrm>
            <a:off x="8009703" y="3025136"/>
            <a:ext cx="699247" cy="699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03</a:t>
            </a:r>
            <a:endParaRPr lang="en-US" altLang="zh-CN" sz="3200" b="1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8818263" y="3136306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任务实现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  <p:bldP spid="7" grpId="1" animBg="1"/>
      <p:bldP spid="9" grpId="1"/>
      <p:bldP spid="10" grpId="0" bldLvl="0" animBg="1"/>
      <p:bldP spid="11" grpId="0"/>
      <p:bldP spid="10" grpId="1" animBg="1"/>
      <p:bldP spid="11" grpId="1"/>
      <p:bldP spid="13" grpId="0" bldLvl="0" animBg="1"/>
      <p:bldP spid="14" grpId="0"/>
      <p:bldP spid="13" grpId="1" animBg="1"/>
      <p:bldP spid="14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6" name="图形 3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6650" y="1341987"/>
            <a:ext cx="569913" cy="569913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5"/>
            </p:custDataLst>
          </p:nvPr>
        </p:nvSpPr>
        <p:spPr>
          <a:xfrm>
            <a:off x="1026482" y="67333"/>
            <a:ext cx="18084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indent="0" algn="l" defTabSz="9144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0" i="0" kern="1200" cap="none" spc="0" normalizeH="0" baseline="0" noProof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0" lang="zh-CN" altLang="en-US" sz="3200" b="0" i="0" kern="1200" cap="none" spc="0" normalizeH="0" baseline="0" noProof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需求</a:t>
            </a:r>
            <a:endParaRPr kumimoji="0" lang="zh-CN" altLang="en-US" sz="3200" b="0" i="0" kern="1200" cap="none" spc="0" normalizeH="0" baseline="0" noProof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1026795" y="996315"/>
            <a:ext cx="5117465" cy="5457825"/>
            <a:chOff x="1800" y="1604"/>
            <a:chExt cx="8059" cy="8247"/>
          </a:xfrm>
        </p:grpSpPr>
        <p:sp>
          <p:nvSpPr>
            <p:cNvPr id="72" name="PA-iṥ1ïdé"/>
            <p:cNvSpPr/>
            <p:nvPr>
              <p:custDataLst>
                <p:tags r:id="rId6"/>
              </p:custDataLst>
            </p:nvPr>
          </p:nvSpPr>
          <p:spPr>
            <a:xfrm>
              <a:off x="1800" y="4815"/>
              <a:ext cx="8059" cy="5036"/>
            </a:xfrm>
            <a:custGeom>
              <a:avLst/>
              <a:gdLst>
                <a:gd name="connsiteX0" fmla="*/ 4998 w 4468049"/>
                <a:gd name="connsiteY0" fmla="*/ 46 h 2797976"/>
                <a:gd name="connsiteX1" fmla="*/ 4463366 w 4468049"/>
                <a:gd name="connsiteY1" fmla="*/ 46 h 2797976"/>
                <a:gd name="connsiteX2" fmla="*/ 4468207 w 4468049"/>
                <a:gd name="connsiteY2" fmla="*/ 4887 h 2797976"/>
                <a:gd name="connsiteX3" fmla="*/ 4468207 w 4468049"/>
                <a:gd name="connsiteY3" fmla="*/ 2793182 h 2797976"/>
                <a:gd name="connsiteX4" fmla="*/ 4463366 w 4468049"/>
                <a:gd name="connsiteY4" fmla="*/ 2798023 h 2797976"/>
                <a:gd name="connsiteX5" fmla="*/ 4998 w 4468049"/>
                <a:gd name="connsiteY5" fmla="*/ 2798023 h 2797976"/>
                <a:gd name="connsiteX6" fmla="*/ 157 w 4468049"/>
                <a:gd name="connsiteY6" fmla="*/ 2793182 h 2797976"/>
                <a:gd name="connsiteX7" fmla="*/ 157 w 4468049"/>
                <a:gd name="connsiteY7" fmla="*/ 4887 h 2797976"/>
                <a:gd name="connsiteX8" fmla="*/ 4998 w 4468049"/>
                <a:gd name="connsiteY8" fmla="*/ 46 h 2797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68049" h="2797976">
                  <a:moveTo>
                    <a:pt x="4998" y="46"/>
                  </a:moveTo>
                  <a:lnTo>
                    <a:pt x="4463366" y="46"/>
                  </a:lnTo>
                  <a:cubicBezTo>
                    <a:pt x="4466270" y="46"/>
                    <a:pt x="4468207" y="1982"/>
                    <a:pt x="4468207" y="4887"/>
                  </a:cubicBezTo>
                  <a:lnTo>
                    <a:pt x="4468207" y="2793182"/>
                  </a:lnTo>
                  <a:cubicBezTo>
                    <a:pt x="4468207" y="2796086"/>
                    <a:pt x="4466270" y="2798023"/>
                    <a:pt x="4463366" y="2798023"/>
                  </a:cubicBezTo>
                  <a:lnTo>
                    <a:pt x="4998" y="2798023"/>
                  </a:lnTo>
                  <a:cubicBezTo>
                    <a:pt x="2093" y="2798023"/>
                    <a:pt x="157" y="2796086"/>
                    <a:pt x="157" y="2793182"/>
                  </a:cubicBezTo>
                  <a:lnTo>
                    <a:pt x="157" y="4887"/>
                  </a:lnTo>
                  <a:cubicBezTo>
                    <a:pt x="157" y="1982"/>
                    <a:pt x="2093" y="46"/>
                    <a:pt x="4998" y="46"/>
                  </a:cubicBezTo>
                  <a:close/>
                </a:path>
              </a:pathLst>
            </a:custGeom>
            <a:blipFill rotWithShape="1">
              <a:blip r:embed="rId7"/>
              <a:stretch>
                <a:fillRect/>
              </a:stretch>
            </a:blipFill>
            <a:ln w="38100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p>
              <a:pPr algn="ctr"/>
              <a:endParaRPr lang="zh-CN" altLang="en-US" b="1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7" name="TextBox 31"/>
            <p:cNvSpPr txBox="1">
              <a:spLocks noChangeArrowheads="1"/>
            </p:cNvSpPr>
            <p:nvPr/>
          </p:nvSpPr>
          <p:spPr bwMode="auto">
            <a:xfrm>
              <a:off x="4287" y="1604"/>
              <a:ext cx="3722" cy="6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l" eaLnBrk="1" hangingPunct="1"/>
              <a:r>
                <a:rPr lang="zh-CN" alt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企业门户网站</a:t>
              </a:r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6461760" y="2105025"/>
            <a:ext cx="4438015" cy="4370705"/>
            <a:chOff x="10072" y="1604"/>
            <a:chExt cx="6989" cy="6883"/>
          </a:xfrm>
        </p:grpSpPr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072" y="3204"/>
              <a:ext cx="6989" cy="5283"/>
            </a:xfrm>
            <a:prstGeom prst="rect">
              <a:avLst/>
            </a:prstGeom>
          </p:spPr>
        </p:pic>
        <p:sp>
          <p:nvSpPr>
            <p:cNvPr id="18" name="TextBox 31"/>
            <p:cNvSpPr txBox="1">
              <a:spLocks noChangeArrowheads="1"/>
            </p:cNvSpPr>
            <p:nvPr/>
          </p:nvSpPr>
          <p:spPr bwMode="auto">
            <a:xfrm>
              <a:off x="12879" y="1604"/>
              <a:ext cx="3784" cy="6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l" eaLnBrk="1" hangingPunct="1"/>
              <a:r>
                <a:rPr lang="zh-CN" alt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商管理系统</a:t>
              </a:r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</p:grpSp>
      <p:pic>
        <p:nvPicPr>
          <p:cNvPr id="29" name="图片 2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6795" y="1243965"/>
            <a:ext cx="9872980" cy="165989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</a:t>
            </a: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现步骤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文本框 27"/>
          <p:cNvSpPr txBox="1"/>
          <p:nvPr>
            <p:custDataLst>
              <p:tags r:id="rId3"/>
            </p:custDataLst>
          </p:nvPr>
        </p:nvSpPr>
        <p:spPr>
          <a:xfrm>
            <a:off x="2770505" y="4057015"/>
            <a:ext cx="3034030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sz="2000" b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 PM2 启动项目</a:t>
            </a:r>
            <a:endParaRPr lang="zh-CN" sz="2000" b="1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0" name="圆角矩形 30"/>
          <p:cNvSpPr/>
          <p:nvPr>
            <p:custDataLst>
              <p:tags r:id="rId4"/>
            </p:custDataLst>
          </p:nvPr>
        </p:nvSpPr>
        <p:spPr>
          <a:xfrm>
            <a:off x="1898015" y="4133850"/>
            <a:ext cx="723265" cy="411480"/>
          </a:xfrm>
          <a:prstGeom prst="roundRect">
            <a:avLst/>
          </a:prstGeom>
          <a:solidFill>
            <a:srgbClr val="0070C0"/>
          </a:solidFill>
          <a:ln w="57150" cap="rnd">
            <a:noFill/>
            <a:prstDash val="solid"/>
            <a:round/>
          </a:ln>
          <a:effectLst>
            <a:outerShdw blurRad="508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en-US" altLang="zh-CN" sz="1600" b="1" spc="3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5"/>
            </p:custDataLst>
          </p:nvPr>
        </p:nvSpPr>
        <p:spPr>
          <a:xfrm>
            <a:off x="2770505" y="3141345"/>
            <a:ext cx="2643505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配置项目运行命令</a:t>
            </a:r>
            <a:endParaRPr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圆角矩形 52"/>
          <p:cNvSpPr/>
          <p:nvPr>
            <p:custDataLst>
              <p:tags r:id="rId6"/>
            </p:custDataLst>
          </p:nvPr>
        </p:nvSpPr>
        <p:spPr>
          <a:xfrm>
            <a:off x="1898015" y="3252470"/>
            <a:ext cx="723265" cy="41148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1600" b="1" spc="3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7"/>
            </p:custDataLst>
          </p:nvPr>
        </p:nvSpPr>
        <p:spPr>
          <a:xfrm>
            <a:off x="2770505" y="4972685"/>
            <a:ext cx="2643505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sz="2000" b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浏览</a:t>
            </a:r>
            <a:r>
              <a:rPr lang="zh-CN" sz="2000" b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项目</a:t>
            </a:r>
            <a:endParaRPr lang="zh-CN" altLang="en-US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圆角矩形 43"/>
          <p:cNvSpPr/>
          <p:nvPr>
            <p:custDataLst>
              <p:tags r:id="rId8"/>
            </p:custDataLst>
          </p:nvPr>
        </p:nvSpPr>
        <p:spPr>
          <a:xfrm>
            <a:off x="1898015" y="2326640"/>
            <a:ext cx="723265" cy="41148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en-US" altLang="zh-CN" sz="1600" b="1" spc="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4" name="ïsľïḋé"/>
          <p:cNvCxnSpPr/>
          <p:nvPr>
            <p:custDataLst>
              <p:tags r:id="rId9"/>
            </p:custDataLst>
          </p:nvPr>
        </p:nvCxnSpPr>
        <p:spPr>
          <a:xfrm>
            <a:off x="1435735" y="1719580"/>
            <a:ext cx="0" cy="4395470"/>
          </a:xfrm>
          <a:prstGeom prst="line">
            <a:avLst/>
          </a:prstGeom>
          <a:ln w="22225" cap="rnd">
            <a:solidFill>
              <a:schemeClr val="l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íś1îḍé"/>
          <p:cNvSpPr/>
          <p:nvPr>
            <p:custDataLst>
              <p:tags r:id="rId10"/>
            </p:custDataLst>
          </p:nvPr>
        </p:nvSpPr>
        <p:spPr>
          <a:xfrm>
            <a:off x="1363345" y="2305050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íś1îḍé"/>
          <p:cNvSpPr/>
          <p:nvPr>
            <p:custDataLst>
              <p:tags r:id="rId11"/>
            </p:custDataLst>
          </p:nvPr>
        </p:nvSpPr>
        <p:spPr>
          <a:xfrm>
            <a:off x="1370965" y="3272155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íś1îḍé"/>
          <p:cNvSpPr/>
          <p:nvPr>
            <p:custDataLst>
              <p:tags r:id="rId12"/>
            </p:custDataLst>
          </p:nvPr>
        </p:nvSpPr>
        <p:spPr>
          <a:xfrm>
            <a:off x="1377950" y="4361815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íś1îḍé"/>
          <p:cNvSpPr/>
          <p:nvPr>
            <p:custDataLst>
              <p:tags r:id="rId13"/>
            </p:custDataLst>
          </p:nvPr>
        </p:nvSpPr>
        <p:spPr>
          <a:xfrm>
            <a:off x="1363345" y="5274310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iṧļíḋe"/>
          <p:cNvSpPr/>
          <p:nvPr>
            <p:custDataLst>
              <p:tags r:id="rId14"/>
            </p:custDataLst>
          </p:nvPr>
        </p:nvSpPr>
        <p:spPr>
          <a:xfrm>
            <a:off x="1158875" y="1419225"/>
            <a:ext cx="553720" cy="5537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iṣḷiďê"/>
          <p:cNvSpPr/>
          <p:nvPr>
            <p:custDataLst>
              <p:tags r:id="rId15"/>
            </p:custDataLst>
          </p:nvPr>
        </p:nvSpPr>
        <p:spPr bwMode="auto">
          <a:xfrm>
            <a:off x="1297263" y="1574100"/>
            <a:ext cx="276632" cy="244443"/>
          </a:xfrm>
          <a:custGeom>
            <a:avLst/>
            <a:gdLst>
              <a:gd name="connsiteX0" fmla="*/ 494452 w 603405"/>
              <a:gd name="connsiteY0" fmla="*/ 356003 h 533193"/>
              <a:gd name="connsiteX1" fmla="*/ 585270 w 603405"/>
              <a:gd name="connsiteY1" fmla="*/ 356003 h 533193"/>
              <a:gd name="connsiteX2" fmla="*/ 601782 w 603405"/>
              <a:gd name="connsiteY2" fmla="*/ 372480 h 533193"/>
              <a:gd name="connsiteX3" fmla="*/ 585270 w 603405"/>
              <a:gd name="connsiteY3" fmla="*/ 388957 h 533193"/>
              <a:gd name="connsiteX4" fmla="*/ 494452 w 603405"/>
              <a:gd name="connsiteY4" fmla="*/ 388957 h 533193"/>
              <a:gd name="connsiteX5" fmla="*/ 367511 w 603405"/>
              <a:gd name="connsiteY5" fmla="*/ 244227 h 533193"/>
              <a:gd name="connsiteX6" fmla="*/ 443780 w 603405"/>
              <a:gd name="connsiteY6" fmla="*/ 244227 h 533193"/>
              <a:gd name="connsiteX7" fmla="*/ 477411 w 603405"/>
              <a:gd name="connsiteY7" fmla="*/ 277633 h 533193"/>
              <a:gd name="connsiteX8" fmla="*/ 477861 w 603405"/>
              <a:gd name="connsiteY8" fmla="*/ 381744 h 533193"/>
              <a:gd name="connsiteX9" fmla="*/ 463748 w 603405"/>
              <a:gd name="connsiteY9" fmla="*/ 395975 h 533193"/>
              <a:gd name="connsiteX10" fmla="*/ 449486 w 603405"/>
              <a:gd name="connsiteY10" fmla="*/ 381894 h 533193"/>
              <a:gd name="connsiteX11" fmla="*/ 449035 w 603405"/>
              <a:gd name="connsiteY11" fmla="*/ 277782 h 533193"/>
              <a:gd name="connsiteX12" fmla="*/ 446033 w 603405"/>
              <a:gd name="connsiteY12" fmla="*/ 274786 h 533193"/>
              <a:gd name="connsiteX13" fmla="*/ 443030 w 603405"/>
              <a:gd name="connsiteY13" fmla="*/ 277782 h 533193"/>
              <a:gd name="connsiteX14" fmla="*/ 443330 w 603405"/>
              <a:gd name="connsiteY14" fmla="*/ 516116 h 533193"/>
              <a:gd name="connsiteX15" fmla="*/ 426215 w 603405"/>
              <a:gd name="connsiteY15" fmla="*/ 533193 h 533193"/>
              <a:gd name="connsiteX16" fmla="*/ 409249 w 603405"/>
              <a:gd name="connsiteY16" fmla="*/ 516116 h 533193"/>
              <a:gd name="connsiteX17" fmla="*/ 409249 w 603405"/>
              <a:gd name="connsiteY17" fmla="*/ 380096 h 533193"/>
              <a:gd name="connsiteX18" fmla="*/ 401893 w 603405"/>
              <a:gd name="connsiteY18" fmla="*/ 380096 h 533193"/>
              <a:gd name="connsiteX19" fmla="*/ 401893 w 603405"/>
              <a:gd name="connsiteY19" fmla="*/ 516116 h 533193"/>
              <a:gd name="connsiteX20" fmla="*/ 384778 w 603405"/>
              <a:gd name="connsiteY20" fmla="*/ 533193 h 533193"/>
              <a:gd name="connsiteX21" fmla="*/ 367812 w 603405"/>
              <a:gd name="connsiteY21" fmla="*/ 516116 h 533193"/>
              <a:gd name="connsiteX22" fmla="*/ 367812 w 603405"/>
              <a:gd name="connsiteY22" fmla="*/ 380096 h 533193"/>
              <a:gd name="connsiteX23" fmla="*/ 367812 w 603405"/>
              <a:gd name="connsiteY23" fmla="*/ 277782 h 533193"/>
              <a:gd name="connsiteX24" fmla="*/ 364959 w 603405"/>
              <a:gd name="connsiteY24" fmla="*/ 274936 h 533193"/>
              <a:gd name="connsiteX25" fmla="*/ 362257 w 603405"/>
              <a:gd name="connsiteY25" fmla="*/ 277782 h 533193"/>
              <a:gd name="connsiteX26" fmla="*/ 361656 w 603405"/>
              <a:gd name="connsiteY26" fmla="*/ 381894 h 533193"/>
              <a:gd name="connsiteX27" fmla="*/ 347544 w 603405"/>
              <a:gd name="connsiteY27" fmla="*/ 395975 h 533193"/>
              <a:gd name="connsiteX28" fmla="*/ 347393 w 603405"/>
              <a:gd name="connsiteY28" fmla="*/ 395975 h 533193"/>
              <a:gd name="connsiteX29" fmla="*/ 333281 w 603405"/>
              <a:gd name="connsiteY29" fmla="*/ 381744 h 533193"/>
              <a:gd name="connsiteX30" fmla="*/ 333881 w 603405"/>
              <a:gd name="connsiteY30" fmla="*/ 277633 h 533193"/>
              <a:gd name="connsiteX31" fmla="*/ 367511 w 603405"/>
              <a:gd name="connsiteY31" fmla="*/ 244227 h 533193"/>
              <a:gd name="connsiteX32" fmla="*/ 201525 w 603405"/>
              <a:gd name="connsiteY32" fmla="*/ 244227 h 533193"/>
              <a:gd name="connsiteX33" fmla="*/ 277906 w 603405"/>
              <a:gd name="connsiteY33" fmla="*/ 244227 h 533193"/>
              <a:gd name="connsiteX34" fmla="*/ 311520 w 603405"/>
              <a:gd name="connsiteY34" fmla="*/ 277633 h 533193"/>
              <a:gd name="connsiteX35" fmla="*/ 311970 w 603405"/>
              <a:gd name="connsiteY35" fmla="*/ 381744 h 533193"/>
              <a:gd name="connsiteX36" fmla="*/ 297864 w 603405"/>
              <a:gd name="connsiteY36" fmla="*/ 395975 h 533193"/>
              <a:gd name="connsiteX37" fmla="*/ 297714 w 603405"/>
              <a:gd name="connsiteY37" fmla="*/ 395975 h 533193"/>
              <a:gd name="connsiteX38" fmla="*/ 283608 w 603405"/>
              <a:gd name="connsiteY38" fmla="*/ 381894 h 533193"/>
              <a:gd name="connsiteX39" fmla="*/ 283008 w 603405"/>
              <a:gd name="connsiteY39" fmla="*/ 277782 h 533193"/>
              <a:gd name="connsiteX40" fmla="*/ 280007 w 603405"/>
              <a:gd name="connsiteY40" fmla="*/ 274786 h 533193"/>
              <a:gd name="connsiteX41" fmla="*/ 277156 w 603405"/>
              <a:gd name="connsiteY41" fmla="*/ 277782 h 533193"/>
              <a:gd name="connsiteX42" fmla="*/ 277456 w 603405"/>
              <a:gd name="connsiteY42" fmla="*/ 516116 h 533193"/>
              <a:gd name="connsiteX43" fmla="*/ 260349 w 603405"/>
              <a:gd name="connsiteY43" fmla="*/ 533193 h 533193"/>
              <a:gd name="connsiteX44" fmla="*/ 243242 w 603405"/>
              <a:gd name="connsiteY44" fmla="*/ 516116 h 533193"/>
              <a:gd name="connsiteX45" fmla="*/ 243242 w 603405"/>
              <a:gd name="connsiteY45" fmla="*/ 380096 h 533193"/>
              <a:gd name="connsiteX46" fmla="*/ 235889 w 603405"/>
              <a:gd name="connsiteY46" fmla="*/ 380096 h 533193"/>
              <a:gd name="connsiteX47" fmla="*/ 235889 w 603405"/>
              <a:gd name="connsiteY47" fmla="*/ 516116 h 533193"/>
              <a:gd name="connsiteX48" fmla="*/ 218932 w 603405"/>
              <a:gd name="connsiteY48" fmla="*/ 533193 h 533193"/>
              <a:gd name="connsiteX49" fmla="*/ 201825 w 603405"/>
              <a:gd name="connsiteY49" fmla="*/ 516116 h 533193"/>
              <a:gd name="connsiteX50" fmla="*/ 201825 w 603405"/>
              <a:gd name="connsiteY50" fmla="*/ 380096 h 533193"/>
              <a:gd name="connsiteX51" fmla="*/ 201825 w 603405"/>
              <a:gd name="connsiteY51" fmla="*/ 277782 h 533193"/>
              <a:gd name="connsiteX52" fmla="*/ 199124 w 603405"/>
              <a:gd name="connsiteY52" fmla="*/ 274936 h 533193"/>
              <a:gd name="connsiteX53" fmla="*/ 196423 w 603405"/>
              <a:gd name="connsiteY53" fmla="*/ 277782 h 533193"/>
              <a:gd name="connsiteX54" fmla="*/ 195822 w 603405"/>
              <a:gd name="connsiteY54" fmla="*/ 381894 h 533193"/>
              <a:gd name="connsiteX55" fmla="*/ 181567 w 603405"/>
              <a:gd name="connsiteY55" fmla="*/ 395975 h 533193"/>
              <a:gd name="connsiteX56" fmla="*/ 167461 w 603405"/>
              <a:gd name="connsiteY56" fmla="*/ 381744 h 533193"/>
              <a:gd name="connsiteX57" fmla="*/ 167911 w 603405"/>
              <a:gd name="connsiteY57" fmla="*/ 277633 h 533193"/>
              <a:gd name="connsiteX58" fmla="*/ 201525 w 603405"/>
              <a:gd name="connsiteY58" fmla="*/ 244227 h 533193"/>
              <a:gd name="connsiteX59" fmla="*/ 34214 w 603405"/>
              <a:gd name="connsiteY59" fmla="*/ 244227 h 533193"/>
              <a:gd name="connsiteX60" fmla="*/ 110445 w 603405"/>
              <a:gd name="connsiteY60" fmla="*/ 244227 h 533193"/>
              <a:gd name="connsiteX61" fmla="*/ 144059 w 603405"/>
              <a:gd name="connsiteY61" fmla="*/ 277633 h 533193"/>
              <a:gd name="connsiteX62" fmla="*/ 144509 w 603405"/>
              <a:gd name="connsiteY62" fmla="*/ 381744 h 533193"/>
              <a:gd name="connsiteX63" fmla="*/ 130403 w 603405"/>
              <a:gd name="connsiteY63" fmla="*/ 395975 h 533193"/>
              <a:gd name="connsiteX64" fmla="*/ 116147 w 603405"/>
              <a:gd name="connsiteY64" fmla="*/ 381894 h 533193"/>
              <a:gd name="connsiteX65" fmla="*/ 115697 w 603405"/>
              <a:gd name="connsiteY65" fmla="*/ 277782 h 533193"/>
              <a:gd name="connsiteX66" fmla="*/ 112696 w 603405"/>
              <a:gd name="connsiteY66" fmla="*/ 274786 h 533193"/>
              <a:gd name="connsiteX67" fmla="*/ 109694 w 603405"/>
              <a:gd name="connsiteY67" fmla="*/ 277782 h 533193"/>
              <a:gd name="connsiteX68" fmla="*/ 109995 w 603405"/>
              <a:gd name="connsiteY68" fmla="*/ 516116 h 533193"/>
              <a:gd name="connsiteX69" fmla="*/ 92888 w 603405"/>
              <a:gd name="connsiteY69" fmla="*/ 533193 h 533193"/>
              <a:gd name="connsiteX70" fmla="*/ 75931 w 603405"/>
              <a:gd name="connsiteY70" fmla="*/ 516116 h 533193"/>
              <a:gd name="connsiteX71" fmla="*/ 75931 w 603405"/>
              <a:gd name="connsiteY71" fmla="*/ 380096 h 533193"/>
              <a:gd name="connsiteX72" fmla="*/ 68578 w 603405"/>
              <a:gd name="connsiteY72" fmla="*/ 380096 h 533193"/>
              <a:gd name="connsiteX73" fmla="*/ 68578 w 603405"/>
              <a:gd name="connsiteY73" fmla="*/ 516116 h 533193"/>
              <a:gd name="connsiteX74" fmla="*/ 51471 w 603405"/>
              <a:gd name="connsiteY74" fmla="*/ 533193 h 533193"/>
              <a:gd name="connsiteX75" fmla="*/ 34364 w 603405"/>
              <a:gd name="connsiteY75" fmla="*/ 516116 h 533193"/>
              <a:gd name="connsiteX76" fmla="*/ 34364 w 603405"/>
              <a:gd name="connsiteY76" fmla="*/ 380096 h 533193"/>
              <a:gd name="connsiteX77" fmla="*/ 34364 w 603405"/>
              <a:gd name="connsiteY77" fmla="*/ 277782 h 533193"/>
              <a:gd name="connsiteX78" fmla="*/ 31663 w 603405"/>
              <a:gd name="connsiteY78" fmla="*/ 275086 h 533193"/>
              <a:gd name="connsiteX79" fmla="*/ 28962 w 603405"/>
              <a:gd name="connsiteY79" fmla="*/ 277782 h 533193"/>
              <a:gd name="connsiteX80" fmla="*/ 28361 w 603405"/>
              <a:gd name="connsiteY80" fmla="*/ 381894 h 533193"/>
              <a:gd name="connsiteX81" fmla="*/ 14256 w 603405"/>
              <a:gd name="connsiteY81" fmla="*/ 395975 h 533193"/>
              <a:gd name="connsiteX82" fmla="*/ 14106 w 603405"/>
              <a:gd name="connsiteY82" fmla="*/ 395975 h 533193"/>
              <a:gd name="connsiteX83" fmla="*/ 0 w 603405"/>
              <a:gd name="connsiteY83" fmla="*/ 381744 h 533193"/>
              <a:gd name="connsiteX84" fmla="*/ 600 w 603405"/>
              <a:gd name="connsiteY84" fmla="*/ 277633 h 533193"/>
              <a:gd name="connsiteX85" fmla="*/ 34214 w 603405"/>
              <a:gd name="connsiteY85" fmla="*/ 244227 h 533193"/>
              <a:gd name="connsiteX86" fmla="*/ 298774 w 603405"/>
              <a:gd name="connsiteY86" fmla="*/ 232090 h 533193"/>
              <a:gd name="connsiteX87" fmla="*/ 346547 w 603405"/>
              <a:gd name="connsiteY87" fmla="*/ 232090 h 533193"/>
              <a:gd name="connsiteX88" fmla="*/ 322660 w 603405"/>
              <a:gd name="connsiteY88" fmla="*/ 254883 h 533193"/>
              <a:gd name="connsiteX89" fmla="*/ 298774 w 603405"/>
              <a:gd name="connsiteY89" fmla="*/ 232090 h 533193"/>
              <a:gd name="connsiteX90" fmla="*/ 405716 w 603405"/>
              <a:gd name="connsiteY90" fmla="*/ 176061 h 533193"/>
              <a:gd name="connsiteX91" fmla="*/ 435177 w 603405"/>
              <a:gd name="connsiteY91" fmla="*/ 205417 h 533193"/>
              <a:gd name="connsiteX92" fmla="*/ 405716 w 603405"/>
              <a:gd name="connsiteY92" fmla="*/ 234773 h 533193"/>
              <a:gd name="connsiteX93" fmla="*/ 376255 w 603405"/>
              <a:gd name="connsiteY93" fmla="*/ 205417 h 533193"/>
              <a:gd name="connsiteX94" fmla="*/ 405716 w 603405"/>
              <a:gd name="connsiteY94" fmla="*/ 176061 h 533193"/>
              <a:gd name="connsiteX95" fmla="*/ 239817 w 603405"/>
              <a:gd name="connsiteY95" fmla="*/ 176061 h 533193"/>
              <a:gd name="connsiteX96" fmla="*/ 269208 w 603405"/>
              <a:gd name="connsiteY96" fmla="*/ 205417 h 533193"/>
              <a:gd name="connsiteX97" fmla="*/ 239817 w 603405"/>
              <a:gd name="connsiteY97" fmla="*/ 234773 h 533193"/>
              <a:gd name="connsiteX98" fmla="*/ 210426 w 603405"/>
              <a:gd name="connsiteY98" fmla="*/ 205417 h 533193"/>
              <a:gd name="connsiteX99" fmla="*/ 239817 w 603405"/>
              <a:gd name="connsiteY99" fmla="*/ 176061 h 533193"/>
              <a:gd name="connsiteX100" fmla="*/ 72325 w 603405"/>
              <a:gd name="connsiteY100" fmla="*/ 176061 h 533193"/>
              <a:gd name="connsiteX101" fmla="*/ 101897 w 603405"/>
              <a:gd name="connsiteY101" fmla="*/ 205416 h 533193"/>
              <a:gd name="connsiteX102" fmla="*/ 72325 w 603405"/>
              <a:gd name="connsiteY102" fmla="*/ 234772 h 533193"/>
              <a:gd name="connsiteX103" fmla="*/ 42904 w 603405"/>
              <a:gd name="connsiteY103" fmla="*/ 205416 h 533193"/>
              <a:gd name="connsiteX104" fmla="*/ 72325 w 603405"/>
              <a:gd name="connsiteY104" fmla="*/ 176061 h 533193"/>
              <a:gd name="connsiteX105" fmla="*/ 1200 w 603405"/>
              <a:gd name="connsiteY105" fmla="*/ 56241 h 533193"/>
              <a:gd name="connsiteX106" fmla="*/ 384613 w 603405"/>
              <a:gd name="connsiteY106" fmla="*/ 56241 h 533193"/>
              <a:gd name="connsiteX107" fmla="*/ 603405 w 603405"/>
              <a:gd name="connsiteY107" fmla="*/ 274494 h 533193"/>
              <a:gd name="connsiteX108" fmla="*/ 540979 w 603405"/>
              <a:gd name="connsiteY108" fmla="*/ 336809 h 533193"/>
              <a:gd name="connsiteX109" fmla="*/ 494459 w 603405"/>
              <a:gd name="connsiteY109" fmla="*/ 336809 h 533193"/>
              <a:gd name="connsiteX110" fmla="*/ 494159 w 603405"/>
              <a:gd name="connsiteY110" fmla="*/ 277490 h 533193"/>
              <a:gd name="connsiteX111" fmla="*/ 464747 w 603405"/>
              <a:gd name="connsiteY111" fmla="*/ 232102 h 533193"/>
              <a:gd name="connsiteX112" fmla="*/ 551333 w 603405"/>
              <a:gd name="connsiteY112" fmla="*/ 232102 h 533193"/>
              <a:gd name="connsiteX113" fmla="*/ 551483 w 603405"/>
              <a:gd name="connsiteY113" fmla="*/ 232102 h 533193"/>
              <a:gd name="connsiteX114" fmla="*/ 557636 w 603405"/>
              <a:gd name="connsiteY114" fmla="*/ 228806 h 533193"/>
              <a:gd name="connsiteX115" fmla="*/ 558236 w 603405"/>
              <a:gd name="connsiteY115" fmla="*/ 221766 h 533193"/>
              <a:gd name="connsiteX116" fmla="*/ 504663 w 603405"/>
              <a:gd name="connsiteY116" fmla="*/ 136532 h 533193"/>
              <a:gd name="connsiteX117" fmla="*/ 415676 w 603405"/>
              <a:gd name="connsiteY117" fmla="*/ 97585 h 533193"/>
              <a:gd name="connsiteX118" fmla="*/ 397968 w 603405"/>
              <a:gd name="connsiteY118" fmla="*/ 97585 h 533193"/>
              <a:gd name="connsiteX119" fmla="*/ 397968 w 603405"/>
              <a:gd name="connsiteY119" fmla="*/ 159900 h 533193"/>
              <a:gd name="connsiteX120" fmla="*/ 364954 w 603405"/>
              <a:gd name="connsiteY120" fmla="*/ 183568 h 533193"/>
              <a:gd name="connsiteX121" fmla="*/ 364954 w 603405"/>
              <a:gd name="connsiteY121" fmla="*/ 97585 h 533193"/>
              <a:gd name="connsiteX122" fmla="*/ 174223 w 603405"/>
              <a:gd name="connsiteY122" fmla="*/ 97585 h 533193"/>
              <a:gd name="connsiteX123" fmla="*/ 174223 w 603405"/>
              <a:gd name="connsiteY123" fmla="*/ 232102 h 533193"/>
              <a:gd name="connsiteX124" fmla="*/ 180526 w 603405"/>
              <a:gd name="connsiteY124" fmla="*/ 232102 h 533193"/>
              <a:gd name="connsiteX125" fmla="*/ 174223 w 603405"/>
              <a:gd name="connsiteY125" fmla="*/ 235547 h 533193"/>
              <a:gd name="connsiteX126" fmla="*/ 156065 w 603405"/>
              <a:gd name="connsiteY126" fmla="*/ 256369 h 533193"/>
              <a:gd name="connsiteX127" fmla="*/ 141209 w 603405"/>
              <a:gd name="connsiteY127" fmla="*/ 238093 h 533193"/>
              <a:gd name="connsiteX128" fmla="*/ 131455 w 603405"/>
              <a:gd name="connsiteY128" fmla="*/ 232102 h 533193"/>
              <a:gd name="connsiteX129" fmla="*/ 141209 w 603405"/>
              <a:gd name="connsiteY129" fmla="*/ 232102 h 533193"/>
              <a:gd name="connsiteX130" fmla="*/ 141209 w 603405"/>
              <a:gd name="connsiteY130" fmla="*/ 97585 h 533193"/>
              <a:gd name="connsiteX131" fmla="*/ 1200 w 603405"/>
              <a:gd name="connsiteY131" fmla="*/ 97585 h 533193"/>
              <a:gd name="connsiteX132" fmla="*/ 30337 w 603405"/>
              <a:gd name="connsiteY132" fmla="*/ 0 h 533193"/>
              <a:gd name="connsiteX133" fmla="*/ 450496 w 603405"/>
              <a:gd name="connsiteY133" fmla="*/ 0 h 533193"/>
              <a:gd name="connsiteX134" fmla="*/ 467002 w 603405"/>
              <a:gd name="connsiteY134" fmla="*/ 16512 h 533193"/>
              <a:gd name="connsiteX135" fmla="*/ 450496 w 603405"/>
              <a:gd name="connsiteY135" fmla="*/ 33025 h 533193"/>
              <a:gd name="connsiteX136" fmla="*/ 30337 w 603405"/>
              <a:gd name="connsiteY136" fmla="*/ 33025 h 533193"/>
              <a:gd name="connsiteX137" fmla="*/ 13831 w 603405"/>
              <a:gd name="connsiteY137" fmla="*/ 16512 h 533193"/>
              <a:gd name="connsiteX138" fmla="*/ 30337 w 603405"/>
              <a:gd name="connsiteY138" fmla="*/ 0 h 53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603405" h="533193">
                <a:moveTo>
                  <a:pt x="494452" y="356003"/>
                </a:moveTo>
                <a:lnTo>
                  <a:pt x="585270" y="356003"/>
                </a:lnTo>
                <a:cubicBezTo>
                  <a:pt x="594277" y="356003"/>
                  <a:pt x="601782" y="363343"/>
                  <a:pt x="601782" y="372480"/>
                </a:cubicBezTo>
                <a:cubicBezTo>
                  <a:pt x="601782" y="381617"/>
                  <a:pt x="594277" y="388957"/>
                  <a:pt x="585270" y="388957"/>
                </a:cubicBezTo>
                <a:lnTo>
                  <a:pt x="494452" y="388957"/>
                </a:lnTo>
                <a:close/>
                <a:moveTo>
                  <a:pt x="367511" y="244227"/>
                </a:moveTo>
                <a:lnTo>
                  <a:pt x="443780" y="244227"/>
                </a:lnTo>
                <a:cubicBezTo>
                  <a:pt x="462247" y="244227"/>
                  <a:pt x="477261" y="259207"/>
                  <a:pt x="477411" y="277633"/>
                </a:cubicBezTo>
                <a:lnTo>
                  <a:pt x="477861" y="381744"/>
                </a:lnTo>
                <a:cubicBezTo>
                  <a:pt x="478011" y="389534"/>
                  <a:pt x="471706" y="395975"/>
                  <a:pt x="463748" y="395975"/>
                </a:cubicBezTo>
                <a:cubicBezTo>
                  <a:pt x="455941" y="395975"/>
                  <a:pt x="449486" y="389684"/>
                  <a:pt x="449486" y="381894"/>
                </a:cubicBezTo>
                <a:lnTo>
                  <a:pt x="449035" y="277782"/>
                </a:lnTo>
                <a:cubicBezTo>
                  <a:pt x="449035" y="276135"/>
                  <a:pt x="447684" y="274786"/>
                  <a:pt x="446033" y="274786"/>
                </a:cubicBezTo>
                <a:cubicBezTo>
                  <a:pt x="444381" y="274786"/>
                  <a:pt x="443030" y="276135"/>
                  <a:pt x="443030" y="277782"/>
                </a:cubicBezTo>
                <a:cubicBezTo>
                  <a:pt x="443030" y="419944"/>
                  <a:pt x="443330" y="291115"/>
                  <a:pt x="443330" y="516116"/>
                </a:cubicBezTo>
                <a:cubicBezTo>
                  <a:pt x="443330" y="525553"/>
                  <a:pt x="435673" y="533193"/>
                  <a:pt x="426215" y="533193"/>
                </a:cubicBezTo>
                <a:cubicBezTo>
                  <a:pt x="416906" y="533193"/>
                  <a:pt x="409249" y="525553"/>
                  <a:pt x="409249" y="516116"/>
                </a:cubicBezTo>
                <a:lnTo>
                  <a:pt x="409249" y="380096"/>
                </a:lnTo>
                <a:lnTo>
                  <a:pt x="401893" y="380096"/>
                </a:lnTo>
                <a:lnTo>
                  <a:pt x="401893" y="516116"/>
                </a:lnTo>
                <a:cubicBezTo>
                  <a:pt x="401893" y="525553"/>
                  <a:pt x="394236" y="533193"/>
                  <a:pt x="384778" y="533193"/>
                </a:cubicBezTo>
                <a:cubicBezTo>
                  <a:pt x="375319" y="533193"/>
                  <a:pt x="367812" y="525553"/>
                  <a:pt x="367812" y="516116"/>
                </a:cubicBezTo>
                <a:lnTo>
                  <a:pt x="367812" y="380096"/>
                </a:lnTo>
                <a:lnTo>
                  <a:pt x="367812" y="277782"/>
                </a:lnTo>
                <a:cubicBezTo>
                  <a:pt x="367812" y="276284"/>
                  <a:pt x="366461" y="274936"/>
                  <a:pt x="364959" y="274936"/>
                </a:cubicBezTo>
                <a:cubicBezTo>
                  <a:pt x="363458" y="274936"/>
                  <a:pt x="362257" y="276284"/>
                  <a:pt x="362257" y="277782"/>
                </a:cubicBezTo>
                <a:lnTo>
                  <a:pt x="361656" y="381894"/>
                </a:lnTo>
                <a:cubicBezTo>
                  <a:pt x="361656" y="389684"/>
                  <a:pt x="355351" y="395975"/>
                  <a:pt x="347544" y="395975"/>
                </a:cubicBezTo>
                <a:lnTo>
                  <a:pt x="347393" y="395975"/>
                </a:lnTo>
                <a:cubicBezTo>
                  <a:pt x="339586" y="395975"/>
                  <a:pt x="333281" y="389534"/>
                  <a:pt x="333281" y="381744"/>
                </a:cubicBezTo>
                <a:lnTo>
                  <a:pt x="333881" y="277633"/>
                </a:lnTo>
                <a:cubicBezTo>
                  <a:pt x="333881" y="259207"/>
                  <a:pt x="349045" y="244227"/>
                  <a:pt x="367511" y="244227"/>
                </a:cubicBezTo>
                <a:close/>
                <a:moveTo>
                  <a:pt x="201525" y="244227"/>
                </a:moveTo>
                <a:lnTo>
                  <a:pt x="277906" y="244227"/>
                </a:lnTo>
                <a:cubicBezTo>
                  <a:pt x="296213" y="244227"/>
                  <a:pt x="311370" y="259207"/>
                  <a:pt x="311520" y="277633"/>
                </a:cubicBezTo>
                <a:lnTo>
                  <a:pt x="311970" y="381744"/>
                </a:lnTo>
                <a:cubicBezTo>
                  <a:pt x="311970" y="389534"/>
                  <a:pt x="305667" y="395975"/>
                  <a:pt x="297864" y="395975"/>
                </a:cubicBezTo>
                <a:lnTo>
                  <a:pt x="297714" y="395975"/>
                </a:lnTo>
                <a:cubicBezTo>
                  <a:pt x="289911" y="395975"/>
                  <a:pt x="283608" y="389684"/>
                  <a:pt x="283608" y="381894"/>
                </a:cubicBezTo>
                <a:lnTo>
                  <a:pt x="283008" y="277782"/>
                </a:lnTo>
                <a:cubicBezTo>
                  <a:pt x="283008" y="276135"/>
                  <a:pt x="281657" y="274786"/>
                  <a:pt x="280007" y="274786"/>
                </a:cubicBezTo>
                <a:cubicBezTo>
                  <a:pt x="278356" y="274786"/>
                  <a:pt x="277156" y="276135"/>
                  <a:pt x="277156" y="277782"/>
                </a:cubicBezTo>
                <a:cubicBezTo>
                  <a:pt x="277156" y="419944"/>
                  <a:pt x="277456" y="291115"/>
                  <a:pt x="277456" y="516116"/>
                </a:cubicBezTo>
                <a:cubicBezTo>
                  <a:pt x="277456" y="525553"/>
                  <a:pt x="269803" y="533193"/>
                  <a:pt x="260349" y="533193"/>
                </a:cubicBezTo>
                <a:cubicBezTo>
                  <a:pt x="250895" y="533193"/>
                  <a:pt x="243242" y="525553"/>
                  <a:pt x="243242" y="516116"/>
                </a:cubicBezTo>
                <a:lnTo>
                  <a:pt x="243242" y="380096"/>
                </a:lnTo>
                <a:lnTo>
                  <a:pt x="235889" y="380096"/>
                </a:lnTo>
                <a:lnTo>
                  <a:pt x="235889" y="516116"/>
                </a:lnTo>
                <a:cubicBezTo>
                  <a:pt x="235889" y="525553"/>
                  <a:pt x="228386" y="533193"/>
                  <a:pt x="218932" y="533193"/>
                </a:cubicBezTo>
                <a:cubicBezTo>
                  <a:pt x="209478" y="533193"/>
                  <a:pt x="201825" y="525553"/>
                  <a:pt x="201825" y="516116"/>
                </a:cubicBezTo>
                <a:lnTo>
                  <a:pt x="201825" y="380096"/>
                </a:lnTo>
                <a:lnTo>
                  <a:pt x="201825" y="277782"/>
                </a:lnTo>
                <a:cubicBezTo>
                  <a:pt x="201825" y="276284"/>
                  <a:pt x="200624" y="274936"/>
                  <a:pt x="199124" y="274936"/>
                </a:cubicBezTo>
                <a:cubicBezTo>
                  <a:pt x="197623" y="274936"/>
                  <a:pt x="196423" y="276284"/>
                  <a:pt x="196423" y="277782"/>
                </a:cubicBezTo>
                <a:lnTo>
                  <a:pt x="195822" y="381894"/>
                </a:lnTo>
                <a:cubicBezTo>
                  <a:pt x="195822" y="389684"/>
                  <a:pt x="189370" y="395975"/>
                  <a:pt x="181567" y="395975"/>
                </a:cubicBezTo>
                <a:cubicBezTo>
                  <a:pt x="173763" y="395975"/>
                  <a:pt x="167311" y="389534"/>
                  <a:pt x="167461" y="381744"/>
                </a:cubicBezTo>
                <a:lnTo>
                  <a:pt x="167911" y="277633"/>
                </a:lnTo>
                <a:cubicBezTo>
                  <a:pt x="168061" y="259207"/>
                  <a:pt x="183067" y="244227"/>
                  <a:pt x="201525" y="244227"/>
                </a:cubicBezTo>
                <a:close/>
                <a:moveTo>
                  <a:pt x="34214" y="244227"/>
                </a:moveTo>
                <a:lnTo>
                  <a:pt x="110445" y="244227"/>
                </a:lnTo>
                <a:cubicBezTo>
                  <a:pt x="128902" y="244227"/>
                  <a:pt x="143908" y="259207"/>
                  <a:pt x="144059" y="277633"/>
                </a:cubicBezTo>
                <a:lnTo>
                  <a:pt x="144509" y="381744"/>
                </a:lnTo>
                <a:cubicBezTo>
                  <a:pt x="144659" y="389534"/>
                  <a:pt x="138206" y="395975"/>
                  <a:pt x="130403" y="395975"/>
                </a:cubicBezTo>
                <a:cubicBezTo>
                  <a:pt x="122600" y="395975"/>
                  <a:pt x="116147" y="389684"/>
                  <a:pt x="116147" y="381894"/>
                </a:cubicBezTo>
                <a:lnTo>
                  <a:pt x="115697" y="277782"/>
                </a:lnTo>
                <a:cubicBezTo>
                  <a:pt x="115547" y="276135"/>
                  <a:pt x="114346" y="274786"/>
                  <a:pt x="112696" y="274786"/>
                </a:cubicBezTo>
                <a:cubicBezTo>
                  <a:pt x="111045" y="274786"/>
                  <a:pt x="109694" y="276135"/>
                  <a:pt x="109694" y="277782"/>
                </a:cubicBezTo>
                <a:cubicBezTo>
                  <a:pt x="109694" y="343695"/>
                  <a:pt x="109995" y="452450"/>
                  <a:pt x="109995" y="516116"/>
                </a:cubicBezTo>
                <a:cubicBezTo>
                  <a:pt x="109995" y="525553"/>
                  <a:pt x="102341" y="533193"/>
                  <a:pt x="92888" y="533193"/>
                </a:cubicBezTo>
                <a:cubicBezTo>
                  <a:pt x="83584" y="533193"/>
                  <a:pt x="75931" y="525553"/>
                  <a:pt x="75931" y="516116"/>
                </a:cubicBezTo>
                <a:lnTo>
                  <a:pt x="75931" y="380096"/>
                </a:lnTo>
                <a:lnTo>
                  <a:pt x="68578" y="380096"/>
                </a:lnTo>
                <a:lnTo>
                  <a:pt x="68578" y="516116"/>
                </a:lnTo>
                <a:cubicBezTo>
                  <a:pt x="68578" y="525553"/>
                  <a:pt x="60925" y="533193"/>
                  <a:pt x="51471" y="533193"/>
                </a:cubicBezTo>
                <a:cubicBezTo>
                  <a:pt x="42017" y="533193"/>
                  <a:pt x="34364" y="525553"/>
                  <a:pt x="34364" y="516116"/>
                </a:cubicBezTo>
                <a:lnTo>
                  <a:pt x="34364" y="380096"/>
                </a:lnTo>
                <a:lnTo>
                  <a:pt x="34364" y="277782"/>
                </a:lnTo>
                <a:cubicBezTo>
                  <a:pt x="34364" y="276284"/>
                  <a:pt x="33163" y="275086"/>
                  <a:pt x="31663" y="275086"/>
                </a:cubicBezTo>
                <a:cubicBezTo>
                  <a:pt x="30162" y="274936"/>
                  <a:pt x="28962" y="276284"/>
                  <a:pt x="28962" y="277782"/>
                </a:cubicBezTo>
                <a:lnTo>
                  <a:pt x="28361" y="381894"/>
                </a:lnTo>
                <a:cubicBezTo>
                  <a:pt x="28361" y="389684"/>
                  <a:pt x="22059" y="395975"/>
                  <a:pt x="14256" y="395975"/>
                </a:cubicBezTo>
                <a:lnTo>
                  <a:pt x="14106" y="395975"/>
                </a:lnTo>
                <a:cubicBezTo>
                  <a:pt x="6302" y="395975"/>
                  <a:pt x="0" y="389534"/>
                  <a:pt x="0" y="381744"/>
                </a:cubicBezTo>
                <a:lnTo>
                  <a:pt x="600" y="277633"/>
                </a:lnTo>
                <a:cubicBezTo>
                  <a:pt x="600" y="259207"/>
                  <a:pt x="15756" y="244227"/>
                  <a:pt x="34214" y="244227"/>
                </a:cubicBezTo>
                <a:close/>
                <a:moveTo>
                  <a:pt x="298774" y="232090"/>
                </a:moveTo>
                <a:lnTo>
                  <a:pt x="346547" y="232090"/>
                </a:lnTo>
                <a:cubicBezTo>
                  <a:pt x="336331" y="236739"/>
                  <a:pt x="327768" y="244836"/>
                  <a:pt x="322660" y="254883"/>
                </a:cubicBezTo>
                <a:cubicBezTo>
                  <a:pt x="317552" y="244836"/>
                  <a:pt x="309140" y="236739"/>
                  <a:pt x="298774" y="232090"/>
                </a:cubicBezTo>
                <a:close/>
                <a:moveTo>
                  <a:pt x="405716" y="176061"/>
                </a:moveTo>
                <a:cubicBezTo>
                  <a:pt x="421987" y="176061"/>
                  <a:pt x="435177" y="189204"/>
                  <a:pt x="435177" y="205417"/>
                </a:cubicBezTo>
                <a:cubicBezTo>
                  <a:pt x="435177" y="221630"/>
                  <a:pt x="421987" y="234773"/>
                  <a:pt x="405716" y="234773"/>
                </a:cubicBezTo>
                <a:cubicBezTo>
                  <a:pt x="389445" y="234773"/>
                  <a:pt x="376255" y="221630"/>
                  <a:pt x="376255" y="205417"/>
                </a:cubicBezTo>
                <a:cubicBezTo>
                  <a:pt x="376255" y="189204"/>
                  <a:pt x="389445" y="176061"/>
                  <a:pt x="405716" y="176061"/>
                </a:cubicBezTo>
                <a:close/>
                <a:moveTo>
                  <a:pt x="239817" y="176061"/>
                </a:moveTo>
                <a:cubicBezTo>
                  <a:pt x="256049" y="176061"/>
                  <a:pt x="269208" y="189204"/>
                  <a:pt x="269208" y="205417"/>
                </a:cubicBezTo>
                <a:cubicBezTo>
                  <a:pt x="269208" y="221630"/>
                  <a:pt x="256049" y="234773"/>
                  <a:pt x="239817" y="234773"/>
                </a:cubicBezTo>
                <a:cubicBezTo>
                  <a:pt x="223585" y="234773"/>
                  <a:pt x="210426" y="221630"/>
                  <a:pt x="210426" y="205417"/>
                </a:cubicBezTo>
                <a:cubicBezTo>
                  <a:pt x="210426" y="189204"/>
                  <a:pt x="223585" y="176061"/>
                  <a:pt x="239817" y="176061"/>
                </a:cubicBezTo>
                <a:close/>
                <a:moveTo>
                  <a:pt x="72325" y="176061"/>
                </a:moveTo>
                <a:cubicBezTo>
                  <a:pt x="88687" y="176061"/>
                  <a:pt x="101897" y="189241"/>
                  <a:pt x="101897" y="205416"/>
                </a:cubicBezTo>
                <a:cubicBezTo>
                  <a:pt x="101897" y="221592"/>
                  <a:pt x="88687" y="234772"/>
                  <a:pt x="72325" y="234772"/>
                </a:cubicBezTo>
                <a:cubicBezTo>
                  <a:pt x="56113" y="234772"/>
                  <a:pt x="42904" y="221592"/>
                  <a:pt x="42904" y="205416"/>
                </a:cubicBezTo>
                <a:cubicBezTo>
                  <a:pt x="42904" y="189241"/>
                  <a:pt x="55963" y="176061"/>
                  <a:pt x="72325" y="176061"/>
                </a:cubicBezTo>
                <a:close/>
                <a:moveTo>
                  <a:pt x="1200" y="56241"/>
                </a:moveTo>
                <a:lnTo>
                  <a:pt x="384613" y="56241"/>
                </a:lnTo>
                <a:cubicBezTo>
                  <a:pt x="505414" y="56241"/>
                  <a:pt x="603405" y="154058"/>
                  <a:pt x="603405" y="274494"/>
                </a:cubicBezTo>
                <a:cubicBezTo>
                  <a:pt x="603405" y="308947"/>
                  <a:pt x="575493" y="336809"/>
                  <a:pt x="540979" y="336809"/>
                </a:cubicBezTo>
                <a:lnTo>
                  <a:pt x="494459" y="336809"/>
                </a:lnTo>
                <a:lnTo>
                  <a:pt x="494159" y="277490"/>
                </a:lnTo>
                <a:cubicBezTo>
                  <a:pt x="494009" y="257417"/>
                  <a:pt x="482004" y="240041"/>
                  <a:pt x="464747" y="232102"/>
                </a:cubicBezTo>
                <a:lnTo>
                  <a:pt x="551333" y="232102"/>
                </a:lnTo>
                <a:lnTo>
                  <a:pt x="551483" y="232102"/>
                </a:lnTo>
                <a:cubicBezTo>
                  <a:pt x="553884" y="232102"/>
                  <a:pt x="556285" y="230753"/>
                  <a:pt x="557636" y="228806"/>
                </a:cubicBezTo>
                <a:cubicBezTo>
                  <a:pt x="558986" y="226709"/>
                  <a:pt x="559136" y="224013"/>
                  <a:pt x="558236" y="221766"/>
                </a:cubicBezTo>
                <a:cubicBezTo>
                  <a:pt x="550283" y="203790"/>
                  <a:pt x="531825" y="165892"/>
                  <a:pt x="504663" y="136532"/>
                </a:cubicBezTo>
                <a:cubicBezTo>
                  <a:pt x="481704" y="111666"/>
                  <a:pt x="449440" y="97585"/>
                  <a:pt x="415676" y="97585"/>
                </a:cubicBezTo>
                <a:lnTo>
                  <a:pt x="397968" y="97585"/>
                </a:lnTo>
                <a:lnTo>
                  <a:pt x="397968" y="159900"/>
                </a:lnTo>
                <a:cubicBezTo>
                  <a:pt x="383712" y="162297"/>
                  <a:pt x="371707" y="171284"/>
                  <a:pt x="364954" y="183568"/>
                </a:cubicBezTo>
                <a:lnTo>
                  <a:pt x="364954" y="97585"/>
                </a:lnTo>
                <a:lnTo>
                  <a:pt x="174223" y="97585"/>
                </a:lnTo>
                <a:lnTo>
                  <a:pt x="174223" y="232102"/>
                </a:lnTo>
                <a:lnTo>
                  <a:pt x="180526" y="232102"/>
                </a:lnTo>
                <a:cubicBezTo>
                  <a:pt x="178425" y="233150"/>
                  <a:pt x="176324" y="234199"/>
                  <a:pt x="174223" y="235547"/>
                </a:cubicBezTo>
                <a:cubicBezTo>
                  <a:pt x="166420" y="240640"/>
                  <a:pt x="159967" y="247830"/>
                  <a:pt x="156065" y="256369"/>
                </a:cubicBezTo>
                <a:cubicBezTo>
                  <a:pt x="152614" y="249178"/>
                  <a:pt x="147512" y="242887"/>
                  <a:pt x="141209" y="238093"/>
                </a:cubicBezTo>
                <a:cubicBezTo>
                  <a:pt x="138208" y="235697"/>
                  <a:pt x="134906" y="233749"/>
                  <a:pt x="131455" y="232102"/>
                </a:cubicBezTo>
                <a:lnTo>
                  <a:pt x="141209" y="232102"/>
                </a:lnTo>
                <a:lnTo>
                  <a:pt x="141209" y="97585"/>
                </a:lnTo>
                <a:lnTo>
                  <a:pt x="1200" y="97585"/>
                </a:lnTo>
                <a:close/>
                <a:moveTo>
                  <a:pt x="30337" y="0"/>
                </a:moveTo>
                <a:lnTo>
                  <a:pt x="450496" y="0"/>
                </a:lnTo>
                <a:cubicBezTo>
                  <a:pt x="459649" y="0"/>
                  <a:pt x="467002" y="7356"/>
                  <a:pt x="467002" y="16512"/>
                </a:cubicBezTo>
                <a:cubicBezTo>
                  <a:pt x="467002" y="25669"/>
                  <a:pt x="459649" y="33025"/>
                  <a:pt x="450496" y="33025"/>
                </a:cubicBezTo>
                <a:lnTo>
                  <a:pt x="30337" y="33025"/>
                </a:lnTo>
                <a:cubicBezTo>
                  <a:pt x="21184" y="33025"/>
                  <a:pt x="13831" y="25669"/>
                  <a:pt x="13831" y="16512"/>
                </a:cubicBezTo>
                <a:cubicBezTo>
                  <a:pt x="13831" y="7356"/>
                  <a:pt x="21184" y="0"/>
                  <a:pt x="3033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16"/>
            </p:custDataLst>
          </p:nvPr>
        </p:nvSpPr>
        <p:spPr>
          <a:xfrm>
            <a:off x="2770505" y="2225675"/>
            <a:ext cx="2643505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下载并</a:t>
            </a:r>
            <a:r>
              <a:rPr lang="zh-CN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全局安装PM2</a:t>
            </a:r>
            <a:endParaRPr lang="zh-CN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43"/>
          <p:cNvSpPr/>
          <p:nvPr>
            <p:custDataLst>
              <p:tags r:id="rId17"/>
            </p:custDataLst>
          </p:nvPr>
        </p:nvSpPr>
        <p:spPr>
          <a:xfrm>
            <a:off x="1898015" y="5082540"/>
            <a:ext cx="723265" cy="41148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en-US" altLang="zh-CN" sz="1600" b="1" spc="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90" name="图片 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26830" y="187325"/>
            <a:ext cx="2588895" cy="6346825"/>
          </a:xfrm>
          <a:prstGeom prst="rect">
            <a:avLst/>
          </a:prstGeom>
          <a:ln w="88900" cap="sq" cmpd="thickThin">
            <a:solidFill>
              <a:srgbClr val="4C944C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25515" y="593725"/>
            <a:ext cx="2444115" cy="5919470"/>
          </a:xfrm>
          <a:prstGeom prst="rect">
            <a:avLst/>
          </a:prstGeom>
          <a:ln w="88900" cap="sq" cmpd="thickThin">
            <a:solidFill>
              <a:srgbClr val="4C944C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</p:spTree>
    <p:custDataLst>
      <p:tags r:id="rId20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8" grpId="0" bldLvl="0" animBg="1"/>
      <p:bldP spid="3" grpId="1"/>
      <p:bldP spid="38" grpId="1" animBg="1"/>
      <p:bldP spid="33" grpId="0"/>
      <p:bldP spid="34" grpId="0" bldLvl="0" animBg="1"/>
      <p:bldP spid="33" grpId="1"/>
      <p:bldP spid="34" grpId="1" animBg="1"/>
      <p:bldP spid="28" grpId="0"/>
      <p:bldP spid="30" grpId="0" bldLvl="0" animBg="1"/>
      <p:bldP spid="28" grpId="1"/>
      <p:bldP spid="30" grpId="1" animBg="1"/>
      <p:bldP spid="37" grpId="0"/>
      <p:bldP spid="4" grpId="0" bldLvl="0" animBg="1"/>
      <p:bldP spid="37" grpId="1"/>
      <p:bldP spid="4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6" name="图形 3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080" y="3312961"/>
            <a:ext cx="569913" cy="569913"/>
          </a:xfrm>
          <a:prstGeom prst="rect">
            <a:avLst/>
          </a:prstGeom>
        </p:spPr>
      </p:pic>
      <p:sp>
        <p:nvSpPr>
          <p:cNvPr id="13" name="椭圆 12"/>
          <p:cNvSpPr/>
          <p:nvPr/>
        </p:nvSpPr>
        <p:spPr>
          <a:xfrm>
            <a:off x="828163" y="2623009"/>
            <a:ext cx="2226314" cy="2226314"/>
          </a:xfrm>
          <a:prstGeom prst="ellipse">
            <a:avLst/>
          </a:prstGeom>
          <a:blipFill dpi="0" rotWithShape="1">
            <a:blip r:embed="rId5" cstate="screen"/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3" name="文本框 42"/>
          <p:cNvSpPr txBox="1"/>
          <p:nvPr>
            <p:custDataLst>
              <p:tags r:id="rId6"/>
            </p:custDataLst>
          </p:nvPr>
        </p:nvSpPr>
        <p:spPr>
          <a:xfrm>
            <a:off x="1294130" y="993140"/>
            <a:ext cx="70040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1. </a:t>
            </a:r>
            <a:r>
              <a:rPr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下载并全局安装PM2</a:t>
            </a:r>
            <a:r>
              <a:rPr 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（已安装可忽略）</a:t>
            </a:r>
            <a:endParaRPr 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Isosceles Triangle 2_1"/>
          <p:cNvSpPr/>
          <p:nvPr>
            <p:custDataLst>
              <p:tags r:id="rId7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0" name="文本框 19"/>
          <p:cNvSpPr txBox="1"/>
          <p:nvPr>
            <p:custDataLst>
              <p:tags r:id="rId8"/>
            </p:custDataLst>
          </p:nvPr>
        </p:nvSpPr>
        <p:spPr>
          <a:xfrm>
            <a:off x="1026482" y="67333"/>
            <a:ext cx="187960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indent="0" algn="l" defTabSz="9144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200" b="0" i="0" kern="1200" cap="none" spc="0" normalizeH="0" baseline="0" noProof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MP2</a:t>
            </a:r>
            <a:r>
              <a:rPr kumimoji="0" lang="zh-CN" altLang="en-US" sz="3200" b="0" i="0" kern="1200" cap="none" spc="0" normalizeH="0" baseline="0" noProof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简介</a:t>
            </a:r>
            <a:endParaRPr kumimoji="0" lang="zh-CN" altLang="en-US" sz="3200" b="0" i="0" kern="1200" cap="none" spc="0" normalizeH="0" baseline="0" noProof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026410" y="1826260"/>
            <a:ext cx="8598535" cy="1955800"/>
            <a:chOff x="4766" y="2876"/>
            <a:chExt cx="13541" cy="3080"/>
          </a:xfrm>
        </p:grpSpPr>
        <p:sp>
          <p:nvSpPr>
            <p:cNvPr id="16" name="椭圆 15"/>
            <p:cNvSpPr/>
            <p:nvPr>
              <p:custDataLst>
                <p:tags r:id="rId9"/>
              </p:custDataLst>
            </p:nvPr>
          </p:nvSpPr>
          <p:spPr>
            <a:xfrm>
              <a:off x="4766" y="3859"/>
              <a:ext cx="993" cy="99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7" name="任意多边形 125"/>
            <p:cNvSpPr/>
            <p:nvPr>
              <p:custDataLst>
                <p:tags r:id="rId10"/>
              </p:custDataLst>
            </p:nvPr>
          </p:nvSpPr>
          <p:spPr bwMode="auto">
            <a:xfrm>
              <a:off x="5100" y="4091"/>
              <a:ext cx="369" cy="479"/>
            </a:xfrm>
            <a:custGeom>
              <a:avLst/>
              <a:gdLst>
                <a:gd name="connsiteX0" fmla="*/ 344255 w 438150"/>
                <a:gd name="connsiteY0" fmla="*/ 320246 h 568325"/>
                <a:gd name="connsiteX1" fmla="*/ 438150 w 438150"/>
                <a:gd name="connsiteY1" fmla="*/ 399092 h 568325"/>
                <a:gd name="connsiteX2" fmla="*/ 438150 w 438150"/>
                <a:gd name="connsiteY2" fmla="*/ 406601 h 568325"/>
                <a:gd name="connsiteX3" fmla="*/ 438150 w 438150"/>
                <a:gd name="connsiteY3" fmla="*/ 545520 h 568325"/>
                <a:gd name="connsiteX4" fmla="*/ 438150 w 438150"/>
                <a:gd name="connsiteY4" fmla="*/ 549275 h 568325"/>
                <a:gd name="connsiteX5" fmla="*/ 284162 w 438150"/>
                <a:gd name="connsiteY5" fmla="*/ 549275 h 568325"/>
                <a:gd name="connsiteX6" fmla="*/ 284162 w 438150"/>
                <a:gd name="connsiteY6" fmla="*/ 545520 h 568325"/>
                <a:gd name="connsiteX7" fmla="*/ 284162 w 438150"/>
                <a:gd name="connsiteY7" fmla="*/ 402847 h 568325"/>
                <a:gd name="connsiteX8" fmla="*/ 344255 w 438150"/>
                <a:gd name="connsiteY8" fmla="*/ 320246 h 568325"/>
                <a:gd name="connsiteX9" fmla="*/ 352879 w 438150"/>
                <a:gd name="connsiteY9" fmla="*/ 200025 h 568325"/>
                <a:gd name="connsiteX10" fmla="*/ 356621 w 438150"/>
                <a:gd name="connsiteY10" fmla="*/ 200025 h 568325"/>
                <a:gd name="connsiteX11" fmla="*/ 367847 w 438150"/>
                <a:gd name="connsiteY11" fmla="*/ 200025 h 568325"/>
                <a:gd name="connsiteX12" fmla="*/ 379072 w 438150"/>
                <a:gd name="connsiteY12" fmla="*/ 203767 h 568325"/>
                <a:gd name="connsiteX13" fmla="*/ 409008 w 438150"/>
                <a:gd name="connsiteY13" fmla="*/ 263638 h 568325"/>
                <a:gd name="connsiteX14" fmla="*/ 360363 w 438150"/>
                <a:gd name="connsiteY14" fmla="*/ 304800 h 568325"/>
                <a:gd name="connsiteX15" fmla="*/ 311717 w 438150"/>
                <a:gd name="connsiteY15" fmla="*/ 263638 h 568325"/>
                <a:gd name="connsiteX16" fmla="*/ 352879 w 438150"/>
                <a:gd name="connsiteY16" fmla="*/ 200025 h 568325"/>
                <a:gd name="connsiteX17" fmla="*/ 100853 w 438150"/>
                <a:gd name="connsiteY17" fmla="*/ 196018 h 568325"/>
                <a:gd name="connsiteX18" fmla="*/ 254000 w 438150"/>
                <a:gd name="connsiteY18" fmla="*/ 320120 h 568325"/>
                <a:gd name="connsiteX19" fmla="*/ 254000 w 438150"/>
                <a:gd name="connsiteY19" fmla="*/ 331402 h 568325"/>
                <a:gd name="connsiteX20" fmla="*/ 254000 w 438150"/>
                <a:gd name="connsiteY20" fmla="*/ 557043 h 568325"/>
                <a:gd name="connsiteX21" fmla="*/ 254000 w 438150"/>
                <a:gd name="connsiteY21" fmla="*/ 568325 h 568325"/>
                <a:gd name="connsiteX22" fmla="*/ 0 w 438150"/>
                <a:gd name="connsiteY22" fmla="*/ 568325 h 568325"/>
                <a:gd name="connsiteX23" fmla="*/ 0 w 438150"/>
                <a:gd name="connsiteY23" fmla="*/ 560804 h 568325"/>
                <a:gd name="connsiteX24" fmla="*/ 0 w 438150"/>
                <a:gd name="connsiteY24" fmla="*/ 327642 h 568325"/>
                <a:gd name="connsiteX25" fmla="*/ 100853 w 438150"/>
                <a:gd name="connsiteY25" fmla="*/ 196018 h 568325"/>
                <a:gd name="connsiteX26" fmla="*/ 112091 w 438150"/>
                <a:gd name="connsiteY26" fmla="*/ 0 h 568325"/>
                <a:gd name="connsiteX27" fmla="*/ 115818 w 438150"/>
                <a:gd name="connsiteY27" fmla="*/ 0 h 568325"/>
                <a:gd name="connsiteX28" fmla="*/ 138181 w 438150"/>
                <a:gd name="connsiteY28" fmla="*/ 0 h 568325"/>
                <a:gd name="connsiteX29" fmla="*/ 153090 w 438150"/>
                <a:gd name="connsiteY29" fmla="*/ 3762 h 568325"/>
                <a:gd name="connsiteX30" fmla="*/ 205271 w 438150"/>
                <a:gd name="connsiteY30" fmla="*/ 101566 h 568325"/>
                <a:gd name="connsiteX31" fmla="*/ 127000 w 438150"/>
                <a:gd name="connsiteY31" fmla="*/ 169276 h 568325"/>
                <a:gd name="connsiteX32" fmla="*/ 48729 w 438150"/>
                <a:gd name="connsiteY32" fmla="*/ 101566 h 568325"/>
                <a:gd name="connsiteX33" fmla="*/ 112091 w 438150"/>
                <a:gd name="connsiteY33" fmla="*/ 0 h 568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38150" h="568325">
                  <a:moveTo>
                    <a:pt x="344255" y="320246"/>
                  </a:moveTo>
                  <a:cubicBezTo>
                    <a:pt x="393080" y="312737"/>
                    <a:pt x="434394" y="346528"/>
                    <a:pt x="438150" y="399092"/>
                  </a:cubicBezTo>
                  <a:cubicBezTo>
                    <a:pt x="438150" y="399092"/>
                    <a:pt x="438150" y="402847"/>
                    <a:pt x="438150" y="406601"/>
                  </a:cubicBezTo>
                  <a:cubicBezTo>
                    <a:pt x="438150" y="451656"/>
                    <a:pt x="438150" y="496711"/>
                    <a:pt x="438150" y="545520"/>
                  </a:cubicBezTo>
                  <a:cubicBezTo>
                    <a:pt x="438150" y="545520"/>
                    <a:pt x="438150" y="545520"/>
                    <a:pt x="438150" y="549275"/>
                  </a:cubicBezTo>
                  <a:cubicBezTo>
                    <a:pt x="438150" y="549275"/>
                    <a:pt x="438150" y="549275"/>
                    <a:pt x="284162" y="549275"/>
                  </a:cubicBezTo>
                  <a:cubicBezTo>
                    <a:pt x="284162" y="549275"/>
                    <a:pt x="284162" y="545520"/>
                    <a:pt x="284162" y="545520"/>
                  </a:cubicBezTo>
                  <a:cubicBezTo>
                    <a:pt x="284162" y="496711"/>
                    <a:pt x="284162" y="451656"/>
                    <a:pt x="284162" y="402847"/>
                  </a:cubicBezTo>
                  <a:cubicBezTo>
                    <a:pt x="284162" y="361546"/>
                    <a:pt x="310453" y="327755"/>
                    <a:pt x="344255" y="320246"/>
                  </a:cubicBezTo>
                  <a:close/>
                  <a:moveTo>
                    <a:pt x="352879" y="200025"/>
                  </a:moveTo>
                  <a:cubicBezTo>
                    <a:pt x="352879" y="200025"/>
                    <a:pt x="352879" y="200025"/>
                    <a:pt x="356621" y="200025"/>
                  </a:cubicBezTo>
                  <a:cubicBezTo>
                    <a:pt x="356621" y="200025"/>
                    <a:pt x="356621" y="200025"/>
                    <a:pt x="367847" y="200025"/>
                  </a:cubicBezTo>
                  <a:cubicBezTo>
                    <a:pt x="371589" y="200025"/>
                    <a:pt x="375330" y="203767"/>
                    <a:pt x="379072" y="203767"/>
                  </a:cubicBezTo>
                  <a:cubicBezTo>
                    <a:pt x="401524" y="211251"/>
                    <a:pt x="412750" y="237445"/>
                    <a:pt x="409008" y="263638"/>
                  </a:cubicBezTo>
                  <a:cubicBezTo>
                    <a:pt x="405266" y="286090"/>
                    <a:pt x="386556" y="304800"/>
                    <a:pt x="360363" y="304800"/>
                  </a:cubicBezTo>
                  <a:cubicBezTo>
                    <a:pt x="337911" y="304800"/>
                    <a:pt x="319201" y="286090"/>
                    <a:pt x="311717" y="263638"/>
                  </a:cubicBezTo>
                  <a:cubicBezTo>
                    <a:pt x="307975" y="233703"/>
                    <a:pt x="326685" y="207509"/>
                    <a:pt x="352879" y="200025"/>
                  </a:cubicBezTo>
                  <a:close/>
                  <a:moveTo>
                    <a:pt x="100853" y="196018"/>
                  </a:moveTo>
                  <a:cubicBezTo>
                    <a:pt x="175559" y="180975"/>
                    <a:pt x="246529" y="241146"/>
                    <a:pt x="254000" y="320120"/>
                  </a:cubicBezTo>
                  <a:cubicBezTo>
                    <a:pt x="254000" y="323881"/>
                    <a:pt x="254000" y="327642"/>
                    <a:pt x="254000" y="331402"/>
                  </a:cubicBezTo>
                  <a:cubicBezTo>
                    <a:pt x="254000" y="406616"/>
                    <a:pt x="254000" y="481829"/>
                    <a:pt x="254000" y="557043"/>
                  </a:cubicBezTo>
                  <a:cubicBezTo>
                    <a:pt x="254000" y="557043"/>
                    <a:pt x="254000" y="557043"/>
                    <a:pt x="254000" y="568325"/>
                  </a:cubicBezTo>
                  <a:cubicBezTo>
                    <a:pt x="254000" y="568325"/>
                    <a:pt x="254000" y="568325"/>
                    <a:pt x="0" y="568325"/>
                  </a:cubicBezTo>
                  <a:cubicBezTo>
                    <a:pt x="0" y="564564"/>
                    <a:pt x="0" y="564564"/>
                    <a:pt x="0" y="560804"/>
                  </a:cubicBezTo>
                  <a:cubicBezTo>
                    <a:pt x="0" y="485590"/>
                    <a:pt x="0" y="406616"/>
                    <a:pt x="0" y="327642"/>
                  </a:cubicBezTo>
                  <a:cubicBezTo>
                    <a:pt x="0" y="263710"/>
                    <a:pt x="44823" y="211060"/>
                    <a:pt x="100853" y="196018"/>
                  </a:cubicBezTo>
                  <a:close/>
                  <a:moveTo>
                    <a:pt x="112091" y="0"/>
                  </a:moveTo>
                  <a:cubicBezTo>
                    <a:pt x="115818" y="0"/>
                    <a:pt x="115818" y="0"/>
                    <a:pt x="115818" y="0"/>
                  </a:cubicBezTo>
                  <a:cubicBezTo>
                    <a:pt x="115818" y="0"/>
                    <a:pt x="115818" y="0"/>
                    <a:pt x="138181" y="0"/>
                  </a:cubicBezTo>
                  <a:cubicBezTo>
                    <a:pt x="141909" y="0"/>
                    <a:pt x="149363" y="3762"/>
                    <a:pt x="153090" y="3762"/>
                  </a:cubicBezTo>
                  <a:cubicBezTo>
                    <a:pt x="190362" y="18808"/>
                    <a:pt x="212725" y="60187"/>
                    <a:pt x="205271" y="101566"/>
                  </a:cubicBezTo>
                  <a:cubicBezTo>
                    <a:pt x="197816" y="139183"/>
                    <a:pt x="164272" y="169276"/>
                    <a:pt x="127000" y="169276"/>
                  </a:cubicBezTo>
                  <a:cubicBezTo>
                    <a:pt x="89728" y="173038"/>
                    <a:pt x="56184" y="142944"/>
                    <a:pt x="48729" y="101566"/>
                  </a:cubicBezTo>
                  <a:cubicBezTo>
                    <a:pt x="41275" y="52664"/>
                    <a:pt x="71092" y="7523"/>
                    <a:pt x="1120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8" name="TextBox 13"/>
            <p:cNvSpPr txBox="1"/>
            <p:nvPr>
              <p:custDataLst>
                <p:tags r:id="rId11"/>
              </p:custDataLst>
            </p:nvPr>
          </p:nvSpPr>
          <p:spPr>
            <a:xfrm>
              <a:off x="6385" y="4250"/>
              <a:ext cx="11923" cy="9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altLang="zh-CN" b="1" i="1" kern="1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npm install </a:t>
              </a:r>
              <a:r>
                <a:rPr lang="en-US" altLang="zh-CN" b="1" i="1" kern="1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PM2 -g  </a:t>
              </a:r>
              <a:endParaRPr lang="en-US" altLang="zh-CN" b="1" i="1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algn="just">
                <a:lnSpc>
                  <a:spcPct val="120000"/>
                </a:lnSpc>
              </a:pPr>
              <a:endParaRPr lang="zh-CN" altLang="en-US" sz="1600" b="1" i="1" kern="100" dirty="0"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9" name="TextBox 14"/>
            <p:cNvSpPr txBox="1"/>
            <p:nvPr/>
          </p:nvSpPr>
          <p:spPr>
            <a:xfrm>
              <a:off x="6385" y="3647"/>
              <a:ext cx="7760" cy="48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全局安装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PM2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0302" y="2876"/>
              <a:ext cx="7845" cy="3080"/>
            </a:xfrm>
            <a:prstGeom prst="rect">
              <a:avLst/>
            </a:prstGeom>
          </p:spPr>
        </p:pic>
      </p:grpSp>
      <p:grpSp>
        <p:nvGrpSpPr>
          <p:cNvPr id="6" name="组合 5"/>
          <p:cNvGrpSpPr/>
          <p:nvPr/>
        </p:nvGrpSpPr>
        <p:grpSpPr>
          <a:xfrm>
            <a:off x="3026410" y="4262120"/>
            <a:ext cx="7847330" cy="1139190"/>
            <a:chOff x="4766" y="6712"/>
            <a:chExt cx="12358" cy="1794"/>
          </a:xfrm>
        </p:grpSpPr>
        <p:sp>
          <p:nvSpPr>
            <p:cNvPr id="27" name="椭圆 26"/>
            <p:cNvSpPr/>
            <p:nvPr>
              <p:custDataLst>
                <p:tags r:id="rId13"/>
              </p:custDataLst>
            </p:nvPr>
          </p:nvSpPr>
          <p:spPr>
            <a:xfrm>
              <a:off x="4766" y="7047"/>
              <a:ext cx="993" cy="99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9" name="Freeform 50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5023" y="7342"/>
              <a:ext cx="448" cy="448"/>
            </a:xfrm>
            <a:custGeom>
              <a:avLst/>
              <a:gdLst>
                <a:gd name="T0" fmla="*/ 92 w 184"/>
                <a:gd name="T1" fmla="*/ 184 h 184"/>
                <a:gd name="T2" fmla="*/ 184 w 184"/>
                <a:gd name="T3" fmla="*/ 92 h 184"/>
                <a:gd name="T4" fmla="*/ 173 w 184"/>
                <a:gd name="T5" fmla="*/ 49 h 184"/>
                <a:gd name="T6" fmla="*/ 171 w 184"/>
                <a:gd name="T7" fmla="*/ 49 h 184"/>
                <a:gd name="T8" fmla="*/ 170 w 184"/>
                <a:gd name="T9" fmla="*/ 49 h 184"/>
                <a:gd name="T10" fmla="*/ 158 w 184"/>
                <a:gd name="T11" fmla="*/ 48 h 184"/>
                <a:gd name="T12" fmla="*/ 149 w 184"/>
                <a:gd name="T13" fmla="*/ 56 h 184"/>
                <a:gd name="T14" fmla="*/ 160 w 184"/>
                <a:gd name="T15" fmla="*/ 92 h 184"/>
                <a:gd name="T16" fmla="*/ 92 w 184"/>
                <a:gd name="T17" fmla="*/ 160 h 184"/>
                <a:gd name="T18" fmla="*/ 24 w 184"/>
                <a:gd name="T19" fmla="*/ 92 h 184"/>
                <a:gd name="T20" fmla="*/ 92 w 184"/>
                <a:gd name="T21" fmla="*/ 24 h 184"/>
                <a:gd name="T22" fmla="*/ 128 w 184"/>
                <a:gd name="T23" fmla="*/ 35 h 184"/>
                <a:gd name="T24" fmla="*/ 135 w 184"/>
                <a:gd name="T25" fmla="*/ 27 h 184"/>
                <a:gd name="T26" fmla="*/ 134 w 184"/>
                <a:gd name="T27" fmla="*/ 14 h 184"/>
                <a:gd name="T28" fmla="*/ 134 w 184"/>
                <a:gd name="T29" fmla="*/ 10 h 184"/>
                <a:gd name="T30" fmla="*/ 92 w 184"/>
                <a:gd name="T31" fmla="*/ 0 h 184"/>
                <a:gd name="T32" fmla="*/ 0 w 184"/>
                <a:gd name="T33" fmla="*/ 92 h 184"/>
                <a:gd name="T34" fmla="*/ 92 w 184"/>
                <a:gd name="T35" fmla="*/ 184 h 184"/>
                <a:gd name="T36" fmla="*/ 92 w 184"/>
                <a:gd name="T37" fmla="*/ 184 h 184"/>
                <a:gd name="T38" fmla="*/ 92 w 184"/>
                <a:gd name="T39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4" h="184">
                  <a:moveTo>
                    <a:pt x="92" y="184"/>
                  </a:moveTo>
                  <a:cubicBezTo>
                    <a:pt x="143" y="184"/>
                    <a:pt x="184" y="143"/>
                    <a:pt x="184" y="92"/>
                  </a:cubicBezTo>
                  <a:cubicBezTo>
                    <a:pt x="184" y="76"/>
                    <a:pt x="180" y="62"/>
                    <a:pt x="173" y="49"/>
                  </a:cubicBezTo>
                  <a:cubicBezTo>
                    <a:pt x="172" y="49"/>
                    <a:pt x="172" y="49"/>
                    <a:pt x="171" y="49"/>
                  </a:cubicBezTo>
                  <a:cubicBezTo>
                    <a:pt x="170" y="49"/>
                    <a:pt x="170" y="49"/>
                    <a:pt x="170" y="49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49" y="56"/>
                    <a:pt x="149" y="56"/>
                    <a:pt x="149" y="56"/>
                  </a:cubicBezTo>
                  <a:cubicBezTo>
                    <a:pt x="156" y="67"/>
                    <a:pt x="160" y="79"/>
                    <a:pt x="160" y="92"/>
                  </a:cubicBezTo>
                  <a:cubicBezTo>
                    <a:pt x="160" y="129"/>
                    <a:pt x="129" y="160"/>
                    <a:pt x="92" y="160"/>
                  </a:cubicBezTo>
                  <a:cubicBezTo>
                    <a:pt x="55" y="160"/>
                    <a:pt x="24" y="129"/>
                    <a:pt x="24" y="92"/>
                  </a:cubicBezTo>
                  <a:cubicBezTo>
                    <a:pt x="24" y="55"/>
                    <a:pt x="55" y="24"/>
                    <a:pt x="92" y="24"/>
                  </a:cubicBezTo>
                  <a:cubicBezTo>
                    <a:pt x="105" y="24"/>
                    <a:pt x="117" y="28"/>
                    <a:pt x="128" y="35"/>
                  </a:cubicBezTo>
                  <a:cubicBezTo>
                    <a:pt x="135" y="27"/>
                    <a:pt x="135" y="27"/>
                    <a:pt x="135" y="27"/>
                  </a:cubicBezTo>
                  <a:cubicBezTo>
                    <a:pt x="134" y="14"/>
                    <a:pt x="134" y="14"/>
                    <a:pt x="134" y="14"/>
                  </a:cubicBezTo>
                  <a:cubicBezTo>
                    <a:pt x="134" y="12"/>
                    <a:pt x="134" y="11"/>
                    <a:pt x="134" y="10"/>
                  </a:cubicBezTo>
                  <a:cubicBezTo>
                    <a:pt x="122" y="4"/>
                    <a:pt x="107" y="0"/>
                    <a:pt x="92" y="0"/>
                  </a:cubicBez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lose/>
                  <a:moveTo>
                    <a:pt x="92" y="184"/>
                  </a:moveTo>
                  <a:cubicBezTo>
                    <a:pt x="92" y="184"/>
                    <a:pt x="92" y="184"/>
                    <a:pt x="92" y="184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0" name="Freeform 51"/>
            <p:cNvSpPr>
              <a:spLocks noEditPoints="1"/>
            </p:cNvSpPr>
            <p:nvPr>
              <p:custDataLst>
                <p:tags r:id="rId15"/>
              </p:custDataLst>
            </p:nvPr>
          </p:nvSpPr>
          <p:spPr bwMode="auto">
            <a:xfrm>
              <a:off x="5138" y="7456"/>
              <a:ext cx="219" cy="219"/>
            </a:xfrm>
            <a:custGeom>
              <a:avLst/>
              <a:gdLst>
                <a:gd name="T0" fmla="*/ 45 w 90"/>
                <a:gd name="T1" fmla="*/ 21 h 90"/>
                <a:gd name="T2" fmla="*/ 47 w 90"/>
                <a:gd name="T3" fmla="*/ 21 h 90"/>
                <a:gd name="T4" fmla="*/ 64 w 90"/>
                <a:gd name="T5" fmla="*/ 4 h 90"/>
                <a:gd name="T6" fmla="*/ 64 w 90"/>
                <a:gd name="T7" fmla="*/ 4 h 90"/>
                <a:gd name="T8" fmla="*/ 45 w 90"/>
                <a:gd name="T9" fmla="*/ 0 h 90"/>
                <a:gd name="T10" fmla="*/ 0 w 90"/>
                <a:gd name="T11" fmla="*/ 45 h 90"/>
                <a:gd name="T12" fmla="*/ 45 w 90"/>
                <a:gd name="T13" fmla="*/ 90 h 90"/>
                <a:gd name="T14" fmla="*/ 90 w 90"/>
                <a:gd name="T15" fmla="*/ 45 h 90"/>
                <a:gd name="T16" fmla="*/ 86 w 90"/>
                <a:gd name="T17" fmla="*/ 26 h 90"/>
                <a:gd name="T18" fmla="*/ 86 w 90"/>
                <a:gd name="T19" fmla="*/ 26 h 90"/>
                <a:gd name="T20" fmla="*/ 69 w 90"/>
                <a:gd name="T21" fmla="*/ 43 h 90"/>
                <a:gd name="T22" fmla="*/ 69 w 90"/>
                <a:gd name="T23" fmla="*/ 45 h 90"/>
                <a:gd name="T24" fmla="*/ 45 w 90"/>
                <a:gd name="T25" fmla="*/ 69 h 90"/>
                <a:gd name="T26" fmla="*/ 21 w 90"/>
                <a:gd name="T27" fmla="*/ 45 h 90"/>
                <a:gd name="T28" fmla="*/ 45 w 90"/>
                <a:gd name="T29" fmla="*/ 21 h 90"/>
                <a:gd name="T30" fmla="*/ 45 w 90"/>
                <a:gd name="T31" fmla="*/ 21 h 90"/>
                <a:gd name="T32" fmla="*/ 45 w 90"/>
                <a:gd name="T33" fmla="*/ 21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0" h="90">
                  <a:moveTo>
                    <a:pt x="45" y="21"/>
                  </a:moveTo>
                  <a:cubicBezTo>
                    <a:pt x="46" y="21"/>
                    <a:pt x="46" y="21"/>
                    <a:pt x="47" y="21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58" y="1"/>
                    <a:pt x="52" y="0"/>
                    <a:pt x="45" y="0"/>
                  </a:cubicBezTo>
                  <a:cubicBezTo>
                    <a:pt x="20" y="0"/>
                    <a:pt x="0" y="20"/>
                    <a:pt x="0" y="45"/>
                  </a:cubicBezTo>
                  <a:cubicBezTo>
                    <a:pt x="0" y="70"/>
                    <a:pt x="20" y="90"/>
                    <a:pt x="45" y="90"/>
                  </a:cubicBezTo>
                  <a:cubicBezTo>
                    <a:pt x="70" y="90"/>
                    <a:pt x="90" y="70"/>
                    <a:pt x="90" y="45"/>
                  </a:cubicBezTo>
                  <a:cubicBezTo>
                    <a:pt x="90" y="38"/>
                    <a:pt x="89" y="32"/>
                    <a:pt x="86" y="26"/>
                  </a:cubicBezTo>
                  <a:cubicBezTo>
                    <a:pt x="86" y="26"/>
                    <a:pt x="86" y="26"/>
                    <a:pt x="86" y="26"/>
                  </a:cubicBezTo>
                  <a:cubicBezTo>
                    <a:pt x="69" y="43"/>
                    <a:pt x="69" y="43"/>
                    <a:pt x="69" y="43"/>
                  </a:cubicBezTo>
                  <a:cubicBezTo>
                    <a:pt x="69" y="44"/>
                    <a:pt x="69" y="44"/>
                    <a:pt x="69" y="45"/>
                  </a:cubicBezTo>
                  <a:cubicBezTo>
                    <a:pt x="69" y="58"/>
                    <a:pt x="58" y="69"/>
                    <a:pt x="45" y="69"/>
                  </a:cubicBezTo>
                  <a:cubicBezTo>
                    <a:pt x="32" y="69"/>
                    <a:pt x="21" y="58"/>
                    <a:pt x="21" y="45"/>
                  </a:cubicBezTo>
                  <a:cubicBezTo>
                    <a:pt x="21" y="32"/>
                    <a:pt x="32" y="21"/>
                    <a:pt x="45" y="21"/>
                  </a:cubicBezTo>
                  <a:close/>
                  <a:moveTo>
                    <a:pt x="45" y="21"/>
                  </a:moveTo>
                  <a:cubicBezTo>
                    <a:pt x="45" y="21"/>
                    <a:pt x="45" y="21"/>
                    <a:pt x="45" y="21"/>
                  </a:cubicBezTo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1" name="Freeform 52"/>
            <p:cNvSpPr>
              <a:spLocks noEditPoints="1"/>
            </p:cNvSpPr>
            <p:nvPr>
              <p:custDataLst>
                <p:tags r:id="rId16"/>
              </p:custDataLst>
            </p:nvPr>
          </p:nvSpPr>
          <p:spPr bwMode="auto">
            <a:xfrm>
              <a:off x="5269" y="7296"/>
              <a:ext cx="248" cy="248"/>
            </a:xfrm>
            <a:custGeom>
              <a:avLst/>
              <a:gdLst>
                <a:gd name="T0" fmla="*/ 86 w 102"/>
                <a:gd name="T1" fmla="*/ 28 h 102"/>
                <a:gd name="T2" fmla="*/ 91 w 102"/>
                <a:gd name="T3" fmla="*/ 23 h 102"/>
                <a:gd name="T4" fmla="*/ 91 w 102"/>
                <a:gd name="T5" fmla="*/ 14 h 102"/>
                <a:gd name="T6" fmla="*/ 87 w 102"/>
                <a:gd name="T7" fmla="*/ 11 h 102"/>
                <a:gd name="T8" fmla="*/ 83 w 102"/>
                <a:gd name="T9" fmla="*/ 9 h 102"/>
                <a:gd name="T10" fmla="*/ 79 w 102"/>
                <a:gd name="T11" fmla="*/ 11 h 102"/>
                <a:gd name="T12" fmla="*/ 74 w 102"/>
                <a:gd name="T13" fmla="*/ 17 h 102"/>
                <a:gd name="T14" fmla="*/ 72 w 102"/>
                <a:gd name="T15" fmla="*/ 2 h 102"/>
                <a:gd name="T16" fmla="*/ 70 w 102"/>
                <a:gd name="T17" fmla="*/ 0 h 102"/>
                <a:gd name="T18" fmla="*/ 69 w 102"/>
                <a:gd name="T19" fmla="*/ 0 h 102"/>
                <a:gd name="T20" fmla="*/ 47 w 102"/>
                <a:gd name="T21" fmla="*/ 23 h 102"/>
                <a:gd name="T22" fmla="*/ 44 w 102"/>
                <a:gd name="T23" fmla="*/ 30 h 102"/>
                <a:gd name="T24" fmla="*/ 44 w 102"/>
                <a:gd name="T25" fmla="*/ 31 h 102"/>
                <a:gd name="T26" fmla="*/ 45 w 102"/>
                <a:gd name="T27" fmla="*/ 45 h 102"/>
                <a:gd name="T28" fmla="*/ 37 w 102"/>
                <a:gd name="T29" fmla="*/ 53 h 102"/>
                <a:gd name="T30" fmla="*/ 22 w 102"/>
                <a:gd name="T31" fmla="*/ 68 h 102"/>
                <a:gd name="T32" fmla="*/ 22 w 102"/>
                <a:gd name="T33" fmla="*/ 68 h 102"/>
                <a:gd name="T34" fmla="*/ 8 w 102"/>
                <a:gd name="T35" fmla="*/ 82 h 102"/>
                <a:gd name="T36" fmla="*/ 2 w 102"/>
                <a:gd name="T37" fmla="*/ 89 h 102"/>
                <a:gd name="T38" fmla="*/ 0 w 102"/>
                <a:gd name="T39" fmla="*/ 92 h 102"/>
                <a:gd name="T40" fmla="*/ 0 w 102"/>
                <a:gd name="T41" fmla="*/ 97 h 102"/>
                <a:gd name="T42" fmla="*/ 5 w 102"/>
                <a:gd name="T43" fmla="*/ 102 h 102"/>
                <a:gd name="T44" fmla="*/ 5 w 102"/>
                <a:gd name="T45" fmla="*/ 102 h 102"/>
                <a:gd name="T46" fmla="*/ 10 w 102"/>
                <a:gd name="T47" fmla="*/ 102 h 102"/>
                <a:gd name="T48" fmla="*/ 13 w 102"/>
                <a:gd name="T49" fmla="*/ 100 h 102"/>
                <a:gd name="T50" fmla="*/ 57 w 102"/>
                <a:gd name="T51" fmla="*/ 56 h 102"/>
                <a:gd name="T52" fmla="*/ 70 w 102"/>
                <a:gd name="T53" fmla="*/ 57 h 102"/>
                <a:gd name="T54" fmla="*/ 71 w 102"/>
                <a:gd name="T55" fmla="*/ 57 h 102"/>
                <a:gd name="T56" fmla="*/ 71 w 102"/>
                <a:gd name="T57" fmla="*/ 57 h 102"/>
                <a:gd name="T58" fmla="*/ 78 w 102"/>
                <a:gd name="T59" fmla="*/ 54 h 102"/>
                <a:gd name="T60" fmla="*/ 101 w 102"/>
                <a:gd name="T61" fmla="*/ 32 h 102"/>
                <a:gd name="T62" fmla="*/ 100 w 102"/>
                <a:gd name="T63" fmla="*/ 29 h 102"/>
                <a:gd name="T64" fmla="*/ 86 w 102"/>
                <a:gd name="T65" fmla="*/ 28 h 102"/>
                <a:gd name="T66" fmla="*/ 86 w 102"/>
                <a:gd name="T67" fmla="*/ 28 h 102"/>
                <a:gd name="T68" fmla="*/ 86 w 102"/>
                <a:gd name="T69" fmla="*/ 28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2" h="102">
                  <a:moveTo>
                    <a:pt x="86" y="28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3" y="20"/>
                    <a:pt x="93" y="17"/>
                    <a:pt x="91" y="14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0"/>
                    <a:pt x="85" y="9"/>
                    <a:pt x="83" y="9"/>
                  </a:cubicBezTo>
                  <a:cubicBezTo>
                    <a:pt x="82" y="9"/>
                    <a:pt x="80" y="10"/>
                    <a:pt x="79" y="11"/>
                  </a:cubicBezTo>
                  <a:cubicBezTo>
                    <a:pt x="74" y="17"/>
                    <a:pt x="74" y="17"/>
                    <a:pt x="74" y="17"/>
                  </a:cubicBezTo>
                  <a:cubicBezTo>
                    <a:pt x="72" y="2"/>
                    <a:pt x="72" y="2"/>
                    <a:pt x="72" y="2"/>
                  </a:cubicBezTo>
                  <a:cubicBezTo>
                    <a:pt x="72" y="0"/>
                    <a:pt x="71" y="0"/>
                    <a:pt x="70" y="0"/>
                  </a:cubicBezTo>
                  <a:cubicBezTo>
                    <a:pt x="70" y="0"/>
                    <a:pt x="69" y="0"/>
                    <a:pt x="69" y="0"/>
                  </a:cubicBezTo>
                  <a:cubicBezTo>
                    <a:pt x="47" y="23"/>
                    <a:pt x="47" y="23"/>
                    <a:pt x="47" y="23"/>
                  </a:cubicBezTo>
                  <a:cubicBezTo>
                    <a:pt x="45" y="25"/>
                    <a:pt x="44" y="28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5" y="45"/>
                    <a:pt x="45" y="45"/>
                    <a:pt x="45" y="45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2" y="89"/>
                    <a:pt x="2" y="89"/>
                    <a:pt x="2" y="89"/>
                  </a:cubicBezTo>
                  <a:cubicBezTo>
                    <a:pt x="1" y="90"/>
                    <a:pt x="0" y="91"/>
                    <a:pt x="0" y="92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0"/>
                    <a:pt x="2" y="102"/>
                    <a:pt x="5" y="102"/>
                  </a:cubicBezTo>
                  <a:cubicBezTo>
                    <a:pt x="5" y="102"/>
                    <a:pt x="5" y="102"/>
                    <a:pt x="5" y="102"/>
                  </a:cubicBezTo>
                  <a:cubicBezTo>
                    <a:pt x="10" y="102"/>
                    <a:pt x="10" y="102"/>
                    <a:pt x="10" y="102"/>
                  </a:cubicBezTo>
                  <a:cubicBezTo>
                    <a:pt x="11" y="102"/>
                    <a:pt x="12" y="101"/>
                    <a:pt x="13" y="100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1" y="57"/>
                    <a:pt x="71" y="57"/>
                    <a:pt x="71" y="57"/>
                  </a:cubicBezTo>
                  <a:cubicBezTo>
                    <a:pt x="71" y="57"/>
                    <a:pt x="71" y="57"/>
                    <a:pt x="71" y="57"/>
                  </a:cubicBezTo>
                  <a:cubicBezTo>
                    <a:pt x="74" y="57"/>
                    <a:pt x="77" y="56"/>
                    <a:pt x="78" y="54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2" y="31"/>
                    <a:pt x="101" y="29"/>
                    <a:pt x="100" y="29"/>
                  </a:cubicBezTo>
                  <a:lnTo>
                    <a:pt x="86" y="28"/>
                  </a:lnTo>
                  <a:close/>
                  <a:moveTo>
                    <a:pt x="86" y="28"/>
                  </a:moveTo>
                  <a:cubicBezTo>
                    <a:pt x="86" y="28"/>
                    <a:pt x="86" y="28"/>
                    <a:pt x="86" y="28"/>
                  </a:cubicBezTo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5" name="TextBox 13"/>
            <p:cNvSpPr txBox="1"/>
            <p:nvPr>
              <p:custDataLst>
                <p:tags r:id="rId17"/>
              </p:custDataLst>
            </p:nvPr>
          </p:nvSpPr>
          <p:spPr>
            <a:xfrm>
              <a:off x="5986" y="7606"/>
              <a:ext cx="8465" cy="43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indent="266700" algn="just"/>
              <a:r>
                <a:rPr lang="en-US" altLang="zh-CN" b="1" i="1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pm2 -v</a:t>
              </a:r>
              <a:endParaRPr lang="en-US" altLang="zh-CN" b="1" i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6" name="TextBox 14"/>
            <p:cNvSpPr txBox="1"/>
            <p:nvPr/>
          </p:nvSpPr>
          <p:spPr>
            <a:xfrm>
              <a:off x="6339" y="6875"/>
              <a:ext cx="7084" cy="48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查看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PM2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版本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号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302" y="6712"/>
              <a:ext cx="6822" cy="1794"/>
            </a:xfrm>
            <a:prstGeom prst="rect">
              <a:avLst/>
            </a:prstGeom>
          </p:spPr>
        </p:pic>
      </p:grpSp>
      <p:sp>
        <p:nvSpPr>
          <p:cNvPr id="12" name="矩形 11"/>
          <p:cNvSpPr/>
          <p:nvPr/>
        </p:nvSpPr>
        <p:spPr>
          <a:xfrm>
            <a:off x="6541770" y="5064760"/>
            <a:ext cx="1169670" cy="26035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12" grpId="0" animBg="1"/>
      <p:bldP spid="12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6" name="图形 3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080" y="3312961"/>
            <a:ext cx="569913" cy="569913"/>
          </a:xfrm>
          <a:prstGeom prst="rect">
            <a:avLst/>
          </a:prstGeom>
        </p:spPr>
      </p:pic>
      <p:sp>
        <p:nvSpPr>
          <p:cNvPr id="43" name="文本框 42"/>
          <p:cNvSpPr txBox="1"/>
          <p:nvPr>
            <p:custDataLst>
              <p:tags r:id="rId5"/>
            </p:custDataLst>
          </p:nvPr>
        </p:nvSpPr>
        <p:spPr>
          <a:xfrm>
            <a:off x="1294130" y="993140"/>
            <a:ext cx="70040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2. </a:t>
            </a:r>
            <a:r>
              <a:rPr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配置项目运行命令</a:t>
            </a:r>
            <a:endParaRPr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Isosceles Triangle 2_1"/>
          <p:cNvSpPr/>
          <p:nvPr>
            <p:custDataLst>
              <p:tags r:id="rId6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0" name="文本框 19"/>
          <p:cNvSpPr txBox="1"/>
          <p:nvPr>
            <p:custDataLst>
              <p:tags r:id="rId7"/>
            </p:custDataLst>
          </p:nvPr>
        </p:nvSpPr>
        <p:spPr>
          <a:xfrm>
            <a:off x="1026482" y="67333"/>
            <a:ext cx="18084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indent="0" algn="l" defTabSz="9144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0" i="0" kern="1200" cap="none" spc="0" normalizeH="0" baseline="0" noProof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0" lang="zh-CN" altLang="en-US" sz="3200" b="0" i="0" kern="1200" cap="none" spc="0" normalizeH="0" baseline="0" noProof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0" lang="zh-CN" altLang="en-US" sz="3200" b="0" i="0" kern="1200" cap="none" spc="0" normalizeH="0" baseline="0" noProof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294130" y="1971040"/>
            <a:ext cx="6527165" cy="2563495"/>
            <a:chOff x="2976" y="3436"/>
            <a:chExt cx="10279" cy="4037"/>
          </a:xfrm>
        </p:grpSpPr>
        <p:sp>
          <p:nvSpPr>
            <p:cNvPr id="44" name="矩形 43"/>
            <p:cNvSpPr/>
            <p:nvPr>
              <p:custDataLst>
                <p:tags r:id="rId8"/>
              </p:custDataLst>
            </p:nvPr>
          </p:nvSpPr>
          <p:spPr>
            <a:xfrm>
              <a:off x="2976" y="4148"/>
              <a:ext cx="10279" cy="3325"/>
            </a:xfrm>
            <a:prstGeom prst="rect">
              <a:avLst/>
            </a:prstGeom>
            <a:solidFill>
              <a:schemeClr val="accent5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grpSp>
          <p:nvGrpSpPr>
            <p:cNvPr id="5" name="组合 4"/>
            <p:cNvGrpSpPr/>
            <p:nvPr/>
          </p:nvGrpSpPr>
          <p:grpSpPr>
            <a:xfrm>
              <a:off x="3090" y="3436"/>
              <a:ext cx="8108" cy="3879"/>
              <a:chOff x="6385" y="3858"/>
              <a:chExt cx="8108" cy="3879"/>
            </a:xfrm>
          </p:grpSpPr>
          <p:sp>
            <p:nvSpPr>
              <p:cNvPr id="18" name="TextBox 13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6385" y="4829"/>
                <a:ext cx="8108" cy="29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altLang="zh-CN" sz="2000" b="1" kern="1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"scripts": { </a:t>
                </a:r>
                <a:endParaRPr lang="en-US" altLang="zh-CN" sz="2000" b="1" kern="1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altLang="zh-CN" sz="2000" b="1" kern="1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"start": "node ./bin/www", </a:t>
                </a:r>
                <a:endParaRPr lang="en-US" altLang="zh-CN" sz="2000" b="1" kern="1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altLang="zh-CN" sz="2000" b="1" kern="1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"dev": "nodemon ./bin/www.js", </a:t>
                </a:r>
                <a:endParaRPr lang="en-US" altLang="zh-CN" sz="2000" b="1" kern="1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altLang="zh-CN" sz="2000" b="1" kern="1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b="1" kern="1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"prd": "pm2 start ./bin/www" </a:t>
                </a:r>
                <a:endParaRPr lang="en-US" altLang="zh-CN" sz="2000" b="1" kern="1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altLang="zh-CN" sz="2000" b="1" kern="100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}, </a:t>
                </a:r>
                <a:endParaRPr lang="en-US" altLang="zh-CN" sz="2000" b="1" kern="100" dirty="0">
                  <a:solidFill>
                    <a:schemeClr val="dk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endParaRPr>
              </a:p>
            </p:txBody>
          </p:sp>
          <p:sp>
            <p:nvSpPr>
              <p:cNvPr id="19" name="TextBox 14"/>
              <p:cNvSpPr txBox="1"/>
              <p:nvPr/>
            </p:nvSpPr>
            <p:spPr>
              <a:xfrm>
                <a:off x="6385" y="3858"/>
                <a:ext cx="7760" cy="58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DuDa_APP/package.json</a:t>
                </a:r>
                <a:endPara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4" name="圆角矩形 8"/>
          <p:cNvSpPr/>
          <p:nvPr>
            <p:custDataLst>
              <p:tags r:id="rId10"/>
            </p:custDataLst>
          </p:nvPr>
        </p:nvSpPr>
        <p:spPr>
          <a:xfrm>
            <a:off x="1224915" y="4982210"/>
            <a:ext cx="6597015" cy="737870"/>
          </a:xfrm>
          <a:prstGeom prst="roundRect">
            <a:avLst>
              <a:gd name="adj" fmla="val 14029"/>
            </a:avLst>
          </a:prstGeom>
          <a:solidFill>
            <a:schemeClr val="dk1">
              <a:lumMod val="75000"/>
              <a:lumOff val="25000"/>
            </a:schemeClr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“npm run prd”启动项目，等同于使用 pm2 命令启动项目</a:t>
            </a:r>
            <a:r>
              <a:rPr lang="zh-CN" altLang="en-US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。</a:t>
            </a:r>
            <a:endParaRPr lang="en-US" b="1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即使关闭当前 CMD 窗口，项目也可以被正常访问</a:t>
            </a:r>
            <a:r>
              <a:rPr lang="zh-CN" altLang="en-US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。</a:t>
            </a:r>
            <a:endParaRPr lang="zh-CN" altLang="en-US" b="1" kern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62010" y="469265"/>
            <a:ext cx="2592705" cy="5919470"/>
          </a:xfrm>
          <a:prstGeom prst="rect">
            <a:avLst/>
          </a:prstGeom>
          <a:ln w="88900" cap="sq" cmpd="thickThin">
            <a:solidFill>
              <a:srgbClr val="4C944C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sp>
        <p:nvSpPr>
          <p:cNvPr id="12" name="矩形 11"/>
          <p:cNvSpPr/>
          <p:nvPr/>
        </p:nvSpPr>
        <p:spPr>
          <a:xfrm>
            <a:off x="9022080" y="5720080"/>
            <a:ext cx="1922780" cy="26035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12" grpId="0" animBg="1"/>
      <p:bldP spid="12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6" name="图形 3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080" y="3312961"/>
            <a:ext cx="569913" cy="569913"/>
          </a:xfrm>
          <a:prstGeom prst="rect">
            <a:avLst/>
          </a:prstGeom>
        </p:spPr>
      </p:pic>
      <p:sp>
        <p:nvSpPr>
          <p:cNvPr id="43" name="文本框 42"/>
          <p:cNvSpPr txBox="1"/>
          <p:nvPr>
            <p:custDataLst>
              <p:tags r:id="rId5"/>
            </p:custDataLst>
          </p:nvPr>
        </p:nvSpPr>
        <p:spPr>
          <a:xfrm>
            <a:off x="1243330" y="993140"/>
            <a:ext cx="70040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3. </a:t>
            </a:r>
            <a:r>
              <a:rPr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使用 PM2 启动项目</a:t>
            </a:r>
            <a:r>
              <a:rPr 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--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启动第</a:t>
            </a: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1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个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项目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Isosceles Triangle 2_1"/>
          <p:cNvSpPr/>
          <p:nvPr>
            <p:custDataLst>
              <p:tags r:id="rId6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0" name="文本框 19"/>
          <p:cNvSpPr txBox="1"/>
          <p:nvPr>
            <p:custDataLst>
              <p:tags r:id="rId7"/>
            </p:custDataLst>
          </p:nvPr>
        </p:nvSpPr>
        <p:spPr>
          <a:xfrm>
            <a:off x="1026482" y="67333"/>
            <a:ext cx="18084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indent="0" algn="l" defTabSz="9144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0" i="0" kern="1200" cap="none" spc="0" normalizeH="0" baseline="0" noProof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0" lang="zh-CN" altLang="en-US" sz="3200" b="0" i="0" kern="1200" cap="none" spc="0" normalizeH="0" baseline="0" noProof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0" lang="zh-CN" altLang="en-US" sz="3200" b="0" i="0" kern="1200" cap="none" spc="0" normalizeH="0" baseline="0" noProof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410970" y="1867535"/>
            <a:ext cx="7571105" cy="677545"/>
            <a:chOff x="6385" y="3647"/>
            <a:chExt cx="11923" cy="1067"/>
          </a:xfrm>
        </p:grpSpPr>
        <p:sp>
          <p:nvSpPr>
            <p:cNvPr id="18" name="TextBox 13"/>
            <p:cNvSpPr txBox="1"/>
            <p:nvPr>
              <p:custDataLst>
                <p:tags r:id="rId8"/>
              </p:custDataLst>
            </p:nvPr>
          </p:nvSpPr>
          <p:spPr>
            <a:xfrm>
              <a:off x="6385" y="4250"/>
              <a:ext cx="11923" cy="4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endParaRPr lang="zh-CN" altLang="en-US" sz="1600" b="1" i="1" kern="100" dirty="0"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9" name="TextBox 14"/>
            <p:cNvSpPr txBox="1"/>
            <p:nvPr/>
          </p:nvSpPr>
          <p:spPr>
            <a:xfrm>
              <a:off x="6385" y="3647"/>
              <a:ext cx="9262" cy="96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zh-CN" altLang="en-US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进入项目文件夹</a:t>
              </a:r>
              <a:r>
                <a:rPr lang="en-US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DuDa_APP</a:t>
              </a:r>
              <a:r>
                <a:rPr lang="zh-CN" altLang="en-US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，打开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cmd</a:t>
              </a:r>
              <a:r>
                <a:rPr lang="zh-CN" altLang="en-US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窗口，输入：</a:t>
              </a:r>
              <a:endParaRPr 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npm run prd</a:t>
              </a:r>
              <a:endPara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9" name="图片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9630" y="2802890"/>
            <a:ext cx="10646410" cy="2871470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6838950" y="4621530"/>
            <a:ext cx="906780" cy="65849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0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2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1212850" y="1073150"/>
            <a:ext cx="7706360" cy="977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3. </a:t>
            </a:r>
            <a:r>
              <a:rPr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使用 PM2 启动项目</a:t>
            </a:r>
            <a:r>
              <a:rPr 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--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启动第</a:t>
            </a: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2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个项目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lvl="0">
              <a:lnSpc>
                <a:spcPct val="120000"/>
              </a:lnSpc>
              <a:buClr>
                <a:srgbClr val="3C853C"/>
              </a:buClr>
            </a:pP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TextBox 30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224915" y="1825625"/>
            <a:ext cx="6327140" cy="845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99" tIns="22900" rIns="45799" bIns="229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进入项目文件夹</a:t>
            </a:r>
            <a:r>
              <a:rPr 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DuDa_Manage</a:t>
            </a: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，打开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cmd</a:t>
            </a: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窗口，输入：</a:t>
            </a:r>
            <a:endParaRPr lang="en-US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en-US" sz="2000" b="1" i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pm2 start app.js --name </a:t>
            </a:r>
            <a:r>
              <a:rPr lang="en-US" sz="2000" b="1" i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DuDa_Manage</a:t>
            </a:r>
            <a:endParaRPr lang="en-US" sz="2000" b="1" i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Isosceles Triangle 2_1"/>
          <p:cNvSpPr/>
          <p:nvPr>
            <p:custDataLst>
              <p:tags r:id="rId5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760" y="3077845"/>
            <a:ext cx="11362055" cy="2343785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7139305" y="4111625"/>
            <a:ext cx="906780" cy="79248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67105" y="4471670"/>
            <a:ext cx="1360170" cy="21844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7" grpId="1"/>
      <p:bldP spid="12" grpId="0" bldLvl="0" animBg="1"/>
      <p:bldP spid="12" grpId="1" animBg="1"/>
      <p:bldP spid="3" grpId="0" bldLvl="0" animBg="1"/>
      <p:bldP spid="3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TextBox 30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266190" y="1868805"/>
            <a:ext cx="6842760" cy="845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99" tIns="22900" rIns="45799" bIns="229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任意目录</a:t>
            </a: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下打开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cmd</a:t>
            </a: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窗口，输入：</a:t>
            </a:r>
            <a:endParaRPr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eaLnBrk="1" hangingPunct="1">
              <a:lnSpc>
                <a:spcPct val="130000"/>
              </a:lnSpc>
            </a:pPr>
            <a:r>
              <a:rPr sz="2000" b="1" i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pm2 list </a:t>
            </a:r>
            <a:endParaRPr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" y="3026410"/>
            <a:ext cx="11383645" cy="1913890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192530" y="1073150"/>
            <a:ext cx="6916420" cy="9772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3. </a:t>
            </a:r>
            <a:r>
              <a:rPr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使用 PM2 启动项目</a:t>
            </a:r>
            <a:r>
              <a:rPr 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--</a:t>
            </a:r>
            <a:r>
              <a:rPr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查看所有的已启动的项目</a:t>
            </a:r>
            <a:endParaRPr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lvl="0">
              <a:lnSpc>
                <a:spcPct val="120000"/>
              </a:lnSpc>
              <a:buClr>
                <a:srgbClr val="3C853C"/>
              </a:buClr>
            </a:pPr>
            <a:endParaRPr 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Isosceles Triangle 2_1"/>
          <p:cNvSpPr/>
          <p:nvPr>
            <p:custDataLst>
              <p:tags r:id="rId6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52780" y="3724275"/>
            <a:ext cx="380365" cy="79248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7" grpId="1"/>
      <p:bldP spid="12" grpId="0" bldLvl="0" animBg="1"/>
      <p:bldP spid="12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TextBox 30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311910" y="1802130"/>
            <a:ext cx="5716270" cy="845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99" tIns="22900" rIns="45799" bIns="229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任意目录下打开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cmd</a:t>
            </a: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窗口，输入：</a:t>
            </a:r>
            <a:endParaRPr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eaLnBrk="1" hangingPunct="1">
              <a:lnSpc>
                <a:spcPct val="130000"/>
              </a:lnSpc>
            </a:pPr>
            <a:r>
              <a:rPr sz="2000" b="1" i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pm2 monit </a:t>
            </a:r>
            <a:endParaRPr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910" y="2842895"/>
            <a:ext cx="10991850" cy="2794000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182370" y="1073150"/>
            <a:ext cx="8825230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3. </a:t>
            </a:r>
            <a:r>
              <a:rPr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使用 PM2 启动项目</a:t>
            </a:r>
            <a:r>
              <a:rPr 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--显示项目的内存和 CPU 的使用情况</a:t>
            </a:r>
            <a:endParaRPr 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Isosceles Triangle 2_1"/>
          <p:cNvSpPr/>
          <p:nvPr>
            <p:custDataLst>
              <p:tags r:id="rId6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30885" y="3140075"/>
            <a:ext cx="3108960" cy="59118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7" grpId="1"/>
      <p:bldP spid="12" grpId="0" bldLvl="0" animBg="1"/>
      <p:bldP spid="12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267460" y="1073150"/>
            <a:ext cx="452437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4. </a:t>
            </a:r>
            <a:r>
              <a:rPr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浏览项目</a:t>
            </a:r>
            <a:endParaRPr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Isosceles Triangle 2_1"/>
          <p:cNvSpPr/>
          <p:nvPr>
            <p:custDataLst>
              <p:tags r:id="rId4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30" name="图片 2"/>
          <p:cNvPicPr>
            <a:picLocks noChangeAspect="1"/>
          </p:cNvPicPr>
          <p:nvPr/>
        </p:nvPicPr>
        <p:blipFill>
          <a:blip r:embed="rId5"/>
          <a:srcRect l="-1847" t="-35"/>
          <a:stretch>
            <a:fillRect/>
          </a:stretch>
        </p:blipFill>
        <p:spPr>
          <a:xfrm>
            <a:off x="581660" y="1831340"/>
            <a:ext cx="6100445" cy="427482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</p:pic>
      <p:pic>
        <p:nvPicPr>
          <p:cNvPr id="158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4995" y="1842135"/>
            <a:ext cx="4018280" cy="403479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</p:pic>
      <p:sp>
        <p:nvSpPr>
          <p:cNvPr id="12" name="矩形 11"/>
          <p:cNvSpPr/>
          <p:nvPr/>
        </p:nvSpPr>
        <p:spPr>
          <a:xfrm>
            <a:off x="581660" y="1831340"/>
            <a:ext cx="1463040" cy="26035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644765" y="2124075"/>
            <a:ext cx="1868805" cy="29273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5" grpId="0" bldLvl="0" animBg="1"/>
      <p:bldP spid="5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小结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2" name="弧形 81"/>
          <p:cNvSpPr/>
          <p:nvPr>
            <p:custDataLst>
              <p:tags r:id="rId3"/>
            </p:custDataLst>
          </p:nvPr>
        </p:nvSpPr>
        <p:spPr>
          <a:xfrm>
            <a:off x="672082" y="1238715"/>
            <a:ext cx="4277891" cy="4277891"/>
          </a:xfrm>
          <a:prstGeom prst="arc">
            <a:avLst>
              <a:gd name="adj1" fmla="val 19163328"/>
              <a:gd name="adj2" fmla="val 2530847"/>
            </a:avLst>
          </a:prstGeom>
          <a:ln w="12700">
            <a:solidFill>
              <a:schemeClr val="dk1">
                <a:lumMod val="50000"/>
                <a:lumOff val="5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649470" y="1358900"/>
            <a:ext cx="6050915" cy="1036320"/>
            <a:chOff x="7322" y="2518"/>
            <a:chExt cx="9529" cy="1632"/>
          </a:xfrm>
        </p:grpSpPr>
        <p:sp>
          <p:nvSpPr>
            <p:cNvPr id="103" name="圆角矩形 121"/>
            <p:cNvSpPr/>
            <p:nvPr>
              <p:custDataLst>
                <p:tags r:id="rId4"/>
              </p:custDataLst>
            </p:nvPr>
          </p:nvSpPr>
          <p:spPr>
            <a:xfrm>
              <a:off x="7322" y="3114"/>
              <a:ext cx="556" cy="509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5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3765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7479" y="3258"/>
              <a:ext cx="241" cy="221"/>
            </a:xfrm>
            <a:custGeom>
              <a:avLst/>
              <a:gdLst>
                <a:gd name="T0" fmla="*/ 7651 w 7964"/>
                <a:gd name="T1" fmla="*/ 2432 h 7964"/>
                <a:gd name="T2" fmla="*/ 6798 w 7964"/>
                <a:gd name="T3" fmla="*/ 1166 h 7964"/>
                <a:gd name="T4" fmla="*/ 5532 w 7964"/>
                <a:gd name="T5" fmla="*/ 313 h 7964"/>
                <a:gd name="T6" fmla="*/ 3982 w 7964"/>
                <a:gd name="T7" fmla="*/ 0 h 7964"/>
                <a:gd name="T8" fmla="*/ 2432 w 7964"/>
                <a:gd name="T9" fmla="*/ 313 h 7964"/>
                <a:gd name="T10" fmla="*/ 1166 w 7964"/>
                <a:gd name="T11" fmla="*/ 1166 h 7964"/>
                <a:gd name="T12" fmla="*/ 313 w 7964"/>
                <a:gd name="T13" fmla="*/ 2432 h 7964"/>
                <a:gd name="T14" fmla="*/ 0 w 7964"/>
                <a:gd name="T15" fmla="*/ 3982 h 7964"/>
                <a:gd name="T16" fmla="*/ 313 w 7964"/>
                <a:gd name="T17" fmla="*/ 5532 h 7964"/>
                <a:gd name="T18" fmla="*/ 1166 w 7964"/>
                <a:gd name="T19" fmla="*/ 6798 h 7964"/>
                <a:gd name="T20" fmla="*/ 2432 w 7964"/>
                <a:gd name="T21" fmla="*/ 7651 h 7964"/>
                <a:gd name="T22" fmla="*/ 3982 w 7964"/>
                <a:gd name="T23" fmla="*/ 7964 h 7964"/>
                <a:gd name="T24" fmla="*/ 5532 w 7964"/>
                <a:gd name="T25" fmla="*/ 7651 h 7964"/>
                <a:gd name="T26" fmla="*/ 6798 w 7964"/>
                <a:gd name="T27" fmla="*/ 6798 h 7964"/>
                <a:gd name="T28" fmla="*/ 7651 w 7964"/>
                <a:gd name="T29" fmla="*/ 5532 h 7964"/>
                <a:gd name="T30" fmla="*/ 7964 w 7964"/>
                <a:gd name="T31" fmla="*/ 3982 h 7964"/>
                <a:gd name="T32" fmla="*/ 7651 w 7964"/>
                <a:gd name="T33" fmla="*/ 2432 h 7964"/>
                <a:gd name="T34" fmla="*/ 2667 w 7964"/>
                <a:gd name="T35" fmla="*/ 2870 h 7964"/>
                <a:gd name="T36" fmla="*/ 2882 w 7964"/>
                <a:gd name="T37" fmla="*/ 2741 h 7964"/>
                <a:gd name="T38" fmla="*/ 5082 w 7964"/>
                <a:gd name="T39" fmla="*/ 2741 h 7964"/>
                <a:gd name="T40" fmla="*/ 5296 w 7964"/>
                <a:gd name="T41" fmla="*/ 2870 h 7964"/>
                <a:gd name="T42" fmla="*/ 5326 w 7964"/>
                <a:gd name="T43" fmla="*/ 2989 h 7964"/>
                <a:gd name="T44" fmla="*/ 5288 w 7964"/>
                <a:gd name="T45" fmla="*/ 3123 h 7964"/>
                <a:gd name="T46" fmla="*/ 4188 w 7964"/>
                <a:gd name="T47" fmla="*/ 4861 h 7964"/>
                <a:gd name="T48" fmla="*/ 3982 w 7964"/>
                <a:gd name="T49" fmla="*/ 4975 h 7964"/>
                <a:gd name="T50" fmla="*/ 3776 w 7964"/>
                <a:gd name="T51" fmla="*/ 4861 h 7964"/>
                <a:gd name="T52" fmla="*/ 2676 w 7964"/>
                <a:gd name="T53" fmla="*/ 3123 h 7964"/>
                <a:gd name="T54" fmla="*/ 2637 w 7964"/>
                <a:gd name="T55" fmla="*/ 2989 h 7964"/>
                <a:gd name="T56" fmla="*/ 2667 w 7964"/>
                <a:gd name="T57" fmla="*/ 2870 h 7964"/>
                <a:gd name="T58" fmla="*/ 5204 w 7964"/>
                <a:gd name="T59" fmla="*/ 5223 h 7964"/>
                <a:gd name="T60" fmla="*/ 2760 w 7964"/>
                <a:gd name="T61" fmla="*/ 5223 h 7964"/>
                <a:gd name="T62" fmla="*/ 2637 w 7964"/>
                <a:gd name="T63" fmla="*/ 5100 h 7964"/>
                <a:gd name="T64" fmla="*/ 2760 w 7964"/>
                <a:gd name="T65" fmla="*/ 4977 h 7964"/>
                <a:gd name="T66" fmla="*/ 5204 w 7964"/>
                <a:gd name="T67" fmla="*/ 4977 h 7964"/>
                <a:gd name="T68" fmla="*/ 5326 w 7964"/>
                <a:gd name="T69" fmla="*/ 5100 h 7964"/>
                <a:gd name="T70" fmla="*/ 5204 w 7964"/>
                <a:gd name="T71" fmla="*/ 5223 h 7964"/>
                <a:gd name="T72" fmla="*/ 5082 w 7964"/>
                <a:gd name="T73" fmla="*/ 2989 h 7964"/>
                <a:gd name="T74" fmla="*/ 2882 w 7964"/>
                <a:gd name="T75" fmla="*/ 2989 h 7964"/>
                <a:gd name="T76" fmla="*/ 3982 w 7964"/>
                <a:gd name="T77" fmla="*/ 4727 h 7964"/>
                <a:gd name="T78" fmla="*/ 5082 w 7964"/>
                <a:gd name="T79" fmla="*/ 2989 h 7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964" h="7964">
                  <a:moveTo>
                    <a:pt x="7651" y="2432"/>
                  </a:moveTo>
                  <a:cubicBezTo>
                    <a:pt x="7451" y="1958"/>
                    <a:pt x="7164" y="1532"/>
                    <a:pt x="6798" y="1166"/>
                  </a:cubicBezTo>
                  <a:cubicBezTo>
                    <a:pt x="6432" y="800"/>
                    <a:pt x="6006" y="513"/>
                    <a:pt x="5532" y="313"/>
                  </a:cubicBezTo>
                  <a:cubicBezTo>
                    <a:pt x="5041" y="105"/>
                    <a:pt x="4520" y="0"/>
                    <a:pt x="3982" y="0"/>
                  </a:cubicBezTo>
                  <a:cubicBezTo>
                    <a:pt x="3444" y="0"/>
                    <a:pt x="2923" y="105"/>
                    <a:pt x="2432" y="313"/>
                  </a:cubicBezTo>
                  <a:cubicBezTo>
                    <a:pt x="1958" y="513"/>
                    <a:pt x="1532" y="800"/>
                    <a:pt x="1166" y="1166"/>
                  </a:cubicBezTo>
                  <a:cubicBezTo>
                    <a:pt x="800" y="1532"/>
                    <a:pt x="513" y="1958"/>
                    <a:pt x="313" y="2432"/>
                  </a:cubicBezTo>
                  <a:cubicBezTo>
                    <a:pt x="105" y="2923"/>
                    <a:pt x="0" y="3444"/>
                    <a:pt x="0" y="3982"/>
                  </a:cubicBezTo>
                  <a:cubicBezTo>
                    <a:pt x="0" y="4520"/>
                    <a:pt x="105" y="5041"/>
                    <a:pt x="313" y="5532"/>
                  </a:cubicBezTo>
                  <a:cubicBezTo>
                    <a:pt x="513" y="6006"/>
                    <a:pt x="800" y="6432"/>
                    <a:pt x="1166" y="6798"/>
                  </a:cubicBezTo>
                  <a:cubicBezTo>
                    <a:pt x="1532" y="7164"/>
                    <a:pt x="1958" y="7451"/>
                    <a:pt x="2432" y="7651"/>
                  </a:cubicBezTo>
                  <a:cubicBezTo>
                    <a:pt x="2923" y="7859"/>
                    <a:pt x="3444" y="7964"/>
                    <a:pt x="3982" y="7964"/>
                  </a:cubicBezTo>
                  <a:cubicBezTo>
                    <a:pt x="4520" y="7964"/>
                    <a:pt x="5041" y="7859"/>
                    <a:pt x="5532" y="7651"/>
                  </a:cubicBezTo>
                  <a:cubicBezTo>
                    <a:pt x="6006" y="7451"/>
                    <a:pt x="6432" y="7164"/>
                    <a:pt x="6798" y="6798"/>
                  </a:cubicBezTo>
                  <a:cubicBezTo>
                    <a:pt x="7164" y="6432"/>
                    <a:pt x="7451" y="6006"/>
                    <a:pt x="7651" y="5532"/>
                  </a:cubicBezTo>
                  <a:cubicBezTo>
                    <a:pt x="7859" y="5041"/>
                    <a:pt x="7964" y="4520"/>
                    <a:pt x="7964" y="3982"/>
                  </a:cubicBezTo>
                  <a:cubicBezTo>
                    <a:pt x="7964" y="3444"/>
                    <a:pt x="7859" y="2923"/>
                    <a:pt x="7651" y="2432"/>
                  </a:cubicBezTo>
                  <a:close/>
                  <a:moveTo>
                    <a:pt x="2667" y="2870"/>
                  </a:moveTo>
                  <a:cubicBezTo>
                    <a:pt x="2710" y="2791"/>
                    <a:pt x="2792" y="2741"/>
                    <a:pt x="2882" y="2741"/>
                  </a:cubicBezTo>
                  <a:lnTo>
                    <a:pt x="5082" y="2741"/>
                  </a:lnTo>
                  <a:cubicBezTo>
                    <a:pt x="5171" y="2741"/>
                    <a:pt x="5254" y="2791"/>
                    <a:pt x="5296" y="2870"/>
                  </a:cubicBezTo>
                  <a:cubicBezTo>
                    <a:pt x="5317" y="2907"/>
                    <a:pt x="5326" y="2948"/>
                    <a:pt x="5326" y="2989"/>
                  </a:cubicBezTo>
                  <a:cubicBezTo>
                    <a:pt x="5326" y="3036"/>
                    <a:pt x="5313" y="3083"/>
                    <a:pt x="5288" y="3123"/>
                  </a:cubicBezTo>
                  <a:lnTo>
                    <a:pt x="4188" y="4861"/>
                  </a:lnTo>
                  <a:cubicBezTo>
                    <a:pt x="4143" y="4932"/>
                    <a:pt x="4065" y="4975"/>
                    <a:pt x="3982" y="4975"/>
                  </a:cubicBezTo>
                  <a:cubicBezTo>
                    <a:pt x="3899" y="4975"/>
                    <a:pt x="3821" y="4932"/>
                    <a:pt x="3776" y="4861"/>
                  </a:cubicBezTo>
                  <a:lnTo>
                    <a:pt x="2676" y="3123"/>
                  </a:lnTo>
                  <a:cubicBezTo>
                    <a:pt x="2650" y="3083"/>
                    <a:pt x="2637" y="3036"/>
                    <a:pt x="2637" y="2989"/>
                  </a:cubicBezTo>
                  <a:cubicBezTo>
                    <a:pt x="2637" y="2948"/>
                    <a:pt x="2647" y="2907"/>
                    <a:pt x="2667" y="2870"/>
                  </a:cubicBezTo>
                  <a:close/>
                  <a:moveTo>
                    <a:pt x="5204" y="5223"/>
                  </a:moveTo>
                  <a:lnTo>
                    <a:pt x="2760" y="5223"/>
                  </a:lnTo>
                  <a:cubicBezTo>
                    <a:pt x="2692" y="5223"/>
                    <a:pt x="2637" y="5168"/>
                    <a:pt x="2637" y="5100"/>
                  </a:cubicBezTo>
                  <a:cubicBezTo>
                    <a:pt x="2638" y="5032"/>
                    <a:pt x="2692" y="4977"/>
                    <a:pt x="2760" y="4977"/>
                  </a:cubicBezTo>
                  <a:lnTo>
                    <a:pt x="5204" y="4977"/>
                  </a:lnTo>
                  <a:cubicBezTo>
                    <a:pt x="5271" y="4977"/>
                    <a:pt x="5326" y="5032"/>
                    <a:pt x="5326" y="5100"/>
                  </a:cubicBezTo>
                  <a:cubicBezTo>
                    <a:pt x="5326" y="5168"/>
                    <a:pt x="5271" y="5223"/>
                    <a:pt x="5204" y="5223"/>
                  </a:cubicBezTo>
                  <a:close/>
                  <a:moveTo>
                    <a:pt x="5082" y="2989"/>
                  </a:moveTo>
                  <a:lnTo>
                    <a:pt x="2882" y="2989"/>
                  </a:lnTo>
                  <a:lnTo>
                    <a:pt x="3982" y="4727"/>
                  </a:lnTo>
                  <a:lnTo>
                    <a:pt x="5082" y="2989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9" name="矩形 78"/>
            <p:cNvSpPr/>
            <p:nvPr>
              <p:custDataLst>
                <p:tags r:id="rId6"/>
              </p:custDataLst>
            </p:nvPr>
          </p:nvSpPr>
          <p:spPr>
            <a:xfrm>
              <a:off x="8275" y="2518"/>
              <a:ext cx="8576" cy="1632"/>
            </a:xfrm>
            <a:prstGeom prst="rect">
              <a:avLst/>
            </a:prstGeom>
          </p:spPr>
          <p:txBody>
            <a:bodyPr wrap="square" lIns="68559" tIns="34280" rIns="68559" bIns="342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任务需求</a:t>
              </a:r>
              <a:endPara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使用</a:t>
              </a:r>
              <a:r>
                <a:rPr lang="en-US" altLang="zh-CN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PM2</a:t>
              </a:r>
              <a:r>
                <a:rPr lang="zh-CN" altLang="en-US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部署</a:t>
              </a:r>
              <a:r>
                <a:rPr lang="en-US" altLang="zh-CN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2</a:t>
              </a:r>
              <a:r>
                <a:rPr lang="zh-CN" altLang="en-US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个</a:t>
              </a:r>
              <a:r>
                <a:rPr lang="zh-CN" altLang="en-US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项目</a:t>
              </a:r>
              <a:endPara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649470" y="2554605"/>
            <a:ext cx="6783705" cy="1451610"/>
            <a:chOff x="7322" y="4632"/>
            <a:chExt cx="10683" cy="2286"/>
          </a:xfrm>
        </p:grpSpPr>
        <p:sp>
          <p:nvSpPr>
            <p:cNvPr id="101" name="圆角矩形 127"/>
            <p:cNvSpPr/>
            <p:nvPr>
              <p:custDataLst>
                <p:tags r:id="rId7"/>
              </p:custDataLst>
            </p:nvPr>
          </p:nvSpPr>
          <p:spPr>
            <a:xfrm>
              <a:off x="7322" y="5623"/>
              <a:ext cx="510" cy="509"/>
            </a:xfrm>
            <a:prstGeom prst="roundRect">
              <a:avLst/>
            </a:prstGeom>
            <a:solidFill>
              <a:schemeClr val="accent4"/>
            </a:soli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3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5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3765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7449" y="4632"/>
              <a:ext cx="10557" cy="2286"/>
              <a:chOff x="7449" y="4632"/>
              <a:chExt cx="10557" cy="2286"/>
            </a:xfrm>
          </p:grpSpPr>
          <p:sp>
            <p:nvSpPr>
              <p:cNvPr id="102" name="任意多边形 128"/>
              <p:cNvSpPr/>
              <p:nvPr>
                <p:custDataLst>
                  <p:tags r:id="rId8"/>
                </p:custDataLst>
              </p:nvPr>
            </p:nvSpPr>
            <p:spPr>
              <a:xfrm>
                <a:off x="7449" y="5771"/>
                <a:ext cx="265" cy="221"/>
              </a:xfrm>
              <a:custGeom>
                <a:avLst/>
                <a:gdLst>
                  <a:gd name="T0" fmla="*/ 7651 w 7964"/>
                  <a:gd name="T1" fmla="*/ 2432 h 7964"/>
                  <a:gd name="T2" fmla="*/ 6798 w 7964"/>
                  <a:gd name="T3" fmla="*/ 1166 h 7964"/>
                  <a:gd name="T4" fmla="*/ 5532 w 7964"/>
                  <a:gd name="T5" fmla="*/ 313 h 7964"/>
                  <a:gd name="T6" fmla="*/ 3982 w 7964"/>
                  <a:gd name="T7" fmla="*/ 0 h 7964"/>
                  <a:gd name="T8" fmla="*/ 2432 w 7964"/>
                  <a:gd name="T9" fmla="*/ 313 h 7964"/>
                  <a:gd name="T10" fmla="*/ 1166 w 7964"/>
                  <a:gd name="T11" fmla="*/ 1166 h 7964"/>
                  <a:gd name="T12" fmla="*/ 313 w 7964"/>
                  <a:gd name="T13" fmla="*/ 2432 h 7964"/>
                  <a:gd name="T14" fmla="*/ 0 w 7964"/>
                  <a:gd name="T15" fmla="*/ 3982 h 7964"/>
                  <a:gd name="T16" fmla="*/ 313 w 7964"/>
                  <a:gd name="T17" fmla="*/ 5532 h 7964"/>
                  <a:gd name="T18" fmla="*/ 1166 w 7964"/>
                  <a:gd name="T19" fmla="*/ 6798 h 7964"/>
                  <a:gd name="T20" fmla="*/ 2432 w 7964"/>
                  <a:gd name="T21" fmla="*/ 7651 h 7964"/>
                  <a:gd name="T22" fmla="*/ 3982 w 7964"/>
                  <a:gd name="T23" fmla="*/ 7964 h 7964"/>
                  <a:gd name="T24" fmla="*/ 5532 w 7964"/>
                  <a:gd name="T25" fmla="*/ 7651 h 7964"/>
                  <a:gd name="T26" fmla="*/ 6798 w 7964"/>
                  <a:gd name="T27" fmla="*/ 6798 h 7964"/>
                  <a:gd name="T28" fmla="*/ 7651 w 7964"/>
                  <a:gd name="T29" fmla="*/ 5532 h 7964"/>
                  <a:gd name="T30" fmla="*/ 7964 w 7964"/>
                  <a:gd name="T31" fmla="*/ 3982 h 7964"/>
                  <a:gd name="T32" fmla="*/ 7651 w 7964"/>
                  <a:gd name="T33" fmla="*/ 2432 h 7964"/>
                  <a:gd name="T34" fmla="*/ 2667 w 7964"/>
                  <a:gd name="T35" fmla="*/ 2870 h 7964"/>
                  <a:gd name="T36" fmla="*/ 2882 w 7964"/>
                  <a:gd name="T37" fmla="*/ 2741 h 7964"/>
                  <a:gd name="T38" fmla="*/ 5082 w 7964"/>
                  <a:gd name="T39" fmla="*/ 2741 h 7964"/>
                  <a:gd name="T40" fmla="*/ 5296 w 7964"/>
                  <a:gd name="T41" fmla="*/ 2870 h 7964"/>
                  <a:gd name="T42" fmla="*/ 5326 w 7964"/>
                  <a:gd name="T43" fmla="*/ 2989 h 7964"/>
                  <a:gd name="T44" fmla="*/ 5288 w 7964"/>
                  <a:gd name="T45" fmla="*/ 3123 h 7964"/>
                  <a:gd name="T46" fmla="*/ 4188 w 7964"/>
                  <a:gd name="T47" fmla="*/ 4861 h 7964"/>
                  <a:gd name="T48" fmla="*/ 3982 w 7964"/>
                  <a:gd name="T49" fmla="*/ 4975 h 7964"/>
                  <a:gd name="T50" fmla="*/ 3776 w 7964"/>
                  <a:gd name="T51" fmla="*/ 4861 h 7964"/>
                  <a:gd name="T52" fmla="*/ 2676 w 7964"/>
                  <a:gd name="T53" fmla="*/ 3123 h 7964"/>
                  <a:gd name="T54" fmla="*/ 2637 w 7964"/>
                  <a:gd name="T55" fmla="*/ 2989 h 7964"/>
                  <a:gd name="T56" fmla="*/ 2667 w 7964"/>
                  <a:gd name="T57" fmla="*/ 2870 h 7964"/>
                  <a:gd name="T58" fmla="*/ 5204 w 7964"/>
                  <a:gd name="T59" fmla="*/ 5223 h 7964"/>
                  <a:gd name="T60" fmla="*/ 2760 w 7964"/>
                  <a:gd name="T61" fmla="*/ 5223 h 7964"/>
                  <a:gd name="T62" fmla="*/ 2637 w 7964"/>
                  <a:gd name="T63" fmla="*/ 5100 h 7964"/>
                  <a:gd name="T64" fmla="*/ 2760 w 7964"/>
                  <a:gd name="T65" fmla="*/ 4977 h 7964"/>
                  <a:gd name="T66" fmla="*/ 5204 w 7964"/>
                  <a:gd name="T67" fmla="*/ 4977 h 7964"/>
                  <a:gd name="T68" fmla="*/ 5326 w 7964"/>
                  <a:gd name="T69" fmla="*/ 5100 h 7964"/>
                  <a:gd name="T70" fmla="*/ 5204 w 7964"/>
                  <a:gd name="T71" fmla="*/ 5223 h 7964"/>
                  <a:gd name="T72" fmla="*/ 5082 w 7964"/>
                  <a:gd name="T73" fmla="*/ 2989 h 7964"/>
                  <a:gd name="T74" fmla="*/ 2882 w 7964"/>
                  <a:gd name="T75" fmla="*/ 2989 h 7964"/>
                  <a:gd name="T76" fmla="*/ 3982 w 7964"/>
                  <a:gd name="T77" fmla="*/ 4727 h 7964"/>
                  <a:gd name="T78" fmla="*/ 5082 w 7964"/>
                  <a:gd name="T79" fmla="*/ 2989 h 7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7964" h="7964">
                    <a:moveTo>
                      <a:pt x="7651" y="2432"/>
                    </a:moveTo>
                    <a:cubicBezTo>
                      <a:pt x="7451" y="1958"/>
                      <a:pt x="7164" y="1532"/>
                      <a:pt x="6798" y="1166"/>
                    </a:cubicBezTo>
                    <a:cubicBezTo>
                      <a:pt x="6432" y="800"/>
                      <a:pt x="6006" y="513"/>
                      <a:pt x="5532" y="313"/>
                    </a:cubicBezTo>
                    <a:cubicBezTo>
                      <a:pt x="5041" y="105"/>
                      <a:pt x="4520" y="0"/>
                      <a:pt x="3982" y="0"/>
                    </a:cubicBezTo>
                    <a:cubicBezTo>
                      <a:pt x="3444" y="0"/>
                      <a:pt x="2923" y="105"/>
                      <a:pt x="2432" y="313"/>
                    </a:cubicBezTo>
                    <a:cubicBezTo>
                      <a:pt x="1958" y="513"/>
                      <a:pt x="1532" y="800"/>
                      <a:pt x="1166" y="1166"/>
                    </a:cubicBezTo>
                    <a:cubicBezTo>
                      <a:pt x="800" y="1532"/>
                      <a:pt x="513" y="1958"/>
                      <a:pt x="313" y="2432"/>
                    </a:cubicBezTo>
                    <a:cubicBezTo>
                      <a:pt x="105" y="2923"/>
                      <a:pt x="0" y="3444"/>
                      <a:pt x="0" y="3982"/>
                    </a:cubicBezTo>
                    <a:cubicBezTo>
                      <a:pt x="0" y="4520"/>
                      <a:pt x="105" y="5041"/>
                      <a:pt x="313" y="5532"/>
                    </a:cubicBezTo>
                    <a:cubicBezTo>
                      <a:pt x="513" y="6006"/>
                      <a:pt x="800" y="6432"/>
                      <a:pt x="1166" y="6798"/>
                    </a:cubicBezTo>
                    <a:cubicBezTo>
                      <a:pt x="1532" y="7164"/>
                      <a:pt x="1958" y="7451"/>
                      <a:pt x="2432" y="7651"/>
                    </a:cubicBezTo>
                    <a:cubicBezTo>
                      <a:pt x="2923" y="7859"/>
                      <a:pt x="3444" y="7964"/>
                      <a:pt x="3982" y="7964"/>
                    </a:cubicBezTo>
                    <a:cubicBezTo>
                      <a:pt x="4520" y="7964"/>
                      <a:pt x="5041" y="7859"/>
                      <a:pt x="5532" y="7651"/>
                    </a:cubicBezTo>
                    <a:cubicBezTo>
                      <a:pt x="6006" y="7451"/>
                      <a:pt x="6432" y="7164"/>
                      <a:pt x="6798" y="6798"/>
                    </a:cubicBezTo>
                    <a:cubicBezTo>
                      <a:pt x="7164" y="6432"/>
                      <a:pt x="7451" y="6006"/>
                      <a:pt x="7651" y="5532"/>
                    </a:cubicBezTo>
                    <a:cubicBezTo>
                      <a:pt x="7859" y="5041"/>
                      <a:pt x="7964" y="4520"/>
                      <a:pt x="7964" y="3982"/>
                    </a:cubicBezTo>
                    <a:cubicBezTo>
                      <a:pt x="7964" y="3444"/>
                      <a:pt x="7859" y="2923"/>
                      <a:pt x="7651" y="2432"/>
                    </a:cubicBezTo>
                    <a:close/>
                    <a:moveTo>
                      <a:pt x="2667" y="2870"/>
                    </a:moveTo>
                    <a:cubicBezTo>
                      <a:pt x="2710" y="2791"/>
                      <a:pt x="2792" y="2741"/>
                      <a:pt x="2882" y="2741"/>
                    </a:cubicBezTo>
                    <a:lnTo>
                      <a:pt x="5082" y="2741"/>
                    </a:lnTo>
                    <a:cubicBezTo>
                      <a:pt x="5171" y="2741"/>
                      <a:pt x="5254" y="2791"/>
                      <a:pt x="5296" y="2870"/>
                    </a:cubicBezTo>
                    <a:cubicBezTo>
                      <a:pt x="5317" y="2907"/>
                      <a:pt x="5326" y="2948"/>
                      <a:pt x="5326" y="2989"/>
                    </a:cubicBezTo>
                    <a:cubicBezTo>
                      <a:pt x="5326" y="3036"/>
                      <a:pt x="5313" y="3083"/>
                      <a:pt x="5288" y="3123"/>
                    </a:cubicBezTo>
                    <a:lnTo>
                      <a:pt x="4188" y="4861"/>
                    </a:lnTo>
                    <a:cubicBezTo>
                      <a:pt x="4143" y="4932"/>
                      <a:pt x="4065" y="4975"/>
                      <a:pt x="3982" y="4975"/>
                    </a:cubicBezTo>
                    <a:cubicBezTo>
                      <a:pt x="3899" y="4975"/>
                      <a:pt x="3821" y="4932"/>
                      <a:pt x="3776" y="4861"/>
                    </a:cubicBezTo>
                    <a:lnTo>
                      <a:pt x="2676" y="3123"/>
                    </a:lnTo>
                    <a:cubicBezTo>
                      <a:pt x="2650" y="3083"/>
                      <a:pt x="2637" y="3036"/>
                      <a:pt x="2637" y="2989"/>
                    </a:cubicBezTo>
                    <a:cubicBezTo>
                      <a:pt x="2637" y="2948"/>
                      <a:pt x="2647" y="2907"/>
                      <a:pt x="2667" y="2870"/>
                    </a:cubicBezTo>
                    <a:close/>
                    <a:moveTo>
                      <a:pt x="5204" y="5223"/>
                    </a:moveTo>
                    <a:lnTo>
                      <a:pt x="2760" y="5223"/>
                    </a:lnTo>
                    <a:cubicBezTo>
                      <a:pt x="2692" y="5223"/>
                      <a:pt x="2637" y="5168"/>
                      <a:pt x="2637" y="5100"/>
                    </a:cubicBezTo>
                    <a:cubicBezTo>
                      <a:pt x="2638" y="5032"/>
                      <a:pt x="2692" y="4977"/>
                      <a:pt x="2760" y="4977"/>
                    </a:cubicBezTo>
                    <a:lnTo>
                      <a:pt x="5204" y="4977"/>
                    </a:lnTo>
                    <a:cubicBezTo>
                      <a:pt x="5271" y="4977"/>
                      <a:pt x="5326" y="5032"/>
                      <a:pt x="5326" y="5100"/>
                    </a:cubicBezTo>
                    <a:cubicBezTo>
                      <a:pt x="5326" y="5168"/>
                      <a:pt x="5271" y="5223"/>
                      <a:pt x="5204" y="5223"/>
                    </a:cubicBezTo>
                    <a:close/>
                    <a:moveTo>
                      <a:pt x="5082" y="2989"/>
                    </a:moveTo>
                    <a:lnTo>
                      <a:pt x="2882" y="2989"/>
                    </a:lnTo>
                    <a:lnTo>
                      <a:pt x="3982" y="4727"/>
                    </a:lnTo>
                    <a:lnTo>
                      <a:pt x="5082" y="2989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80" name="矩形 79"/>
              <p:cNvSpPr/>
              <p:nvPr>
                <p:custDataLst>
                  <p:tags r:id="rId9"/>
                </p:custDataLst>
              </p:nvPr>
            </p:nvSpPr>
            <p:spPr>
              <a:xfrm>
                <a:off x="8230" y="4632"/>
                <a:ext cx="9776" cy="2287"/>
              </a:xfrm>
              <a:prstGeom prst="rect">
                <a:avLst/>
              </a:prstGeom>
            </p:spPr>
            <p:txBody>
              <a:bodyPr wrap="square" lIns="68559" tIns="34280" rIns="68559" bIns="3428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2400" b="1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实现步骤</a:t>
                </a:r>
                <a:endParaRPr lang="en-US" altLang="zh-CN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Wingdings" panose="05000000000000000000" pitchFamily="2" charset="2"/>
                  </a:rPr>
                  <a:t>全局安装</a:t>
                </a:r>
                <a:r>
                  <a:rPr lang="en-US" altLang="zh-CN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Wingdings" panose="05000000000000000000" pitchFamily="2" charset="2"/>
                  </a:rPr>
                  <a:t>MP2</a:t>
                </a:r>
                <a:r>
                  <a:rPr lang="zh-CN" altLang="en-US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配置项目运行命令</a:t>
                </a:r>
                <a:r>
                  <a:rPr lang="zh-CN" altLang="en-US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Wingdings" panose="05000000000000000000" pitchFamily="2" charset="2"/>
                  </a:rPr>
                  <a:t></a:t>
                </a:r>
                <a:endPara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Wingdings" panose="05000000000000000000" pitchFamily="2" charset="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使用 PM2 启动项目</a:t>
                </a:r>
                <a:r>
                  <a:rPr lang="zh-CN" altLang="en-US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Wingdings" panose="05000000000000000000" pitchFamily="2" charset="2"/>
                  </a:rPr>
                  <a:t>浏览</a:t>
                </a:r>
                <a:r>
                  <a:rPr lang="zh-CN" altLang="en-US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Wingdings" panose="05000000000000000000" pitchFamily="2" charset="2"/>
                  </a:rPr>
                  <a:t>项目</a:t>
                </a:r>
                <a:endPara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Wingdings" panose="05000000000000000000" pitchFamily="2" charset="2"/>
                </a:endParaRPr>
              </a:p>
            </p:txBody>
          </p:sp>
        </p:grpSp>
      </p:grpSp>
      <p:sp>
        <p:nvSpPr>
          <p:cNvPr id="24" name="îṧľíḑè"/>
          <p:cNvSpPr/>
          <p:nvPr/>
        </p:nvSpPr>
        <p:spPr bwMode="auto">
          <a:xfrm>
            <a:off x="2101850" y="4605020"/>
            <a:ext cx="851535" cy="201295"/>
          </a:xfrm>
          <a:custGeom>
            <a:avLst/>
            <a:gdLst>
              <a:gd name="T0" fmla="*/ 0 w 1842"/>
              <a:gd name="T1" fmla="*/ 335 h 436"/>
              <a:gd name="T2" fmla="*/ 276 w 1842"/>
              <a:gd name="T3" fmla="*/ 0 h 436"/>
              <a:gd name="T4" fmla="*/ 1566 w 1842"/>
              <a:gd name="T5" fmla="*/ 0 h 436"/>
              <a:gd name="T6" fmla="*/ 1842 w 1842"/>
              <a:gd name="T7" fmla="*/ 335 h 436"/>
              <a:gd name="T8" fmla="*/ 1842 w 1842"/>
              <a:gd name="T9" fmla="*/ 436 h 436"/>
              <a:gd name="T10" fmla="*/ 0 w 1842"/>
              <a:gd name="T11" fmla="*/ 436 h 436"/>
              <a:gd name="T12" fmla="*/ 0 w 1842"/>
              <a:gd name="T13" fmla="*/ 3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436">
                <a:moveTo>
                  <a:pt x="0" y="335"/>
                </a:moveTo>
                <a:cubicBezTo>
                  <a:pt x="0" y="150"/>
                  <a:pt x="124" y="0"/>
                  <a:pt x="276" y="0"/>
                </a:cubicBezTo>
                <a:cubicBezTo>
                  <a:pt x="1566" y="0"/>
                  <a:pt x="1566" y="0"/>
                  <a:pt x="1566" y="0"/>
                </a:cubicBezTo>
                <a:cubicBezTo>
                  <a:pt x="1718" y="0"/>
                  <a:pt x="1842" y="150"/>
                  <a:pt x="1842" y="335"/>
                </a:cubicBezTo>
                <a:cubicBezTo>
                  <a:pt x="1842" y="436"/>
                  <a:pt x="1842" y="436"/>
                  <a:pt x="1842" y="436"/>
                </a:cubicBezTo>
                <a:cubicBezTo>
                  <a:pt x="0" y="436"/>
                  <a:pt x="0" y="436"/>
                  <a:pt x="0" y="436"/>
                </a:cubicBezTo>
                <a:lnTo>
                  <a:pt x="0" y="335"/>
                </a:lnTo>
                <a:close/>
              </a:path>
            </a:pathLst>
          </a:custGeom>
          <a:solidFill>
            <a:srgbClr val="000000">
              <a:lumMod val="95000"/>
              <a:lumOff val="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íśḻïḍè"/>
          <p:cNvSpPr/>
          <p:nvPr>
            <p:custDataLst>
              <p:tags r:id="rId10"/>
            </p:custDataLst>
          </p:nvPr>
        </p:nvSpPr>
        <p:spPr bwMode="auto">
          <a:xfrm>
            <a:off x="2101850" y="4805680"/>
            <a:ext cx="851535" cy="344805"/>
          </a:xfrm>
          <a:custGeom>
            <a:avLst/>
            <a:gdLst>
              <a:gd name="T0" fmla="*/ 1842 w 1842"/>
              <a:gd name="T1" fmla="*/ 0 h 747"/>
              <a:gd name="T2" fmla="*/ 1842 w 1842"/>
              <a:gd name="T3" fmla="*/ 412 h 747"/>
              <a:gd name="T4" fmla="*/ 1566 w 1842"/>
              <a:gd name="T5" fmla="*/ 747 h 747"/>
              <a:gd name="T6" fmla="*/ 276 w 1842"/>
              <a:gd name="T7" fmla="*/ 747 h 747"/>
              <a:gd name="T8" fmla="*/ 0 w 1842"/>
              <a:gd name="T9" fmla="*/ 412 h 747"/>
              <a:gd name="T10" fmla="*/ 0 w 1842"/>
              <a:gd name="T11" fmla="*/ 0 h 747"/>
              <a:gd name="T12" fmla="*/ 1842 w 1842"/>
              <a:gd name="T13" fmla="*/ 0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747">
                <a:moveTo>
                  <a:pt x="1842" y="0"/>
                </a:moveTo>
                <a:cubicBezTo>
                  <a:pt x="1842" y="412"/>
                  <a:pt x="1842" y="412"/>
                  <a:pt x="1842" y="412"/>
                </a:cubicBezTo>
                <a:cubicBezTo>
                  <a:pt x="1842" y="597"/>
                  <a:pt x="1718" y="747"/>
                  <a:pt x="1566" y="747"/>
                </a:cubicBezTo>
                <a:cubicBezTo>
                  <a:pt x="276" y="747"/>
                  <a:pt x="276" y="747"/>
                  <a:pt x="276" y="747"/>
                </a:cubicBezTo>
                <a:cubicBezTo>
                  <a:pt x="124" y="747"/>
                  <a:pt x="0" y="597"/>
                  <a:pt x="0" y="412"/>
                </a:cubicBezTo>
                <a:cubicBezTo>
                  <a:pt x="0" y="0"/>
                  <a:pt x="0" y="0"/>
                  <a:pt x="0" y="0"/>
                </a:cubicBezTo>
                <a:lnTo>
                  <a:pt x="18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îṩḷíďè"/>
          <p:cNvSpPr/>
          <p:nvPr>
            <p:custDataLst>
              <p:tags r:id="rId11"/>
            </p:custDataLst>
          </p:nvPr>
        </p:nvSpPr>
        <p:spPr bwMode="auto">
          <a:xfrm>
            <a:off x="996950" y="2573020"/>
            <a:ext cx="3061970" cy="2158365"/>
          </a:xfrm>
          <a:custGeom>
            <a:avLst/>
            <a:gdLst>
              <a:gd name="T0" fmla="*/ 0 w 6624"/>
              <a:gd name="T1" fmla="*/ 4343 h 4677"/>
              <a:gd name="T2" fmla="*/ 335 w 6624"/>
              <a:gd name="T3" fmla="*/ 4677 h 4677"/>
              <a:gd name="T4" fmla="*/ 6289 w 6624"/>
              <a:gd name="T5" fmla="*/ 4677 h 4677"/>
              <a:gd name="T6" fmla="*/ 6624 w 6624"/>
              <a:gd name="T7" fmla="*/ 4343 h 4677"/>
              <a:gd name="T8" fmla="*/ 6624 w 6624"/>
              <a:gd name="T9" fmla="*/ 335 h 4677"/>
              <a:gd name="T10" fmla="*/ 6289 w 6624"/>
              <a:gd name="T11" fmla="*/ 0 h 4677"/>
              <a:gd name="T12" fmla="*/ 335 w 6624"/>
              <a:gd name="T13" fmla="*/ 0 h 4677"/>
              <a:gd name="T14" fmla="*/ 0 w 6624"/>
              <a:gd name="T15" fmla="*/ 335 h 4677"/>
              <a:gd name="T16" fmla="*/ 0 w 6624"/>
              <a:gd name="T17" fmla="*/ 4343 h 4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24" h="4677">
                <a:moveTo>
                  <a:pt x="0" y="4343"/>
                </a:moveTo>
                <a:cubicBezTo>
                  <a:pt x="0" y="4527"/>
                  <a:pt x="150" y="4677"/>
                  <a:pt x="335" y="4677"/>
                </a:cubicBezTo>
                <a:cubicBezTo>
                  <a:pt x="6289" y="4677"/>
                  <a:pt x="6289" y="4677"/>
                  <a:pt x="6289" y="4677"/>
                </a:cubicBezTo>
                <a:cubicBezTo>
                  <a:pt x="6474" y="4677"/>
                  <a:pt x="6624" y="4527"/>
                  <a:pt x="6624" y="4343"/>
                </a:cubicBezTo>
                <a:cubicBezTo>
                  <a:pt x="6624" y="335"/>
                  <a:pt x="6624" y="335"/>
                  <a:pt x="6624" y="335"/>
                </a:cubicBezTo>
                <a:cubicBezTo>
                  <a:pt x="6624" y="150"/>
                  <a:pt x="6474" y="0"/>
                  <a:pt x="6289" y="0"/>
                </a:cubicBezTo>
                <a:cubicBezTo>
                  <a:pt x="335" y="0"/>
                  <a:pt x="335" y="0"/>
                  <a:pt x="335" y="0"/>
                </a:cubicBezTo>
                <a:cubicBezTo>
                  <a:pt x="150" y="0"/>
                  <a:pt x="0" y="150"/>
                  <a:pt x="0" y="335"/>
                </a:cubicBezTo>
                <a:cubicBezTo>
                  <a:pt x="0" y="4343"/>
                  <a:pt x="0" y="4343"/>
                  <a:pt x="0" y="4343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îṡľîde"/>
          <p:cNvSpPr/>
          <p:nvPr/>
        </p:nvSpPr>
        <p:spPr bwMode="auto">
          <a:xfrm>
            <a:off x="1697990" y="5013960"/>
            <a:ext cx="1659255" cy="273050"/>
          </a:xfrm>
          <a:custGeom>
            <a:avLst/>
            <a:gdLst>
              <a:gd name="T0" fmla="*/ 501 w 2055"/>
              <a:gd name="T1" fmla="*/ 0 h 338"/>
              <a:gd name="T2" fmla="*/ 1554 w 2055"/>
              <a:gd name="T3" fmla="*/ 0 h 338"/>
              <a:gd name="T4" fmla="*/ 2055 w 2055"/>
              <a:gd name="T5" fmla="*/ 338 h 338"/>
              <a:gd name="T6" fmla="*/ 0 w 2055"/>
              <a:gd name="T7" fmla="*/ 338 h 338"/>
              <a:gd name="T8" fmla="*/ 501 w 2055"/>
              <a:gd name="T9" fmla="*/ 0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5" h="338">
                <a:moveTo>
                  <a:pt x="501" y="0"/>
                </a:moveTo>
                <a:lnTo>
                  <a:pt x="1554" y="0"/>
                </a:lnTo>
                <a:lnTo>
                  <a:pt x="2055" y="338"/>
                </a:lnTo>
                <a:lnTo>
                  <a:pt x="0" y="338"/>
                </a:lnTo>
                <a:lnTo>
                  <a:pt x="501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îşḷîḓe"/>
          <p:cNvSpPr/>
          <p:nvPr/>
        </p:nvSpPr>
        <p:spPr bwMode="auto">
          <a:xfrm>
            <a:off x="1101090" y="2696845"/>
            <a:ext cx="2839085" cy="1836420"/>
          </a:xfrm>
          <a:custGeom>
            <a:avLst/>
            <a:gdLst>
              <a:gd name="T0" fmla="*/ 6116 w 6141"/>
              <a:gd name="T1" fmla="*/ 0 h 3978"/>
              <a:gd name="T2" fmla="*/ 6141 w 6141"/>
              <a:gd name="T3" fmla="*/ 25 h 3978"/>
              <a:gd name="T4" fmla="*/ 6141 w 6141"/>
              <a:gd name="T5" fmla="*/ 3953 h 3978"/>
              <a:gd name="T6" fmla="*/ 6116 w 6141"/>
              <a:gd name="T7" fmla="*/ 3978 h 3978"/>
              <a:gd name="T8" fmla="*/ 0 w 6141"/>
              <a:gd name="T9" fmla="*/ 0 h 3978"/>
              <a:gd name="T10" fmla="*/ 6116 w 6141"/>
              <a:gd name="T11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41" h="3978">
                <a:moveTo>
                  <a:pt x="6116" y="0"/>
                </a:moveTo>
                <a:cubicBezTo>
                  <a:pt x="6130" y="0"/>
                  <a:pt x="6141" y="11"/>
                  <a:pt x="6141" y="25"/>
                </a:cubicBezTo>
                <a:cubicBezTo>
                  <a:pt x="6141" y="3953"/>
                  <a:pt x="6141" y="3953"/>
                  <a:pt x="6141" y="3953"/>
                </a:cubicBezTo>
                <a:cubicBezTo>
                  <a:pt x="6141" y="3967"/>
                  <a:pt x="6130" y="3978"/>
                  <a:pt x="6116" y="3978"/>
                </a:cubicBezTo>
                <a:cubicBezTo>
                  <a:pt x="0" y="0"/>
                  <a:pt x="0" y="0"/>
                  <a:pt x="0" y="0"/>
                </a:cubicBezTo>
                <a:cubicBezTo>
                  <a:pt x="6116" y="0"/>
                  <a:pt x="6116" y="0"/>
                  <a:pt x="6116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íşļïḍê"/>
          <p:cNvSpPr/>
          <p:nvPr>
            <p:custDataLst>
              <p:tags r:id="rId12"/>
            </p:custDataLst>
          </p:nvPr>
        </p:nvSpPr>
        <p:spPr bwMode="auto">
          <a:xfrm>
            <a:off x="1078230" y="2696845"/>
            <a:ext cx="2849880" cy="1836420"/>
          </a:xfrm>
          <a:custGeom>
            <a:avLst/>
            <a:gdLst>
              <a:gd name="T0" fmla="*/ 25 w 6164"/>
              <a:gd name="T1" fmla="*/ 0 h 3978"/>
              <a:gd name="T2" fmla="*/ 48 w 6164"/>
              <a:gd name="T3" fmla="*/ 0 h 3978"/>
              <a:gd name="T4" fmla="*/ 6164 w 6164"/>
              <a:gd name="T5" fmla="*/ 3978 h 3978"/>
              <a:gd name="T6" fmla="*/ 25 w 6164"/>
              <a:gd name="T7" fmla="*/ 3978 h 3978"/>
              <a:gd name="T8" fmla="*/ 0 w 6164"/>
              <a:gd name="T9" fmla="*/ 3953 h 3978"/>
              <a:gd name="T10" fmla="*/ 0 w 6164"/>
              <a:gd name="T11" fmla="*/ 25 h 3978"/>
              <a:gd name="T12" fmla="*/ 25 w 6164"/>
              <a:gd name="T13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64" h="3978">
                <a:moveTo>
                  <a:pt x="25" y="0"/>
                </a:moveTo>
                <a:cubicBezTo>
                  <a:pt x="48" y="0"/>
                  <a:pt x="48" y="0"/>
                  <a:pt x="48" y="0"/>
                </a:cubicBezTo>
                <a:cubicBezTo>
                  <a:pt x="6164" y="3978"/>
                  <a:pt x="6164" y="3978"/>
                  <a:pt x="6164" y="3978"/>
                </a:cubicBezTo>
                <a:cubicBezTo>
                  <a:pt x="25" y="3978"/>
                  <a:pt x="25" y="3978"/>
                  <a:pt x="25" y="3978"/>
                </a:cubicBezTo>
                <a:cubicBezTo>
                  <a:pt x="11" y="3978"/>
                  <a:pt x="0" y="3967"/>
                  <a:pt x="0" y="395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ïṡḷîḓê"/>
          <p:cNvSpPr/>
          <p:nvPr>
            <p:custDataLst>
              <p:tags r:id="rId13"/>
            </p:custDataLst>
          </p:nvPr>
        </p:nvSpPr>
        <p:spPr bwMode="auto">
          <a:xfrm>
            <a:off x="2904490" y="2073910"/>
            <a:ext cx="847725" cy="1416685"/>
          </a:xfrm>
          <a:custGeom>
            <a:avLst/>
            <a:gdLst>
              <a:gd name="T0" fmla="*/ 1040 w 1834"/>
              <a:gd name="T1" fmla="*/ 366 h 3069"/>
              <a:gd name="T2" fmla="*/ 1281 w 1834"/>
              <a:gd name="T3" fmla="*/ 1 h 3069"/>
              <a:gd name="T4" fmla="*/ 1283 w 1834"/>
              <a:gd name="T5" fmla="*/ 0 h 3069"/>
              <a:gd name="T6" fmla="*/ 1431 w 1834"/>
              <a:gd name="T7" fmla="*/ 0 h 3069"/>
              <a:gd name="T8" fmla="*/ 1834 w 1834"/>
              <a:gd name="T9" fmla="*/ 482 h 3069"/>
              <a:gd name="T10" fmla="*/ 1834 w 1834"/>
              <a:gd name="T11" fmla="*/ 482 h 3069"/>
              <a:gd name="T12" fmla="*/ 1834 w 1834"/>
              <a:gd name="T13" fmla="*/ 482 h 3069"/>
              <a:gd name="T14" fmla="*/ 1834 w 1834"/>
              <a:gd name="T15" fmla="*/ 3069 h 3069"/>
              <a:gd name="T16" fmla="*/ 40 w 1834"/>
              <a:gd name="T17" fmla="*/ 3069 h 3069"/>
              <a:gd name="T18" fmla="*/ 0 w 1834"/>
              <a:gd name="T19" fmla="*/ 213 h 3069"/>
              <a:gd name="T20" fmla="*/ 1040 w 1834"/>
              <a:gd name="T21" fmla="*/ 366 h 3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34" h="3069">
                <a:moveTo>
                  <a:pt x="1040" y="366"/>
                </a:moveTo>
                <a:cubicBezTo>
                  <a:pt x="1083" y="69"/>
                  <a:pt x="1281" y="1"/>
                  <a:pt x="1281" y="1"/>
                </a:cubicBezTo>
                <a:cubicBezTo>
                  <a:pt x="1283" y="0"/>
                  <a:pt x="1283" y="0"/>
                  <a:pt x="1283" y="0"/>
                </a:cubicBezTo>
                <a:cubicBezTo>
                  <a:pt x="1352" y="0"/>
                  <a:pt x="1403" y="0"/>
                  <a:pt x="1431" y="0"/>
                </a:cubicBezTo>
                <a:cubicBezTo>
                  <a:pt x="1767" y="0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3069"/>
                  <a:pt x="1834" y="3069"/>
                  <a:pt x="1834" y="3069"/>
                </a:cubicBezTo>
                <a:cubicBezTo>
                  <a:pt x="40" y="3069"/>
                  <a:pt x="40" y="3069"/>
                  <a:pt x="40" y="3069"/>
                </a:cubicBezTo>
                <a:cubicBezTo>
                  <a:pt x="0" y="213"/>
                  <a:pt x="0" y="213"/>
                  <a:pt x="0" y="213"/>
                </a:cubicBezTo>
                <a:lnTo>
                  <a:pt x="1040" y="3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iŝļîḋe"/>
          <p:cNvSpPr/>
          <p:nvPr/>
        </p:nvSpPr>
        <p:spPr bwMode="auto">
          <a:xfrm>
            <a:off x="1471295" y="2073910"/>
            <a:ext cx="2026285" cy="2410460"/>
          </a:xfrm>
          <a:custGeom>
            <a:avLst/>
            <a:gdLst>
              <a:gd name="T0" fmla="*/ 3185 w 4383"/>
              <a:gd name="T1" fmla="*/ 4743 h 5221"/>
              <a:gd name="T2" fmla="*/ 0 w 4383"/>
              <a:gd name="T3" fmla="*/ 4743 h 5221"/>
              <a:gd name="T4" fmla="*/ 0 w 4383"/>
              <a:gd name="T5" fmla="*/ 396 h 5221"/>
              <a:gd name="T6" fmla="*/ 401 w 4383"/>
              <a:gd name="T7" fmla="*/ 0 h 5221"/>
              <a:gd name="T8" fmla="*/ 524 w 4383"/>
              <a:gd name="T9" fmla="*/ 0 h 5221"/>
              <a:gd name="T10" fmla="*/ 4128 w 4383"/>
              <a:gd name="T11" fmla="*/ 0 h 5221"/>
              <a:gd name="T12" fmla="*/ 4128 w 4383"/>
              <a:gd name="T13" fmla="*/ 0 h 5221"/>
              <a:gd name="T14" fmla="*/ 4383 w 4383"/>
              <a:gd name="T15" fmla="*/ 0 h 5221"/>
              <a:gd name="T16" fmla="*/ 4381 w 4383"/>
              <a:gd name="T17" fmla="*/ 1 h 5221"/>
              <a:gd name="T18" fmla="*/ 4132 w 4383"/>
              <a:gd name="T19" fmla="*/ 482 h 5221"/>
              <a:gd name="T20" fmla="*/ 4126 w 4383"/>
              <a:gd name="T21" fmla="*/ 482 h 5221"/>
              <a:gd name="T22" fmla="*/ 4126 w 4383"/>
              <a:gd name="T23" fmla="*/ 577 h 5221"/>
              <a:gd name="T24" fmla="*/ 4126 w 4383"/>
              <a:gd name="T25" fmla="*/ 4822 h 5221"/>
              <a:gd name="T26" fmla="*/ 4126 w 4383"/>
              <a:gd name="T27" fmla="*/ 4825 h 5221"/>
              <a:gd name="T28" fmla="*/ 3725 w 4383"/>
              <a:gd name="T29" fmla="*/ 5221 h 5221"/>
              <a:gd name="T30" fmla="*/ 3602 w 4383"/>
              <a:gd name="T31" fmla="*/ 5221 h 5221"/>
              <a:gd name="T32" fmla="*/ 3185 w 4383"/>
              <a:gd name="T33" fmla="*/ 4743 h 5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83" h="5221">
                <a:moveTo>
                  <a:pt x="3185" y="4743"/>
                </a:moveTo>
                <a:cubicBezTo>
                  <a:pt x="0" y="4743"/>
                  <a:pt x="0" y="4743"/>
                  <a:pt x="0" y="4743"/>
                </a:cubicBezTo>
                <a:cubicBezTo>
                  <a:pt x="0" y="396"/>
                  <a:pt x="0" y="396"/>
                  <a:pt x="0" y="396"/>
                </a:cubicBezTo>
                <a:cubicBezTo>
                  <a:pt x="5" y="361"/>
                  <a:pt x="60" y="34"/>
                  <a:pt x="401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228" y="0"/>
                  <a:pt x="4315" y="0"/>
                  <a:pt x="4383" y="0"/>
                </a:cubicBezTo>
                <a:cubicBezTo>
                  <a:pt x="4381" y="1"/>
                  <a:pt x="4381" y="1"/>
                  <a:pt x="4381" y="1"/>
                </a:cubicBezTo>
                <a:cubicBezTo>
                  <a:pt x="4381" y="1"/>
                  <a:pt x="4132" y="86"/>
                  <a:pt x="4132" y="482"/>
                </a:cubicBezTo>
                <a:cubicBezTo>
                  <a:pt x="4126" y="482"/>
                  <a:pt x="4126" y="482"/>
                  <a:pt x="4126" y="482"/>
                </a:cubicBezTo>
                <a:cubicBezTo>
                  <a:pt x="4126" y="577"/>
                  <a:pt x="4126" y="577"/>
                  <a:pt x="4126" y="577"/>
                </a:cubicBezTo>
                <a:cubicBezTo>
                  <a:pt x="4126" y="4822"/>
                  <a:pt x="4126" y="4822"/>
                  <a:pt x="4126" y="4822"/>
                </a:cubicBezTo>
                <a:cubicBezTo>
                  <a:pt x="4126" y="4822"/>
                  <a:pt x="4126" y="4823"/>
                  <a:pt x="4126" y="4825"/>
                </a:cubicBezTo>
                <a:cubicBezTo>
                  <a:pt x="4121" y="4860"/>
                  <a:pt x="4066" y="5187"/>
                  <a:pt x="3725" y="5221"/>
                </a:cubicBezTo>
                <a:cubicBezTo>
                  <a:pt x="3602" y="5221"/>
                  <a:pt x="3602" y="5221"/>
                  <a:pt x="3602" y="5221"/>
                </a:cubicBezTo>
                <a:cubicBezTo>
                  <a:pt x="3162" y="5182"/>
                  <a:pt x="3185" y="4743"/>
                  <a:pt x="3185" y="4743"/>
                </a:cubicBezTo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íśḻîḑe"/>
          <p:cNvSpPr/>
          <p:nvPr>
            <p:custDataLst>
              <p:tags r:id="rId14"/>
            </p:custDataLst>
          </p:nvPr>
        </p:nvSpPr>
        <p:spPr bwMode="auto">
          <a:xfrm>
            <a:off x="1101090" y="4264025"/>
            <a:ext cx="2077085" cy="231775"/>
          </a:xfrm>
          <a:custGeom>
            <a:avLst/>
            <a:gdLst>
              <a:gd name="T0" fmla="*/ 3989 w 4494"/>
              <a:gd name="T1" fmla="*/ 0 h 503"/>
              <a:gd name="T2" fmla="*/ 0 w 4494"/>
              <a:gd name="T3" fmla="*/ 0 h 503"/>
              <a:gd name="T4" fmla="*/ 403 w 4494"/>
              <a:gd name="T5" fmla="*/ 482 h 503"/>
              <a:gd name="T6" fmla="*/ 4494 w 4494"/>
              <a:gd name="T7" fmla="*/ 482 h 503"/>
              <a:gd name="T8" fmla="*/ 3989 w 4494"/>
              <a:gd name="T9" fmla="*/ 0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4" h="503">
                <a:moveTo>
                  <a:pt x="39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67" y="482"/>
                  <a:pt x="403" y="482"/>
                </a:cubicBezTo>
                <a:cubicBezTo>
                  <a:pt x="739" y="482"/>
                  <a:pt x="4494" y="482"/>
                  <a:pt x="4494" y="482"/>
                </a:cubicBezTo>
                <a:cubicBezTo>
                  <a:pt x="4494" y="482"/>
                  <a:pt x="3987" y="503"/>
                  <a:pt x="398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îSḷiḑé"/>
          <p:cNvSpPr/>
          <p:nvPr>
            <p:custDataLst>
              <p:tags r:id="rId15"/>
            </p:custDataLst>
          </p:nvPr>
        </p:nvSpPr>
        <p:spPr bwMode="auto">
          <a:xfrm>
            <a:off x="2286000" y="231203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îšľïḑé"/>
          <p:cNvSpPr/>
          <p:nvPr>
            <p:custDataLst>
              <p:tags r:id="rId16"/>
            </p:custDataLst>
          </p:nvPr>
        </p:nvSpPr>
        <p:spPr bwMode="auto">
          <a:xfrm>
            <a:off x="2119630" y="2463800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ïṧḻïḍè"/>
          <p:cNvSpPr/>
          <p:nvPr>
            <p:custDataLst>
              <p:tags r:id="rId17"/>
            </p:custDataLst>
          </p:nvPr>
        </p:nvSpPr>
        <p:spPr bwMode="auto">
          <a:xfrm>
            <a:off x="1801495" y="2463800"/>
            <a:ext cx="20637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îSļîḍè"/>
          <p:cNvSpPr/>
          <p:nvPr>
            <p:custDataLst>
              <p:tags r:id="rId18"/>
            </p:custDataLst>
          </p:nvPr>
        </p:nvSpPr>
        <p:spPr bwMode="auto">
          <a:xfrm>
            <a:off x="1973580" y="261556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îsḷîḋè"/>
          <p:cNvSpPr/>
          <p:nvPr>
            <p:custDataLst>
              <p:tags r:id="rId19"/>
            </p:custDataLst>
          </p:nvPr>
        </p:nvSpPr>
        <p:spPr bwMode="auto">
          <a:xfrm>
            <a:off x="2286000" y="276733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išľíḍè"/>
          <p:cNvSpPr/>
          <p:nvPr>
            <p:custDataLst>
              <p:tags r:id="rId20"/>
            </p:custDataLst>
          </p:nvPr>
        </p:nvSpPr>
        <p:spPr bwMode="auto">
          <a:xfrm>
            <a:off x="1897380" y="2767330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iŝḷiḓê"/>
          <p:cNvSpPr/>
          <p:nvPr>
            <p:custDataLst>
              <p:tags r:id="rId21"/>
            </p:custDataLst>
          </p:nvPr>
        </p:nvSpPr>
        <p:spPr bwMode="auto">
          <a:xfrm>
            <a:off x="1650365" y="3516630"/>
            <a:ext cx="401955" cy="66040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íśliḓè"/>
          <p:cNvSpPr/>
          <p:nvPr/>
        </p:nvSpPr>
        <p:spPr bwMode="auto">
          <a:xfrm>
            <a:off x="1650365" y="3516630"/>
            <a:ext cx="401955" cy="6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iṡḷíďé"/>
          <p:cNvSpPr/>
          <p:nvPr>
            <p:custDataLst>
              <p:tags r:id="rId22"/>
            </p:custDataLst>
          </p:nvPr>
        </p:nvSpPr>
        <p:spPr bwMode="auto">
          <a:xfrm>
            <a:off x="1660525" y="3982085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îşļíḑè"/>
          <p:cNvSpPr/>
          <p:nvPr>
            <p:custDataLst>
              <p:tags r:id="rId23"/>
            </p:custDataLst>
          </p:nvPr>
        </p:nvSpPr>
        <p:spPr bwMode="auto">
          <a:xfrm>
            <a:off x="2663190" y="3982085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ïşļiḑé"/>
          <p:cNvSpPr/>
          <p:nvPr>
            <p:custDataLst>
              <p:tags r:id="rId24"/>
            </p:custDataLst>
          </p:nvPr>
        </p:nvSpPr>
        <p:spPr bwMode="auto">
          <a:xfrm>
            <a:off x="2286000" y="413385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iṡľîďé"/>
          <p:cNvSpPr/>
          <p:nvPr/>
        </p:nvSpPr>
        <p:spPr bwMode="auto">
          <a:xfrm>
            <a:off x="2459355" y="4587240"/>
            <a:ext cx="113030" cy="113665"/>
          </a:xfrm>
          <a:prstGeom prst="ellipse">
            <a:avLst/>
          </a:pr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îśļiḓè"/>
          <p:cNvSpPr/>
          <p:nvPr>
            <p:custDataLst>
              <p:tags r:id="rId25"/>
            </p:custDataLst>
          </p:nvPr>
        </p:nvSpPr>
        <p:spPr bwMode="auto">
          <a:xfrm>
            <a:off x="2310765" y="2919095"/>
            <a:ext cx="685165" cy="51435"/>
          </a:xfrm>
          <a:custGeom>
            <a:avLst/>
            <a:gdLst>
              <a:gd name="T0" fmla="*/ 849 w 849"/>
              <a:gd name="T1" fmla="*/ 0 h 64"/>
              <a:gd name="T2" fmla="*/ 0 w 849"/>
              <a:gd name="T3" fmla="*/ 0 h 64"/>
              <a:gd name="T4" fmla="*/ 80 w 849"/>
              <a:gd name="T5" fmla="*/ 64 h 64"/>
              <a:gd name="T6" fmla="*/ 849 w 849"/>
              <a:gd name="T7" fmla="*/ 64 h 64"/>
              <a:gd name="T8" fmla="*/ 849 w 849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9" h="64">
                <a:moveTo>
                  <a:pt x="849" y="0"/>
                </a:moveTo>
                <a:lnTo>
                  <a:pt x="0" y="0"/>
                </a:lnTo>
                <a:lnTo>
                  <a:pt x="80" y="64"/>
                </a:lnTo>
                <a:lnTo>
                  <a:pt x="849" y="64"/>
                </a:lnTo>
                <a:lnTo>
                  <a:pt x="84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îṡlíḍê"/>
          <p:cNvSpPr/>
          <p:nvPr>
            <p:custDataLst>
              <p:tags r:id="rId26"/>
            </p:custDataLst>
          </p:nvPr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íṥľiḍe"/>
          <p:cNvSpPr/>
          <p:nvPr/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íṥ1ïḍe"/>
          <p:cNvSpPr/>
          <p:nvPr>
            <p:custDataLst>
              <p:tags r:id="rId27"/>
            </p:custDataLst>
          </p:nvPr>
        </p:nvSpPr>
        <p:spPr bwMode="auto">
          <a:xfrm>
            <a:off x="2466975" y="3070860"/>
            <a:ext cx="347980" cy="51435"/>
          </a:xfrm>
          <a:custGeom>
            <a:avLst/>
            <a:gdLst>
              <a:gd name="T0" fmla="*/ 431 w 431"/>
              <a:gd name="T1" fmla="*/ 0 h 64"/>
              <a:gd name="T2" fmla="*/ 0 w 431"/>
              <a:gd name="T3" fmla="*/ 0 h 64"/>
              <a:gd name="T4" fmla="*/ 12 w 431"/>
              <a:gd name="T5" fmla="*/ 31 h 64"/>
              <a:gd name="T6" fmla="*/ 33 w 431"/>
              <a:gd name="T7" fmla="*/ 64 h 64"/>
              <a:gd name="T8" fmla="*/ 431 w 431"/>
              <a:gd name="T9" fmla="*/ 64 h 64"/>
              <a:gd name="T10" fmla="*/ 431 w 431"/>
              <a:gd name="T11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1" h="64">
                <a:moveTo>
                  <a:pt x="431" y="0"/>
                </a:moveTo>
                <a:lnTo>
                  <a:pt x="0" y="0"/>
                </a:lnTo>
                <a:lnTo>
                  <a:pt x="12" y="31"/>
                </a:lnTo>
                <a:lnTo>
                  <a:pt x="33" y="64"/>
                </a:lnTo>
                <a:lnTo>
                  <a:pt x="431" y="64"/>
                </a:lnTo>
                <a:lnTo>
                  <a:pt x="43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îślïḋe"/>
          <p:cNvSpPr/>
          <p:nvPr>
            <p:custDataLst>
              <p:tags r:id="rId28"/>
            </p:custDataLst>
          </p:nvPr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îṥḻidé"/>
          <p:cNvSpPr/>
          <p:nvPr/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ïşḷiḍè"/>
          <p:cNvSpPr/>
          <p:nvPr>
            <p:custDataLst>
              <p:tags r:id="rId29"/>
            </p:custDataLst>
          </p:nvPr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islîdê"/>
          <p:cNvSpPr/>
          <p:nvPr/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îŝḻiḍê"/>
          <p:cNvSpPr/>
          <p:nvPr>
            <p:custDataLst>
              <p:tags r:id="rId30"/>
            </p:custDataLst>
          </p:nvPr>
        </p:nvSpPr>
        <p:spPr bwMode="auto">
          <a:xfrm>
            <a:off x="2547620" y="3223260"/>
            <a:ext cx="452120" cy="51435"/>
          </a:xfrm>
          <a:custGeom>
            <a:avLst/>
            <a:gdLst>
              <a:gd name="T0" fmla="*/ 560 w 560"/>
              <a:gd name="T1" fmla="*/ 0 h 64"/>
              <a:gd name="T2" fmla="*/ 0 w 560"/>
              <a:gd name="T3" fmla="*/ 0 h 64"/>
              <a:gd name="T4" fmla="*/ 9 w 560"/>
              <a:gd name="T5" fmla="*/ 64 h 64"/>
              <a:gd name="T6" fmla="*/ 560 w 560"/>
              <a:gd name="T7" fmla="*/ 64 h 64"/>
              <a:gd name="T8" fmla="*/ 560 w 560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0" h="64">
                <a:moveTo>
                  <a:pt x="560" y="0"/>
                </a:moveTo>
                <a:lnTo>
                  <a:pt x="0" y="0"/>
                </a:lnTo>
                <a:lnTo>
                  <a:pt x="9" y="64"/>
                </a:lnTo>
                <a:lnTo>
                  <a:pt x="560" y="64"/>
                </a:lnTo>
                <a:lnTo>
                  <a:pt x="56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îṧḻíḋè"/>
          <p:cNvSpPr/>
          <p:nvPr>
            <p:custDataLst>
              <p:tags r:id="rId31"/>
            </p:custDataLst>
          </p:nvPr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iŝ1iḓê"/>
          <p:cNvSpPr/>
          <p:nvPr/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iṡļïḍé"/>
          <p:cNvSpPr/>
          <p:nvPr>
            <p:custDataLst>
              <p:tags r:id="rId32"/>
            </p:custDataLst>
          </p:nvPr>
        </p:nvSpPr>
        <p:spPr bwMode="auto">
          <a:xfrm>
            <a:off x="2563495" y="3375025"/>
            <a:ext cx="650875" cy="51435"/>
          </a:xfrm>
          <a:custGeom>
            <a:avLst/>
            <a:gdLst>
              <a:gd name="T0" fmla="*/ 806 w 806"/>
              <a:gd name="T1" fmla="*/ 0 h 64"/>
              <a:gd name="T2" fmla="*/ 0 w 806"/>
              <a:gd name="T3" fmla="*/ 0 h 64"/>
              <a:gd name="T4" fmla="*/ 1 w 806"/>
              <a:gd name="T5" fmla="*/ 64 h 64"/>
              <a:gd name="T6" fmla="*/ 806 w 806"/>
              <a:gd name="T7" fmla="*/ 64 h 64"/>
              <a:gd name="T8" fmla="*/ 806 w 806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" h="64">
                <a:moveTo>
                  <a:pt x="806" y="0"/>
                </a:moveTo>
                <a:lnTo>
                  <a:pt x="0" y="0"/>
                </a:lnTo>
                <a:lnTo>
                  <a:pt x="1" y="64"/>
                </a:lnTo>
                <a:lnTo>
                  <a:pt x="806" y="64"/>
                </a:lnTo>
                <a:lnTo>
                  <a:pt x="80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î$1ïḓè"/>
          <p:cNvSpPr/>
          <p:nvPr>
            <p:custDataLst>
              <p:tags r:id="rId33"/>
            </p:custDataLst>
          </p:nvPr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ïşlíḋé"/>
          <p:cNvSpPr/>
          <p:nvPr/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iṩ1iḍe"/>
          <p:cNvSpPr/>
          <p:nvPr>
            <p:custDataLst>
              <p:tags r:id="rId34"/>
            </p:custDataLst>
          </p:nvPr>
        </p:nvSpPr>
        <p:spPr bwMode="auto">
          <a:xfrm>
            <a:off x="2543175" y="3526790"/>
            <a:ext cx="554355" cy="51435"/>
          </a:xfrm>
          <a:custGeom>
            <a:avLst/>
            <a:gdLst>
              <a:gd name="T0" fmla="*/ 0 w 687"/>
              <a:gd name="T1" fmla="*/ 64 h 64"/>
              <a:gd name="T2" fmla="*/ 687 w 687"/>
              <a:gd name="T3" fmla="*/ 64 h 64"/>
              <a:gd name="T4" fmla="*/ 687 w 687"/>
              <a:gd name="T5" fmla="*/ 0 h 64"/>
              <a:gd name="T6" fmla="*/ 14 w 687"/>
              <a:gd name="T7" fmla="*/ 0 h 64"/>
              <a:gd name="T8" fmla="*/ 9 w 687"/>
              <a:gd name="T9" fmla="*/ 39 h 64"/>
              <a:gd name="T10" fmla="*/ 0 w 68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7" h="64">
                <a:moveTo>
                  <a:pt x="0" y="64"/>
                </a:moveTo>
                <a:lnTo>
                  <a:pt x="687" y="64"/>
                </a:lnTo>
                <a:lnTo>
                  <a:pt x="687" y="0"/>
                </a:lnTo>
                <a:lnTo>
                  <a:pt x="14" y="0"/>
                </a:lnTo>
                <a:lnTo>
                  <a:pt x="9" y="3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ïṡļidê"/>
          <p:cNvSpPr/>
          <p:nvPr>
            <p:custDataLst>
              <p:tags r:id="rId35"/>
            </p:custDataLst>
          </p:nvPr>
        </p:nvSpPr>
        <p:spPr bwMode="auto">
          <a:xfrm>
            <a:off x="2486025" y="3678555"/>
            <a:ext cx="300355" cy="51435"/>
          </a:xfrm>
          <a:custGeom>
            <a:avLst/>
            <a:gdLst>
              <a:gd name="T0" fmla="*/ 0 w 372"/>
              <a:gd name="T1" fmla="*/ 64 h 64"/>
              <a:gd name="T2" fmla="*/ 372 w 372"/>
              <a:gd name="T3" fmla="*/ 64 h 64"/>
              <a:gd name="T4" fmla="*/ 372 w 372"/>
              <a:gd name="T5" fmla="*/ 0 h 64"/>
              <a:gd name="T6" fmla="*/ 24 w 372"/>
              <a:gd name="T7" fmla="*/ 0 h 64"/>
              <a:gd name="T8" fmla="*/ 21 w 372"/>
              <a:gd name="T9" fmla="*/ 9 h 64"/>
              <a:gd name="T10" fmla="*/ 0 w 372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2" h="64">
                <a:moveTo>
                  <a:pt x="0" y="64"/>
                </a:moveTo>
                <a:lnTo>
                  <a:pt x="372" y="64"/>
                </a:lnTo>
                <a:lnTo>
                  <a:pt x="372" y="0"/>
                </a:lnTo>
                <a:lnTo>
                  <a:pt x="24" y="0"/>
                </a:lnTo>
                <a:lnTo>
                  <a:pt x="21" y="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íšľíḑé"/>
          <p:cNvSpPr/>
          <p:nvPr>
            <p:custDataLst>
              <p:tags r:id="rId36"/>
            </p:custDataLst>
          </p:nvPr>
        </p:nvSpPr>
        <p:spPr bwMode="auto">
          <a:xfrm>
            <a:off x="2327910" y="3830320"/>
            <a:ext cx="643255" cy="51435"/>
          </a:xfrm>
          <a:custGeom>
            <a:avLst/>
            <a:gdLst>
              <a:gd name="T0" fmla="*/ 0 w 797"/>
              <a:gd name="T1" fmla="*/ 64 h 64"/>
              <a:gd name="T2" fmla="*/ 797 w 797"/>
              <a:gd name="T3" fmla="*/ 64 h 64"/>
              <a:gd name="T4" fmla="*/ 797 w 797"/>
              <a:gd name="T5" fmla="*/ 0 h 64"/>
              <a:gd name="T6" fmla="*/ 59 w 797"/>
              <a:gd name="T7" fmla="*/ 0 h 64"/>
              <a:gd name="T8" fmla="*/ 48 w 797"/>
              <a:gd name="T9" fmla="*/ 8 h 64"/>
              <a:gd name="T10" fmla="*/ 0 w 79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7" h="64">
                <a:moveTo>
                  <a:pt x="0" y="64"/>
                </a:moveTo>
                <a:lnTo>
                  <a:pt x="797" y="64"/>
                </a:lnTo>
                <a:lnTo>
                  <a:pt x="797" y="0"/>
                </a:lnTo>
                <a:lnTo>
                  <a:pt x="59" y="0"/>
                </a:lnTo>
                <a:lnTo>
                  <a:pt x="48" y="8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išlíḑe"/>
          <p:cNvSpPr/>
          <p:nvPr>
            <p:custDataLst>
              <p:tags r:id="rId37"/>
            </p:custDataLst>
          </p:nvPr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îṧ1îḑè"/>
          <p:cNvSpPr/>
          <p:nvPr/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iṣļîdè"/>
          <p:cNvSpPr/>
          <p:nvPr/>
        </p:nvSpPr>
        <p:spPr bwMode="auto">
          <a:xfrm>
            <a:off x="1130935" y="3638550"/>
            <a:ext cx="370840" cy="289560"/>
          </a:xfrm>
          <a:custGeom>
            <a:avLst/>
            <a:gdLst>
              <a:gd name="T0" fmla="*/ 76 w 459"/>
              <a:gd name="T1" fmla="*/ 359 h 359"/>
              <a:gd name="T2" fmla="*/ 0 w 459"/>
              <a:gd name="T3" fmla="*/ 235 h 359"/>
              <a:gd name="T4" fmla="*/ 383 w 459"/>
              <a:gd name="T5" fmla="*/ 0 h 359"/>
              <a:gd name="T6" fmla="*/ 459 w 459"/>
              <a:gd name="T7" fmla="*/ 124 h 359"/>
              <a:gd name="T8" fmla="*/ 76 w 459"/>
              <a:gd name="T9" fmla="*/ 359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9" h="359">
                <a:moveTo>
                  <a:pt x="76" y="359"/>
                </a:moveTo>
                <a:lnTo>
                  <a:pt x="0" y="235"/>
                </a:lnTo>
                <a:lnTo>
                  <a:pt x="383" y="0"/>
                </a:lnTo>
                <a:lnTo>
                  <a:pt x="459" y="124"/>
                </a:lnTo>
                <a:lnTo>
                  <a:pt x="76" y="359"/>
                </a:lnTo>
                <a:close/>
              </a:path>
            </a:pathLst>
          </a:custGeom>
          <a:solidFill>
            <a:srgbClr val="B45C38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ïşḻíde"/>
          <p:cNvSpPr/>
          <p:nvPr/>
        </p:nvSpPr>
        <p:spPr bwMode="auto">
          <a:xfrm>
            <a:off x="1215390" y="2656205"/>
            <a:ext cx="1503680" cy="1502410"/>
          </a:xfrm>
          <a:custGeom>
            <a:avLst/>
            <a:gdLst>
              <a:gd name="T0" fmla="*/ 2838 w 3254"/>
              <a:gd name="T1" fmla="*/ 875 h 3254"/>
              <a:gd name="T2" fmla="*/ 875 w 3254"/>
              <a:gd name="T3" fmla="*/ 416 h 3254"/>
              <a:gd name="T4" fmla="*/ 415 w 3254"/>
              <a:gd name="T5" fmla="*/ 2379 h 3254"/>
              <a:gd name="T6" fmla="*/ 2379 w 3254"/>
              <a:gd name="T7" fmla="*/ 2839 h 3254"/>
              <a:gd name="T8" fmla="*/ 2838 w 3254"/>
              <a:gd name="T9" fmla="*/ 875 h 3254"/>
              <a:gd name="T10" fmla="*/ 2250 w 3254"/>
              <a:gd name="T11" fmla="*/ 2631 h 3254"/>
              <a:gd name="T12" fmla="*/ 623 w 3254"/>
              <a:gd name="T13" fmla="*/ 2250 h 3254"/>
              <a:gd name="T14" fmla="*/ 1004 w 3254"/>
              <a:gd name="T15" fmla="*/ 623 h 3254"/>
              <a:gd name="T16" fmla="*/ 2630 w 3254"/>
              <a:gd name="T17" fmla="*/ 1004 h 3254"/>
              <a:gd name="T18" fmla="*/ 2250 w 3254"/>
              <a:gd name="T19" fmla="*/ 2631 h 3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54" h="3254">
                <a:moveTo>
                  <a:pt x="2838" y="875"/>
                </a:moveTo>
                <a:cubicBezTo>
                  <a:pt x="2423" y="206"/>
                  <a:pt x="1544" y="0"/>
                  <a:pt x="875" y="416"/>
                </a:cubicBezTo>
                <a:cubicBezTo>
                  <a:pt x="206" y="831"/>
                  <a:pt x="0" y="1710"/>
                  <a:pt x="415" y="2379"/>
                </a:cubicBezTo>
                <a:cubicBezTo>
                  <a:pt x="830" y="3048"/>
                  <a:pt x="1710" y="3254"/>
                  <a:pt x="2379" y="2839"/>
                </a:cubicBezTo>
                <a:cubicBezTo>
                  <a:pt x="3048" y="2423"/>
                  <a:pt x="3254" y="1544"/>
                  <a:pt x="2838" y="875"/>
                </a:cubicBezTo>
                <a:moveTo>
                  <a:pt x="2250" y="2631"/>
                </a:moveTo>
                <a:cubicBezTo>
                  <a:pt x="1695" y="2975"/>
                  <a:pt x="967" y="2804"/>
                  <a:pt x="623" y="2250"/>
                </a:cubicBezTo>
                <a:cubicBezTo>
                  <a:pt x="279" y="1696"/>
                  <a:pt x="450" y="967"/>
                  <a:pt x="1004" y="623"/>
                </a:cubicBezTo>
                <a:cubicBezTo>
                  <a:pt x="1558" y="280"/>
                  <a:pt x="2286" y="450"/>
                  <a:pt x="2630" y="1004"/>
                </a:cubicBezTo>
                <a:cubicBezTo>
                  <a:pt x="2974" y="1559"/>
                  <a:pt x="2804" y="2287"/>
                  <a:pt x="2250" y="2631"/>
                </a:cubicBezTo>
              </a:path>
            </a:pathLst>
          </a:custGeom>
          <a:solidFill>
            <a:srgbClr val="D79A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ïślíḑê"/>
          <p:cNvSpPr/>
          <p:nvPr/>
        </p:nvSpPr>
        <p:spPr bwMode="auto">
          <a:xfrm>
            <a:off x="1421130" y="3180080"/>
            <a:ext cx="50165" cy="455295"/>
          </a:xfrm>
          <a:custGeom>
            <a:avLst/>
            <a:gdLst>
              <a:gd name="T0" fmla="*/ 108 w 108"/>
              <a:gd name="T1" fmla="*/ 0 h 986"/>
              <a:gd name="T2" fmla="*/ 1 w 108"/>
              <a:gd name="T3" fmla="*/ 495 h 986"/>
              <a:gd name="T4" fmla="*/ 108 w 108"/>
              <a:gd name="T5" fmla="*/ 986 h 986"/>
              <a:gd name="T6" fmla="*/ 108 w 108"/>
              <a:gd name="T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8" h="986">
                <a:moveTo>
                  <a:pt x="108" y="0"/>
                </a:moveTo>
                <a:cubicBezTo>
                  <a:pt x="37" y="155"/>
                  <a:pt x="0" y="324"/>
                  <a:pt x="1" y="495"/>
                </a:cubicBezTo>
                <a:cubicBezTo>
                  <a:pt x="1" y="661"/>
                  <a:pt x="36" y="828"/>
                  <a:pt x="108" y="986"/>
                </a:cubicBezTo>
                <a:cubicBezTo>
                  <a:pt x="108" y="0"/>
                  <a:pt x="108" y="0"/>
                  <a:pt x="108" y="0"/>
                </a:cubicBezTo>
              </a:path>
            </a:pathLst>
          </a:custGeom>
          <a:solidFill>
            <a:srgbClr val="EA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ïṥlîḋè"/>
          <p:cNvSpPr/>
          <p:nvPr>
            <p:custDataLst>
              <p:tags r:id="rId38"/>
            </p:custDataLst>
          </p:nvPr>
        </p:nvSpPr>
        <p:spPr bwMode="auto">
          <a:xfrm>
            <a:off x="1471295" y="2861945"/>
            <a:ext cx="930910" cy="833120"/>
          </a:xfrm>
          <a:custGeom>
            <a:avLst/>
            <a:gdLst>
              <a:gd name="T0" fmla="*/ 1073 w 2014"/>
              <a:gd name="T1" fmla="*/ 0 h 1804"/>
              <a:gd name="T2" fmla="*/ 1073 w 2014"/>
              <a:gd name="T3" fmla="*/ 0 h 1804"/>
              <a:gd name="T4" fmla="*/ 455 w 2014"/>
              <a:gd name="T5" fmla="*/ 175 h 1804"/>
              <a:gd name="T6" fmla="*/ 451 w 2014"/>
              <a:gd name="T7" fmla="*/ 177 h 1804"/>
              <a:gd name="T8" fmla="*/ 451 w 2014"/>
              <a:gd name="T9" fmla="*/ 177 h 1804"/>
              <a:gd name="T10" fmla="*/ 0 w 2014"/>
              <a:gd name="T11" fmla="*/ 688 h 1804"/>
              <a:gd name="T12" fmla="*/ 0 w 2014"/>
              <a:gd name="T13" fmla="*/ 1674 h 1804"/>
              <a:gd name="T14" fmla="*/ 70 w 2014"/>
              <a:gd name="T15" fmla="*/ 1804 h 1804"/>
              <a:gd name="T16" fmla="*/ 70 w 2014"/>
              <a:gd name="T17" fmla="*/ 1804 h 1804"/>
              <a:gd name="T18" fmla="*/ 70 w 2014"/>
              <a:gd name="T19" fmla="*/ 1804 h 1804"/>
              <a:gd name="T20" fmla="*/ 461 w 2014"/>
              <a:gd name="T21" fmla="*/ 1561 h 1804"/>
              <a:gd name="T22" fmla="*/ 389 w 2014"/>
              <a:gd name="T23" fmla="*/ 1561 h 1804"/>
              <a:gd name="T24" fmla="*/ 389 w 2014"/>
              <a:gd name="T25" fmla="*/ 1418 h 1804"/>
              <a:gd name="T26" fmla="*/ 691 w 2014"/>
              <a:gd name="T27" fmla="*/ 1418 h 1804"/>
              <a:gd name="T28" fmla="*/ 1515 w 2014"/>
              <a:gd name="T29" fmla="*/ 907 h 1804"/>
              <a:gd name="T30" fmla="*/ 1166 w 2014"/>
              <a:gd name="T31" fmla="*/ 907 h 1804"/>
              <a:gd name="T32" fmla="*/ 1166 w 2014"/>
              <a:gd name="T33" fmla="*/ 765 h 1804"/>
              <a:gd name="T34" fmla="*/ 1745 w 2014"/>
              <a:gd name="T35" fmla="*/ 765 h 1804"/>
              <a:gd name="T36" fmla="*/ 1995 w 2014"/>
              <a:gd name="T37" fmla="*/ 609 h 1804"/>
              <a:gd name="T38" fmla="*/ 1819 w 2014"/>
              <a:gd name="T39" fmla="*/ 609 h 1804"/>
              <a:gd name="T40" fmla="*/ 1819 w 2014"/>
              <a:gd name="T41" fmla="*/ 466 h 1804"/>
              <a:gd name="T42" fmla="*/ 2014 w 2014"/>
              <a:gd name="T43" fmla="*/ 466 h 1804"/>
              <a:gd name="T44" fmla="*/ 1826 w 2014"/>
              <a:gd name="T45" fmla="*/ 270 h 1804"/>
              <a:gd name="T46" fmla="*/ 1236 w 2014"/>
              <a:gd name="T47" fmla="*/ 270 h 1804"/>
              <a:gd name="T48" fmla="*/ 1236 w 2014"/>
              <a:gd name="T49" fmla="*/ 127 h 1804"/>
              <a:gd name="T50" fmla="*/ 1607 w 2014"/>
              <a:gd name="T51" fmla="*/ 127 h 1804"/>
              <a:gd name="T52" fmla="*/ 1073 w 2014"/>
              <a:gd name="T53" fmla="*/ 0 h 1804"/>
              <a:gd name="T54" fmla="*/ 1073 w 2014"/>
              <a:gd name="T55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014" h="1804">
                <a:moveTo>
                  <a:pt x="1073" y="0"/>
                </a:moveTo>
                <a:cubicBezTo>
                  <a:pt x="1073" y="0"/>
                  <a:pt x="1073" y="0"/>
                  <a:pt x="1073" y="0"/>
                </a:cubicBezTo>
                <a:cubicBezTo>
                  <a:pt x="862" y="0"/>
                  <a:pt x="648" y="56"/>
                  <a:pt x="455" y="175"/>
                </a:cubicBezTo>
                <a:cubicBezTo>
                  <a:pt x="454" y="176"/>
                  <a:pt x="452" y="177"/>
                  <a:pt x="451" y="177"/>
                </a:cubicBezTo>
                <a:cubicBezTo>
                  <a:pt x="451" y="177"/>
                  <a:pt x="451" y="177"/>
                  <a:pt x="451" y="177"/>
                </a:cubicBezTo>
                <a:cubicBezTo>
                  <a:pt x="246" y="305"/>
                  <a:pt x="94" y="484"/>
                  <a:pt x="0" y="688"/>
                </a:cubicBezTo>
                <a:cubicBezTo>
                  <a:pt x="0" y="1674"/>
                  <a:pt x="0" y="1674"/>
                  <a:pt x="0" y="1674"/>
                </a:cubicBezTo>
                <a:cubicBezTo>
                  <a:pt x="21" y="1718"/>
                  <a:pt x="44" y="1762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461" y="1561"/>
                  <a:pt x="461" y="1561"/>
                  <a:pt x="461" y="1561"/>
                </a:cubicBezTo>
                <a:cubicBezTo>
                  <a:pt x="389" y="1561"/>
                  <a:pt x="389" y="1561"/>
                  <a:pt x="389" y="1561"/>
                </a:cubicBezTo>
                <a:cubicBezTo>
                  <a:pt x="389" y="1418"/>
                  <a:pt x="389" y="1418"/>
                  <a:pt x="389" y="1418"/>
                </a:cubicBezTo>
                <a:cubicBezTo>
                  <a:pt x="691" y="1418"/>
                  <a:pt x="691" y="1418"/>
                  <a:pt x="691" y="1418"/>
                </a:cubicBezTo>
                <a:cubicBezTo>
                  <a:pt x="1515" y="907"/>
                  <a:pt x="1515" y="907"/>
                  <a:pt x="1515" y="907"/>
                </a:cubicBezTo>
                <a:cubicBezTo>
                  <a:pt x="1166" y="907"/>
                  <a:pt x="1166" y="907"/>
                  <a:pt x="1166" y="907"/>
                </a:cubicBezTo>
                <a:cubicBezTo>
                  <a:pt x="1166" y="765"/>
                  <a:pt x="1166" y="765"/>
                  <a:pt x="1166" y="765"/>
                </a:cubicBezTo>
                <a:cubicBezTo>
                  <a:pt x="1745" y="765"/>
                  <a:pt x="1745" y="765"/>
                  <a:pt x="1745" y="765"/>
                </a:cubicBezTo>
                <a:cubicBezTo>
                  <a:pt x="1995" y="609"/>
                  <a:pt x="1995" y="609"/>
                  <a:pt x="1995" y="609"/>
                </a:cubicBezTo>
                <a:cubicBezTo>
                  <a:pt x="1819" y="609"/>
                  <a:pt x="1819" y="609"/>
                  <a:pt x="1819" y="609"/>
                </a:cubicBezTo>
                <a:cubicBezTo>
                  <a:pt x="1819" y="466"/>
                  <a:pt x="1819" y="466"/>
                  <a:pt x="1819" y="466"/>
                </a:cubicBezTo>
                <a:cubicBezTo>
                  <a:pt x="2014" y="466"/>
                  <a:pt x="2014" y="466"/>
                  <a:pt x="2014" y="466"/>
                </a:cubicBezTo>
                <a:cubicBezTo>
                  <a:pt x="1958" y="392"/>
                  <a:pt x="1895" y="327"/>
                  <a:pt x="1826" y="270"/>
                </a:cubicBezTo>
                <a:cubicBezTo>
                  <a:pt x="1236" y="270"/>
                  <a:pt x="1236" y="270"/>
                  <a:pt x="1236" y="270"/>
                </a:cubicBezTo>
                <a:cubicBezTo>
                  <a:pt x="1236" y="127"/>
                  <a:pt x="1236" y="127"/>
                  <a:pt x="1236" y="127"/>
                </a:cubicBezTo>
                <a:cubicBezTo>
                  <a:pt x="1607" y="127"/>
                  <a:pt x="1607" y="127"/>
                  <a:pt x="1607" y="127"/>
                </a:cubicBezTo>
                <a:cubicBezTo>
                  <a:pt x="1442" y="43"/>
                  <a:pt x="1258" y="0"/>
                  <a:pt x="1073" y="0"/>
                </a:cubicBezTo>
                <a:cubicBezTo>
                  <a:pt x="1073" y="0"/>
                  <a:pt x="1073" y="0"/>
                  <a:pt x="1073" y="0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íŝḻïḍé"/>
          <p:cNvSpPr/>
          <p:nvPr>
            <p:custDataLst>
              <p:tags r:id="rId39"/>
            </p:custDataLst>
          </p:nvPr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isḻídè"/>
          <p:cNvSpPr/>
          <p:nvPr/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íṧḻiḑé"/>
          <p:cNvSpPr/>
          <p:nvPr>
            <p:custDataLst>
              <p:tags r:id="rId40"/>
            </p:custDataLst>
          </p:nvPr>
        </p:nvSpPr>
        <p:spPr bwMode="auto">
          <a:xfrm>
            <a:off x="2042160" y="2921000"/>
            <a:ext cx="273050" cy="66040"/>
          </a:xfrm>
          <a:custGeom>
            <a:avLst/>
            <a:gdLst>
              <a:gd name="T0" fmla="*/ 371 w 590"/>
              <a:gd name="T1" fmla="*/ 0 h 143"/>
              <a:gd name="T2" fmla="*/ 0 w 590"/>
              <a:gd name="T3" fmla="*/ 0 h 143"/>
              <a:gd name="T4" fmla="*/ 0 w 590"/>
              <a:gd name="T5" fmla="*/ 143 h 143"/>
              <a:gd name="T6" fmla="*/ 590 w 590"/>
              <a:gd name="T7" fmla="*/ 143 h 143"/>
              <a:gd name="T8" fmla="*/ 371 w 590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0" h="143">
                <a:moveTo>
                  <a:pt x="37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590" y="143"/>
                  <a:pt x="590" y="143"/>
                  <a:pt x="590" y="143"/>
                </a:cubicBezTo>
                <a:cubicBezTo>
                  <a:pt x="522" y="87"/>
                  <a:pt x="448" y="39"/>
                  <a:pt x="371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ïšḻiḑè"/>
          <p:cNvSpPr/>
          <p:nvPr>
            <p:custDataLst>
              <p:tags r:id="rId41"/>
            </p:custDataLst>
          </p:nvPr>
        </p:nvSpPr>
        <p:spPr bwMode="auto">
          <a:xfrm>
            <a:off x="2312035" y="3077210"/>
            <a:ext cx="119380" cy="66040"/>
          </a:xfrm>
          <a:custGeom>
            <a:avLst/>
            <a:gdLst>
              <a:gd name="T0" fmla="*/ 195 w 258"/>
              <a:gd name="T1" fmla="*/ 0 h 143"/>
              <a:gd name="T2" fmla="*/ 0 w 258"/>
              <a:gd name="T3" fmla="*/ 0 h 143"/>
              <a:gd name="T4" fmla="*/ 0 w 258"/>
              <a:gd name="T5" fmla="*/ 143 h 143"/>
              <a:gd name="T6" fmla="*/ 176 w 258"/>
              <a:gd name="T7" fmla="*/ 143 h 143"/>
              <a:gd name="T8" fmla="*/ 258 w 258"/>
              <a:gd name="T9" fmla="*/ 92 h 143"/>
              <a:gd name="T10" fmla="*/ 195 w 258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" h="143">
                <a:moveTo>
                  <a:pt x="19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176" y="143"/>
                  <a:pt x="176" y="143"/>
                  <a:pt x="176" y="143"/>
                </a:cubicBezTo>
                <a:cubicBezTo>
                  <a:pt x="258" y="92"/>
                  <a:pt x="258" y="92"/>
                  <a:pt x="258" y="92"/>
                </a:cubicBezTo>
                <a:cubicBezTo>
                  <a:pt x="239" y="60"/>
                  <a:pt x="218" y="30"/>
                  <a:pt x="19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ïṡlíḑe"/>
          <p:cNvSpPr/>
          <p:nvPr>
            <p:custDataLst>
              <p:tags r:id="rId42"/>
            </p:custDataLst>
          </p:nvPr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ïṥľiḋè"/>
          <p:cNvSpPr/>
          <p:nvPr/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íšļiḋê"/>
          <p:cNvSpPr/>
          <p:nvPr/>
        </p:nvSpPr>
        <p:spPr bwMode="auto">
          <a:xfrm>
            <a:off x="1421130" y="2861945"/>
            <a:ext cx="545465" cy="546735"/>
          </a:xfrm>
          <a:custGeom>
            <a:avLst/>
            <a:gdLst>
              <a:gd name="T0" fmla="*/ 559 w 1181"/>
              <a:gd name="T1" fmla="*/ 177 h 1183"/>
              <a:gd name="T2" fmla="*/ 559 w 1181"/>
              <a:gd name="T3" fmla="*/ 177 h 1183"/>
              <a:gd name="T4" fmla="*/ 1 w 1181"/>
              <a:gd name="T5" fmla="*/ 1183 h 1183"/>
              <a:gd name="T6" fmla="*/ 108 w 1181"/>
              <a:gd name="T7" fmla="*/ 688 h 1183"/>
              <a:gd name="T8" fmla="*/ 559 w 1181"/>
              <a:gd name="T9" fmla="*/ 177 h 1183"/>
              <a:gd name="T10" fmla="*/ 559 w 1181"/>
              <a:gd name="T11" fmla="*/ 177 h 1183"/>
              <a:gd name="T12" fmla="*/ 1181 w 1181"/>
              <a:gd name="T13" fmla="*/ 0 h 1183"/>
              <a:gd name="T14" fmla="*/ 563 w 1181"/>
              <a:gd name="T15" fmla="*/ 175 h 1183"/>
              <a:gd name="T16" fmla="*/ 1181 w 1181"/>
              <a:gd name="T17" fmla="*/ 0 h 1183"/>
              <a:gd name="T18" fmla="*/ 1181 w 1181"/>
              <a:gd name="T19" fmla="*/ 0 h 1183"/>
              <a:gd name="T20" fmla="*/ 1181 w 1181"/>
              <a:gd name="T21" fmla="*/ 0 h 1183"/>
              <a:gd name="T22" fmla="*/ 1181 w 1181"/>
              <a:gd name="T23" fmla="*/ 0 h 1183"/>
              <a:gd name="T24" fmla="*/ 1181 w 1181"/>
              <a:gd name="T25" fmla="*/ 0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81" h="1183">
                <a:moveTo>
                  <a:pt x="559" y="177"/>
                </a:moveTo>
                <a:cubicBezTo>
                  <a:pt x="559" y="177"/>
                  <a:pt x="559" y="177"/>
                  <a:pt x="559" y="177"/>
                </a:cubicBezTo>
                <a:cubicBezTo>
                  <a:pt x="199" y="401"/>
                  <a:pt x="0" y="787"/>
                  <a:pt x="1" y="1183"/>
                </a:cubicBezTo>
                <a:cubicBezTo>
                  <a:pt x="0" y="1012"/>
                  <a:pt x="37" y="843"/>
                  <a:pt x="108" y="688"/>
                </a:cubicBezTo>
                <a:cubicBezTo>
                  <a:pt x="202" y="484"/>
                  <a:pt x="354" y="305"/>
                  <a:pt x="559" y="177"/>
                </a:cubicBezTo>
                <a:cubicBezTo>
                  <a:pt x="559" y="177"/>
                  <a:pt x="559" y="177"/>
                  <a:pt x="559" y="177"/>
                </a:cubicBezTo>
                <a:moveTo>
                  <a:pt x="1181" y="0"/>
                </a:moveTo>
                <a:cubicBezTo>
                  <a:pt x="970" y="0"/>
                  <a:pt x="756" y="56"/>
                  <a:pt x="563" y="175"/>
                </a:cubicBezTo>
                <a:cubicBezTo>
                  <a:pt x="756" y="56"/>
                  <a:pt x="970" y="0"/>
                  <a:pt x="1181" y="0"/>
                </a:cubicBezTo>
                <a:moveTo>
                  <a:pt x="1181" y="0"/>
                </a:move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</a:path>
            </a:pathLst>
          </a:custGeom>
          <a:solidFill>
            <a:srgbClr val="35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iṥlïdê"/>
          <p:cNvSpPr/>
          <p:nvPr>
            <p:custDataLst>
              <p:tags r:id="rId43"/>
            </p:custDataLst>
          </p:nvPr>
        </p:nvSpPr>
        <p:spPr bwMode="auto">
          <a:xfrm>
            <a:off x="1503680" y="3143250"/>
            <a:ext cx="1009015" cy="808990"/>
          </a:xfrm>
          <a:custGeom>
            <a:avLst/>
            <a:gdLst>
              <a:gd name="T0" fmla="*/ 2153 w 2183"/>
              <a:gd name="T1" fmla="*/ 298 h 1753"/>
              <a:gd name="T2" fmla="*/ 1445 w 2183"/>
              <a:gd name="T3" fmla="*/ 298 h 1753"/>
              <a:gd name="T4" fmla="*/ 621 w 2183"/>
              <a:gd name="T5" fmla="*/ 809 h 1753"/>
              <a:gd name="T6" fmla="*/ 1188 w 2183"/>
              <a:gd name="T7" fmla="*/ 809 h 1753"/>
              <a:gd name="T8" fmla="*/ 1188 w 2183"/>
              <a:gd name="T9" fmla="*/ 952 h 1753"/>
              <a:gd name="T10" fmla="*/ 391 w 2183"/>
              <a:gd name="T11" fmla="*/ 952 h 1753"/>
              <a:gd name="T12" fmla="*/ 0 w 2183"/>
              <a:gd name="T13" fmla="*/ 1195 h 1753"/>
              <a:gd name="T14" fmla="*/ 0 w 2183"/>
              <a:gd name="T15" fmla="*/ 1195 h 1753"/>
              <a:gd name="T16" fmla="*/ 2 w 2183"/>
              <a:gd name="T17" fmla="*/ 1198 h 1753"/>
              <a:gd name="T18" fmla="*/ 5 w 2183"/>
              <a:gd name="T19" fmla="*/ 1203 h 1753"/>
              <a:gd name="T20" fmla="*/ 6 w 2183"/>
              <a:gd name="T21" fmla="*/ 1203 h 1753"/>
              <a:gd name="T22" fmla="*/ 1005 w 2183"/>
              <a:gd name="T23" fmla="*/ 1753 h 1753"/>
              <a:gd name="T24" fmla="*/ 1005 w 2183"/>
              <a:gd name="T25" fmla="*/ 1753 h 1753"/>
              <a:gd name="T26" fmla="*/ 1005 w 2183"/>
              <a:gd name="T27" fmla="*/ 1753 h 1753"/>
              <a:gd name="T28" fmla="*/ 1627 w 2183"/>
              <a:gd name="T29" fmla="*/ 1576 h 1753"/>
              <a:gd name="T30" fmla="*/ 1627 w 2183"/>
              <a:gd name="T31" fmla="*/ 1576 h 1753"/>
              <a:gd name="T32" fmla="*/ 1939 w 2183"/>
              <a:gd name="T33" fmla="*/ 1295 h 1753"/>
              <a:gd name="T34" fmla="*/ 1512 w 2183"/>
              <a:gd name="T35" fmla="*/ 1295 h 1753"/>
              <a:gd name="T36" fmla="*/ 1512 w 2183"/>
              <a:gd name="T37" fmla="*/ 1152 h 1753"/>
              <a:gd name="T38" fmla="*/ 2033 w 2183"/>
              <a:gd name="T39" fmla="*/ 1152 h 1753"/>
              <a:gd name="T40" fmla="*/ 2122 w 2183"/>
              <a:gd name="T41" fmla="*/ 952 h 1753"/>
              <a:gd name="T42" fmla="*/ 1393 w 2183"/>
              <a:gd name="T43" fmla="*/ 952 h 1753"/>
              <a:gd name="T44" fmla="*/ 1393 w 2183"/>
              <a:gd name="T45" fmla="*/ 809 h 1753"/>
              <a:gd name="T46" fmla="*/ 2161 w 2183"/>
              <a:gd name="T47" fmla="*/ 809 h 1753"/>
              <a:gd name="T48" fmla="*/ 2183 w 2183"/>
              <a:gd name="T49" fmla="*/ 638 h 1753"/>
              <a:gd name="T50" fmla="*/ 1690 w 2183"/>
              <a:gd name="T51" fmla="*/ 638 h 1753"/>
              <a:gd name="T52" fmla="*/ 1690 w 2183"/>
              <a:gd name="T53" fmla="*/ 495 h 1753"/>
              <a:gd name="T54" fmla="*/ 2183 w 2183"/>
              <a:gd name="T55" fmla="*/ 495 h 1753"/>
              <a:gd name="T56" fmla="*/ 2153 w 2183"/>
              <a:gd name="T57" fmla="*/ 298 h 1753"/>
              <a:gd name="T58" fmla="*/ 2037 w 2183"/>
              <a:gd name="T59" fmla="*/ 0 h 1753"/>
              <a:gd name="T60" fmla="*/ 1925 w 2183"/>
              <a:gd name="T61" fmla="*/ 0 h 1753"/>
              <a:gd name="T62" fmla="*/ 1675 w 2183"/>
              <a:gd name="T63" fmla="*/ 156 h 1753"/>
              <a:gd name="T64" fmla="*/ 2109 w 2183"/>
              <a:gd name="T65" fmla="*/ 156 h 1753"/>
              <a:gd name="T66" fmla="*/ 2037 w 2183"/>
              <a:gd name="T67" fmla="*/ 0 h 1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83" h="1753">
                <a:moveTo>
                  <a:pt x="2153" y="298"/>
                </a:moveTo>
                <a:cubicBezTo>
                  <a:pt x="1445" y="298"/>
                  <a:pt x="1445" y="298"/>
                  <a:pt x="1445" y="298"/>
                </a:cubicBezTo>
                <a:cubicBezTo>
                  <a:pt x="621" y="809"/>
                  <a:pt x="621" y="809"/>
                  <a:pt x="621" y="809"/>
                </a:cubicBezTo>
                <a:cubicBezTo>
                  <a:pt x="1188" y="809"/>
                  <a:pt x="1188" y="809"/>
                  <a:pt x="1188" y="809"/>
                </a:cubicBezTo>
                <a:cubicBezTo>
                  <a:pt x="1188" y="952"/>
                  <a:pt x="1188" y="952"/>
                  <a:pt x="1188" y="952"/>
                </a:cubicBezTo>
                <a:cubicBezTo>
                  <a:pt x="391" y="952"/>
                  <a:pt x="391" y="952"/>
                  <a:pt x="391" y="952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1" y="1196"/>
                  <a:pt x="2" y="1197"/>
                  <a:pt x="2" y="1198"/>
                </a:cubicBezTo>
                <a:cubicBezTo>
                  <a:pt x="3" y="1200"/>
                  <a:pt x="4" y="1201"/>
                  <a:pt x="5" y="1203"/>
                </a:cubicBezTo>
                <a:cubicBezTo>
                  <a:pt x="5" y="1203"/>
                  <a:pt x="5" y="1203"/>
                  <a:pt x="6" y="1203"/>
                </a:cubicBezTo>
                <a:cubicBezTo>
                  <a:pt x="230" y="1558"/>
                  <a:pt x="613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218" y="1753"/>
                  <a:pt x="1433" y="1696"/>
                  <a:pt x="1627" y="1576"/>
                </a:cubicBezTo>
                <a:cubicBezTo>
                  <a:pt x="1627" y="1576"/>
                  <a:pt x="1627" y="1576"/>
                  <a:pt x="1627" y="1576"/>
                </a:cubicBezTo>
                <a:cubicBezTo>
                  <a:pt x="1750" y="1499"/>
                  <a:pt x="1855" y="1403"/>
                  <a:pt x="1939" y="1295"/>
                </a:cubicBezTo>
                <a:cubicBezTo>
                  <a:pt x="1512" y="1295"/>
                  <a:pt x="1512" y="1295"/>
                  <a:pt x="1512" y="1295"/>
                </a:cubicBezTo>
                <a:cubicBezTo>
                  <a:pt x="1512" y="1152"/>
                  <a:pt x="1512" y="1152"/>
                  <a:pt x="1512" y="1152"/>
                </a:cubicBezTo>
                <a:cubicBezTo>
                  <a:pt x="2033" y="1152"/>
                  <a:pt x="2033" y="1152"/>
                  <a:pt x="2033" y="1152"/>
                </a:cubicBezTo>
                <a:cubicBezTo>
                  <a:pt x="2069" y="1088"/>
                  <a:pt x="2099" y="1021"/>
                  <a:pt x="2122" y="952"/>
                </a:cubicBezTo>
                <a:cubicBezTo>
                  <a:pt x="1393" y="952"/>
                  <a:pt x="1393" y="952"/>
                  <a:pt x="1393" y="952"/>
                </a:cubicBezTo>
                <a:cubicBezTo>
                  <a:pt x="1393" y="809"/>
                  <a:pt x="1393" y="809"/>
                  <a:pt x="1393" y="809"/>
                </a:cubicBezTo>
                <a:cubicBezTo>
                  <a:pt x="2161" y="809"/>
                  <a:pt x="2161" y="809"/>
                  <a:pt x="2161" y="809"/>
                </a:cubicBezTo>
                <a:cubicBezTo>
                  <a:pt x="2173" y="753"/>
                  <a:pt x="2180" y="696"/>
                  <a:pt x="2183" y="638"/>
                </a:cubicBezTo>
                <a:cubicBezTo>
                  <a:pt x="1690" y="638"/>
                  <a:pt x="1690" y="638"/>
                  <a:pt x="1690" y="638"/>
                </a:cubicBezTo>
                <a:cubicBezTo>
                  <a:pt x="1690" y="495"/>
                  <a:pt x="1690" y="495"/>
                  <a:pt x="1690" y="495"/>
                </a:cubicBezTo>
                <a:cubicBezTo>
                  <a:pt x="2183" y="495"/>
                  <a:pt x="2183" y="495"/>
                  <a:pt x="2183" y="495"/>
                </a:cubicBezTo>
                <a:cubicBezTo>
                  <a:pt x="2178" y="429"/>
                  <a:pt x="2169" y="363"/>
                  <a:pt x="2153" y="298"/>
                </a:cubicBezTo>
                <a:moveTo>
                  <a:pt x="2037" y="0"/>
                </a:moveTo>
                <a:cubicBezTo>
                  <a:pt x="1925" y="0"/>
                  <a:pt x="1925" y="0"/>
                  <a:pt x="1925" y="0"/>
                </a:cubicBezTo>
                <a:cubicBezTo>
                  <a:pt x="1675" y="156"/>
                  <a:pt x="1675" y="156"/>
                  <a:pt x="1675" y="156"/>
                </a:cubicBezTo>
                <a:cubicBezTo>
                  <a:pt x="2109" y="156"/>
                  <a:pt x="2109" y="156"/>
                  <a:pt x="2109" y="156"/>
                </a:cubicBezTo>
                <a:cubicBezTo>
                  <a:pt x="2089" y="103"/>
                  <a:pt x="2065" y="51"/>
                  <a:pt x="2037" y="0"/>
                </a:cubicBezTo>
              </a:path>
            </a:pathLst>
          </a:custGeom>
          <a:solidFill>
            <a:schemeClr val="accent1">
              <a:lumMod val="40000"/>
              <a:lumOff val="60000"/>
              <a:alpha val="5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ïşḻîďè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  <a:close/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íslîdê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íṧļïḍè"/>
          <p:cNvSpPr/>
          <p:nvPr/>
        </p:nvSpPr>
        <p:spPr bwMode="auto">
          <a:xfrm>
            <a:off x="2393315" y="3119120"/>
            <a:ext cx="51435" cy="24130"/>
          </a:xfrm>
          <a:custGeom>
            <a:avLst/>
            <a:gdLst>
              <a:gd name="T0" fmla="*/ 82 w 112"/>
              <a:gd name="T1" fmla="*/ 0 h 51"/>
              <a:gd name="T2" fmla="*/ 0 w 112"/>
              <a:gd name="T3" fmla="*/ 51 h 51"/>
              <a:gd name="T4" fmla="*/ 112 w 112"/>
              <a:gd name="T5" fmla="*/ 51 h 51"/>
              <a:gd name="T6" fmla="*/ 82 w 112"/>
              <a:gd name="T7" fmla="*/ 0 h 51"/>
              <a:gd name="T8" fmla="*/ 82 w 112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51">
                <a:moveTo>
                  <a:pt x="82" y="0"/>
                </a:moveTo>
                <a:cubicBezTo>
                  <a:pt x="0" y="51"/>
                  <a:pt x="0" y="51"/>
                  <a:pt x="0" y="51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03" y="34"/>
                  <a:pt x="93" y="17"/>
                  <a:pt x="82" y="0"/>
                </a:cubicBezTo>
                <a:cubicBezTo>
                  <a:pt x="82" y="0"/>
                  <a:pt x="82" y="0"/>
                  <a:pt x="82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iSļîḑé"/>
          <p:cNvSpPr/>
          <p:nvPr/>
        </p:nvSpPr>
        <p:spPr bwMode="auto">
          <a:xfrm>
            <a:off x="2171065" y="3215640"/>
            <a:ext cx="327660" cy="65405"/>
          </a:xfrm>
          <a:custGeom>
            <a:avLst/>
            <a:gdLst>
              <a:gd name="T0" fmla="*/ 664 w 708"/>
              <a:gd name="T1" fmla="*/ 0 h 142"/>
              <a:gd name="T2" fmla="*/ 230 w 708"/>
              <a:gd name="T3" fmla="*/ 0 h 142"/>
              <a:gd name="T4" fmla="*/ 0 w 708"/>
              <a:gd name="T5" fmla="*/ 142 h 142"/>
              <a:gd name="T6" fmla="*/ 708 w 708"/>
              <a:gd name="T7" fmla="*/ 142 h 142"/>
              <a:gd name="T8" fmla="*/ 664 w 708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8" h="142">
                <a:moveTo>
                  <a:pt x="664" y="0"/>
                </a:moveTo>
                <a:cubicBezTo>
                  <a:pt x="230" y="0"/>
                  <a:pt x="230" y="0"/>
                  <a:pt x="230" y="0"/>
                </a:cubicBezTo>
                <a:cubicBezTo>
                  <a:pt x="0" y="142"/>
                  <a:pt x="0" y="142"/>
                  <a:pt x="0" y="142"/>
                </a:cubicBezTo>
                <a:cubicBezTo>
                  <a:pt x="708" y="142"/>
                  <a:pt x="708" y="142"/>
                  <a:pt x="708" y="142"/>
                </a:cubicBezTo>
                <a:cubicBezTo>
                  <a:pt x="697" y="94"/>
                  <a:pt x="682" y="47"/>
                  <a:pt x="664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iṣḷïďê"/>
          <p:cNvSpPr/>
          <p:nvPr/>
        </p:nvSpPr>
        <p:spPr bwMode="auto">
          <a:xfrm>
            <a:off x="2284095" y="3371850"/>
            <a:ext cx="229235" cy="65405"/>
          </a:xfrm>
          <a:custGeom>
            <a:avLst/>
            <a:gdLst>
              <a:gd name="T0" fmla="*/ 493 w 495"/>
              <a:gd name="T1" fmla="*/ 0 h 143"/>
              <a:gd name="T2" fmla="*/ 0 w 495"/>
              <a:gd name="T3" fmla="*/ 0 h 143"/>
              <a:gd name="T4" fmla="*/ 0 w 495"/>
              <a:gd name="T5" fmla="*/ 143 h 143"/>
              <a:gd name="T6" fmla="*/ 493 w 495"/>
              <a:gd name="T7" fmla="*/ 143 h 143"/>
              <a:gd name="T8" fmla="*/ 495 w 495"/>
              <a:gd name="T9" fmla="*/ 76 h 143"/>
              <a:gd name="T10" fmla="*/ 493 w 495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5" h="143">
                <a:moveTo>
                  <a:pt x="49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93" y="143"/>
                  <a:pt x="493" y="143"/>
                  <a:pt x="493" y="143"/>
                </a:cubicBezTo>
                <a:cubicBezTo>
                  <a:pt x="495" y="120"/>
                  <a:pt x="495" y="98"/>
                  <a:pt x="495" y="76"/>
                </a:cubicBezTo>
                <a:cubicBezTo>
                  <a:pt x="495" y="50"/>
                  <a:pt x="494" y="25"/>
                  <a:pt x="493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ïsľíḍé"/>
          <p:cNvSpPr/>
          <p:nvPr/>
        </p:nvSpPr>
        <p:spPr bwMode="auto">
          <a:xfrm>
            <a:off x="2146935" y="3516630"/>
            <a:ext cx="354965" cy="66040"/>
          </a:xfrm>
          <a:custGeom>
            <a:avLst/>
            <a:gdLst>
              <a:gd name="T0" fmla="*/ 768 w 768"/>
              <a:gd name="T1" fmla="*/ 0 h 143"/>
              <a:gd name="T2" fmla="*/ 0 w 768"/>
              <a:gd name="T3" fmla="*/ 0 h 143"/>
              <a:gd name="T4" fmla="*/ 0 w 768"/>
              <a:gd name="T5" fmla="*/ 143 h 143"/>
              <a:gd name="T6" fmla="*/ 729 w 768"/>
              <a:gd name="T7" fmla="*/ 143 h 143"/>
              <a:gd name="T8" fmla="*/ 768 w 768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143">
                <a:moveTo>
                  <a:pt x="76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729" y="143"/>
                  <a:pt x="729" y="143"/>
                  <a:pt x="729" y="143"/>
                </a:cubicBezTo>
                <a:cubicBezTo>
                  <a:pt x="745" y="97"/>
                  <a:pt x="758" y="49"/>
                  <a:pt x="768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iṡḷiḓe"/>
          <p:cNvSpPr/>
          <p:nvPr/>
        </p:nvSpPr>
        <p:spPr bwMode="auto">
          <a:xfrm>
            <a:off x="2202815" y="3674745"/>
            <a:ext cx="240665" cy="66040"/>
          </a:xfrm>
          <a:custGeom>
            <a:avLst/>
            <a:gdLst>
              <a:gd name="T0" fmla="*/ 521 w 521"/>
              <a:gd name="T1" fmla="*/ 0 h 143"/>
              <a:gd name="T2" fmla="*/ 0 w 521"/>
              <a:gd name="T3" fmla="*/ 0 h 143"/>
              <a:gd name="T4" fmla="*/ 0 w 521"/>
              <a:gd name="T5" fmla="*/ 143 h 143"/>
              <a:gd name="T6" fmla="*/ 427 w 521"/>
              <a:gd name="T7" fmla="*/ 143 h 143"/>
              <a:gd name="T8" fmla="*/ 521 w 521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1" h="143">
                <a:moveTo>
                  <a:pt x="52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27" y="143"/>
                  <a:pt x="427" y="143"/>
                  <a:pt x="427" y="143"/>
                </a:cubicBezTo>
                <a:cubicBezTo>
                  <a:pt x="462" y="97"/>
                  <a:pt x="494" y="49"/>
                  <a:pt x="521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išḷîḓè"/>
          <p:cNvSpPr/>
          <p:nvPr/>
        </p:nvSpPr>
        <p:spPr bwMode="auto">
          <a:xfrm>
            <a:off x="1503680" y="3119120"/>
            <a:ext cx="1009650" cy="833120"/>
          </a:xfrm>
          <a:custGeom>
            <a:avLst/>
            <a:gdLst>
              <a:gd name="T0" fmla="*/ 1005 w 2185"/>
              <a:gd name="T1" fmla="*/ 1804 h 1804"/>
              <a:gd name="T2" fmla="*/ 1005 w 2185"/>
              <a:gd name="T3" fmla="*/ 1804 h 1804"/>
              <a:gd name="T4" fmla="*/ 1005 w 2185"/>
              <a:gd name="T5" fmla="*/ 1804 h 1804"/>
              <a:gd name="T6" fmla="*/ 1005 w 2185"/>
              <a:gd name="T7" fmla="*/ 1804 h 1804"/>
              <a:gd name="T8" fmla="*/ 1627 w 2185"/>
              <a:gd name="T9" fmla="*/ 1627 h 1804"/>
              <a:gd name="T10" fmla="*/ 1005 w 2185"/>
              <a:gd name="T11" fmla="*/ 1804 h 1804"/>
              <a:gd name="T12" fmla="*/ 1627 w 2185"/>
              <a:gd name="T13" fmla="*/ 1627 h 1804"/>
              <a:gd name="T14" fmla="*/ 5 w 2185"/>
              <a:gd name="T15" fmla="*/ 1254 h 1804"/>
              <a:gd name="T16" fmla="*/ 6 w 2185"/>
              <a:gd name="T17" fmla="*/ 1254 h 1804"/>
              <a:gd name="T18" fmla="*/ 5 w 2185"/>
              <a:gd name="T19" fmla="*/ 1254 h 1804"/>
              <a:gd name="T20" fmla="*/ 0 w 2185"/>
              <a:gd name="T21" fmla="*/ 1246 h 1804"/>
              <a:gd name="T22" fmla="*/ 2 w 2185"/>
              <a:gd name="T23" fmla="*/ 1249 h 1804"/>
              <a:gd name="T24" fmla="*/ 0 w 2185"/>
              <a:gd name="T25" fmla="*/ 1246 h 1804"/>
              <a:gd name="T26" fmla="*/ 2007 w 2185"/>
              <a:gd name="T27" fmla="*/ 0 h 1804"/>
              <a:gd name="T28" fmla="*/ 2007 w 2185"/>
              <a:gd name="T29" fmla="*/ 0 h 1804"/>
              <a:gd name="T30" fmla="*/ 2007 w 2185"/>
              <a:gd name="T31" fmla="*/ 0 h 1804"/>
              <a:gd name="T32" fmla="*/ 2007 w 2185"/>
              <a:gd name="T33" fmla="*/ 0 h 1804"/>
              <a:gd name="T34" fmla="*/ 2007 w 2185"/>
              <a:gd name="T35" fmla="*/ 0 h 1804"/>
              <a:gd name="T36" fmla="*/ 2037 w 2185"/>
              <a:gd name="T37" fmla="*/ 51 h 1804"/>
              <a:gd name="T38" fmla="*/ 2109 w 2185"/>
              <a:gd name="T39" fmla="*/ 207 h 1804"/>
              <a:gd name="T40" fmla="*/ 2153 w 2185"/>
              <a:gd name="T41" fmla="*/ 349 h 1804"/>
              <a:gd name="T42" fmla="*/ 2183 w 2185"/>
              <a:gd name="T43" fmla="*/ 546 h 1804"/>
              <a:gd name="T44" fmla="*/ 2185 w 2185"/>
              <a:gd name="T45" fmla="*/ 622 h 1804"/>
              <a:gd name="T46" fmla="*/ 2007 w 2185"/>
              <a:gd name="T47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85" h="1804">
                <a:moveTo>
                  <a:pt x="1005" y="1804"/>
                </a:move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moveTo>
                  <a:pt x="1627" y="1627"/>
                </a:moveTo>
                <a:cubicBezTo>
                  <a:pt x="1433" y="1747"/>
                  <a:pt x="1218" y="1804"/>
                  <a:pt x="1005" y="1804"/>
                </a:cubicBezTo>
                <a:cubicBezTo>
                  <a:pt x="1218" y="1804"/>
                  <a:pt x="1433" y="1747"/>
                  <a:pt x="1627" y="1627"/>
                </a:cubicBezTo>
                <a:moveTo>
                  <a:pt x="5" y="1254"/>
                </a:moveTo>
                <a:cubicBezTo>
                  <a:pt x="5" y="1254"/>
                  <a:pt x="5" y="1254"/>
                  <a:pt x="6" y="1254"/>
                </a:cubicBezTo>
                <a:cubicBezTo>
                  <a:pt x="5" y="1254"/>
                  <a:pt x="5" y="1254"/>
                  <a:pt x="5" y="1254"/>
                </a:cubicBezTo>
                <a:moveTo>
                  <a:pt x="0" y="1246"/>
                </a:moveTo>
                <a:cubicBezTo>
                  <a:pt x="1" y="1247"/>
                  <a:pt x="2" y="1248"/>
                  <a:pt x="2" y="1249"/>
                </a:cubicBezTo>
                <a:cubicBezTo>
                  <a:pt x="2" y="1248"/>
                  <a:pt x="1" y="1247"/>
                  <a:pt x="0" y="1246"/>
                </a:cubicBezTo>
                <a:moveTo>
                  <a:pt x="2007" y="0"/>
                </a:move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18" y="17"/>
                  <a:pt x="2028" y="34"/>
                  <a:pt x="2037" y="51"/>
                </a:cubicBezTo>
                <a:cubicBezTo>
                  <a:pt x="2065" y="102"/>
                  <a:pt x="2089" y="154"/>
                  <a:pt x="2109" y="207"/>
                </a:cubicBezTo>
                <a:cubicBezTo>
                  <a:pt x="2127" y="254"/>
                  <a:pt x="2142" y="301"/>
                  <a:pt x="2153" y="349"/>
                </a:cubicBezTo>
                <a:cubicBezTo>
                  <a:pt x="2169" y="414"/>
                  <a:pt x="2178" y="480"/>
                  <a:pt x="2183" y="546"/>
                </a:cubicBezTo>
                <a:cubicBezTo>
                  <a:pt x="2184" y="571"/>
                  <a:pt x="2185" y="596"/>
                  <a:pt x="2185" y="622"/>
                </a:cubicBezTo>
                <a:cubicBezTo>
                  <a:pt x="2185" y="409"/>
                  <a:pt x="2128" y="194"/>
                  <a:pt x="2007" y="0"/>
                </a:cubicBezTo>
              </a:path>
            </a:pathLst>
          </a:custGeom>
          <a:solidFill>
            <a:srgbClr val="2F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íṡlïḓe"/>
          <p:cNvSpPr/>
          <p:nvPr/>
        </p:nvSpPr>
        <p:spPr bwMode="auto">
          <a:xfrm>
            <a:off x="1531620" y="2887345"/>
            <a:ext cx="588645" cy="422275"/>
          </a:xfrm>
          <a:custGeom>
            <a:avLst/>
            <a:gdLst>
              <a:gd name="T0" fmla="*/ 69 w 1272"/>
              <a:gd name="T1" fmla="*/ 909 h 914"/>
              <a:gd name="T2" fmla="*/ 4 w 1272"/>
              <a:gd name="T3" fmla="*/ 823 h 914"/>
              <a:gd name="T4" fmla="*/ 356 w 1272"/>
              <a:gd name="T5" fmla="*/ 268 h 914"/>
              <a:gd name="T6" fmla="*/ 1214 w 1272"/>
              <a:gd name="T7" fmla="*/ 183 h 914"/>
              <a:gd name="T8" fmla="*/ 1254 w 1272"/>
              <a:gd name="T9" fmla="*/ 287 h 914"/>
              <a:gd name="T10" fmla="*/ 1151 w 1272"/>
              <a:gd name="T11" fmla="*/ 327 h 914"/>
              <a:gd name="T12" fmla="*/ 439 w 1272"/>
              <a:gd name="T13" fmla="*/ 402 h 914"/>
              <a:gd name="T14" fmla="*/ 160 w 1272"/>
              <a:gd name="T15" fmla="*/ 840 h 914"/>
              <a:gd name="T16" fmla="*/ 74 w 1272"/>
              <a:gd name="T17" fmla="*/ 910 h 914"/>
              <a:gd name="T18" fmla="*/ 69 w 1272"/>
              <a:gd name="T19" fmla="*/ 909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2" h="914">
                <a:moveTo>
                  <a:pt x="69" y="909"/>
                </a:moveTo>
                <a:cubicBezTo>
                  <a:pt x="28" y="902"/>
                  <a:pt x="0" y="865"/>
                  <a:pt x="4" y="823"/>
                </a:cubicBezTo>
                <a:cubicBezTo>
                  <a:pt x="6" y="809"/>
                  <a:pt x="46" y="462"/>
                  <a:pt x="356" y="268"/>
                </a:cubicBezTo>
                <a:cubicBezTo>
                  <a:pt x="788" y="0"/>
                  <a:pt x="1197" y="176"/>
                  <a:pt x="1214" y="183"/>
                </a:cubicBezTo>
                <a:cubicBezTo>
                  <a:pt x="1254" y="201"/>
                  <a:pt x="1272" y="247"/>
                  <a:pt x="1254" y="287"/>
                </a:cubicBezTo>
                <a:cubicBezTo>
                  <a:pt x="1237" y="327"/>
                  <a:pt x="1191" y="345"/>
                  <a:pt x="1151" y="327"/>
                </a:cubicBezTo>
                <a:cubicBezTo>
                  <a:pt x="1137" y="321"/>
                  <a:pt x="798" y="178"/>
                  <a:pt x="439" y="402"/>
                </a:cubicBezTo>
                <a:cubicBezTo>
                  <a:pt x="193" y="555"/>
                  <a:pt x="161" y="837"/>
                  <a:pt x="160" y="840"/>
                </a:cubicBezTo>
                <a:cubicBezTo>
                  <a:pt x="156" y="883"/>
                  <a:pt x="117" y="914"/>
                  <a:pt x="74" y="910"/>
                </a:cubicBezTo>
                <a:cubicBezTo>
                  <a:pt x="72" y="910"/>
                  <a:pt x="71" y="909"/>
                  <a:pt x="69" y="9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iṡlíḍe"/>
          <p:cNvSpPr/>
          <p:nvPr/>
        </p:nvSpPr>
        <p:spPr bwMode="auto">
          <a:xfrm>
            <a:off x="1355725" y="2797175"/>
            <a:ext cx="1216660" cy="1214120"/>
          </a:xfrm>
          <a:custGeom>
            <a:avLst/>
            <a:gdLst>
              <a:gd name="T0" fmla="*/ 1114 w 2631"/>
              <a:gd name="T1" fmla="*/ 2520 h 2631"/>
              <a:gd name="T2" fmla="*/ 112 w 2631"/>
              <a:gd name="T3" fmla="*/ 1114 h 2631"/>
              <a:gd name="T4" fmla="*/ 1517 w 2631"/>
              <a:gd name="T5" fmla="*/ 111 h 2631"/>
              <a:gd name="T6" fmla="*/ 2520 w 2631"/>
              <a:gd name="T7" fmla="*/ 1517 h 2631"/>
              <a:gd name="T8" fmla="*/ 1114 w 2631"/>
              <a:gd name="T9" fmla="*/ 2520 h 2631"/>
              <a:gd name="T10" fmla="*/ 1508 w 2631"/>
              <a:gd name="T11" fmla="*/ 168 h 2631"/>
              <a:gd name="T12" fmla="*/ 168 w 2631"/>
              <a:gd name="T13" fmla="*/ 1123 h 2631"/>
              <a:gd name="T14" fmla="*/ 1124 w 2631"/>
              <a:gd name="T15" fmla="*/ 2464 h 2631"/>
              <a:gd name="T16" fmla="*/ 2464 w 2631"/>
              <a:gd name="T17" fmla="*/ 1508 h 2631"/>
              <a:gd name="T18" fmla="*/ 1508 w 2631"/>
              <a:gd name="T19" fmla="*/ 168 h 2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31" h="2631">
                <a:moveTo>
                  <a:pt x="1114" y="2520"/>
                </a:moveTo>
                <a:cubicBezTo>
                  <a:pt x="450" y="2409"/>
                  <a:pt x="0" y="1778"/>
                  <a:pt x="112" y="1114"/>
                </a:cubicBezTo>
                <a:cubicBezTo>
                  <a:pt x="223" y="450"/>
                  <a:pt x="853" y="0"/>
                  <a:pt x="1517" y="111"/>
                </a:cubicBezTo>
                <a:cubicBezTo>
                  <a:pt x="2181" y="222"/>
                  <a:pt x="2631" y="853"/>
                  <a:pt x="2520" y="1517"/>
                </a:cubicBezTo>
                <a:cubicBezTo>
                  <a:pt x="2409" y="2181"/>
                  <a:pt x="1778" y="2631"/>
                  <a:pt x="1114" y="2520"/>
                </a:cubicBezTo>
                <a:close/>
                <a:moveTo>
                  <a:pt x="1508" y="168"/>
                </a:moveTo>
                <a:cubicBezTo>
                  <a:pt x="875" y="62"/>
                  <a:pt x="274" y="491"/>
                  <a:pt x="168" y="1123"/>
                </a:cubicBezTo>
                <a:cubicBezTo>
                  <a:pt x="62" y="1756"/>
                  <a:pt x="491" y="2358"/>
                  <a:pt x="1124" y="2464"/>
                </a:cubicBezTo>
                <a:cubicBezTo>
                  <a:pt x="1757" y="2570"/>
                  <a:pt x="2358" y="2141"/>
                  <a:pt x="2464" y="1508"/>
                </a:cubicBezTo>
                <a:cubicBezTo>
                  <a:pt x="2569" y="875"/>
                  <a:pt x="2141" y="274"/>
                  <a:pt x="1508" y="168"/>
                </a:cubicBezTo>
                <a:close/>
              </a:path>
            </a:pathLst>
          </a:custGeom>
          <a:solidFill>
            <a:srgbClr val="B45C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îṩliḑê"/>
          <p:cNvSpPr/>
          <p:nvPr/>
        </p:nvSpPr>
        <p:spPr bwMode="auto">
          <a:xfrm>
            <a:off x="311150" y="3738245"/>
            <a:ext cx="964565" cy="735965"/>
          </a:xfrm>
          <a:custGeom>
            <a:avLst/>
            <a:gdLst>
              <a:gd name="T0" fmla="*/ 99 w 2087"/>
              <a:gd name="T1" fmla="*/ 1377 h 1594"/>
              <a:gd name="T2" fmla="*/ 190 w 2087"/>
              <a:gd name="T3" fmla="*/ 920 h 1594"/>
              <a:gd name="T4" fmla="*/ 1539 w 2087"/>
              <a:gd name="T5" fmla="*/ 92 h 1594"/>
              <a:gd name="T6" fmla="*/ 1988 w 2087"/>
              <a:gd name="T7" fmla="*/ 218 h 1594"/>
              <a:gd name="T8" fmla="*/ 1897 w 2087"/>
              <a:gd name="T9" fmla="*/ 675 h 1594"/>
              <a:gd name="T10" fmla="*/ 547 w 2087"/>
              <a:gd name="T11" fmla="*/ 1503 h 1594"/>
              <a:gd name="T12" fmla="*/ 99 w 2087"/>
              <a:gd name="T13" fmla="*/ 1377 h 1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87" h="1594">
                <a:moveTo>
                  <a:pt x="99" y="1377"/>
                </a:moveTo>
                <a:cubicBezTo>
                  <a:pt x="0" y="1216"/>
                  <a:pt x="41" y="1011"/>
                  <a:pt x="190" y="920"/>
                </a:cubicBezTo>
                <a:cubicBezTo>
                  <a:pt x="1539" y="92"/>
                  <a:pt x="1539" y="92"/>
                  <a:pt x="1539" y="92"/>
                </a:cubicBezTo>
                <a:cubicBezTo>
                  <a:pt x="1688" y="0"/>
                  <a:pt x="1889" y="57"/>
                  <a:pt x="1988" y="218"/>
                </a:cubicBezTo>
                <a:cubicBezTo>
                  <a:pt x="2087" y="379"/>
                  <a:pt x="2046" y="584"/>
                  <a:pt x="1897" y="675"/>
                </a:cubicBezTo>
                <a:cubicBezTo>
                  <a:pt x="547" y="1503"/>
                  <a:pt x="547" y="1503"/>
                  <a:pt x="547" y="1503"/>
                </a:cubicBezTo>
                <a:cubicBezTo>
                  <a:pt x="399" y="1594"/>
                  <a:pt x="198" y="1538"/>
                  <a:pt x="99" y="1377"/>
                </a:cubicBezTo>
                <a:close/>
              </a:path>
            </a:pathLst>
          </a:custGeom>
          <a:solidFill>
            <a:srgbClr val="003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649470" y="4120515"/>
            <a:ext cx="6533515" cy="2698750"/>
            <a:chOff x="7322" y="7224"/>
            <a:chExt cx="10289" cy="4250"/>
          </a:xfrm>
        </p:grpSpPr>
        <p:sp>
          <p:nvSpPr>
            <p:cNvPr id="98" name="圆角矩形 121"/>
            <p:cNvSpPr/>
            <p:nvPr>
              <p:custDataLst>
                <p:tags r:id="rId44"/>
              </p:custDataLst>
            </p:nvPr>
          </p:nvSpPr>
          <p:spPr>
            <a:xfrm>
              <a:off x="7322" y="7797"/>
              <a:ext cx="509" cy="509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5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3765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9" name="任意多边形 122"/>
            <p:cNvSpPr/>
            <p:nvPr>
              <p:custDataLst>
                <p:tags r:id="rId45"/>
              </p:custDataLst>
            </p:nvPr>
          </p:nvSpPr>
          <p:spPr>
            <a:xfrm>
              <a:off x="7466" y="7941"/>
              <a:ext cx="221" cy="221"/>
            </a:xfrm>
            <a:custGeom>
              <a:avLst/>
              <a:gdLst>
                <a:gd name="T0" fmla="*/ 7651 w 7964"/>
                <a:gd name="T1" fmla="*/ 2432 h 7964"/>
                <a:gd name="T2" fmla="*/ 6798 w 7964"/>
                <a:gd name="T3" fmla="*/ 1166 h 7964"/>
                <a:gd name="T4" fmla="*/ 5532 w 7964"/>
                <a:gd name="T5" fmla="*/ 313 h 7964"/>
                <a:gd name="T6" fmla="*/ 3982 w 7964"/>
                <a:gd name="T7" fmla="*/ 0 h 7964"/>
                <a:gd name="T8" fmla="*/ 2432 w 7964"/>
                <a:gd name="T9" fmla="*/ 313 h 7964"/>
                <a:gd name="T10" fmla="*/ 1166 w 7964"/>
                <a:gd name="T11" fmla="*/ 1166 h 7964"/>
                <a:gd name="T12" fmla="*/ 313 w 7964"/>
                <a:gd name="T13" fmla="*/ 2432 h 7964"/>
                <a:gd name="T14" fmla="*/ 0 w 7964"/>
                <a:gd name="T15" fmla="*/ 3982 h 7964"/>
                <a:gd name="T16" fmla="*/ 313 w 7964"/>
                <a:gd name="T17" fmla="*/ 5532 h 7964"/>
                <a:gd name="T18" fmla="*/ 1166 w 7964"/>
                <a:gd name="T19" fmla="*/ 6798 h 7964"/>
                <a:gd name="T20" fmla="*/ 2432 w 7964"/>
                <a:gd name="T21" fmla="*/ 7651 h 7964"/>
                <a:gd name="T22" fmla="*/ 3982 w 7964"/>
                <a:gd name="T23" fmla="*/ 7964 h 7964"/>
                <a:gd name="T24" fmla="*/ 5532 w 7964"/>
                <a:gd name="T25" fmla="*/ 7651 h 7964"/>
                <a:gd name="T26" fmla="*/ 6798 w 7964"/>
                <a:gd name="T27" fmla="*/ 6798 h 7964"/>
                <a:gd name="T28" fmla="*/ 7651 w 7964"/>
                <a:gd name="T29" fmla="*/ 5532 h 7964"/>
                <a:gd name="T30" fmla="*/ 7964 w 7964"/>
                <a:gd name="T31" fmla="*/ 3982 h 7964"/>
                <a:gd name="T32" fmla="*/ 7651 w 7964"/>
                <a:gd name="T33" fmla="*/ 2432 h 7964"/>
                <a:gd name="T34" fmla="*/ 2667 w 7964"/>
                <a:gd name="T35" fmla="*/ 2870 h 7964"/>
                <a:gd name="T36" fmla="*/ 2882 w 7964"/>
                <a:gd name="T37" fmla="*/ 2741 h 7964"/>
                <a:gd name="T38" fmla="*/ 5082 w 7964"/>
                <a:gd name="T39" fmla="*/ 2741 h 7964"/>
                <a:gd name="T40" fmla="*/ 5296 w 7964"/>
                <a:gd name="T41" fmla="*/ 2870 h 7964"/>
                <a:gd name="T42" fmla="*/ 5326 w 7964"/>
                <a:gd name="T43" fmla="*/ 2989 h 7964"/>
                <a:gd name="T44" fmla="*/ 5288 w 7964"/>
                <a:gd name="T45" fmla="*/ 3123 h 7964"/>
                <a:gd name="T46" fmla="*/ 4188 w 7964"/>
                <a:gd name="T47" fmla="*/ 4861 h 7964"/>
                <a:gd name="T48" fmla="*/ 3982 w 7964"/>
                <a:gd name="T49" fmla="*/ 4975 h 7964"/>
                <a:gd name="T50" fmla="*/ 3776 w 7964"/>
                <a:gd name="T51" fmla="*/ 4861 h 7964"/>
                <a:gd name="T52" fmla="*/ 2676 w 7964"/>
                <a:gd name="T53" fmla="*/ 3123 h 7964"/>
                <a:gd name="T54" fmla="*/ 2637 w 7964"/>
                <a:gd name="T55" fmla="*/ 2989 h 7964"/>
                <a:gd name="T56" fmla="*/ 2667 w 7964"/>
                <a:gd name="T57" fmla="*/ 2870 h 7964"/>
                <a:gd name="T58" fmla="*/ 5204 w 7964"/>
                <a:gd name="T59" fmla="*/ 5223 h 7964"/>
                <a:gd name="T60" fmla="*/ 2760 w 7964"/>
                <a:gd name="T61" fmla="*/ 5223 h 7964"/>
                <a:gd name="T62" fmla="*/ 2637 w 7964"/>
                <a:gd name="T63" fmla="*/ 5100 h 7964"/>
                <a:gd name="T64" fmla="*/ 2760 w 7964"/>
                <a:gd name="T65" fmla="*/ 4977 h 7964"/>
                <a:gd name="T66" fmla="*/ 5204 w 7964"/>
                <a:gd name="T67" fmla="*/ 4977 h 7964"/>
                <a:gd name="T68" fmla="*/ 5326 w 7964"/>
                <a:gd name="T69" fmla="*/ 5100 h 7964"/>
                <a:gd name="T70" fmla="*/ 5204 w 7964"/>
                <a:gd name="T71" fmla="*/ 5223 h 7964"/>
                <a:gd name="T72" fmla="*/ 5082 w 7964"/>
                <a:gd name="T73" fmla="*/ 2989 h 7964"/>
                <a:gd name="T74" fmla="*/ 2882 w 7964"/>
                <a:gd name="T75" fmla="*/ 2989 h 7964"/>
                <a:gd name="T76" fmla="*/ 3982 w 7964"/>
                <a:gd name="T77" fmla="*/ 4727 h 7964"/>
                <a:gd name="T78" fmla="*/ 5082 w 7964"/>
                <a:gd name="T79" fmla="*/ 2989 h 7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964" h="7964">
                  <a:moveTo>
                    <a:pt x="7651" y="2432"/>
                  </a:moveTo>
                  <a:cubicBezTo>
                    <a:pt x="7451" y="1958"/>
                    <a:pt x="7164" y="1532"/>
                    <a:pt x="6798" y="1166"/>
                  </a:cubicBezTo>
                  <a:cubicBezTo>
                    <a:pt x="6432" y="800"/>
                    <a:pt x="6006" y="513"/>
                    <a:pt x="5532" y="313"/>
                  </a:cubicBezTo>
                  <a:cubicBezTo>
                    <a:pt x="5041" y="105"/>
                    <a:pt x="4520" y="0"/>
                    <a:pt x="3982" y="0"/>
                  </a:cubicBezTo>
                  <a:cubicBezTo>
                    <a:pt x="3444" y="0"/>
                    <a:pt x="2923" y="105"/>
                    <a:pt x="2432" y="313"/>
                  </a:cubicBezTo>
                  <a:cubicBezTo>
                    <a:pt x="1958" y="513"/>
                    <a:pt x="1532" y="800"/>
                    <a:pt x="1166" y="1166"/>
                  </a:cubicBezTo>
                  <a:cubicBezTo>
                    <a:pt x="800" y="1532"/>
                    <a:pt x="513" y="1958"/>
                    <a:pt x="313" y="2432"/>
                  </a:cubicBezTo>
                  <a:cubicBezTo>
                    <a:pt x="105" y="2923"/>
                    <a:pt x="0" y="3444"/>
                    <a:pt x="0" y="3982"/>
                  </a:cubicBezTo>
                  <a:cubicBezTo>
                    <a:pt x="0" y="4520"/>
                    <a:pt x="105" y="5041"/>
                    <a:pt x="313" y="5532"/>
                  </a:cubicBezTo>
                  <a:cubicBezTo>
                    <a:pt x="513" y="6006"/>
                    <a:pt x="800" y="6432"/>
                    <a:pt x="1166" y="6798"/>
                  </a:cubicBezTo>
                  <a:cubicBezTo>
                    <a:pt x="1532" y="7164"/>
                    <a:pt x="1958" y="7451"/>
                    <a:pt x="2432" y="7651"/>
                  </a:cubicBezTo>
                  <a:cubicBezTo>
                    <a:pt x="2923" y="7859"/>
                    <a:pt x="3444" y="7964"/>
                    <a:pt x="3982" y="7964"/>
                  </a:cubicBezTo>
                  <a:cubicBezTo>
                    <a:pt x="4520" y="7964"/>
                    <a:pt x="5041" y="7859"/>
                    <a:pt x="5532" y="7651"/>
                  </a:cubicBezTo>
                  <a:cubicBezTo>
                    <a:pt x="6006" y="7451"/>
                    <a:pt x="6432" y="7164"/>
                    <a:pt x="6798" y="6798"/>
                  </a:cubicBezTo>
                  <a:cubicBezTo>
                    <a:pt x="7164" y="6432"/>
                    <a:pt x="7451" y="6006"/>
                    <a:pt x="7651" y="5532"/>
                  </a:cubicBezTo>
                  <a:cubicBezTo>
                    <a:pt x="7859" y="5041"/>
                    <a:pt x="7964" y="4520"/>
                    <a:pt x="7964" y="3982"/>
                  </a:cubicBezTo>
                  <a:cubicBezTo>
                    <a:pt x="7964" y="3444"/>
                    <a:pt x="7859" y="2923"/>
                    <a:pt x="7651" y="2432"/>
                  </a:cubicBezTo>
                  <a:close/>
                  <a:moveTo>
                    <a:pt x="2667" y="2870"/>
                  </a:moveTo>
                  <a:cubicBezTo>
                    <a:pt x="2710" y="2791"/>
                    <a:pt x="2792" y="2741"/>
                    <a:pt x="2882" y="2741"/>
                  </a:cubicBezTo>
                  <a:lnTo>
                    <a:pt x="5082" y="2741"/>
                  </a:lnTo>
                  <a:cubicBezTo>
                    <a:pt x="5171" y="2741"/>
                    <a:pt x="5254" y="2791"/>
                    <a:pt x="5296" y="2870"/>
                  </a:cubicBezTo>
                  <a:cubicBezTo>
                    <a:pt x="5317" y="2907"/>
                    <a:pt x="5326" y="2948"/>
                    <a:pt x="5326" y="2989"/>
                  </a:cubicBezTo>
                  <a:cubicBezTo>
                    <a:pt x="5326" y="3036"/>
                    <a:pt x="5313" y="3083"/>
                    <a:pt x="5288" y="3123"/>
                  </a:cubicBezTo>
                  <a:lnTo>
                    <a:pt x="4188" y="4861"/>
                  </a:lnTo>
                  <a:cubicBezTo>
                    <a:pt x="4143" y="4932"/>
                    <a:pt x="4065" y="4975"/>
                    <a:pt x="3982" y="4975"/>
                  </a:cubicBezTo>
                  <a:cubicBezTo>
                    <a:pt x="3899" y="4975"/>
                    <a:pt x="3821" y="4932"/>
                    <a:pt x="3776" y="4861"/>
                  </a:cubicBezTo>
                  <a:lnTo>
                    <a:pt x="2676" y="3123"/>
                  </a:lnTo>
                  <a:cubicBezTo>
                    <a:pt x="2650" y="3083"/>
                    <a:pt x="2637" y="3036"/>
                    <a:pt x="2637" y="2989"/>
                  </a:cubicBezTo>
                  <a:cubicBezTo>
                    <a:pt x="2637" y="2948"/>
                    <a:pt x="2647" y="2907"/>
                    <a:pt x="2667" y="2870"/>
                  </a:cubicBezTo>
                  <a:close/>
                  <a:moveTo>
                    <a:pt x="5204" y="5223"/>
                  </a:moveTo>
                  <a:lnTo>
                    <a:pt x="2760" y="5223"/>
                  </a:lnTo>
                  <a:cubicBezTo>
                    <a:pt x="2692" y="5223"/>
                    <a:pt x="2637" y="5168"/>
                    <a:pt x="2637" y="5100"/>
                  </a:cubicBezTo>
                  <a:cubicBezTo>
                    <a:pt x="2638" y="5032"/>
                    <a:pt x="2692" y="4977"/>
                    <a:pt x="2760" y="4977"/>
                  </a:cubicBezTo>
                  <a:lnTo>
                    <a:pt x="5204" y="4977"/>
                  </a:lnTo>
                  <a:cubicBezTo>
                    <a:pt x="5271" y="4977"/>
                    <a:pt x="5326" y="5032"/>
                    <a:pt x="5326" y="5100"/>
                  </a:cubicBezTo>
                  <a:cubicBezTo>
                    <a:pt x="5326" y="5168"/>
                    <a:pt x="5271" y="5223"/>
                    <a:pt x="5204" y="5223"/>
                  </a:cubicBezTo>
                  <a:close/>
                  <a:moveTo>
                    <a:pt x="5082" y="2989"/>
                  </a:moveTo>
                  <a:lnTo>
                    <a:pt x="2882" y="2989"/>
                  </a:lnTo>
                  <a:lnTo>
                    <a:pt x="3982" y="4727"/>
                  </a:lnTo>
                  <a:lnTo>
                    <a:pt x="5082" y="2989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1" name="矩形 90"/>
            <p:cNvSpPr/>
            <p:nvPr>
              <p:custDataLst>
                <p:tags r:id="rId46"/>
              </p:custDataLst>
            </p:nvPr>
          </p:nvSpPr>
          <p:spPr>
            <a:xfrm>
              <a:off x="8259" y="7224"/>
              <a:ext cx="9352" cy="4250"/>
            </a:xfrm>
            <a:prstGeom prst="rect">
              <a:avLst/>
            </a:prstGeom>
          </p:spPr>
          <p:txBody>
            <a:bodyPr wrap="square" lIns="68559" tIns="34280" rIns="68559" bIns="342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任务实现</a:t>
              </a:r>
              <a:endPara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DuDa_APP 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– 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企业门户网站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--</a:t>
              </a:r>
              <a:r>
                <a:rPr lang="en-US" altLang="zh-CN" b="1" i="1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npm run prd</a:t>
              </a:r>
              <a:endPara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DuDa_Manage – 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商品管理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系统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--</a:t>
              </a:r>
              <a:r>
                <a:rPr lang="en-US" b="1" i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pm2 start app.js --name </a:t>
              </a:r>
              <a:r>
                <a:rPr lang="en-US" b="1" i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DuDa_Manage</a:t>
              </a:r>
              <a:endParaRPr lang="en-US" b="1" i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90" name="图片 89"/>
          <p:cNvPicPr/>
          <p:nvPr/>
        </p:nvPicPr>
        <p:blipFill>
          <a:blip r:embed="rId47"/>
          <a:srcRect/>
          <a:stretch>
            <a:fillRect/>
          </a:stretch>
        </p:blipFill>
        <p:spPr bwMode="auto">
          <a:xfrm>
            <a:off x="11182373" y="267176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矩形 9"/>
          <p:cNvSpPr/>
          <p:nvPr/>
        </p:nvSpPr>
        <p:spPr>
          <a:xfrm>
            <a:off x="9812020" y="2595245"/>
            <a:ext cx="1621790" cy="241871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4400" b="1" dirty="0">
                <a:ln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实践、</a:t>
            </a:r>
            <a:endParaRPr lang="zh-CN" altLang="en-US" sz="4400" b="1" dirty="0">
              <a:ln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algn="ctr"/>
            <a:r>
              <a:rPr lang="zh-CN" altLang="en-US" sz="4400" b="1" dirty="0">
                <a:ln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思考、</a:t>
            </a:r>
            <a:endParaRPr lang="zh-CN" altLang="en-US" sz="4400" b="1" dirty="0">
              <a:ln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algn="ctr"/>
            <a:r>
              <a:rPr lang="zh-CN" altLang="en-US" sz="4400" b="1" dirty="0">
                <a:ln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总结！</a:t>
            </a:r>
            <a:endParaRPr lang="zh-CN" altLang="en-US" sz="4400" b="1" dirty="0">
              <a:ln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4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bldLvl="0" animBg="1"/>
      <p:bldP spid="10" grpId="0"/>
      <p:bldP spid="10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93212" y="2052491"/>
            <a:ext cx="6805576" cy="2016125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9600" b="1" kern="12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9600" strike="noStrike" baseline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谢谢观看</a:t>
            </a:r>
            <a:endParaRPr lang="zh-CN" altLang="en-US" sz="9600" strike="noStrike" baseline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5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4、7、11、16、19、21、23、24"/>
  <p:tag name="KSO_WM_TEMPLATE_SUBCATEGORY" val="0"/>
  <p:tag name="KSO_WM_TEMPLATE_MASTER_TYPE" val="1"/>
  <p:tag name="KSO_WM_TEMPLATE_COLOR_TYPE" val="0"/>
</p:tagLst>
</file>

<file path=ppt/tags/tag590.xml><?xml version="1.0" encoding="utf-8"?>
<p:tagLst xmlns:p="http://schemas.openxmlformats.org/presentationml/2006/main">
  <p:tag name="KSO_WM_UNIT_ISCONTENTSTITLE" val="0"/>
  <p:tag name="KSO_WM_UNIT_PRESET_TEXT" val="月末工作汇报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1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591.xml><?xml version="1.0" encoding="utf-8"?>
<p:tagLst xmlns:p="http://schemas.openxmlformats.org/presentationml/2006/main">
  <p:tag name="KSO_WM_SLIDE_ID" val="custom20191730_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1730"/>
  <p:tag name="KSO_WM_SLIDE_LAYOUT" val="a_b"/>
  <p:tag name="KSO_WM_SLIDE_LAYOUT_CNT" val="1_1"/>
  <p:tag name="KSO_WM_SLIDE_COVER_HASPICTURE" val="2"/>
  <p:tag name="KSO_WM_TEMPLATE_SUBCATEGORY" val="0"/>
  <p:tag name="KSO_WM_TEMPLATE_MASTER_TYPE" val="1"/>
  <p:tag name="KSO_WM_TEMPLATE_COLOR_TYPE" val="0"/>
  <p:tag name="KSO_WM_TEMPLATE_THUMBS_INDEX" val="1、4、7、11、16、19、21、23、24"/>
</p:tagLst>
</file>

<file path=ppt/tags/tag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4.xml><?xml version="1.0" encoding="utf-8"?>
<p:tagLst xmlns:p="http://schemas.openxmlformats.org/presentationml/2006/main">
  <p:tag name="PA" val="v5.2.10"/>
</p:tagLst>
</file>

<file path=ppt/tags/tag595.xml><?xml version="1.0" encoding="utf-8"?>
<p:tagLst xmlns:p="http://schemas.openxmlformats.org/presentationml/2006/main">
  <p:tag name="PA" val="v5.2.10"/>
</p:tagLst>
</file>

<file path=ppt/tags/tag596.xml><?xml version="1.0" encoding="utf-8"?>
<p:tagLst xmlns:p="http://schemas.openxmlformats.org/presentationml/2006/main">
  <p:tag name="PA" val="v5.2.10"/>
</p:tagLst>
</file>

<file path=ppt/tags/tag59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0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7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9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0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8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9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0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1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2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0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5.xml><?xml version="1.0" encoding="utf-8"?>
<p:tagLst xmlns:p="http://schemas.openxmlformats.org/presentationml/2006/main">
  <p:tag name="KSO_WM_SLIDE_BACKGROUND_TYPE" val="general"/>
</p:tagLst>
</file>

<file path=ppt/tags/tag666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5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6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ID" val="custom20191730_5*l_h_i*1_3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f1227ba5c3894d89910f75f900cfb7dd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8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191730_5*l_h_a*1_3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23abacf4a9b64692a0242f7be55afed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ID" val="custom20191730_5*l_h_i*1_4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ed245d2cf5b04bc6837f9a1c606cf709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70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191730_5*l_h_a*1_4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dfbc1e989df64d6c87633c3e95fe59f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ID" val="custom20191730_5*l_h_i*1_5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3ccd7cedf7144f4298de856a7acd7ef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72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191730_5*l_h_a*1_5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fb4cc35064f943ed9269523c7d2855a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73.xml><?xml version="1.0" encoding="utf-8"?>
<p:tagLst xmlns:p="http://schemas.openxmlformats.org/presentationml/2006/main">
  <p:tag name="KSO_WM_SLIDE_ID" val="custom20191730_2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2"/>
  <p:tag name="KSO_WM_SLIDE_INDEX" val="2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7.xml><?xml version="1.0" encoding="utf-8"?>
<p:tagLst xmlns:p="http://schemas.openxmlformats.org/presentationml/2006/main">
  <p:tag name="PA" val="v5.2.10"/>
</p:tagLst>
</file>

<file path=ppt/tags/tag678.xml><?xml version="1.0" encoding="utf-8"?>
<p:tagLst xmlns:p="http://schemas.openxmlformats.org/presentationml/2006/main">
  <p:tag name="KSO_WM_SLIDE_BACKGROUND_TYPE" val="general"/>
</p:tagLst>
</file>

<file path=ppt/tags/tag6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1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82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SHADOW_SCHEMECOLOR_INDEX_BRIGHTNESS" val="0"/>
  <p:tag name="KSO_WM_UNIT_SHADOW_SCHEMECOLOR_INDEX" val="5"/>
</p:tagLst>
</file>

<file path=ppt/tags/tag683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84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FILL_FORE_SCHEMECOLOR_INDEX_BRIGHTNESS" val="0"/>
  <p:tag name="KSO_WM_UNIT_FILL_FORE_SCHEMECOLOR_INDEX" val="6"/>
  <p:tag name="KSO_WM_UNIT_FILL_TYPE" val="1"/>
</p:tagLst>
</file>

<file path=ppt/tags/tag685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86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FILL_FORE_SCHEMECOLOR_INDEX_BRIGHTNESS" val="0"/>
  <p:tag name="KSO_WM_UNIT_FILL_FORE_SCHEMECOLOR_INDEX" val="5"/>
  <p:tag name="KSO_WM_UNIT_FILL_TYPE" val="1"/>
</p:tagLst>
</file>

<file path=ppt/tags/tag687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68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8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9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4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95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FILL_FORE_SCHEMECOLOR_INDEX_BRIGHTNESS" val="0"/>
  <p:tag name="KSO_WM_UNIT_FILL_FORE_SCHEMECOLOR_INDEX" val="5"/>
  <p:tag name="KSO_WM_UNIT_FILL_TYPE" val="1"/>
</p:tagLst>
</file>

<file path=ppt/tags/tag696.xml><?xml version="1.0" encoding="utf-8"?>
<p:tagLst xmlns:p="http://schemas.openxmlformats.org/presentationml/2006/main">
  <p:tag name="KSO_WM_SLIDE_BACKGROUND_TYPE" val="general"/>
</p:tagLst>
</file>

<file path=ppt/tags/tag6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9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0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0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0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0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0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07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0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0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0.xml><?xml version="1.0" encoding="utf-8"?>
<p:tagLst xmlns:p="http://schemas.openxmlformats.org/presentationml/2006/main">
  <p:tag name="KSO_WM_SLIDE_BACKGROUND_TYPE" val="general"/>
</p:tagLst>
</file>

<file path=ppt/tags/tag7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3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1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1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6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1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8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719.xml><?xml version="1.0" encoding="utf-8"?>
<p:tagLst xmlns:p="http://schemas.openxmlformats.org/presentationml/2006/main">
  <p:tag name="KSO_WM_SLIDE_BACKGROUND_TYPE" val="general"/>
</p:tagLst>
</file>

<file path=ppt/tags/tag7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2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2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2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6.xml><?xml version="1.0" encoding="utf-8"?>
<p:tagLst xmlns:p="http://schemas.openxmlformats.org/presentationml/2006/main">
  <p:tag name="KSO_WM_SLIDE_BACKGROUND_TYPE" val="general"/>
</p:tagLst>
</file>

<file path=ppt/tags/tag7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9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3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32.xml><?xml version="1.0" encoding="utf-8"?>
<p:tagLst xmlns:p="http://schemas.openxmlformats.org/presentationml/2006/main">
  <p:tag name="KSO_WM_SLIDE_BACKGROUND_TYPE" val="general"/>
</p:tagLst>
</file>

<file path=ppt/tags/tag7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6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3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38.xml><?xml version="1.0" encoding="utf-8"?>
<p:tagLst xmlns:p="http://schemas.openxmlformats.org/presentationml/2006/main">
  <p:tag name="KSO_WM_SLIDE_BACKGROUND_TYPE" val="general"/>
</p:tagLst>
</file>

<file path=ppt/tags/tag7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42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4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44.xml><?xml version="1.0" encoding="utf-8"?>
<p:tagLst xmlns:p="http://schemas.openxmlformats.org/presentationml/2006/main">
  <p:tag name="KSO_WM_SLIDE_BACKGROUND_TYPE" val="general"/>
</p:tagLst>
</file>

<file path=ppt/tags/tag7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7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4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49.xml><?xml version="1.0" encoding="utf-8"?>
<p:tagLst xmlns:p="http://schemas.openxmlformats.org/presentationml/2006/main">
  <p:tag name="KSO_WM_SLIDE_BACKGROUND_TYPE" val="general"/>
</p:tagLst>
</file>

<file path=ppt/tags/tag7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2.xml><?xml version="1.0" encoding="utf-8"?>
<p:tagLst xmlns:p="http://schemas.openxmlformats.org/presentationml/2006/main"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53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75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5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56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SHADOW_SCHEMECOLOR_INDEX_BRIGHTNESS" val="0"/>
  <p:tag name="KSO_WM_UNIT_SHADOW_SCHEMECOLOR_INDEX" val="7"/>
  <p:tag name="KSO_WM_UNIT_TEXT_FILL_FORE_SCHEMECOLOR_INDEX_BRIGHTNESS" val="0"/>
  <p:tag name="KSO_WM_UNIT_TEXT_FILL_FORE_SCHEMECOLOR_INDEX" val="13"/>
  <p:tag name="KSO_WM_UNIT_TEXT_FILL_TYPE" val="1"/>
</p:tagLst>
</file>

<file path=ppt/tags/tag75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5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5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6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61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62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763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76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6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6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6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6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6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7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788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89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90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91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92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793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79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6.xml><?xml version="1.0" encoding="utf-8"?>
<p:tagLst xmlns:p="http://schemas.openxmlformats.org/presentationml/2006/main">
  <p:tag name="ISLIDE.VECTOR" val="#251088;"/>
  <p:tag name="ISLIDE.ICON" val="#407154;#407154;#407154;"/>
  <p:tag name="KSO_WM_SLIDE_BACKGROUND_TYPE" val="general"/>
</p:tagLst>
</file>

<file path=ppt/tags/tag797.xml><?xml version="1.0" encoding="utf-8"?>
<p:tagLst xmlns:p="http://schemas.openxmlformats.org/presentationml/2006/main">
  <p:tag name="KSO_WM_UNIT_ISCONTENTSTITLE" val="0"/>
  <p:tag name="KSO_WM_UNIT_PRESET_TEXT" val="THANKS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2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798.xml><?xml version="1.0" encoding="utf-8"?>
<p:tagLst xmlns:p="http://schemas.openxmlformats.org/presentationml/2006/main">
  <p:tag name="KSO_WM_SLIDE_ID" val="custom20191730_24"/>
  <p:tag name="KSO_WM_SLIDE_ITEM_CNT" val="0"/>
  <p:tag name="KSO_WM_SLIDE_INDEX" val="24"/>
  <p:tag name="KSO_WM_TAG_VERSION" val="1.0"/>
  <p:tag name="KSO_WM_BEAUTIFY_FLAG" val="#wm#"/>
  <p:tag name="KSO_WM_TEMPLATE_CATEGORY" val="custom"/>
  <p:tag name="KSO_WM_TEMPLATE_INDEX" val="20191730"/>
  <p:tag name="KSO_WM_SLIDE_TYPE" val="endPage"/>
  <p:tag name="KSO_WM_SLIDE_SUBTYPE" val="pureTxt"/>
  <p:tag name="KSO_WM_SLIDE_LAYOUT" val="a"/>
  <p:tag name="KSO_WM_SLIDE_LAYOUT_CNT" val="1"/>
  <p:tag name="KSO_WM_TEMPLATE_SUBCATEGORY" val="0"/>
  <p:tag name="KSO_WM_TEMPLATE_MASTER_TYPE" val="1"/>
  <p:tag name="KSO_WM_TEMPLATE_COLOR_TYPE" val="0"/>
</p:tagLst>
</file>

<file path=ppt/tags/tag799.xml><?xml version="1.0" encoding="utf-8"?>
<p:tagLst xmlns:p="http://schemas.openxmlformats.org/presentationml/2006/main">
  <p:tag name="ISPRING_PRESENTATION_TITLE" val="绿黑工作总结汇报PPT模板"/>
  <p:tag name="ISPRING_FIRST_PUBLISH" val="1"/>
  <p:tag name="commondata" val="eyJoZGlkIjoiYjc1ZjdmNTg5ZWM4ZTgwMDQxNGQ3NzNlMjZkZDY3ZjMifQ=="/>
  <p:tag name="resource_record_key" val="{&quot;29&quot;:[20457991],&quot;65&quot;:[20191730]}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853C"/>
      </a:accent1>
      <a:accent2>
        <a:srgbClr val="333333"/>
      </a:accent2>
      <a:accent3>
        <a:srgbClr val="A5A5A5"/>
      </a:accent3>
      <a:accent4>
        <a:srgbClr val="667F6E"/>
      </a:accent4>
      <a:accent5>
        <a:srgbClr val="F2F2F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">
      <a:dk1>
        <a:srgbClr val="000000"/>
      </a:dk1>
      <a:lt1>
        <a:srgbClr val="FFFFFF"/>
      </a:lt1>
      <a:dk2>
        <a:srgbClr val="F4F7DD"/>
      </a:dk2>
      <a:lt2>
        <a:srgbClr val="FFFFFF"/>
      </a:lt2>
      <a:accent1>
        <a:srgbClr val="C6D65B"/>
      </a:accent1>
      <a:accent2>
        <a:srgbClr val="15C2FF"/>
      </a:accent2>
      <a:accent3>
        <a:srgbClr val="4CC5F0"/>
      </a:accent3>
      <a:accent4>
        <a:srgbClr val="7DCF87"/>
      </a:accent4>
      <a:accent5>
        <a:srgbClr val="43B651"/>
      </a:accent5>
      <a:accent6>
        <a:srgbClr val="DBF3FC"/>
      </a:accent6>
      <a:hlink>
        <a:srgbClr val="BFBFBF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842</Words>
  <Application>WPS 演示</Application>
  <PresentationFormat>宽屏</PresentationFormat>
  <Paragraphs>133</Paragraphs>
  <Slides>14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Lato Light</vt:lpstr>
      <vt:lpstr>Lato</vt:lpstr>
      <vt:lpstr>MS PGothic</vt:lpstr>
      <vt:lpstr>Lato Black</vt:lpstr>
      <vt:lpstr>Calibri</vt:lpstr>
      <vt:lpstr>Times New Roman</vt:lpstr>
      <vt:lpstr>等线</vt:lpstr>
      <vt:lpstr>Arial Unicode MS</vt:lpstr>
      <vt:lpstr>Calibri Light</vt:lpstr>
      <vt:lpstr>黑体</vt:lpstr>
      <vt:lpstr>Office 主题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TXY</cp:lastModifiedBy>
  <cp:revision>551</cp:revision>
  <dcterms:created xsi:type="dcterms:W3CDTF">2020-10-23T09:50:00Z</dcterms:created>
  <dcterms:modified xsi:type="dcterms:W3CDTF">2024-06-28T14:27:51Z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913854C674A74596940F314E41DA14B2_13</vt:lpwstr>
  </property>
  <property fmtid="{D5CDD505-2E9C-101B-9397-08002B2CF9AE}" pid="3" name="KSOProductBuildVer">
    <vt:lpwstr>2052-12.1.0.16929</vt:lpwstr>
  </property>
</Properties>
</file>