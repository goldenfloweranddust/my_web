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36" r:id="rId4"/>
    <p:sldId id="437" r:id="rId6"/>
    <p:sldId id="438" r:id="rId7"/>
    <p:sldId id="439" r:id="rId8"/>
    <p:sldId id="440" r:id="rId9"/>
    <p:sldId id="441" r:id="rId10"/>
    <p:sldId id="442" r:id="rId11"/>
    <p:sldId id="443" r:id="rId12"/>
    <p:sldId id="444" r:id="rId13"/>
    <p:sldId id="445" r:id="rId14"/>
    <p:sldId id="446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853C"/>
    <a:srgbClr val="181717"/>
    <a:srgbClr val="333333"/>
    <a:srgbClr val="667F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08" y="270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816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5.xml"/><Relationship Id="rId91" Type="http://schemas.openxmlformats.org/officeDocument/2006/relationships/tags" Target="../tags/tag94.xml"/><Relationship Id="rId90" Type="http://schemas.openxmlformats.org/officeDocument/2006/relationships/tags" Target="../tags/tag93.xml"/><Relationship Id="rId9" Type="http://schemas.openxmlformats.org/officeDocument/2006/relationships/tags" Target="../tags/tag12.xml"/><Relationship Id="rId89" Type="http://schemas.openxmlformats.org/officeDocument/2006/relationships/tags" Target="../tags/tag92.xml"/><Relationship Id="rId88" Type="http://schemas.openxmlformats.org/officeDocument/2006/relationships/tags" Target="../tags/tag91.xml"/><Relationship Id="rId87" Type="http://schemas.openxmlformats.org/officeDocument/2006/relationships/tags" Target="../tags/tag90.xml"/><Relationship Id="rId86" Type="http://schemas.openxmlformats.org/officeDocument/2006/relationships/tags" Target="../tags/tag89.xml"/><Relationship Id="rId85" Type="http://schemas.openxmlformats.org/officeDocument/2006/relationships/tags" Target="../tags/tag88.xml"/><Relationship Id="rId84" Type="http://schemas.openxmlformats.org/officeDocument/2006/relationships/tags" Target="../tags/tag87.xml"/><Relationship Id="rId83" Type="http://schemas.openxmlformats.org/officeDocument/2006/relationships/tags" Target="../tags/tag86.xml"/><Relationship Id="rId82" Type="http://schemas.openxmlformats.org/officeDocument/2006/relationships/tags" Target="../tags/tag85.xml"/><Relationship Id="rId81" Type="http://schemas.openxmlformats.org/officeDocument/2006/relationships/tags" Target="../tags/tag84.xml"/><Relationship Id="rId80" Type="http://schemas.openxmlformats.org/officeDocument/2006/relationships/tags" Target="../tags/tag83.xml"/><Relationship Id="rId8" Type="http://schemas.openxmlformats.org/officeDocument/2006/relationships/tags" Target="../tags/tag11.xml"/><Relationship Id="rId79" Type="http://schemas.openxmlformats.org/officeDocument/2006/relationships/tags" Target="../tags/tag82.xml"/><Relationship Id="rId78" Type="http://schemas.openxmlformats.org/officeDocument/2006/relationships/tags" Target="../tags/tag81.xml"/><Relationship Id="rId77" Type="http://schemas.openxmlformats.org/officeDocument/2006/relationships/tags" Target="../tags/tag80.xml"/><Relationship Id="rId76" Type="http://schemas.openxmlformats.org/officeDocument/2006/relationships/tags" Target="../tags/tag79.xml"/><Relationship Id="rId75" Type="http://schemas.openxmlformats.org/officeDocument/2006/relationships/tags" Target="../tags/tag78.xml"/><Relationship Id="rId74" Type="http://schemas.openxmlformats.org/officeDocument/2006/relationships/tags" Target="../tags/tag77.xml"/><Relationship Id="rId73" Type="http://schemas.openxmlformats.org/officeDocument/2006/relationships/tags" Target="../tags/tag76.xml"/><Relationship Id="rId72" Type="http://schemas.openxmlformats.org/officeDocument/2006/relationships/tags" Target="../tags/tag75.xml"/><Relationship Id="rId71" Type="http://schemas.openxmlformats.org/officeDocument/2006/relationships/tags" Target="../tags/tag74.xml"/><Relationship Id="rId70" Type="http://schemas.openxmlformats.org/officeDocument/2006/relationships/tags" Target="../tags/tag73.xml"/><Relationship Id="rId7" Type="http://schemas.openxmlformats.org/officeDocument/2006/relationships/tags" Target="../tags/tag10.xml"/><Relationship Id="rId69" Type="http://schemas.openxmlformats.org/officeDocument/2006/relationships/tags" Target="../tags/tag72.xml"/><Relationship Id="rId68" Type="http://schemas.openxmlformats.org/officeDocument/2006/relationships/tags" Target="../tags/tag71.xml"/><Relationship Id="rId67" Type="http://schemas.openxmlformats.org/officeDocument/2006/relationships/tags" Target="../tags/tag70.xml"/><Relationship Id="rId66" Type="http://schemas.openxmlformats.org/officeDocument/2006/relationships/tags" Target="../tags/tag69.xml"/><Relationship Id="rId65" Type="http://schemas.openxmlformats.org/officeDocument/2006/relationships/tags" Target="../tags/tag68.xml"/><Relationship Id="rId64" Type="http://schemas.openxmlformats.org/officeDocument/2006/relationships/tags" Target="../tags/tag67.xml"/><Relationship Id="rId63" Type="http://schemas.openxmlformats.org/officeDocument/2006/relationships/tags" Target="../tags/tag66.xml"/><Relationship Id="rId62" Type="http://schemas.openxmlformats.org/officeDocument/2006/relationships/tags" Target="../tags/tag65.xml"/><Relationship Id="rId61" Type="http://schemas.openxmlformats.org/officeDocument/2006/relationships/tags" Target="../tags/tag64.xml"/><Relationship Id="rId60" Type="http://schemas.openxmlformats.org/officeDocument/2006/relationships/tags" Target="../tags/tag63.xml"/><Relationship Id="rId6" Type="http://schemas.openxmlformats.org/officeDocument/2006/relationships/tags" Target="../tags/tag9.xml"/><Relationship Id="rId59" Type="http://schemas.openxmlformats.org/officeDocument/2006/relationships/tags" Target="../tags/tag62.xml"/><Relationship Id="rId58" Type="http://schemas.openxmlformats.org/officeDocument/2006/relationships/tags" Target="../tags/tag61.xml"/><Relationship Id="rId57" Type="http://schemas.openxmlformats.org/officeDocument/2006/relationships/tags" Target="../tags/tag60.xml"/><Relationship Id="rId56" Type="http://schemas.openxmlformats.org/officeDocument/2006/relationships/tags" Target="../tags/tag59.xml"/><Relationship Id="rId55" Type="http://schemas.openxmlformats.org/officeDocument/2006/relationships/tags" Target="../tags/tag58.xml"/><Relationship Id="rId54" Type="http://schemas.openxmlformats.org/officeDocument/2006/relationships/tags" Target="../tags/tag57.xml"/><Relationship Id="rId53" Type="http://schemas.openxmlformats.org/officeDocument/2006/relationships/tags" Target="../tags/tag56.xml"/><Relationship Id="rId52" Type="http://schemas.openxmlformats.org/officeDocument/2006/relationships/tags" Target="../tags/tag55.xml"/><Relationship Id="rId51" Type="http://schemas.openxmlformats.org/officeDocument/2006/relationships/tags" Target="../tags/tag54.xml"/><Relationship Id="rId50" Type="http://schemas.openxmlformats.org/officeDocument/2006/relationships/tags" Target="../tags/tag53.xml"/><Relationship Id="rId5" Type="http://schemas.openxmlformats.org/officeDocument/2006/relationships/tags" Target="../tags/tag8.xml"/><Relationship Id="rId49" Type="http://schemas.openxmlformats.org/officeDocument/2006/relationships/tags" Target="../tags/tag52.xml"/><Relationship Id="rId48" Type="http://schemas.openxmlformats.org/officeDocument/2006/relationships/tags" Target="../tags/tag51.xml"/><Relationship Id="rId47" Type="http://schemas.openxmlformats.org/officeDocument/2006/relationships/tags" Target="../tags/tag50.xml"/><Relationship Id="rId46" Type="http://schemas.openxmlformats.org/officeDocument/2006/relationships/tags" Target="../tags/tag49.xml"/><Relationship Id="rId45" Type="http://schemas.openxmlformats.org/officeDocument/2006/relationships/tags" Target="../tags/tag48.xml"/><Relationship Id="rId44" Type="http://schemas.openxmlformats.org/officeDocument/2006/relationships/tags" Target="../tags/tag47.xml"/><Relationship Id="rId43" Type="http://schemas.openxmlformats.org/officeDocument/2006/relationships/tags" Target="../tags/tag46.xml"/><Relationship Id="rId42" Type="http://schemas.openxmlformats.org/officeDocument/2006/relationships/tags" Target="../tags/tag45.xml"/><Relationship Id="rId41" Type="http://schemas.openxmlformats.org/officeDocument/2006/relationships/tags" Target="../tags/tag44.xml"/><Relationship Id="rId40" Type="http://schemas.openxmlformats.org/officeDocument/2006/relationships/tags" Target="../tags/tag43.xml"/><Relationship Id="rId4" Type="http://schemas.openxmlformats.org/officeDocument/2006/relationships/tags" Target="../tags/tag7.xml"/><Relationship Id="rId39" Type="http://schemas.openxmlformats.org/officeDocument/2006/relationships/tags" Target="../tags/tag42.xml"/><Relationship Id="rId38" Type="http://schemas.openxmlformats.org/officeDocument/2006/relationships/tags" Target="../tags/tag41.xml"/><Relationship Id="rId37" Type="http://schemas.openxmlformats.org/officeDocument/2006/relationships/tags" Target="../tags/tag40.xml"/><Relationship Id="rId36" Type="http://schemas.openxmlformats.org/officeDocument/2006/relationships/tags" Target="../tags/tag39.xml"/><Relationship Id="rId35" Type="http://schemas.openxmlformats.org/officeDocument/2006/relationships/tags" Target="../tags/tag38.xml"/><Relationship Id="rId34" Type="http://schemas.openxmlformats.org/officeDocument/2006/relationships/tags" Target="../tags/tag37.xml"/><Relationship Id="rId33" Type="http://schemas.openxmlformats.org/officeDocument/2006/relationships/tags" Target="../tags/tag36.xml"/><Relationship Id="rId32" Type="http://schemas.openxmlformats.org/officeDocument/2006/relationships/tags" Target="../tags/tag35.xml"/><Relationship Id="rId31" Type="http://schemas.openxmlformats.org/officeDocument/2006/relationships/tags" Target="../tags/tag34.xml"/><Relationship Id="rId30" Type="http://schemas.openxmlformats.org/officeDocument/2006/relationships/tags" Target="../tags/tag33.xml"/><Relationship Id="rId3" Type="http://schemas.openxmlformats.org/officeDocument/2006/relationships/tags" Target="../tags/tag6.xml"/><Relationship Id="rId29" Type="http://schemas.openxmlformats.org/officeDocument/2006/relationships/tags" Target="../tags/tag32.xml"/><Relationship Id="rId28" Type="http://schemas.openxmlformats.org/officeDocument/2006/relationships/tags" Target="../tags/tag31.xml"/><Relationship Id="rId27" Type="http://schemas.openxmlformats.org/officeDocument/2006/relationships/tags" Target="../tags/tag30.xml"/><Relationship Id="rId26" Type="http://schemas.openxmlformats.org/officeDocument/2006/relationships/tags" Target="../tags/tag29.xml"/><Relationship Id="rId25" Type="http://schemas.openxmlformats.org/officeDocument/2006/relationships/tags" Target="../tags/tag28.xml"/><Relationship Id="rId24" Type="http://schemas.openxmlformats.org/officeDocument/2006/relationships/tags" Target="../tags/tag27.xml"/><Relationship Id="rId23" Type="http://schemas.openxmlformats.org/officeDocument/2006/relationships/tags" Target="../tags/tag26.xml"/><Relationship Id="rId22" Type="http://schemas.openxmlformats.org/officeDocument/2006/relationships/tags" Target="../tags/tag25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5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5" Type="http://schemas.openxmlformats.org/officeDocument/2006/relationships/tags" Target="../tags/tag129.xml"/><Relationship Id="rId34" Type="http://schemas.openxmlformats.org/officeDocument/2006/relationships/tags" Target="../tags/tag128.xml"/><Relationship Id="rId33" Type="http://schemas.openxmlformats.org/officeDocument/2006/relationships/tags" Target="../tags/tag127.xml"/><Relationship Id="rId32" Type="http://schemas.openxmlformats.org/officeDocument/2006/relationships/tags" Target="../tags/tag126.xml"/><Relationship Id="rId31" Type="http://schemas.openxmlformats.org/officeDocument/2006/relationships/tags" Target="../tags/tag125.xml"/><Relationship Id="rId30" Type="http://schemas.openxmlformats.org/officeDocument/2006/relationships/tags" Target="../tags/tag124.xml"/><Relationship Id="rId3" Type="http://schemas.openxmlformats.org/officeDocument/2006/relationships/tags" Target="../tags/tag97.xml"/><Relationship Id="rId29" Type="http://schemas.openxmlformats.org/officeDocument/2006/relationships/tags" Target="../tags/tag123.xml"/><Relationship Id="rId28" Type="http://schemas.openxmlformats.org/officeDocument/2006/relationships/tags" Target="../tags/tag122.xml"/><Relationship Id="rId27" Type="http://schemas.openxmlformats.org/officeDocument/2006/relationships/tags" Target="../tags/tag121.xml"/><Relationship Id="rId26" Type="http://schemas.openxmlformats.org/officeDocument/2006/relationships/tags" Target="../tags/tag120.xml"/><Relationship Id="rId25" Type="http://schemas.openxmlformats.org/officeDocument/2006/relationships/tags" Target="../tags/tag119.xml"/><Relationship Id="rId24" Type="http://schemas.openxmlformats.org/officeDocument/2006/relationships/tags" Target="../tags/tag118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tags" Target="../tags/tag96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tags" Target="../tags/tag111.xml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21.xml"/><Relationship Id="rId92" Type="http://schemas.openxmlformats.org/officeDocument/2006/relationships/tags" Target="../tags/tag220.xml"/><Relationship Id="rId91" Type="http://schemas.openxmlformats.org/officeDocument/2006/relationships/tags" Target="../tags/tag219.xml"/><Relationship Id="rId90" Type="http://schemas.openxmlformats.org/officeDocument/2006/relationships/tags" Target="../tags/tag218.xml"/><Relationship Id="rId9" Type="http://schemas.openxmlformats.org/officeDocument/2006/relationships/tags" Target="../tags/tag137.xml"/><Relationship Id="rId89" Type="http://schemas.openxmlformats.org/officeDocument/2006/relationships/tags" Target="../tags/tag217.xml"/><Relationship Id="rId88" Type="http://schemas.openxmlformats.org/officeDocument/2006/relationships/tags" Target="../tags/tag216.xml"/><Relationship Id="rId87" Type="http://schemas.openxmlformats.org/officeDocument/2006/relationships/tags" Target="../tags/tag215.xml"/><Relationship Id="rId86" Type="http://schemas.openxmlformats.org/officeDocument/2006/relationships/tags" Target="../tags/tag214.xml"/><Relationship Id="rId85" Type="http://schemas.openxmlformats.org/officeDocument/2006/relationships/tags" Target="../tags/tag213.xml"/><Relationship Id="rId84" Type="http://schemas.openxmlformats.org/officeDocument/2006/relationships/tags" Target="../tags/tag212.xml"/><Relationship Id="rId83" Type="http://schemas.openxmlformats.org/officeDocument/2006/relationships/tags" Target="../tags/tag211.xml"/><Relationship Id="rId82" Type="http://schemas.openxmlformats.org/officeDocument/2006/relationships/tags" Target="../tags/tag210.xml"/><Relationship Id="rId81" Type="http://schemas.openxmlformats.org/officeDocument/2006/relationships/tags" Target="../tags/tag209.xml"/><Relationship Id="rId80" Type="http://schemas.openxmlformats.org/officeDocument/2006/relationships/tags" Target="../tags/tag208.xml"/><Relationship Id="rId8" Type="http://schemas.openxmlformats.org/officeDocument/2006/relationships/tags" Target="../tags/tag136.xml"/><Relationship Id="rId79" Type="http://schemas.openxmlformats.org/officeDocument/2006/relationships/tags" Target="../tags/tag207.xml"/><Relationship Id="rId78" Type="http://schemas.openxmlformats.org/officeDocument/2006/relationships/tags" Target="../tags/tag206.xml"/><Relationship Id="rId77" Type="http://schemas.openxmlformats.org/officeDocument/2006/relationships/tags" Target="../tags/tag205.xml"/><Relationship Id="rId76" Type="http://schemas.openxmlformats.org/officeDocument/2006/relationships/tags" Target="../tags/tag204.xml"/><Relationship Id="rId75" Type="http://schemas.openxmlformats.org/officeDocument/2006/relationships/tags" Target="../tags/tag203.xml"/><Relationship Id="rId74" Type="http://schemas.openxmlformats.org/officeDocument/2006/relationships/tags" Target="../tags/tag202.xml"/><Relationship Id="rId73" Type="http://schemas.openxmlformats.org/officeDocument/2006/relationships/tags" Target="../tags/tag201.xml"/><Relationship Id="rId72" Type="http://schemas.openxmlformats.org/officeDocument/2006/relationships/tags" Target="../tags/tag200.xml"/><Relationship Id="rId71" Type="http://schemas.openxmlformats.org/officeDocument/2006/relationships/tags" Target="../tags/tag199.xml"/><Relationship Id="rId70" Type="http://schemas.openxmlformats.org/officeDocument/2006/relationships/tags" Target="../tags/tag198.xml"/><Relationship Id="rId7" Type="http://schemas.openxmlformats.org/officeDocument/2006/relationships/tags" Target="../tags/tag135.xml"/><Relationship Id="rId69" Type="http://schemas.openxmlformats.org/officeDocument/2006/relationships/tags" Target="../tags/tag197.xml"/><Relationship Id="rId68" Type="http://schemas.openxmlformats.org/officeDocument/2006/relationships/tags" Target="../tags/tag196.xml"/><Relationship Id="rId67" Type="http://schemas.openxmlformats.org/officeDocument/2006/relationships/tags" Target="../tags/tag195.xml"/><Relationship Id="rId66" Type="http://schemas.openxmlformats.org/officeDocument/2006/relationships/tags" Target="../tags/tag194.xml"/><Relationship Id="rId65" Type="http://schemas.openxmlformats.org/officeDocument/2006/relationships/tags" Target="../tags/tag193.xml"/><Relationship Id="rId64" Type="http://schemas.openxmlformats.org/officeDocument/2006/relationships/tags" Target="../tags/tag192.xml"/><Relationship Id="rId63" Type="http://schemas.openxmlformats.org/officeDocument/2006/relationships/tags" Target="../tags/tag191.xml"/><Relationship Id="rId62" Type="http://schemas.openxmlformats.org/officeDocument/2006/relationships/tags" Target="../tags/tag190.xml"/><Relationship Id="rId61" Type="http://schemas.openxmlformats.org/officeDocument/2006/relationships/tags" Target="../tags/tag189.xml"/><Relationship Id="rId60" Type="http://schemas.openxmlformats.org/officeDocument/2006/relationships/tags" Target="../tags/tag188.xml"/><Relationship Id="rId6" Type="http://schemas.openxmlformats.org/officeDocument/2006/relationships/tags" Target="../tags/tag134.xml"/><Relationship Id="rId59" Type="http://schemas.openxmlformats.org/officeDocument/2006/relationships/tags" Target="../tags/tag187.xml"/><Relationship Id="rId58" Type="http://schemas.openxmlformats.org/officeDocument/2006/relationships/tags" Target="../tags/tag186.xml"/><Relationship Id="rId57" Type="http://schemas.openxmlformats.org/officeDocument/2006/relationships/tags" Target="../tags/tag185.xml"/><Relationship Id="rId56" Type="http://schemas.openxmlformats.org/officeDocument/2006/relationships/tags" Target="../tags/tag184.xml"/><Relationship Id="rId55" Type="http://schemas.openxmlformats.org/officeDocument/2006/relationships/tags" Target="../tags/tag183.xml"/><Relationship Id="rId54" Type="http://schemas.openxmlformats.org/officeDocument/2006/relationships/tags" Target="../tags/tag182.xml"/><Relationship Id="rId53" Type="http://schemas.openxmlformats.org/officeDocument/2006/relationships/tags" Target="../tags/tag181.xml"/><Relationship Id="rId52" Type="http://schemas.openxmlformats.org/officeDocument/2006/relationships/tags" Target="../tags/tag180.xml"/><Relationship Id="rId51" Type="http://schemas.openxmlformats.org/officeDocument/2006/relationships/tags" Target="../tags/tag179.xml"/><Relationship Id="rId50" Type="http://schemas.openxmlformats.org/officeDocument/2006/relationships/tags" Target="../tags/tag178.xml"/><Relationship Id="rId5" Type="http://schemas.openxmlformats.org/officeDocument/2006/relationships/tags" Target="../tags/tag133.xml"/><Relationship Id="rId49" Type="http://schemas.openxmlformats.org/officeDocument/2006/relationships/tags" Target="../tags/tag177.xml"/><Relationship Id="rId48" Type="http://schemas.openxmlformats.org/officeDocument/2006/relationships/tags" Target="../tags/tag176.xml"/><Relationship Id="rId47" Type="http://schemas.openxmlformats.org/officeDocument/2006/relationships/tags" Target="../tags/tag175.xml"/><Relationship Id="rId46" Type="http://schemas.openxmlformats.org/officeDocument/2006/relationships/tags" Target="../tags/tag174.xml"/><Relationship Id="rId45" Type="http://schemas.openxmlformats.org/officeDocument/2006/relationships/tags" Target="../tags/tag173.xml"/><Relationship Id="rId44" Type="http://schemas.openxmlformats.org/officeDocument/2006/relationships/tags" Target="../tags/tag172.xml"/><Relationship Id="rId43" Type="http://schemas.openxmlformats.org/officeDocument/2006/relationships/tags" Target="../tags/tag171.xml"/><Relationship Id="rId42" Type="http://schemas.openxmlformats.org/officeDocument/2006/relationships/tags" Target="../tags/tag170.xml"/><Relationship Id="rId41" Type="http://schemas.openxmlformats.org/officeDocument/2006/relationships/tags" Target="../tags/tag169.xml"/><Relationship Id="rId40" Type="http://schemas.openxmlformats.org/officeDocument/2006/relationships/tags" Target="../tags/tag168.xml"/><Relationship Id="rId4" Type="http://schemas.openxmlformats.org/officeDocument/2006/relationships/tags" Target="../tags/tag132.xml"/><Relationship Id="rId39" Type="http://schemas.openxmlformats.org/officeDocument/2006/relationships/tags" Target="../tags/tag167.xml"/><Relationship Id="rId38" Type="http://schemas.openxmlformats.org/officeDocument/2006/relationships/tags" Target="../tags/tag166.xml"/><Relationship Id="rId37" Type="http://schemas.openxmlformats.org/officeDocument/2006/relationships/tags" Target="../tags/tag165.xml"/><Relationship Id="rId36" Type="http://schemas.openxmlformats.org/officeDocument/2006/relationships/tags" Target="../tags/tag164.xml"/><Relationship Id="rId35" Type="http://schemas.openxmlformats.org/officeDocument/2006/relationships/tags" Target="../tags/tag163.xml"/><Relationship Id="rId34" Type="http://schemas.openxmlformats.org/officeDocument/2006/relationships/tags" Target="../tags/tag162.xml"/><Relationship Id="rId33" Type="http://schemas.openxmlformats.org/officeDocument/2006/relationships/tags" Target="../tags/tag161.xml"/><Relationship Id="rId32" Type="http://schemas.openxmlformats.org/officeDocument/2006/relationships/tags" Target="../tags/tag160.xml"/><Relationship Id="rId31" Type="http://schemas.openxmlformats.org/officeDocument/2006/relationships/tags" Target="../tags/tag159.xml"/><Relationship Id="rId30" Type="http://schemas.openxmlformats.org/officeDocument/2006/relationships/tags" Target="../tags/tag158.xml"/><Relationship Id="rId3" Type="http://schemas.openxmlformats.org/officeDocument/2006/relationships/tags" Target="../tags/tag131.xml"/><Relationship Id="rId29" Type="http://schemas.openxmlformats.org/officeDocument/2006/relationships/tags" Target="../tags/tag157.xml"/><Relationship Id="rId28" Type="http://schemas.openxmlformats.org/officeDocument/2006/relationships/tags" Target="../tags/tag156.xml"/><Relationship Id="rId27" Type="http://schemas.openxmlformats.org/officeDocument/2006/relationships/tags" Target="../tags/tag155.xml"/><Relationship Id="rId26" Type="http://schemas.openxmlformats.org/officeDocument/2006/relationships/tags" Target="../tags/tag154.xml"/><Relationship Id="rId25" Type="http://schemas.openxmlformats.org/officeDocument/2006/relationships/tags" Target="../tags/tag153.xml"/><Relationship Id="rId24" Type="http://schemas.openxmlformats.org/officeDocument/2006/relationships/tags" Target="../tags/tag152.xml"/><Relationship Id="rId23" Type="http://schemas.openxmlformats.org/officeDocument/2006/relationships/tags" Target="../tags/tag151.xml"/><Relationship Id="rId22" Type="http://schemas.openxmlformats.org/officeDocument/2006/relationships/tags" Target="../tags/tag150.xml"/><Relationship Id="rId21" Type="http://schemas.openxmlformats.org/officeDocument/2006/relationships/tags" Target="../tags/tag149.xml"/><Relationship Id="rId20" Type="http://schemas.openxmlformats.org/officeDocument/2006/relationships/tags" Target="../tags/tag148.xml"/><Relationship Id="rId2" Type="http://schemas.openxmlformats.org/officeDocument/2006/relationships/tags" Target="../tags/tag130.xml"/><Relationship Id="rId19" Type="http://schemas.openxmlformats.org/officeDocument/2006/relationships/tags" Target="../tags/tag147.xml"/><Relationship Id="rId18" Type="http://schemas.openxmlformats.org/officeDocument/2006/relationships/tags" Target="../tags/tag146.xml"/><Relationship Id="rId17" Type="http://schemas.openxmlformats.org/officeDocument/2006/relationships/tags" Target="../tags/tag145.xml"/><Relationship Id="rId16" Type="http://schemas.openxmlformats.org/officeDocument/2006/relationships/tags" Target="../tags/tag144.xml"/><Relationship Id="rId15" Type="http://schemas.openxmlformats.org/officeDocument/2006/relationships/tags" Target="../tags/tag143.xml"/><Relationship Id="rId14" Type="http://schemas.openxmlformats.org/officeDocument/2006/relationships/tags" Target="../tags/tag14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7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4" Type="http://schemas.openxmlformats.org/officeDocument/2006/relationships/tags" Target="../tags/tag318.xml"/><Relationship Id="rId83" Type="http://schemas.openxmlformats.org/officeDocument/2006/relationships/tags" Target="../tags/tag317.xml"/><Relationship Id="rId82" Type="http://schemas.openxmlformats.org/officeDocument/2006/relationships/tags" Target="../tags/tag316.xml"/><Relationship Id="rId81" Type="http://schemas.openxmlformats.org/officeDocument/2006/relationships/tags" Target="../tags/tag315.xml"/><Relationship Id="rId80" Type="http://schemas.openxmlformats.org/officeDocument/2006/relationships/tags" Target="../tags/tag314.xml"/><Relationship Id="rId8" Type="http://schemas.openxmlformats.org/officeDocument/2006/relationships/tags" Target="../tags/tag242.xml"/><Relationship Id="rId79" Type="http://schemas.openxmlformats.org/officeDocument/2006/relationships/tags" Target="../tags/tag313.xml"/><Relationship Id="rId78" Type="http://schemas.openxmlformats.org/officeDocument/2006/relationships/tags" Target="../tags/tag312.xml"/><Relationship Id="rId77" Type="http://schemas.openxmlformats.org/officeDocument/2006/relationships/tags" Target="../tags/tag311.xml"/><Relationship Id="rId76" Type="http://schemas.openxmlformats.org/officeDocument/2006/relationships/tags" Target="../tags/tag310.xml"/><Relationship Id="rId75" Type="http://schemas.openxmlformats.org/officeDocument/2006/relationships/tags" Target="../tags/tag309.xml"/><Relationship Id="rId74" Type="http://schemas.openxmlformats.org/officeDocument/2006/relationships/tags" Target="../tags/tag308.xml"/><Relationship Id="rId73" Type="http://schemas.openxmlformats.org/officeDocument/2006/relationships/tags" Target="../tags/tag307.xml"/><Relationship Id="rId72" Type="http://schemas.openxmlformats.org/officeDocument/2006/relationships/tags" Target="../tags/tag306.xml"/><Relationship Id="rId71" Type="http://schemas.openxmlformats.org/officeDocument/2006/relationships/tags" Target="../tags/tag305.xml"/><Relationship Id="rId70" Type="http://schemas.openxmlformats.org/officeDocument/2006/relationships/tags" Target="../tags/tag304.xml"/><Relationship Id="rId7" Type="http://schemas.openxmlformats.org/officeDocument/2006/relationships/tags" Target="../tags/tag241.xml"/><Relationship Id="rId69" Type="http://schemas.openxmlformats.org/officeDocument/2006/relationships/tags" Target="../tags/tag303.xml"/><Relationship Id="rId68" Type="http://schemas.openxmlformats.org/officeDocument/2006/relationships/tags" Target="../tags/tag302.xml"/><Relationship Id="rId67" Type="http://schemas.openxmlformats.org/officeDocument/2006/relationships/tags" Target="../tags/tag301.xml"/><Relationship Id="rId66" Type="http://schemas.openxmlformats.org/officeDocument/2006/relationships/tags" Target="../tags/tag300.xml"/><Relationship Id="rId65" Type="http://schemas.openxmlformats.org/officeDocument/2006/relationships/tags" Target="../tags/tag299.xml"/><Relationship Id="rId64" Type="http://schemas.openxmlformats.org/officeDocument/2006/relationships/tags" Target="../tags/tag298.xml"/><Relationship Id="rId63" Type="http://schemas.openxmlformats.org/officeDocument/2006/relationships/tags" Target="../tags/tag297.xml"/><Relationship Id="rId62" Type="http://schemas.openxmlformats.org/officeDocument/2006/relationships/tags" Target="../tags/tag296.xml"/><Relationship Id="rId61" Type="http://schemas.openxmlformats.org/officeDocument/2006/relationships/tags" Target="../tags/tag295.xml"/><Relationship Id="rId60" Type="http://schemas.openxmlformats.org/officeDocument/2006/relationships/tags" Target="../tags/tag294.xml"/><Relationship Id="rId6" Type="http://schemas.openxmlformats.org/officeDocument/2006/relationships/tags" Target="../tags/tag240.xml"/><Relationship Id="rId59" Type="http://schemas.openxmlformats.org/officeDocument/2006/relationships/tags" Target="../tags/tag293.xml"/><Relationship Id="rId58" Type="http://schemas.openxmlformats.org/officeDocument/2006/relationships/tags" Target="../tags/tag292.xml"/><Relationship Id="rId57" Type="http://schemas.openxmlformats.org/officeDocument/2006/relationships/tags" Target="../tags/tag291.xml"/><Relationship Id="rId56" Type="http://schemas.openxmlformats.org/officeDocument/2006/relationships/tags" Target="../tags/tag290.xml"/><Relationship Id="rId55" Type="http://schemas.openxmlformats.org/officeDocument/2006/relationships/tags" Target="../tags/tag289.xml"/><Relationship Id="rId54" Type="http://schemas.openxmlformats.org/officeDocument/2006/relationships/tags" Target="../tags/tag288.xml"/><Relationship Id="rId53" Type="http://schemas.openxmlformats.org/officeDocument/2006/relationships/tags" Target="../tags/tag287.xml"/><Relationship Id="rId52" Type="http://schemas.openxmlformats.org/officeDocument/2006/relationships/tags" Target="../tags/tag286.xml"/><Relationship Id="rId51" Type="http://schemas.openxmlformats.org/officeDocument/2006/relationships/tags" Target="../tags/tag285.xml"/><Relationship Id="rId50" Type="http://schemas.openxmlformats.org/officeDocument/2006/relationships/tags" Target="../tags/tag284.xml"/><Relationship Id="rId5" Type="http://schemas.openxmlformats.org/officeDocument/2006/relationships/tags" Target="../tags/tag239.xml"/><Relationship Id="rId49" Type="http://schemas.openxmlformats.org/officeDocument/2006/relationships/tags" Target="../tags/tag283.xml"/><Relationship Id="rId48" Type="http://schemas.openxmlformats.org/officeDocument/2006/relationships/tags" Target="../tags/tag282.xml"/><Relationship Id="rId47" Type="http://schemas.openxmlformats.org/officeDocument/2006/relationships/tags" Target="../tags/tag281.xml"/><Relationship Id="rId46" Type="http://schemas.openxmlformats.org/officeDocument/2006/relationships/tags" Target="../tags/tag280.xml"/><Relationship Id="rId45" Type="http://schemas.openxmlformats.org/officeDocument/2006/relationships/tags" Target="../tags/tag279.xml"/><Relationship Id="rId44" Type="http://schemas.openxmlformats.org/officeDocument/2006/relationships/tags" Target="../tags/tag278.xml"/><Relationship Id="rId43" Type="http://schemas.openxmlformats.org/officeDocument/2006/relationships/tags" Target="../tags/tag277.xml"/><Relationship Id="rId42" Type="http://schemas.openxmlformats.org/officeDocument/2006/relationships/tags" Target="../tags/tag276.xml"/><Relationship Id="rId41" Type="http://schemas.openxmlformats.org/officeDocument/2006/relationships/tags" Target="../tags/tag275.xml"/><Relationship Id="rId40" Type="http://schemas.openxmlformats.org/officeDocument/2006/relationships/tags" Target="../tags/tag274.xml"/><Relationship Id="rId4" Type="http://schemas.openxmlformats.org/officeDocument/2006/relationships/tags" Target="../tags/tag238.xml"/><Relationship Id="rId39" Type="http://schemas.openxmlformats.org/officeDocument/2006/relationships/tags" Target="../tags/tag273.xml"/><Relationship Id="rId38" Type="http://schemas.openxmlformats.org/officeDocument/2006/relationships/tags" Target="../tags/tag272.xml"/><Relationship Id="rId37" Type="http://schemas.openxmlformats.org/officeDocument/2006/relationships/tags" Target="../tags/tag271.xml"/><Relationship Id="rId36" Type="http://schemas.openxmlformats.org/officeDocument/2006/relationships/tags" Target="../tags/tag270.xml"/><Relationship Id="rId35" Type="http://schemas.openxmlformats.org/officeDocument/2006/relationships/tags" Target="../tags/tag269.xml"/><Relationship Id="rId34" Type="http://schemas.openxmlformats.org/officeDocument/2006/relationships/tags" Target="../tags/tag268.xml"/><Relationship Id="rId33" Type="http://schemas.openxmlformats.org/officeDocument/2006/relationships/tags" Target="../tags/tag267.xml"/><Relationship Id="rId32" Type="http://schemas.openxmlformats.org/officeDocument/2006/relationships/tags" Target="../tags/tag266.xml"/><Relationship Id="rId31" Type="http://schemas.openxmlformats.org/officeDocument/2006/relationships/tags" Target="../tags/tag265.xml"/><Relationship Id="rId30" Type="http://schemas.openxmlformats.org/officeDocument/2006/relationships/tags" Target="../tags/tag264.xml"/><Relationship Id="rId3" Type="http://schemas.openxmlformats.org/officeDocument/2006/relationships/tags" Target="../tags/tag237.xml"/><Relationship Id="rId29" Type="http://schemas.openxmlformats.org/officeDocument/2006/relationships/tags" Target="../tags/tag263.xml"/><Relationship Id="rId28" Type="http://schemas.openxmlformats.org/officeDocument/2006/relationships/tags" Target="../tags/tag262.xml"/><Relationship Id="rId27" Type="http://schemas.openxmlformats.org/officeDocument/2006/relationships/tags" Target="../tags/tag261.xml"/><Relationship Id="rId26" Type="http://schemas.openxmlformats.org/officeDocument/2006/relationships/tags" Target="../tags/tag260.xml"/><Relationship Id="rId25" Type="http://schemas.openxmlformats.org/officeDocument/2006/relationships/tags" Target="../tags/tag259.xml"/><Relationship Id="rId24" Type="http://schemas.openxmlformats.org/officeDocument/2006/relationships/tags" Target="../tags/tag258.xml"/><Relationship Id="rId23" Type="http://schemas.openxmlformats.org/officeDocument/2006/relationships/tags" Target="../tags/tag257.xml"/><Relationship Id="rId22" Type="http://schemas.openxmlformats.org/officeDocument/2006/relationships/tags" Target="../tags/tag256.xml"/><Relationship Id="rId21" Type="http://schemas.openxmlformats.org/officeDocument/2006/relationships/tags" Target="../tags/tag255.xml"/><Relationship Id="rId20" Type="http://schemas.openxmlformats.org/officeDocument/2006/relationships/tags" Target="../tags/tag254.xml"/><Relationship Id="rId2" Type="http://schemas.openxmlformats.org/officeDocument/2006/relationships/tags" Target="../tags/tag236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7.xml"/><Relationship Id="rId6" Type="http://schemas.openxmlformats.org/officeDocument/2006/relationships/tags" Target="../tags/tag326.xml"/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" Type="http://schemas.openxmlformats.org/officeDocument/2006/relationships/tags" Target="../tags/tag323.xml"/><Relationship Id="rId2" Type="http://schemas.openxmlformats.org/officeDocument/2006/relationships/tags" Target="../tags/tag322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32.xml"/><Relationship Id="rId5" Type="http://schemas.openxmlformats.org/officeDocument/2006/relationships/tags" Target="../tags/tag331.xml"/><Relationship Id="rId4" Type="http://schemas.openxmlformats.org/officeDocument/2006/relationships/tags" Target="../tags/tag330.xml"/><Relationship Id="rId3" Type="http://schemas.openxmlformats.org/officeDocument/2006/relationships/tags" Target="../tags/tag329.xml"/><Relationship Id="rId2" Type="http://schemas.openxmlformats.org/officeDocument/2006/relationships/tags" Target="../tags/tag32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4.xml"/><Relationship Id="rId84" Type="http://schemas.openxmlformats.org/officeDocument/2006/relationships/tags" Target="../tags/tag419.xml"/><Relationship Id="rId83" Type="http://schemas.openxmlformats.org/officeDocument/2006/relationships/tags" Target="../tags/tag418.xml"/><Relationship Id="rId82" Type="http://schemas.openxmlformats.org/officeDocument/2006/relationships/tags" Target="../tags/tag417.xml"/><Relationship Id="rId81" Type="http://schemas.openxmlformats.org/officeDocument/2006/relationships/tags" Target="../tags/tag416.xml"/><Relationship Id="rId80" Type="http://schemas.openxmlformats.org/officeDocument/2006/relationships/tags" Target="../tags/tag415.xml"/><Relationship Id="rId8" Type="http://schemas.openxmlformats.org/officeDocument/2006/relationships/tags" Target="../tags/tag343.xml"/><Relationship Id="rId79" Type="http://schemas.openxmlformats.org/officeDocument/2006/relationships/tags" Target="../tags/tag414.xml"/><Relationship Id="rId78" Type="http://schemas.openxmlformats.org/officeDocument/2006/relationships/tags" Target="../tags/tag413.xml"/><Relationship Id="rId77" Type="http://schemas.openxmlformats.org/officeDocument/2006/relationships/tags" Target="../tags/tag412.xml"/><Relationship Id="rId76" Type="http://schemas.openxmlformats.org/officeDocument/2006/relationships/tags" Target="../tags/tag411.xml"/><Relationship Id="rId75" Type="http://schemas.openxmlformats.org/officeDocument/2006/relationships/tags" Target="../tags/tag410.xml"/><Relationship Id="rId74" Type="http://schemas.openxmlformats.org/officeDocument/2006/relationships/tags" Target="../tags/tag409.xml"/><Relationship Id="rId73" Type="http://schemas.openxmlformats.org/officeDocument/2006/relationships/tags" Target="../tags/tag408.xml"/><Relationship Id="rId72" Type="http://schemas.openxmlformats.org/officeDocument/2006/relationships/tags" Target="../tags/tag407.xml"/><Relationship Id="rId71" Type="http://schemas.openxmlformats.org/officeDocument/2006/relationships/tags" Target="../tags/tag406.xml"/><Relationship Id="rId70" Type="http://schemas.openxmlformats.org/officeDocument/2006/relationships/tags" Target="../tags/tag405.xml"/><Relationship Id="rId7" Type="http://schemas.openxmlformats.org/officeDocument/2006/relationships/tags" Target="../tags/tag342.xml"/><Relationship Id="rId69" Type="http://schemas.openxmlformats.org/officeDocument/2006/relationships/tags" Target="../tags/tag404.xml"/><Relationship Id="rId68" Type="http://schemas.openxmlformats.org/officeDocument/2006/relationships/tags" Target="../tags/tag403.xml"/><Relationship Id="rId67" Type="http://schemas.openxmlformats.org/officeDocument/2006/relationships/tags" Target="../tags/tag402.xml"/><Relationship Id="rId66" Type="http://schemas.openxmlformats.org/officeDocument/2006/relationships/tags" Target="../tags/tag401.xml"/><Relationship Id="rId65" Type="http://schemas.openxmlformats.org/officeDocument/2006/relationships/tags" Target="../tags/tag400.xml"/><Relationship Id="rId64" Type="http://schemas.openxmlformats.org/officeDocument/2006/relationships/tags" Target="../tags/tag399.xml"/><Relationship Id="rId63" Type="http://schemas.openxmlformats.org/officeDocument/2006/relationships/tags" Target="../tags/tag398.xml"/><Relationship Id="rId62" Type="http://schemas.openxmlformats.org/officeDocument/2006/relationships/tags" Target="../tags/tag397.xml"/><Relationship Id="rId61" Type="http://schemas.openxmlformats.org/officeDocument/2006/relationships/tags" Target="../tags/tag396.xml"/><Relationship Id="rId60" Type="http://schemas.openxmlformats.org/officeDocument/2006/relationships/tags" Target="../tags/tag395.xml"/><Relationship Id="rId6" Type="http://schemas.openxmlformats.org/officeDocument/2006/relationships/tags" Target="../tags/tag341.xml"/><Relationship Id="rId59" Type="http://schemas.openxmlformats.org/officeDocument/2006/relationships/tags" Target="../tags/tag394.xml"/><Relationship Id="rId58" Type="http://schemas.openxmlformats.org/officeDocument/2006/relationships/tags" Target="../tags/tag393.xml"/><Relationship Id="rId57" Type="http://schemas.openxmlformats.org/officeDocument/2006/relationships/tags" Target="../tags/tag392.xml"/><Relationship Id="rId56" Type="http://schemas.openxmlformats.org/officeDocument/2006/relationships/tags" Target="../tags/tag391.xml"/><Relationship Id="rId55" Type="http://schemas.openxmlformats.org/officeDocument/2006/relationships/tags" Target="../tags/tag390.xml"/><Relationship Id="rId54" Type="http://schemas.openxmlformats.org/officeDocument/2006/relationships/tags" Target="../tags/tag389.xml"/><Relationship Id="rId53" Type="http://schemas.openxmlformats.org/officeDocument/2006/relationships/tags" Target="../tags/tag388.xml"/><Relationship Id="rId52" Type="http://schemas.openxmlformats.org/officeDocument/2006/relationships/tags" Target="../tags/tag387.xml"/><Relationship Id="rId51" Type="http://schemas.openxmlformats.org/officeDocument/2006/relationships/tags" Target="../tags/tag386.xml"/><Relationship Id="rId50" Type="http://schemas.openxmlformats.org/officeDocument/2006/relationships/tags" Target="../tags/tag385.xml"/><Relationship Id="rId5" Type="http://schemas.openxmlformats.org/officeDocument/2006/relationships/tags" Target="../tags/tag340.xml"/><Relationship Id="rId49" Type="http://schemas.openxmlformats.org/officeDocument/2006/relationships/tags" Target="../tags/tag384.xml"/><Relationship Id="rId48" Type="http://schemas.openxmlformats.org/officeDocument/2006/relationships/tags" Target="../tags/tag383.xml"/><Relationship Id="rId47" Type="http://schemas.openxmlformats.org/officeDocument/2006/relationships/tags" Target="../tags/tag382.xml"/><Relationship Id="rId46" Type="http://schemas.openxmlformats.org/officeDocument/2006/relationships/tags" Target="../tags/tag381.xml"/><Relationship Id="rId45" Type="http://schemas.openxmlformats.org/officeDocument/2006/relationships/tags" Target="../tags/tag380.xml"/><Relationship Id="rId44" Type="http://schemas.openxmlformats.org/officeDocument/2006/relationships/tags" Target="../tags/tag379.xml"/><Relationship Id="rId43" Type="http://schemas.openxmlformats.org/officeDocument/2006/relationships/tags" Target="../tags/tag378.xml"/><Relationship Id="rId42" Type="http://schemas.openxmlformats.org/officeDocument/2006/relationships/tags" Target="../tags/tag377.xml"/><Relationship Id="rId41" Type="http://schemas.openxmlformats.org/officeDocument/2006/relationships/tags" Target="../tags/tag376.xml"/><Relationship Id="rId40" Type="http://schemas.openxmlformats.org/officeDocument/2006/relationships/tags" Target="../tags/tag375.xml"/><Relationship Id="rId4" Type="http://schemas.openxmlformats.org/officeDocument/2006/relationships/tags" Target="../tags/tag339.xml"/><Relationship Id="rId39" Type="http://schemas.openxmlformats.org/officeDocument/2006/relationships/tags" Target="../tags/tag374.xml"/><Relationship Id="rId38" Type="http://schemas.openxmlformats.org/officeDocument/2006/relationships/tags" Target="../tags/tag373.xml"/><Relationship Id="rId37" Type="http://schemas.openxmlformats.org/officeDocument/2006/relationships/tags" Target="../tags/tag372.xml"/><Relationship Id="rId36" Type="http://schemas.openxmlformats.org/officeDocument/2006/relationships/tags" Target="../tags/tag371.xml"/><Relationship Id="rId35" Type="http://schemas.openxmlformats.org/officeDocument/2006/relationships/tags" Target="../tags/tag370.xml"/><Relationship Id="rId34" Type="http://schemas.openxmlformats.org/officeDocument/2006/relationships/tags" Target="../tags/tag369.xml"/><Relationship Id="rId33" Type="http://schemas.openxmlformats.org/officeDocument/2006/relationships/tags" Target="../tags/tag368.xml"/><Relationship Id="rId32" Type="http://schemas.openxmlformats.org/officeDocument/2006/relationships/tags" Target="../tags/tag367.xml"/><Relationship Id="rId31" Type="http://schemas.openxmlformats.org/officeDocument/2006/relationships/tags" Target="../tags/tag366.xml"/><Relationship Id="rId30" Type="http://schemas.openxmlformats.org/officeDocument/2006/relationships/tags" Target="../tags/tag365.xml"/><Relationship Id="rId3" Type="http://schemas.openxmlformats.org/officeDocument/2006/relationships/tags" Target="../tags/tag338.xml"/><Relationship Id="rId29" Type="http://schemas.openxmlformats.org/officeDocument/2006/relationships/tags" Target="../tags/tag364.xml"/><Relationship Id="rId28" Type="http://schemas.openxmlformats.org/officeDocument/2006/relationships/tags" Target="../tags/tag363.xml"/><Relationship Id="rId27" Type="http://schemas.openxmlformats.org/officeDocument/2006/relationships/tags" Target="../tags/tag362.xml"/><Relationship Id="rId26" Type="http://schemas.openxmlformats.org/officeDocument/2006/relationships/tags" Target="../tags/tag361.xml"/><Relationship Id="rId25" Type="http://schemas.openxmlformats.org/officeDocument/2006/relationships/tags" Target="../tags/tag360.xml"/><Relationship Id="rId24" Type="http://schemas.openxmlformats.org/officeDocument/2006/relationships/tags" Target="../tags/tag359.xml"/><Relationship Id="rId23" Type="http://schemas.openxmlformats.org/officeDocument/2006/relationships/tags" Target="../tags/tag358.xml"/><Relationship Id="rId22" Type="http://schemas.openxmlformats.org/officeDocument/2006/relationships/tags" Target="../tags/tag357.xml"/><Relationship Id="rId21" Type="http://schemas.openxmlformats.org/officeDocument/2006/relationships/tags" Target="../tags/tag356.xml"/><Relationship Id="rId20" Type="http://schemas.openxmlformats.org/officeDocument/2006/relationships/tags" Target="../tags/tag355.xml"/><Relationship Id="rId2" Type="http://schemas.openxmlformats.org/officeDocument/2006/relationships/tags" Target="../tags/tag337.xml"/><Relationship Id="rId19" Type="http://schemas.openxmlformats.org/officeDocument/2006/relationships/tags" Target="../tags/tag354.xml"/><Relationship Id="rId18" Type="http://schemas.openxmlformats.org/officeDocument/2006/relationships/tags" Target="../tags/tag353.xml"/><Relationship Id="rId17" Type="http://schemas.openxmlformats.org/officeDocument/2006/relationships/tags" Target="../tags/tag352.xml"/><Relationship Id="rId16" Type="http://schemas.openxmlformats.org/officeDocument/2006/relationships/tags" Target="../tags/tag351.xml"/><Relationship Id="rId15" Type="http://schemas.openxmlformats.org/officeDocument/2006/relationships/tags" Target="../tags/tag350.xml"/><Relationship Id="rId14" Type="http://schemas.openxmlformats.org/officeDocument/2006/relationships/tags" Target="../tags/tag349.xml"/><Relationship Id="rId13" Type="http://schemas.openxmlformats.org/officeDocument/2006/relationships/tags" Target="../tags/tag348.xml"/><Relationship Id="rId12" Type="http://schemas.openxmlformats.org/officeDocument/2006/relationships/tags" Target="../tags/tag347.xml"/><Relationship Id="rId11" Type="http://schemas.openxmlformats.org/officeDocument/2006/relationships/tags" Target="../tags/tag346.xml"/><Relationship Id="rId10" Type="http://schemas.openxmlformats.org/officeDocument/2006/relationships/tags" Target="../tags/tag34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5.xml"/><Relationship Id="rId6" Type="http://schemas.openxmlformats.org/officeDocument/2006/relationships/tags" Target="../tags/tag424.xml"/><Relationship Id="rId5" Type="http://schemas.openxmlformats.org/officeDocument/2006/relationships/tags" Target="../tags/tag423.xml"/><Relationship Id="rId4" Type="http://schemas.openxmlformats.org/officeDocument/2006/relationships/tags" Target="../tags/tag422.xml"/><Relationship Id="rId3" Type="http://schemas.openxmlformats.org/officeDocument/2006/relationships/tags" Target="../tags/tag421.xml"/><Relationship Id="rId2" Type="http://schemas.openxmlformats.org/officeDocument/2006/relationships/tags" Target="../tags/tag42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33.xml"/><Relationship Id="rId8" Type="http://schemas.openxmlformats.org/officeDocument/2006/relationships/tags" Target="../tags/tag432.xml"/><Relationship Id="rId7" Type="http://schemas.openxmlformats.org/officeDocument/2006/relationships/tags" Target="../tags/tag431.xml"/><Relationship Id="rId6" Type="http://schemas.openxmlformats.org/officeDocument/2006/relationships/tags" Target="../tags/tag430.xml"/><Relationship Id="rId5" Type="http://schemas.openxmlformats.org/officeDocument/2006/relationships/tags" Target="../tags/tag429.xml"/><Relationship Id="rId4" Type="http://schemas.openxmlformats.org/officeDocument/2006/relationships/tags" Target="../tags/tag428.xml"/><Relationship Id="rId3" Type="http://schemas.openxmlformats.org/officeDocument/2006/relationships/tags" Target="../tags/tag427.xml"/><Relationship Id="rId26" Type="http://schemas.openxmlformats.org/officeDocument/2006/relationships/tags" Target="../tags/tag450.xml"/><Relationship Id="rId25" Type="http://schemas.openxmlformats.org/officeDocument/2006/relationships/tags" Target="../tags/tag449.xml"/><Relationship Id="rId24" Type="http://schemas.openxmlformats.org/officeDocument/2006/relationships/tags" Target="../tags/tag448.xml"/><Relationship Id="rId23" Type="http://schemas.openxmlformats.org/officeDocument/2006/relationships/tags" Target="../tags/tag447.xml"/><Relationship Id="rId22" Type="http://schemas.openxmlformats.org/officeDocument/2006/relationships/tags" Target="../tags/tag446.xml"/><Relationship Id="rId21" Type="http://schemas.openxmlformats.org/officeDocument/2006/relationships/tags" Target="../tags/tag445.xml"/><Relationship Id="rId20" Type="http://schemas.openxmlformats.org/officeDocument/2006/relationships/tags" Target="../tags/tag444.xml"/><Relationship Id="rId2" Type="http://schemas.openxmlformats.org/officeDocument/2006/relationships/tags" Target="../tags/tag426.xml"/><Relationship Id="rId19" Type="http://schemas.openxmlformats.org/officeDocument/2006/relationships/tags" Target="../tags/tag443.xml"/><Relationship Id="rId18" Type="http://schemas.openxmlformats.org/officeDocument/2006/relationships/tags" Target="../tags/tag442.xml"/><Relationship Id="rId17" Type="http://schemas.openxmlformats.org/officeDocument/2006/relationships/tags" Target="../tags/tag441.xml"/><Relationship Id="rId16" Type="http://schemas.openxmlformats.org/officeDocument/2006/relationships/tags" Target="../tags/tag440.xml"/><Relationship Id="rId15" Type="http://schemas.openxmlformats.org/officeDocument/2006/relationships/tags" Target="../tags/tag439.xml"/><Relationship Id="rId14" Type="http://schemas.openxmlformats.org/officeDocument/2006/relationships/tags" Target="../tags/tag438.xml"/><Relationship Id="rId13" Type="http://schemas.openxmlformats.org/officeDocument/2006/relationships/tags" Target="../tags/tag437.xml"/><Relationship Id="rId12" Type="http://schemas.openxmlformats.org/officeDocument/2006/relationships/tags" Target="../tags/tag436.xml"/><Relationship Id="rId11" Type="http://schemas.openxmlformats.org/officeDocument/2006/relationships/tags" Target="../tags/tag435.xml"/><Relationship Id="rId10" Type="http://schemas.openxmlformats.org/officeDocument/2006/relationships/tags" Target="../tags/tag43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8.xml"/><Relationship Id="rId8" Type="http://schemas.openxmlformats.org/officeDocument/2006/relationships/tags" Target="../tags/tag457.xml"/><Relationship Id="rId7" Type="http://schemas.openxmlformats.org/officeDocument/2006/relationships/tags" Target="../tags/tag456.xml"/><Relationship Id="rId6" Type="http://schemas.openxmlformats.org/officeDocument/2006/relationships/tags" Target="../tags/tag455.xml"/><Relationship Id="rId5" Type="http://schemas.openxmlformats.org/officeDocument/2006/relationships/tags" Target="../tags/tag454.xml"/><Relationship Id="rId4" Type="http://schemas.openxmlformats.org/officeDocument/2006/relationships/tags" Target="../tags/tag453.xml"/><Relationship Id="rId3" Type="http://schemas.openxmlformats.org/officeDocument/2006/relationships/tags" Target="../tags/tag452.xml"/><Relationship Id="rId27" Type="http://schemas.openxmlformats.org/officeDocument/2006/relationships/tags" Target="../tags/tag476.xml"/><Relationship Id="rId26" Type="http://schemas.openxmlformats.org/officeDocument/2006/relationships/tags" Target="../tags/tag475.xml"/><Relationship Id="rId25" Type="http://schemas.openxmlformats.org/officeDocument/2006/relationships/tags" Target="../tags/tag474.xml"/><Relationship Id="rId24" Type="http://schemas.openxmlformats.org/officeDocument/2006/relationships/tags" Target="../tags/tag473.xml"/><Relationship Id="rId23" Type="http://schemas.openxmlformats.org/officeDocument/2006/relationships/tags" Target="../tags/tag472.xml"/><Relationship Id="rId22" Type="http://schemas.openxmlformats.org/officeDocument/2006/relationships/tags" Target="../tags/tag471.xml"/><Relationship Id="rId21" Type="http://schemas.openxmlformats.org/officeDocument/2006/relationships/tags" Target="../tags/tag470.xml"/><Relationship Id="rId20" Type="http://schemas.openxmlformats.org/officeDocument/2006/relationships/tags" Target="../tags/tag469.xml"/><Relationship Id="rId2" Type="http://schemas.openxmlformats.org/officeDocument/2006/relationships/tags" Target="../tags/tag451.xml"/><Relationship Id="rId19" Type="http://schemas.openxmlformats.org/officeDocument/2006/relationships/tags" Target="../tags/tag468.xml"/><Relationship Id="rId18" Type="http://schemas.openxmlformats.org/officeDocument/2006/relationships/tags" Target="../tags/tag467.xml"/><Relationship Id="rId17" Type="http://schemas.openxmlformats.org/officeDocument/2006/relationships/tags" Target="../tags/tag466.xml"/><Relationship Id="rId16" Type="http://schemas.openxmlformats.org/officeDocument/2006/relationships/tags" Target="../tags/tag465.xml"/><Relationship Id="rId15" Type="http://schemas.openxmlformats.org/officeDocument/2006/relationships/tags" Target="../tags/tag464.xml"/><Relationship Id="rId14" Type="http://schemas.openxmlformats.org/officeDocument/2006/relationships/tags" Target="../tags/tag463.xml"/><Relationship Id="rId13" Type="http://schemas.openxmlformats.org/officeDocument/2006/relationships/tags" Target="../tags/tag462.xml"/><Relationship Id="rId12" Type="http://schemas.openxmlformats.org/officeDocument/2006/relationships/tags" Target="../tags/tag461.xml"/><Relationship Id="rId11" Type="http://schemas.openxmlformats.org/officeDocument/2006/relationships/tags" Target="../tags/tag460.xml"/><Relationship Id="rId10" Type="http://schemas.openxmlformats.org/officeDocument/2006/relationships/tags" Target="../tags/tag45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4.xml"/><Relationship Id="rId8" Type="http://schemas.openxmlformats.org/officeDocument/2006/relationships/tags" Target="../tags/tag483.xml"/><Relationship Id="rId7" Type="http://schemas.openxmlformats.org/officeDocument/2006/relationships/tags" Target="../tags/tag482.xml"/><Relationship Id="rId6" Type="http://schemas.openxmlformats.org/officeDocument/2006/relationships/tags" Target="../tags/tag481.xml"/><Relationship Id="rId5" Type="http://schemas.openxmlformats.org/officeDocument/2006/relationships/tags" Target="../tags/tag480.xml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8" Type="http://schemas.openxmlformats.org/officeDocument/2006/relationships/tags" Target="../tags/tag503.xml"/><Relationship Id="rId27" Type="http://schemas.openxmlformats.org/officeDocument/2006/relationships/tags" Target="../tags/tag502.xml"/><Relationship Id="rId26" Type="http://schemas.openxmlformats.org/officeDocument/2006/relationships/tags" Target="../tags/tag501.xml"/><Relationship Id="rId25" Type="http://schemas.openxmlformats.org/officeDocument/2006/relationships/tags" Target="../tags/tag500.xml"/><Relationship Id="rId24" Type="http://schemas.openxmlformats.org/officeDocument/2006/relationships/tags" Target="../tags/tag499.xml"/><Relationship Id="rId23" Type="http://schemas.openxmlformats.org/officeDocument/2006/relationships/tags" Target="../tags/tag498.xml"/><Relationship Id="rId22" Type="http://schemas.openxmlformats.org/officeDocument/2006/relationships/tags" Target="../tags/tag497.xml"/><Relationship Id="rId21" Type="http://schemas.openxmlformats.org/officeDocument/2006/relationships/tags" Target="../tags/tag496.xml"/><Relationship Id="rId20" Type="http://schemas.openxmlformats.org/officeDocument/2006/relationships/tags" Target="../tags/tag495.xml"/><Relationship Id="rId2" Type="http://schemas.openxmlformats.org/officeDocument/2006/relationships/tags" Target="../tags/tag477.xml"/><Relationship Id="rId19" Type="http://schemas.openxmlformats.org/officeDocument/2006/relationships/tags" Target="../tags/tag494.xml"/><Relationship Id="rId18" Type="http://schemas.openxmlformats.org/officeDocument/2006/relationships/tags" Target="../tags/tag493.xml"/><Relationship Id="rId17" Type="http://schemas.openxmlformats.org/officeDocument/2006/relationships/tags" Target="../tags/tag492.xml"/><Relationship Id="rId16" Type="http://schemas.openxmlformats.org/officeDocument/2006/relationships/tags" Target="../tags/tag491.xml"/><Relationship Id="rId15" Type="http://schemas.openxmlformats.org/officeDocument/2006/relationships/tags" Target="../tags/tag490.xml"/><Relationship Id="rId14" Type="http://schemas.openxmlformats.org/officeDocument/2006/relationships/tags" Target="../tags/tag489.xml"/><Relationship Id="rId13" Type="http://schemas.openxmlformats.org/officeDocument/2006/relationships/tags" Target="../tags/tag488.xml"/><Relationship Id="rId12" Type="http://schemas.openxmlformats.org/officeDocument/2006/relationships/tags" Target="../tags/tag487.xml"/><Relationship Id="rId11" Type="http://schemas.openxmlformats.org/officeDocument/2006/relationships/tags" Target="../tags/tag486.xml"/><Relationship Id="rId10" Type="http://schemas.openxmlformats.org/officeDocument/2006/relationships/tags" Target="../tags/tag48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11.xml"/><Relationship Id="rId8" Type="http://schemas.openxmlformats.org/officeDocument/2006/relationships/tags" Target="../tags/tag510.xml"/><Relationship Id="rId7" Type="http://schemas.openxmlformats.org/officeDocument/2006/relationships/tags" Target="../tags/tag509.xml"/><Relationship Id="rId6" Type="http://schemas.openxmlformats.org/officeDocument/2006/relationships/tags" Target="../tags/tag508.xml"/><Relationship Id="rId5" Type="http://schemas.openxmlformats.org/officeDocument/2006/relationships/tags" Target="../tags/tag507.xml"/><Relationship Id="rId4" Type="http://schemas.openxmlformats.org/officeDocument/2006/relationships/tags" Target="../tags/tag506.xml"/><Relationship Id="rId3" Type="http://schemas.openxmlformats.org/officeDocument/2006/relationships/tags" Target="../tags/tag505.xml"/><Relationship Id="rId27" Type="http://schemas.openxmlformats.org/officeDocument/2006/relationships/tags" Target="../tags/tag529.xml"/><Relationship Id="rId26" Type="http://schemas.openxmlformats.org/officeDocument/2006/relationships/tags" Target="../tags/tag528.xml"/><Relationship Id="rId25" Type="http://schemas.openxmlformats.org/officeDocument/2006/relationships/tags" Target="../tags/tag527.xml"/><Relationship Id="rId24" Type="http://schemas.openxmlformats.org/officeDocument/2006/relationships/tags" Target="../tags/tag526.xml"/><Relationship Id="rId23" Type="http://schemas.openxmlformats.org/officeDocument/2006/relationships/tags" Target="../tags/tag525.xml"/><Relationship Id="rId22" Type="http://schemas.openxmlformats.org/officeDocument/2006/relationships/tags" Target="../tags/tag524.xml"/><Relationship Id="rId21" Type="http://schemas.openxmlformats.org/officeDocument/2006/relationships/tags" Target="../tags/tag523.xml"/><Relationship Id="rId20" Type="http://schemas.openxmlformats.org/officeDocument/2006/relationships/tags" Target="../tags/tag522.xml"/><Relationship Id="rId2" Type="http://schemas.openxmlformats.org/officeDocument/2006/relationships/tags" Target="../tags/tag504.xml"/><Relationship Id="rId19" Type="http://schemas.openxmlformats.org/officeDocument/2006/relationships/tags" Target="../tags/tag521.xml"/><Relationship Id="rId18" Type="http://schemas.openxmlformats.org/officeDocument/2006/relationships/tags" Target="../tags/tag520.xml"/><Relationship Id="rId17" Type="http://schemas.openxmlformats.org/officeDocument/2006/relationships/tags" Target="../tags/tag519.xml"/><Relationship Id="rId16" Type="http://schemas.openxmlformats.org/officeDocument/2006/relationships/tags" Target="../tags/tag518.xml"/><Relationship Id="rId15" Type="http://schemas.openxmlformats.org/officeDocument/2006/relationships/tags" Target="../tags/tag517.xml"/><Relationship Id="rId14" Type="http://schemas.openxmlformats.org/officeDocument/2006/relationships/tags" Target="../tags/tag516.xml"/><Relationship Id="rId13" Type="http://schemas.openxmlformats.org/officeDocument/2006/relationships/tags" Target="../tags/tag515.xml"/><Relationship Id="rId12" Type="http://schemas.openxmlformats.org/officeDocument/2006/relationships/tags" Target="../tags/tag514.xml"/><Relationship Id="rId11" Type="http://schemas.openxmlformats.org/officeDocument/2006/relationships/tags" Target="../tags/tag513.xml"/><Relationship Id="rId10" Type="http://schemas.openxmlformats.org/officeDocument/2006/relationships/tags" Target="../tags/tag51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7.xml"/><Relationship Id="rId8" Type="http://schemas.openxmlformats.org/officeDocument/2006/relationships/tags" Target="../tags/tag536.xml"/><Relationship Id="rId7" Type="http://schemas.openxmlformats.org/officeDocument/2006/relationships/tags" Target="../tags/tag535.xml"/><Relationship Id="rId6" Type="http://schemas.openxmlformats.org/officeDocument/2006/relationships/tags" Target="../tags/tag534.xml"/><Relationship Id="rId5" Type="http://schemas.openxmlformats.org/officeDocument/2006/relationships/tags" Target="../tags/tag533.xml"/><Relationship Id="rId4" Type="http://schemas.openxmlformats.org/officeDocument/2006/relationships/tags" Target="../tags/tag532.xml"/><Relationship Id="rId3" Type="http://schemas.openxmlformats.org/officeDocument/2006/relationships/tags" Target="../tags/tag531.xml"/><Relationship Id="rId2" Type="http://schemas.openxmlformats.org/officeDocument/2006/relationships/tags" Target="../tags/tag530.xml"/><Relationship Id="rId12" Type="http://schemas.openxmlformats.org/officeDocument/2006/relationships/tags" Target="../tags/tag540.xml"/><Relationship Id="rId11" Type="http://schemas.openxmlformats.org/officeDocument/2006/relationships/tags" Target="../tags/tag539.xml"/><Relationship Id="rId10" Type="http://schemas.openxmlformats.org/officeDocument/2006/relationships/tags" Target="../tags/tag53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8.xml"/><Relationship Id="rId8" Type="http://schemas.openxmlformats.org/officeDocument/2006/relationships/tags" Target="../tags/tag547.xml"/><Relationship Id="rId7" Type="http://schemas.openxmlformats.org/officeDocument/2006/relationships/tags" Target="../tags/tag546.xml"/><Relationship Id="rId6" Type="http://schemas.openxmlformats.org/officeDocument/2006/relationships/tags" Target="../tags/tag545.xml"/><Relationship Id="rId5" Type="http://schemas.openxmlformats.org/officeDocument/2006/relationships/tags" Target="../tags/tag544.xml"/><Relationship Id="rId48" Type="http://schemas.openxmlformats.org/officeDocument/2006/relationships/tags" Target="../tags/tag587.xml"/><Relationship Id="rId47" Type="http://schemas.openxmlformats.org/officeDocument/2006/relationships/tags" Target="../tags/tag586.xml"/><Relationship Id="rId46" Type="http://schemas.openxmlformats.org/officeDocument/2006/relationships/tags" Target="../tags/tag585.xml"/><Relationship Id="rId45" Type="http://schemas.openxmlformats.org/officeDocument/2006/relationships/tags" Target="../tags/tag584.xml"/><Relationship Id="rId44" Type="http://schemas.openxmlformats.org/officeDocument/2006/relationships/tags" Target="../tags/tag583.xml"/><Relationship Id="rId43" Type="http://schemas.openxmlformats.org/officeDocument/2006/relationships/tags" Target="../tags/tag582.xml"/><Relationship Id="rId42" Type="http://schemas.openxmlformats.org/officeDocument/2006/relationships/tags" Target="../tags/tag581.xml"/><Relationship Id="rId41" Type="http://schemas.openxmlformats.org/officeDocument/2006/relationships/tags" Target="../tags/tag580.xml"/><Relationship Id="rId40" Type="http://schemas.openxmlformats.org/officeDocument/2006/relationships/tags" Target="../tags/tag579.xml"/><Relationship Id="rId4" Type="http://schemas.openxmlformats.org/officeDocument/2006/relationships/tags" Target="../tags/tag543.xml"/><Relationship Id="rId39" Type="http://schemas.openxmlformats.org/officeDocument/2006/relationships/tags" Target="../tags/tag578.xml"/><Relationship Id="rId38" Type="http://schemas.openxmlformats.org/officeDocument/2006/relationships/tags" Target="../tags/tag577.xml"/><Relationship Id="rId37" Type="http://schemas.openxmlformats.org/officeDocument/2006/relationships/tags" Target="../tags/tag576.xml"/><Relationship Id="rId36" Type="http://schemas.openxmlformats.org/officeDocument/2006/relationships/tags" Target="../tags/tag575.xml"/><Relationship Id="rId35" Type="http://schemas.openxmlformats.org/officeDocument/2006/relationships/tags" Target="../tags/tag574.xml"/><Relationship Id="rId34" Type="http://schemas.openxmlformats.org/officeDocument/2006/relationships/tags" Target="../tags/tag573.xml"/><Relationship Id="rId33" Type="http://schemas.openxmlformats.org/officeDocument/2006/relationships/tags" Target="../tags/tag572.xml"/><Relationship Id="rId32" Type="http://schemas.openxmlformats.org/officeDocument/2006/relationships/tags" Target="../tags/tag571.xml"/><Relationship Id="rId31" Type="http://schemas.openxmlformats.org/officeDocument/2006/relationships/tags" Target="../tags/tag570.xml"/><Relationship Id="rId30" Type="http://schemas.openxmlformats.org/officeDocument/2006/relationships/tags" Target="../tags/tag569.xml"/><Relationship Id="rId3" Type="http://schemas.openxmlformats.org/officeDocument/2006/relationships/tags" Target="../tags/tag542.xml"/><Relationship Id="rId29" Type="http://schemas.openxmlformats.org/officeDocument/2006/relationships/tags" Target="../tags/tag568.xml"/><Relationship Id="rId28" Type="http://schemas.openxmlformats.org/officeDocument/2006/relationships/tags" Target="../tags/tag567.xml"/><Relationship Id="rId27" Type="http://schemas.openxmlformats.org/officeDocument/2006/relationships/tags" Target="../tags/tag566.xml"/><Relationship Id="rId26" Type="http://schemas.openxmlformats.org/officeDocument/2006/relationships/tags" Target="../tags/tag565.xml"/><Relationship Id="rId25" Type="http://schemas.openxmlformats.org/officeDocument/2006/relationships/tags" Target="../tags/tag564.xml"/><Relationship Id="rId24" Type="http://schemas.openxmlformats.org/officeDocument/2006/relationships/tags" Target="../tags/tag563.xml"/><Relationship Id="rId23" Type="http://schemas.openxmlformats.org/officeDocument/2006/relationships/tags" Target="../tags/tag562.xml"/><Relationship Id="rId22" Type="http://schemas.openxmlformats.org/officeDocument/2006/relationships/tags" Target="../tags/tag561.xml"/><Relationship Id="rId21" Type="http://schemas.openxmlformats.org/officeDocument/2006/relationships/tags" Target="../tags/tag560.xml"/><Relationship Id="rId20" Type="http://schemas.openxmlformats.org/officeDocument/2006/relationships/tags" Target="../tags/tag559.xml"/><Relationship Id="rId2" Type="http://schemas.openxmlformats.org/officeDocument/2006/relationships/tags" Target="../tags/tag541.xml"/><Relationship Id="rId19" Type="http://schemas.openxmlformats.org/officeDocument/2006/relationships/tags" Target="../tags/tag558.xml"/><Relationship Id="rId18" Type="http://schemas.openxmlformats.org/officeDocument/2006/relationships/tags" Target="../tags/tag557.xml"/><Relationship Id="rId17" Type="http://schemas.openxmlformats.org/officeDocument/2006/relationships/tags" Target="../tags/tag556.xml"/><Relationship Id="rId16" Type="http://schemas.openxmlformats.org/officeDocument/2006/relationships/tags" Target="../tags/tag555.xml"/><Relationship Id="rId15" Type="http://schemas.openxmlformats.org/officeDocument/2006/relationships/tags" Target="../tags/tag554.xml"/><Relationship Id="rId14" Type="http://schemas.openxmlformats.org/officeDocument/2006/relationships/tags" Target="../tags/tag553.xml"/><Relationship Id="rId13" Type="http://schemas.openxmlformats.org/officeDocument/2006/relationships/tags" Target="../tags/tag552.xml"/><Relationship Id="rId12" Type="http://schemas.openxmlformats.org/officeDocument/2006/relationships/tags" Target="../tags/tag551.xml"/><Relationship Id="rId11" Type="http://schemas.openxmlformats.org/officeDocument/2006/relationships/tags" Target="../tags/tag550.xml"/><Relationship Id="rId10" Type="http://schemas.openxmlformats.org/officeDocument/2006/relationships/tags" Target="../tags/tag54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>
    <p:comb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93.xml"/><Relationship Id="rId24" Type="http://schemas.openxmlformats.org/officeDocument/2006/relationships/tags" Target="../tags/tag592.xml"/><Relationship Id="rId23" Type="http://schemas.openxmlformats.org/officeDocument/2006/relationships/tags" Target="../tags/tag591.xml"/><Relationship Id="rId22" Type="http://schemas.openxmlformats.org/officeDocument/2006/relationships/tags" Target="../tags/tag590.xml"/><Relationship Id="rId21" Type="http://schemas.openxmlformats.org/officeDocument/2006/relationships/tags" Target="../tags/tag589.xml"/><Relationship Id="rId20" Type="http://schemas.openxmlformats.org/officeDocument/2006/relationships/tags" Target="../tags/tag588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comb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5.xml"/><Relationship Id="rId1" Type="http://schemas.openxmlformats.org/officeDocument/2006/relationships/tags" Target="../tags/tag59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3.xml"/><Relationship Id="rId8" Type="http://schemas.openxmlformats.org/officeDocument/2006/relationships/tags" Target="../tags/tag602.xml"/><Relationship Id="rId78" Type="http://schemas.openxmlformats.org/officeDocument/2006/relationships/notesSlide" Target="../notesSlides/notesSlide2.xml"/><Relationship Id="rId77" Type="http://schemas.openxmlformats.org/officeDocument/2006/relationships/slideLayout" Target="../slideLayouts/slideLayout11.xml"/><Relationship Id="rId76" Type="http://schemas.openxmlformats.org/officeDocument/2006/relationships/tags" Target="../tags/tag667.xml"/><Relationship Id="rId75" Type="http://schemas.openxmlformats.org/officeDocument/2006/relationships/image" Target="../media/image4.png"/><Relationship Id="rId74" Type="http://schemas.openxmlformats.org/officeDocument/2006/relationships/image" Target="../media/image3.png"/><Relationship Id="rId73" Type="http://schemas.openxmlformats.org/officeDocument/2006/relationships/image" Target="../media/image2.png"/><Relationship Id="rId72" Type="http://schemas.openxmlformats.org/officeDocument/2006/relationships/tags" Target="../tags/tag666.xml"/><Relationship Id="rId71" Type="http://schemas.openxmlformats.org/officeDocument/2006/relationships/tags" Target="../tags/tag665.xml"/><Relationship Id="rId70" Type="http://schemas.openxmlformats.org/officeDocument/2006/relationships/tags" Target="../tags/tag664.xml"/><Relationship Id="rId7" Type="http://schemas.openxmlformats.org/officeDocument/2006/relationships/tags" Target="../tags/tag601.xml"/><Relationship Id="rId69" Type="http://schemas.openxmlformats.org/officeDocument/2006/relationships/tags" Target="../tags/tag663.xml"/><Relationship Id="rId68" Type="http://schemas.openxmlformats.org/officeDocument/2006/relationships/tags" Target="../tags/tag662.xml"/><Relationship Id="rId67" Type="http://schemas.openxmlformats.org/officeDocument/2006/relationships/tags" Target="../tags/tag661.xml"/><Relationship Id="rId66" Type="http://schemas.openxmlformats.org/officeDocument/2006/relationships/tags" Target="../tags/tag660.xml"/><Relationship Id="rId65" Type="http://schemas.openxmlformats.org/officeDocument/2006/relationships/tags" Target="../tags/tag659.xml"/><Relationship Id="rId64" Type="http://schemas.openxmlformats.org/officeDocument/2006/relationships/tags" Target="../tags/tag658.xml"/><Relationship Id="rId63" Type="http://schemas.openxmlformats.org/officeDocument/2006/relationships/tags" Target="../tags/tag657.xml"/><Relationship Id="rId62" Type="http://schemas.openxmlformats.org/officeDocument/2006/relationships/tags" Target="../tags/tag656.xml"/><Relationship Id="rId61" Type="http://schemas.openxmlformats.org/officeDocument/2006/relationships/tags" Target="../tags/tag655.xml"/><Relationship Id="rId60" Type="http://schemas.openxmlformats.org/officeDocument/2006/relationships/tags" Target="../tags/tag654.xml"/><Relationship Id="rId6" Type="http://schemas.openxmlformats.org/officeDocument/2006/relationships/tags" Target="../tags/tag600.xml"/><Relationship Id="rId59" Type="http://schemas.openxmlformats.org/officeDocument/2006/relationships/tags" Target="../tags/tag653.xml"/><Relationship Id="rId58" Type="http://schemas.openxmlformats.org/officeDocument/2006/relationships/tags" Target="../tags/tag652.xml"/><Relationship Id="rId57" Type="http://schemas.openxmlformats.org/officeDocument/2006/relationships/tags" Target="../tags/tag651.xml"/><Relationship Id="rId56" Type="http://schemas.openxmlformats.org/officeDocument/2006/relationships/tags" Target="../tags/tag650.xml"/><Relationship Id="rId55" Type="http://schemas.openxmlformats.org/officeDocument/2006/relationships/tags" Target="../tags/tag649.xml"/><Relationship Id="rId54" Type="http://schemas.openxmlformats.org/officeDocument/2006/relationships/tags" Target="../tags/tag648.xml"/><Relationship Id="rId53" Type="http://schemas.openxmlformats.org/officeDocument/2006/relationships/tags" Target="../tags/tag647.xml"/><Relationship Id="rId52" Type="http://schemas.openxmlformats.org/officeDocument/2006/relationships/tags" Target="../tags/tag646.xml"/><Relationship Id="rId51" Type="http://schemas.openxmlformats.org/officeDocument/2006/relationships/tags" Target="../tags/tag645.xml"/><Relationship Id="rId50" Type="http://schemas.openxmlformats.org/officeDocument/2006/relationships/tags" Target="../tags/tag644.xml"/><Relationship Id="rId5" Type="http://schemas.openxmlformats.org/officeDocument/2006/relationships/tags" Target="../tags/tag599.xml"/><Relationship Id="rId49" Type="http://schemas.openxmlformats.org/officeDocument/2006/relationships/tags" Target="../tags/tag643.xml"/><Relationship Id="rId48" Type="http://schemas.openxmlformats.org/officeDocument/2006/relationships/tags" Target="../tags/tag642.xml"/><Relationship Id="rId47" Type="http://schemas.openxmlformats.org/officeDocument/2006/relationships/tags" Target="../tags/tag641.xml"/><Relationship Id="rId46" Type="http://schemas.openxmlformats.org/officeDocument/2006/relationships/tags" Target="../tags/tag640.xml"/><Relationship Id="rId45" Type="http://schemas.openxmlformats.org/officeDocument/2006/relationships/tags" Target="../tags/tag639.xml"/><Relationship Id="rId44" Type="http://schemas.openxmlformats.org/officeDocument/2006/relationships/tags" Target="../tags/tag638.xml"/><Relationship Id="rId43" Type="http://schemas.openxmlformats.org/officeDocument/2006/relationships/tags" Target="../tags/tag637.xml"/><Relationship Id="rId42" Type="http://schemas.openxmlformats.org/officeDocument/2006/relationships/tags" Target="../tags/tag636.xml"/><Relationship Id="rId41" Type="http://schemas.openxmlformats.org/officeDocument/2006/relationships/tags" Target="../tags/tag635.xml"/><Relationship Id="rId40" Type="http://schemas.openxmlformats.org/officeDocument/2006/relationships/tags" Target="../tags/tag634.xml"/><Relationship Id="rId4" Type="http://schemas.openxmlformats.org/officeDocument/2006/relationships/tags" Target="../tags/tag598.xml"/><Relationship Id="rId39" Type="http://schemas.openxmlformats.org/officeDocument/2006/relationships/tags" Target="../tags/tag633.xml"/><Relationship Id="rId38" Type="http://schemas.openxmlformats.org/officeDocument/2006/relationships/tags" Target="../tags/tag632.xml"/><Relationship Id="rId37" Type="http://schemas.openxmlformats.org/officeDocument/2006/relationships/tags" Target="../tags/tag631.xml"/><Relationship Id="rId36" Type="http://schemas.openxmlformats.org/officeDocument/2006/relationships/tags" Target="../tags/tag630.xml"/><Relationship Id="rId35" Type="http://schemas.openxmlformats.org/officeDocument/2006/relationships/tags" Target="../tags/tag629.xml"/><Relationship Id="rId34" Type="http://schemas.openxmlformats.org/officeDocument/2006/relationships/tags" Target="../tags/tag628.xml"/><Relationship Id="rId33" Type="http://schemas.openxmlformats.org/officeDocument/2006/relationships/tags" Target="../tags/tag627.xml"/><Relationship Id="rId32" Type="http://schemas.openxmlformats.org/officeDocument/2006/relationships/tags" Target="../tags/tag626.xml"/><Relationship Id="rId31" Type="http://schemas.openxmlformats.org/officeDocument/2006/relationships/tags" Target="../tags/tag625.xml"/><Relationship Id="rId30" Type="http://schemas.openxmlformats.org/officeDocument/2006/relationships/tags" Target="../tags/tag624.xml"/><Relationship Id="rId3" Type="http://schemas.openxmlformats.org/officeDocument/2006/relationships/image" Target="../media/image1.png"/><Relationship Id="rId29" Type="http://schemas.openxmlformats.org/officeDocument/2006/relationships/tags" Target="../tags/tag623.xml"/><Relationship Id="rId28" Type="http://schemas.openxmlformats.org/officeDocument/2006/relationships/tags" Target="../tags/tag622.xml"/><Relationship Id="rId27" Type="http://schemas.openxmlformats.org/officeDocument/2006/relationships/tags" Target="../tags/tag621.xml"/><Relationship Id="rId26" Type="http://schemas.openxmlformats.org/officeDocument/2006/relationships/tags" Target="../tags/tag620.xml"/><Relationship Id="rId25" Type="http://schemas.openxmlformats.org/officeDocument/2006/relationships/tags" Target="../tags/tag619.xml"/><Relationship Id="rId24" Type="http://schemas.openxmlformats.org/officeDocument/2006/relationships/tags" Target="../tags/tag618.xml"/><Relationship Id="rId23" Type="http://schemas.openxmlformats.org/officeDocument/2006/relationships/tags" Target="../tags/tag617.xml"/><Relationship Id="rId22" Type="http://schemas.openxmlformats.org/officeDocument/2006/relationships/tags" Target="../tags/tag616.xml"/><Relationship Id="rId21" Type="http://schemas.openxmlformats.org/officeDocument/2006/relationships/tags" Target="../tags/tag615.xml"/><Relationship Id="rId20" Type="http://schemas.openxmlformats.org/officeDocument/2006/relationships/tags" Target="../tags/tag614.xml"/><Relationship Id="rId2" Type="http://schemas.openxmlformats.org/officeDocument/2006/relationships/tags" Target="../tags/tag597.xml"/><Relationship Id="rId19" Type="http://schemas.openxmlformats.org/officeDocument/2006/relationships/tags" Target="../tags/tag613.xml"/><Relationship Id="rId18" Type="http://schemas.openxmlformats.org/officeDocument/2006/relationships/tags" Target="../tags/tag612.xml"/><Relationship Id="rId17" Type="http://schemas.openxmlformats.org/officeDocument/2006/relationships/tags" Target="../tags/tag611.xml"/><Relationship Id="rId16" Type="http://schemas.openxmlformats.org/officeDocument/2006/relationships/tags" Target="../tags/tag610.xml"/><Relationship Id="rId15" Type="http://schemas.openxmlformats.org/officeDocument/2006/relationships/tags" Target="../tags/tag609.xml"/><Relationship Id="rId14" Type="http://schemas.openxmlformats.org/officeDocument/2006/relationships/tags" Target="../tags/tag608.xml"/><Relationship Id="rId13" Type="http://schemas.openxmlformats.org/officeDocument/2006/relationships/tags" Target="../tags/tag607.xml"/><Relationship Id="rId12" Type="http://schemas.openxmlformats.org/officeDocument/2006/relationships/tags" Target="../tags/tag606.xml"/><Relationship Id="rId11" Type="http://schemas.openxmlformats.org/officeDocument/2006/relationships/tags" Target="../tags/tag605.xml"/><Relationship Id="rId10" Type="http://schemas.openxmlformats.org/officeDocument/2006/relationships/tags" Target="../tags/tag604.xml"/><Relationship Id="rId1" Type="http://schemas.openxmlformats.org/officeDocument/2006/relationships/tags" Target="../tags/tag59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75.xml"/><Relationship Id="rId7" Type="http://schemas.openxmlformats.org/officeDocument/2006/relationships/tags" Target="../tags/tag674.xml"/><Relationship Id="rId6" Type="http://schemas.openxmlformats.org/officeDocument/2006/relationships/tags" Target="../tags/tag673.xml"/><Relationship Id="rId5" Type="http://schemas.openxmlformats.org/officeDocument/2006/relationships/tags" Target="../tags/tag672.xml"/><Relationship Id="rId4" Type="http://schemas.openxmlformats.org/officeDocument/2006/relationships/tags" Target="../tags/tag671.xml"/><Relationship Id="rId3" Type="http://schemas.openxmlformats.org/officeDocument/2006/relationships/tags" Target="../tags/tag670.xml"/><Relationship Id="rId2" Type="http://schemas.openxmlformats.org/officeDocument/2006/relationships/tags" Target="../tags/tag669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81.xml"/><Relationship Id="rId8" Type="http://schemas.openxmlformats.org/officeDocument/2006/relationships/image" Target="../media/image7.png"/><Relationship Id="rId7" Type="http://schemas.openxmlformats.org/officeDocument/2006/relationships/image" Target="../media/image6.jpeg"/><Relationship Id="rId6" Type="http://schemas.openxmlformats.org/officeDocument/2006/relationships/image" Target="../media/image5.png"/><Relationship Id="rId5" Type="http://schemas.openxmlformats.org/officeDocument/2006/relationships/tags" Target="../tags/tag680.xml"/><Relationship Id="rId4" Type="http://schemas.openxmlformats.org/officeDocument/2006/relationships/tags" Target="../tags/tag679.xml"/><Relationship Id="rId3" Type="http://schemas.openxmlformats.org/officeDocument/2006/relationships/tags" Target="../tags/tag678.xml"/><Relationship Id="rId2" Type="http://schemas.openxmlformats.org/officeDocument/2006/relationships/tags" Target="../tags/tag677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684.xml"/><Relationship Id="rId11" Type="http://schemas.openxmlformats.org/officeDocument/2006/relationships/tags" Target="../tags/tag683.xml"/><Relationship Id="rId10" Type="http://schemas.openxmlformats.org/officeDocument/2006/relationships/tags" Target="../tags/tag682.xml"/><Relationship Id="rId1" Type="http://schemas.openxmlformats.org/officeDocument/2006/relationships/tags" Target="../tags/tag67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91.xml"/><Relationship Id="rId8" Type="http://schemas.openxmlformats.org/officeDocument/2006/relationships/tags" Target="../tags/tag690.xml"/><Relationship Id="rId7" Type="http://schemas.openxmlformats.org/officeDocument/2006/relationships/tags" Target="../tags/tag689.xml"/><Relationship Id="rId6" Type="http://schemas.openxmlformats.org/officeDocument/2006/relationships/tags" Target="../tags/tag688.xml"/><Relationship Id="rId5" Type="http://schemas.openxmlformats.org/officeDocument/2006/relationships/tags" Target="../tags/tag687.xml"/><Relationship Id="rId4" Type="http://schemas.microsoft.com/office/2007/relationships/hdphoto" Target="../media/image9.wdp"/><Relationship Id="rId3" Type="http://schemas.openxmlformats.org/officeDocument/2006/relationships/image" Target="../media/image8.png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703.xml"/><Relationship Id="rId21" Type="http://schemas.openxmlformats.org/officeDocument/2006/relationships/image" Target="../media/image10.png"/><Relationship Id="rId20" Type="http://schemas.openxmlformats.org/officeDocument/2006/relationships/tags" Target="../tags/tag702.xml"/><Relationship Id="rId2" Type="http://schemas.openxmlformats.org/officeDocument/2006/relationships/tags" Target="../tags/tag686.xml"/><Relationship Id="rId19" Type="http://schemas.openxmlformats.org/officeDocument/2006/relationships/tags" Target="../tags/tag701.xml"/><Relationship Id="rId18" Type="http://schemas.openxmlformats.org/officeDocument/2006/relationships/tags" Target="../tags/tag700.xml"/><Relationship Id="rId17" Type="http://schemas.openxmlformats.org/officeDocument/2006/relationships/tags" Target="../tags/tag699.xml"/><Relationship Id="rId16" Type="http://schemas.openxmlformats.org/officeDocument/2006/relationships/tags" Target="../tags/tag698.xml"/><Relationship Id="rId15" Type="http://schemas.openxmlformats.org/officeDocument/2006/relationships/tags" Target="../tags/tag697.xml"/><Relationship Id="rId14" Type="http://schemas.openxmlformats.org/officeDocument/2006/relationships/tags" Target="../tags/tag696.xml"/><Relationship Id="rId13" Type="http://schemas.openxmlformats.org/officeDocument/2006/relationships/tags" Target="../tags/tag695.xml"/><Relationship Id="rId12" Type="http://schemas.openxmlformats.org/officeDocument/2006/relationships/tags" Target="../tags/tag694.xml"/><Relationship Id="rId11" Type="http://schemas.openxmlformats.org/officeDocument/2006/relationships/tags" Target="../tags/tag693.xml"/><Relationship Id="rId10" Type="http://schemas.openxmlformats.org/officeDocument/2006/relationships/tags" Target="../tags/tag692.xml"/><Relationship Id="rId1" Type="http://schemas.openxmlformats.org/officeDocument/2006/relationships/tags" Target="../tags/tag68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11.xml"/><Relationship Id="rId8" Type="http://schemas.openxmlformats.org/officeDocument/2006/relationships/tags" Target="../tags/tag710.xml"/><Relationship Id="rId7" Type="http://schemas.openxmlformats.org/officeDocument/2006/relationships/tags" Target="../tags/tag709.xml"/><Relationship Id="rId6" Type="http://schemas.openxmlformats.org/officeDocument/2006/relationships/tags" Target="../tags/tag708.xml"/><Relationship Id="rId5" Type="http://schemas.openxmlformats.org/officeDocument/2006/relationships/tags" Target="../tags/tag707.xml"/><Relationship Id="rId4" Type="http://schemas.openxmlformats.org/officeDocument/2006/relationships/tags" Target="../tags/tag706.xml"/><Relationship Id="rId3" Type="http://schemas.openxmlformats.org/officeDocument/2006/relationships/image" Target="../media/image11.jpeg"/><Relationship Id="rId20" Type="http://schemas.openxmlformats.org/officeDocument/2006/relationships/notesSlide" Target="../notesSlides/notesSlide6.xml"/><Relationship Id="rId2" Type="http://schemas.openxmlformats.org/officeDocument/2006/relationships/tags" Target="../tags/tag705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720.xml"/><Relationship Id="rId17" Type="http://schemas.openxmlformats.org/officeDocument/2006/relationships/tags" Target="../tags/tag719.xml"/><Relationship Id="rId16" Type="http://schemas.openxmlformats.org/officeDocument/2006/relationships/tags" Target="../tags/tag718.xml"/><Relationship Id="rId15" Type="http://schemas.openxmlformats.org/officeDocument/2006/relationships/tags" Target="../tags/tag717.xml"/><Relationship Id="rId14" Type="http://schemas.openxmlformats.org/officeDocument/2006/relationships/tags" Target="../tags/tag716.xml"/><Relationship Id="rId13" Type="http://schemas.openxmlformats.org/officeDocument/2006/relationships/tags" Target="../tags/tag715.xml"/><Relationship Id="rId12" Type="http://schemas.openxmlformats.org/officeDocument/2006/relationships/tags" Target="../tags/tag714.xml"/><Relationship Id="rId11" Type="http://schemas.openxmlformats.org/officeDocument/2006/relationships/tags" Target="../tags/tag713.xml"/><Relationship Id="rId10" Type="http://schemas.openxmlformats.org/officeDocument/2006/relationships/tags" Target="../tags/tag712.xml"/><Relationship Id="rId1" Type="http://schemas.openxmlformats.org/officeDocument/2006/relationships/tags" Target="../tags/tag70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29.xml"/><Relationship Id="rId8" Type="http://schemas.openxmlformats.org/officeDocument/2006/relationships/tags" Target="../tags/tag728.xml"/><Relationship Id="rId7" Type="http://schemas.openxmlformats.org/officeDocument/2006/relationships/tags" Target="../tags/tag727.xml"/><Relationship Id="rId6" Type="http://schemas.openxmlformats.org/officeDocument/2006/relationships/tags" Target="../tags/tag726.xml"/><Relationship Id="rId5" Type="http://schemas.openxmlformats.org/officeDocument/2006/relationships/tags" Target="../tags/tag725.xml"/><Relationship Id="rId4" Type="http://schemas.openxmlformats.org/officeDocument/2006/relationships/tags" Target="../tags/tag724.xml"/><Relationship Id="rId3" Type="http://schemas.openxmlformats.org/officeDocument/2006/relationships/tags" Target="../tags/tag723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722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738.xml"/><Relationship Id="rId17" Type="http://schemas.openxmlformats.org/officeDocument/2006/relationships/tags" Target="../tags/tag737.xml"/><Relationship Id="rId16" Type="http://schemas.openxmlformats.org/officeDocument/2006/relationships/tags" Target="../tags/tag736.xml"/><Relationship Id="rId15" Type="http://schemas.openxmlformats.org/officeDocument/2006/relationships/tags" Target="../tags/tag735.xml"/><Relationship Id="rId14" Type="http://schemas.openxmlformats.org/officeDocument/2006/relationships/tags" Target="../tags/tag734.xml"/><Relationship Id="rId13" Type="http://schemas.openxmlformats.org/officeDocument/2006/relationships/tags" Target="../tags/tag733.xml"/><Relationship Id="rId12" Type="http://schemas.openxmlformats.org/officeDocument/2006/relationships/tags" Target="../tags/tag732.xml"/><Relationship Id="rId11" Type="http://schemas.openxmlformats.org/officeDocument/2006/relationships/tags" Target="../tags/tag731.xml"/><Relationship Id="rId10" Type="http://schemas.openxmlformats.org/officeDocument/2006/relationships/tags" Target="../tags/tag730.xml"/><Relationship Id="rId1" Type="http://schemas.openxmlformats.org/officeDocument/2006/relationships/tags" Target="../tags/tag72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47.xml"/><Relationship Id="rId8" Type="http://schemas.openxmlformats.org/officeDocument/2006/relationships/tags" Target="../tags/tag746.xml"/><Relationship Id="rId7" Type="http://schemas.openxmlformats.org/officeDocument/2006/relationships/tags" Target="../tags/tag745.xml"/><Relationship Id="rId6" Type="http://schemas.openxmlformats.org/officeDocument/2006/relationships/tags" Target="../tags/tag744.xml"/><Relationship Id="rId5" Type="http://schemas.openxmlformats.org/officeDocument/2006/relationships/tags" Target="../tags/tag743.xml"/><Relationship Id="rId4" Type="http://schemas.openxmlformats.org/officeDocument/2006/relationships/tags" Target="../tags/tag742.xml"/><Relationship Id="rId3" Type="http://schemas.openxmlformats.org/officeDocument/2006/relationships/tags" Target="../tags/tag741.xml"/><Relationship Id="rId20" Type="http://schemas.openxmlformats.org/officeDocument/2006/relationships/notesSlide" Target="../notesSlides/notesSlide8.xml"/><Relationship Id="rId2" Type="http://schemas.openxmlformats.org/officeDocument/2006/relationships/tags" Target="../tags/tag740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756.xml"/><Relationship Id="rId17" Type="http://schemas.openxmlformats.org/officeDocument/2006/relationships/tags" Target="../tags/tag755.xml"/><Relationship Id="rId16" Type="http://schemas.openxmlformats.org/officeDocument/2006/relationships/tags" Target="../tags/tag754.xml"/><Relationship Id="rId15" Type="http://schemas.openxmlformats.org/officeDocument/2006/relationships/tags" Target="../tags/tag753.xml"/><Relationship Id="rId14" Type="http://schemas.openxmlformats.org/officeDocument/2006/relationships/tags" Target="../tags/tag752.xml"/><Relationship Id="rId13" Type="http://schemas.openxmlformats.org/officeDocument/2006/relationships/tags" Target="../tags/tag751.xml"/><Relationship Id="rId12" Type="http://schemas.openxmlformats.org/officeDocument/2006/relationships/tags" Target="../tags/tag750.xml"/><Relationship Id="rId11" Type="http://schemas.openxmlformats.org/officeDocument/2006/relationships/tags" Target="../tags/tag749.xml"/><Relationship Id="rId10" Type="http://schemas.openxmlformats.org/officeDocument/2006/relationships/tags" Target="../tags/tag748.xml"/><Relationship Id="rId1" Type="http://schemas.openxmlformats.org/officeDocument/2006/relationships/tags" Target="../tags/tag73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764.xml"/><Relationship Id="rId7" Type="http://schemas.openxmlformats.org/officeDocument/2006/relationships/tags" Target="../tags/tag763.xml"/><Relationship Id="rId6" Type="http://schemas.openxmlformats.org/officeDocument/2006/relationships/tags" Target="../tags/tag762.xml"/><Relationship Id="rId5" Type="http://schemas.openxmlformats.org/officeDocument/2006/relationships/tags" Target="../tags/tag761.xml"/><Relationship Id="rId4" Type="http://schemas.openxmlformats.org/officeDocument/2006/relationships/tags" Target="../tags/tag760.xml"/><Relationship Id="rId3" Type="http://schemas.openxmlformats.org/officeDocument/2006/relationships/tags" Target="../tags/tag759.xml"/><Relationship Id="rId2" Type="http://schemas.openxmlformats.org/officeDocument/2006/relationships/tags" Target="../tags/tag758.xml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66.xml"/><Relationship Id="rId11" Type="http://schemas.openxmlformats.org/officeDocument/2006/relationships/image" Target="../media/image7.png"/><Relationship Id="rId10" Type="http://schemas.openxmlformats.org/officeDocument/2006/relationships/tags" Target="../tags/tag765.xml"/><Relationship Id="rId1" Type="http://schemas.openxmlformats.org/officeDocument/2006/relationships/tags" Target="../tags/tag75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75.xml"/><Relationship Id="rId8" Type="http://schemas.openxmlformats.org/officeDocument/2006/relationships/tags" Target="../tags/tag774.xml"/><Relationship Id="rId7" Type="http://schemas.openxmlformats.org/officeDocument/2006/relationships/tags" Target="../tags/tag773.xml"/><Relationship Id="rId6" Type="http://schemas.openxmlformats.org/officeDocument/2006/relationships/tags" Target="../tags/tag772.xml"/><Relationship Id="rId5" Type="http://schemas.openxmlformats.org/officeDocument/2006/relationships/tags" Target="../tags/tag771.xml"/><Relationship Id="rId49" Type="http://schemas.openxmlformats.org/officeDocument/2006/relationships/notesSlide" Target="../notesSlides/notesSlide10.xml"/><Relationship Id="rId48" Type="http://schemas.openxmlformats.org/officeDocument/2006/relationships/slideLayout" Target="../slideLayouts/slideLayout11.xml"/><Relationship Id="rId47" Type="http://schemas.openxmlformats.org/officeDocument/2006/relationships/tags" Target="../tags/tag813.xml"/><Relationship Id="rId46" Type="http://schemas.openxmlformats.org/officeDocument/2006/relationships/tags" Target="../tags/tag812.xml"/><Relationship Id="rId45" Type="http://schemas.openxmlformats.org/officeDocument/2006/relationships/tags" Target="../tags/tag811.xml"/><Relationship Id="rId44" Type="http://schemas.openxmlformats.org/officeDocument/2006/relationships/tags" Target="../tags/tag810.xml"/><Relationship Id="rId43" Type="http://schemas.openxmlformats.org/officeDocument/2006/relationships/tags" Target="../tags/tag809.xml"/><Relationship Id="rId42" Type="http://schemas.openxmlformats.org/officeDocument/2006/relationships/tags" Target="../tags/tag808.xml"/><Relationship Id="rId41" Type="http://schemas.openxmlformats.org/officeDocument/2006/relationships/tags" Target="../tags/tag807.xml"/><Relationship Id="rId40" Type="http://schemas.openxmlformats.org/officeDocument/2006/relationships/tags" Target="../tags/tag806.xml"/><Relationship Id="rId4" Type="http://schemas.openxmlformats.org/officeDocument/2006/relationships/tags" Target="../tags/tag770.xml"/><Relationship Id="rId39" Type="http://schemas.openxmlformats.org/officeDocument/2006/relationships/tags" Target="../tags/tag805.xml"/><Relationship Id="rId38" Type="http://schemas.openxmlformats.org/officeDocument/2006/relationships/tags" Target="../tags/tag804.xml"/><Relationship Id="rId37" Type="http://schemas.openxmlformats.org/officeDocument/2006/relationships/tags" Target="../tags/tag803.xml"/><Relationship Id="rId36" Type="http://schemas.openxmlformats.org/officeDocument/2006/relationships/tags" Target="../tags/tag802.xml"/><Relationship Id="rId35" Type="http://schemas.openxmlformats.org/officeDocument/2006/relationships/tags" Target="../tags/tag801.xml"/><Relationship Id="rId34" Type="http://schemas.openxmlformats.org/officeDocument/2006/relationships/tags" Target="../tags/tag800.xml"/><Relationship Id="rId33" Type="http://schemas.openxmlformats.org/officeDocument/2006/relationships/tags" Target="../tags/tag799.xml"/><Relationship Id="rId32" Type="http://schemas.openxmlformats.org/officeDocument/2006/relationships/tags" Target="../tags/tag798.xml"/><Relationship Id="rId31" Type="http://schemas.openxmlformats.org/officeDocument/2006/relationships/tags" Target="../tags/tag797.xml"/><Relationship Id="rId30" Type="http://schemas.openxmlformats.org/officeDocument/2006/relationships/tags" Target="../tags/tag796.xml"/><Relationship Id="rId3" Type="http://schemas.openxmlformats.org/officeDocument/2006/relationships/tags" Target="../tags/tag769.xml"/><Relationship Id="rId29" Type="http://schemas.openxmlformats.org/officeDocument/2006/relationships/tags" Target="../tags/tag795.xml"/><Relationship Id="rId28" Type="http://schemas.openxmlformats.org/officeDocument/2006/relationships/tags" Target="../tags/tag794.xml"/><Relationship Id="rId27" Type="http://schemas.openxmlformats.org/officeDocument/2006/relationships/tags" Target="../tags/tag793.xml"/><Relationship Id="rId26" Type="http://schemas.openxmlformats.org/officeDocument/2006/relationships/tags" Target="../tags/tag792.xml"/><Relationship Id="rId25" Type="http://schemas.openxmlformats.org/officeDocument/2006/relationships/tags" Target="../tags/tag791.xml"/><Relationship Id="rId24" Type="http://schemas.openxmlformats.org/officeDocument/2006/relationships/tags" Target="../tags/tag790.xml"/><Relationship Id="rId23" Type="http://schemas.openxmlformats.org/officeDocument/2006/relationships/tags" Target="../tags/tag789.xml"/><Relationship Id="rId22" Type="http://schemas.openxmlformats.org/officeDocument/2006/relationships/tags" Target="../tags/tag788.xml"/><Relationship Id="rId21" Type="http://schemas.openxmlformats.org/officeDocument/2006/relationships/tags" Target="../tags/tag787.xml"/><Relationship Id="rId20" Type="http://schemas.openxmlformats.org/officeDocument/2006/relationships/tags" Target="../tags/tag786.xml"/><Relationship Id="rId2" Type="http://schemas.openxmlformats.org/officeDocument/2006/relationships/tags" Target="../tags/tag768.xml"/><Relationship Id="rId19" Type="http://schemas.openxmlformats.org/officeDocument/2006/relationships/tags" Target="../tags/tag785.xml"/><Relationship Id="rId18" Type="http://schemas.openxmlformats.org/officeDocument/2006/relationships/tags" Target="../tags/tag784.xml"/><Relationship Id="rId17" Type="http://schemas.openxmlformats.org/officeDocument/2006/relationships/tags" Target="../tags/tag783.xml"/><Relationship Id="rId16" Type="http://schemas.openxmlformats.org/officeDocument/2006/relationships/tags" Target="../tags/tag782.xml"/><Relationship Id="rId15" Type="http://schemas.openxmlformats.org/officeDocument/2006/relationships/tags" Target="../tags/tag781.xml"/><Relationship Id="rId14" Type="http://schemas.openxmlformats.org/officeDocument/2006/relationships/tags" Target="../tags/tag780.xml"/><Relationship Id="rId13" Type="http://schemas.openxmlformats.org/officeDocument/2006/relationships/tags" Target="../tags/tag779.xml"/><Relationship Id="rId12" Type="http://schemas.openxmlformats.org/officeDocument/2006/relationships/tags" Target="../tags/tag778.xml"/><Relationship Id="rId11" Type="http://schemas.openxmlformats.org/officeDocument/2006/relationships/tags" Target="../tags/tag777.xml"/><Relationship Id="rId10" Type="http://schemas.openxmlformats.org/officeDocument/2006/relationships/tags" Target="../tags/tag776.xml"/><Relationship Id="rId1" Type="http://schemas.openxmlformats.org/officeDocument/2006/relationships/tags" Target="../tags/tag76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15.xml"/><Relationship Id="rId1" Type="http://schemas.openxmlformats.org/officeDocument/2006/relationships/tags" Target="../tags/tag8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格式化商品日期</a:t>
            </a:r>
            <a:endParaRPr lang="zh-CN" altLang="en-US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组合 1"/>
          <p:cNvGrpSpPr/>
          <p:nvPr/>
        </p:nvGrpSpPr>
        <p:grpSpPr>
          <a:xfrm>
            <a:off x="1856105" y="5394325"/>
            <a:ext cx="9023985" cy="1196975"/>
            <a:chOff x="2923" y="8495"/>
            <a:chExt cx="14211" cy="1885"/>
          </a:xfrm>
        </p:grpSpPr>
        <p:sp>
          <p:nvSpPr>
            <p:cNvPr id="16" name="TextBox 3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010" y="9021"/>
              <a:ext cx="13124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如何模块化实现商品发布日期的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格式化显示呢？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8" name="ï$líḍe"/>
            <p:cNvSpPr/>
            <p:nvPr>
              <p:custDataLst>
                <p:tags r:id="rId5"/>
              </p:custDataLst>
            </p:nvPr>
          </p:nvSpPr>
          <p:spPr bwMode="auto">
            <a:xfrm>
              <a:off x="3628" y="9387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îşľîḋé"/>
            <p:cNvSpPr/>
            <p:nvPr>
              <p:custDataLst>
                <p:tags r:id="rId6"/>
              </p:custDataLst>
            </p:nvPr>
          </p:nvSpPr>
          <p:spPr bwMode="auto">
            <a:xfrm>
              <a:off x="3146" y="10298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" name="îśḷïḋé"/>
            <p:cNvSpPr/>
            <p:nvPr>
              <p:custDataLst>
                <p:tags r:id="rId7"/>
              </p:custDataLst>
            </p:nvPr>
          </p:nvSpPr>
          <p:spPr bwMode="auto">
            <a:xfrm>
              <a:off x="3452" y="9476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" name="iṩḷïďê"/>
            <p:cNvSpPr/>
            <p:nvPr>
              <p:custDataLst>
                <p:tags r:id="rId8"/>
              </p:custDataLst>
            </p:nvPr>
          </p:nvSpPr>
          <p:spPr bwMode="auto">
            <a:xfrm>
              <a:off x="3640" y="9501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2" name="îsľîḋé"/>
            <p:cNvSpPr/>
            <p:nvPr>
              <p:custDataLst>
                <p:tags r:id="rId9"/>
              </p:custDataLst>
            </p:nvPr>
          </p:nvSpPr>
          <p:spPr bwMode="auto">
            <a:xfrm>
              <a:off x="3295" y="9554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ïsḻïdê"/>
            <p:cNvSpPr/>
            <p:nvPr>
              <p:custDataLst>
                <p:tags r:id="rId10"/>
              </p:custDataLst>
            </p:nvPr>
          </p:nvSpPr>
          <p:spPr bwMode="auto">
            <a:xfrm>
              <a:off x="3309" y="9550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4" name="iS1îḍê"/>
            <p:cNvSpPr/>
            <p:nvPr>
              <p:custDataLst>
                <p:tags r:id="rId11"/>
              </p:custDataLst>
            </p:nvPr>
          </p:nvSpPr>
          <p:spPr bwMode="auto">
            <a:xfrm>
              <a:off x="3307" y="9639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işļíḓé"/>
            <p:cNvSpPr/>
            <p:nvPr>
              <p:custDataLst>
                <p:tags r:id="rId12"/>
              </p:custDataLst>
            </p:nvPr>
          </p:nvSpPr>
          <p:spPr bwMode="auto">
            <a:xfrm>
              <a:off x="3297" y="9601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iŝ1îḓé"/>
            <p:cNvSpPr/>
            <p:nvPr>
              <p:custDataLst>
                <p:tags r:id="rId13"/>
              </p:custDataLst>
            </p:nvPr>
          </p:nvSpPr>
          <p:spPr bwMode="auto">
            <a:xfrm>
              <a:off x="3382" y="9875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íşlíḑè"/>
            <p:cNvSpPr/>
            <p:nvPr>
              <p:custDataLst>
                <p:tags r:id="rId14"/>
              </p:custDataLst>
            </p:nvPr>
          </p:nvSpPr>
          <p:spPr bwMode="auto">
            <a:xfrm>
              <a:off x="3442" y="10295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î$ļïḓe"/>
            <p:cNvSpPr/>
            <p:nvPr>
              <p:custDataLst>
                <p:tags r:id="rId15"/>
              </p:custDataLst>
            </p:nvPr>
          </p:nvSpPr>
          <p:spPr bwMode="auto">
            <a:xfrm>
              <a:off x="3249" y="9875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ïŝlïḓe"/>
            <p:cNvSpPr/>
            <p:nvPr>
              <p:custDataLst>
                <p:tags r:id="rId16"/>
              </p:custDataLst>
            </p:nvPr>
          </p:nvSpPr>
          <p:spPr bwMode="auto">
            <a:xfrm>
              <a:off x="3309" y="10294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7" name="îṡḻîḓê"/>
            <p:cNvSpPr/>
            <p:nvPr>
              <p:custDataLst>
                <p:tags r:id="rId17"/>
              </p:custDataLst>
            </p:nvPr>
          </p:nvSpPr>
          <p:spPr bwMode="auto">
            <a:xfrm>
              <a:off x="3199" y="9873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ísľïḍé"/>
            <p:cNvSpPr/>
            <p:nvPr>
              <p:custDataLst>
                <p:tags r:id="rId18"/>
              </p:custDataLst>
            </p:nvPr>
          </p:nvSpPr>
          <p:spPr bwMode="auto">
            <a:xfrm>
              <a:off x="3220" y="9921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îṡľiḓe"/>
            <p:cNvSpPr/>
            <p:nvPr>
              <p:custDataLst>
                <p:tags r:id="rId19"/>
              </p:custDataLst>
            </p:nvPr>
          </p:nvSpPr>
          <p:spPr bwMode="auto">
            <a:xfrm>
              <a:off x="3288" y="9933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0" name="îšľîdè"/>
            <p:cNvSpPr/>
            <p:nvPr>
              <p:custDataLst>
                <p:tags r:id="rId20"/>
              </p:custDataLst>
            </p:nvPr>
          </p:nvSpPr>
          <p:spPr bwMode="auto">
            <a:xfrm>
              <a:off x="3365" y="9933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íṡlîḓe"/>
            <p:cNvSpPr/>
            <p:nvPr>
              <p:custDataLst>
                <p:tags r:id="rId21"/>
              </p:custDataLst>
            </p:nvPr>
          </p:nvSpPr>
          <p:spPr bwMode="auto">
            <a:xfrm>
              <a:off x="3402" y="9921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2" name="ís1ïďè"/>
            <p:cNvSpPr/>
            <p:nvPr>
              <p:custDataLst>
                <p:tags r:id="rId22"/>
              </p:custDataLst>
            </p:nvPr>
          </p:nvSpPr>
          <p:spPr bwMode="auto">
            <a:xfrm>
              <a:off x="3444" y="9909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3" name="îṣ1íďé"/>
            <p:cNvSpPr/>
            <p:nvPr>
              <p:custDataLst>
                <p:tags r:id="rId23"/>
              </p:custDataLst>
            </p:nvPr>
          </p:nvSpPr>
          <p:spPr bwMode="auto">
            <a:xfrm>
              <a:off x="3486" y="9888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4" name="ïṧḷiḋè"/>
            <p:cNvSpPr/>
            <p:nvPr>
              <p:custDataLst>
                <p:tags r:id="rId24"/>
              </p:custDataLst>
            </p:nvPr>
          </p:nvSpPr>
          <p:spPr bwMode="auto">
            <a:xfrm>
              <a:off x="3220" y="9600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5" name="ïṥ1iḍê"/>
            <p:cNvSpPr/>
            <p:nvPr>
              <p:custDataLst>
                <p:tags r:id="rId25"/>
              </p:custDataLst>
            </p:nvPr>
          </p:nvSpPr>
          <p:spPr bwMode="auto">
            <a:xfrm>
              <a:off x="3275" y="9608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" name="îşlîḍè"/>
            <p:cNvSpPr/>
            <p:nvPr>
              <p:custDataLst>
                <p:tags r:id="rId26"/>
              </p:custDataLst>
            </p:nvPr>
          </p:nvSpPr>
          <p:spPr bwMode="auto">
            <a:xfrm>
              <a:off x="3371" y="9593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" name="îṧľíḋe"/>
            <p:cNvSpPr/>
            <p:nvPr>
              <p:custDataLst>
                <p:tags r:id="rId27"/>
              </p:custDataLst>
            </p:nvPr>
          </p:nvSpPr>
          <p:spPr bwMode="auto">
            <a:xfrm>
              <a:off x="3372" y="9806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" name="îṥļiḍe"/>
            <p:cNvSpPr/>
            <p:nvPr>
              <p:custDataLst>
                <p:tags r:id="rId28"/>
              </p:custDataLst>
            </p:nvPr>
          </p:nvSpPr>
          <p:spPr bwMode="auto">
            <a:xfrm>
              <a:off x="3378" y="9839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i$ḻïḓè"/>
            <p:cNvSpPr/>
            <p:nvPr>
              <p:custDataLst>
                <p:tags r:id="rId29"/>
              </p:custDataLst>
            </p:nvPr>
          </p:nvSpPr>
          <p:spPr bwMode="auto">
            <a:xfrm>
              <a:off x="3385" y="9872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íś1iḓe"/>
            <p:cNvSpPr/>
            <p:nvPr>
              <p:custDataLst>
                <p:tags r:id="rId30"/>
              </p:custDataLst>
            </p:nvPr>
          </p:nvSpPr>
          <p:spPr bwMode="auto">
            <a:xfrm>
              <a:off x="3032" y="9122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" name="ïṩḷiḋê"/>
            <p:cNvSpPr/>
            <p:nvPr>
              <p:custDataLst>
                <p:tags r:id="rId31"/>
              </p:custDataLst>
            </p:nvPr>
          </p:nvSpPr>
          <p:spPr bwMode="auto">
            <a:xfrm>
              <a:off x="3161" y="9514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" name="iSlîḓe"/>
            <p:cNvSpPr/>
            <p:nvPr>
              <p:custDataLst>
                <p:tags r:id="rId32"/>
              </p:custDataLst>
            </p:nvPr>
          </p:nvSpPr>
          <p:spPr bwMode="auto">
            <a:xfrm>
              <a:off x="3274" y="9486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3" name="iṣľîḍé"/>
            <p:cNvSpPr/>
            <p:nvPr>
              <p:custDataLst>
                <p:tags r:id="rId33"/>
              </p:custDataLst>
            </p:nvPr>
          </p:nvSpPr>
          <p:spPr bwMode="auto">
            <a:xfrm>
              <a:off x="3286" y="9482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4" name="îṧ1ïdè"/>
            <p:cNvSpPr/>
            <p:nvPr>
              <p:custDataLst>
                <p:tags r:id="rId34"/>
              </p:custDataLst>
            </p:nvPr>
          </p:nvSpPr>
          <p:spPr bwMode="auto">
            <a:xfrm>
              <a:off x="3302" y="9472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5" name="iṧlïḋe"/>
            <p:cNvSpPr/>
            <p:nvPr>
              <p:custDataLst>
                <p:tags r:id="rId35"/>
              </p:custDataLst>
            </p:nvPr>
          </p:nvSpPr>
          <p:spPr bwMode="auto">
            <a:xfrm>
              <a:off x="3416" y="9433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6" name="íṣ1íḍê"/>
            <p:cNvSpPr/>
            <p:nvPr>
              <p:custDataLst>
                <p:tags r:id="rId36"/>
              </p:custDataLst>
            </p:nvPr>
          </p:nvSpPr>
          <p:spPr bwMode="auto">
            <a:xfrm>
              <a:off x="3430" y="9428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7" name="îṡľîďè"/>
            <p:cNvSpPr/>
            <p:nvPr>
              <p:custDataLst>
                <p:tags r:id="rId37"/>
              </p:custDataLst>
            </p:nvPr>
          </p:nvSpPr>
          <p:spPr bwMode="auto">
            <a:xfrm>
              <a:off x="3444" y="9430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8" name="ïśľîḓe"/>
            <p:cNvSpPr/>
            <p:nvPr>
              <p:custDataLst>
                <p:tags r:id="rId38"/>
              </p:custDataLst>
            </p:nvPr>
          </p:nvSpPr>
          <p:spPr bwMode="auto">
            <a:xfrm>
              <a:off x="3390" y="9358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ïšḻíḋê"/>
            <p:cNvSpPr/>
            <p:nvPr>
              <p:custDataLst>
                <p:tags r:id="rId39"/>
              </p:custDataLst>
            </p:nvPr>
          </p:nvSpPr>
          <p:spPr bwMode="auto">
            <a:xfrm>
              <a:off x="3415" y="9363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0" name="işľídè"/>
            <p:cNvSpPr/>
            <p:nvPr>
              <p:custDataLst>
                <p:tags r:id="rId40"/>
              </p:custDataLst>
            </p:nvPr>
          </p:nvSpPr>
          <p:spPr bwMode="auto">
            <a:xfrm>
              <a:off x="3245" y="9399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îsḷiḍe"/>
            <p:cNvSpPr/>
            <p:nvPr>
              <p:custDataLst>
                <p:tags r:id="rId41"/>
              </p:custDataLst>
            </p:nvPr>
          </p:nvSpPr>
          <p:spPr bwMode="auto">
            <a:xfrm>
              <a:off x="3271" y="9406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2" name="iṧlîde"/>
            <p:cNvSpPr/>
            <p:nvPr>
              <p:custDataLst>
                <p:tags r:id="rId42"/>
              </p:custDataLst>
            </p:nvPr>
          </p:nvSpPr>
          <p:spPr bwMode="auto">
            <a:xfrm>
              <a:off x="3230" y="9350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3" name="ísḷîdé"/>
            <p:cNvSpPr/>
            <p:nvPr>
              <p:custDataLst>
                <p:tags r:id="rId43"/>
              </p:custDataLst>
            </p:nvPr>
          </p:nvSpPr>
          <p:spPr bwMode="auto">
            <a:xfrm>
              <a:off x="3355" y="9301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4" name="ïṡ1idè"/>
            <p:cNvSpPr/>
            <p:nvPr>
              <p:custDataLst>
                <p:tags r:id="rId44"/>
              </p:custDataLst>
            </p:nvPr>
          </p:nvSpPr>
          <p:spPr bwMode="auto">
            <a:xfrm>
              <a:off x="3333" y="9489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5" name="işliḋè"/>
            <p:cNvSpPr/>
            <p:nvPr>
              <p:custDataLst>
                <p:tags r:id="rId45"/>
              </p:custDataLst>
            </p:nvPr>
          </p:nvSpPr>
          <p:spPr bwMode="auto">
            <a:xfrm>
              <a:off x="2937" y="9037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6" name="íslïďê"/>
            <p:cNvSpPr/>
            <p:nvPr>
              <p:custDataLst>
                <p:tags r:id="rId46"/>
              </p:custDataLst>
            </p:nvPr>
          </p:nvSpPr>
          <p:spPr bwMode="auto">
            <a:xfrm>
              <a:off x="3088" y="9342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îṣḻíḑe"/>
            <p:cNvSpPr/>
            <p:nvPr>
              <p:custDataLst>
                <p:tags r:id="rId47"/>
              </p:custDataLst>
            </p:nvPr>
          </p:nvSpPr>
          <p:spPr bwMode="auto">
            <a:xfrm>
              <a:off x="3026" y="9436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ïśḷïde"/>
            <p:cNvSpPr/>
            <p:nvPr>
              <p:custDataLst>
                <p:tags r:id="rId48"/>
              </p:custDataLst>
            </p:nvPr>
          </p:nvSpPr>
          <p:spPr bwMode="auto">
            <a:xfrm>
              <a:off x="3127" y="9470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9" name="iṡḷîḑê"/>
            <p:cNvSpPr/>
            <p:nvPr>
              <p:custDataLst>
                <p:tags r:id="rId49"/>
              </p:custDataLst>
            </p:nvPr>
          </p:nvSpPr>
          <p:spPr bwMode="auto">
            <a:xfrm>
              <a:off x="2923" y="9215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0" name="íṩ1ídè"/>
            <p:cNvSpPr/>
            <p:nvPr>
              <p:custDataLst>
                <p:tags r:id="rId50"/>
              </p:custDataLst>
            </p:nvPr>
          </p:nvSpPr>
          <p:spPr bwMode="auto">
            <a:xfrm>
              <a:off x="2993" y="8815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1" name="ïSļîḋê"/>
            <p:cNvSpPr/>
            <p:nvPr>
              <p:custDataLst>
                <p:tags r:id="rId51"/>
              </p:custDataLst>
            </p:nvPr>
          </p:nvSpPr>
          <p:spPr bwMode="auto">
            <a:xfrm>
              <a:off x="3948" y="10153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ïś1iďé"/>
            <p:cNvSpPr/>
            <p:nvPr>
              <p:custDataLst>
                <p:tags r:id="rId52"/>
              </p:custDataLst>
            </p:nvPr>
          </p:nvSpPr>
          <p:spPr bwMode="auto">
            <a:xfrm>
              <a:off x="4166" y="8495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3" name="îṩḷïḋê"/>
            <p:cNvSpPr/>
            <p:nvPr>
              <p:custDataLst>
                <p:tags r:id="rId53"/>
              </p:custDataLst>
            </p:nvPr>
          </p:nvSpPr>
          <p:spPr bwMode="auto">
            <a:xfrm>
              <a:off x="3904" y="8564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4" name="îṡḷiďê"/>
            <p:cNvSpPr/>
            <p:nvPr>
              <p:custDataLst>
                <p:tags r:id="rId54"/>
              </p:custDataLst>
            </p:nvPr>
          </p:nvSpPr>
          <p:spPr bwMode="auto">
            <a:xfrm>
              <a:off x="3904" y="8564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5" name="îṧ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3909" y="8564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6" name="îṡļîḑè"/>
            <p:cNvSpPr/>
            <p:nvPr>
              <p:custDataLst>
                <p:tags r:id="rId56"/>
              </p:custDataLst>
            </p:nvPr>
          </p:nvSpPr>
          <p:spPr bwMode="auto">
            <a:xfrm>
              <a:off x="3909" y="8564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7" name="í$1ïďê"/>
            <p:cNvSpPr/>
            <p:nvPr>
              <p:custDataLst>
                <p:tags r:id="rId57"/>
              </p:custDataLst>
            </p:nvPr>
          </p:nvSpPr>
          <p:spPr bwMode="auto">
            <a:xfrm>
              <a:off x="3911" y="9228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8" name="isľíďe"/>
            <p:cNvSpPr/>
            <p:nvPr>
              <p:custDataLst>
                <p:tags r:id="rId58"/>
              </p:custDataLst>
            </p:nvPr>
          </p:nvSpPr>
          <p:spPr bwMode="auto">
            <a:xfrm>
              <a:off x="3916" y="9228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ïṡlíḓé"/>
            <p:cNvSpPr/>
            <p:nvPr>
              <p:custDataLst>
                <p:tags r:id="rId59"/>
              </p:custDataLst>
            </p:nvPr>
          </p:nvSpPr>
          <p:spPr bwMode="auto">
            <a:xfrm>
              <a:off x="3857" y="8896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îŝ1îdè"/>
            <p:cNvSpPr/>
            <p:nvPr>
              <p:custDataLst>
                <p:tags r:id="rId60"/>
              </p:custDataLst>
            </p:nvPr>
          </p:nvSpPr>
          <p:spPr bwMode="auto">
            <a:xfrm>
              <a:off x="3865" y="8892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1" name="íśḷîḍé"/>
            <p:cNvSpPr/>
            <p:nvPr>
              <p:custDataLst>
                <p:tags r:id="rId61"/>
              </p:custDataLst>
            </p:nvPr>
          </p:nvSpPr>
          <p:spPr bwMode="auto">
            <a:xfrm>
              <a:off x="3848" y="9540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2" name="ï$ḻíḑe"/>
            <p:cNvSpPr/>
            <p:nvPr>
              <p:custDataLst>
                <p:tags r:id="rId62"/>
              </p:custDataLst>
            </p:nvPr>
          </p:nvSpPr>
          <p:spPr bwMode="auto">
            <a:xfrm>
              <a:off x="3854" y="9533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3" name="îŝľïďê"/>
            <p:cNvSpPr/>
            <p:nvPr>
              <p:custDataLst>
                <p:tags r:id="rId63"/>
              </p:custDataLst>
            </p:nvPr>
          </p:nvSpPr>
          <p:spPr bwMode="auto">
            <a:xfrm>
              <a:off x="4166" y="8815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4" name="íṡḷíḑe"/>
            <p:cNvSpPr/>
            <p:nvPr>
              <p:custDataLst>
                <p:tags r:id="rId64"/>
              </p:custDataLst>
            </p:nvPr>
          </p:nvSpPr>
          <p:spPr bwMode="auto">
            <a:xfrm>
              <a:off x="4166" y="8815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5" name="iśļïďê"/>
            <p:cNvSpPr/>
            <p:nvPr>
              <p:custDataLst>
                <p:tags r:id="rId65"/>
              </p:custDataLst>
            </p:nvPr>
          </p:nvSpPr>
          <p:spPr bwMode="auto">
            <a:xfrm>
              <a:off x="4166" y="8797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6" name="íṧlîḍé"/>
            <p:cNvSpPr/>
            <p:nvPr>
              <p:custDataLst>
                <p:tags r:id="rId66"/>
              </p:custDataLst>
            </p:nvPr>
          </p:nvSpPr>
          <p:spPr bwMode="auto">
            <a:xfrm>
              <a:off x="4166" y="8797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7" name="iṩļïḍê"/>
            <p:cNvSpPr/>
            <p:nvPr>
              <p:custDataLst>
                <p:tags r:id="rId67"/>
              </p:custDataLst>
            </p:nvPr>
          </p:nvSpPr>
          <p:spPr bwMode="auto">
            <a:xfrm>
              <a:off x="4166" y="8799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8" name="íŝḻiḑe"/>
            <p:cNvSpPr/>
            <p:nvPr>
              <p:custDataLst>
                <p:tags r:id="rId68"/>
              </p:custDataLst>
            </p:nvPr>
          </p:nvSpPr>
          <p:spPr bwMode="auto">
            <a:xfrm>
              <a:off x="4166" y="8799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9" name="iṣḷíḋé"/>
            <p:cNvSpPr/>
            <p:nvPr>
              <p:custDataLst>
                <p:tags r:id="rId69"/>
              </p:custDataLst>
            </p:nvPr>
          </p:nvSpPr>
          <p:spPr bwMode="auto">
            <a:xfrm>
              <a:off x="4166" y="9112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0" name="îSḷíḍe"/>
            <p:cNvSpPr/>
            <p:nvPr>
              <p:custDataLst>
                <p:tags r:id="rId70"/>
              </p:custDataLst>
            </p:nvPr>
          </p:nvSpPr>
          <p:spPr bwMode="auto">
            <a:xfrm>
              <a:off x="4166" y="9433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ïşliďê"/>
            <p:cNvSpPr/>
            <p:nvPr>
              <p:custDataLst>
                <p:tags r:id="rId71"/>
              </p:custDataLst>
            </p:nvPr>
          </p:nvSpPr>
          <p:spPr bwMode="auto">
            <a:xfrm>
              <a:off x="4166" y="9765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6" name="矩形: 圆角 95"/>
          <p:cNvSpPr/>
          <p:nvPr>
            <p:custDataLst>
              <p:tags r:id="rId72"/>
            </p:custDataLst>
          </p:nvPr>
        </p:nvSpPr>
        <p:spPr>
          <a:xfrm>
            <a:off x="2459990" y="2297430"/>
            <a:ext cx="6936740" cy="2754630"/>
          </a:xfrm>
          <a:prstGeom prst="round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3636010" y="675640"/>
            <a:ext cx="4634865" cy="1552575"/>
          </a:xfrm>
          <a:prstGeom prst="rect">
            <a:avLst/>
          </a:prstGeom>
        </p:spPr>
      </p:pic>
      <p:pic>
        <p:nvPicPr>
          <p:cNvPr id="3" name="图片 2" descr="C:/Users/TXY/Desktop/555.png555"/>
          <p:cNvPicPr>
            <a:picLocks noChangeAspect="1"/>
          </p:cNvPicPr>
          <p:nvPr/>
        </p:nvPicPr>
        <p:blipFill rotWithShape="1">
          <a:blip r:embed="rId74"/>
          <a:srcRect t="5435" b="5435"/>
          <a:stretch>
            <a:fillRect/>
          </a:stretch>
        </p:blipFill>
        <p:spPr>
          <a:xfrm>
            <a:off x="5927725" y="2424430"/>
            <a:ext cx="2780665" cy="24790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1" name="图片 110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3077845" y="2396490"/>
            <a:ext cx="2828290" cy="2828290"/>
          </a:xfrm>
          <a:prstGeom prst="rect">
            <a:avLst/>
          </a:prstGeom>
        </p:spPr>
      </p:pic>
    </p:spTree>
    <p:custDataLst>
      <p:tags r:id="rId7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910080" y="3025140"/>
            <a:ext cx="3020695" cy="698500"/>
            <a:chOff x="3008" y="4764"/>
            <a:chExt cx="4757" cy="1100"/>
          </a:xfrm>
        </p:grpSpPr>
        <p:sp>
          <p:nvSpPr>
            <p:cNvPr id="7" name="矩形 6"/>
            <p:cNvSpPr/>
            <p:nvPr>
              <p:custDataLst>
                <p:tags r:id="rId2"/>
              </p:custDataLst>
            </p:nvPr>
          </p:nvSpPr>
          <p:spPr>
            <a:xfrm>
              <a:off x="3008" y="4764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4281" y="4939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实验需求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031105" y="3025140"/>
            <a:ext cx="3020695" cy="698500"/>
            <a:chOff x="7923" y="4764"/>
            <a:chExt cx="4757" cy="1100"/>
          </a:xfrm>
        </p:grpSpPr>
        <p:sp>
          <p:nvSpPr>
            <p:cNvPr id="9" name="矩形 8"/>
            <p:cNvSpPr/>
            <p:nvPr>
              <p:custDataLst>
                <p:tags r:id="rId4"/>
              </p:custDataLst>
            </p:nvPr>
          </p:nvSpPr>
          <p:spPr>
            <a:xfrm>
              <a:off x="7923" y="4764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5"/>
              </p:custDataLst>
            </p:nvPr>
          </p:nvSpPr>
          <p:spPr>
            <a:xfrm>
              <a:off x="9196" y="4939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实验步骤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006715" y="3025140"/>
            <a:ext cx="3023235" cy="698500"/>
            <a:chOff x="12609" y="4764"/>
            <a:chExt cx="4761" cy="1100"/>
          </a:xfrm>
        </p:grpSpPr>
        <p:sp>
          <p:nvSpPr>
            <p:cNvPr id="11" name="矩形 10"/>
            <p:cNvSpPr/>
            <p:nvPr>
              <p:custDataLst>
                <p:tags r:id="rId6"/>
              </p:custDataLst>
            </p:nvPr>
          </p:nvSpPr>
          <p:spPr>
            <a:xfrm>
              <a:off x="12609" y="4764"/>
              <a:ext cx="1106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13870" y="4939"/>
              <a:ext cx="3501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项目实现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实验需求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77950" y="1189990"/>
            <a:ext cx="10004425" cy="1568450"/>
            <a:chOff x="2170" y="1874"/>
            <a:chExt cx="15755" cy="2470"/>
          </a:xfrm>
        </p:grpSpPr>
        <p:sp>
          <p:nvSpPr>
            <p:cNvPr id="36" name="iŝľíḓé"/>
            <p:cNvSpPr/>
            <p:nvPr>
              <p:custDataLst>
                <p:tags r:id="rId3"/>
              </p:custDataLst>
            </p:nvPr>
          </p:nvSpPr>
          <p:spPr bwMode="auto">
            <a:xfrm>
              <a:off x="2170" y="2262"/>
              <a:ext cx="1013" cy="96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ïṣlîdè"/>
            <p:cNvSpPr/>
            <p:nvPr>
              <p:custDataLst>
                <p:tags r:id="rId4"/>
              </p:custDataLst>
            </p:nvPr>
          </p:nvSpPr>
          <p:spPr bwMode="auto">
            <a:xfrm>
              <a:off x="2423" y="2504"/>
              <a:ext cx="519" cy="500"/>
            </a:xfrm>
            <a:custGeom>
              <a:avLst/>
              <a:gdLst>
                <a:gd name="connsiteX0" fmla="*/ 324459 w 489089"/>
                <a:gd name="connsiteY0" fmla="*/ 442516 h 603828"/>
                <a:gd name="connsiteX1" fmla="*/ 386263 w 489089"/>
                <a:gd name="connsiteY1" fmla="*/ 442516 h 603828"/>
                <a:gd name="connsiteX2" fmla="*/ 386263 w 489089"/>
                <a:gd name="connsiteY2" fmla="*/ 452958 h 603828"/>
                <a:gd name="connsiteX3" fmla="*/ 402563 w 489089"/>
                <a:gd name="connsiteY3" fmla="*/ 469096 h 603828"/>
                <a:gd name="connsiteX4" fmla="*/ 489089 w 489089"/>
                <a:gd name="connsiteY4" fmla="*/ 469096 h 603828"/>
                <a:gd name="connsiteX5" fmla="*/ 489089 w 489089"/>
                <a:gd name="connsiteY5" fmla="*/ 587485 h 603828"/>
                <a:gd name="connsiteX6" fmla="*/ 472925 w 489089"/>
                <a:gd name="connsiteY6" fmla="*/ 603758 h 603828"/>
                <a:gd name="connsiteX7" fmla="*/ 324459 w 489089"/>
                <a:gd name="connsiteY7" fmla="*/ 603758 h 603828"/>
                <a:gd name="connsiteX8" fmla="*/ 308159 w 489089"/>
                <a:gd name="connsiteY8" fmla="*/ 587485 h 603828"/>
                <a:gd name="connsiteX9" fmla="*/ 308159 w 489089"/>
                <a:gd name="connsiteY9" fmla="*/ 458789 h 603828"/>
                <a:gd name="connsiteX10" fmla="*/ 324459 w 489089"/>
                <a:gd name="connsiteY10" fmla="*/ 442516 h 603828"/>
                <a:gd name="connsiteX11" fmla="*/ 16307 w 489089"/>
                <a:gd name="connsiteY11" fmla="*/ 442516 h 603828"/>
                <a:gd name="connsiteX12" fmla="*/ 78272 w 489089"/>
                <a:gd name="connsiteY12" fmla="*/ 442516 h 603828"/>
                <a:gd name="connsiteX13" fmla="*/ 78272 w 489089"/>
                <a:gd name="connsiteY13" fmla="*/ 452963 h 603828"/>
                <a:gd name="connsiteX14" fmla="*/ 94443 w 489089"/>
                <a:gd name="connsiteY14" fmla="*/ 469107 h 603828"/>
                <a:gd name="connsiteX15" fmla="*/ 181141 w 489089"/>
                <a:gd name="connsiteY15" fmla="*/ 469107 h 603828"/>
                <a:gd name="connsiteX16" fmla="*/ 181141 w 489089"/>
                <a:gd name="connsiteY16" fmla="*/ 587548 h 603828"/>
                <a:gd name="connsiteX17" fmla="*/ 164834 w 489089"/>
                <a:gd name="connsiteY17" fmla="*/ 603828 h 603828"/>
                <a:gd name="connsiteX18" fmla="*/ 16307 w 489089"/>
                <a:gd name="connsiteY18" fmla="*/ 603828 h 603828"/>
                <a:gd name="connsiteX19" fmla="*/ 0 w 489089"/>
                <a:gd name="connsiteY19" fmla="*/ 587548 h 603828"/>
                <a:gd name="connsiteX20" fmla="*/ 0 w 489089"/>
                <a:gd name="connsiteY20" fmla="*/ 458796 h 603828"/>
                <a:gd name="connsiteX21" fmla="*/ 16307 w 489089"/>
                <a:gd name="connsiteY21" fmla="*/ 442516 h 603828"/>
                <a:gd name="connsiteX22" fmla="*/ 311829 w 489089"/>
                <a:gd name="connsiteY22" fmla="*/ 339702 h 603828"/>
                <a:gd name="connsiteX23" fmla="*/ 343461 w 489089"/>
                <a:gd name="connsiteY23" fmla="*/ 339702 h 603828"/>
                <a:gd name="connsiteX24" fmla="*/ 377808 w 489089"/>
                <a:gd name="connsiteY24" fmla="*/ 422969 h 603828"/>
                <a:gd name="connsiteX25" fmla="*/ 346040 w 489089"/>
                <a:gd name="connsiteY25" fmla="*/ 422969 h 603828"/>
                <a:gd name="connsiteX26" fmla="*/ 145806 w 489089"/>
                <a:gd name="connsiteY26" fmla="*/ 339702 h 603828"/>
                <a:gd name="connsiteX27" fmla="*/ 177472 w 489089"/>
                <a:gd name="connsiteY27" fmla="*/ 339702 h 603828"/>
                <a:gd name="connsiteX28" fmla="*/ 132216 w 489089"/>
                <a:gd name="connsiteY28" fmla="*/ 449713 h 603828"/>
                <a:gd name="connsiteX29" fmla="*/ 100415 w 489089"/>
                <a:gd name="connsiteY29" fmla="*/ 449713 h 603828"/>
                <a:gd name="connsiteX30" fmla="*/ 270626 w 489089"/>
                <a:gd name="connsiteY30" fmla="*/ 0 h 603828"/>
                <a:gd name="connsiteX31" fmla="*/ 383104 w 489089"/>
                <a:gd name="connsiteY31" fmla="*/ 88302 h 603828"/>
                <a:gd name="connsiteX32" fmla="*/ 384326 w 489089"/>
                <a:gd name="connsiteY32" fmla="*/ 93321 h 603828"/>
                <a:gd name="connsiteX33" fmla="*/ 389217 w 489089"/>
                <a:gd name="connsiteY33" fmla="*/ 94813 h 603828"/>
                <a:gd name="connsiteX34" fmla="*/ 470178 w 489089"/>
                <a:gd name="connsiteY34" fmla="*/ 205224 h 603828"/>
                <a:gd name="connsiteX35" fmla="*/ 354441 w 489089"/>
                <a:gd name="connsiteY35" fmla="*/ 320790 h 603828"/>
                <a:gd name="connsiteX36" fmla="*/ 134785 w 489089"/>
                <a:gd name="connsiteY36" fmla="*/ 320790 h 603828"/>
                <a:gd name="connsiteX37" fmla="*/ 18912 w 489089"/>
                <a:gd name="connsiteY37" fmla="*/ 205224 h 603828"/>
                <a:gd name="connsiteX38" fmla="*/ 134785 w 489089"/>
                <a:gd name="connsiteY38" fmla="*/ 89523 h 603828"/>
                <a:gd name="connsiteX39" fmla="*/ 149320 w 489089"/>
                <a:gd name="connsiteY39" fmla="*/ 90472 h 603828"/>
                <a:gd name="connsiteX40" fmla="*/ 157063 w 489089"/>
                <a:gd name="connsiteY40" fmla="*/ 91422 h 603828"/>
                <a:gd name="connsiteX41" fmla="*/ 159236 w 489089"/>
                <a:gd name="connsiteY41" fmla="*/ 83962 h 603828"/>
                <a:gd name="connsiteX42" fmla="*/ 270626 w 489089"/>
                <a:gd name="connsiteY42" fmla="*/ 0 h 60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489089" h="603828">
                  <a:moveTo>
                    <a:pt x="324459" y="442516"/>
                  </a:moveTo>
                  <a:lnTo>
                    <a:pt x="386263" y="442516"/>
                  </a:lnTo>
                  <a:lnTo>
                    <a:pt x="386263" y="452958"/>
                  </a:lnTo>
                  <a:cubicBezTo>
                    <a:pt x="386263" y="461908"/>
                    <a:pt x="393598" y="469096"/>
                    <a:pt x="402563" y="469096"/>
                  </a:cubicBezTo>
                  <a:lnTo>
                    <a:pt x="489089" y="469096"/>
                  </a:lnTo>
                  <a:lnTo>
                    <a:pt x="489089" y="587485"/>
                  </a:lnTo>
                  <a:cubicBezTo>
                    <a:pt x="489089" y="596435"/>
                    <a:pt x="481890" y="603758"/>
                    <a:pt x="472925" y="603758"/>
                  </a:cubicBezTo>
                  <a:lnTo>
                    <a:pt x="324459" y="603758"/>
                  </a:lnTo>
                  <a:cubicBezTo>
                    <a:pt x="315358" y="603758"/>
                    <a:pt x="308159" y="596435"/>
                    <a:pt x="308159" y="587485"/>
                  </a:cubicBezTo>
                  <a:lnTo>
                    <a:pt x="308159" y="458789"/>
                  </a:lnTo>
                  <a:cubicBezTo>
                    <a:pt x="308159" y="449839"/>
                    <a:pt x="315358" y="442516"/>
                    <a:pt x="324459" y="442516"/>
                  </a:cubicBezTo>
                  <a:close/>
                  <a:moveTo>
                    <a:pt x="16307" y="442516"/>
                  </a:moveTo>
                  <a:lnTo>
                    <a:pt x="78272" y="442516"/>
                  </a:lnTo>
                  <a:lnTo>
                    <a:pt x="78272" y="452963"/>
                  </a:lnTo>
                  <a:cubicBezTo>
                    <a:pt x="78272" y="461917"/>
                    <a:pt x="85475" y="469107"/>
                    <a:pt x="94443" y="469107"/>
                  </a:cubicBezTo>
                  <a:lnTo>
                    <a:pt x="181141" y="469107"/>
                  </a:lnTo>
                  <a:lnTo>
                    <a:pt x="181141" y="587548"/>
                  </a:lnTo>
                  <a:cubicBezTo>
                    <a:pt x="181141" y="596502"/>
                    <a:pt x="173803" y="603828"/>
                    <a:pt x="164834" y="603828"/>
                  </a:cubicBezTo>
                  <a:lnTo>
                    <a:pt x="16307" y="603828"/>
                  </a:lnTo>
                  <a:cubicBezTo>
                    <a:pt x="7338" y="603828"/>
                    <a:pt x="0" y="596502"/>
                    <a:pt x="0" y="587548"/>
                  </a:cubicBezTo>
                  <a:lnTo>
                    <a:pt x="0" y="458796"/>
                  </a:lnTo>
                  <a:cubicBezTo>
                    <a:pt x="0" y="449842"/>
                    <a:pt x="7338" y="442516"/>
                    <a:pt x="16307" y="442516"/>
                  </a:cubicBezTo>
                  <a:close/>
                  <a:moveTo>
                    <a:pt x="311829" y="339702"/>
                  </a:moveTo>
                  <a:lnTo>
                    <a:pt x="343461" y="339702"/>
                  </a:lnTo>
                  <a:lnTo>
                    <a:pt x="377808" y="422969"/>
                  </a:lnTo>
                  <a:lnTo>
                    <a:pt x="346040" y="422969"/>
                  </a:lnTo>
                  <a:close/>
                  <a:moveTo>
                    <a:pt x="145806" y="339702"/>
                  </a:moveTo>
                  <a:lnTo>
                    <a:pt x="177472" y="339702"/>
                  </a:lnTo>
                  <a:lnTo>
                    <a:pt x="132216" y="449713"/>
                  </a:lnTo>
                  <a:lnTo>
                    <a:pt x="100415" y="449713"/>
                  </a:lnTo>
                  <a:close/>
                  <a:moveTo>
                    <a:pt x="270626" y="0"/>
                  </a:moveTo>
                  <a:cubicBezTo>
                    <a:pt x="324284" y="0"/>
                    <a:pt x="370606" y="36352"/>
                    <a:pt x="383104" y="88302"/>
                  </a:cubicBezTo>
                  <a:lnTo>
                    <a:pt x="384326" y="93321"/>
                  </a:lnTo>
                  <a:lnTo>
                    <a:pt x="389217" y="94813"/>
                  </a:lnTo>
                  <a:cubicBezTo>
                    <a:pt x="437712" y="110005"/>
                    <a:pt x="470178" y="154359"/>
                    <a:pt x="470178" y="205224"/>
                  </a:cubicBezTo>
                  <a:cubicBezTo>
                    <a:pt x="470178" y="268975"/>
                    <a:pt x="418287" y="320790"/>
                    <a:pt x="354441" y="320790"/>
                  </a:cubicBezTo>
                  <a:lnTo>
                    <a:pt x="134785" y="320790"/>
                  </a:lnTo>
                  <a:cubicBezTo>
                    <a:pt x="70939" y="320790"/>
                    <a:pt x="18912" y="268975"/>
                    <a:pt x="18912" y="205224"/>
                  </a:cubicBezTo>
                  <a:cubicBezTo>
                    <a:pt x="18912" y="141473"/>
                    <a:pt x="70939" y="89523"/>
                    <a:pt x="134785" y="89523"/>
                  </a:cubicBezTo>
                  <a:cubicBezTo>
                    <a:pt x="139539" y="89523"/>
                    <a:pt x="144565" y="89930"/>
                    <a:pt x="149320" y="90472"/>
                  </a:cubicBezTo>
                  <a:lnTo>
                    <a:pt x="157063" y="91422"/>
                  </a:lnTo>
                  <a:lnTo>
                    <a:pt x="159236" y="83962"/>
                  </a:lnTo>
                  <a:cubicBezTo>
                    <a:pt x="173228" y="34588"/>
                    <a:pt x="219007" y="0"/>
                    <a:pt x="2706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37"/>
            <p:cNvSpPr/>
            <p:nvPr>
              <p:custDataLst>
                <p:tags r:id="rId5"/>
              </p:custDataLst>
            </p:nvPr>
          </p:nvSpPr>
          <p:spPr>
            <a:xfrm>
              <a:off x="3311" y="1874"/>
              <a:ext cx="14614" cy="24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spc="3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用模块化编程</a:t>
              </a:r>
              <a:r>
                <a:rPr lang="zh-CN" altLang="en-US" sz="2000" spc="3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思路实现商品日期的显示。</a:t>
              </a:r>
              <a:endParaRPr lang="zh-CN" altLang="en-US" sz="20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2021-12-12</a:t>
              </a:r>
              <a:r>
                <a:rPr lang="en-US" altLang="zh-CN" sz="2400" b="1" dirty="0">
                  <a:solidFill>
                    <a:schemeClr val="accent3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-&gt;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2021</a:t>
              </a: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12</a:t>
              </a: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月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12</a:t>
              </a: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日</a:t>
              </a:r>
              <a:endParaRPr lang="en-US" altLang="zh-CN" sz="20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zh-CN" altLang="en-US" sz="20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448300" y="2352040"/>
            <a:ext cx="5063490" cy="2919095"/>
            <a:chOff x="8252" y="3704"/>
            <a:chExt cx="7974" cy="4597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9" t="18201" r="3229" b="21494"/>
            <a:stretch>
              <a:fillRect/>
            </a:stretch>
          </p:blipFill>
          <p:spPr>
            <a:xfrm>
              <a:off x="8252" y="5362"/>
              <a:ext cx="2127" cy="1347"/>
            </a:xfrm>
            <a:prstGeom prst="rect">
              <a:avLst/>
            </a:prstGeom>
          </p:spPr>
        </p:pic>
        <p:pic>
          <p:nvPicPr>
            <p:cNvPr id="5" name="图片 4" descr="C:/Users/TXY/Desktop/666.jpg666"/>
            <p:cNvPicPr>
              <a:picLocks noChangeAspect="1"/>
            </p:cNvPicPr>
            <p:nvPr/>
          </p:nvPicPr>
          <p:blipFill rotWithShape="1">
            <a:blip r:embed="rId7" cstate="print"/>
            <a:srcRect t="16028" r="1093"/>
            <a:stretch>
              <a:fillRect/>
            </a:stretch>
          </p:blipFill>
          <p:spPr>
            <a:xfrm>
              <a:off x="10786" y="3704"/>
              <a:ext cx="5440" cy="4597"/>
            </a:xfrm>
            <a:prstGeom prst="rect">
              <a:avLst/>
            </a:prstGeom>
          </p:spPr>
        </p:pic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rcRect l="1275" r="1255" b="376"/>
          <a:stretch>
            <a:fillRect/>
          </a:stretch>
        </p:blipFill>
        <p:spPr>
          <a:xfrm>
            <a:off x="1377950" y="2626360"/>
            <a:ext cx="3656965" cy="336804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cxnSp>
        <p:nvCxnSpPr>
          <p:cNvPr id="10" name="直接连接符 5"/>
          <p:cNvCxnSpPr>
            <a:cxnSpLocks noChangeShapeType="1"/>
          </p:cNvCxnSpPr>
          <p:nvPr>
            <p:custDataLst>
              <p:tags r:id="rId9"/>
            </p:custDataLst>
          </p:nvPr>
        </p:nvCxnSpPr>
        <p:spPr bwMode="auto">
          <a:xfrm flipH="1">
            <a:off x="3255645" y="3637280"/>
            <a:ext cx="1101725" cy="0"/>
          </a:xfrm>
          <a:prstGeom prst="line">
            <a:avLst/>
          </a:prstGeom>
          <a:noFill/>
          <a:ln w="28575" algn="ctr">
            <a:solidFill>
              <a:srgbClr val="C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连接符 5"/>
          <p:cNvCxnSpPr>
            <a:cxnSpLocks noChangeShapeType="1"/>
          </p:cNvCxnSpPr>
          <p:nvPr>
            <p:custDataLst>
              <p:tags r:id="rId10"/>
            </p:custDataLst>
          </p:nvPr>
        </p:nvCxnSpPr>
        <p:spPr bwMode="auto">
          <a:xfrm flipH="1">
            <a:off x="3255645" y="4639310"/>
            <a:ext cx="1101725" cy="0"/>
          </a:xfrm>
          <a:prstGeom prst="line">
            <a:avLst/>
          </a:prstGeom>
          <a:noFill/>
          <a:ln w="28575" algn="ctr">
            <a:solidFill>
              <a:srgbClr val="C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连接符 5"/>
          <p:cNvCxnSpPr>
            <a:cxnSpLocks noChangeShapeType="1"/>
          </p:cNvCxnSpPr>
          <p:nvPr>
            <p:custDataLst>
              <p:tags r:id="rId11"/>
            </p:custDataLst>
          </p:nvPr>
        </p:nvCxnSpPr>
        <p:spPr bwMode="auto">
          <a:xfrm flipH="1">
            <a:off x="3255645" y="5641340"/>
            <a:ext cx="1101725" cy="0"/>
          </a:xfrm>
          <a:prstGeom prst="line">
            <a:avLst/>
          </a:prstGeom>
          <a:noFill/>
          <a:ln w="28575" algn="ctr">
            <a:solidFill>
              <a:srgbClr val="C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实验步骤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73" name="图片 72"/>
          <p:cNvPicPr/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组合 10"/>
          <p:cNvGrpSpPr/>
          <p:nvPr/>
        </p:nvGrpSpPr>
        <p:grpSpPr>
          <a:xfrm>
            <a:off x="1623695" y="5201285"/>
            <a:ext cx="3679190" cy="552450"/>
            <a:chOff x="2557" y="8191"/>
            <a:chExt cx="5794" cy="870"/>
          </a:xfrm>
        </p:grpSpPr>
        <p:sp>
          <p:nvSpPr>
            <p:cNvPr id="46" name="文本框 45"/>
            <p:cNvSpPr txBox="1"/>
            <p:nvPr>
              <p:custDataLst>
                <p:tags r:id="rId5"/>
              </p:custDataLst>
            </p:nvPr>
          </p:nvSpPr>
          <p:spPr>
            <a:xfrm>
              <a:off x="3931" y="8191"/>
              <a:ext cx="4421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运行项目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圆角矩形 48"/>
            <p:cNvSpPr/>
            <p:nvPr>
              <p:custDataLst>
                <p:tags r:id="rId6"/>
              </p:custDataLst>
            </p:nvPr>
          </p:nvSpPr>
          <p:spPr>
            <a:xfrm>
              <a:off x="2557" y="8389"/>
              <a:ext cx="1139" cy="648"/>
            </a:xfrm>
            <a:prstGeom prst="roundRect">
              <a:avLst/>
            </a:prstGeom>
            <a:solidFill>
              <a:srgbClr val="0070C0"/>
            </a:soli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623695" y="2116455"/>
            <a:ext cx="6030595" cy="553085"/>
            <a:chOff x="2557" y="3333"/>
            <a:chExt cx="9497" cy="871"/>
          </a:xfrm>
        </p:grpSpPr>
        <p:sp>
          <p:nvSpPr>
            <p:cNvPr id="33" name="文本框 32"/>
            <p:cNvSpPr txBox="1"/>
            <p:nvPr>
              <p:custDataLst>
                <p:tags r:id="rId7"/>
              </p:custDataLst>
            </p:nvPr>
          </p:nvSpPr>
          <p:spPr>
            <a:xfrm>
              <a:off x="3931" y="3333"/>
              <a:ext cx="8123" cy="87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生成项目包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圆角矩形 52"/>
            <p:cNvSpPr/>
            <p:nvPr>
              <p:custDataLst>
                <p:tags r:id="rId8"/>
              </p:custDataLst>
            </p:nvPr>
          </p:nvSpPr>
          <p:spPr>
            <a:xfrm>
              <a:off x="2557" y="3514"/>
              <a:ext cx="1139" cy="64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623695" y="3082290"/>
            <a:ext cx="4641850" cy="552450"/>
            <a:chOff x="2557" y="4854"/>
            <a:chExt cx="7310" cy="870"/>
          </a:xfrm>
        </p:grpSpPr>
        <p:sp>
          <p:nvSpPr>
            <p:cNvPr id="37" name="文本框 36"/>
            <p:cNvSpPr txBox="1"/>
            <p:nvPr>
              <p:custDataLst>
                <p:tags r:id="rId9"/>
              </p:custDataLst>
            </p:nvPr>
          </p:nvSpPr>
          <p:spPr>
            <a:xfrm>
              <a:off x="3931" y="4854"/>
              <a:ext cx="5936" cy="87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自定义模块</a:t>
              </a:r>
              <a:endParaRPr lang="zh-CN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圆角矩形 43"/>
            <p:cNvSpPr/>
            <p:nvPr>
              <p:custDataLst>
                <p:tags r:id="rId10"/>
              </p:custDataLst>
            </p:nvPr>
          </p:nvSpPr>
          <p:spPr>
            <a:xfrm>
              <a:off x="2557" y="5070"/>
              <a:ext cx="1139" cy="64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4" name="ïsľïḋé"/>
          <p:cNvCxnSpPr/>
          <p:nvPr>
            <p:custDataLst>
              <p:tags r:id="rId11"/>
            </p:custDataLst>
          </p:nvPr>
        </p:nvCxnSpPr>
        <p:spPr>
          <a:xfrm>
            <a:off x="1161415" y="2167255"/>
            <a:ext cx="0" cy="407352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íś1îḍé"/>
          <p:cNvSpPr/>
          <p:nvPr>
            <p:custDataLst>
              <p:tags r:id="rId12"/>
            </p:custDataLst>
          </p:nvPr>
        </p:nvSpPr>
        <p:spPr>
          <a:xfrm>
            <a:off x="1089025" y="297116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íś1îḍé"/>
          <p:cNvSpPr/>
          <p:nvPr>
            <p:custDataLst>
              <p:tags r:id="rId13"/>
            </p:custDataLst>
          </p:nvPr>
        </p:nvSpPr>
        <p:spPr>
          <a:xfrm>
            <a:off x="1096645" y="394335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íś1îḍé"/>
          <p:cNvSpPr/>
          <p:nvPr>
            <p:custDataLst>
              <p:tags r:id="rId14"/>
            </p:custDataLst>
          </p:nvPr>
        </p:nvSpPr>
        <p:spPr>
          <a:xfrm>
            <a:off x="1089025" y="590169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ṧļíḋe"/>
          <p:cNvSpPr/>
          <p:nvPr>
            <p:custDataLst>
              <p:tags r:id="rId15"/>
            </p:custDataLst>
          </p:nvPr>
        </p:nvSpPr>
        <p:spPr>
          <a:xfrm>
            <a:off x="884555" y="1672590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ṣḷiďê"/>
          <p:cNvSpPr/>
          <p:nvPr>
            <p:custDataLst>
              <p:tags r:id="rId16"/>
            </p:custDataLst>
          </p:nvPr>
        </p:nvSpPr>
        <p:spPr bwMode="auto">
          <a:xfrm>
            <a:off x="1022943" y="1827465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623695" y="4141470"/>
            <a:ext cx="4641850" cy="552450"/>
            <a:chOff x="2557" y="6522"/>
            <a:chExt cx="7310" cy="870"/>
          </a:xfrm>
        </p:grpSpPr>
        <p:sp>
          <p:nvSpPr>
            <p:cNvPr id="3" name="文本框 2"/>
            <p:cNvSpPr txBox="1"/>
            <p:nvPr>
              <p:custDataLst>
                <p:tags r:id="rId17"/>
              </p:custDataLst>
            </p:nvPr>
          </p:nvSpPr>
          <p:spPr>
            <a:xfrm>
              <a:off x="3931" y="6522"/>
              <a:ext cx="593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编写主程序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圆角矩形 43"/>
            <p:cNvSpPr/>
            <p:nvPr>
              <p:custDataLst>
                <p:tags r:id="rId18"/>
              </p:custDataLst>
            </p:nvPr>
          </p:nvSpPr>
          <p:spPr>
            <a:xfrm>
              <a:off x="2557" y="6696"/>
              <a:ext cx="1139" cy="64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íś1îḍé"/>
          <p:cNvSpPr/>
          <p:nvPr>
            <p:custDataLst>
              <p:tags r:id="rId19"/>
            </p:custDataLst>
          </p:nvPr>
        </p:nvSpPr>
        <p:spPr>
          <a:xfrm>
            <a:off x="1079374" y="4972137"/>
            <a:ext cx="144000" cy="144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5676900" y="2660650"/>
            <a:ext cx="4065905" cy="2455545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800223" y="2789741"/>
            <a:ext cx="2226314" cy="2226314"/>
          </a:xfrm>
          <a:prstGeom prst="ellipse">
            <a:avLst/>
          </a:prstGeom>
          <a:blipFill dpi="0" rotWithShape="1">
            <a:blip r:embed="rId3" cstate="screen"/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519805" y="2682240"/>
            <a:ext cx="7243445" cy="775970"/>
            <a:chOff x="5543" y="4224"/>
            <a:chExt cx="11407" cy="1222"/>
          </a:xfrm>
        </p:grpSpPr>
        <p:cxnSp>
          <p:nvCxnSpPr>
            <p:cNvPr id="4" name="直接连接符 115"/>
            <p:cNvCxnSpPr/>
            <p:nvPr>
              <p:custDataLst>
                <p:tags r:id="rId4"/>
              </p:custDataLst>
            </p:nvPr>
          </p:nvCxnSpPr>
          <p:spPr>
            <a:xfrm>
              <a:off x="6535" y="4865"/>
              <a:ext cx="1048" cy="0"/>
            </a:xfrm>
            <a:prstGeom prst="line">
              <a:avLst/>
            </a:prstGeom>
            <a:ln w="12700">
              <a:solidFill>
                <a:schemeClr val="lt1">
                  <a:lumMod val="6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>
              <p:custDataLst>
                <p:tags r:id="rId5"/>
              </p:custDataLst>
            </p:nvPr>
          </p:nvSpPr>
          <p:spPr>
            <a:xfrm>
              <a:off x="5543" y="4369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任意多边形 125"/>
            <p:cNvSpPr/>
            <p:nvPr>
              <p:custDataLst>
                <p:tags r:id="rId6"/>
              </p:custDataLst>
            </p:nvPr>
          </p:nvSpPr>
          <p:spPr bwMode="auto">
            <a:xfrm>
              <a:off x="5877" y="4601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TextBox 13"/>
            <p:cNvSpPr txBox="1"/>
            <p:nvPr>
              <p:custDataLst>
                <p:tags r:id="rId7"/>
              </p:custDataLst>
            </p:nvPr>
          </p:nvSpPr>
          <p:spPr>
            <a:xfrm>
              <a:off x="9190" y="4924"/>
              <a:ext cx="7084" cy="5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npm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</a:t>
              </a:r>
              <a:r>
                <a:rPr lang="en-US" altLang="zh-CN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init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-y</a:t>
              </a:r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</p:txBody>
        </p:sp>
        <p:sp>
          <p:nvSpPr>
            <p:cNvPr id="19" name="TextBox 14"/>
            <p:cNvSpPr txBox="1"/>
            <p:nvPr>
              <p:custDataLst>
                <p:tags r:id="rId8"/>
              </p:custDataLst>
            </p:nvPr>
          </p:nvSpPr>
          <p:spPr>
            <a:xfrm>
              <a:off x="9190" y="4224"/>
              <a:ext cx="7760" cy="7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使用默认参数值，生成</a:t>
              </a:r>
              <a:r>
                <a:rPr lang="en-US" altLang="zh-CN" sz="2000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package.json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TextBox 8"/>
            <p:cNvSpPr txBox="1"/>
            <p:nvPr/>
          </p:nvSpPr>
          <p:spPr>
            <a:xfrm>
              <a:off x="8214" y="4584"/>
              <a:ext cx="636" cy="67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01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519805" y="4381500"/>
            <a:ext cx="7690485" cy="739140"/>
            <a:chOff x="5543" y="6900"/>
            <a:chExt cx="12111" cy="1164"/>
          </a:xfrm>
        </p:grpSpPr>
        <p:sp>
          <p:nvSpPr>
            <p:cNvPr id="22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9190" y="7503"/>
              <a:ext cx="8465" cy="5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20000"/>
                </a:lnSpc>
                <a:buClr>
                  <a:srgbClr val="3C853C"/>
                </a:buClr>
              </a:pPr>
              <a:r>
                <a:rPr lang="en-US" altLang="zh-CN" sz="1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npm install moment</a:t>
              </a:r>
              <a:endParaRPr lang="en-US" altLang="zh-CN" sz="1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5543" y="6900"/>
              <a:ext cx="10731" cy="1164"/>
              <a:chOff x="5543" y="6900"/>
              <a:chExt cx="10731" cy="1164"/>
            </a:xfrm>
          </p:grpSpPr>
          <p:cxnSp>
            <p:nvCxnSpPr>
              <p:cNvPr id="5" name="直接连接符 116"/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6535" y="7568"/>
                <a:ext cx="1048" cy="0"/>
              </a:xfrm>
              <a:prstGeom prst="line">
                <a:avLst/>
              </a:prstGeom>
              <a:ln w="12700">
                <a:solidFill>
                  <a:schemeClr val="lt1">
                    <a:lumMod val="65000"/>
                  </a:schemeClr>
                </a:solidFill>
                <a:prstDash val="dash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椭圆 12"/>
              <p:cNvSpPr/>
              <p:nvPr>
                <p:custDataLst>
                  <p:tags r:id="rId11"/>
                </p:custDataLst>
              </p:nvPr>
            </p:nvSpPr>
            <p:spPr>
              <a:xfrm>
                <a:off x="5543" y="7072"/>
                <a:ext cx="993" cy="99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50"/>
              <p:cNvSpPr>
                <a:spLocks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5800" y="7367"/>
                <a:ext cx="448" cy="448"/>
              </a:xfrm>
              <a:custGeom>
                <a:avLst/>
                <a:gdLst>
                  <a:gd name="T0" fmla="*/ 92 w 184"/>
                  <a:gd name="T1" fmla="*/ 184 h 184"/>
                  <a:gd name="T2" fmla="*/ 184 w 184"/>
                  <a:gd name="T3" fmla="*/ 92 h 184"/>
                  <a:gd name="T4" fmla="*/ 173 w 184"/>
                  <a:gd name="T5" fmla="*/ 49 h 184"/>
                  <a:gd name="T6" fmla="*/ 171 w 184"/>
                  <a:gd name="T7" fmla="*/ 49 h 184"/>
                  <a:gd name="T8" fmla="*/ 170 w 184"/>
                  <a:gd name="T9" fmla="*/ 49 h 184"/>
                  <a:gd name="T10" fmla="*/ 158 w 184"/>
                  <a:gd name="T11" fmla="*/ 48 h 184"/>
                  <a:gd name="T12" fmla="*/ 149 w 184"/>
                  <a:gd name="T13" fmla="*/ 56 h 184"/>
                  <a:gd name="T14" fmla="*/ 160 w 184"/>
                  <a:gd name="T15" fmla="*/ 92 h 184"/>
                  <a:gd name="T16" fmla="*/ 92 w 184"/>
                  <a:gd name="T17" fmla="*/ 160 h 184"/>
                  <a:gd name="T18" fmla="*/ 24 w 184"/>
                  <a:gd name="T19" fmla="*/ 92 h 184"/>
                  <a:gd name="T20" fmla="*/ 92 w 184"/>
                  <a:gd name="T21" fmla="*/ 24 h 184"/>
                  <a:gd name="T22" fmla="*/ 128 w 184"/>
                  <a:gd name="T23" fmla="*/ 35 h 184"/>
                  <a:gd name="T24" fmla="*/ 135 w 184"/>
                  <a:gd name="T25" fmla="*/ 27 h 184"/>
                  <a:gd name="T26" fmla="*/ 134 w 184"/>
                  <a:gd name="T27" fmla="*/ 14 h 184"/>
                  <a:gd name="T28" fmla="*/ 134 w 184"/>
                  <a:gd name="T29" fmla="*/ 10 h 184"/>
                  <a:gd name="T30" fmla="*/ 92 w 184"/>
                  <a:gd name="T31" fmla="*/ 0 h 184"/>
                  <a:gd name="T32" fmla="*/ 0 w 184"/>
                  <a:gd name="T33" fmla="*/ 92 h 184"/>
                  <a:gd name="T34" fmla="*/ 92 w 184"/>
                  <a:gd name="T35" fmla="*/ 184 h 184"/>
                  <a:gd name="T36" fmla="*/ 92 w 184"/>
                  <a:gd name="T37" fmla="*/ 184 h 184"/>
                  <a:gd name="T38" fmla="*/ 92 w 184"/>
                  <a:gd name="T3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4" h="184">
                    <a:moveTo>
                      <a:pt x="92" y="184"/>
                    </a:moveTo>
                    <a:cubicBezTo>
                      <a:pt x="143" y="184"/>
                      <a:pt x="184" y="143"/>
                      <a:pt x="184" y="92"/>
                    </a:cubicBezTo>
                    <a:cubicBezTo>
                      <a:pt x="184" y="76"/>
                      <a:pt x="180" y="62"/>
                      <a:pt x="173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70" y="49"/>
                      <a:pt x="170" y="49"/>
                      <a:pt x="170" y="49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49" y="56"/>
                      <a:pt x="149" y="56"/>
                      <a:pt x="149" y="56"/>
                    </a:cubicBezTo>
                    <a:cubicBezTo>
                      <a:pt x="156" y="67"/>
                      <a:pt x="160" y="79"/>
                      <a:pt x="160" y="92"/>
                    </a:cubicBezTo>
                    <a:cubicBezTo>
                      <a:pt x="160" y="129"/>
                      <a:pt x="129" y="160"/>
                      <a:pt x="92" y="160"/>
                    </a:cubicBezTo>
                    <a:cubicBezTo>
                      <a:pt x="55" y="160"/>
                      <a:pt x="24" y="129"/>
                      <a:pt x="24" y="92"/>
                    </a:cubicBezTo>
                    <a:cubicBezTo>
                      <a:pt x="24" y="55"/>
                      <a:pt x="55" y="24"/>
                      <a:pt x="92" y="24"/>
                    </a:cubicBezTo>
                    <a:cubicBezTo>
                      <a:pt x="105" y="24"/>
                      <a:pt x="117" y="28"/>
                      <a:pt x="128" y="35"/>
                    </a:cubicBezTo>
                    <a:cubicBezTo>
                      <a:pt x="135" y="27"/>
                      <a:pt x="135" y="27"/>
                      <a:pt x="135" y="27"/>
                    </a:cubicBezTo>
                    <a:cubicBezTo>
                      <a:pt x="134" y="14"/>
                      <a:pt x="134" y="14"/>
                      <a:pt x="134" y="14"/>
                    </a:cubicBezTo>
                    <a:cubicBezTo>
                      <a:pt x="134" y="12"/>
                      <a:pt x="134" y="11"/>
                      <a:pt x="134" y="10"/>
                    </a:cubicBezTo>
                    <a:cubicBezTo>
                      <a:pt x="122" y="4"/>
                      <a:pt x="107" y="0"/>
                      <a:pt x="92" y="0"/>
                    </a:cubicBezTo>
                    <a:cubicBezTo>
                      <a:pt x="41" y="0"/>
                      <a:pt x="0" y="41"/>
                      <a:pt x="0" y="92"/>
                    </a:cubicBezTo>
                    <a:cubicBezTo>
                      <a:pt x="0" y="143"/>
                      <a:pt x="41" y="184"/>
                      <a:pt x="92" y="184"/>
                    </a:cubicBezTo>
                    <a:close/>
                    <a:moveTo>
                      <a:pt x="92" y="184"/>
                    </a:moveTo>
                    <a:cubicBezTo>
                      <a:pt x="92" y="184"/>
                      <a:pt x="92" y="184"/>
                      <a:pt x="92" y="184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vert="horz" wrap="square" lIns="83999" tIns="41999" rIns="83999" bIns="41999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1"/>
              <p:cNvSpPr>
                <a:spLocks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5915" y="7481"/>
                <a:ext cx="219" cy="219"/>
              </a:xfrm>
              <a:custGeom>
                <a:avLst/>
                <a:gdLst>
                  <a:gd name="T0" fmla="*/ 45 w 90"/>
                  <a:gd name="T1" fmla="*/ 21 h 90"/>
                  <a:gd name="T2" fmla="*/ 47 w 90"/>
                  <a:gd name="T3" fmla="*/ 21 h 90"/>
                  <a:gd name="T4" fmla="*/ 64 w 90"/>
                  <a:gd name="T5" fmla="*/ 4 h 90"/>
                  <a:gd name="T6" fmla="*/ 64 w 90"/>
                  <a:gd name="T7" fmla="*/ 4 h 90"/>
                  <a:gd name="T8" fmla="*/ 45 w 90"/>
                  <a:gd name="T9" fmla="*/ 0 h 90"/>
                  <a:gd name="T10" fmla="*/ 0 w 90"/>
                  <a:gd name="T11" fmla="*/ 45 h 90"/>
                  <a:gd name="T12" fmla="*/ 45 w 90"/>
                  <a:gd name="T13" fmla="*/ 90 h 90"/>
                  <a:gd name="T14" fmla="*/ 90 w 90"/>
                  <a:gd name="T15" fmla="*/ 45 h 90"/>
                  <a:gd name="T16" fmla="*/ 86 w 90"/>
                  <a:gd name="T17" fmla="*/ 26 h 90"/>
                  <a:gd name="T18" fmla="*/ 86 w 90"/>
                  <a:gd name="T19" fmla="*/ 26 h 90"/>
                  <a:gd name="T20" fmla="*/ 69 w 90"/>
                  <a:gd name="T21" fmla="*/ 43 h 90"/>
                  <a:gd name="T22" fmla="*/ 69 w 90"/>
                  <a:gd name="T23" fmla="*/ 45 h 90"/>
                  <a:gd name="T24" fmla="*/ 45 w 90"/>
                  <a:gd name="T25" fmla="*/ 69 h 90"/>
                  <a:gd name="T26" fmla="*/ 21 w 90"/>
                  <a:gd name="T27" fmla="*/ 45 h 90"/>
                  <a:gd name="T28" fmla="*/ 45 w 90"/>
                  <a:gd name="T29" fmla="*/ 21 h 90"/>
                  <a:gd name="T30" fmla="*/ 45 w 90"/>
                  <a:gd name="T31" fmla="*/ 21 h 90"/>
                  <a:gd name="T32" fmla="*/ 45 w 90"/>
                  <a:gd name="T33" fmla="*/ 21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0" h="90">
                    <a:moveTo>
                      <a:pt x="45" y="21"/>
                    </a:moveTo>
                    <a:cubicBezTo>
                      <a:pt x="46" y="21"/>
                      <a:pt x="46" y="21"/>
                      <a:pt x="47" y="21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58" y="1"/>
                      <a:pt x="52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70"/>
                      <a:pt x="20" y="90"/>
                      <a:pt x="45" y="90"/>
                    </a:cubicBezTo>
                    <a:cubicBezTo>
                      <a:pt x="70" y="90"/>
                      <a:pt x="90" y="70"/>
                      <a:pt x="90" y="45"/>
                    </a:cubicBezTo>
                    <a:cubicBezTo>
                      <a:pt x="90" y="38"/>
                      <a:pt x="89" y="32"/>
                      <a:pt x="86" y="26"/>
                    </a:cubicBezTo>
                    <a:cubicBezTo>
                      <a:pt x="86" y="26"/>
                      <a:pt x="86" y="26"/>
                      <a:pt x="86" y="26"/>
                    </a:cubicBezTo>
                    <a:cubicBezTo>
                      <a:pt x="69" y="43"/>
                      <a:pt x="69" y="43"/>
                      <a:pt x="69" y="43"/>
                    </a:cubicBezTo>
                    <a:cubicBezTo>
                      <a:pt x="69" y="44"/>
                      <a:pt x="69" y="44"/>
                      <a:pt x="69" y="45"/>
                    </a:cubicBezTo>
                    <a:cubicBezTo>
                      <a:pt x="69" y="58"/>
                      <a:pt x="58" y="69"/>
                      <a:pt x="45" y="69"/>
                    </a:cubicBezTo>
                    <a:cubicBezTo>
                      <a:pt x="32" y="69"/>
                      <a:pt x="21" y="58"/>
                      <a:pt x="21" y="45"/>
                    </a:cubicBezTo>
                    <a:cubicBezTo>
                      <a:pt x="21" y="32"/>
                      <a:pt x="32" y="21"/>
                      <a:pt x="45" y="21"/>
                    </a:cubicBezTo>
                    <a:close/>
                    <a:moveTo>
                      <a:pt x="45" y="21"/>
                    </a:moveTo>
                    <a:cubicBezTo>
                      <a:pt x="45" y="21"/>
                      <a:pt x="45" y="21"/>
                      <a:pt x="45" y="21"/>
                    </a:cubicBezTo>
                  </a:path>
                </a:pathLst>
              </a:custGeom>
              <a:solidFill>
                <a:schemeClr val="lt1">
                  <a:lumMod val="95000"/>
                </a:schemeClr>
              </a:solidFill>
              <a:ln>
                <a:noFill/>
              </a:ln>
            </p:spPr>
            <p:txBody>
              <a:bodyPr vert="horz" wrap="square" lIns="83999" tIns="41999" rIns="83999" bIns="41999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2"/>
              <p:cNvSpPr>
                <a:spLocks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6046" y="7321"/>
                <a:ext cx="248" cy="248"/>
              </a:xfrm>
              <a:custGeom>
                <a:avLst/>
                <a:gdLst>
                  <a:gd name="T0" fmla="*/ 86 w 102"/>
                  <a:gd name="T1" fmla="*/ 28 h 102"/>
                  <a:gd name="T2" fmla="*/ 91 w 102"/>
                  <a:gd name="T3" fmla="*/ 23 h 102"/>
                  <a:gd name="T4" fmla="*/ 91 w 102"/>
                  <a:gd name="T5" fmla="*/ 14 h 102"/>
                  <a:gd name="T6" fmla="*/ 87 w 102"/>
                  <a:gd name="T7" fmla="*/ 11 h 102"/>
                  <a:gd name="T8" fmla="*/ 83 w 102"/>
                  <a:gd name="T9" fmla="*/ 9 h 102"/>
                  <a:gd name="T10" fmla="*/ 79 w 102"/>
                  <a:gd name="T11" fmla="*/ 11 h 102"/>
                  <a:gd name="T12" fmla="*/ 74 w 102"/>
                  <a:gd name="T13" fmla="*/ 17 h 102"/>
                  <a:gd name="T14" fmla="*/ 72 w 102"/>
                  <a:gd name="T15" fmla="*/ 2 h 102"/>
                  <a:gd name="T16" fmla="*/ 70 w 102"/>
                  <a:gd name="T17" fmla="*/ 0 h 102"/>
                  <a:gd name="T18" fmla="*/ 69 w 102"/>
                  <a:gd name="T19" fmla="*/ 0 h 102"/>
                  <a:gd name="T20" fmla="*/ 47 w 102"/>
                  <a:gd name="T21" fmla="*/ 23 h 102"/>
                  <a:gd name="T22" fmla="*/ 44 w 102"/>
                  <a:gd name="T23" fmla="*/ 30 h 102"/>
                  <a:gd name="T24" fmla="*/ 44 w 102"/>
                  <a:gd name="T25" fmla="*/ 31 h 102"/>
                  <a:gd name="T26" fmla="*/ 45 w 102"/>
                  <a:gd name="T27" fmla="*/ 45 h 102"/>
                  <a:gd name="T28" fmla="*/ 37 w 102"/>
                  <a:gd name="T29" fmla="*/ 53 h 102"/>
                  <a:gd name="T30" fmla="*/ 22 w 102"/>
                  <a:gd name="T31" fmla="*/ 68 h 102"/>
                  <a:gd name="T32" fmla="*/ 22 w 102"/>
                  <a:gd name="T33" fmla="*/ 68 h 102"/>
                  <a:gd name="T34" fmla="*/ 8 w 102"/>
                  <a:gd name="T35" fmla="*/ 82 h 102"/>
                  <a:gd name="T36" fmla="*/ 2 w 102"/>
                  <a:gd name="T37" fmla="*/ 89 h 102"/>
                  <a:gd name="T38" fmla="*/ 0 w 102"/>
                  <a:gd name="T39" fmla="*/ 92 h 102"/>
                  <a:gd name="T40" fmla="*/ 0 w 102"/>
                  <a:gd name="T41" fmla="*/ 97 h 102"/>
                  <a:gd name="T42" fmla="*/ 5 w 102"/>
                  <a:gd name="T43" fmla="*/ 102 h 102"/>
                  <a:gd name="T44" fmla="*/ 5 w 102"/>
                  <a:gd name="T45" fmla="*/ 102 h 102"/>
                  <a:gd name="T46" fmla="*/ 10 w 102"/>
                  <a:gd name="T47" fmla="*/ 102 h 102"/>
                  <a:gd name="T48" fmla="*/ 13 w 102"/>
                  <a:gd name="T49" fmla="*/ 100 h 102"/>
                  <a:gd name="T50" fmla="*/ 57 w 102"/>
                  <a:gd name="T51" fmla="*/ 56 h 102"/>
                  <a:gd name="T52" fmla="*/ 70 w 102"/>
                  <a:gd name="T53" fmla="*/ 57 h 102"/>
                  <a:gd name="T54" fmla="*/ 71 w 102"/>
                  <a:gd name="T55" fmla="*/ 57 h 102"/>
                  <a:gd name="T56" fmla="*/ 71 w 102"/>
                  <a:gd name="T57" fmla="*/ 57 h 102"/>
                  <a:gd name="T58" fmla="*/ 78 w 102"/>
                  <a:gd name="T59" fmla="*/ 54 h 102"/>
                  <a:gd name="T60" fmla="*/ 101 w 102"/>
                  <a:gd name="T61" fmla="*/ 32 h 102"/>
                  <a:gd name="T62" fmla="*/ 100 w 102"/>
                  <a:gd name="T63" fmla="*/ 29 h 102"/>
                  <a:gd name="T64" fmla="*/ 86 w 102"/>
                  <a:gd name="T65" fmla="*/ 28 h 102"/>
                  <a:gd name="T66" fmla="*/ 86 w 102"/>
                  <a:gd name="T67" fmla="*/ 28 h 102"/>
                  <a:gd name="T68" fmla="*/ 86 w 102"/>
                  <a:gd name="T69" fmla="*/ 28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2" h="102">
                    <a:moveTo>
                      <a:pt x="86" y="28"/>
                    </a:moveTo>
                    <a:cubicBezTo>
                      <a:pt x="91" y="23"/>
                      <a:pt x="91" y="23"/>
                      <a:pt x="91" y="23"/>
                    </a:cubicBezTo>
                    <a:cubicBezTo>
                      <a:pt x="93" y="20"/>
                      <a:pt x="93" y="17"/>
                      <a:pt x="91" y="14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6" y="10"/>
                      <a:pt x="85" y="9"/>
                      <a:pt x="83" y="9"/>
                    </a:cubicBezTo>
                    <a:cubicBezTo>
                      <a:pt x="82" y="9"/>
                      <a:pt x="80" y="10"/>
                      <a:pt x="79" y="11"/>
                    </a:cubicBezTo>
                    <a:cubicBezTo>
                      <a:pt x="74" y="17"/>
                      <a:pt x="74" y="17"/>
                      <a:pt x="74" y="17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72" y="0"/>
                      <a:pt x="71" y="0"/>
                      <a:pt x="70" y="0"/>
                    </a:cubicBezTo>
                    <a:cubicBezTo>
                      <a:pt x="70" y="0"/>
                      <a:pt x="69" y="0"/>
                      <a:pt x="69" y="0"/>
                    </a:cubicBezTo>
                    <a:cubicBezTo>
                      <a:pt x="47" y="23"/>
                      <a:pt x="47" y="23"/>
                      <a:pt x="47" y="23"/>
                    </a:cubicBezTo>
                    <a:cubicBezTo>
                      <a:pt x="45" y="25"/>
                      <a:pt x="44" y="28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37" y="53"/>
                      <a:pt x="37" y="53"/>
                      <a:pt x="37" y="53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8" y="82"/>
                      <a:pt x="8" y="82"/>
                      <a:pt x="8" y="82"/>
                    </a:cubicBezTo>
                    <a:cubicBezTo>
                      <a:pt x="2" y="89"/>
                      <a:pt x="2" y="89"/>
                      <a:pt x="2" y="89"/>
                    </a:cubicBezTo>
                    <a:cubicBezTo>
                      <a:pt x="1" y="90"/>
                      <a:pt x="0" y="91"/>
                      <a:pt x="0" y="92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100"/>
                      <a:pt x="2" y="102"/>
                      <a:pt x="5" y="102"/>
                    </a:cubicBezTo>
                    <a:cubicBezTo>
                      <a:pt x="5" y="102"/>
                      <a:pt x="5" y="102"/>
                      <a:pt x="5" y="102"/>
                    </a:cubicBezTo>
                    <a:cubicBezTo>
                      <a:pt x="10" y="102"/>
                      <a:pt x="10" y="102"/>
                      <a:pt x="10" y="102"/>
                    </a:cubicBezTo>
                    <a:cubicBezTo>
                      <a:pt x="11" y="102"/>
                      <a:pt x="12" y="101"/>
                      <a:pt x="13" y="100"/>
                    </a:cubicBezTo>
                    <a:cubicBezTo>
                      <a:pt x="57" y="56"/>
                      <a:pt x="57" y="56"/>
                      <a:pt x="57" y="56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71" y="57"/>
                      <a:pt x="71" y="57"/>
                      <a:pt x="71" y="57"/>
                    </a:cubicBezTo>
                    <a:cubicBezTo>
                      <a:pt x="71" y="57"/>
                      <a:pt x="71" y="57"/>
                      <a:pt x="71" y="57"/>
                    </a:cubicBezTo>
                    <a:cubicBezTo>
                      <a:pt x="74" y="57"/>
                      <a:pt x="77" y="56"/>
                      <a:pt x="78" y="54"/>
                    </a:cubicBezTo>
                    <a:cubicBezTo>
                      <a:pt x="101" y="32"/>
                      <a:pt x="101" y="32"/>
                      <a:pt x="101" y="32"/>
                    </a:cubicBezTo>
                    <a:cubicBezTo>
                      <a:pt x="102" y="31"/>
                      <a:pt x="101" y="29"/>
                      <a:pt x="100" y="29"/>
                    </a:cubicBezTo>
                    <a:lnTo>
                      <a:pt x="86" y="28"/>
                    </a:lnTo>
                    <a:close/>
                    <a:moveTo>
                      <a:pt x="86" y="28"/>
                    </a:moveTo>
                    <a:cubicBezTo>
                      <a:pt x="86" y="28"/>
                      <a:pt x="86" y="28"/>
                      <a:pt x="86" y="28"/>
                    </a:cubicBezTo>
                  </a:path>
                </a:pathLst>
              </a:custGeom>
              <a:solidFill>
                <a:schemeClr val="lt1">
                  <a:lumMod val="95000"/>
                </a:schemeClr>
              </a:solidFill>
              <a:ln>
                <a:noFill/>
              </a:ln>
            </p:spPr>
            <p:txBody>
              <a:bodyPr vert="horz" wrap="square" lIns="83999" tIns="41999" rIns="83999" bIns="41999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TextBox 8"/>
              <p:cNvSpPr txBox="1"/>
              <p:nvPr/>
            </p:nvSpPr>
            <p:spPr>
              <a:xfrm>
                <a:off x="8211" y="7182"/>
                <a:ext cx="636" cy="6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02</a:t>
                </a:r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TextBox 14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9190" y="6900"/>
                <a:ext cx="7084" cy="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下载并安装</a:t>
                </a:r>
                <a:r>
                  <a:rPr lang="en-US" altLang="zh-CN" sz="20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moment</a:t>
                </a:r>
                <a:r>
                  <a:rPr lang="zh-CN" altLang="en-US" sz="20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模块</a:t>
                </a:r>
                <a:endPara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</p:grp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6"/>
            </p:custDataLst>
          </p:nvPr>
        </p:nvSpPr>
        <p:spPr>
          <a:xfrm>
            <a:off x="1141730" y="1073150"/>
            <a:ext cx="744601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生成项目包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Isosceles Triangle 2_1"/>
          <p:cNvSpPr/>
          <p:nvPr>
            <p:custDataLst>
              <p:tags r:id="rId17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自定义模块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TextBox 13"/>
          <p:cNvSpPr txBox="1"/>
          <p:nvPr>
            <p:custDataLst>
              <p:tags r:id="rId4"/>
            </p:custDataLst>
          </p:nvPr>
        </p:nvSpPr>
        <p:spPr>
          <a:xfrm>
            <a:off x="4426585" y="1678305"/>
            <a:ext cx="6988810" cy="443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let moment = require('moment'); 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moment.locale("zh-cn");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格式化成中文 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function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formatDate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(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{ 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// 格式化日期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let time = moment(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, '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YYYY-MM-DD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').format('</a:t>
            </a: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YYYY 年 MM 月 DD 日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'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); 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return time;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返回格式化后的日期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 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module.exports={  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formatDate 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3" name="TextBox 14"/>
          <p:cNvSpPr txBox="1"/>
          <p:nvPr>
            <p:custDataLst>
              <p:tags r:id="rId5"/>
            </p:custDataLst>
          </p:nvPr>
        </p:nvSpPr>
        <p:spPr>
          <a:xfrm>
            <a:off x="4204335" y="1073150"/>
            <a:ext cx="6802755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format.js</a:t>
            </a:r>
            <a:r>
              <a:rPr lang="zh-CN" altLang="en-US" sz="20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</a:t>
            </a:r>
            <a:r>
              <a:rPr lang="en-US" altLang="zh-CN" sz="20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--</a:t>
            </a:r>
            <a:r>
              <a:rPr lang="zh-CN" altLang="zh-CN" sz="20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使用第三方模块</a:t>
            </a:r>
            <a:r>
              <a:rPr lang="en-US" altLang="zh-CN" sz="20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moment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lt2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圆角矩形 25"/>
          <p:cNvSpPr/>
          <p:nvPr>
            <p:custDataLst>
              <p:tags r:id="rId6"/>
            </p:custDataLst>
          </p:nvPr>
        </p:nvSpPr>
        <p:spPr>
          <a:xfrm>
            <a:off x="4178935" y="1498600"/>
            <a:ext cx="7670165" cy="482600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93700" y="2519045"/>
            <a:ext cx="6471285" cy="761365"/>
            <a:chOff x="367" y="5479"/>
            <a:chExt cx="10191" cy="1199"/>
          </a:xfrm>
        </p:grpSpPr>
        <p:sp>
          <p:nvSpPr>
            <p:cNvPr id="85" name="矩形 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67" y="5578"/>
              <a:ext cx="4921" cy="99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模块内定义函数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90" name="直接连接符 9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6689" y="6159"/>
              <a:ext cx="19" cy="31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直接连接符 76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426" y="6182"/>
              <a:ext cx="126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>
              <a:off x="5426" y="5479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6689" y="6572"/>
              <a:ext cx="386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393700" y="4975225"/>
            <a:ext cx="6471285" cy="761365"/>
            <a:chOff x="367" y="5479"/>
            <a:chExt cx="10191" cy="1199"/>
          </a:xfrm>
        </p:grpSpPr>
        <p:sp>
          <p:nvSpPr>
            <p:cNvPr id="4" name="矩形 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67" y="5578"/>
              <a:ext cx="4921" cy="99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自定义模块导出函数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5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6689" y="6159"/>
              <a:ext cx="19" cy="31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5426" y="6182"/>
              <a:ext cx="126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5426" y="5479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5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H="1">
              <a:off x="6689" y="6572"/>
              <a:ext cx="386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矩形 57"/>
          <p:cNvSpPr/>
          <p:nvPr/>
        </p:nvSpPr>
        <p:spPr>
          <a:xfrm>
            <a:off x="4244975" y="2736215"/>
            <a:ext cx="7364095" cy="2008505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8" grpId="0" animBg="1"/>
      <p:bldP spid="5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lang="zh-CN" altLang="en-US"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编写主程序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TextBox 13"/>
          <p:cNvSpPr txBox="1"/>
          <p:nvPr>
            <p:custDataLst>
              <p:tags r:id="rId4"/>
            </p:custDataLst>
          </p:nvPr>
        </p:nvSpPr>
        <p:spPr>
          <a:xfrm>
            <a:off x="4426585" y="984885"/>
            <a:ext cx="7421880" cy="5499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format=require('./format.js'); 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products=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[ // 数组，其中元素为对象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{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"name": "PC005-3A",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"price": 108,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"</a:t>
            </a:r>
            <a:r>
              <a:rPr lang="en-US" altLang="zh-CN" sz="1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add_time</a:t>
            </a: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":"2021-12-12"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},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{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"name": "PC008-1 with diode",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"price": 216,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"</a:t>
            </a:r>
            <a:r>
              <a:rPr lang="en-US" altLang="zh-CN" sz="1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add_time</a:t>
            </a: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":"2022-4-5"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},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{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"name": "PC008-3A",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"price": 295,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"</a:t>
            </a:r>
            <a:r>
              <a:rPr lang="en-US" altLang="zh-CN" sz="1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add_time</a:t>
            </a: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":"2022-12-7"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} </a:t>
            </a: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] 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格式化输出商品日期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for(var i=0;i&lt;products.length;i++){ // 遍历数组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console.log(format.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formatDate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(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products[i].add_time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));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3" name="TextBox 14"/>
          <p:cNvSpPr txBox="1"/>
          <p:nvPr>
            <p:custDataLst>
              <p:tags r:id="rId5"/>
            </p:custDataLst>
          </p:nvPr>
        </p:nvSpPr>
        <p:spPr>
          <a:xfrm>
            <a:off x="4244975" y="542290"/>
            <a:ext cx="6802755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index.js</a:t>
            </a:r>
            <a:r>
              <a:rPr lang="zh-CN" altLang="en-US" sz="20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</a:t>
            </a:r>
            <a:r>
              <a:rPr lang="en-US" altLang="zh-CN" sz="20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--</a:t>
            </a:r>
            <a:r>
              <a:rPr lang="zh-CN" altLang="zh-CN" sz="20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调用第三方模块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lt2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圆角矩形 25"/>
          <p:cNvSpPr/>
          <p:nvPr>
            <p:custDataLst>
              <p:tags r:id="rId6"/>
            </p:custDataLst>
          </p:nvPr>
        </p:nvSpPr>
        <p:spPr>
          <a:xfrm>
            <a:off x="4178935" y="984885"/>
            <a:ext cx="7670165" cy="544893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65125" y="5388610"/>
            <a:ext cx="9719310" cy="761365"/>
            <a:chOff x="367" y="5479"/>
            <a:chExt cx="15306" cy="1199"/>
          </a:xfrm>
        </p:grpSpPr>
        <p:sp>
          <p:nvSpPr>
            <p:cNvPr id="85" name="矩形 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67" y="5578"/>
              <a:ext cx="4921" cy="99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for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循环中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调用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自定义模块导出的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90" name="直接连接符 9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6689" y="6159"/>
              <a:ext cx="19" cy="31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直接连接符 76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426" y="6182"/>
              <a:ext cx="126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>
              <a:off x="5426" y="5479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6689" y="6572"/>
              <a:ext cx="898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365125" y="2080895"/>
            <a:ext cx="6471285" cy="761365"/>
            <a:chOff x="367" y="5479"/>
            <a:chExt cx="10191" cy="1199"/>
          </a:xfrm>
        </p:grpSpPr>
        <p:sp>
          <p:nvSpPr>
            <p:cNvPr id="4" name="矩形 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67" y="5578"/>
              <a:ext cx="4921" cy="99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数组中含有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个商品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5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6689" y="6159"/>
              <a:ext cx="19" cy="31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5426" y="6182"/>
              <a:ext cx="126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5426" y="5479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5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H="1">
              <a:off x="6689" y="6572"/>
              <a:ext cx="386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" name="矩形 12"/>
          <p:cNvSpPr/>
          <p:nvPr/>
        </p:nvSpPr>
        <p:spPr>
          <a:xfrm>
            <a:off x="4312920" y="1392555"/>
            <a:ext cx="6309360" cy="358267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运行项目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09955" y="1814195"/>
            <a:ext cx="5142230" cy="764540"/>
            <a:chOff x="1433" y="2857"/>
            <a:chExt cx="8098" cy="1204"/>
          </a:xfrm>
        </p:grpSpPr>
        <p:grpSp>
          <p:nvGrpSpPr>
            <p:cNvPr id="3" name="组合 2"/>
            <p:cNvGrpSpPr/>
            <p:nvPr/>
          </p:nvGrpSpPr>
          <p:grpSpPr>
            <a:xfrm>
              <a:off x="1433" y="2857"/>
              <a:ext cx="8099" cy="1204"/>
              <a:chOff x="1576" y="4558"/>
              <a:chExt cx="8099" cy="1204"/>
            </a:xfrm>
          </p:grpSpPr>
          <p:sp>
            <p:nvSpPr>
              <p:cNvPr id="16" name="TextBox 30"/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2665" y="4558"/>
                <a:ext cx="7010" cy="1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</a:pPr>
                <a:r>
                  <a:rPr lang="zh-CN" altLang="en-US"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进入项目文件夹，打开</a:t>
                </a:r>
                <a:r>
                  <a:rPr lang="en-US" altLang="zh-CN"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CMD</a:t>
                </a:r>
                <a:r>
                  <a:rPr lang="zh-CN" altLang="en-US"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窗口</a:t>
                </a:r>
                <a:endParaRPr 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eaLnBrk="1" hangingPunct="1">
                  <a:lnSpc>
                    <a:spcPct val="130000"/>
                  </a:lnSpc>
                </a:pPr>
                <a:r>
                  <a:rPr lang="en-US" altLang="zh-CN" sz="18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nodemon index</a:t>
                </a:r>
                <a:r>
                  <a:rPr lang="en-US" sz="18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.js</a:t>
                </a:r>
                <a:endParaRPr lang="en-US" sz="1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Oval 100"/>
              <p:cNvSpPr/>
              <p:nvPr>
                <p:custDataLst>
                  <p:tags r:id="rId5"/>
                </p:custDataLst>
              </p:nvPr>
            </p:nvSpPr>
            <p:spPr bwMode="auto">
              <a:xfrm flipH="1">
                <a:off x="1576" y="4817"/>
                <a:ext cx="876" cy="87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en-US" sz="9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4" name="Freeform 73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651" y="3358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556250" y="3211830"/>
            <a:ext cx="5040630" cy="1829435"/>
            <a:chOff x="8750" y="3831"/>
            <a:chExt cx="7938" cy="2881"/>
          </a:xfrm>
        </p:grpSpPr>
        <p:sp>
          <p:nvSpPr>
            <p:cNvPr id="42" name="圆角矩形 227"/>
            <p:cNvSpPr/>
            <p:nvPr>
              <p:custDataLst>
                <p:tags r:id="rId7"/>
              </p:custDataLst>
            </p:nvPr>
          </p:nvSpPr>
          <p:spPr>
            <a:xfrm>
              <a:off x="8750" y="4138"/>
              <a:ext cx="7938" cy="2575"/>
            </a:xfrm>
            <a:prstGeom prst="roundRect">
              <a:avLst>
                <a:gd name="adj" fmla="val 11847"/>
              </a:avLst>
            </a:prstGeom>
            <a:solidFill>
              <a:srgbClr val="F7F7F7"/>
            </a:solidFill>
            <a:ln w="9525" cap="flat">
              <a:solidFill>
                <a:schemeClr val="lt1">
                  <a:lumMod val="75000"/>
                </a:schemeClr>
              </a:solidFill>
              <a:custDash>
                <a:ds d="380000" sp="120000"/>
              </a:custDash>
              <a:bevel/>
            </a:ln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E393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" name="任意多边形 228"/>
            <p:cNvSpPr/>
            <p:nvPr>
              <p:custDataLst>
                <p:tags r:id="rId8"/>
              </p:custDataLst>
            </p:nvPr>
          </p:nvSpPr>
          <p:spPr>
            <a:xfrm>
              <a:off x="9108" y="3831"/>
              <a:ext cx="5902" cy="727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chemeClr val="accent1"/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9396" y="3869"/>
              <a:ext cx="5315" cy="62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显示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3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个商品格式化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日期：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37" y="4813"/>
              <a:ext cx="3296" cy="1554"/>
            </a:xfrm>
            <a:prstGeom prst="rect">
              <a:avLst/>
            </a:prstGeom>
          </p:spPr>
        </p:pic>
      </p:grpSp>
      <p:sp>
        <p:nvSpPr>
          <p:cNvPr id="29" name="Isosceles Triangle 2_1"/>
          <p:cNvSpPr/>
          <p:nvPr>
            <p:custDataLst>
              <p:tags r:id="rId10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1"/>
          <a:srcRect l="1275" r="1255" b="376"/>
          <a:stretch>
            <a:fillRect/>
          </a:stretch>
        </p:blipFill>
        <p:spPr>
          <a:xfrm>
            <a:off x="1382395" y="2907030"/>
            <a:ext cx="3367405" cy="310134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51080" y="1543515"/>
            <a:ext cx="4277891" cy="4277891"/>
          </a:xfrm>
          <a:prstGeom prst="arc">
            <a:avLst>
              <a:gd name="adj1" fmla="val 19163328"/>
              <a:gd name="adj2" fmla="val 2518448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29860" y="1631950"/>
            <a:ext cx="4977765" cy="1451610"/>
            <a:chOff x="8236" y="2570"/>
            <a:chExt cx="7839" cy="2286"/>
          </a:xfrm>
        </p:grpSpPr>
        <p:sp>
          <p:nvSpPr>
            <p:cNvPr id="103" name="圆角矩形 121"/>
            <p:cNvSpPr/>
            <p:nvPr>
              <p:custDataLst>
                <p:tags r:id="rId4"/>
              </p:custDataLst>
            </p:nvPr>
          </p:nvSpPr>
          <p:spPr>
            <a:xfrm>
              <a:off x="8236" y="3165"/>
              <a:ext cx="556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393" y="3309"/>
              <a:ext cx="24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6"/>
              </p:custDataLst>
            </p:nvPr>
          </p:nvSpPr>
          <p:spPr>
            <a:xfrm>
              <a:off x="9189" y="2570"/>
              <a:ext cx="6887" cy="2287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实验需求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格式化商品日期显示</a:t>
              </a:r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2021-12-12   </a:t>
              </a:r>
              <a:r>
                <a:rPr lang="en-US" altLang="zh-CN" sz="1400" b="1" dirty="0">
                  <a:gradFill>
                    <a:gsLst>
                      <a:gs pos="50000">
                        <a:schemeClr val="accent3"/>
                      </a:gs>
                      <a:gs pos="0">
                        <a:schemeClr val="accent3">
                          <a:lumMod val="25000"/>
                          <a:lumOff val="75000"/>
                        </a:schemeClr>
                      </a:gs>
                      <a:gs pos="100000">
                        <a:schemeClr val="accent3">
                          <a:lumMod val="85000"/>
                        </a:schemeClr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-&gt;</a:t>
              </a:r>
              <a:r>
                <a:rPr lang="en-US" altLang="zh-CN" sz="1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2021</a:t>
              </a:r>
              <a:r>
                <a:rPr lang="zh-CN" altLang="en-US" sz="1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年</a:t>
              </a:r>
              <a:r>
                <a:rPr lang="en-US" altLang="zh-CN" sz="1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12</a:t>
              </a:r>
              <a:r>
                <a:rPr lang="zh-CN" altLang="en-US" sz="1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月</a:t>
              </a:r>
              <a:r>
                <a:rPr lang="en-US" altLang="zh-CN" sz="1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12</a:t>
              </a:r>
              <a:r>
                <a:rPr lang="zh-CN" altLang="en-US" sz="1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日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endPara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29860" y="3317240"/>
            <a:ext cx="6873875" cy="1036320"/>
            <a:chOff x="8236" y="5224"/>
            <a:chExt cx="10825" cy="1632"/>
          </a:xfrm>
        </p:grpSpPr>
        <p:sp>
          <p:nvSpPr>
            <p:cNvPr id="101" name="圆角矩形 127"/>
            <p:cNvSpPr/>
            <p:nvPr>
              <p:custDataLst>
                <p:tags r:id="rId7"/>
              </p:custDataLst>
            </p:nvPr>
          </p:nvSpPr>
          <p:spPr>
            <a:xfrm>
              <a:off x="8236" y="5689"/>
              <a:ext cx="534" cy="509"/>
            </a:xfrm>
            <a:prstGeom prst="roundRect">
              <a:avLst/>
            </a:prstGeom>
            <a:solidFill>
              <a:schemeClr val="accent4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2" name="任意多边形 128"/>
            <p:cNvSpPr/>
            <p:nvPr>
              <p:custDataLst>
                <p:tags r:id="rId8"/>
              </p:custDataLst>
            </p:nvPr>
          </p:nvSpPr>
          <p:spPr>
            <a:xfrm>
              <a:off x="8369" y="5837"/>
              <a:ext cx="277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矩形 79"/>
            <p:cNvSpPr/>
            <p:nvPr>
              <p:custDataLst>
                <p:tags r:id="rId9"/>
              </p:custDataLst>
            </p:nvPr>
          </p:nvSpPr>
          <p:spPr>
            <a:xfrm>
              <a:off x="9187" y="5224"/>
              <a:ext cx="9874" cy="1632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实现步骤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生成项目包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本地安装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moment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模块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编写代码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运行项目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</p:grp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229860" y="4587240"/>
            <a:ext cx="5469890" cy="1036320"/>
            <a:chOff x="8236" y="7224"/>
            <a:chExt cx="8614" cy="1632"/>
          </a:xfrm>
        </p:grpSpPr>
        <p:sp>
          <p:nvSpPr>
            <p:cNvPr id="98" name="圆角矩形 121"/>
            <p:cNvSpPr/>
            <p:nvPr>
              <p:custDataLst>
                <p:tags r:id="rId44"/>
              </p:custDataLst>
            </p:nvPr>
          </p:nvSpPr>
          <p:spPr>
            <a:xfrm>
              <a:off x="8236" y="7797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9" name="任意多边形 122"/>
            <p:cNvSpPr/>
            <p:nvPr>
              <p:custDataLst>
                <p:tags r:id="rId45"/>
              </p:custDataLst>
            </p:nvPr>
          </p:nvSpPr>
          <p:spPr>
            <a:xfrm>
              <a:off x="8380" y="7941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矩形 90"/>
            <p:cNvSpPr/>
            <p:nvPr>
              <p:custDataLst>
                <p:tags r:id="rId46"/>
              </p:custDataLst>
            </p:nvPr>
          </p:nvSpPr>
          <p:spPr>
            <a:xfrm>
              <a:off x="9174" y="7224"/>
              <a:ext cx="7676" cy="1632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项目实现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index.js –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实现方法调用，格式化商品日期</a:t>
              </a:r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4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5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5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4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4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4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5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7.xml><?xml version="1.0" encoding="utf-8"?>
<p:tagLst xmlns:p="http://schemas.openxmlformats.org/presentationml/2006/main">
  <p:tag name="KSO_WM_SLIDE_BACKGROUND_TYPE" val="general"/>
</p:tagLst>
</file>

<file path=ppt/tags/tag668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5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4.xml><?xml version="1.0" encoding="utf-8"?>
<p:tagLst xmlns:p="http://schemas.openxmlformats.org/presentationml/2006/main">
  <p:tag name="KSO_WM_SLIDE_BACKGROUND_TYPE" val="general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DIAGRAM_VIRTUALLY_FRAME" val="{&quot;height&quot;:408.4012598425196,&quot;left&quot;:69.6407086614173,&quot;top&quot;:82.97165354330708,&quot;width&quot;:533.0808661417323}"/>
  <p:tag name="KSO_WM_UNIT_TEXT_FILL_FORE_SCHEMECOLOR_INDEX_BRIGHTNESS" val="0.15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DIAGRAM_VIRTUALLY_FRAME" val="{&quot;height&quot;:408.4012598425196,&quot;left&quot;:69.6407086614173,&quot;top&quot;:82.97165354330708,&quot;width&quot;:533.0808661417323}"/>
  <p:tag name="KSO_WM_UNIT_SHADOW_SCHEMECOLOR_INDEX_BRIGHTNESS" val="0"/>
  <p:tag name="KSO_WM_UNIT_SHADOW_SCHEMECOLOR_INDEX" val="5"/>
</p:tagLst>
</file>

<file path=ppt/tags/tag689.xml><?xml version="1.0" encoding="utf-8"?>
<p:tagLst xmlns:p="http://schemas.openxmlformats.org/presentationml/2006/main">
  <p:tag name="KSO_WM_DIAGRAM_VIRTUALLY_FRAME" val="{&quot;height&quot;:408.4012598425196,&quot;left&quot;:69.6407086614173,&quot;top&quot;:82.97165354330708,&quot;width&quot;:533.0808661417323}"/>
  <p:tag name="KSO_WM_UNIT_TEXT_FILL_FORE_SCHEMECOLOR_INDEX_BRIGHTNESS" val="0.15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DIAGRAM_VIRTUALLY_FRAME" val="{&quot;height&quot;:408.4012598425196,&quot;left&quot;:69.6407086614173,&quot;top&quot;:82.97165354330708,&quot;width&quot;:533.0808661417323}"/>
  <p:tag name="KSO_WM_UNIT_FILL_FORE_SCHEMECOLOR_INDEX_BRIGHTNESS" val="0"/>
  <p:tag name="KSO_WM_UNIT_FILL_FORE_SCHEMECOLOR_INDEX" val="6"/>
  <p:tag name="KSO_WM_UNIT_FILL_TYPE" val="1"/>
</p:tagLst>
</file>

<file path=ppt/tags/tag691.xml><?xml version="1.0" encoding="utf-8"?>
<p:tagLst xmlns:p="http://schemas.openxmlformats.org/presentationml/2006/main">
  <p:tag name="KSO_WM_DIAGRAM_VIRTUALLY_FRAME" val="{&quot;height&quot;:408.4012598425196,&quot;left&quot;:69.6407086614173,&quot;top&quot;:82.97165354330708,&quot;width&quot;:533.0808661417323}"/>
  <p:tag name="KSO_WM_UNIT_TEXT_FILL_FORE_SCHEMECOLOR_INDEX_BRIGHTNESS" val="0.15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DIAGRAM_VIRTUALLY_FRAME" val="{&quot;height&quot;:408.4012598425196,&quot;left&quot;:69.6407086614173,&quot;top&quot;:82.97165354330708,&quot;width&quot;:533.0808661417323}"/>
  <p:tag name="KSO_WM_UNIT_FILL_FORE_SCHEMECOLOR_INDEX_BRIGHTNESS" val="0"/>
  <p:tag name="KSO_WM_UNIT_FILL_FORE_SCHEMECOLOR_INDEX" val="5"/>
  <p:tag name="KSO_WM_UNIT_FILL_TYPE" val="1"/>
</p:tagLst>
</file>

<file path=ppt/tags/tag693.xml><?xml version="1.0" encoding="utf-8"?>
<p:tagLst xmlns:p="http://schemas.openxmlformats.org/presentationml/2006/main">
  <p:tag name="KSO_WM_DIAGRAM_VIRTUALLY_FRAME" val="{&quot;height&quot;:408.4012598425196,&quot;left&quot;:69.6407086614173,&quot;top&quot;:82.97165354330708,&quot;width&quot;:533.0808661417323}"/>
  <p:tag name="KSO_WM_UNIT_LINE_FORE_SCHEMECOLOR_INDEX_BRIGHTNESS" val="-0.25"/>
  <p:tag name="KSO_WM_UNIT_LINE_FORE_SCHEMECOLOR_INDEX" val="14"/>
  <p:tag name="KSO_WM_UNIT_LINE_FILL_TYPE" val="2"/>
</p:tagLst>
</file>

<file path=ppt/tags/tag694.xml><?xml version="1.0" encoding="utf-8"?>
<p:tagLst xmlns:p="http://schemas.openxmlformats.org/presentationml/2006/main">
  <p:tag name="KSO_WM_DIAGRAM_VIRTUALLY_FRAME" val="{&quot;height&quot;:408.4012598425196,&quot;left&quot;:69.6407086614173,&quot;top&quot;:82.97165354330708,&quot;width&quot;:533.0808661417323}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5.xml><?xml version="1.0" encoding="utf-8"?>
<p:tagLst xmlns:p="http://schemas.openxmlformats.org/presentationml/2006/main">
  <p:tag name="KSO_WM_DIAGRAM_VIRTUALLY_FRAME" val="{&quot;height&quot;:408.4012598425196,&quot;left&quot;:69.6407086614173,&quot;top&quot;:82.97165354330708,&quot;width&quot;:533.0808661417323}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6.xml><?xml version="1.0" encoding="utf-8"?>
<p:tagLst xmlns:p="http://schemas.openxmlformats.org/presentationml/2006/main">
  <p:tag name="KSO_WM_DIAGRAM_VIRTUALLY_FRAME" val="{&quot;height&quot;:408.4012598425196,&quot;left&quot;:69.6407086614173,&quot;top&quot;:82.97165354330708,&quot;width&quot;:533.0808661417323}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DIAGRAM_VIRTUALLY_FRAME" val="{&quot;height&quot;:408.4012598425196,&quot;left&quot;:69.6407086614173,&quot;top&quot;:82.97165354330708,&quot;width&quot;:533.0808661417323}"/>
  <p:tag name="KSO_WM_UNIT_TEXT_FILL_FORE_SCHEMECOLOR_INDEX_BRIGHTNESS" val="0.15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DIAGRAM_VIRTUALLY_FRAME" val="{&quot;height&quot;:408.4012598425196,&quot;left&quot;:69.6407086614173,&quot;top&quot;:82.97165354330708,&quot;width&quot;:533.0808661417323}"/>
  <p:tag name="KSO_WM_UNIT_FILL_FORE_SCHEMECOLOR_INDEX_BRIGHTNESS" val="0"/>
  <p:tag name="KSO_WM_UNIT_FILL_FORE_SCHEMECOLOR_INDEX" val="5"/>
  <p:tag name="KSO_WM_UNIT_FILL_TYPE" val="1"/>
</p:tagLst>
</file>

<file path=ppt/tags/tag701.xml><?xml version="1.0" encoding="utf-8"?>
<p:tagLst xmlns:p="http://schemas.openxmlformats.org/presentationml/2006/main">
  <p:tag name="KSO_WM_DIAGRAM_VIRTUALLY_FRAME" val="{&quot;height&quot;:408.4012598425196,&quot;left&quot;:69.6407086614173,&quot;top&quot;:82.97165354330708,&quot;width&quot;:533.0808661417323}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3.xml><?xml version="1.0" encoding="utf-8"?>
<p:tagLst xmlns:p="http://schemas.openxmlformats.org/presentationml/2006/main">
  <p:tag name="KSO_WM_SLIDE_BACKGROUND_TYPE" val="general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LINE_FORE_SCHEMECOLOR_INDEX_BRIGHTNESS" val="-0.35"/>
  <p:tag name="KSO_WM_UNIT_LINE_FORE_SCHEMECOLOR_INDEX" val="14"/>
  <p:tag name="KSO_WM_UNIT_LINE_FILL_TYPE" val="2"/>
</p:tagLst>
</file>

<file path=ppt/tags/tag7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LINE_FORE_SCHEMECOLOR_INDEX_BRIGHTNESS" val="-0.35"/>
  <p:tag name="KSO_WM_UNIT_LINE_FORE_SCHEMECOLOR_INDEX" val="14"/>
  <p:tag name="KSO_WM_UNIT_LINE_FILL_TYPE" val="2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18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0.xml><?xml version="1.0" encoding="utf-8"?>
<p:tagLst xmlns:p="http://schemas.openxmlformats.org/presentationml/2006/main">
  <p:tag name="KSO_WM_SLIDE_BACKGROUND_TYPE" val="general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2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8.xml><?xml version="1.0" encoding="utf-8"?>
<p:tagLst xmlns:p="http://schemas.openxmlformats.org/presentationml/2006/main">
  <p:tag name="KSO_WM_SLIDE_BACKGROUND_TYPE" val="general"/>
</p:tagLst>
</file>

<file path=ppt/tags/tag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4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6.xml><?xml version="1.0" encoding="utf-8"?>
<p:tagLst xmlns:p="http://schemas.openxmlformats.org/presentationml/2006/main">
  <p:tag name="KSO_WM_SLIDE_BACKGROUND_TYPE" val="general"/>
</p:tagLst>
</file>

<file path=ppt/tags/tag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6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63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76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6.xml><?xml version="1.0" encoding="utf-8"?>
<p:tagLst xmlns:p="http://schemas.openxmlformats.org/presentationml/2006/main">
  <p:tag name="KSO_WM_SLIDE_BACKGROUND_TYPE" val="general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9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70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7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78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79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80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8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05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06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07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08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09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10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3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14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15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16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1106</Words>
  <Application>WPS 演示</Application>
  <PresentationFormat>宽屏</PresentationFormat>
  <Paragraphs>140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Courier New</vt:lpstr>
      <vt:lpstr>Arial Unicode MS</vt:lpstr>
      <vt:lpstr>Calibri Light</vt:lpstr>
      <vt:lpstr>黑体</vt:lpstr>
      <vt:lpstr>1_Office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TXY</cp:lastModifiedBy>
  <cp:revision>428</cp:revision>
  <dcterms:created xsi:type="dcterms:W3CDTF">2020-10-23T09:50:00Z</dcterms:created>
  <dcterms:modified xsi:type="dcterms:W3CDTF">2024-09-15T13:47:40Z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6DBD4C8D91754FB0914152E35D05E5F2</vt:lpwstr>
  </property>
  <property fmtid="{D5CDD505-2E9C-101B-9397-08002B2CF9AE}" pid="3" name="KSOProductBuildVer">
    <vt:lpwstr>2052-12.1.0.18276</vt:lpwstr>
  </property>
</Properties>
</file>