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84" r:id="rId6"/>
    <p:sldId id="441" r:id="rId7"/>
    <p:sldId id="442" r:id="rId8"/>
    <p:sldId id="443" r:id="rId9"/>
    <p:sldId id="444" r:id="rId10"/>
    <p:sldId id="458" r:id="rId11"/>
    <p:sldId id="471" r:id="rId12"/>
    <p:sldId id="473" r:id="rId13"/>
    <p:sldId id="472" r:id="rId14"/>
    <p:sldId id="474" r:id="rId15"/>
    <p:sldId id="447" r:id="rId16"/>
    <p:sldId id="450" r:id="rId17"/>
    <p:sldId id="475" r:id="rId18"/>
    <p:sldId id="451" r:id="rId19"/>
    <p:sldId id="476" r:id="rId20"/>
    <p:sldId id="454" r:id="rId21"/>
    <p:sldId id="456" r:id="rId22"/>
    <p:sldId id="457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0000"/>
    <a:srgbClr val="333333"/>
    <a:srgbClr val="4C944C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D5D866-21FD-475E-8EC7-EAEDDA05492D}" styleName="{96a5a69e-e2c1-4257-9d08-7c964cdb7bb0}">
    <a:wholeTbl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>
          <a:top>
            <a:ln w="28575" cmpd="sng">
              <a:solidFill>
                <a:srgbClr val="4684D3"/>
              </a:solidFill>
            </a:ln>
          </a:top>
        </a:tcBdr>
        <a:fill>
          <a:solidFill>
            <a:srgbClr val="EEEEEE"/>
          </a:solidFill>
        </a:fill>
      </a:tcStyle>
    </a:lastRow>
    <a:firstRow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4684D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07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908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" Type="http://schemas.openxmlformats.org/officeDocument/2006/relationships/image" Target="../media/image1.png"/><Relationship Id="rId6" Type="http://schemas.openxmlformats.org/officeDocument/2006/relationships/tags" Target="../tags/tag597.xml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600.xml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09.xml"/><Relationship Id="rId8" Type="http://schemas.openxmlformats.org/officeDocument/2006/relationships/tags" Target="../tags/tag608.xml"/><Relationship Id="rId79" Type="http://schemas.openxmlformats.org/officeDocument/2006/relationships/notesSlide" Target="../notesSlides/notesSlide3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72.xml"/><Relationship Id="rId76" Type="http://schemas.openxmlformats.org/officeDocument/2006/relationships/image" Target="../media/image7.png"/><Relationship Id="rId75" Type="http://schemas.openxmlformats.org/officeDocument/2006/relationships/image" Target="../media/image6.jpeg"/><Relationship Id="rId74" Type="http://schemas.openxmlformats.org/officeDocument/2006/relationships/image" Target="../media/image2.png"/><Relationship Id="rId73" Type="http://schemas.openxmlformats.org/officeDocument/2006/relationships/tags" Target="../tags/tag671.xml"/><Relationship Id="rId72" Type="http://schemas.openxmlformats.org/officeDocument/2006/relationships/image" Target="../media/image5.jpeg"/><Relationship Id="rId71" Type="http://schemas.openxmlformats.org/officeDocument/2006/relationships/image" Target="../media/image4.jpeg"/><Relationship Id="rId70" Type="http://schemas.openxmlformats.org/officeDocument/2006/relationships/tags" Target="../tags/tag670.xml"/><Relationship Id="rId7" Type="http://schemas.openxmlformats.org/officeDocument/2006/relationships/tags" Target="../tags/tag607.xml"/><Relationship Id="rId69" Type="http://schemas.openxmlformats.org/officeDocument/2006/relationships/tags" Target="../tags/tag669.xml"/><Relationship Id="rId68" Type="http://schemas.openxmlformats.org/officeDocument/2006/relationships/tags" Target="../tags/tag668.xml"/><Relationship Id="rId67" Type="http://schemas.openxmlformats.org/officeDocument/2006/relationships/tags" Target="../tags/tag667.xml"/><Relationship Id="rId66" Type="http://schemas.openxmlformats.org/officeDocument/2006/relationships/tags" Target="../tags/tag666.xml"/><Relationship Id="rId65" Type="http://schemas.openxmlformats.org/officeDocument/2006/relationships/tags" Target="../tags/tag665.xml"/><Relationship Id="rId64" Type="http://schemas.openxmlformats.org/officeDocument/2006/relationships/tags" Target="../tags/tag664.xml"/><Relationship Id="rId63" Type="http://schemas.openxmlformats.org/officeDocument/2006/relationships/tags" Target="../tags/tag663.xml"/><Relationship Id="rId62" Type="http://schemas.openxmlformats.org/officeDocument/2006/relationships/tags" Target="../tags/tag662.xml"/><Relationship Id="rId61" Type="http://schemas.openxmlformats.org/officeDocument/2006/relationships/tags" Target="../tags/tag661.xml"/><Relationship Id="rId60" Type="http://schemas.openxmlformats.org/officeDocument/2006/relationships/tags" Target="../tags/tag660.xml"/><Relationship Id="rId6" Type="http://schemas.openxmlformats.org/officeDocument/2006/relationships/tags" Target="../tags/tag606.xml"/><Relationship Id="rId59" Type="http://schemas.openxmlformats.org/officeDocument/2006/relationships/tags" Target="../tags/tag659.xml"/><Relationship Id="rId58" Type="http://schemas.openxmlformats.org/officeDocument/2006/relationships/tags" Target="../tags/tag658.xml"/><Relationship Id="rId57" Type="http://schemas.openxmlformats.org/officeDocument/2006/relationships/tags" Target="../tags/tag657.xml"/><Relationship Id="rId56" Type="http://schemas.openxmlformats.org/officeDocument/2006/relationships/tags" Target="../tags/tag656.xml"/><Relationship Id="rId55" Type="http://schemas.openxmlformats.org/officeDocument/2006/relationships/tags" Target="../tags/tag655.xml"/><Relationship Id="rId54" Type="http://schemas.openxmlformats.org/officeDocument/2006/relationships/tags" Target="../tags/tag654.xml"/><Relationship Id="rId53" Type="http://schemas.openxmlformats.org/officeDocument/2006/relationships/tags" Target="../tags/tag653.xml"/><Relationship Id="rId52" Type="http://schemas.openxmlformats.org/officeDocument/2006/relationships/tags" Target="../tags/tag652.xml"/><Relationship Id="rId51" Type="http://schemas.openxmlformats.org/officeDocument/2006/relationships/tags" Target="../tags/tag651.xml"/><Relationship Id="rId50" Type="http://schemas.openxmlformats.org/officeDocument/2006/relationships/tags" Target="../tags/tag650.xml"/><Relationship Id="rId5" Type="http://schemas.openxmlformats.org/officeDocument/2006/relationships/tags" Target="../tags/tag605.xml"/><Relationship Id="rId49" Type="http://schemas.openxmlformats.org/officeDocument/2006/relationships/tags" Target="../tags/tag649.xml"/><Relationship Id="rId48" Type="http://schemas.openxmlformats.org/officeDocument/2006/relationships/tags" Target="../tags/tag648.xml"/><Relationship Id="rId47" Type="http://schemas.openxmlformats.org/officeDocument/2006/relationships/tags" Target="../tags/tag647.xml"/><Relationship Id="rId46" Type="http://schemas.openxmlformats.org/officeDocument/2006/relationships/tags" Target="../tags/tag646.xml"/><Relationship Id="rId45" Type="http://schemas.openxmlformats.org/officeDocument/2006/relationships/tags" Target="../tags/tag645.xml"/><Relationship Id="rId44" Type="http://schemas.openxmlformats.org/officeDocument/2006/relationships/tags" Target="../tags/tag644.xml"/><Relationship Id="rId43" Type="http://schemas.openxmlformats.org/officeDocument/2006/relationships/tags" Target="../tags/tag643.xml"/><Relationship Id="rId42" Type="http://schemas.openxmlformats.org/officeDocument/2006/relationships/tags" Target="../tags/tag642.xml"/><Relationship Id="rId41" Type="http://schemas.openxmlformats.org/officeDocument/2006/relationships/tags" Target="../tags/tag641.xml"/><Relationship Id="rId40" Type="http://schemas.openxmlformats.org/officeDocument/2006/relationships/tags" Target="../tags/tag640.xml"/><Relationship Id="rId4" Type="http://schemas.openxmlformats.org/officeDocument/2006/relationships/tags" Target="../tags/tag604.xml"/><Relationship Id="rId39" Type="http://schemas.openxmlformats.org/officeDocument/2006/relationships/tags" Target="../tags/tag639.xml"/><Relationship Id="rId38" Type="http://schemas.openxmlformats.org/officeDocument/2006/relationships/tags" Target="../tags/tag638.xml"/><Relationship Id="rId37" Type="http://schemas.openxmlformats.org/officeDocument/2006/relationships/tags" Target="../tags/tag637.xml"/><Relationship Id="rId36" Type="http://schemas.openxmlformats.org/officeDocument/2006/relationships/tags" Target="../tags/tag636.xml"/><Relationship Id="rId35" Type="http://schemas.openxmlformats.org/officeDocument/2006/relationships/tags" Target="../tags/tag635.xml"/><Relationship Id="rId34" Type="http://schemas.openxmlformats.org/officeDocument/2006/relationships/tags" Target="../tags/tag634.xml"/><Relationship Id="rId33" Type="http://schemas.openxmlformats.org/officeDocument/2006/relationships/tags" Target="../tags/tag633.xml"/><Relationship Id="rId32" Type="http://schemas.openxmlformats.org/officeDocument/2006/relationships/tags" Target="../tags/tag632.xml"/><Relationship Id="rId31" Type="http://schemas.openxmlformats.org/officeDocument/2006/relationships/tags" Target="../tags/tag631.xml"/><Relationship Id="rId30" Type="http://schemas.openxmlformats.org/officeDocument/2006/relationships/tags" Target="../tags/tag630.xml"/><Relationship Id="rId3" Type="http://schemas.openxmlformats.org/officeDocument/2006/relationships/tags" Target="../tags/tag603.xml"/><Relationship Id="rId29" Type="http://schemas.openxmlformats.org/officeDocument/2006/relationships/tags" Target="../tags/tag629.xml"/><Relationship Id="rId28" Type="http://schemas.openxmlformats.org/officeDocument/2006/relationships/tags" Target="../tags/tag628.xml"/><Relationship Id="rId27" Type="http://schemas.openxmlformats.org/officeDocument/2006/relationships/tags" Target="../tags/tag627.xml"/><Relationship Id="rId26" Type="http://schemas.openxmlformats.org/officeDocument/2006/relationships/tags" Target="../tags/tag626.xml"/><Relationship Id="rId25" Type="http://schemas.openxmlformats.org/officeDocument/2006/relationships/tags" Target="../tags/tag625.xml"/><Relationship Id="rId24" Type="http://schemas.openxmlformats.org/officeDocument/2006/relationships/tags" Target="../tags/tag624.xml"/><Relationship Id="rId23" Type="http://schemas.openxmlformats.org/officeDocument/2006/relationships/tags" Target="../tags/tag623.xml"/><Relationship Id="rId22" Type="http://schemas.openxmlformats.org/officeDocument/2006/relationships/tags" Target="../tags/tag622.xml"/><Relationship Id="rId21" Type="http://schemas.openxmlformats.org/officeDocument/2006/relationships/tags" Target="../tags/tag621.xml"/><Relationship Id="rId20" Type="http://schemas.openxmlformats.org/officeDocument/2006/relationships/tags" Target="../tags/tag620.xml"/><Relationship Id="rId2" Type="http://schemas.openxmlformats.org/officeDocument/2006/relationships/tags" Target="../tags/tag602.xml"/><Relationship Id="rId19" Type="http://schemas.openxmlformats.org/officeDocument/2006/relationships/tags" Target="../tags/tag619.xml"/><Relationship Id="rId18" Type="http://schemas.openxmlformats.org/officeDocument/2006/relationships/tags" Target="../tags/tag618.xml"/><Relationship Id="rId17" Type="http://schemas.openxmlformats.org/officeDocument/2006/relationships/tags" Target="../tags/tag617.xml"/><Relationship Id="rId16" Type="http://schemas.openxmlformats.org/officeDocument/2006/relationships/tags" Target="../tags/tag616.xml"/><Relationship Id="rId15" Type="http://schemas.openxmlformats.org/officeDocument/2006/relationships/tags" Target="../tags/tag615.xml"/><Relationship Id="rId14" Type="http://schemas.openxmlformats.org/officeDocument/2006/relationships/tags" Target="../tags/tag614.xml"/><Relationship Id="rId13" Type="http://schemas.openxmlformats.org/officeDocument/2006/relationships/tags" Target="../tags/tag613.xml"/><Relationship Id="rId12" Type="http://schemas.openxmlformats.org/officeDocument/2006/relationships/tags" Target="../tags/tag612.xml"/><Relationship Id="rId11" Type="http://schemas.openxmlformats.org/officeDocument/2006/relationships/tags" Target="../tags/tag611.xml"/><Relationship Id="rId10" Type="http://schemas.openxmlformats.org/officeDocument/2006/relationships/tags" Target="../tags/tag610.xml"/><Relationship Id="rId1" Type="http://schemas.openxmlformats.org/officeDocument/2006/relationships/tags" Target="../tags/tag6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80.xml"/><Relationship Id="rId7" Type="http://schemas.openxmlformats.org/officeDocument/2006/relationships/tags" Target="../tags/tag679.xml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image" Target="../media/image8.png"/><Relationship Id="rId7" Type="http://schemas.openxmlformats.org/officeDocument/2006/relationships/image" Target="../media/image6.jpeg"/><Relationship Id="rId6" Type="http://schemas.openxmlformats.org/officeDocument/2006/relationships/image" Target="../media/image2.png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5.xml"/><Relationship Id="rId8" Type="http://schemas.openxmlformats.org/officeDocument/2006/relationships/tags" Target="../tags/tag694.xml"/><Relationship Id="rId7" Type="http://schemas.openxmlformats.org/officeDocument/2006/relationships/tags" Target="../tags/tag693.xml"/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09.xml"/><Relationship Id="rId23" Type="http://schemas.openxmlformats.org/officeDocument/2006/relationships/tags" Target="../tags/tag708.xml"/><Relationship Id="rId22" Type="http://schemas.openxmlformats.org/officeDocument/2006/relationships/tags" Target="../tags/tag707.xml"/><Relationship Id="rId21" Type="http://schemas.openxmlformats.org/officeDocument/2006/relationships/image" Target="../media/image9.png"/><Relationship Id="rId20" Type="http://schemas.openxmlformats.org/officeDocument/2006/relationships/tags" Target="../tags/tag706.xml"/><Relationship Id="rId2" Type="http://schemas.openxmlformats.org/officeDocument/2006/relationships/tags" Target="../tags/tag688.xml"/><Relationship Id="rId19" Type="http://schemas.openxmlformats.org/officeDocument/2006/relationships/tags" Target="../tags/tag705.xml"/><Relationship Id="rId18" Type="http://schemas.openxmlformats.org/officeDocument/2006/relationships/tags" Target="../tags/tag704.xml"/><Relationship Id="rId17" Type="http://schemas.openxmlformats.org/officeDocument/2006/relationships/tags" Target="../tags/tag703.xml"/><Relationship Id="rId16" Type="http://schemas.openxmlformats.org/officeDocument/2006/relationships/tags" Target="../tags/tag702.xml"/><Relationship Id="rId15" Type="http://schemas.openxmlformats.org/officeDocument/2006/relationships/tags" Target="../tags/tag701.xml"/><Relationship Id="rId14" Type="http://schemas.openxmlformats.org/officeDocument/2006/relationships/tags" Target="../tags/tag700.xml"/><Relationship Id="rId13" Type="http://schemas.openxmlformats.org/officeDocument/2006/relationships/tags" Target="../tags/tag699.xml"/><Relationship Id="rId12" Type="http://schemas.openxmlformats.org/officeDocument/2006/relationships/tags" Target="../tags/tag698.xml"/><Relationship Id="rId11" Type="http://schemas.openxmlformats.org/officeDocument/2006/relationships/tags" Target="../tags/tag697.xml"/><Relationship Id="rId10" Type="http://schemas.openxmlformats.org/officeDocument/2006/relationships/tags" Target="../tags/tag696.xml"/><Relationship Id="rId1" Type="http://schemas.openxmlformats.org/officeDocument/2006/relationships/tags" Target="../tags/tag6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6.xml"/><Relationship Id="rId8" Type="http://schemas.openxmlformats.org/officeDocument/2006/relationships/tags" Target="../tags/tag715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tags" Target="../tags/tag714.xml"/><Relationship Id="rId4" Type="http://schemas.openxmlformats.org/officeDocument/2006/relationships/tags" Target="../tags/tag713.xml"/><Relationship Id="rId3" Type="http://schemas.openxmlformats.org/officeDocument/2006/relationships/tags" Target="../tags/tag712.xml"/><Relationship Id="rId2" Type="http://schemas.openxmlformats.org/officeDocument/2006/relationships/tags" Target="../tags/tag711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7.xml"/><Relationship Id="rId1" Type="http://schemas.openxmlformats.org/officeDocument/2006/relationships/tags" Target="../tags/tag7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22.xml"/><Relationship Id="rId5" Type="http://schemas.openxmlformats.org/officeDocument/2006/relationships/image" Target="../media/image2.png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" Type="http://schemas.openxmlformats.org/officeDocument/2006/relationships/tags" Target="../tags/tag7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tags" Target="../tags/tag73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tags" Target="../tags/tag725.xml"/><Relationship Id="rId2" Type="http://schemas.openxmlformats.org/officeDocument/2006/relationships/tags" Target="../tags/tag724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9.xml"/><Relationship Id="rId16" Type="http://schemas.openxmlformats.org/officeDocument/2006/relationships/tags" Target="../tags/tag738.xml"/><Relationship Id="rId15" Type="http://schemas.openxmlformats.org/officeDocument/2006/relationships/tags" Target="../tags/tag737.xml"/><Relationship Id="rId14" Type="http://schemas.openxmlformats.org/officeDocument/2006/relationships/tags" Target="../tags/tag736.xml"/><Relationship Id="rId13" Type="http://schemas.openxmlformats.org/officeDocument/2006/relationships/tags" Target="../tags/tag735.xml"/><Relationship Id="rId12" Type="http://schemas.openxmlformats.org/officeDocument/2006/relationships/tags" Target="../tags/tag734.xml"/><Relationship Id="rId11" Type="http://schemas.openxmlformats.org/officeDocument/2006/relationships/tags" Target="../tags/tag733.xml"/><Relationship Id="rId10" Type="http://schemas.openxmlformats.org/officeDocument/2006/relationships/tags" Target="../tags/tag732.xml"/><Relationship Id="rId1" Type="http://schemas.openxmlformats.org/officeDocument/2006/relationships/tags" Target="../tags/tag7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45.xml"/><Relationship Id="rId6" Type="http://schemas.openxmlformats.org/officeDocument/2006/relationships/image" Target="../media/image12.GIF"/><Relationship Id="rId5" Type="http://schemas.openxmlformats.org/officeDocument/2006/relationships/tags" Target="../tags/tag744.xml"/><Relationship Id="rId4" Type="http://schemas.openxmlformats.org/officeDocument/2006/relationships/tags" Target="../tags/tag743.xml"/><Relationship Id="rId3" Type="http://schemas.openxmlformats.org/officeDocument/2006/relationships/tags" Target="../tags/tag742.xml"/><Relationship Id="rId2" Type="http://schemas.openxmlformats.org/officeDocument/2006/relationships/tags" Target="../tags/tag741.xml"/><Relationship Id="rId1" Type="http://schemas.openxmlformats.org/officeDocument/2006/relationships/tags" Target="../tags/tag74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54.xml"/><Relationship Id="rId8" Type="http://schemas.openxmlformats.org/officeDocument/2006/relationships/tags" Target="../tags/tag753.xml"/><Relationship Id="rId7" Type="http://schemas.openxmlformats.org/officeDocument/2006/relationships/tags" Target="../tags/tag752.xml"/><Relationship Id="rId6" Type="http://schemas.openxmlformats.org/officeDocument/2006/relationships/tags" Target="../tags/tag751.xml"/><Relationship Id="rId5" Type="http://schemas.openxmlformats.org/officeDocument/2006/relationships/tags" Target="../tags/tag750.xml"/><Relationship Id="rId4" Type="http://schemas.openxmlformats.org/officeDocument/2006/relationships/tags" Target="../tags/tag749.xml"/><Relationship Id="rId3" Type="http://schemas.openxmlformats.org/officeDocument/2006/relationships/tags" Target="../tags/tag748.xml"/><Relationship Id="rId2" Type="http://schemas.openxmlformats.org/officeDocument/2006/relationships/tags" Target="../tags/tag747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62.xml"/><Relationship Id="rId16" Type="http://schemas.openxmlformats.org/officeDocument/2006/relationships/tags" Target="../tags/tag761.xml"/><Relationship Id="rId15" Type="http://schemas.openxmlformats.org/officeDocument/2006/relationships/tags" Target="../tags/tag760.xml"/><Relationship Id="rId14" Type="http://schemas.openxmlformats.org/officeDocument/2006/relationships/tags" Target="../tags/tag759.xml"/><Relationship Id="rId13" Type="http://schemas.openxmlformats.org/officeDocument/2006/relationships/tags" Target="../tags/tag758.xml"/><Relationship Id="rId12" Type="http://schemas.openxmlformats.org/officeDocument/2006/relationships/tags" Target="../tags/tag757.xml"/><Relationship Id="rId11" Type="http://schemas.openxmlformats.org/officeDocument/2006/relationships/tags" Target="../tags/tag756.xml"/><Relationship Id="rId10" Type="http://schemas.openxmlformats.org/officeDocument/2006/relationships/tags" Target="../tags/tag755.xml"/><Relationship Id="rId1" Type="http://schemas.openxmlformats.org/officeDocument/2006/relationships/tags" Target="../tags/tag74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1.xml"/><Relationship Id="rId8" Type="http://schemas.openxmlformats.org/officeDocument/2006/relationships/tags" Target="../tags/tag770.xml"/><Relationship Id="rId7" Type="http://schemas.openxmlformats.org/officeDocument/2006/relationships/tags" Target="../tags/tag769.xml"/><Relationship Id="rId6" Type="http://schemas.openxmlformats.org/officeDocument/2006/relationships/tags" Target="../tags/tag768.xml"/><Relationship Id="rId5" Type="http://schemas.openxmlformats.org/officeDocument/2006/relationships/tags" Target="../tags/tag767.xml"/><Relationship Id="rId4" Type="http://schemas.openxmlformats.org/officeDocument/2006/relationships/tags" Target="../tags/tag766.xml"/><Relationship Id="rId3" Type="http://schemas.openxmlformats.org/officeDocument/2006/relationships/tags" Target="../tags/tag765.xml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64.xml"/><Relationship Id="rId19" Type="http://schemas.openxmlformats.org/officeDocument/2006/relationships/tags" Target="../tags/tag780.xml"/><Relationship Id="rId18" Type="http://schemas.openxmlformats.org/officeDocument/2006/relationships/tags" Target="../tags/tag779.xml"/><Relationship Id="rId17" Type="http://schemas.openxmlformats.org/officeDocument/2006/relationships/tags" Target="../tags/tag778.xml"/><Relationship Id="rId16" Type="http://schemas.openxmlformats.org/officeDocument/2006/relationships/tags" Target="../tags/tag777.xml"/><Relationship Id="rId15" Type="http://schemas.openxmlformats.org/officeDocument/2006/relationships/image" Target="../media/image13.png"/><Relationship Id="rId14" Type="http://schemas.openxmlformats.org/officeDocument/2006/relationships/tags" Target="../tags/tag776.xml"/><Relationship Id="rId13" Type="http://schemas.openxmlformats.org/officeDocument/2006/relationships/tags" Target="../tags/tag775.xml"/><Relationship Id="rId12" Type="http://schemas.openxmlformats.org/officeDocument/2006/relationships/tags" Target="../tags/tag774.xml"/><Relationship Id="rId11" Type="http://schemas.openxmlformats.org/officeDocument/2006/relationships/tags" Target="../tags/tag773.xml"/><Relationship Id="rId10" Type="http://schemas.openxmlformats.org/officeDocument/2006/relationships/tags" Target="../tags/tag772.xml"/><Relationship Id="rId1" Type="http://schemas.openxmlformats.org/officeDocument/2006/relationships/tags" Target="../tags/tag7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9.xml"/><Relationship Id="rId8" Type="http://schemas.openxmlformats.org/officeDocument/2006/relationships/tags" Target="../tags/tag788.xml"/><Relationship Id="rId7" Type="http://schemas.openxmlformats.org/officeDocument/2006/relationships/tags" Target="../tags/tag787.xml"/><Relationship Id="rId6" Type="http://schemas.openxmlformats.org/officeDocument/2006/relationships/tags" Target="../tags/tag786.xml"/><Relationship Id="rId5" Type="http://schemas.openxmlformats.org/officeDocument/2006/relationships/tags" Target="../tags/tag785.xml"/><Relationship Id="rId4" Type="http://schemas.openxmlformats.org/officeDocument/2006/relationships/tags" Target="../tags/tag784.xml"/><Relationship Id="rId3" Type="http://schemas.openxmlformats.org/officeDocument/2006/relationships/tags" Target="../tags/tag783.xml"/><Relationship Id="rId2" Type="http://schemas.openxmlformats.org/officeDocument/2006/relationships/tags" Target="../tags/tag782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7.xml"/><Relationship Id="rId16" Type="http://schemas.openxmlformats.org/officeDocument/2006/relationships/tags" Target="../tags/tag796.xml"/><Relationship Id="rId15" Type="http://schemas.openxmlformats.org/officeDocument/2006/relationships/tags" Target="../tags/tag795.xml"/><Relationship Id="rId14" Type="http://schemas.openxmlformats.org/officeDocument/2006/relationships/tags" Target="../tags/tag794.xml"/><Relationship Id="rId13" Type="http://schemas.openxmlformats.org/officeDocument/2006/relationships/tags" Target="../tags/tag793.xml"/><Relationship Id="rId12" Type="http://schemas.openxmlformats.org/officeDocument/2006/relationships/tags" Target="../tags/tag792.xml"/><Relationship Id="rId11" Type="http://schemas.openxmlformats.org/officeDocument/2006/relationships/tags" Target="../tags/tag791.xml"/><Relationship Id="rId10" Type="http://schemas.openxmlformats.org/officeDocument/2006/relationships/tags" Target="../tags/tag790.xml"/><Relationship Id="rId1" Type="http://schemas.openxmlformats.org/officeDocument/2006/relationships/tags" Target="../tags/tag78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06.xml"/><Relationship Id="rId8" Type="http://schemas.openxmlformats.org/officeDocument/2006/relationships/tags" Target="../tags/tag805.xml"/><Relationship Id="rId7" Type="http://schemas.openxmlformats.org/officeDocument/2006/relationships/tags" Target="../tags/tag804.xml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" Type="http://schemas.openxmlformats.org/officeDocument/2006/relationships/tags" Target="../tags/tag801.xml"/><Relationship Id="rId3" Type="http://schemas.openxmlformats.org/officeDocument/2006/relationships/tags" Target="../tags/tag800.xml"/><Relationship Id="rId2" Type="http://schemas.openxmlformats.org/officeDocument/2006/relationships/tags" Target="../tags/tag799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14.xml"/><Relationship Id="rId16" Type="http://schemas.openxmlformats.org/officeDocument/2006/relationships/tags" Target="../tags/tag813.xml"/><Relationship Id="rId15" Type="http://schemas.openxmlformats.org/officeDocument/2006/relationships/tags" Target="../tags/tag812.xml"/><Relationship Id="rId14" Type="http://schemas.openxmlformats.org/officeDocument/2006/relationships/tags" Target="../tags/tag811.xml"/><Relationship Id="rId13" Type="http://schemas.openxmlformats.org/officeDocument/2006/relationships/tags" Target="../tags/tag810.xml"/><Relationship Id="rId12" Type="http://schemas.openxmlformats.org/officeDocument/2006/relationships/tags" Target="../tags/tag809.xml"/><Relationship Id="rId11" Type="http://schemas.openxmlformats.org/officeDocument/2006/relationships/tags" Target="../tags/tag808.xml"/><Relationship Id="rId10" Type="http://schemas.openxmlformats.org/officeDocument/2006/relationships/tags" Target="../tags/tag807.xml"/><Relationship Id="rId1" Type="http://schemas.openxmlformats.org/officeDocument/2006/relationships/tags" Target="../tags/tag79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23.xml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tags" Target="../tags/tag820.xml"/><Relationship Id="rId5" Type="http://schemas.openxmlformats.org/officeDocument/2006/relationships/tags" Target="../tags/tag819.xml"/><Relationship Id="rId4" Type="http://schemas.openxmlformats.org/officeDocument/2006/relationships/tags" Target="../tags/tag818.xml"/><Relationship Id="rId3" Type="http://schemas.openxmlformats.org/officeDocument/2006/relationships/tags" Target="../tags/tag817.xml"/><Relationship Id="rId2" Type="http://schemas.openxmlformats.org/officeDocument/2006/relationships/tags" Target="../tags/tag816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31.xml"/><Relationship Id="rId16" Type="http://schemas.openxmlformats.org/officeDocument/2006/relationships/tags" Target="../tags/tag830.xml"/><Relationship Id="rId15" Type="http://schemas.openxmlformats.org/officeDocument/2006/relationships/tags" Target="../tags/tag829.xml"/><Relationship Id="rId14" Type="http://schemas.openxmlformats.org/officeDocument/2006/relationships/tags" Target="../tags/tag828.xml"/><Relationship Id="rId13" Type="http://schemas.openxmlformats.org/officeDocument/2006/relationships/tags" Target="../tags/tag827.xml"/><Relationship Id="rId12" Type="http://schemas.openxmlformats.org/officeDocument/2006/relationships/tags" Target="../tags/tag826.xml"/><Relationship Id="rId11" Type="http://schemas.openxmlformats.org/officeDocument/2006/relationships/tags" Target="../tags/tag825.xml"/><Relationship Id="rId10" Type="http://schemas.openxmlformats.org/officeDocument/2006/relationships/tags" Target="../tags/tag824.xml"/><Relationship Id="rId1" Type="http://schemas.openxmlformats.org/officeDocument/2006/relationships/tags" Target="../tags/tag8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40.xml"/><Relationship Id="rId8" Type="http://schemas.openxmlformats.org/officeDocument/2006/relationships/tags" Target="../tags/tag839.xml"/><Relationship Id="rId7" Type="http://schemas.openxmlformats.org/officeDocument/2006/relationships/tags" Target="../tags/tag838.xml"/><Relationship Id="rId6" Type="http://schemas.openxmlformats.org/officeDocument/2006/relationships/tags" Target="../tags/tag837.xml"/><Relationship Id="rId5" Type="http://schemas.openxmlformats.org/officeDocument/2006/relationships/tags" Target="../tags/tag836.xml"/><Relationship Id="rId4" Type="http://schemas.openxmlformats.org/officeDocument/2006/relationships/tags" Target="../tags/tag835.xml"/><Relationship Id="rId3" Type="http://schemas.openxmlformats.org/officeDocument/2006/relationships/tags" Target="../tags/tag834.xml"/><Relationship Id="rId2" Type="http://schemas.openxmlformats.org/officeDocument/2006/relationships/tags" Target="../tags/tag833.xml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845.xml"/><Relationship Id="rId13" Type="http://schemas.openxmlformats.org/officeDocument/2006/relationships/tags" Target="../tags/tag844.xml"/><Relationship Id="rId12" Type="http://schemas.openxmlformats.org/officeDocument/2006/relationships/tags" Target="../tags/tag843.xml"/><Relationship Id="rId11" Type="http://schemas.openxmlformats.org/officeDocument/2006/relationships/tags" Target="../tags/tag842.xml"/><Relationship Id="rId10" Type="http://schemas.openxmlformats.org/officeDocument/2006/relationships/tags" Target="../tags/tag841.xml"/><Relationship Id="rId1" Type="http://schemas.openxmlformats.org/officeDocument/2006/relationships/tags" Target="../tags/tag83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53.xml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" Type="http://schemas.openxmlformats.org/officeDocument/2006/relationships/tags" Target="../tags/tag849.xml"/><Relationship Id="rId3" Type="http://schemas.openxmlformats.org/officeDocument/2006/relationships/tags" Target="../tags/tag848.xml"/><Relationship Id="rId2" Type="http://schemas.openxmlformats.org/officeDocument/2006/relationships/tags" Target="../tags/tag847.xml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858.xml"/><Relationship Id="rId15" Type="http://schemas.openxmlformats.org/officeDocument/2006/relationships/image" Target="../media/image14.png"/><Relationship Id="rId14" Type="http://schemas.openxmlformats.org/officeDocument/2006/relationships/image" Target="../media/image8.png"/><Relationship Id="rId13" Type="http://schemas.openxmlformats.org/officeDocument/2006/relationships/tags" Target="../tags/tag857.xml"/><Relationship Id="rId12" Type="http://schemas.openxmlformats.org/officeDocument/2006/relationships/tags" Target="../tags/tag856.xml"/><Relationship Id="rId11" Type="http://schemas.openxmlformats.org/officeDocument/2006/relationships/tags" Target="../tags/tag855.xml"/><Relationship Id="rId10" Type="http://schemas.openxmlformats.org/officeDocument/2006/relationships/tags" Target="../tags/tag854.xml"/><Relationship Id="rId1" Type="http://schemas.openxmlformats.org/officeDocument/2006/relationships/tags" Target="../tags/tag84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67.xml"/><Relationship Id="rId8" Type="http://schemas.openxmlformats.org/officeDocument/2006/relationships/tags" Target="../tags/tag866.xml"/><Relationship Id="rId7" Type="http://schemas.openxmlformats.org/officeDocument/2006/relationships/tags" Target="../tags/tag865.xml"/><Relationship Id="rId6" Type="http://schemas.openxmlformats.org/officeDocument/2006/relationships/tags" Target="../tags/tag864.xml"/><Relationship Id="rId50" Type="http://schemas.openxmlformats.org/officeDocument/2006/relationships/notesSlide" Target="../notesSlides/notesSlide18.xml"/><Relationship Id="rId5" Type="http://schemas.openxmlformats.org/officeDocument/2006/relationships/tags" Target="../tags/tag863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905.xml"/><Relationship Id="rId47" Type="http://schemas.openxmlformats.org/officeDocument/2006/relationships/image" Target="../media/image15.png"/><Relationship Id="rId46" Type="http://schemas.openxmlformats.org/officeDocument/2006/relationships/tags" Target="../tags/tag904.xml"/><Relationship Id="rId45" Type="http://schemas.openxmlformats.org/officeDocument/2006/relationships/tags" Target="../tags/tag903.xml"/><Relationship Id="rId44" Type="http://schemas.openxmlformats.org/officeDocument/2006/relationships/tags" Target="../tags/tag902.xml"/><Relationship Id="rId43" Type="http://schemas.openxmlformats.org/officeDocument/2006/relationships/tags" Target="../tags/tag901.xml"/><Relationship Id="rId42" Type="http://schemas.openxmlformats.org/officeDocument/2006/relationships/tags" Target="../tags/tag900.xml"/><Relationship Id="rId41" Type="http://schemas.openxmlformats.org/officeDocument/2006/relationships/tags" Target="../tags/tag899.xml"/><Relationship Id="rId40" Type="http://schemas.openxmlformats.org/officeDocument/2006/relationships/tags" Target="../tags/tag898.xml"/><Relationship Id="rId4" Type="http://schemas.openxmlformats.org/officeDocument/2006/relationships/tags" Target="../tags/tag862.xml"/><Relationship Id="rId39" Type="http://schemas.openxmlformats.org/officeDocument/2006/relationships/tags" Target="../tags/tag897.xml"/><Relationship Id="rId38" Type="http://schemas.openxmlformats.org/officeDocument/2006/relationships/tags" Target="../tags/tag896.xml"/><Relationship Id="rId37" Type="http://schemas.openxmlformats.org/officeDocument/2006/relationships/tags" Target="../tags/tag895.xml"/><Relationship Id="rId36" Type="http://schemas.openxmlformats.org/officeDocument/2006/relationships/tags" Target="../tags/tag894.xml"/><Relationship Id="rId35" Type="http://schemas.openxmlformats.org/officeDocument/2006/relationships/tags" Target="../tags/tag893.xml"/><Relationship Id="rId34" Type="http://schemas.openxmlformats.org/officeDocument/2006/relationships/tags" Target="../tags/tag892.xml"/><Relationship Id="rId33" Type="http://schemas.openxmlformats.org/officeDocument/2006/relationships/tags" Target="../tags/tag891.xml"/><Relationship Id="rId32" Type="http://schemas.openxmlformats.org/officeDocument/2006/relationships/tags" Target="../tags/tag890.xml"/><Relationship Id="rId31" Type="http://schemas.openxmlformats.org/officeDocument/2006/relationships/tags" Target="../tags/tag889.xml"/><Relationship Id="rId30" Type="http://schemas.openxmlformats.org/officeDocument/2006/relationships/tags" Target="../tags/tag888.xml"/><Relationship Id="rId3" Type="http://schemas.openxmlformats.org/officeDocument/2006/relationships/tags" Target="../tags/tag861.xml"/><Relationship Id="rId29" Type="http://schemas.openxmlformats.org/officeDocument/2006/relationships/tags" Target="../tags/tag887.xml"/><Relationship Id="rId28" Type="http://schemas.openxmlformats.org/officeDocument/2006/relationships/tags" Target="../tags/tag886.xml"/><Relationship Id="rId27" Type="http://schemas.openxmlformats.org/officeDocument/2006/relationships/tags" Target="../tags/tag885.xml"/><Relationship Id="rId26" Type="http://schemas.openxmlformats.org/officeDocument/2006/relationships/tags" Target="../tags/tag884.xml"/><Relationship Id="rId25" Type="http://schemas.openxmlformats.org/officeDocument/2006/relationships/tags" Target="../tags/tag883.xml"/><Relationship Id="rId24" Type="http://schemas.openxmlformats.org/officeDocument/2006/relationships/tags" Target="../tags/tag882.xml"/><Relationship Id="rId23" Type="http://schemas.openxmlformats.org/officeDocument/2006/relationships/tags" Target="../tags/tag881.xml"/><Relationship Id="rId22" Type="http://schemas.openxmlformats.org/officeDocument/2006/relationships/tags" Target="../tags/tag880.xml"/><Relationship Id="rId21" Type="http://schemas.openxmlformats.org/officeDocument/2006/relationships/tags" Target="../tags/tag879.xml"/><Relationship Id="rId20" Type="http://schemas.openxmlformats.org/officeDocument/2006/relationships/tags" Target="../tags/tag878.xml"/><Relationship Id="rId2" Type="http://schemas.openxmlformats.org/officeDocument/2006/relationships/tags" Target="../tags/tag860.xml"/><Relationship Id="rId19" Type="http://schemas.openxmlformats.org/officeDocument/2006/relationships/tags" Target="../tags/tag877.xml"/><Relationship Id="rId18" Type="http://schemas.openxmlformats.org/officeDocument/2006/relationships/tags" Target="../tags/tag876.xml"/><Relationship Id="rId17" Type="http://schemas.openxmlformats.org/officeDocument/2006/relationships/tags" Target="../tags/tag875.xml"/><Relationship Id="rId16" Type="http://schemas.openxmlformats.org/officeDocument/2006/relationships/tags" Target="../tags/tag874.xml"/><Relationship Id="rId15" Type="http://schemas.openxmlformats.org/officeDocument/2006/relationships/tags" Target="../tags/tag873.xml"/><Relationship Id="rId14" Type="http://schemas.openxmlformats.org/officeDocument/2006/relationships/tags" Target="../tags/tag872.xml"/><Relationship Id="rId13" Type="http://schemas.openxmlformats.org/officeDocument/2006/relationships/tags" Target="../tags/tag871.xml"/><Relationship Id="rId12" Type="http://schemas.openxmlformats.org/officeDocument/2006/relationships/tags" Target="../tags/tag870.xml"/><Relationship Id="rId11" Type="http://schemas.openxmlformats.org/officeDocument/2006/relationships/tags" Target="../tags/tag869.xml"/><Relationship Id="rId10" Type="http://schemas.openxmlformats.org/officeDocument/2006/relationships/tags" Target="../tags/tag868.xml"/><Relationship Id="rId1" Type="http://schemas.openxmlformats.org/officeDocument/2006/relationships/tags" Target="../tags/tag85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907.xml"/><Relationship Id="rId1" Type="http://schemas.openxmlformats.org/officeDocument/2006/relationships/tags" Target="../tags/tag9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83970" y="2195830"/>
            <a:ext cx="975360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管理员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登录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PA-组合 3"/>
          <p:cNvGrpSpPr/>
          <p:nvPr>
            <p:custDataLst>
              <p:tags r:id="rId3"/>
            </p:custDataLst>
          </p:nvPr>
        </p:nvGrpSpPr>
        <p:grpSpPr>
          <a:xfrm>
            <a:off x="2026285" y="590550"/>
            <a:ext cx="8735695" cy="5403850"/>
            <a:chOff x="4573363" y="1302784"/>
            <a:chExt cx="3035537" cy="2800420"/>
          </a:xfrm>
        </p:grpSpPr>
        <p:sp>
          <p:nvSpPr>
            <p:cNvPr id="46" name="PA-文本框 39"/>
            <p:cNvSpPr txBox="1"/>
            <p:nvPr>
              <p:custDataLst>
                <p:tags r:id="rId4"/>
              </p:custDataLst>
            </p:nvPr>
          </p:nvSpPr>
          <p:spPr>
            <a:xfrm>
              <a:off x="4617067" y="3775543"/>
              <a:ext cx="2141065" cy="1549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îṧľïdè"/>
            <p:cNvSpPr/>
            <p:nvPr>
              <p:custDataLst>
                <p:tags r:id="rId5"/>
              </p:custDataLst>
            </p:nvPr>
          </p:nvSpPr>
          <p:spPr>
            <a:xfrm>
              <a:off x="4573719" y="1740022"/>
              <a:ext cx="3035181" cy="235424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PA-iṥliďè"/>
            <p:cNvSpPr/>
            <p:nvPr>
              <p:custDataLst>
                <p:tags r:id="rId6"/>
              </p:custDataLst>
            </p:nvPr>
          </p:nvSpPr>
          <p:spPr>
            <a:xfrm>
              <a:off x="4573363" y="1740018"/>
              <a:ext cx="3035183" cy="2363186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7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PA-i$ľïḓe"/>
            <p:cNvSpPr/>
            <p:nvPr>
              <p:custDataLst>
                <p:tags r:id="rId8"/>
              </p:custDataLst>
            </p:nvPr>
          </p:nvSpPr>
          <p:spPr>
            <a:xfrm>
              <a:off x="4573717" y="1302784"/>
              <a:ext cx="3035181" cy="437239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PA-文本框 49"/>
            <p:cNvSpPr txBox="1"/>
            <p:nvPr>
              <p:custDataLst>
                <p:tags r:id="rId9"/>
              </p:custDataLst>
            </p:nvPr>
          </p:nvSpPr>
          <p:spPr>
            <a:xfrm>
              <a:off x="5549218" y="1348970"/>
              <a:ext cx="1876160" cy="270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商品管理系统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8" name="图片 181" descr="C:/Users/TXY/Desktop/图片3.png图片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7555" y="1788160"/>
            <a:ext cx="4954905" cy="406336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9" name="图片 8" descr="千库网_卡通手绘对错符号_元素编号13655046"/>
          <p:cNvPicPr>
            <a:picLocks noChangeAspect="1"/>
          </p:cNvPicPr>
          <p:nvPr/>
        </p:nvPicPr>
        <p:blipFill>
          <a:blip r:embed="rId11"/>
          <a:srcRect l="47927" t="33083" r="3531" b="26198"/>
          <a:stretch>
            <a:fillRect/>
          </a:stretch>
        </p:blipFill>
        <p:spPr>
          <a:xfrm>
            <a:off x="8333740" y="4210050"/>
            <a:ext cx="1956435" cy="1641475"/>
          </a:xfrm>
          <a:prstGeom prst="rect">
            <a:avLst/>
          </a:prstGeom>
        </p:spPr>
      </p:pic>
      <p:pic>
        <p:nvPicPr>
          <p:cNvPr id="10" name="图片 9" descr="千库网_卡通手绘对错符号_元素编号13655046"/>
          <p:cNvPicPr>
            <a:picLocks noChangeAspect="1"/>
          </p:cNvPicPr>
          <p:nvPr/>
        </p:nvPicPr>
        <p:blipFill>
          <a:blip r:embed="rId11"/>
          <a:srcRect l="937" t="30179" r="51720" b="27337"/>
          <a:stretch>
            <a:fillRect/>
          </a:stretch>
        </p:blipFill>
        <p:spPr>
          <a:xfrm>
            <a:off x="8645525" y="4180840"/>
            <a:ext cx="1861820" cy="167068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96085" y="5243195"/>
            <a:ext cx="9375775" cy="1196975"/>
            <a:chOff x="2601" y="7564"/>
            <a:chExt cx="14765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393" y="8106"/>
              <a:ext cx="1297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框架中实现管理员登录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功能？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3306" y="8456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824" y="9367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3130" y="8545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3318" y="8570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973" y="8623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987" y="8619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985" y="8708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975" y="8670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3060" y="8944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3120" y="936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927" y="8944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987" y="936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877" y="8942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898" y="8990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966" y="9002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3043" y="9002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3080" y="8990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3122" y="8978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3164" y="8957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898" y="8669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953" y="8677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3049" y="8662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3050" y="8875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3056" y="890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3063" y="8941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710" y="8191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839" y="8583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952" y="8555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964" y="8551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980" y="8541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3094" y="8502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3108" y="8497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3122" y="8499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3068" y="8427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3093" y="8432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923" y="8468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949" y="8475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908" y="8419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3033" y="8370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3011" y="8558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615" y="8106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766" y="8411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704" y="8505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805" y="8539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601" y="8284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671" y="7884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626" y="9222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844" y="7564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582" y="763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582" y="763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587" y="763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587" y="763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589" y="8297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594" y="8297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535" y="7965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543" y="7961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526" y="8609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532" y="8602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844" y="788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844" y="788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844" y="786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844" y="786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844" y="786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844" y="786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844" y="8181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844" y="8502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844" y="8834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1" name="图片 20" descr="C:/Users/TXY/Desktop/444.jpg444"/>
          <p:cNvPicPr>
            <a:picLocks noChangeAspect="1"/>
          </p:cNvPicPr>
          <p:nvPr/>
        </p:nvPicPr>
        <p:blipFill>
          <a:blip r:embed="rId71"/>
          <a:srcRect t="4265" b="4265"/>
          <a:stretch>
            <a:fillRect/>
          </a:stretch>
        </p:blipFill>
        <p:spPr>
          <a:xfrm>
            <a:off x="2648585" y="1415415"/>
            <a:ext cx="2261870" cy="859155"/>
          </a:xfrm>
          <a:prstGeom prst="rect">
            <a:avLst/>
          </a:prstGeom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72"/>
          <a:srcRect r="43482" b="6838"/>
          <a:stretch>
            <a:fillRect/>
          </a:stretch>
        </p:blipFill>
        <p:spPr bwMode="auto">
          <a:xfrm>
            <a:off x="7270750" y="141541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496820" y="2362200"/>
            <a:ext cx="6936740" cy="2698928"/>
            <a:chOff x="3932" y="4344"/>
            <a:chExt cx="10924" cy="3657"/>
          </a:xfrm>
        </p:grpSpPr>
        <p:sp>
          <p:nvSpPr>
            <p:cNvPr id="19" name="矩形: 圆角 18"/>
            <p:cNvSpPr/>
            <p:nvPr>
              <p:custDataLst>
                <p:tags r:id="rId73"/>
              </p:custDataLst>
            </p:nvPr>
          </p:nvSpPr>
          <p:spPr>
            <a:xfrm>
              <a:off x="3932" y="4344"/>
              <a:ext cx="10924" cy="3657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3.png图片3"/>
            <p:cNvPicPr>
              <a:picLocks noChangeAspect="1"/>
            </p:cNvPicPr>
            <p:nvPr/>
          </p:nvPicPr>
          <p:blipFill>
            <a:blip r:embed="rId74"/>
            <a:srcRect/>
            <a:stretch>
              <a:fillRect/>
            </a:stretch>
          </p:blipFill>
          <p:spPr>
            <a:xfrm>
              <a:off x="6061" y="4428"/>
              <a:ext cx="5809" cy="3449"/>
            </a:xfrm>
            <a:prstGeom prst="rect">
              <a:avLst/>
            </a:prstGeom>
            <a:blipFill dpi="0" rotWithShape="1">
              <a:blip r:embed="rId75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904105" y="141541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33450" y="125476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11885" y="141986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581150" y="1186815"/>
            <a:ext cx="1002728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页面输入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admin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表中已存好的管理员账号和密码才能登录成功，进入后台管理首页，否则提示登录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失败。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675" y="2163445"/>
            <a:ext cx="5717540" cy="4135120"/>
          </a:xfrm>
          <a:prstGeom prst="rect">
            <a:avLst/>
          </a:prstGeom>
          <a:blipFill dpi="0" rotWithShape="1">
            <a:blip r:embed="rId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rcRect l="30038" t="22199" r="23798" b="9133"/>
          <a:stretch>
            <a:fillRect/>
          </a:stretch>
        </p:blipFill>
        <p:spPr>
          <a:xfrm>
            <a:off x="6889750" y="3429000"/>
            <a:ext cx="4718685" cy="146939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89699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主程序配置</a:t>
            </a:r>
            <a:r>
              <a:rPr lang="en-US" alt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和路由</a:t>
            </a:r>
            <a:r>
              <a:rPr lang="zh-CN" altLang="en-US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</a:t>
            </a:r>
            <a:endParaRPr lang="zh-CN" altLang="en-US"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9738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72833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84644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8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2770505" y="481266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编写路由代码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0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5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6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7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íś1îḍé"/>
          <p:cNvSpPr/>
          <p:nvPr>
            <p:custDataLst>
              <p:tags r:id="rId18"/>
            </p:custDataLst>
          </p:nvPr>
        </p:nvSpPr>
        <p:spPr>
          <a:xfrm>
            <a:off x="1363585" y="60270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9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0"/>
            </p:custDataLst>
          </p:nvPr>
        </p:nvSpPr>
        <p:spPr>
          <a:xfrm>
            <a:off x="1898015" y="49225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0" name="图片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12610" y="324485"/>
            <a:ext cx="2533015" cy="620966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0" name="矩形 9"/>
          <p:cNvSpPr/>
          <p:nvPr>
            <p:custDataLst>
              <p:tags r:id="rId22"/>
            </p:custDataLst>
          </p:nvPr>
        </p:nvSpPr>
        <p:spPr>
          <a:xfrm>
            <a:off x="7632700" y="2442845"/>
            <a:ext cx="1006475" cy="2667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3"/>
            </p:custDataLst>
          </p:nvPr>
        </p:nvSpPr>
        <p:spPr>
          <a:xfrm>
            <a:off x="7350760" y="5784850"/>
            <a:ext cx="1006475" cy="2667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" grpId="1"/>
      <p:bldP spid="38" grpId="1" animBg="1"/>
      <p:bldP spid="33" grpId="0"/>
      <p:bldP spid="34" grpId="0" animBg="1"/>
      <p:bldP spid="33" grpId="1"/>
      <p:bldP spid="34" grpId="1" animBg="1"/>
      <p:bldP spid="28" grpId="0"/>
      <p:bldP spid="30" grpId="0" animBg="1"/>
      <p:bldP spid="28" grpId="1"/>
      <p:bldP spid="30" grpId="1" animBg="1"/>
      <p:bldP spid="37" grpId="0"/>
      <p:bldP spid="4" grpId="0" animBg="1"/>
      <p:bldP spid="37" grpId="1"/>
      <p:bldP spid="4" grpId="1" animBg="1"/>
      <p:bldP spid="46" grpId="0"/>
      <p:bldP spid="47" grpId="0" animBg="1"/>
      <p:bldP spid="46" grpId="1"/>
      <p:bldP spid="47" grpId="1" animBg="1"/>
      <p:bldP spid="10" grpId="0" animBg="1"/>
      <p:bldP spid="10" grpId="1" animBg="1"/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4544060" y="1953260"/>
            <a:ext cx="241300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admin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表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75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50" y="2406015"/>
            <a:ext cx="7628255" cy="228981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5069840"/>
            <a:ext cx="9366885" cy="88201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4756150" y="5182870"/>
            <a:ext cx="5449570" cy="34861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>
            <p:custDataLst>
              <p:tags r:id="rId9"/>
            </p:custDataLst>
          </p:nvPr>
        </p:nvSpPr>
        <p:spPr>
          <a:xfrm>
            <a:off x="1936750" y="2851785"/>
            <a:ext cx="7501890" cy="9321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24220" y="6018530"/>
            <a:ext cx="43815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 + md5(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"123456"</a:t>
            </a:r>
            <a:r>
              <a:rPr 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25" grpId="0" bldLvl="0" animBg="1"/>
      <p:bldP spid="25" grpId="1" animBg="1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774682" y="1674248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86137" cy="37707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zh-CN" altLang="en-US" sz="266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 descr="C:/Users/TXY/Desktop/图片3.png图片3"/>
          <p:cNvPicPr/>
          <p:nvPr/>
        </p:nvPicPr>
        <p:blipFill rotWithShape="1">
          <a:blip r:embed="rId5"/>
          <a:srcRect/>
          <a:stretch>
            <a:fillRect/>
          </a:stretch>
        </p:blipFill>
        <p:spPr bwMode="auto">
          <a:xfrm>
            <a:off x="5033645" y="2083435"/>
            <a:ext cx="5792470" cy="42729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967082" y="2083471"/>
            <a:ext cx="4116622" cy="1998176"/>
            <a:chOff x="1129711" y="1676804"/>
            <a:chExt cx="4116622" cy="1998176"/>
          </a:xfrm>
        </p:grpSpPr>
        <p:sp>
          <p:nvSpPr>
            <p:cNvPr id="7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is1ide-Rectangle: Rounded Corners 31"/>
            <p:cNvSpPr/>
            <p:nvPr/>
          </p:nvSpPr>
          <p:spPr>
            <a:xfrm rot="16200000">
              <a:off x="468344" y="2543503"/>
              <a:ext cx="1751149" cy="42841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1998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表单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&lt;form&gt;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083" y="4241452"/>
            <a:ext cx="3139190" cy="1779913"/>
            <a:chOff x="1129712" y="3834785"/>
            <a:chExt cx="3139190" cy="1779913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3834785"/>
              <a:ext cx="2300605" cy="1753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文本框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密码框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提交按钮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759883" y="1159987"/>
            <a:ext cx="8130038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views/login.ejs-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登录页面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200660"/>
            <a:ext cx="8885555" cy="656653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200660"/>
            <a:ext cx="8607425" cy="65665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294640"/>
            <a:ext cx="8442960" cy="63811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&lt;!DOCTYPE html&gt;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&lt;html&gt;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&lt;head&gt;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&lt;title&gt;用户登录&lt;/title&gt;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&lt;link rel="stylesheet" href="/stylesheets/bootstrap.min.css"&gt;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&lt;link rel="stylesheet" href="/stylesheets/login.css"&gt;  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&lt;/head&gt;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&lt;body&gt;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&lt;div class="container"&gt;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&lt;div class="row"&gt;       &lt;div class="col-md-offset-3 col-md-6"&gt;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&lt;form class="form-horizontal"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action="/admin/doLogin" method="post"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&lt;span class="heading"&gt;管理员登录&lt;/span&gt;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&lt;div class="form-group"&gt;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&lt;input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type="text" name="username"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placeholder="用户名"&gt;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&lt;div class="form-group help"&gt;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&lt;input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type="password" name="password"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placeholder="密码"&gt;   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&lt;div class="form-group"&gt;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&lt;button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type="submit"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class="btn btn-default"&gt;登录&lt;/button&gt;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&lt;/form&gt;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     &lt;/div&gt;  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&lt;/body&gt;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&lt;/html&gt;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294505" y="2788920"/>
            <a:ext cx="7497445" cy="29552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3685" y="2265680"/>
            <a:ext cx="11204575" cy="875030"/>
            <a:chOff x="239" y="4983"/>
            <a:chExt cx="17645" cy="137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9" y="4983"/>
              <a:ext cx="4058" cy="137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表单提交方式为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post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处理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/admin/doLogin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1304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2945" y="1585595"/>
            <a:ext cx="19335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view/login.ejs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4955" y="4490720"/>
            <a:ext cx="6645910" cy="767080"/>
            <a:chOff x="276" y="7147"/>
            <a:chExt cx="10466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6" y="7147"/>
              <a:ext cx="405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表单提交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模板代码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499681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主程序设置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Session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和路由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前缀</a:t>
            </a:r>
            <a:endParaRPr lang="zh-CN" altLang="en-US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6416675" y="1402080"/>
          <a:ext cx="4464050" cy="4921885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374265"/>
                <a:gridCol w="2089785"/>
              </a:tblGrid>
              <a:tr h="395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</a:rPr>
                        <a:t>页面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路由地址</a:t>
                      </a:r>
                      <a:endParaRPr lang="en-US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4705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管理员登录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/login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692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管理员退出登录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/logout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692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后台商品列表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/product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69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商品添加页面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/add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61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商品信息添加提交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/doAdd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600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商品信息修改页面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/edit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61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商品信息修改提交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/doEdit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705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商品信息删除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/delete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40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商品信息查询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</a:rPr>
                        <a:t>/admin</a:t>
                      </a:r>
                      <a:r>
                        <a:rPr lang="en-US" sz="1800"/>
                        <a:t>/search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7075170" y="957580"/>
            <a:ext cx="346710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统一路由前缀为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“/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admin”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8675" y="1607185"/>
            <a:ext cx="4899660" cy="4899660"/>
            <a:chOff x="1305" y="2531"/>
            <a:chExt cx="7716" cy="7716"/>
          </a:xfrm>
        </p:grpSpPr>
        <p:pic>
          <p:nvPicPr>
            <p:cNvPr id="7" name="图片 6" descr="千库网_商务办公密码登录界面系统后台白领电脑动图gif_GIF编号882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05" y="2531"/>
              <a:ext cx="7717" cy="7717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3054" y="3823"/>
              <a:ext cx="4606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登录账号存入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Session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200660"/>
            <a:ext cx="8885555" cy="656653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200660"/>
            <a:ext cx="8607425" cy="656653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44875" y="158750"/>
            <a:ext cx="8442960" cy="6657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createError = require('http-errors');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express = require('express');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path = require('path');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cookieParser = require('cookie-parser');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logger = require('morgan');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session = require("express-session"); 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需事先局部安装express-session模块</a:t>
            </a:r>
            <a:endParaRPr lang="en-US" altLang="zh-CN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indexRouter = require('./routes/index');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usersRouter = require('./routes/users');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admin  = require("./routes/admin");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//引入route/admin模块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app = express();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//配置session中间件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app.use(session({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secret:"DuDa manage",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resave:false,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saveUninitialized:true,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cookie:{maxAge:1000*60*60*20}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}));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app.set('views', path.join(__dirname, 'views')); // 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模板引擎设置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app.set('view engine', 'ejs');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app.use(logger('dev'));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app.use(express.json());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app.use(express.urlencoded({ extended: false }));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app.use(cookieParser());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app.use(express.static(path.join(__dirname, 'public')));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app.use('/', indexRouter);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app.use('/users', usersRouter);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app.use("/admin", </a:t>
            </a:r>
            <a:r>
              <a:rPr lang="en-US" altLang="zh-CN"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);   //加载admin模块</a:t>
            </a:r>
            <a:endParaRPr lang="en-US" altLang="zh-CN"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.....................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444875" y="2900045"/>
            <a:ext cx="7219950" cy="12960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4955" y="3178810"/>
            <a:ext cx="6243320" cy="875030"/>
            <a:chOff x="239" y="4983"/>
            <a:chExt cx="9832" cy="137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9" y="4983"/>
              <a:ext cx="4058" cy="137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配置session中间件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523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2945" y="1585595"/>
            <a:ext cx="19335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app.js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4955" y="5723255"/>
            <a:ext cx="6645910" cy="953135"/>
            <a:chOff x="276" y="6854"/>
            <a:chExt cx="10466" cy="1501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6" y="6854"/>
              <a:ext cx="4057" cy="9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统一配置路由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前缀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/admin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3444875" y="2146935"/>
            <a:ext cx="7219950" cy="2889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444875" y="1404620"/>
            <a:ext cx="8349615" cy="2889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7" grpId="0" bldLvl="0" animBg="1"/>
      <p:bldP spid="43" grpId="0"/>
      <p:bldP spid="1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850265" y="4398010"/>
            <a:ext cx="3649980" cy="855980"/>
          </a:xfrm>
          <a:custGeom>
            <a:avLst/>
            <a:gdLst>
              <a:gd name="connsiteX0" fmla="*/ 0 w 2468619"/>
              <a:gd name="connsiteY0" fmla="*/ 0 h 641798"/>
              <a:gd name="connsiteX1" fmla="*/ 2468619 w 2468619"/>
              <a:gd name="connsiteY1" fmla="*/ 0 h 641798"/>
              <a:gd name="connsiteX2" fmla="*/ 2468619 w 2468619"/>
              <a:gd name="connsiteY2" fmla="*/ 641798 h 641798"/>
              <a:gd name="connsiteX3" fmla="*/ 0 w 2468619"/>
              <a:gd name="connsiteY3" fmla="*/ 641798 h 641798"/>
              <a:gd name="connsiteX4" fmla="*/ 0 w 2468619"/>
              <a:gd name="connsiteY4" fmla="*/ 631152 h 641798"/>
              <a:gd name="connsiteX5" fmla="*/ 310253 w 2468619"/>
              <a:gd name="connsiteY5" fmla="*/ 320899 h 641798"/>
              <a:gd name="connsiteX6" fmla="*/ 0 w 2468619"/>
              <a:gd name="connsiteY6" fmla="*/ 10646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468619" y="0"/>
                </a:lnTo>
                <a:lnTo>
                  <a:pt x="2468619" y="641798"/>
                </a:lnTo>
                <a:lnTo>
                  <a:pt x="0" y="641798"/>
                </a:lnTo>
                <a:lnTo>
                  <a:pt x="0" y="631152"/>
                </a:lnTo>
                <a:lnTo>
                  <a:pt x="310253" y="320899"/>
                </a:lnTo>
                <a:lnTo>
                  <a:pt x="0" y="106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194560" y="4531995"/>
            <a:ext cx="85725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db.</a:t>
            </a:r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525905" y="455358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1419225" y="451866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82"/>
          <p:cNvSpPr txBox="1"/>
          <p:nvPr>
            <p:custDataLst>
              <p:tags r:id="rId7"/>
            </p:custDataLst>
          </p:nvPr>
        </p:nvSpPr>
        <p:spPr>
          <a:xfrm>
            <a:off x="736600" y="2799715"/>
            <a:ext cx="3644265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DuDa_Mamage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根目录下的数据库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连接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要暴露定义的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8"/>
            </p:custDataLst>
          </p:nvPr>
        </p:nvSpPr>
        <p:spPr>
          <a:xfrm>
            <a:off x="7621905" y="4398010"/>
            <a:ext cx="3695065" cy="855980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8829675" y="4516755"/>
            <a:ext cx="1510665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12"/>
            </p:custDataLst>
          </p:nvPr>
        </p:nvSpPr>
        <p:spPr>
          <a:xfrm>
            <a:off x="7802245" y="2731135"/>
            <a:ext cx="4208145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routes/admin.js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路由文件加载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get("/login")--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渲染登录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post("/</a:t>
            </a:r>
            <a:r>
              <a:rPr 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doLogin")--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提交登录数据，验证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账号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.png图片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2902" t="31263" r="3246" b="1723"/>
          <a:stretch>
            <a:fillRect/>
          </a:stretch>
        </p:blipFill>
        <p:spPr>
          <a:xfrm>
            <a:off x="4499610" y="1392555"/>
            <a:ext cx="3121660" cy="525081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5200650" y="1692275"/>
            <a:ext cx="1563370" cy="29019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17"/>
            </p:custDataLst>
          </p:nvPr>
        </p:nvSpPr>
        <p:spPr>
          <a:xfrm>
            <a:off x="5087620" y="5767705"/>
            <a:ext cx="1403985" cy="2971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1" animBg="1"/>
      <p:bldP spid="6" grpId="1"/>
      <p:bldP spid="10" grpId="1"/>
      <p:bldP spid="11" grpId="1" animBg="1"/>
      <p:bldP spid="19" grpId="1"/>
      <p:bldP spid="20" grpId="0"/>
      <p:bldP spid="4" grpId="1" animBg="1"/>
      <p:bldP spid="7" grpId="1"/>
      <p:bldP spid="13" grpId="1"/>
      <p:bldP spid="14" grpId="1" animBg="1"/>
      <p:bldP spid="2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14700" y="1204595"/>
            <a:ext cx="7368540" cy="528828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204595"/>
            <a:ext cx="7391400" cy="528828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83305" y="1415415"/>
            <a:ext cx="711644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mysql = require('mysql');	//引入mysql模块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//创建数据库连接对象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conn = mysql.createConnection({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host : 'localhost',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user : 'root',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password : '',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database : 'DuDaInfo'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//建立数据库连接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conn.connect(function(err){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if(err){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console.error('数据库连接失败！ ' + err.message);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return;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//把创建的conn对象暴露出去，以供其他模块使用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module.exports.conn = conn;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57600" y="2280920"/>
            <a:ext cx="3164205" cy="11201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1005" y="2341245"/>
            <a:ext cx="4791075" cy="767080"/>
            <a:chOff x="663" y="4983"/>
            <a:chExt cx="7545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3" y="4983"/>
              <a:ext cx="3634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设置为自己的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密码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336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8410" y="1585595"/>
            <a:ext cx="1322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db.js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1640" y="5645785"/>
            <a:ext cx="6399530" cy="767080"/>
            <a:chOff x="664" y="7147"/>
            <a:chExt cx="10078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4" y="7147"/>
              <a:ext cx="3669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conn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22955" y="200025"/>
            <a:ext cx="8676640" cy="650811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200025"/>
            <a:ext cx="8685530" cy="650875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43605" y="200660"/>
            <a:ext cx="8557260" cy="6507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express = require("express");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router = express.Router();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md5 = require("md5-node");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事先局部安装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 = require("../db.js");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/*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登录页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*/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router.get("/login",function (req,res, next) {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res.render("login.ejs");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router.post("/doLogin",function (req,res, next) {	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const userName =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req.body.username;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const pas 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md5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(req.body.password);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var  sql = 'SELECT * FROM admin where user_name=? and password=?';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let sqlParam=[userName, pas];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db.conn.query(sql,sqlParam,function (err, result) {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if(result &amp;&amp; result.length&gt;0)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//保存用户信息，用于权限控制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后台一般使用Session来保存用户信息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req.session.userInfo = result[0];</a:t>
            </a:r>
            <a:endParaRPr lang="en-US" altLang="zh-CN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//设置全局数据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所有的页面都可以使用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在ejs中直接&lt;%=userInfo%&gt;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）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req.app.locals["userInfo"] = req.session.userInfo.user_name;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res.redirect("/admin/product");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}else{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res.send("&lt;script&gt;alert('登录失败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！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');location.href='/admin/login';&lt;/script&gt;");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 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});	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 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20745" y="1490345"/>
            <a:ext cx="8417560" cy="7543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1305" y="2689225"/>
            <a:ext cx="11134725" cy="767080"/>
            <a:chOff x="322" y="4453"/>
            <a:chExt cx="17535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获取用户输入账号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到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admin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表中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1277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81305" y="4833620"/>
            <a:ext cx="10147300" cy="1593215"/>
            <a:chOff x="322" y="5745"/>
            <a:chExt cx="15980" cy="2509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5745"/>
              <a:ext cx="4215" cy="25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账号存在，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则将登录账号存入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Session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级变量，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方便其他页面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6212"/>
              <a:ext cx="1122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4686" y="5855"/>
              <a:ext cx="9" cy="233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420745" y="2244725"/>
            <a:ext cx="8417560" cy="41332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10" grpId="0" bldLvl="0" animBg="1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22955" y="1985010"/>
            <a:ext cx="7272020" cy="402780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983740"/>
            <a:ext cx="7302500" cy="402844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660775" y="2529840"/>
            <a:ext cx="6922770" cy="36995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router.get("/logout",function (req,res, next) 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req.session.destroy(function (err) {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if(err){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console.log(err);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}else{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res.redirect("/admin/login");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router;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4340" y="2370455"/>
            <a:ext cx="7371715" cy="1172210"/>
            <a:chOff x="322" y="4453"/>
            <a:chExt cx="11609" cy="1846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8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退出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登录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销毁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Session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存入的登录账号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685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3705" y="1585595"/>
            <a:ext cx="25241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routes/admin.js(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续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553460" y="2466975"/>
            <a:ext cx="6266180" cy="2700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40055" y="3500120"/>
            <a:ext cx="7371715" cy="1150620"/>
            <a:chOff x="322" y="4487"/>
            <a:chExt cx="11609" cy="1812"/>
          </a:xfrm>
        </p:grpSpPr>
        <p:sp>
          <p:nvSpPr>
            <p:cNvPr id="12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5111"/>
              <a:ext cx="4215" cy="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指向登录页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685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020820" y="86995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页面头部显示登录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账号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322955" y="621665"/>
            <a:ext cx="7907655" cy="60820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5"/>
            </p:custDataLst>
          </p:nvPr>
        </p:nvSpPr>
        <p:spPr>
          <a:xfrm>
            <a:off x="3301365" y="621665"/>
            <a:ext cx="7936230" cy="60820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00120" y="669925"/>
            <a:ext cx="7754620" cy="6335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&lt;!DOCTYPE html&gt;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&lt;html lang="en"&gt;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&lt;head&gt;  ..... &lt;/head&gt;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&lt;body&gt;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&lt;link rel="stylesheet" href="/stylesheets/bootstrap.css"&gt;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&lt;link rel="stylesheet" href="/stylesheets/basic.css"&gt;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&lt;nav class="navbar navbar-inverse" role="navigation"&gt;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&lt;div class="container-fluid"&gt;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&lt;div class="navbar-header"&gt;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&lt;img src="/images/logo.png" height="44px;" /&gt;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&lt;div class="collapse navbar-collapse" id="example-navbar-collapse"&gt;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&lt;ul class="nav navbar-nav"&gt;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 class="active"&gt;&lt;a href="/admin/product"&gt;商品管理&lt;/a&gt;&lt;/li&gt;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 class="active"&gt;&lt;a href="#"&gt;新闻管理&lt;/a&gt;&lt;/li&gt;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 class="active"&gt;&lt;a href="#"&gt;系统设置&lt;/a&gt;&lt;/li&gt;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&lt;/ul&gt;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&lt;ul class="nav navbar-nav navbar-right"&gt;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&lt;li&gt;欢迎您,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&lt;%=userInfo%&gt;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&lt;/li&gt;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&lt;li&gt;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&lt;a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href="/admin/logout"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安全退出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&lt;/a&gt;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&lt;/li&gt;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&lt;/ul&gt;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&lt;/div&gt;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&lt;/div&gt;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&lt;/nav&gt;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955" y="1585595"/>
            <a:ext cx="3060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routes/include/header.ejs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16" name="矩形 15"/>
            <p:cNvSpPr/>
            <p:nvPr>
              <p:custDataLst>
                <p:tags r:id="rId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4244340" y="4880610"/>
            <a:ext cx="5508625" cy="9893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47015" y="4608830"/>
            <a:ext cx="7564755" cy="1150620"/>
            <a:chOff x="18" y="4487"/>
            <a:chExt cx="11913" cy="1812"/>
          </a:xfrm>
        </p:grpSpPr>
        <p:sp>
          <p:nvSpPr>
            <p:cNvPr id="22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8" y="5111"/>
              <a:ext cx="4519" cy="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级变量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userInfo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显示登录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管理员信息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081" y="5661"/>
              <a:ext cx="685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" name="Isosceles Triangle 2_1"/>
          <p:cNvSpPr/>
          <p:nvPr>
            <p:custDataLst>
              <p:tags r:id="rId13"/>
            </p:custDataLst>
          </p:nvPr>
        </p:nvSpPr>
        <p:spPr>
          <a:xfrm rot="16200000" flipV="1">
            <a:off x="3742284" y="246811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7105" y="1831340"/>
            <a:ext cx="5222875" cy="1345565"/>
            <a:chOff x="1523" y="2884"/>
            <a:chExt cx="8225" cy="2119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94" y="291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740" y="392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6"/>
              </p:custDataLst>
            </p:nvPr>
          </p:nvSpPr>
          <p:spPr bwMode="auto">
            <a:xfrm flipH="1">
              <a:off x="1523" y="2884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68" y="3091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0" name="图片 190" descr="C:/Users/TXY/Desktop/图片3.png图片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666105" y="277495"/>
            <a:ext cx="4392930" cy="308800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58" name="矩形 57"/>
          <p:cNvSpPr/>
          <p:nvPr/>
        </p:nvSpPr>
        <p:spPr>
          <a:xfrm>
            <a:off x="5853430" y="1392555"/>
            <a:ext cx="4077335" cy="1099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67740" y="4022725"/>
            <a:ext cx="4885055" cy="1315720"/>
            <a:chOff x="1524" y="6559"/>
            <a:chExt cx="7693" cy="2072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5" y="7553"/>
              <a:ext cx="6484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</a:t>
              </a: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4530" y="3531870"/>
            <a:ext cx="6795770" cy="14224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3365" y="5628640"/>
            <a:ext cx="10354945" cy="838835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8508131"/>
              <a:gd name="adj2" fmla="val 3163883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33477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中实现管理员登录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功能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40296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48297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74828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数据准备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主程序设置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Session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和路由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447540"/>
            <a:ext cx="371030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 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数据库配置文件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views/login.ejs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登录模板引擎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2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7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SLIDE_BACKGROUND_TYPE" val="general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9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9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9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KSO_WM_SLIDE_BACKGROUND_TYPE" val="general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KSO_WM_SLIDE_BACKGROUND_TYPE" val="general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3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SLIDE_BACKGROUND_TYPE" val="general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TABLE_ENDDRAG_ORIGIN_RECT" val="351*387"/>
  <p:tag name="TABLE_ENDDRAG_RECT" val="491*145*351*387"/>
</p:tagLst>
</file>

<file path=ppt/tags/tag745.xml><?xml version="1.0" encoding="utf-8"?>
<p:tagLst xmlns:p="http://schemas.openxmlformats.org/presentationml/2006/main">
  <p:tag name="KSO_WM_SLIDE_BACKGROUND_TYPE" val="general"/>
</p:tagLst>
</file>

<file path=ppt/tags/tag74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2.xml><?xml version="1.0" encoding="utf-8"?>
<p:tagLst xmlns:p="http://schemas.openxmlformats.org/presentationml/2006/main">
  <p:tag name="KSO_WM_SLIDE_BACKGROUND_TYPE" val="general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0.xml><?xml version="1.0" encoding="utf-8"?>
<p:tagLst xmlns:p="http://schemas.openxmlformats.org/presentationml/2006/main">
  <p:tag name="KSO_WM_SLIDE_BACKGROUND_TYPE" val="general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9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97.xml><?xml version="1.0" encoding="utf-8"?>
<p:tagLst xmlns:p="http://schemas.openxmlformats.org/presentationml/2006/main">
  <p:tag name="KSO_WM_SLIDE_BACKGROUND_TYPE" val="general"/>
</p:tagLst>
</file>

<file path=ppt/tags/tag79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1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4.xml><?xml version="1.0" encoding="utf-8"?>
<p:tagLst xmlns:p="http://schemas.openxmlformats.org/presentationml/2006/main">
  <p:tag name="KSO_WM_SLIDE_BACKGROUND_TYPE" val="general"/>
</p:tagLst>
</file>

<file path=ppt/tags/tag81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2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1.xml><?xml version="1.0" encoding="utf-8"?>
<p:tagLst xmlns:p="http://schemas.openxmlformats.org/presentationml/2006/main">
  <p:tag name="KSO_WM_SLIDE_BACKGROUND_TYPE" val="general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3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3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5.xml><?xml version="1.0" encoding="utf-8"?>
<p:tagLst xmlns:p="http://schemas.openxmlformats.org/presentationml/2006/main">
  <p:tag name="KSO_WM_SLIDE_BACKGROUND_TYPE" val="general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4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5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p="http://schemas.openxmlformats.org/presentationml/2006/main">
  <p:tag name="KSO_WM_SLIDE_BACKGROUND_TYPE" val="general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9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9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9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9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90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90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90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9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05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906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907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908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5546</Words>
  <Application>WPS 演示</Application>
  <PresentationFormat>宽屏</PresentationFormat>
  <Paragraphs>382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698</cp:revision>
  <dcterms:created xsi:type="dcterms:W3CDTF">2020-10-23T09:50:00Z</dcterms:created>
  <dcterms:modified xsi:type="dcterms:W3CDTF">2024-07-20T13:26:45Z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D625FFCFCA864A938EE5B96BB81167F4_13</vt:lpwstr>
  </property>
  <property fmtid="{D5CDD505-2E9C-101B-9397-08002B2CF9AE}" pid="3" name="KSOProductBuildVer">
    <vt:lpwstr>2052-12.1.0.17147</vt:lpwstr>
  </property>
</Properties>
</file>