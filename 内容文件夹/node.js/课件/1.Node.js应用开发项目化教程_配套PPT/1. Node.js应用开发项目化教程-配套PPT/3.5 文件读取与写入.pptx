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52" r:id="rId4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68" y="222"/>
      </p:cViewPr>
      <p:guideLst>
        <p:guide orient="horz" pos="211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09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5" Type="http://schemas.openxmlformats.org/officeDocument/2006/relationships/theme" Target="../theme/theme2.xml"/><Relationship Id="rId24" Type="http://schemas.openxmlformats.org/officeDocument/2006/relationships/tags" Target="../tags/tag589.xml"/><Relationship Id="rId23" Type="http://schemas.openxmlformats.org/officeDocument/2006/relationships/tags" Target="../tags/tag588.xml"/><Relationship Id="rId22" Type="http://schemas.openxmlformats.org/officeDocument/2006/relationships/tags" Target="../tags/tag587.xml"/><Relationship Id="rId21" Type="http://schemas.openxmlformats.org/officeDocument/2006/relationships/tags" Target="../tags/tag586.xml"/><Relationship Id="rId20" Type="http://schemas.openxmlformats.org/officeDocument/2006/relationships/tags" Target="../tags/tag585.xml"/><Relationship Id="rId2" Type="http://schemas.openxmlformats.org/officeDocument/2006/relationships/slideLayout" Target="../slideLayouts/slideLayout5.xml"/><Relationship Id="rId19" Type="http://schemas.openxmlformats.org/officeDocument/2006/relationships/tags" Target="../tags/tag584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6" Type="http://schemas.openxmlformats.org/officeDocument/2006/relationships/notesSlide" Target="../notesSlides/notesSlide2.xml"/><Relationship Id="rId75" Type="http://schemas.openxmlformats.org/officeDocument/2006/relationships/slideLayout" Target="../slideLayouts/slideLayout10.xml"/><Relationship Id="rId74" Type="http://schemas.openxmlformats.org/officeDocument/2006/relationships/tags" Target="../tags/tag662.xml"/><Relationship Id="rId73" Type="http://schemas.openxmlformats.org/officeDocument/2006/relationships/image" Target="../media/image3.png"/><Relationship Id="rId72" Type="http://schemas.openxmlformats.org/officeDocument/2006/relationships/image" Target="../media/image2.png"/><Relationship Id="rId71" Type="http://schemas.openxmlformats.org/officeDocument/2006/relationships/tags" Target="../tags/tag661.xml"/><Relationship Id="rId70" Type="http://schemas.openxmlformats.org/officeDocument/2006/relationships/tags" Target="../tags/tag660.xml"/><Relationship Id="rId7" Type="http://schemas.openxmlformats.org/officeDocument/2006/relationships/tags" Target="../tags/tag597.xml"/><Relationship Id="rId69" Type="http://schemas.openxmlformats.org/officeDocument/2006/relationships/tags" Target="../tags/tag659.xml"/><Relationship Id="rId68" Type="http://schemas.openxmlformats.org/officeDocument/2006/relationships/tags" Target="../tags/tag658.xml"/><Relationship Id="rId67" Type="http://schemas.openxmlformats.org/officeDocument/2006/relationships/tags" Target="../tags/tag657.xml"/><Relationship Id="rId66" Type="http://schemas.openxmlformats.org/officeDocument/2006/relationships/tags" Target="../tags/tag656.xml"/><Relationship Id="rId65" Type="http://schemas.openxmlformats.org/officeDocument/2006/relationships/tags" Target="../tags/tag655.xml"/><Relationship Id="rId64" Type="http://schemas.openxmlformats.org/officeDocument/2006/relationships/tags" Target="../tags/tag654.xml"/><Relationship Id="rId63" Type="http://schemas.openxmlformats.org/officeDocument/2006/relationships/tags" Target="../tags/tag653.xml"/><Relationship Id="rId62" Type="http://schemas.openxmlformats.org/officeDocument/2006/relationships/tags" Target="../tags/tag652.xml"/><Relationship Id="rId61" Type="http://schemas.openxmlformats.org/officeDocument/2006/relationships/tags" Target="../tags/tag651.xml"/><Relationship Id="rId60" Type="http://schemas.openxmlformats.org/officeDocument/2006/relationships/tags" Target="../tags/tag650.xml"/><Relationship Id="rId6" Type="http://schemas.openxmlformats.org/officeDocument/2006/relationships/tags" Target="../tags/tag596.xml"/><Relationship Id="rId59" Type="http://schemas.openxmlformats.org/officeDocument/2006/relationships/tags" Target="../tags/tag649.xml"/><Relationship Id="rId58" Type="http://schemas.openxmlformats.org/officeDocument/2006/relationships/tags" Target="../tags/tag648.xml"/><Relationship Id="rId57" Type="http://schemas.openxmlformats.org/officeDocument/2006/relationships/tags" Target="../tags/tag647.xml"/><Relationship Id="rId56" Type="http://schemas.openxmlformats.org/officeDocument/2006/relationships/tags" Target="../tags/tag646.xml"/><Relationship Id="rId55" Type="http://schemas.openxmlformats.org/officeDocument/2006/relationships/tags" Target="../tags/tag645.xml"/><Relationship Id="rId54" Type="http://schemas.openxmlformats.org/officeDocument/2006/relationships/tags" Target="../tags/tag644.xml"/><Relationship Id="rId53" Type="http://schemas.openxmlformats.org/officeDocument/2006/relationships/tags" Target="../tags/tag643.xml"/><Relationship Id="rId52" Type="http://schemas.openxmlformats.org/officeDocument/2006/relationships/tags" Target="../tags/tag642.xml"/><Relationship Id="rId51" Type="http://schemas.openxmlformats.org/officeDocument/2006/relationships/tags" Target="../tags/tag641.xml"/><Relationship Id="rId50" Type="http://schemas.openxmlformats.org/officeDocument/2006/relationships/tags" Target="../tags/tag640.xml"/><Relationship Id="rId5" Type="http://schemas.openxmlformats.org/officeDocument/2006/relationships/tags" Target="../tags/tag595.xml"/><Relationship Id="rId49" Type="http://schemas.openxmlformats.org/officeDocument/2006/relationships/tags" Target="../tags/tag639.xml"/><Relationship Id="rId48" Type="http://schemas.openxmlformats.org/officeDocument/2006/relationships/tags" Target="../tags/tag638.xml"/><Relationship Id="rId47" Type="http://schemas.openxmlformats.org/officeDocument/2006/relationships/tags" Target="../tags/tag637.xml"/><Relationship Id="rId46" Type="http://schemas.openxmlformats.org/officeDocument/2006/relationships/tags" Target="../tags/tag636.xml"/><Relationship Id="rId45" Type="http://schemas.openxmlformats.org/officeDocument/2006/relationships/tags" Target="../tags/tag635.xml"/><Relationship Id="rId44" Type="http://schemas.openxmlformats.org/officeDocument/2006/relationships/tags" Target="../tags/tag634.xml"/><Relationship Id="rId43" Type="http://schemas.openxmlformats.org/officeDocument/2006/relationships/tags" Target="../tags/tag633.xml"/><Relationship Id="rId42" Type="http://schemas.openxmlformats.org/officeDocument/2006/relationships/tags" Target="../tags/tag632.xml"/><Relationship Id="rId41" Type="http://schemas.openxmlformats.org/officeDocument/2006/relationships/tags" Target="../tags/tag631.xml"/><Relationship Id="rId40" Type="http://schemas.openxmlformats.org/officeDocument/2006/relationships/tags" Target="../tags/tag630.xml"/><Relationship Id="rId4" Type="http://schemas.openxmlformats.org/officeDocument/2006/relationships/tags" Target="../tags/tag594.xml"/><Relationship Id="rId39" Type="http://schemas.openxmlformats.org/officeDocument/2006/relationships/tags" Target="../tags/tag629.xml"/><Relationship Id="rId38" Type="http://schemas.openxmlformats.org/officeDocument/2006/relationships/tags" Target="../tags/tag628.xml"/><Relationship Id="rId37" Type="http://schemas.openxmlformats.org/officeDocument/2006/relationships/tags" Target="../tags/tag627.xml"/><Relationship Id="rId36" Type="http://schemas.openxmlformats.org/officeDocument/2006/relationships/tags" Target="../tags/tag626.xml"/><Relationship Id="rId35" Type="http://schemas.openxmlformats.org/officeDocument/2006/relationships/tags" Target="../tags/tag625.xml"/><Relationship Id="rId34" Type="http://schemas.openxmlformats.org/officeDocument/2006/relationships/tags" Target="../tags/tag624.xml"/><Relationship Id="rId33" Type="http://schemas.openxmlformats.org/officeDocument/2006/relationships/tags" Target="../tags/tag623.xml"/><Relationship Id="rId32" Type="http://schemas.openxmlformats.org/officeDocument/2006/relationships/tags" Target="../tags/tag622.xml"/><Relationship Id="rId31" Type="http://schemas.openxmlformats.org/officeDocument/2006/relationships/tags" Target="../tags/tag621.xml"/><Relationship Id="rId30" Type="http://schemas.openxmlformats.org/officeDocument/2006/relationships/tags" Target="../tags/tag620.xml"/><Relationship Id="rId3" Type="http://schemas.openxmlformats.org/officeDocument/2006/relationships/image" Target="../media/image1.png"/><Relationship Id="rId29" Type="http://schemas.openxmlformats.org/officeDocument/2006/relationships/tags" Target="../tags/tag619.xml"/><Relationship Id="rId28" Type="http://schemas.openxmlformats.org/officeDocument/2006/relationships/tags" Target="../tags/tag618.xml"/><Relationship Id="rId27" Type="http://schemas.openxmlformats.org/officeDocument/2006/relationships/tags" Target="../tags/tag617.xml"/><Relationship Id="rId26" Type="http://schemas.openxmlformats.org/officeDocument/2006/relationships/tags" Target="../tags/tag616.xml"/><Relationship Id="rId25" Type="http://schemas.openxmlformats.org/officeDocument/2006/relationships/tags" Target="../tags/tag615.xml"/><Relationship Id="rId24" Type="http://schemas.openxmlformats.org/officeDocument/2006/relationships/tags" Target="../tags/tag614.xml"/><Relationship Id="rId23" Type="http://schemas.openxmlformats.org/officeDocument/2006/relationships/tags" Target="../tags/tag613.xml"/><Relationship Id="rId22" Type="http://schemas.openxmlformats.org/officeDocument/2006/relationships/tags" Target="../tags/tag612.xml"/><Relationship Id="rId21" Type="http://schemas.openxmlformats.org/officeDocument/2006/relationships/tags" Target="../tags/tag611.xml"/><Relationship Id="rId20" Type="http://schemas.openxmlformats.org/officeDocument/2006/relationships/tags" Target="../tags/tag610.xml"/><Relationship Id="rId2" Type="http://schemas.openxmlformats.org/officeDocument/2006/relationships/tags" Target="../tags/tag593.xml"/><Relationship Id="rId19" Type="http://schemas.openxmlformats.org/officeDocument/2006/relationships/tags" Target="../tags/tag609.xml"/><Relationship Id="rId18" Type="http://schemas.openxmlformats.org/officeDocument/2006/relationships/tags" Target="../tags/tag608.xml"/><Relationship Id="rId17" Type="http://schemas.openxmlformats.org/officeDocument/2006/relationships/tags" Target="../tags/tag607.xml"/><Relationship Id="rId16" Type="http://schemas.openxmlformats.org/officeDocument/2006/relationships/tags" Target="../tags/tag606.xml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68.xml"/><Relationship Id="rId5" Type="http://schemas.openxmlformats.org/officeDocument/2006/relationships/tags" Target="../tags/tag667.xml"/><Relationship Id="rId4" Type="http://schemas.openxmlformats.org/officeDocument/2006/relationships/tags" Target="../tags/tag666.xml"/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" Type="http://schemas.openxmlformats.org/officeDocument/2006/relationships/tags" Target="../tags/tag6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74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8.xml"/><Relationship Id="rId8" Type="http://schemas.openxmlformats.org/officeDocument/2006/relationships/tags" Target="../tags/tag697.xml"/><Relationship Id="rId7" Type="http://schemas.openxmlformats.org/officeDocument/2006/relationships/tags" Target="../tags/tag696.xml"/><Relationship Id="rId6" Type="http://schemas.openxmlformats.org/officeDocument/2006/relationships/tags" Target="../tags/tag695.xml"/><Relationship Id="rId5" Type="http://schemas.openxmlformats.org/officeDocument/2006/relationships/tags" Target="../tags/tag694.xml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03.xml"/><Relationship Id="rId13" Type="http://schemas.openxmlformats.org/officeDocument/2006/relationships/tags" Target="../tags/tag702.xml"/><Relationship Id="rId12" Type="http://schemas.openxmlformats.org/officeDocument/2006/relationships/tags" Target="../tags/tag701.xml"/><Relationship Id="rId11" Type="http://schemas.openxmlformats.org/officeDocument/2006/relationships/tags" Target="../tags/tag700.xml"/><Relationship Id="rId10" Type="http://schemas.openxmlformats.org/officeDocument/2006/relationships/tags" Target="../tags/tag699.xml"/><Relationship Id="rId1" Type="http://schemas.openxmlformats.org/officeDocument/2006/relationships/tags" Target="../tags/tag69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722.xml"/><Relationship Id="rId2" Type="http://schemas.openxmlformats.org/officeDocument/2006/relationships/tags" Target="../tags/tag705.xml"/><Relationship Id="rId19" Type="http://schemas.openxmlformats.org/officeDocument/2006/relationships/tags" Target="../tags/tag721.xml"/><Relationship Id="rId18" Type="http://schemas.openxmlformats.org/officeDocument/2006/relationships/tags" Target="../tags/tag720.xml"/><Relationship Id="rId17" Type="http://schemas.openxmlformats.org/officeDocument/2006/relationships/tags" Target="../tags/tag719.xml"/><Relationship Id="rId16" Type="http://schemas.openxmlformats.org/officeDocument/2006/relationships/tags" Target="../tags/tag718.xml"/><Relationship Id="rId15" Type="http://schemas.openxmlformats.org/officeDocument/2006/relationships/image" Target="../media/image7.png"/><Relationship Id="rId14" Type="http://schemas.openxmlformats.org/officeDocument/2006/relationships/tags" Target="../tags/tag717.xml"/><Relationship Id="rId13" Type="http://schemas.openxmlformats.org/officeDocument/2006/relationships/tags" Target="../tags/tag716.xml"/><Relationship Id="rId12" Type="http://schemas.openxmlformats.org/officeDocument/2006/relationships/tags" Target="../tags/tag715.xml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tags" Target="../tags/tag7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tags" Target="../tags/tag73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tags" Target="../tags/tag725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724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740.xml"/><Relationship Id="rId17" Type="http://schemas.openxmlformats.org/officeDocument/2006/relationships/tags" Target="../tags/tag739.xml"/><Relationship Id="rId16" Type="http://schemas.openxmlformats.org/officeDocument/2006/relationships/tags" Target="../tags/tag738.xml"/><Relationship Id="rId15" Type="http://schemas.openxmlformats.org/officeDocument/2006/relationships/tags" Target="../tags/tag737.xml"/><Relationship Id="rId14" Type="http://schemas.openxmlformats.org/officeDocument/2006/relationships/tags" Target="../tags/tag736.xml"/><Relationship Id="rId13" Type="http://schemas.openxmlformats.org/officeDocument/2006/relationships/tags" Target="../tags/tag735.xml"/><Relationship Id="rId12" Type="http://schemas.openxmlformats.org/officeDocument/2006/relationships/tags" Target="../tags/tag734.xml"/><Relationship Id="rId11" Type="http://schemas.openxmlformats.org/officeDocument/2006/relationships/tags" Target="../tags/tag733.xml"/><Relationship Id="rId10" Type="http://schemas.openxmlformats.org/officeDocument/2006/relationships/tags" Target="../tags/tag732.xml"/><Relationship Id="rId1" Type="http://schemas.openxmlformats.org/officeDocument/2006/relationships/tags" Target="../tags/tag72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7.xml"/><Relationship Id="rId8" Type="http://schemas.openxmlformats.org/officeDocument/2006/relationships/tags" Target="../tags/tag746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tags" Target="../tags/tag743.xml"/><Relationship Id="rId2" Type="http://schemas.openxmlformats.org/officeDocument/2006/relationships/tags" Target="../tags/tag742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749.xml"/><Relationship Id="rId10" Type="http://schemas.openxmlformats.org/officeDocument/2006/relationships/tags" Target="../tags/tag748.xml"/><Relationship Id="rId1" Type="http://schemas.openxmlformats.org/officeDocument/2006/relationships/tags" Target="../tags/tag74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tags" Target="../tags/tag757.xml"/><Relationship Id="rId7" Type="http://schemas.openxmlformats.org/officeDocument/2006/relationships/tags" Target="../tags/tag756.xml"/><Relationship Id="rId6" Type="http://schemas.openxmlformats.org/officeDocument/2006/relationships/tags" Target="../tags/tag755.xml"/><Relationship Id="rId5" Type="http://schemas.openxmlformats.org/officeDocument/2006/relationships/tags" Target="../tags/tag754.xml"/><Relationship Id="rId4" Type="http://schemas.openxmlformats.org/officeDocument/2006/relationships/tags" Target="../tags/tag753.xml"/><Relationship Id="rId3" Type="http://schemas.openxmlformats.org/officeDocument/2006/relationships/tags" Target="../tags/tag752.xml"/><Relationship Id="rId2" Type="http://schemas.openxmlformats.org/officeDocument/2006/relationships/tags" Target="../tags/tag751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763.xml"/><Relationship Id="rId14" Type="http://schemas.openxmlformats.org/officeDocument/2006/relationships/tags" Target="../tags/tag762.xml"/><Relationship Id="rId13" Type="http://schemas.openxmlformats.org/officeDocument/2006/relationships/tags" Target="../tags/tag761.xml"/><Relationship Id="rId12" Type="http://schemas.openxmlformats.org/officeDocument/2006/relationships/tags" Target="../tags/tag760.xml"/><Relationship Id="rId11" Type="http://schemas.openxmlformats.org/officeDocument/2006/relationships/tags" Target="../tags/tag759.xml"/><Relationship Id="rId10" Type="http://schemas.openxmlformats.org/officeDocument/2006/relationships/image" Target="../media/image8.png"/><Relationship Id="rId1" Type="http://schemas.openxmlformats.org/officeDocument/2006/relationships/tags" Target="../tags/tag75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2.xml"/><Relationship Id="rId8" Type="http://schemas.openxmlformats.org/officeDocument/2006/relationships/tags" Target="../tags/tag771.xml"/><Relationship Id="rId7" Type="http://schemas.openxmlformats.org/officeDocument/2006/relationships/tags" Target="../tags/tag770.xml"/><Relationship Id="rId6" Type="http://schemas.openxmlformats.org/officeDocument/2006/relationships/tags" Target="../tags/tag769.xml"/><Relationship Id="rId5" Type="http://schemas.openxmlformats.org/officeDocument/2006/relationships/tags" Target="../tags/tag768.xml"/><Relationship Id="rId45" Type="http://schemas.openxmlformats.org/officeDocument/2006/relationships/notesSlide" Target="../notesSlides/notesSlide11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806.xml"/><Relationship Id="rId42" Type="http://schemas.openxmlformats.org/officeDocument/2006/relationships/tags" Target="../tags/tag805.xml"/><Relationship Id="rId41" Type="http://schemas.openxmlformats.org/officeDocument/2006/relationships/tags" Target="../tags/tag804.xml"/><Relationship Id="rId40" Type="http://schemas.openxmlformats.org/officeDocument/2006/relationships/tags" Target="../tags/tag803.xml"/><Relationship Id="rId4" Type="http://schemas.openxmlformats.org/officeDocument/2006/relationships/tags" Target="../tags/tag767.xml"/><Relationship Id="rId39" Type="http://schemas.openxmlformats.org/officeDocument/2006/relationships/tags" Target="../tags/tag802.xml"/><Relationship Id="rId38" Type="http://schemas.openxmlformats.org/officeDocument/2006/relationships/tags" Target="../tags/tag801.xml"/><Relationship Id="rId37" Type="http://schemas.openxmlformats.org/officeDocument/2006/relationships/tags" Target="../tags/tag800.xml"/><Relationship Id="rId36" Type="http://schemas.openxmlformats.org/officeDocument/2006/relationships/tags" Target="../tags/tag799.xml"/><Relationship Id="rId35" Type="http://schemas.openxmlformats.org/officeDocument/2006/relationships/tags" Target="../tags/tag798.xml"/><Relationship Id="rId34" Type="http://schemas.openxmlformats.org/officeDocument/2006/relationships/tags" Target="../tags/tag797.xml"/><Relationship Id="rId33" Type="http://schemas.openxmlformats.org/officeDocument/2006/relationships/tags" Target="../tags/tag796.xml"/><Relationship Id="rId32" Type="http://schemas.openxmlformats.org/officeDocument/2006/relationships/tags" Target="../tags/tag795.xml"/><Relationship Id="rId31" Type="http://schemas.openxmlformats.org/officeDocument/2006/relationships/tags" Target="../tags/tag794.xml"/><Relationship Id="rId30" Type="http://schemas.openxmlformats.org/officeDocument/2006/relationships/tags" Target="../tags/tag793.xml"/><Relationship Id="rId3" Type="http://schemas.openxmlformats.org/officeDocument/2006/relationships/tags" Target="../tags/tag766.xml"/><Relationship Id="rId29" Type="http://schemas.openxmlformats.org/officeDocument/2006/relationships/tags" Target="../tags/tag792.xml"/><Relationship Id="rId28" Type="http://schemas.openxmlformats.org/officeDocument/2006/relationships/tags" Target="../tags/tag791.xml"/><Relationship Id="rId27" Type="http://schemas.openxmlformats.org/officeDocument/2006/relationships/tags" Target="../tags/tag790.xml"/><Relationship Id="rId26" Type="http://schemas.openxmlformats.org/officeDocument/2006/relationships/tags" Target="../tags/tag789.xml"/><Relationship Id="rId25" Type="http://schemas.openxmlformats.org/officeDocument/2006/relationships/tags" Target="../tags/tag788.xml"/><Relationship Id="rId24" Type="http://schemas.openxmlformats.org/officeDocument/2006/relationships/tags" Target="../tags/tag787.xml"/><Relationship Id="rId23" Type="http://schemas.openxmlformats.org/officeDocument/2006/relationships/tags" Target="../tags/tag786.xml"/><Relationship Id="rId22" Type="http://schemas.openxmlformats.org/officeDocument/2006/relationships/tags" Target="../tags/tag785.xml"/><Relationship Id="rId21" Type="http://schemas.openxmlformats.org/officeDocument/2006/relationships/tags" Target="../tags/tag784.xml"/><Relationship Id="rId20" Type="http://schemas.openxmlformats.org/officeDocument/2006/relationships/tags" Target="../tags/tag783.xml"/><Relationship Id="rId2" Type="http://schemas.openxmlformats.org/officeDocument/2006/relationships/tags" Target="../tags/tag765.xml"/><Relationship Id="rId19" Type="http://schemas.openxmlformats.org/officeDocument/2006/relationships/tags" Target="../tags/tag782.xml"/><Relationship Id="rId18" Type="http://schemas.openxmlformats.org/officeDocument/2006/relationships/tags" Target="../tags/tag781.xml"/><Relationship Id="rId17" Type="http://schemas.openxmlformats.org/officeDocument/2006/relationships/tags" Target="../tags/tag780.xml"/><Relationship Id="rId16" Type="http://schemas.openxmlformats.org/officeDocument/2006/relationships/tags" Target="../tags/tag779.xml"/><Relationship Id="rId15" Type="http://schemas.openxmlformats.org/officeDocument/2006/relationships/tags" Target="../tags/tag778.xml"/><Relationship Id="rId14" Type="http://schemas.openxmlformats.org/officeDocument/2006/relationships/tags" Target="../tags/tag777.xml"/><Relationship Id="rId13" Type="http://schemas.openxmlformats.org/officeDocument/2006/relationships/tags" Target="../tags/tag776.xml"/><Relationship Id="rId12" Type="http://schemas.openxmlformats.org/officeDocument/2006/relationships/tags" Target="../tags/tag775.xml"/><Relationship Id="rId11" Type="http://schemas.openxmlformats.org/officeDocument/2006/relationships/tags" Target="../tags/tag774.xml"/><Relationship Id="rId10" Type="http://schemas.openxmlformats.org/officeDocument/2006/relationships/tags" Target="../tags/tag773.xml"/><Relationship Id="rId1" Type="http://schemas.openxmlformats.org/officeDocument/2006/relationships/tags" Target="../tags/tag76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08.xml"/><Relationship Id="rId1" Type="http://schemas.openxmlformats.org/officeDocument/2006/relationships/tags" Target="../tags/tag8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文件</a:t>
            </a: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读取与写入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1581150" y="4925060"/>
            <a:ext cx="9276080" cy="1196975"/>
            <a:chOff x="2490" y="7756"/>
            <a:chExt cx="14608" cy="1885"/>
          </a:xfrm>
        </p:grpSpPr>
        <p:sp>
          <p:nvSpPr>
            <p:cNvPr id="31" name="Text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90" y="8227"/>
              <a:ext cx="1460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Node.js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是如何实现文件的读取和写入的呢？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ï$líḍe"/>
            <p:cNvSpPr/>
            <p:nvPr>
              <p:custDataLst>
                <p:tags r:id="rId5"/>
              </p:custDataLst>
            </p:nvPr>
          </p:nvSpPr>
          <p:spPr bwMode="auto">
            <a:xfrm>
              <a:off x="3789" y="8648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îşľîḋé"/>
            <p:cNvSpPr/>
            <p:nvPr>
              <p:custDataLst>
                <p:tags r:id="rId6"/>
              </p:custDataLst>
            </p:nvPr>
          </p:nvSpPr>
          <p:spPr bwMode="auto">
            <a:xfrm>
              <a:off x="3307" y="9559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śḷïḋé"/>
            <p:cNvSpPr/>
            <p:nvPr>
              <p:custDataLst>
                <p:tags r:id="rId7"/>
              </p:custDataLst>
            </p:nvPr>
          </p:nvSpPr>
          <p:spPr bwMode="auto">
            <a:xfrm>
              <a:off x="3613" y="8737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iṩḷïďê"/>
            <p:cNvSpPr/>
            <p:nvPr>
              <p:custDataLst>
                <p:tags r:id="rId8"/>
              </p:custDataLst>
            </p:nvPr>
          </p:nvSpPr>
          <p:spPr bwMode="auto">
            <a:xfrm>
              <a:off x="3801" y="8762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sľîḋé"/>
            <p:cNvSpPr/>
            <p:nvPr>
              <p:custDataLst>
                <p:tags r:id="rId9"/>
              </p:custDataLst>
            </p:nvPr>
          </p:nvSpPr>
          <p:spPr bwMode="auto">
            <a:xfrm>
              <a:off x="3456" y="8815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ïsḻïdê"/>
            <p:cNvSpPr/>
            <p:nvPr>
              <p:custDataLst>
                <p:tags r:id="rId10"/>
              </p:custDataLst>
            </p:nvPr>
          </p:nvSpPr>
          <p:spPr bwMode="auto">
            <a:xfrm>
              <a:off x="3470" y="8811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iS1îḍê"/>
            <p:cNvSpPr/>
            <p:nvPr>
              <p:custDataLst>
                <p:tags r:id="rId11"/>
              </p:custDataLst>
            </p:nvPr>
          </p:nvSpPr>
          <p:spPr bwMode="auto">
            <a:xfrm>
              <a:off x="3468" y="8900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işļíḓé"/>
            <p:cNvSpPr/>
            <p:nvPr>
              <p:custDataLst>
                <p:tags r:id="rId12"/>
              </p:custDataLst>
            </p:nvPr>
          </p:nvSpPr>
          <p:spPr bwMode="auto">
            <a:xfrm>
              <a:off x="3458" y="8862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iŝ1îḓé"/>
            <p:cNvSpPr/>
            <p:nvPr>
              <p:custDataLst>
                <p:tags r:id="rId13"/>
              </p:custDataLst>
            </p:nvPr>
          </p:nvSpPr>
          <p:spPr bwMode="auto">
            <a:xfrm>
              <a:off x="3543" y="9136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şlíḑè"/>
            <p:cNvSpPr/>
            <p:nvPr>
              <p:custDataLst>
                <p:tags r:id="rId14"/>
              </p:custDataLst>
            </p:nvPr>
          </p:nvSpPr>
          <p:spPr bwMode="auto">
            <a:xfrm>
              <a:off x="3603" y="9556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3410" y="9136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ŝlïḓe"/>
            <p:cNvSpPr/>
            <p:nvPr>
              <p:custDataLst>
                <p:tags r:id="rId16"/>
              </p:custDataLst>
            </p:nvPr>
          </p:nvSpPr>
          <p:spPr bwMode="auto">
            <a:xfrm>
              <a:off x="3470" y="955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îṡḻîḓê"/>
            <p:cNvSpPr/>
            <p:nvPr>
              <p:custDataLst>
                <p:tags r:id="rId17"/>
              </p:custDataLst>
            </p:nvPr>
          </p:nvSpPr>
          <p:spPr bwMode="auto">
            <a:xfrm>
              <a:off x="3360" y="9134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ísľïḍé"/>
            <p:cNvSpPr/>
            <p:nvPr>
              <p:custDataLst>
                <p:tags r:id="rId18"/>
              </p:custDataLst>
            </p:nvPr>
          </p:nvSpPr>
          <p:spPr bwMode="auto">
            <a:xfrm>
              <a:off x="3381" y="9182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ṡľiḓe"/>
            <p:cNvSpPr/>
            <p:nvPr>
              <p:custDataLst>
                <p:tags r:id="rId19"/>
              </p:custDataLst>
            </p:nvPr>
          </p:nvSpPr>
          <p:spPr bwMode="auto">
            <a:xfrm>
              <a:off x="3449" y="9194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šľîdè"/>
            <p:cNvSpPr/>
            <p:nvPr>
              <p:custDataLst>
                <p:tags r:id="rId20"/>
              </p:custDataLst>
            </p:nvPr>
          </p:nvSpPr>
          <p:spPr bwMode="auto">
            <a:xfrm>
              <a:off x="3526" y="9194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íṡlîḓe"/>
            <p:cNvSpPr/>
            <p:nvPr>
              <p:custDataLst>
                <p:tags r:id="rId21"/>
              </p:custDataLst>
            </p:nvPr>
          </p:nvSpPr>
          <p:spPr bwMode="auto">
            <a:xfrm>
              <a:off x="3563" y="9182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s1ïďè"/>
            <p:cNvSpPr/>
            <p:nvPr>
              <p:custDataLst>
                <p:tags r:id="rId22"/>
              </p:custDataLst>
            </p:nvPr>
          </p:nvSpPr>
          <p:spPr bwMode="auto">
            <a:xfrm>
              <a:off x="3605" y="9170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îṣ1íďé"/>
            <p:cNvSpPr/>
            <p:nvPr>
              <p:custDataLst>
                <p:tags r:id="rId23"/>
              </p:custDataLst>
            </p:nvPr>
          </p:nvSpPr>
          <p:spPr bwMode="auto">
            <a:xfrm>
              <a:off x="3647" y="9149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ïṧḷiḋè"/>
            <p:cNvSpPr/>
            <p:nvPr>
              <p:custDataLst>
                <p:tags r:id="rId24"/>
              </p:custDataLst>
            </p:nvPr>
          </p:nvSpPr>
          <p:spPr bwMode="auto">
            <a:xfrm>
              <a:off x="3381" y="8861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ïṥ1iḍê"/>
            <p:cNvSpPr/>
            <p:nvPr>
              <p:custDataLst>
                <p:tags r:id="rId25"/>
              </p:custDataLst>
            </p:nvPr>
          </p:nvSpPr>
          <p:spPr bwMode="auto">
            <a:xfrm>
              <a:off x="3436" y="8869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şlîḍè"/>
            <p:cNvSpPr/>
            <p:nvPr>
              <p:custDataLst>
                <p:tags r:id="rId26"/>
              </p:custDataLst>
            </p:nvPr>
          </p:nvSpPr>
          <p:spPr bwMode="auto">
            <a:xfrm>
              <a:off x="3532" y="8854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îṧľíḋe"/>
            <p:cNvSpPr/>
            <p:nvPr>
              <p:custDataLst>
                <p:tags r:id="rId27"/>
              </p:custDataLst>
            </p:nvPr>
          </p:nvSpPr>
          <p:spPr bwMode="auto">
            <a:xfrm>
              <a:off x="3533" y="906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îṥļiḍe"/>
            <p:cNvSpPr/>
            <p:nvPr>
              <p:custDataLst>
                <p:tags r:id="rId28"/>
              </p:custDataLst>
            </p:nvPr>
          </p:nvSpPr>
          <p:spPr bwMode="auto">
            <a:xfrm>
              <a:off x="3539" y="9100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i$ḻïḓè"/>
            <p:cNvSpPr/>
            <p:nvPr>
              <p:custDataLst>
                <p:tags r:id="rId29"/>
              </p:custDataLst>
            </p:nvPr>
          </p:nvSpPr>
          <p:spPr bwMode="auto">
            <a:xfrm>
              <a:off x="3546" y="9133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íś1iḓe"/>
            <p:cNvSpPr/>
            <p:nvPr>
              <p:custDataLst>
                <p:tags r:id="rId30"/>
              </p:custDataLst>
            </p:nvPr>
          </p:nvSpPr>
          <p:spPr bwMode="auto">
            <a:xfrm>
              <a:off x="3193" y="8383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ïṩḷiḋê"/>
            <p:cNvSpPr/>
            <p:nvPr>
              <p:custDataLst>
                <p:tags r:id="rId31"/>
              </p:custDataLst>
            </p:nvPr>
          </p:nvSpPr>
          <p:spPr bwMode="auto">
            <a:xfrm>
              <a:off x="3322" y="8775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Slîḓe"/>
            <p:cNvSpPr/>
            <p:nvPr>
              <p:custDataLst>
                <p:tags r:id="rId32"/>
              </p:custDataLst>
            </p:nvPr>
          </p:nvSpPr>
          <p:spPr bwMode="auto">
            <a:xfrm>
              <a:off x="3435" y="8747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iṣľîḍé"/>
            <p:cNvSpPr/>
            <p:nvPr>
              <p:custDataLst>
                <p:tags r:id="rId33"/>
              </p:custDataLst>
            </p:nvPr>
          </p:nvSpPr>
          <p:spPr bwMode="auto">
            <a:xfrm>
              <a:off x="3447" y="8743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îṧ1ïdè"/>
            <p:cNvSpPr/>
            <p:nvPr>
              <p:custDataLst>
                <p:tags r:id="rId34"/>
              </p:custDataLst>
            </p:nvPr>
          </p:nvSpPr>
          <p:spPr bwMode="auto">
            <a:xfrm>
              <a:off x="3463" y="8733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iṧlïḋe"/>
            <p:cNvSpPr/>
            <p:nvPr>
              <p:custDataLst>
                <p:tags r:id="rId35"/>
              </p:custDataLst>
            </p:nvPr>
          </p:nvSpPr>
          <p:spPr bwMode="auto">
            <a:xfrm>
              <a:off x="3577" y="8694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íṣ1íḍê"/>
            <p:cNvSpPr/>
            <p:nvPr>
              <p:custDataLst>
                <p:tags r:id="rId36"/>
              </p:custDataLst>
            </p:nvPr>
          </p:nvSpPr>
          <p:spPr bwMode="auto">
            <a:xfrm>
              <a:off x="3591" y="8689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îṡľîďè"/>
            <p:cNvSpPr/>
            <p:nvPr>
              <p:custDataLst>
                <p:tags r:id="rId37"/>
              </p:custDataLst>
            </p:nvPr>
          </p:nvSpPr>
          <p:spPr bwMode="auto">
            <a:xfrm>
              <a:off x="3605" y="8691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ïśľîḓe"/>
            <p:cNvSpPr/>
            <p:nvPr>
              <p:custDataLst>
                <p:tags r:id="rId38"/>
              </p:custDataLst>
            </p:nvPr>
          </p:nvSpPr>
          <p:spPr bwMode="auto">
            <a:xfrm>
              <a:off x="3551" y="8619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ïšḻíḋê"/>
            <p:cNvSpPr/>
            <p:nvPr>
              <p:custDataLst>
                <p:tags r:id="rId39"/>
              </p:custDataLst>
            </p:nvPr>
          </p:nvSpPr>
          <p:spPr bwMode="auto">
            <a:xfrm>
              <a:off x="3576" y="8624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işľídè"/>
            <p:cNvSpPr/>
            <p:nvPr>
              <p:custDataLst>
                <p:tags r:id="rId40"/>
              </p:custDataLst>
            </p:nvPr>
          </p:nvSpPr>
          <p:spPr bwMode="auto">
            <a:xfrm>
              <a:off x="3406" y="8660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îsḷiḍe"/>
            <p:cNvSpPr/>
            <p:nvPr>
              <p:custDataLst>
                <p:tags r:id="rId41"/>
              </p:custDataLst>
            </p:nvPr>
          </p:nvSpPr>
          <p:spPr bwMode="auto">
            <a:xfrm>
              <a:off x="3432" y="8667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iṧlîde"/>
            <p:cNvSpPr/>
            <p:nvPr>
              <p:custDataLst>
                <p:tags r:id="rId42"/>
              </p:custDataLst>
            </p:nvPr>
          </p:nvSpPr>
          <p:spPr bwMode="auto">
            <a:xfrm>
              <a:off x="3391" y="8611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ísḷîdé"/>
            <p:cNvSpPr/>
            <p:nvPr>
              <p:custDataLst>
                <p:tags r:id="rId43"/>
              </p:custDataLst>
            </p:nvPr>
          </p:nvSpPr>
          <p:spPr bwMode="auto">
            <a:xfrm>
              <a:off x="3516" y="8562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ïṡ1idè"/>
            <p:cNvSpPr/>
            <p:nvPr>
              <p:custDataLst>
                <p:tags r:id="rId44"/>
              </p:custDataLst>
            </p:nvPr>
          </p:nvSpPr>
          <p:spPr bwMode="auto">
            <a:xfrm>
              <a:off x="3494" y="8750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işliḋè"/>
            <p:cNvSpPr/>
            <p:nvPr>
              <p:custDataLst>
                <p:tags r:id="rId45"/>
              </p:custDataLst>
            </p:nvPr>
          </p:nvSpPr>
          <p:spPr bwMode="auto">
            <a:xfrm>
              <a:off x="3098" y="8298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íslïďê"/>
            <p:cNvSpPr/>
            <p:nvPr>
              <p:custDataLst>
                <p:tags r:id="rId46"/>
              </p:custDataLst>
            </p:nvPr>
          </p:nvSpPr>
          <p:spPr bwMode="auto">
            <a:xfrm>
              <a:off x="3249" y="8603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ṣḻíḑe"/>
            <p:cNvSpPr/>
            <p:nvPr>
              <p:custDataLst>
                <p:tags r:id="rId47"/>
              </p:custDataLst>
            </p:nvPr>
          </p:nvSpPr>
          <p:spPr bwMode="auto">
            <a:xfrm>
              <a:off x="3187" y="8697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ïśḷïde"/>
            <p:cNvSpPr/>
            <p:nvPr>
              <p:custDataLst>
                <p:tags r:id="rId48"/>
              </p:custDataLst>
            </p:nvPr>
          </p:nvSpPr>
          <p:spPr bwMode="auto">
            <a:xfrm>
              <a:off x="3288" y="8731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iṡḷîḑê"/>
            <p:cNvSpPr/>
            <p:nvPr>
              <p:custDataLst>
                <p:tags r:id="rId49"/>
              </p:custDataLst>
            </p:nvPr>
          </p:nvSpPr>
          <p:spPr bwMode="auto">
            <a:xfrm>
              <a:off x="3084" y="8476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íṩ1ídè"/>
            <p:cNvSpPr/>
            <p:nvPr>
              <p:custDataLst>
                <p:tags r:id="rId50"/>
              </p:custDataLst>
            </p:nvPr>
          </p:nvSpPr>
          <p:spPr bwMode="auto">
            <a:xfrm>
              <a:off x="3154" y="8076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Sļîḋê"/>
            <p:cNvSpPr/>
            <p:nvPr>
              <p:custDataLst>
                <p:tags r:id="rId51"/>
              </p:custDataLst>
            </p:nvPr>
          </p:nvSpPr>
          <p:spPr bwMode="auto">
            <a:xfrm>
              <a:off x="4109" y="9414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ïś1iďé"/>
            <p:cNvSpPr/>
            <p:nvPr>
              <p:custDataLst>
                <p:tags r:id="rId52"/>
              </p:custDataLst>
            </p:nvPr>
          </p:nvSpPr>
          <p:spPr bwMode="auto">
            <a:xfrm>
              <a:off x="4327" y="7756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îṩḷïḋê"/>
            <p:cNvSpPr/>
            <p:nvPr>
              <p:custDataLst>
                <p:tags r:id="rId53"/>
              </p:custDataLst>
            </p:nvPr>
          </p:nvSpPr>
          <p:spPr bwMode="auto">
            <a:xfrm>
              <a:off x="4065" y="7825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îṡḷiďê"/>
            <p:cNvSpPr/>
            <p:nvPr>
              <p:custDataLst>
                <p:tags r:id="rId54"/>
              </p:custDataLst>
            </p:nvPr>
          </p:nvSpPr>
          <p:spPr bwMode="auto">
            <a:xfrm>
              <a:off x="4065" y="7825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ṧ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4070" y="7825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îṡļîḑè"/>
            <p:cNvSpPr/>
            <p:nvPr>
              <p:custDataLst>
                <p:tags r:id="rId56"/>
              </p:custDataLst>
            </p:nvPr>
          </p:nvSpPr>
          <p:spPr bwMode="auto">
            <a:xfrm>
              <a:off x="4070" y="7825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í$1ïďê"/>
            <p:cNvSpPr/>
            <p:nvPr>
              <p:custDataLst>
                <p:tags r:id="rId57"/>
              </p:custDataLst>
            </p:nvPr>
          </p:nvSpPr>
          <p:spPr bwMode="auto">
            <a:xfrm>
              <a:off x="4072" y="8489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isľíďe"/>
            <p:cNvSpPr/>
            <p:nvPr>
              <p:custDataLst>
                <p:tags r:id="rId58"/>
              </p:custDataLst>
            </p:nvPr>
          </p:nvSpPr>
          <p:spPr bwMode="auto">
            <a:xfrm>
              <a:off x="4077" y="8489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ïṡlíḓé"/>
            <p:cNvSpPr/>
            <p:nvPr>
              <p:custDataLst>
                <p:tags r:id="rId59"/>
              </p:custDataLst>
            </p:nvPr>
          </p:nvSpPr>
          <p:spPr bwMode="auto">
            <a:xfrm>
              <a:off x="4018" y="8157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îŝ1îdè"/>
            <p:cNvSpPr/>
            <p:nvPr>
              <p:custDataLst>
                <p:tags r:id="rId60"/>
              </p:custDataLst>
            </p:nvPr>
          </p:nvSpPr>
          <p:spPr bwMode="auto">
            <a:xfrm>
              <a:off x="4026" y="8153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íśḷîḍé"/>
            <p:cNvSpPr/>
            <p:nvPr>
              <p:custDataLst>
                <p:tags r:id="rId61"/>
              </p:custDataLst>
            </p:nvPr>
          </p:nvSpPr>
          <p:spPr bwMode="auto">
            <a:xfrm>
              <a:off x="4009" y="8801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ï$ḻíḑe"/>
            <p:cNvSpPr/>
            <p:nvPr>
              <p:custDataLst>
                <p:tags r:id="rId62"/>
              </p:custDataLst>
            </p:nvPr>
          </p:nvSpPr>
          <p:spPr bwMode="auto">
            <a:xfrm>
              <a:off x="4015" y="8794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îŝľïďê"/>
            <p:cNvSpPr/>
            <p:nvPr>
              <p:custDataLst>
                <p:tags r:id="rId63"/>
              </p:custDataLst>
            </p:nvPr>
          </p:nvSpPr>
          <p:spPr bwMode="auto">
            <a:xfrm>
              <a:off x="4327" y="8076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íṡḷíḑe"/>
            <p:cNvSpPr/>
            <p:nvPr>
              <p:custDataLst>
                <p:tags r:id="rId64"/>
              </p:custDataLst>
            </p:nvPr>
          </p:nvSpPr>
          <p:spPr bwMode="auto">
            <a:xfrm>
              <a:off x="4327" y="8076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iśļïďê"/>
            <p:cNvSpPr/>
            <p:nvPr>
              <p:custDataLst>
                <p:tags r:id="rId65"/>
              </p:custDataLst>
            </p:nvPr>
          </p:nvSpPr>
          <p:spPr bwMode="auto">
            <a:xfrm>
              <a:off x="4327" y="8058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íṧlîḍé"/>
            <p:cNvSpPr/>
            <p:nvPr>
              <p:custDataLst>
                <p:tags r:id="rId66"/>
              </p:custDataLst>
            </p:nvPr>
          </p:nvSpPr>
          <p:spPr bwMode="auto">
            <a:xfrm>
              <a:off x="4327" y="8058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iṩļïḍê"/>
            <p:cNvSpPr/>
            <p:nvPr>
              <p:custDataLst>
                <p:tags r:id="rId67"/>
              </p:custDataLst>
            </p:nvPr>
          </p:nvSpPr>
          <p:spPr bwMode="auto">
            <a:xfrm>
              <a:off x="4327" y="8060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íŝḻiḑe"/>
            <p:cNvSpPr/>
            <p:nvPr>
              <p:custDataLst>
                <p:tags r:id="rId68"/>
              </p:custDataLst>
            </p:nvPr>
          </p:nvSpPr>
          <p:spPr bwMode="auto">
            <a:xfrm>
              <a:off x="4327" y="8060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iṣḷíḋé"/>
            <p:cNvSpPr/>
            <p:nvPr>
              <p:custDataLst>
                <p:tags r:id="rId69"/>
              </p:custDataLst>
            </p:nvPr>
          </p:nvSpPr>
          <p:spPr bwMode="auto">
            <a:xfrm>
              <a:off x="4327" y="8373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îSḷíḍe"/>
            <p:cNvSpPr/>
            <p:nvPr>
              <p:custDataLst>
                <p:tags r:id="rId70"/>
              </p:custDataLst>
            </p:nvPr>
          </p:nvSpPr>
          <p:spPr bwMode="auto">
            <a:xfrm>
              <a:off x="4327" y="8694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ïşliďê"/>
            <p:cNvSpPr/>
            <p:nvPr>
              <p:custDataLst>
                <p:tags r:id="rId71"/>
              </p:custDataLst>
            </p:nvPr>
          </p:nvSpPr>
          <p:spPr bwMode="auto">
            <a:xfrm>
              <a:off x="4327" y="9026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609209" y="2088924"/>
            <a:ext cx="2357541" cy="23575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096000" y="2088923"/>
            <a:ext cx="2357542" cy="2357542"/>
          </a:xfrm>
          <a:prstGeom prst="rect">
            <a:avLst/>
          </a:prstGeom>
        </p:spPr>
      </p:pic>
    </p:spTree>
    <p:custDataLst>
      <p:tags r:id="rId7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2997648" y="3014097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3806208" y="312526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读取文件</a:t>
            </a:r>
            <a:endParaRPr lang="zh-CN" altLang="en-US" sz="19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6953063" y="3014097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7761623" y="312526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写入文件</a:t>
            </a:r>
            <a:endParaRPr lang="zh-CN" altLang="en-US" sz="19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读取文件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6713" y="1134447"/>
            <a:ext cx="11817531" cy="513791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46713" y="1145315"/>
            <a:ext cx="1345474" cy="51270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92186" y="1148516"/>
            <a:ext cx="241075" cy="5123844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493" y="3259109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2186250" y="1159384"/>
            <a:ext cx="9152310" cy="492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读取文件的语法：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fs.readFile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(path[, options], callback)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用于异步读取文件的全部内容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参数说明：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options: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--encoding: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编码方式，默认值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 null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--flag: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文件系统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flag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的支持。默认值为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‘r‘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callback: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说明异步读取文件的回调函数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,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传入两个参数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(err, data)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err: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异常出错信息；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data: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读取文件内容，若未指定字符编码，返回原始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8487" y="2410753"/>
            <a:ext cx="2581330" cy="2585302"/>
          </a:xfrm>
          <a:prstGeom prst="rect">
            <a:avLst/>
          </a:prstGeom>
        </p:spPr>
      </p:pic>
      <p:sp>
        <p:nvSpPr>
          <p:cNvPr id="9" name="is1ide-Rectangle 21"/>
          <p:cNvSpPr/>
          <p:nvPr>
            <p:custDataLst>
              <p:tags r:id="rId10"/>
            </p:custDataLst>
          </p:nvPr>
        </p:nvSpPr>
        <p:spPr>
          <a:xfrm>
            <a:off x="2562377" y="2668490"/>
            <a:ext cx="6818591" cy="3497055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2394585" y="144335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5575" y="2844165"/>
            <a:ext cx="9063355" cy="2452370"/>
            <a:chOff x="245" y="4479"/>
            <a:chExt cx="14273" cy="3862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549" y="5103"/>
              <a:ext cx="7959" cy="2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PC005-3A, 101mm, 108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PC008-1 with diode, 93mm, 216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PC008-3A, 99mm, 295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406" y="4479"/>
              <a:ext cx="9112" cy="3863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45" y="5570"/>
              <a:ext cx="5188" cy="1328"/>
              <a:chOff x="245" y="6626"/>
              <a:chExt cx="5188" cy="1328"/>
            </a:xfrm>
          </p:grpSpPr>
          <p:sp>
            <p:nvSpPr>
              <p:cNvPr id="38" name="矩形 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45" y="6626"/>
                <a:ext cx="4714" cy="132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文件中的内容</a:t>
                </a:r>
                <a:endParaRPr 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4" name="直接连接符 76"/>
              <p:cNvCxnSpPr>
                <a:cxnSpLocks noChangeShapeType="1"/>
              </p:cNvCxnSpPr>
              <p:nvPr>
                <p:custDataLst>
                  <p:tags r:id="rId6"/>
                </p:custDataLst>
              </p:nvPr>
            </p:nvCxnSpPr>
            <p:spPr bwMode="auto">
              <a:xfrm flipH="1" flipV="1">
                <a:off x="5055" y="7351"/>
                <a:ext cx="378" cy="1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接连接符 90"/>
              <p:cNvCxnSpPr>
                <a:cxnSpLocks noChangeShapeType="1"/>
              </p:cNvCxnSpPr>
              <p:nvPr>
                <p:custDataLst>
                  <p:tags r:id="rId7"/>
                </p:custDataLst>
              </p:nvPr>
            </p:nvCxnSpPr>
            <p:spPr bwMode="auto">
              <a:xfrm>
                <a:off x="5073" y="6910"/>
                <a:ext cx="0" cy="88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5" name="组合 4"/>
          <p:cNvGrpSpPr/>
          <p:nvPr/>
        </p:nvGrpSpPr>
        <p:grpSpPr>
          <a:xfrm>
            <a:off x="542925" y="1136650"/>
            <a:ext cx="10467340" cy="922655"/>
            <a:chOff x="855" y="1790"/>
            <a:chExt cx="16484" cy="1453"/>
          </a:xfrm>
        </p:grpSpPr>
        <p:sp>
          <p:nvSpPr>
            <p:cNvPr id="97" name="文本框 96"/>
            <p:cNvSpPr txBox="1"/>
            <p:nvPr>
              <p:custDataLst>
                <p:tags r:id="rId8"/>
              </p:custDataLst>
            </p:nvPr>
          </p:nvSpPr>
          <p:spPr>
            <a:xfrm>
              <a:off x="5235" y="2083"/>
              <a:ext cx="1210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读取文件 products.txt 中的内容，并以表格的形式输出在控制台。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9"/>
              </p:custDataLst>
            </p:nvPr>
          </p:nvSpPr>
          <p:spPr>
            <a:xfrm>
              <a:off x="1556" y="2663"/>
              <a:ext cx="3849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products.txt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619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790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852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58870" y="1877060"/>
            <a:ext cx="8093075" cy="4511040"/>
            <a:chOff x="5762" y="2956"/>
            <a:chExt cx="12745" cy="710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62" y="3301"/>
              <a:ext cx="12745" cy="5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fs = require('fs');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fs.readFile('products.txt', function(err, data) 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if(err) 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console.log(err);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} else 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console.log('读取成功！');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85" y="2956"/>
              <a:ext cx="12341" cy="710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7485" y="3174365"/>
            <a:ext cx="11219180" cy="1341120"/>
            <a:chOff x="311" y="4999"/>
            <a:chExt cx="17668" cy="2112"/>
          </a:xfrm>
        </p:grpSpPr>
        <p:sp>
          <p:nvSpPr>
            <p:cNvPr id="38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11" y="5783"/>
              <a:ext cx="47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err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为第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个参数，表示错误信息；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data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为读取的文件内容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615" y="4999"/>
              <a:ext cx="123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615" y="5059"/>
              <a:ext cx="0" cy="144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73" y="6508"/>
              <a:ext cx="54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139" y="6067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85850"/>
            <a:ext cx="10362565" cy="952500"/>
            <a:chOff x="855" y="1710"/>
            <a:chExt cx="16319" cy="1500"/>
          </a:xfrm>
        </p:grpSpPr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1570" y="2630"/>
              <a:ext cx="3849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readFile.js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1"/>
              </p:custDataLst>
            </p:nvPr>
          </p:nvSpPr>
          <p:spPr>
            <a:xfrm>
              <a:off x="5070" y="1968"/>
              <a:ext cx="1210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读取文件 products.txt 中的内容，并以表格的形式输出在控制台。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2"/>
              </p:custDataLst>
            </p:nvPr>
          </p:nvSpPr>
          <p:spPr>
            <a:xfrm>
              <a:off x="884" y="2539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3"/>
              </p:custDataLst>
            </p:nvPr>
          </p:nvSpPr>
          <p:spPr bwMode="auto">
            <a:xfrm>
              <a:off x="855" y="1710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772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58235" y="1665605"/>
            <a:ext cx="8421370" cy="4861560"/>
            <a:chOff x="5761" y="2623"/>
            <a:chExt cx="13262" cy="7656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62" y="2623"/>
              <a:ext cx="13085" cy="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//按照换行符切片后得到商品信息数组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var lines = data.toString().split('\n');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var products = []; // 空数组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for(i = 0; i &lt; lines.length; i++) { // 遍历商品数组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var arr = lines[i].split(', '); // 获取每个商品信息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var obj={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'name': arr[0],'size':arr[1], "price": arr[2]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products.push(obj); // 将每个商品信息对象存入数组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}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console.table(products); // 输出商品信息表格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}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0" lvl="1" indent="0" fontAlgn="auto">
                <a:lnSpc>
                  <a:spcPct val="140000"/>
                </a:lnSpc>
                <a:spcBef>
                  <a:spcPts val="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});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61" y="2623"/>
              <a:ext cx="13262" cy="7400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16535" y="4752975"/>
            <a:ext cx="7273290" cy="1285240"/>
            <a:chOff x="341" y="7485"/>
            <a:chExt cx="11454" cy="2024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41" y="8181"/>
              <a:ext cx="4707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将每个商品数据存入数组</a:t>
              </a:r>
              <a:endParaRPr 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639" y="7485"/>
              <a:ext cx="6157" cy="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662" y="7485"/>
              <a:ext cx="0" cy="144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131" y="8934"/>
              <a:ext cx="53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197" y="8494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组合 13"/>
          <p:cNvGrpSpPr/>
          <p:nvPr/>
        </p:nvGrpSpPr>
        <p:grpSpPr>
          <a:xfrm>
            <a:off x="216535" y="2660650"/>
            <a:ext cx="9442450" cy="1353820"/>
            <a:chOff x="341" y="4190"/>
            <a:chExt cx="14870" cy="2132"/>
          </a:xfrm>
        </p:grpSpPr>
        <p:sp>
          <p:nvSpPr>
            <p:cNvPr id="38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1" y="4994"/>
              <a:ext cx="47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data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，要先转成字符串，再进行切片处理</a:t>
              </a:r>
              <a:endParaRPr lang="zh-CN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645" y="4190"/>
              <a:ext cx="9567" cy="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645" y="4270"/>
              <a:ext cx="0" cy="144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103" y="5719"/>
              <a:ext cx="54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169" y="5278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8010" y="4907280"/>
            <a:ext cx="3871595" cy="145732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42925" y="1106170"/>
            <a:ext cx="10362565" cy="975995"/>
            <a:chOff x="855" y="1742"/>
            <a:chExt cx="16319" cy="1537"/>
          </a:xfrm>
        </p:grpSpPr>
        <p:sp>
          <p:nvSpPr>
            <p:cNvPr id="12" name="文本框 11"/>
            <p:cNvSpPr txBox="1"/>
            <p:nvPr>
              <p:custDataLst>
                <p:tags r:id="rId16"/>
              </p:custDataLst>
            </p:nvPr>
          </p:nvSpPr>
          <p:spPr>
            <a:xfrm>
              <a:off x="1110" y="2699"/>
              <a:ext cx="3849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readFile.js (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续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7"/>
              </p:custDataLst>
            </p:nvPr>
          </p:nvSpPr>
          <p:spPr>
            <a:xfrm>
              <a:off x="5070" y="1968"/>
              <a:ext cx="1210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读取文件 products.txt 中的内容，并以表格的形式输出在控制台。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55" y="1742"/>
              <a:ext cx="3618" cy="961"/>
              <a:chOff x="855" y="1742"/>
              <a:chExt cx="3618" cy="961"/>
            </a:xfrm>
          </p:grpSpPr>
          <p:sp>
            <p:nvSpPr>
              <p:cNvPr id="3" name="矩形 2"/>
              <p:cNvSpPr/>
              <p:nvPr>
                <p:custDataLst>
                  <p:tags r:id="rId18"/>
                </p:custDataLst>
              </p:nvPr>
            </p:nvSpPr>
            <p:spPr>
              <a:xfrm>
                <a:off x="884" y="2571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55" y="1742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" name="TextBox 27"/>
              <p:cNvSpPr txBox="1">
                <a:spLocks noChangeArrowheads="1"/>
              </p:cNvSpPr>
              <p:nvPr/>
            </p:nvSpPr>
            <p:spPr bwMode="auto">
              <a:xfrm>
                <a:off x="1700" y="1804"/>
                <a:ext cx="18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读取文件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99790" y="1775460"/>
            <a:ext cx="5700395" cy="842010"/>
            <a:chOff x="5354" y="2796"/>
            <a:chExt cx="8977" cy="1326"/>
          </a:xfrm>
        </p:grpSpPr>
        <p:sp>
          <p:nvSpPr>
            <p:cNvPr id="12" name="Oval 68"/>
            <p:cNvSpPr/>
            <p:nvPr>
              <p:custDataLst>
                <p:tags r:id="rId3"/>
              </p:custDataLst>
            </p:nvPr>
          </p:nvSpPr>
          <p:spPr>
            <a:xfrm>
              <a:off x="5540" y="2796"/>
              <a:ext cx="1162" cy="11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0" tIns="34286" rIns="68570" bIns="34286" rtlCol="0" anchor="ctr"/>
            <a:lstStyle/>
            <a:p>
              <a:pPr algn="ctr"/>
              <a:endParaRPr lang="en-US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13" name="Straight Connector 82"/>
            <p:cNvCxnSpPr>
              <a:endCxn id="12" idx="3"/>
            </p:cNvCxnSpPr>
            <p:nvPr/>
          </p:nvCxnSpPr>
          <p:spPr>
            <a:xfrm flipV="1">
              <a:off x="5354" y="3788"/>
              <a:ext cx="356" cy="335"/>
            </a:xfrm>
            <a:prstGeom prst="line">
              <a:avLst/>
            </a:prstGeom>
            <a:ln w="12700">
              <a:solidFill>
                <a:srgbClr val="196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5861" y="3117"/>
              <a:ext cx="520" cy="520"/>
            </a:xfrm>
            <a:custGeom>
              <a:avLst/>
              <a:gdLst/>
              <a:ahLst/>
              <a:cxnLst>
                <a:cxn ang="0">
                  <a:pos x="100" y="2"/>
                </a:cxn>
                <a:cxn ang="0">
                  <a:pos x="36" y="36"/>
                </a:cxn>
                <a:cxn ang="0">
                  <a:pos x="2" y="100"/>
                </a:cxn>
                <a:cxn ang="0">
                  <a:pos x="0" y="136"/>
                </a:cxn>
                <a:cxn ang="0">
                  <a:pos x="22" y="194"/>
                </a:cxn>
                <a:cxn ang="0">
                  <a:pos x="88" y="242"/>
                </a:cxn>
                <a:cxn ang="0">
                  <a:pos x="124" y="248"/>
                </a:cxn>
                <a:cxn ang="0">
                  <a:pos x="172" y="238"/>
                </a:cxn>
                <a:cxn ang="0">
                  <a:pos x="238" y="172"/>
                </a:cxn>
                <a:cxn ang="0">
                  <a:pos x="248" y="124"/>
                </a:cxn>
                <a:cxn ang="0">
                  <a:pos x="242" y="88"/>
                </a:cxn>
                <a:cxn ang="0">
                  <a:pos x="194" y="22"/>
                </a:cxn>
                <a:cxn ang="0">
                  <a:pos x="136" y="0"/>
                </a:cxn>
                <a:cxn ang="0">
                  <a:pos x="184" y="120"/>
                </a:cxn>
                <a:cxn ang="0">
                  <a:pos x="190" y="62"/>
                </a:cxn>
                <a:cxn ang="0">
                  <a:pos x="224" y="84"/>
                </a:cxn>
                <a:cxn ang="0">
                  <a:pos x="120" y="232"/>
                </a:cxn>
                <a:cxn ang="0">
                  <a:pos x="86" y="190"/>
                </a:cxn>
                <a:cxn ang="0">
                  <a:pos x="120" y="232"/>
                </a:cxn>
                <a:cxn ang="0">
                  <a:pos x="140" y="26"/>
                </a:cxn>
                <a:cxn ang="0">
                  <a:pos x="164" y="66"/>
                </a:cxn>
                <a:cxn ang="0">
                  <a:pos x="128" y="16"/>
                </a:cxn>
                <a:cxn ang="0">
                  <a:pos x="158" y="22"/>
                </a:cxn>
                <a:cxn ang="0">
                  <a:pos x="200" y="46"/>
                </a:cxn>
                <a:cxn ang="0">
                  <a:pos x="166" y="50"/>
                </a:cxn>
                <a:cxn ang="0">
                  <a:pos x="120" y="16"/>
                </a:cxn>
                <a:cxn ang="0">
                  <a:pos x="84" y="66"/>
                </a:cxn>
                <a:cxn ang="0">
                  <a:pos x="108" y="26"/>
                </a:cxn>
                <a:cxn ang="0">
                  <a:pos x="76" y="62"/>
                </a:cxn>
                <a:cxn ang="0">
                  <a:pos x="48" y="46"/>
                </a:cxn>
                <a:cxn ang="0">
                  <a:pos x="106" y="18"/>
                </a:cxn>
                <a:cxn ang="0">
                  <a:pos x="82" y="50"/>
                </a:cxn>
                <a:cxn ang="0">
                  <a:pos x="100" y="78"/>
                </a:cxn>
                <a:cxn ang="0">
                  <a:pos x="72" y="120"/>
                </a:cxn>
                <a:cxn ang="0">
                  <a:pos x="120" y="176"/>
                </a:cxn>
                <a:cxn ang="0">
                  <a:pos x="84" y="182"/>
                </a:cxn>
                <a:cxn ang="0">
                  <a:pos x="72" y="128"/>
                </a:cxn>
                <a:cxn ang="0">
                  <a:pos x="92" y="226"/>
                </a:cxn>
                <a:cxn ang="0">
                  <a:pos x="54" y="206"/>
                </a:cxn>
                <a:cxn ang="0">
                  <a:pos x="92" y="212"/>
                </a:cxn>
                <a:cxn ang="0">
                  <a:pos x="128" y="184"/>
                </a:cxn>
                <a:cxn ang="0">
                  <a:pos x="154" y="202"/>
                </a:cxn>
                <a:cxn ang="0">
                  <a:pos x="128" y="232"/>
                </a:cxn>
                <a:cxn ang="0">
                  <a:pos x="194" y="206"/>
                </a:cxn>
                <a:cxn ang="0">
                  <a:pos x="156" y="226"/>
                </a:cxn>
                <a:cxn ang="0">
                  <a:pos x="168" y="192"/>
                </a:cxn>
                <a:cxn ang="0">
                  <a:pos x="128" y="176"/>
                </a:cxn>
                <a:cxn ang="0">
                  <a:pos x="174" y="142"/>
                </a:cxn>
                <a:cxn ang="0">
                  <a:pos x="128" y="120"/>
                </a:cxn>
                <a:cxn ang="0">
                  <a:pos x="168" y="72"/>
                </a:cxn>
                <a:cxn ang="0">
                  <a:pos x="128" y="120"/>
                </a:cxn>
                <a:cxn ang="0">
                  <a:pos x="74" y="70"/>
                </a:cxn>
                <a:cxn ang="0">
                  <a:pos x="16" y="120"/>
                </a:cxn>
                <a:cxn ang="0">
                  <a:pos x="32" y="66"/>
                </a:cxn>
                <a:cxn ang="0">
                  <a:pos x="64" y="128"/>
                </a:cxn>
                <a:cxn ang="0">
                  <a:pos x="76" y="186"/>
                </a:cxn>
                <a:cxn ang="0">
                  <a:pos x="48" y="200"/>
                </a:cxn>
                <a:cxn ang="0">
                  <a:pos x="16" y="128"/>
                </a:cxn>
                <a:cxn ang="0">
                  <a:pos x="172" y="186"/>
                </a:cxn>
                <a:cxn ang="0">
                  <a:pos x="182" y="144"/>
                </a:cxn>
                <a:cxn ang="0">
                  <a:pos x="230" y="148"/>
                </a:cxn>
              </a:cxnLst>
              <a:rect l="0" t="0" r="r" b="b"/>
              <a:pathLst>
                <a:path w="248" h="248">
                  <a:moveTo>
                    <a:pt x="124" y="0"/>
                  </a:moveTo>
                  <a:lnTo>
                    <a:pt x="124" y="0"/>
                  </a:lnTo>
                  <a:lnTo>
                    <a:pt x="112" y="0"/>
                  </a:lnTo>
                  <a:lnTo>
                    <a:pt x="100" y="2"/>
                  </a:lnTo>
                  <a:lnTo>
                    <a:pt x="88" y="6"/>
                  </a:lnTo>
                  <a:lnTo>
                    <a:pt x="76" y="10"/>
                  </a:lnTo>
                  <a:lnTo>
                    <a:pt x="54" y="22"/>
                  </a:lnTo>
                  <a:lnTo>
                    <a:pt x="36" y="36"/>
                  </a:lnTo>
                  <a:lnTo>
                    <a:pt x="22" y="54"/>
                  </a:lnTo>
                  <a:lnTo>
                    <a:pt x="10" y="76"/>
                  </a:lnTo>
                  <a:lnTo>
                    <a:pt x="6" y="88"/>
                  </a:lnTo>
                  <a:lnTo>
                    <a:pt x="2" y="100"/>
                  </a:lnTo>
                  <a:lnTo>
                    <a:pt x="0" y="11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36"/>
                  </a:lnTo>
                  <a:lnTo>
                    <a:pt x="2" y="148"/>
                  </a:lnTo>
                  <a:lnTo>
                    <a:pt x="6" y="160"/>
                  </a:lnTo>
                  <a:lnTo>
                    <a:pt x="10" y="172"/>
                  </a:lnTo>
                  <a:lnTo>
                    <a:pt x="22" y="194"/>
                  </a:lnTo>
                  <a:lnTo>
                    <a:pt x="36" y="212"/>
                  </a:lnTo>
                  <a:lnTo>
                    <a:pt x="54" y="226"/>
                  </a:lnTo>
                  <a:lnTo>
                    <a:pt x="76" y="238"/>
                  </a:lnTo>
                  <a:lnTo>
                    <a:pt x="88" y="242"/>
                  </a:lnTo>
                  <a:lnTo>
                    <a:pt x="100" y="246"/>
                  </a:lnTo>
                  <a:lnTo>
                    <a:pt x="112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36" y="248"/>
                  </a:lnTo>
                  <a:lnTo>
                    <a:pt x="148" y="246"/>
                  </a:lnTo>
                  <a:lnTo>
                    <a:pt x="160" y="242"/>
                  </a:lnTo>
                  <a:lnTo>
                    <a:pt x="172" y="238"/>
                  </a:lnTo>
                  <a:lnTo>
                    <a:pt x="194" y="226"/>
                  </a:lnTo>
                  <a:lnTo>
                    <a:pt x="212" y="212"/>
                  </a:lnTo>
                  <a:lnTo>
                    <a:pt x="226" y="194"/>
                  </a:lnTo>
                  <a:lnTo>
                    <a:pt x="238" y="172"/>
                  </a:lnTo>
                  <a:lnTo>
                    <a:pt x="242" y="160"/>
                  </a:lnTo>
                  <a:lnTo>
                    <a:pt x="246" y="148"/>
                  </a:lnTo>
                  <a:lnTo>
                    <a:pt x="248" y="136"/>
                  </a:lnTo>
                  <a:lnTo>
                    <a:pt x="248" y="124"/>
                  </a:lnTo>
                  <a:lnTo>
                    <a:pt x="248" y="124"/>
                  </a:lnTo>
                  <a:lnTo>
                    <a:pt x="248" y="112"/>
                  </a:lnTo>
                  <a:lnTo>
                    <a:pt x="246" y="100"/>
                  </a:lnTo>
                  <a:lnTo>
                    <a:pt x="242" y="88"/>
                  </a:lnTo>
                  <a:lnTo>
                    <a:pt x="238" y="76"/>
                  </a:lnTo>
                  <a:lnTo>
                    <a:pt x="226" y="54"/>
                  </a:lnTo>
                  <a:lnTo>
                    <a:pt x="212" y="36"/>
                  </a:lnTo>
                  <a:lnTo>
                    <a:pt x="194" y="22"/>
                  </a:lnTo>
                  <a:lnTo>
                    <a:pt x="172" y="10"/>
                  </a:lnTo>
                  <a:lnTo>
                    <a:pt x="160" y="6"/>
                  </a:lnTo>
                  <a:lnTo>
                    <a:pt x="148" y="2"/>
                  </a:lnTo>
                  <a:lnTo>
                    <a:pt x="136" y="0"/>
                  </a:lnTo>
                  <a:lnTo>
                    <a:pt x="124" y="0"/>
                  </a:lnTo>
                  <a:close/>
                  <a:moveTo>
                    <a:pt x="232" y="120"/>
                  </a:moveTo>
                  <a:lnTo>
                    <a:pt x="184" y="120"/>
                  </a:lnTo>
                  <a:lnTo>
                    <a:pt x="184" y="120"/>
                  </a:lnTo>
                  <a:lnTo>
                    <a:pt x="182" y="94"/>
                  </a:lnTo>
                  <a:lnTo>
                    <a:pt x="174" y="70"/>
                  </a:lnTo>
                  <a:lnTo>
                    <a:pt x="174" y="70"/>
                  </a:lnTo>
                  <a:lnTo>
                    <a:pt x="190" y="62"/>
                  </a:lnTo>
                  <a:lnTo>
                    <a:pt x="204" y="52"/>
                  </a:lnTo>
                  <a:lnTo>
                    <a:pt x="204" y="52"/>
                  </a:lnTo>
                  <a:lnTo>
                    <a:pt x="216" y="66"/>
                  </a:lnTo>
                  <a:lnTo>
                    <a:pt x="224" y="84"/>
                  </a:lnTo>
                  <a:lnTo>
                    <a:pt x="230" y="102"/>
                  </a:lnTo>
                  <a:lnTo>
                    <a:pt x="232" y="120"/>
                  </a:lnTo>
                  <a:close/>
                  <a:moveTo>
                    <a:pt x="120" y="232"/>
                  </a:moveTo>
                  <a:lnTo>
                    <a:pt x="120" y="232"/>
                  </a:lnTo>
                  <a:lnTo>
                    <a:pt x="110" y="222"/>
                  </a:lnTo>
                  <a:lnTo>
                    <a:pt x="102" y="212"/>
                  </a:lnTo>
                  <a:lnTo>
                    <a:pt x="94" y="202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104" y="186"/>
                  </a:lnTo>
                  <a:lnTo>
                    <a:pt x="120" y="184"/>
                  </a:lnTo>
                  <a:lnTo>
                    <a:pt x="120" y="232"/>
                  </a:lnTo>
                  <a:lnTo>
                    <a:pt x="120" y="232"/>
                  </a:lnTo>
                  <a:close/>
                  <a:moveTo>
                    <a:pt x="128" y="16"/>
                  </a:moveTo>
                  <a:lnTo>
                    <a:pt x="128" y="16"/>
                  </a:lnTo>
                  <a:lnTo>
                    <a:pt x="140" y="26"/>
                  </a:lnTo>
                  <a:lnTo>
                    <a:pt x="148" y="38"/>
                  </a:lnTo>
                  <a:lnTo>
                    <a:pt x="158" y="52"/>
                  </a:lnTo>
                  <a:lnTo>
                    <a:pt x="164" y="66"/>
                  </a:lnTo>
                  <a:lnTo>
                    <a:pt x="164" y="66"/>
                  </a:lnTo>
                  <a:lnTo>
                    <a:pt x="146" y="70"/>
                  </a:lnTo>
                  <a:lnTo>
                    <a:pt x="128" y="72"/>
                  </a:lnTo>
                  <a:lnTo>
                    <a:pt x="128" y="16"/>
                  </a:lnTo>
                  <a:lnTo>
                    <a:pt x="128" y="16"/>
                  </a:lnTo>
                  <a:lnTo>
                    <a:pt x="128" y="16"/>
                  </a:lnTo>
                  <a:close/>
                  <a:moveTo>
                    <a:pt x="142" y="18"/>
                  </a:moveTo>
                  <a:lnTo>
                    <a:pt x="142" y="18"/>
                  </a:lnTo>
                  <a:lnTo>
                    <a:pt x="158" y="22"/>
                  </a:lnTo>
                  <a:lnTo>
                    <a:pt x="172" y="28"/>
                  </a:lnTo>
                  <a:lnTo>
                    <a:pt x="186" y="36"/>
                  </a:lnTo>
                  <a:lnTo>
                    <a:pt x="200" y="46"/>
                  </a:lnTo>
                  <a:lnTo>
                    <a:pt x="200" y="46"/>
                  </a:lnTo>
                  <a:lnTo>
                    <a:pt x="186" y="56"/>
                  </a:lnTo>
                  <a:lnTo>
                    <a:pt x="172" y="62"/>
                  </a:lnTo>
                  <a:lnTo>
                    <a:pt x="172" y="62"/>
                  </a:lnTo>
                  <a:lnTo>
                    <a:pt x="166" y="50"/>
                  </a:lnTo>
                  <a:lnTo>
                    <a:pt x="158" y="38"/>
                  </a:lnTo>
                  <a:lnTo>
                    <a:pt x="150" y="28"/>
                  </a:lnTo>
                  <a:lnTo>
                    <a:pt x="142" y="18"/>
                  </a:lnTo>
                  <a:close/>
                  <a:moveTo>
                    <a:pt x="120" y="16"/>
                  </a:moveTo>
                  <a:lnTo>
                    <a:pt x="120" y="72"/>
                  </a:lnTo>
                  <a:lnTo>
                    <a:pt x="120" y="72"/>
                  </a:lnTo>
                  <a:lnTo>
                    <a:pt x="102" y="70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90" y="52"/>
                  </a:lnTo>
                  <a:lnTo>
                    <a:pt x="100" y="38"/>
                  </a:lnTo>
                  <a:lnTo>
                    <a:pt x="108" y="2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20" y="16"/>
                  </a:lnTo>
                  <a:close/>
                  <a:moveTo>
                    <a:pt x="76" y="62"/>
                  </a:moveTo>
                  <a:lnTo>
                    <a:pt x="76" y="62"/>
                  </a:lnTo>
                  <a:lnTo>
                    <a:pt x="62" y="56"/>
                  </a:lnTo>
                  <a:lnTo>
                    <a:pt x="48" y="46"/>
                  </a:lnTo>
                  <a:lnTo>
                    <a:pt x="48" y="46"/>
                  </a:lnTo>
                  <a:lnTo>
                    <a:pt x="62" y="36"/>
                  </a:lnTo>
                  <a:lnTo>
                    <a:pt x="76" y="28"/>
                  </a:lnTo>
                  <a:lnTo>
                    <a:pt x="90" y="22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98" y="28"/>
                  </a:lnTo>
                  <a:lnTo>
                    <a:pt x="90" y="38"/>
                  </a:lnTo>
                  <a:lnTo>
                    <a:pt x="82" y="50"/>
                  </a:lnTo>
                  <a:lnTo>
                    <a:pt x="76" y="62"/>
                  </a:lnTo>
                  <a:close/>
                  <a:moveTo>
                    <a:pt x="80" y="72"/>
                  </a:moveTo>
                  <a:lnTo>
                    <a:pt x="80" y="72"/>
                  </a:lnTo>
                  <a:lnTo>
                    <a:pt x="100" y="78"/>
                  </a:lnTo>
                  <a:lnTo>
                    <a:pt x="120" y="80"/>
                  </a:lnTo>
                  <a:lnTo>
                    <a:pt x="120" y="120"/>
                  </a:lnTo>
                  <a:lnTo>
                    <a:pt x="72" y="120"/>
                  </a:lnTo>
                  <a:lnTo>
                    <a:pt x="72" y="120"/>
                  </a:lnTo>
                  <a:lnTo>
                    <a:pt x="74" y="96"/>
                  </a:lnTo>
                  <a:lnTo>
                    <a:pt x="80" y="72"/>
                  </a:lnTo>
                  <a:close/>
                  <a:moveTo>
                    <a:pt x="120" y="128"/>
                  </a:moveTo>
                  <a:lnTo>
                    <a:pt x="120" y="176"/>
                  </a:lnTo>
                  <a:lnTo>
                    <a:pt x="120" y="176"/>
                  </a:lnTo>
                  <a:lnTo>
                    <a:pt x="10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80" y="170"/>
                  </a:lnTo>
                  <a:lnTo>
                    <a:pt x="76" y="156"/>
                  </a:lnTo>
                  <a:lnTo>
                    <a:pt x="74" y="142"/>
                  </a:lnTo>
                  <a:lnTo>
                    <a:pt x="72" y="128"/>
                  </a:lnTo>
                  <a:lnTo>
                    <a:pt x="120" y="128"/>
                  </a:lnTo>
                  <a:close/>
                  <a:moveTo>
                    <a:pt x="106" y="230"/>
                  </a:moveTo>
                  <a:lnTo>
                    <a:pt x="106" y="230"/>
                  </a:lnTo>
                  <a:lnTo>
                    <a:pt x="92" y="226"/>
                  </a:lnTo>
                  <a:lnTo>
                    <a:pt x="78" y="222"/>
                  </a:lnTo>
                  <a:lnTo>
                    <a:pt x="66" y="214"/>
                  </a:lnTo>
                  <a:lnTo>
                    <a:pt x="54" y="206"/>
                  </a:lnTo>
                  <a:lnTo>
                    <a:pt x="54" y="206"/>
                  </a:lnTo>
                  <a:lnTo>
                    <a:pt x="66" y="198"/>
                  </a:lnTo>
                  <a:lnTo>
                    <a:pt x="80" y="192"/>
                  </a:lnTo>
                  <a:lnTo>
                    <a:pt x="80" y="192"/>
                  </a:lnTo>
                  <a:lnTo>
                    <a:pt x="92" y="212"/>
                  </a:lnTo>
                  <a:lnTo>
                    <a:pt x="106" y="230"/>
                  </a:lnTo>
                  <a:close/>
                  <a:moveTo>
                    <a:pt x="128" y="232"/>
                  </a:moveTo>
                  <a:lnTo>
                    <a:pt x="128" y="184"/>
                  </a:lnTo>
                  <a:lnTo>
                    <a:pt x="128" y="184"/>
                  </a:lnTo>
                  <a:lnTo>
                    <a:pt x="144" y="186"/>
                  </a:lnTo>
                  <a:lnTo>
                    <a:pt x="162" y="190"/>
                  </a:lnTo>
                  <a:lnTo>
                    <a:pt x="162" y="190"/>
                  </a:lnTo>
                  <a:lnTo>
                    <a:pt x="154" y="202"/>
                  </a:lnTo>
                  <a:lnTo>
                    <a:pt x="146" y="212"/>
                  </a:lnTo>
                  <a:lnTo>
                    <a:pt x="138" y="222"/>
                  </a:lnTo>
                  <a:lnTo>
                    <a:pt x="128" y="232"/>
                  </a:lnTo>
                  <a:lnTo>
                    <a:pt x="128" y="232"/>
                  </a:lnTo>
                  <a:close/>
                  <a:moveTo>
                    <a:pt x="168" y="192"/>
                  </a:moveTo>
                  <a:lnTo>
                    <a:pt x="168" y="192"/>
                  </a:lnTo>
                  <a:lnTo>
                    <a:pt x="182" y="198"/>
                  </a:lnTo>
                  <a:lnTo>
                    <a:pt x="194" y="206"/>
                  </a:lnTo>
                  <a:lnTo>
                    <a:pt x="194" y="206"/>
                  </a:lnTo>
                  <a:lnTo>
                    <a:pt x="182" y="214"/>
                  </a:lnTo>
                  <a:lnTo>
                    <a:pt x="170" y="222"/>
                  </a:lnTo>
                  <a:lnTo>
                    <a:pt x="156" y="226"/>
                  </a:lnTo>
                  <a:lnTo>
                    <a:pt x="142" y="230"/>
                  </a:lnTo>
                  <a:lnTo>
                    <a:pt x="142" y="230"/>
                  </a:lnTo>
                  <a:lnTo>
                    <a:pt x="156" y="212"/>
                  </a:lnTo>
                  <a:lnTo>
                    <a:pt x="168" y="192"/>
                  </a:lnTo>
                  <a:close/>
                  <a:moveTo>
                    <a:pt x="164" y="182"/>
                  </a:moveTo>
                  <a:lnTo>
                    <a:pt x="164" y="182"/>
                  </a:lnTo>
                  <a:lnTo>
                    <a:pt x="146" y="178"/>
                  </a:lnTo>
                  <a:lnTo>
                    <a:pt x="128" y="176"/>
                  </a:lnTo>
                  <a:lnTo>
                    <a:pt x="128" y="128"/>
                  </a:lnTo>
                  <a:lnTo>
                    <a:pt x="176" y="128"/>
                  </a:lnTo>
                  <a:lnTo>
                    <a:pt x="176" y="128"/>
                  </a:lnTo>
                  <a:lnTo>
                    <a:pt x="174" y="142"/>
                  </a:lnTo>
                  <a:lnTo>
                    <a:pt x="172" y="156"/>
                  </a:lnTo>
                  <a:lnTo>
                    <a:pt x="168" y="170"/>
                  </a:lnTo>
                  <a:lnTo>
                    <a:pt x="164" y="182"/>
                  </a:lnTo>
                  <a:close/>
                  <a:moveTo>
                    <a:pt x="128" y="120"/>
                  </a:moveTo>
                  <a:lnTo>
                    <a:pt x="128" y="80"/>
                  </a:lnTo>
                  <a:lnTo>
                    <a:pt x="128" y="80"/>
                  </a:lnTo>
                  <a:lnTo>
                    <a:pt x="148" y="78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74" y="96"/>
                  </a:lnTo>
                  <a:lnTo>
                    <a:pt x="176" y="120"/>
                  </a:lnTo>
                  <a:lnTo>
                    <a:pt x="128" y="120"/>
                  </a:lnTo>
                  <a:close/>
                  <a:moveTo>
                    <a:pt x="44" y="52"/>
                  </a:moveTo>
                  <a:lnTo>
                    <a:pt x="44" y="52"/>
                  </a:lnTo>
                  <a:lnTo>
                    <a:pt x="58" y="62"/>
                  </a:lnTo>
                  <a:lnTo>
                    <a:pt x="74" y="70"/>
                  </a:lnTo>
                  <a:lnTo>
                    <a:pt x="74" y="70"/>
                  </a:lnTo>
                  <a:lnTo>
                    <a:pt x="66" y="94"/>
                  </a:lnTo>
                  <a:lnTo>
                    <a:pt x="64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8" y="102"/>
                  </a:lnTo>
                  <a:lnTo>
                    <a:pt x="24" y="84"/>
                  </a:lnTo>
                  <a:lnTo>
                    <a:pt x="32" y="66"/>
                  </a:lnTo>
                  <a:lnTo>
                    <a:pt x="44" y="52"/>
                  </a:lnTo>
                  <a:close/>
                  <a:moveTo>
                    <a:pt x="16" y="128"/>
                  </a:moveTo>
                  <a:lnTo>
                    <a:pt x="64" y="128"/>
                  </a:lnTo>
                  <a:lnTo>
                    <a:pt x="64" y="128"/>
                  </a:lnTo>
                  <a:lnTo>
                    <a:pt x="66" y="144"/>
                  </a:lnTo>
                  <a:lnTo>
                    <a:pt x="68" y="158"/>
                  </a:lnTo>
                  <a:lnTo>
                    <a:pt x="72" y="172"/>
                  </a:lnTo>
                  <a:lnTo>
                    <a:pt x="76" y="186"/>
                  </a:lnTo>
                  <a:lnTo>
                    <a:pt x="76" y="186"/>
                  </a:lnTo>
                  <a:lnTo>
                    <a:pt x="62" y="192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36" y="186"/>
                  </a:lnTo>
                  <a:lnTo>
                    <a:pt x="26" y="168"/>
                  </a:lnTo>
                  <a:lnTo>
                    <a:pt x="18" y="148"/>
                  </a:lnTo>
                  <a:lnTo>
                    <a:pt x="16" y="128"/>
                  </a:lnTo>
                  <a:close/>
                  <a:moveTo>
                    <a:pt x="200" y="200"/>
                  </a:moveTo>
                  <a:lnTo>
                    <a:pt x="200" y="200"/>
                  </a:lnTo>
                  <a:lnTo>
                    <a:pt x="186" y="192"/>
                  </a:lnTo>
                  <a:lnTo>
                    <a:pt x="172" y="186"/>
                  </a:lnTo>
                  <a:lnTo>
                    <a:pt x="172" y="186"/>
                  </a:lnTo>
                  <a:lnTo>
                    <a:pt x="176" y="172"/>
                  </a:lnTo>
                  <a:lnTo>
                    <a:pt x="180" y="158"/>
                  </a:lnTo>
                  <a:lnTo>
                    <a:pt x="182" y="144"/>
                  </a:lnTo>
                  <a:lnTo>
                    <a:pt x="184" y="128"/>
                  </a:lnTo>
                  <a:lnTo>
                    <a:pt x="232" y="128"/>
                  </a:lnTo>
                  <a:lnTo>
                    <a:pt x="232" y="128"/>
                  </a:lnTo>
                  <a:lnTo>
                    <a:pt x="230" y="148"/>
                  </a:lnTo>
                  <a:lnTo>
                    <a:pt x="222" y="168"/>
                  </a:lnTo>
                  <a:lnTo>
                    <a:pt x="212" y="186"/>
                  </a:lnTo>
                  <a:lnTo>
                    <a:pt x="200" y="200"/>
                  </a:lnTo>
                  <a:close/>
                </a:path>
              </a:pathLst>
            </a:custGeom>
            <a:solidFill>
              <a:schemeClr val="lt1"/>
            </a:solidFill>
            <a:ln w="9525">
              <a:noFill/>
              <a:round/>
            </a:ln>
          </p:spPr>
          <p:txBody>
            <a:bodyPr vert="horz" wrap="square" lIns="91427" tIns="45714" rIns="91427" bIns="45714" numCol="1" anchor="t" anchorCtr="0" compatLnSpc="1"/>
            <a:lstStyle/>
            <a:p>
              <a:endParaRPr lang="ar-SA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Text Placeholder 2"/>
            <p:cNvSpPr txBox="1"/>
            <p:nvPr>
              <p:custDataLst>
                <p:tags r:id="rId5"/>
              </p:custDataLst>
            </p:nvPr>
          </p:nvSpPr>
          <p:spPr>
            <a:xfrm>
              <a:off x="6877" y="3066"/>
              <a:ext cx="7454" cy="557"/>
            </a:xfrm>
            <a:prstGeom prst="rect">
              <a:avLst/>
            </a:prstGeom>
            <a:noFill/>
          </p:spPr>
          <p:txBody>
            <a:bodyPr vert="horz" lIns="68570" tIns="34286" rIns="68570" bIns="34286" rtlCol="0"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/>
              <a:r>
                <a:rPr lang="en-US" altLang="zh-CN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</a:t>
              </a:r>
              <a:r>
                <a:rPr lang="zh-CN" altLang="en-US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altLang="zh-CN" sz="2000" b="1" dirty="0" err="1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fs.readFile</a:t>
              </a:r>
              <a:r>
                <a:rPr lang="en-US" altLang="zh-CN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() </a:t>
              </a:r>
              <a:r>
                <a:rPr lang="zh-CN" altLang="en-US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函数会缓冲整个文件。</a:t>
              </a:r>
              <a:endParaRPr lang="zh-CN" altLang="en-US" sz="2000" b="1" dirty="0">
                <a:solidFill>
                  <a:schemeClr val="dk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745865" y="3083560"/>
            <a:ext cx="6111240" cy="737870"/>
            <a:chOff x="5899" y="4856"/>
            <a:chExt cx="9624" cy="1162"/>
          </a:xfrm>
        </p:grpSpPr>
        <p:sp>
          <p:nvSpPr>
            <p:cNvPr id="18" name="Oval 69"/>
            <p:cNvSpPr/>
            <p:nvPr>
              <p:custDataLst>
                <p:tags r:id="rId6"/>
              </p:custDataLst>
            </p:nvPr>
          </p:nvSpPr>
          <p:spPr>
            <a:xfrm>
              <a:off x="6401" y="4856"/>
              <a:ext cx="1162" cy="1162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chemeClr val="lt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0" tIns="34286" rIns="68570" bIns="34286" rtlCol="0" anchor="ctr"/>
            <a:lstStyle/>
            <a:p>
              <a:pPr algn="ctr"/>
              <a:endParaRPr lang="en-US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19" name="Straight Connector 88"/>
            <p:cNvCxnSpPr>
              <a:stCxn id="18" idx="2"/>
            </p:cNvCxnSpPr>
            <p:nvPr/>
          </p:nvCxnSpPr>
          <p:spPr>
            <a:xfrm flipH="1">
              <a:off x="5899" y="5437"/>
              <a:ext cx="501" cy="2"/>
            </a:xfrm>
            <a:prstGeom prst="line">
              <a:avLst/>
            </a:prstGeom>
            <a:ln w="12700">
              <a:solidFill>
                <a:srgbClr val="196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23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7083" y="5349"/>
              <a:ext cx="101" cy="134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0" y="0"/>
                </a:cxn>
                <a:cxn ang="0">
                  <a:pos x="16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8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60"/>
                </a:cxn>
                <a:cxn ang="0">
                  <a:pos x="2" y="62"/>
                </a:cxn>
                <a:cxn ang="0">
                  <a:pos x="4" y="64"/>
                </a:cxn>
                <a:cxn ang="0">
                  <a:pos x="8" y="64"/>
                </a:cxn>
                <a:cxn ang="0">
                  <a:pos x="40" y="64"/>
                </a:cxn>
                <a:cxn ang="0">
                  <a:pos x="40" y="64"/>
                </a:cxn>
                <a:cxn ang="0">
                  <a:pos x="44" y="64"/>
                </a:cxn>
                <a:cxn ang="0">
                  <a:pos x="46" y="62"/>
                </a:cxn>
                <a:cxn ang="0">
                  <a:pos x="48" y="60"/>
                </a:cxn>
                <a:cxn ang="0">
                  <a:pos x="48" y="56"/>
                </a:cxn>
                <a:cxn ang="0">
                  <a:pos x="48" y="44"/>
                </a:cxn>
                <a:cxn ang="0">
                  <a:pos x="48" y="44"/>
                </a:cxn>
                <a:cxn ang="0">
                  <a:pos x="46" y="40"/>
                </a:cxn>
                <a:cxn ang="0">
                  <a:pos x="22" y="4"/>
                </a:cxn>
                <a:cxn ang="0">
                  <a:pos x="40" y="56"/>
                </a:cxn>
                <a:cxn ang="0">
                  <a:pos x="8" y="56"/>
                </a:cxn>
                <a:cxn ang="0">
                  <a:pos x="8" y="8"/>
                </a:cxn>
                <a:cxn ang="0">
                  <a:pos x="16" y="8"/>
                </a:cxn>
                <a:cxn ang="0">
                  <a:pos x="40" y="44"/>
                </a:cxn>
                <a:cxn ang="0">
                  <a:pos x="40" y="56"/>
                </a:cxn>
              </a:cxnLst>
              <a:rect l="0" t="0" r="r" b="b"/>
              <a:pathLst>
                <a:path w="48" h="64">
                  <a:moveTo>
                    <a:pt x="22" y="4"/>
                  </a:moveTo>
                  <a:lnTo>
                    <a:pt x="22" y="4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2" y="62"/>
                  </a:lnTo>
                  <a:lnTo>
                    <a:pt x="4" y="64"/>
                  </a:lnTo>
                  <a:lnTo>
                    <a:pt x="8" y="64"/>
                  </a:lnTo>
                  <a:lnTo>
                    <a:pt x="40" y="64"/>
                  </a:lnTo>
                  <a:lnTo>
                    <a:pt x="40" y="64"/>
                  </a:lnTo>
                  <a:lnTo>
                    <a:pt x="44" y="64"/>
                  </a:lnTo>
                  <a:lnTo>
                    <a:pt x="46" y="62"/>
                  </a:lnTo>
                  <a:lnTo>
                    <a:pt x="48" y="60"/>
                  </a:lnTo>
                  <a:lnTo>
                    <a:pt x="48" y="56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6" y="40"/>
                  </a:lnTo>
                  <a:lnTo>
                    <a:pt x="22" y="4"/>
                  </a:lnTo>
                  <a:close/>
                  <a:moveTo>
                    <a:pt x="40" y="56"/>
                  </a:moveTo>
                  <a:lnTo>
                    <a:pt x="8" y="56"/>
                  </a:lnTo>
                  <a:lnTo>
                    <a:pt x="8" y="8"/>
                  </a:lnTo>
                  <a:lnTo>
                    <a:pt x="16" y="8"/>
                  </a:lnTo>
                  <a:lnTo>
                    <a:pt x="40" y="44"/>
                  </a:lnTo>
                  <a:lnTo>
                    <a:pt x="40" y="56"/>
                  </a:lnTo>
                  <a:close/>
                </a:path>
              </a:pathLst>
            </a:custGeom>
            <a:solidFill>
              <a:schemeClr val="l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ar-SA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 24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714" y="5215"/>
              <a:ext cx="536" cy="436"/>
            </a:xfrm>
            <a:custGeom>
              <a:avLst/>
              <a:gdLst/>
              <a:ahLst/>
              <a:cxnLst>
                <a:cxn ang="0">
                  <a:pos x="220" y="50"/>
                </a:cxn>
                <a:cxn ang="0">
                  <a:pos x="206" y="40"/>
                </a:cxn>
                <a:cxn ang="0">
                  <a:pos x="168" y="24"/>
                </a:cxn>
                <a:cxn ang="0">
                  <a:pos x="160" y="8"/>
                </a:cxn>
                <a:cxn ang="0">
                  <a:pos x="24" y="0"/>
                </a:cxn>
                <a:cxn ang="0">
                  <a:pos x="8" y="8"/>
                </a:cxn>
                <a:cxn ang="0">
                  <a:pos x="0" y="112"/>
                </a:cxn>
                <a:cxn ang="0">
                  <a:pos x="8" y="128"/>
                </a:cxn>
                <a:cxn ang="0">
                  <a:pos x="24" y="136"/>
                </a:cxn>
                <a:cxn ang="0">
                  <a:pos x="26" y="170"/>
                </a:cxn>
                <a:cxn ang="0">
                  <a:pos x="48" y="184"/>
                </a:cxn>
                <a:cxn ang="0">
                  <a:pos x="62" y="194"/>
                </a:cxn>
                <a:cxn ang="0">
                  <a:pos x="88" y="208"/>
                </a:cxn>
                <a:cxn ang="0">
                  <a:pos x="108" y="202"/>
                </a:cxn>
                <a:cxn ang="0">
                  <a:pos x="162" y="184"/>
                </a:cxn>
                <a:cxn ang="0">
                  <a:pos x="172" y="202"/>
                </a:cxn>
                <a:cxn ang="0">
                  <a:pos x="192" y="208"/>
                </a:cxn>
                <a:cxn ang="0">
                  <a:pos x="218" y="194"/>
                </a:cxn>
                <a:cxn ang="0">
                  <a:pos x="232" y="184"/>
                </a:cxn>
                <a:cxn ang="0">
                  <a:pos x="254" y="170"/>
                </a:cxn>
                <a:cxn ang="0">
                  <a:pos x="256" y="112"/>
                </a:cxn>
                <a:cxn ang="0">
                  <a:pos x="24" y="120"/>
                </a:cxn>
                <a:cxn ang="0">
                  <a:pos x="18" y="118"/>
                </a:cxn>
                <a:cxn ang="0">
                  <a:pos x="16" y="24"/>
                </a:cxn>
                <a:cxn ang="0">
                  <a:pos x="18" y="18"/>
                </a:cxn>
                <a:cxn ang="0">
                  <a:pos x="144" y="16"/>
                </a:cxn>
                <a:cxn ang="0">
                  <a:pos x="150" y="18"/>
                </a:cxn>
                <a:cxn ang="0">
                  <a:pos x="152" y="40"/>
                </a:cxn>
                <a:cxn ang="0">
                  <a:pos x="152" y="112"/>
                </a:cxn>
                <a:cxn ang="0">
                  <a:pos x="148" y="120"/>
                </a:cxn>
                <a:cxn ang="0">
                  <a:pos x="88" y="192"/>
                </a:cxn>
                <a:cxn ang="0">
                  <a:pos x="76" y="188"/>
                </a:cxn>
                <a:cxn ang="0">
                  <a:pos x="72" y="176"/>
                </a:cxn>
                <a:cxn ang="0">
                  <a:pos x="82" y="162"/>
                </a:cxn>
                <a:cxn ang="0">
                  <a:pos x="94" y="162"/>
                </a:cxn>
                <a:cxn ang="0">
                  <a:pos x="104" y="176"/>
                </a:cxn>
                <a:cxn ang="0">
                  <a:pos x="100" y="188"/>
                </a:cxn>
                <a:cxn ang="0">
                  <a:pos x="192" y="192"/>
                </a:cxn>
                <a:cxn ang="0">
                  <a:pos x="180" y="188"/>
                </a:cxn>
                <a:cxn ang="0">
                  <a:pos x="176" y="176"/>
                </a:cxn>
                <a:cxn ang="0">
                  <a:pos x="186" y="162"/>
                </a:cxn>
                <a:cxn ang="0">
                  <a:pos x="198" y="162"/>
                </a:cxn>
                <a:cxn ang="0">
                  <a:pos x="208" y="176"/>
                </a:cxn>
                <a:cxn ang="0">
                  <a:pos x="204" y="188"/>
                </a:cxn>
                <a:cxn ang="0">
                  <a:pos x="240" y="160"/>
                </a:cxn>
                <a:cxn ang="0">
                  <a:pos x="238" y="166"/>
                </a:cxn>
                <a:cxn ang="0">
                  <a:pos x="222" y="168"/>
                </a:cxn>
                <a:cxn ang="0">
                  <a:pos x="212" y="150"/>
                </a:cxn>
                <a:cxn ang="0">
                  <a:pos x="192" y="144"/>
                </a:cxn>
                <a:cxn ang="0">
                  <a:pos x="166" y="158"/>
                </a:cxn>
                <a:cxn ang="0">
                  <a:pos x="118" y="168"/>
                </a:cxn>
                <a:cxn ang="0">
                  <a:pos x="98" y="146"/>
                </a:cxn>
                <a:cxn ang="0">
                  <a:pos x="78" y="146"/>
                </a:cxn>
                <a:cxn ang="0">
                  <a:pos x="58" y="168"/>
                </a:cxn>
                <a:cxn ang="0">
                  <a:pos x="44" y="168"/>
                </a:cxn>
                <a:cxn ang="0">
                  <a:pos x="40" y="160"/>
                </a:cxn>
                <a:cxn ang="0">
                  <a:pos x="144" y="136"/>
                </a:cxn>
                <a:cxn ang="0">
                  <a:pos x="166" y="122"/>
                </a:cxn>
                <a:cxn ang="0">
                  <a:pos x="200" y="56"/>
                </a:cxn>
                <a:cxn ang="0">
                  <a:pos x="206" y="60"/>
                </a:cxn>
                <a:cxn ang="0">
                  <a:pos x="240" y="112"/>
                </a:cxn>
              </a:cxnLst>
              <a:rect l="0" t="0" r="r" b="b"/>
              <a:pathLst>
                <a:path w="256" h="208">
                  <a:moveTo>
                    <a:pt x="252" y="98"/>
                  </a:moveTo>
                  <a:lnTo>
                    <a:pt x="220" y="50"/>
                  </a:lnTo>
                  <a:lnTo>
                    <a:pt x="220" y="50"/>
                  </a:lnTo>
                  <a:lnTo>
                    <a:pt x="216" y="46"/>
                  </a:lnTo>
                  <a:lnTo>
                    <a:pt x="212" y="42"/>
                  </a:lnTo>
                  <a:lnTo>
                    <a:pt x="206" y="40"/>
                  </a:lnTo>
                  <a:lnTo>
                    <a:pt x="200" y="40"/>
                  </a:lnTo>
                  <a:lnTo>
                    <a:pt x="168" y="40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6" y="14"/>
                  </a:lnTo>
                  <a:lnTo>
                    <a:pt x="160" y="8"/>
                  </a:lnTo>
                  <a:lnTo>
                    <a:pt x="154" y="2"/>
                  </a:lnTo>
                  <a:lnTo>
                    <a:pt x="14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4" y="2"/>
                  </a:lnTo>
                  <a:lnTo>
                    <a:pt x="8" y="8"/>
                  </a:lnTo>
                  <a:lnTo>
                    <a:pt x="2" y="14"/>
                  </a:lnTo>
                  <a:lnTo>
                    <a:pt x="0" y="24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" y="122"/>
                  </a:lnTo>
                  <a:lnTo>
                    <a:pt x="8" y="128"/>
                  </a:lnTo>
                  <a:lnTo>
                    <a:pt x="14" y="134"/>
                  </a:lnTo>
                  <a:lnTo>
                    <a:pt x="24" y="136"/>
                  </a:lnTo>
                  <a:lnTo>
                    <a:pt x="24" y="136"/>
                  </a:lnTo>
                  <a:lnTo>
                    <a:pt x="24" y="160"/>
                  </a:lnTo>
                  <a:lnTo>
                    <a:pt x="24" y="160"/>
                  </a:lnTo>
                  <a:lnTo>
                    <a:pt x="26" y="170"/>
                  </a:lnTo>
                  <a:lnTo>
                    <a:pt x="32" y="176"/>
                  </a:lnTo>
                  <a:lnTo>
                    <a:pt x="38" y="182"/>
                  </a:lnTo>
                  <a:lnTo>
                    <a:pt x="48" y="184"/>
                  </a:lnTo>
                  <a:lnTo>
                    <a:pt x="58" y="184"/>
                  </a:lnTo>
                  <a:lnTo>
                    <a:pt x="58" y="184"/>
                  </a:lnTo>
                  <a:lnTo>
                    <a:pt x="62" y="194"/>
                  </a:lnTo>
                  <a:lnTo>
                    <a:pt x="68" y="202"/>
                  </a:lnTo>
                  <a:lnTo>
                    <a:pt x="78" y="206"/>
                  </a:lnTo>
                  <a:lnTo>
                    <a:pt x="88" y="208"/>
                  </a:lnTo>
                  <a:lnTo>
                    <a:pt x="88" y="208"/>
                  </a:lnTo>
                  <a:lnTo>
                    <a:pt x="98" y="206"/>
                  </a:lnTo>
                  <a:lnTo>
                    <a:pt x="108" y="202"/>
                  </a:lnTo>
                  <a:lnTo>
                    <a:pt x="114" y="194"/>
                  </a:lnTo>
                  <a:lnTo>
                    <a:pt x="118" y="184"/>
                  </a:lnTo>
                  <a:lnTo>
                    <a:pt x="162" y="184"/>
                  </a:lnTo>
                  <a:lnTo>
                    <a:pt x="162" y="184"/>
                  </a:lnTo>
                  <a:lnTo>
                    <a:pt x="166" y="194"/>
                  </a:lnTo>
                  <a:lnTo>
                    <a:pt x="172" y="202"/>
                  </a:lnTo>
                  <a:lnTo>
                    <a:pt x="182" y="206"/>
                  </a:lnTo>
                  <a:lnTo>
                    <a:pt x="192" y="208"/>
                  </a:lnTo>
                  <a:lnTo>
                    <a:pt x="192" y="208"/>
                  </a:lnTo>
                  <a:lnTo>
                    <a:pt x="202" y="206"/>
                  </a:lnTo>
                  <a:lnTo>
                    <a:pt x="212" y="202"/>
                  </a:lnTo>
                  <a:lnTo>
                    <a:pt x="218" y="194"/>
                  </a:lnTo>
                  <a:lnTo>
                    <a:pt x="222" y="184"/>
                  </a:lnTo>
                  <a:lnTo>
                    <a:pt x="232" y="184"/>
                  </a:lnTo>
                  <a:lnTo>
                    <a:pt x="232" y="184"/>
                  </a:lnTo>
                  <a:lnTo>
                    <a:pt x="242" y="182"/>
                  </a:lnTo>
                  <a:lnTo>
                    <a:pt x="248" y="176"/>
                  </a:lnTo>
                  <a:lnTo>
                    <a:pt x="254" y="170"/>
                  </a:lnTo>
                  <a:lnTo>
                    <a:pt x="256" y="160"/>
                  </a:lnTo>
                  <a:lnTo>
                    <a:pt x="256" y="112"/>
                  </a:lnTo>
                  <a:lnTo>
                    <a:pt x="256" y="112"/>
                  </a:lnTo>
                  <a:lnTo>
                    <a:pt x="254" y="106"/>
                  </a:lnTo>
                  <a:lnTo>
                    <a:pt x="252" y="98"/>
                  </a:lnTo>
                  <a:close/>
                  <a:moveTo>
                    <a:pt x="24" y="120"/>
                  </a:moveTo>
                  <a:lnTo>
                    <a:pt x="24" y="120"/>
                  </a:lnTo>
                  <a:lnTo>
                    <a:pt x="20" y="120"/>
                  </a:lnTo>
                  <a:lnTo>
                    <a:pt x="18" y="118"/>
                  </a:lnTo>
                  <a:lnTo>
                    <a:pt x="16" y="116"/>
                  </a:lnTo>
                  <a:lnTo>
                    <a:pt x="16" y="11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6" y="20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4" y="16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48" y="16"/>
                  </a:lnTo>
                  <a:lnTo>
                    <a:pt x="150" y="18"/>
                  </a:lnTo>
                  <a:lnTo>
                    <a:pt x="152" y="20"/>
                  </a:lnTo>
                  <a:lnTo>
                    <a:pt x="152" y="24"/>
                  </a:lnTo>
                  <a:lnTo>
                    <a:pt x="152" y="40"/>
                  </a:lnTo>
                  <a:lnTo>
                    <a:pt x="152" y="56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6"/>
                  </a:lnTo>
                  <a:lnTo>
                    <a:pt x="150" y="118"/>
                  </a:lnTo>
                  <a:lnTo>
                    <a:pt x="148" y="120"/>
                  </a:lnTo>
                  <a:lnTo>
                    <a:pt x="144" y="120"/>
                  </a:lnTo>
                  <a:lnTo>
                    <a:pt x="24" y="120"/>
                  </a:lnTo>
                  <a:close/>
                  <a:moveTo>
                    <a:pt x="88" y="192"/>
                  </a:moveTo>
                  <a:lnTo>
                    <a:pt x="88" y="192"/>
                  </a:lnTo>
                  <a:lnTo>
                    <a:pt x="82" y="190"/>
                  </a:lnTo>
                  <a:lnTo>
                    <a:pt x="76" y="188"/>
                  </a:lnTo>
                  <a:lnTo>
                    <a:pt x="74" y="182"/>
                  </a:lnTo>
                  <a:lnTo>
                    <a:pt x="72" y="176"/>
                  </a:lnTo>
                  <a:lnTo>
                    <a:pt x="72" y="176"/>
                  </a:lnTo>
                  <a:lnTo>
                    <a:pt x="74" y="170"/>
                  </a:lnTo>
                  <a:lnTo>
                    <a:pt x="76" y="164"/>
                  </a:lnTo>
                  <a:lnTo>
                    <a:pt x="82" y="162"/>
                  </a:lnTo>
                  <a:lnTo>
                    <a:pt x="88" y="160"/>
                  </a:lnTo>
                  <a:lnTo>
                    <a:pt x="88" y="160"/>
                  </a:lnTo>
                  <a:lnTo>
                    <a:pt x="94" y="162"/>
                  </a:lnTo>
                  <a:lnTo>
                    <a:pt x="100" y="164"/>
                  </a:lnTo>
                  <a:lnTo>
                    <a:pt x="102" y="170"/>
                  </a:lnTo>
                  <a:lnTo>
                    <a:pt x="104" y="176"/>
                  </a:lnTo>
                  <a:lnTo>
                    <a:pt x="104" y="176"/>
                  </a:lnTo>
                  <a:lnTo>
                    <a:pt x="102" y="182"/>
                  </a:lnTo>
                  <a:lnTo>
                    <a:pt x="100" y="188"/>
                  </a:lnTo>
                  <a:lnTo>
                    <a:pt x="94" y="190"/>
                  </a:lnTo>
                  <a:lnTo>
                    <a:pt x="88" y="192"/>
                  </a:lnTo>
                  <a:close/>
                  <a:moveTo>
                    <a:pt x="192" y="192"/>
                  </a:moveTo>
                  <a:lnTo>
                    <a:pt x="192" y="192"/>
                  </a:lnTo>
                  <a:lnTo>
                    <a:pt x="186" y="190"/>
                  </a:lnTo>
                  <a:lnTo>
                    <a:pt x="180" y="188"/>
                  </a:lnTo>
                  <a:lnTo>
                    <a:pt x="178" y="182"/>
                  </a:lnTo>
                  <a:lnTo>
                    <a:pt x="176" y="176"/>
                  </a:lnTo>
                  <a:lnTo>
                    <a:pt x="176" y="176"/>
                  </a:lnTo>
                  <a:lnTo>
                    <a:pt x="178" y="170"/>
                  </a:lnTo>
                  <a:lnTo>
                    <a:pt x="180" y="164"/>
                  </a:lnTo>
                  <a:lnTo>
                    <a:pt x="186" y="162"/>
                  </a:lnTo>
                  <a:lnTo>
                    <a:pt x="192" y="160"/>
                  </a:lnTo>
                  <a:lnTo>
                    <a:pt x="192" y="160"/>
                  </a:lnTo>
                  <a:lnTo>
                    <a:pt x="198" y="162"/>
                  </a:lnTo>
                  <a:lnTo>
                    <a:pt x="204" y="164"/>
                  </a:lnTo>
                  <a:lnTo>
                    <a:pt x="206" y="170"/>
                  </a:lnTo>
                  <a:lnTo>
                    <a:pt x="208" y="176"/>
                  </a:lnTo>
                  <a:lnTo>
                    <a:pt x="208" y="176"/>
                  </a:lnTo>
                  <a:lnTo>
                    <a:pt x="206" y="182"/>
                  </a:lnTo>
                  <a:lnTo>
                    <a:pt x="204" y="188"/>
                  </a:lnTo>
                  <a:lnTo>
                    <a:pt x="198" y="190"/>
                  </a:lnTo>
                  <a:lnTo>
                    <a:pt x="192" y="192"/>
                  </a:lnTo>
                  <a:close/>
                  <a:moveTo>
                    <a:pt x="240" y="160"/>
                  </a:moveTo>
                  <a:lnTo>
                    <a:pt x="240" y="160"/>
                  </a:lnTo>
                  <a:lnTo>
                    <a:pt x="240" y="164"/>
                  </a:lnTo>
                  <a:lnTo>
                    <a:pt x="238" y="166"/>
                  </a:lnTo>
                  <a:lnTo>
                    <a:pt x="236" y="168"/>
                  </a:lnTo>
                  <a:lnTo>
                    <a:pt x="232" y="168"/>
                  </a:lnTo>
                  <a:lnTo>
                    <a:pt x="222" y="168"/>
                  </a:lnTo>
                  <a:lnTo>
                    <a:pt x="222" y="168"/>
                  </a:lnTo>
                  <a:lnTo>
                    <a:pt x="218" y="158"/>
                  </a:lnTo>
                  <a:lnTo>
                    <a:pt x="212" y="150"/>
                  </a:lnTo>
                  <a:lnTo>
                    <a:pt x="202" y="146"/>
                  </a:lnTo>
                  <a:lnTo>
                    <a:pt x="192" y="144"/>
                  </a:lnTo>
                  <a:lnTo>
                    <a:pt x="192" y="144"/>
                  </a:lnTo>
                  <a:lnTo>
                    <a:pt x="182" y="146"/>
                  </a:lnTo>
                  <a:lnTo>
                    <a:pt x="172" y="150"/>
                  </a:lnTo>
                  <a:lnTo>
                    <a:pt x="166" y="158"/>
                  </a:lnTo>
                  <a:lnTo>
                    <a:pt x="162" y="168"/>
                  </a:lnTo>
                  <a:lnTo>
                    <a:pt x="118" y="168"/>
                  </a:lnTo>
                  <a:lnTo>
                    <a:pt x="118" y="168"/>
                  </a:lnTo>
                  <a:lnTo>
                    <a:pt x="114" y="158"/>
                  </a:lnTo>
                  <a:lnTo>
                    <a:pt x="108" y="150"/>
                  </a:lnTo>
                  <a:lnTo>
                    <a:pt x="98" y="146"/>
                  </a:lnTo>
                  <a:lnTo>
                    <a:pt x="88" y="144"/>
                  </a:lnTo>
                  <a:lnTo>
                    <a:pt x="88" y="144"/>
                  </a:lnTo>
                  <a:lnTo>
                    <a:pt x="78" y="146"/>
                  </a:lnTo>
                  <a:lnTo>
                    <a:pt x="68" y="150"/>
                  </a:lnTo>
                  <a:lnTo>
                    <a:pt x="62" y="158"/>
                  </a:lnTo>
                  <a:lnTo>
                    <a:pt x="5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4" y="168"/>
                  </a:lnTo>
                  <a:lnTo>
                    <a:pt x="42" y="166"/>
                  </a:lnTo>
                  <a:lnTo>
                    <a:pt x="40" y="164"/>
                  </a:lnTo>
                  <a:lnTo>
                    <a:pt x="40" y="160"/>
                  </a:lnTo>
                  <a:lnTo>
                    <a:pt x="40" y="136"/>
                  </a:lnTo>
                  <a:lnTo>
                    <a:pt x="144" y="136"/>
                  </a:lnTo>
                  <a:lnTo>
                    <a:pt x="144" y="136"/>
                  </a:lnTo>
                  <a:lnTo>
                    <a:pt x="154" y="134"/>
                  </a:lnTo>
                  <a:lnTo>
                    <a:pt x="160" y="128"/>
                  </a:lnTo>
                  <a:lnTo>
                    <a:pt x="166" y="122"/>
                  </a:lnTo>
                  <a:lnTo>
                    <a:pt x="168" y="112"/>
                  </a:lnTo>
                  <a:lnTo>
                    <a:pt x="168" y="56"/>
                  </a:lnTo>
                  <a:lnTo>
                    <a:pt x="200" y="56"/>
                  </a:lnTo>
                  <a:lnTo>
                    <a:pt x="200" y="56"/>
                  </a:lnTo>
                  <a:lnTo>
                    <a:pt x="204" y="56"/>
                  </a:lnTo>
                  <a:lnTo>
                    <a:pt x="206" y="60"/>
                  </a:lnTo>
                  <a:lnTo>
                    <a:pt x="238" y="108"/>
                  </a:lnTo>
                  <a:lnTo>
                    <a:pt x="238" y="108"/>
                  </a:lnTo>
                  <a:lnTo>
                    <a:pt x="240" y="112"/>
                  </a:lnTo>
                  <a:lnTo>
                    <a:pt x="240" y="160"/>
                  </a:lnTo>
                  <a:close/>
                </a:path>
              </a:pathLst>
            </a:custGeom>
            <a:solidFill>
              <a:schemeClr val="l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ar-SA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Text Placeholder 2"/>
            <p:cNvSpPr txBox="1"/>
            <p:nvPr>
              <p:custDataLst>
                <p:tags r:id="rId9"/>
              </p:custDataLst>
            </p:nvPr>
          </p:nvSpPr>
          <p:spPr>
            <a:xfrm>
              <a:off x="7773" y="5178"/>
              <a:ext cx="7751" cy="557"/>
            </a:xfrm>
            <a:prstGeom prst="rect">
              <a:avLst/>
            </a:prstGeom>
            <a:noFill/>
          </p:spPr>
          <p:txBody>
            <a:bodyPr vert="horz" lIns="68570" tIns="34286" rIns="68570" bIns="34286" rtlCol="0"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/>
              <a:r>
                <a:rPr lang="en-US" altLang="zh-CN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任何指定的文件描述符都必须支持读取。</a:t>
              </a:r>
              <a:endParaRPr lang="zh-CN" altLang="en-US" sz="2000" b="1" dirty="0">
                <a:solidFill>
                  <a:schemeClr val="dk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99790" y="4288790"/>
            <a:ext cx="6018530" cy="894715"/>
            <a:chOff x="5354" y="6754"/>
            <a:chExt cx="9478" cy="1409"/>
          </a:xfrm>
        </p:grpSpPr>
        <p:grpSp>
          <p:nvGrpSpPr>
            <p:cNvPr id="5" name="组合 4"/>
            <p:cNvGrpSpPr/>
            <p:nvPr/>
          </p:nvGrpSpPr>
          <p:grpSpPr>
            <a:xfrm>
              <a:off x="5540" y="6919"/>
              <a:ext cx="9292" cy="1244"/>
              <a:chOff x="5540" y="6919"/>
              <a:chExt cx="9292" cy="1244"/>
            </a:xfrm>
          </p:grpSpPr>
          <p:sp>
            <p:nvSpPr>
              <p:cNvPr id="26" name="Oval 72"/>
              <p:cNvSpPr/>
              <p:nvPr>
                <p:custDataLst>
                  <p:tags r:id="rId10"/>
                </p:custDataLst>
              </p:nvPr>
            </p:nvSpPr>
            <p:spPr>
              <a:xfrm>
                <a:off x="5540" y="6919"/>
                <a:ext cx="1162" cy="1162"/>
              </a:xfrm>
              <a:prstGeom prst="ellipse">
                <a:avLst/>
              </a:prstGeom>
              <a:solidFill>
                <a:schemeClr val="lt1">
                  <a:lumMod val="50000"/>
                </a:schemeClr>
              </a:solidFill>
              <a:ln w="9525">
                <a:solidFill>
                  <a:schemeClr val="lt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0" tIns="34286" rIns="68570" bIns="34286" rtlCol="0" anchor="ctr"/>
              <a:lstStyle/>
              <a:p>
                <a:pPr algn="ctr"/>
                <a:endParaRPr lang="en-US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8" name="Freeform 71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840" y="7232"/>
                <a:ext cx="536" cy="536"/>
              </a:xfrm>
              <a:custGeom>
                <a:avLst/>
                <a:gdLst/>
                <a:ahLst/>
                <a:cxnLst>
                  <a:cxn ang="0">
                    <a:pos x="228" y="58"/>
                  </a:cxn>
                  <a:cxn ang="0">
                    <a:pos x="224" y="16"/>
                  </a:cxn>
                  <a:cxn ang="0">
                    <a:pos x="214" y="2"/>
                  </a:cxn>
                  <a:cxn ang="0">
                    <a:pos x="48" y="0"/>
                  </a:cxn>
                  <a:cxn ang="0">
                    <a:pos x="34" y="10"/>
                  </a:cxn>
                  <a:cxn ang="0">
                    <a:pos x="32" y="54"/>
                  </a:cxn>
                  <a:cxn ang="0">
                    <a:pos x="4" y="90"/>
                  </a:cxn>
                  <a:cxn ang="0">
                    <a:pos x="0" y="112"/>
                  </a:cxn>
                  <a:cxn ang="0">
                    <a:pos x="8" y="128"/>
                  </a:cxn>
                  <a:cxn ang="0">
                    <a:pos x="24" y="240"/>
                  </a:cxn>
                  <a:cxn ang="0">
                    <a:pos x="28" y="252"/>
                  </a:cxn>
                  <a:cxn ang="0">
                    <a:pos x="216" y="256"/>
                  </a:cxn>
                  <a:cxn ang="0">
                    <a:pos x="228" y="252"/>
                  </a:cxn>
                  <a:cxn ang="0">
                    <a:pos x="232" y="136"/>
                  </a:cxn>
                  <a:cxn ang="0">
                    <a:pos x="248" y="128"/>
                  </a:cxn>
                  <a:cxn ang="0">
                    <a:pos x="256" y="104"/>
                  </a:cxn>
                  <a:cxn ang="0">
                    <a:pos x="252" y="90"/>
                  </a:cxn>
                  <a:cxn ang="0">
                    <a:pos x="48" y="48"/>
                  </a:cxn>
                  <a:cxn ang="0">
                    <a:pos x="82" y="120"/>
                  </a:cxn>
                  <a:cxn ang="0">
                    <a:pos x="98" y="64"/>
                  </a:cxn>
                  <a:cxn ang="0">
                    <a:pos x="124" y="64"/>
                  </a:cxn>
                  <a:cxn ang="0">
                    <a:pos x="106" y="64"/>
                  </a:cxn>
                  <a:cxn ang="0">
                    <a:pos x="166" y="120"/>
                  </a:cxn>
                  <a:cxn ang="0">
                    <a:pos x="158" y="64"/>
                  </a:cxn>
                  <a:cxn ang="0">
                    <a:pos x="174" y="120"/>
                  </a:cxn>
                  <a:cxn ang="0">
                    <a:pos x="16" y="104"/>
                  </a:cxn>
                  <a:cxn ang="0">
                    <a:pos x="42" y="68"/>
                  </a:cxn>
                  <a:cxn ang="0">
                    <a:pos x="48" y="64"/>
                  </a:cxn>
                  <a:cxn ang="0">
                    <a:pos x="24" y="120"/>
                  </a:cxn>
                  <a:cxn ang="0">
                    <a:pos x="18" y="118"/>
                  </a:cxn>
                  <a:cxn ang="0">
                    <a:pos x="160" y="240"/>
                  </a:cxn>
                  <a:cxn ang="0">
                    <a:pos x="160" y="160"/>
                  </a:cxn>
                  <a:cxn ang="0">
                    <a:pos x="168" y="240"/>
                  </a:cxn>
                  <a:cxn ang="0">
                    <a:pos x="168" y="156"/>
                  </a:cxn>
                  <a:cxn ang="0">
                    <a:pos x="160" y="152"/>
                  </a:cxn>
                  <a:cxn ang="0">
                    <a:pos x="96" y="152"/>
                  </a:cxn>
                  <a:cxn ang="0">
                    <a:pos x="92" y="160"/>
                  </a:cxn>
                  <a:cxn ang="0">
                    <a:pos x="40" y="136"/>
                  </a:cxn>
                  <a:cxn ang="0">
                    <a:pos x="240" y="112"/>
                  </a:cxn>
                  <a:cxn ang="0">
                    <a:pos x="238" y="118"/>
                  </a:cxn>
                  <a:cxn ang="0">
                    <a:pos x="218" y="120"/>
                  </a:cxn>
                  <a:cxn ang="0">
                    <a:pos x="208" y="64"/>
                  </a:cxn>
                  <a:cxn ang="0">
                    <a:pos x="238" y="100"/>
                  </a:cxn>
                  <a:cxn ang="0">
                    <a:pos x="240" y="112"/>
                  </a:cxn>
                </a:cxnLst>
                <a:rect l="0" t="0" r="r" b="b"/>
                <a:pathLst>
                  <a:path w="256" h="256">
                    <a:moveTo>
                      <a:pt x="252" y="90"/>
                    </a:moveTo>
                    <a:lnTo>
                      <a:pt x="228" y="58"/>
                    </a:lnTo>
                    <a:lnTo>
                      <a:pt x="228" y="58"/>
                    </a:lnTo>
                    <a:lnTo>
                      <a:pt x="224" y="54"/>
                    </a:lnTo>
                    <a:lnTo>
                      <a:pt x="224" y="16"/>
                    </a:lnTo>
                    <a:lnTo>
                      <a:pt x="224" y="16"/>
                    </a:lnTo>
                    <a:lnTo>
                      <a:pt x="222" y="10"/>
                    </a:lnTo>
                    <a:lnTo>
                      <a:pt x="220" y="4"/>
                    </a:lnTo>
                    <a:lnTo>
                      <a:pt x="214" y="2"/>
                    </a:lnTo>
                    <a:lnTo>
                      <a:pt x="20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4" y="10"/>
                    </a:lnTo>
                    <a:lnTo>
                      <a:pt x="32" y="16"/>
                    </a:lnTo>
                    <a:lnTo>
                      <a:pt x="32" y="54"/>
                    </a:lnTo>
                    <a:lnTo>
                      <a:pt x="32" y="54"/>
                    </a:lnTo>
                    <a:lnTo>
                      <a:pt x="28" y="58"/>
                    </a:lnTo>
                    <a:lnTo>
                      <a:pt x="4" y="90"/>
                    </a:lnTo>
                    <a:lnTo>
                      <a:pt x="4" y="90"/>
                    </a:lnTo>
                    <a:lnTo>
                      <a:pt x="2" y="96"/>
                    </a:lnTo>
                    <a:lnTo>
                      <a:pt x="0" y="104"/>
                    </a:lnTo>
                    <a:lnTo>
                      <a:pt x="0" y="112"/>
                    </a:lnTo>
                    <a:lnTo>
                      <a:pt x="0" y="112"/>
                    </a:lnTo>
                    <a:lnTo>
                      <a:pt x="2" y="122"/>
                    </a:lnTo>
                    <a:lnTo>
                      <a:pt x="8" y="128"/>
                    </a:lnTo>
                    <a:lnTo>
                      <a:pt x="14" y="134"/>
                    </a:lnTo>
                    <a:lnTo>
                      <a:pt x="24" y="136"/>
                    </a:lnTo>
                    <a:lnTo>
                      <a:pt x="24" y="240"/>
                    </a:lnTo>
                    <a:lnTo>
                      <a:pt x="24" y="240"/>
                    </a:lnTo>
                    <a:lnTo>
                      <a:pt x="26" y="246"/>
                    </a:lnTo>
                    <a:lnTo>
                      <a:pt x="28" y="252"/>
                    </a:lnTo>
                    <a:lnTo>
                      <a:pt x="34" y="254"/>
                    </a:lnTo>
                    <a:lnTo>
                      <a:pt x="40" y="256"/>
                    </a:lnTo>
                    <a:lnTo>
                      <a:pt x="216" y="256"/>
                    </a:lnTo>
                    <a:lnTo>
                      <a:pt x="216" y="256"/>
                    </a:lnTo>
                    <a:lnTo>
                      <a:pt x="222" y="254"/>
                    </a:lnTo>
                    <a:lnTo>
                      <a:pt x="228" y="252"/>
                    </a:lnTo>
                    <a:lnTo>
                      <a:pt x="230" y="246"/>
                    </a:lnTo>
                    <a:lnTo>
                      <a:pt x="232" y="240"/>
                    </a:lnTo>
                    <a:lnTo>
                      <a:pt x="232" y="136"/>
                    </a:lnTo>
                    <a:lnTo>
                      <a:pt x="232" y="136"/>
                    </a:lnTo>
                    <a:lnTo>
                      <a:pt x="242" y="134"/>
                    </a:lnTo>
                    <a:lnTo>
                      <a:pt x="248" y="128"/>
                    </a:lnTo>
                    <a:lnTo>
                      <a:pt x="254" y="122"/>
                    </a:lnTo>
                    <a:lnTo>
                      <a:pt x="256" y="112"/>
                    </a:lnTo>
                    <a:lnTo>
                      <a:pt x="256" y="104"/>
                    </a:lnTo>
                    <a:lnTo>
                      <a:pt x="256" y="104"/>
                    </a:lnTo>
                    <a:lnTo>
                      <a:pt x="254" y="96"/>
                    </a:lnTo>
                    <a:lnTo>
                      <a:pt x="252" y="90"/>
                    </a:lnTo>
                    <a:close/>
                    <a:moveTo>
                      <a:pt x="208" y="16"/>
                    </a:moveTo>
                    <a:lnTo>
                      <a:pt x="208" y="48"/>
                    </a:lnTo>
                    <a:lnTo>
                      <a:pt x="48" y="48"/>
                    </a:lnTo>
                    <a:lnTo>
                      <a:pt x="48" y="16"/>
                    </a:lnTo>
                    <a:lnTo>
                      <a:pt x="208" y="16"/>
                    </a:lnTo>
                    <a:close/>
                    <a:moveTo>
                      <a:pt x="82" y="120"/>
                    </a:moveTo>
                    <a:lnTo>
                      <a:pt x="48" y="120"/>
                    </a:lnTo>
                    <a:lnTo>
                      <a:pt x="80" y="64"/>
                    </a:lnTo>
                    <a:lnTo>
                      <a:pt x="98" y="64"/>
                    </a:lnTo>
                    <a:lnTo>
                      <a:pt x="82" y="120"/>
                    </a:lnTo>
                    <a:close/>
                    <a:moveTo>
                      <a:pt x="106" y="64"/>
                    </a:moveTo>
                    <a:lnTo>
                      <a:pt x="124" y="64"/>
                    </a:lnTo>
                    <a:lnTo>
                      <a:pt x="124" y="120"/>
                    </a:lnTo>
                    <a:lnTo>
                      <a:pt x="90" y="120"/>
                    </a:lnTo>
                    <a:lnTo>
                      <a:pt x="106" y="64"/>
                    </a:lnTo>
                    <a:close/>
                    <a:moveTo>
                      <a:pt x="132" y="64"/>
                    </a:moveTo>
                    <a:lnTo>
                      <a:pt x="150" y="64"/>
                    </a:lnTo>
                    <a:lnTo>
                      <a:pt x="166" y="120"/>
                    </a:lnTo>
                    <a:lnTo>
                      <a:pt x="132" y="120"/>
                    </a:lnTo>
                    <a:lnTo>
                      <a:pt x="132" y="64"/>
                    </a:lnTo>
                    <a:close/>
                    <a:moveTo>
                      <a:pt x="158" y="64"/>
                    </a:moveTo>
                    <a:lnTo>
                      <a:pt x="176" y="64"/>
                    </a:lnTo>
                    <a:lnTo>
                      <a:pt x="208" y="120"/>
                    </a:lnTo>
                    <a:lnTo>
                      <a:pt x="174" y="120"/>
                    </a:lnTo>
                    <a:lnTo>
                      <a:pt x="158" y="64"/>
                    </a:lnTo>
                    <a:close/>
                    <a:moveTo>
                      <a:pt x="16" y="112"/>
                    </a:moveTo>
                    <a:lnTo>
                      <a:pt x="16" y="104"/>
                    </a:lnTo>
                    <a:lnTo>
                      <a:pt x="16" y="104"/>
                    </a:lnTo>
                    <a:lnTo>
                      <a:pt x="18" y="100"/>
                    </a:lnTo>
                    <a:lnTo>
                      <a:pt x="42" y="68"/>
                    </a:lnTo>
                    <a:lnTo>
                      <a:pt x="42" y="68"/>
                    </a:lnTo>
                    <a:lnTo>
                      <a:pt x="44" y="64"/>
                    </a:lnTo>
                    <a:lnTo>
                      <a:pt x="48" y="64"/>
                    </a:lnTo>
                    <a:lnTo>
                      <a:pt x="70" y="64"/>
                    </a:lnTo>
                    <a:lnTo>
                      <a:pt x="38" y="120"/>
                    </a:lnTo>
                    <a:lnTo>
                      <a:pt x="24" y="120"/>
                    </a:lnTo>
                    <a:lnTo>
                      <a:pt x="24" y="120"/>
                    </a:lnTo>
                    <a:lnTo>
                      <a:pt x="20" y="120"/>
                    </a:lnTo>
                    <a:lnTo>
                      <a:pt x="18" y="118"/>
                    </a:lnTo>
                    <a:lnTo>
                      <a:pt x="16" y="116"/>
                    </a:lnTo>
                    <a:lnTo>
                      <a:pt x="16" y="112"/>
                    </a:lnTo>
                    <a:close/>
                    <a:moveTo>
                      <a:pt x="160" y="240"/>
                    </a:moveTo>
                    <a:lnTo>
                      <a:pt x="100" y="240"/>
                    </a:lnTo>
                    <a:lnTo>
                      <a:pt x="100" y="160"/>
                    </a:lnTo>
                    <a:lnTo>
                      <a:pt x="160" y="160"/>
                    </a:lnTo>
                    <a:lnTo>
                      <a:pt x="160" y="240"/>
                    </a:lnTo>
                    <a:close/>
                    <a:moveTo>
                      <a:pt x="216" y="240"/>
                    </a:moveTo>
                    <a:lnTo>
                      <a:pt x="168" y="240"/>
                    </a:lnTo>
                    <a:lnTo>
                      <a:pt x="168" y="160"/>
                    </a:lnTo>
                    <a:lnTo>
                      <a:pt x="168" y="160"/>
                    </a:lnTo>
                    <a:lnTo>
                      <a:pt x="168" y="156"/>
                    </a:lnTo>
                    <a:lnTo>
                      <a:pt x="166" y="154"/>
                    </a:lnTo>
                    <a:lnTo>
                      <a:pt x="164" y="152"/>
                    </a:lnTo>
                    <a:lnTo>
                      <a:pt x="160" y="152"/>
                    </a:lnTo>
                    <a:lnTo>
                      <a:pt x="100" y="152"/>
                    </a:lnTo>
                    <a:lnTo>
                      <a:pt x="100" y="152"/>
                    </a:lnTo>
                    <a:lnTo>
                      <a:pt x="96" y="152"/>
                    </a:lnTo>
                    <a:lnTo>
                      <a:pt x="94" y="154"/>
                    </a:lnTo>
                    <a:lnTo>
                      <a:pt x="92" y="156"/>
                    </a:lnTo>
                    <a:lnTo>
                      <a:pt x="92" y="160"/>
                    </a:lnTo>
                    <a:lnTo>
                      <a:pt x="92" y="240"/>
                    </a:lnTo>
                    <a:lnTo>
                      <a:pt x="40" y="240"/>
                    </a:lnTo>
                    <a:lnTo>
                      <a:pt x="40" y="136"/>
                    </a:lnTo>
                    <a:lnTo>
                      <a:pt x="216" y="136"/>
                    </a:lnTo>
                    <a:lnTo>
                      <a:pt x="216" y="240"/>
                    </a:lnTo>
                    <a:close/>
                    <a:moveTo>
                      <a:pt x="240" y="112"/>
                    </a:moveTo>
                    <a:lnTo>
                      <a:pt x="240" y="112"/>
                    </a:lnTo>
                    <a:lnTo>
                      <a:pt x="240" y="116"/>
                    </a:lnTo>
                    <a:lnTo>
                      <a:pt x="238" y="118"/>
                    </a:lnTo>
                    <a:lnTo>
                      <a:pt x="236" y="120"/>
                    </a:lnTo>
                    <a:lnTo>
                      <a:pt x="232" y="120"/>
                    </a:lnTo>
                    <a:lnTo>
                      <a:pt x="218" y="120"/>
                    </a:lnTo>
                    <a:lnTo>
                      <a:pt x="186" y="64"/>
                    </a:lnTo>
                    <a:lnTo>
                      <a:pt x="208" y="64"/>
                    </a:lnTo>
                    <a:lnTo>
                      <a:pt x="208" y="64"/>
                    </a:lnTo>
                    <a:lnTo>
                      <a:pt x="212" y="64"/>
                    </a:lnTo>
                    <a:lnTo>
                      <a:pt x="214" y="68"/>
                    </a:lnTo>
                    <a:lnTo>
                      <a:pt x="238" y="100"/>
                    </a:lnTo>
                    <a:lnTo>
                      <a:pt x="238" y="100"/>
                    </a:lnTo>
                    <a:lnTo>
                      <a:pt x="240" y="104"/>
                    </a:lnTo>
                    <a:lnTo>
                      <a:pt x="240" y="112"/>
                    </a:lnTo>
                    <a:close/>
                  </a:path>
                </a:pathLst>
              </a:custGeom>
              <a:solidFill>
                <a:schemeClr val="lt1"/>
              </a:solidFill>
              <a:ln w="9525">
                <a:noFill/>
                <a:round/>
              </a:ln>
            </p:spPr>
            <p:txBody>
              <a:bodyPr vert="horz" wrap="square" lIns="91427" tIns="45714" rIns="91427" bIns="45714" numCol="1" anchor="t" anchorCtr="0" compatLnSpc="1"/>
              <a:lstStyle/>
              <a:p>
                <a:endParaRPr lang="ar-SA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9" name="Text Placeholder 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082" y="6981"/>
                <a:ext cx="7751" cy="1183"/>
              </a:xfrm>
              <a:prstGeom prst="rect">
                <a:avLst/>
              </a:prstGeom>
              <a:noFill/>
            </p:spPr>
            <p:txBody>
              <a:bodyPr vert="horz" lIns="68570" tIns="34286" rIns="68570" bIns="34286" rtlCol="0" anchor="ctr">
                <a:noAutofit/>
              </a:bodyPr>
              <a:lstStyle>
                <a:defPPr>
                  <a:defRPr lang="en-US"/>
                </a:defPPr>
                <a:lvl1pPr marL="0" algn="ctr" defTabSz="914400" rtl="0" eaLnBrk="1" latinLnBrk="0" hangingPunct="1">
                  <a:defRPr sz="1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/>
                <a:r>
                  <a:rPr lang="en-US" altLang="zh-CN" sz="2000" b="1" dirty="0">
                    <a:solidFill>
                      <a:schemeClr val="dk1">
                        <a:tint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3. </a:t>
                </a:r>
                <a:r>
                  <a:rPr lang="zh-CN" altLang="en-US" sz="2000" b="1" dirty="0">
                    <a:solidFill>
                      <a:schemeClr val="dk1">
                        <a:tint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如果将文件描述符指定为 </a:t>
                </a:r>
                <a:r>
                  <a:rPr lang="en-US" altLang="zh-CN" sz="2000" b="1" dirty="0">
                    <a:solidFill>
                      <a:schemeClr val="dk1">
                        <a:tint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path</a:t>
                </a:r>
                <a:r>
                  <a:rPr lang="zh-CN" altLang="en-US" sz="2000" b="1" dirty="0">
                    <a:solidFill>
                      <a:schemeClr val="dk1">
                        <a:tint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，则不会自动关闭它。读取时将从当前位置开始。</a:t>
                </a:r>
                <a:endParaRPr lang="zh-CN" altLang="en-US" sz="2000" b="1" dirty="0">
                  <a:solidFill>
                    <a:schemeClr val="dk1">
                      <a:tint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27" name="Straight Connector 92"/>
            <p:cNvCxnSpPr>
              <a:stCxn id="26" idx="1"/>
            </p:cNvCxnSpPr>
            <p:nvPr/>
          </p:nvCxnSpPr>
          <p:spPr>
            <a:xfrm flipH="1" flipV="1">
              <a:off x="5354" y="6754"/>
              <a:ext cx="356" cy="335"/>
            </a:xfrm>
            <a:prstGeom prst="line">
              <a:avLst/>
            </a:prstGeom>
            <a:ln w="12700">
              <a:solidFill>
                <a:srgbClr val="196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1335405" y="2265680"/>
            <a:ext cx="2595880" cy="3944620"/>
            <a:chOff x="2103" y="3568"/>
            <a:chExt cx="4088" cy="6212"/>
          </a:xfrm>
        </p:grpSpPr>
        <p:grpSp>
          <p:nvGrpSpPr>
            <p:cNvPr id="6" name="组合 5"/>
            <p:cNvGrpSpPr/>
            <p:nvPr/>
          </p:nvGrpSpPr>
          <p:grpSpPr>
            <a:xfrm>
              <a:off x="2181" y="3568"/>
              <a:ext cx="3738" cy="6213"/>
              <a:chOff x="2181" y="3568"/>
              <a:chExt cx="3738" cy="6213"/>
            </a:xfrm>
          </p:grpSpPr>
          <p:sp>
            <p:nvSpPr>
              <p:cNvPr id="9" name="Rectangle 55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47" y="8447"/>
                <a:ext cx="604" cy="112"/>
              </a:xfrm>
              <a:prstGeom prst="rect">
                <a:avLst/>
              </a:pr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0" tIns="34286" rIns="68570" bIns="34286" rtlCol="0" anchor="ctr"/>
              <a:lstStyle/>
              <a:p>
                <a:pPr algn="ctr"/>
                <a:endParaRPr lang="en-US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" name="Rectangle 56"/>
              <p:cNvSpPr/>
              <p:nvPr>
                <p:custDataLst>
                  <p:tags r:id="rId14"/>
                </p:custDataLst>
              </p:nvPr>
            </p:nvSpPr>
            <p:spPr>
              <a:xfrm>
                <a:off x="3747" y="9477"/>
                <a:ext cx="604" cy="112"/>
              </a:xfrm>
              <a:prstGeom prst="rect">
                <a:avLst/>
              </a:prstGeom>
              <a:solidFill>
                <a:schemeClr val="lt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0" tIns="34286" rIns="68570" bIns="34286" rtlCol="0" anchor="ctr"/>
              <a:lstStyle/>
              <a:p>
                <a:pPr algn="ctr"/>
                <a:endParaRPr lang="en-US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2" name="Freeform 62"/>
              <p:cNvSpPr/>
              <p:nvPr>
                <p:custDataLst>
                  <p:tags r:id="rId15"/>
                </p:custDataLst>
              </p:nvPr>
            </p:nvSpPr>
            <p:spPr>
              <a:xfrm>
                <a:off x="3745" y="7225"/>
                <a:ext cx="609" cy="2556"/>
              </a:xfrm>
              <a:custGeom>
                <a:avLst/>
                <a:gdLst>
                  <a:gd name="connsiteX0" fmla="*/ 70702 w 314943"/>
                  <a:gd name="connsiteY0" fmla="*/ 0 h 1322136"/>
                  <a:gd name="connsiteX1" fmla="*/ 244242 w 314943"/>
                  <a:gd name="connsiteY1" fmla="*/ 0 h 1322136"/>
                  <a:gd name="connsiteX2" fmla="*/ 244242 w 314943"/>
                  <a:gd name="connsiteY2" fmla="*/ 518712 h 1322136"/>
                  <a:gd name="connsiteX3" fmla="*/ 262452 w 314943"/>
                  <a:gd name="connsiteY3" fmla="*/ 518712 h 1322136"/>
                  <a:gd name="connsiteX4" fmla="*/ 314943 w 314943"/>
                  <a:gd name="connsiteY4" fmla="*/ 571203 h 1322136"/>
                  <a:gd name="connsiteX5" fmla="*/ 314943 w 314943"/>
                  <a:gd name="connsiteY5" fmla="*/ 1269645 h 1322136"/>
                  <a:gd name="connsiteX6" fmla="*/ 262452 w 314943"/>
                  <a:gd name="connsiteY6" fmla="*/ 1322136 h 1322136"/>
                  <a:gd name="connsiteX7" fmla="*/ 52491 w 314943"/>
                  <a:gd name="connsiteY7" fmla="*/ 1322136 h 1322136"/>
                  <a:gd name="connsiteX8" fmla="*/ 0 w 314943"/>
                  <a:gd name="connsiteY8" fmla="*/ 1269645 h 1322136"/>
                  <a:gd name="connsiteX9" fmla="*/ 0 w 314943"/>
                  <a:gd name="connsiteY9" fmla="*/ 571203 h 1322136"/>
                  <a:gd name="connsiteX10" fmla="*/ 52491 w 314943"/>
                  <a:gd name="connsiteY10" fmla="*/ 518712 h 1322136"/>
                  <a:gd name="connsiteX11" fmla="*/ 70702 w 314943"/>
                  <a:gd name="connsiteY11" fmla="*/ 518712 h 132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4943" h="1322136">
                    <a:moveTo>
                      <a:pt x="70702" y="0"/>
                    </a:moveTo>
                    <a:lnTo>
                      <a:pt x="244242" y="0"/>
                    </a:lnTo>
                    <a:lnTo>
                      <a:pt x="244242" y="518712"/>
                    </a:lnTo>
                    <a:lnTo>
                      <a:pt x="262452" y="518712"/>
                    </a:lnTo>
                    <a:cubicBezTo>
                      <a:pt x="291443" y="518712"/>
                      <a:pt x="314943" y="542212"/>
                      <a:pt x="314943" y="571203"/>
                    </a:cubicBezTo>
                    <a:lnTo>
                      <a:pt x="314943" y="1269645"/>
                    </a:lnTo>
                    <a:cubicBezTo>
                      <a:pt x="314943" y="1298636"/>
                      <a:pt x="291443" y="1322136"/>
                      <a:pt x="262452" y="1322136"/>
                    </a:cubicBezTo>
                    <a:lnTo>
                      <a:pt x="52491" y="1322136"/>
                    </a:lnTo>
                    <a:cubicBezTo>
                      <a:pt x="23501" y="1322136"/>
                      <a:pt x="0" y="1298636"/>
                      <a:pt x="0" y="1269645"/>
                    </a:cubicBezTo>
                    <a:lnTo>
                      <a:pt x="0" y="571203"/>
                    </a:lnTo>
                    <a:cubicBezTo>
                      <a:pt x="0" y="542212"/>
                      <a:pt x="23501" y="518712"/>
                      <a:pt x="52491" y="518712"/>
                    </a:cubicBezTo>
                    <a:lnTo>
                      <a:pt x="70702" y="5187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70" tIns="34286" rIns="68570" bIns="34286" rtlCol="0" anchor="ctr"/>
              <a:lstStyle/>
              <a:p>
                <a:pPr algn="ctr"/>
                <a:endParaRPr lang="en-US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3" name="Freeform 41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2181" y="3568"/>
                <a:ext cx="3738" cy="3847"/>
              </a:xfrm>
              <a:custGeom>
                <a:avLst/>
                <a:gdLst>
                  <a:gd name="connsiteX0" fmla="*/ 703262 w 1406525"/>
                  <a:gd name="connsiteY0" fmla="*/ 85725 h 1447800"/>
                  <a:gd name="connsiteX1" fmla="*/ 87312 w 1406525"/>
                  <a:gd name="connsiteY1" fmla="*/ 701675 h 1447800"/>
                  <a:gd name="connsiteX2" fmla="*/ 703262 w 1406525"/>
                  <a:gd name="connsiteY2" fmla="*/ 1317625 h 1447800"/>
                  <a:gd name="connsiteX3" fmla="*/ 1319212 w 1406525"/>
                  <a:gd name="connsiteY3" fmla="*/ 701675 h 1447800"/>
                  <a:gd name="connsiteX4" fmla="*/ 703262 w 1406525"/>
                  <a:gd name="connsiteY4" fmla="*/ 85725 h 1447800"/>
                  <a:gd name="connsiteX5" fmla="*/ 702958 w 1406525"/>
                  <a:gd name="connsiteY5" fmla="*/ 0 h 1447800"/>
                  <a:gd name="connsiteX6" fmla="*/ 1406525 w 1406525"/>
                  <a:gd name="connsiteY6" fmla="*/ 702001 h 1447800"/>
                  <a:gd name="connsiteX7" fmla="*/ 938699 w 1406525"/>
                  <a:gd name="connsiteY7" fmla="*/ 1363852 h 1447800"/>
                  <a:gd name="connsiteX8" fmla="*/ 938699 w 1406525"/>
                  <a:gd name="connsiteY8" fmla="*/ 1365677 h 1447800"/>
                  <a:gd name="connsiteX9" fmla="*/ 709659 w 1406525"/>
                  <a:gd name="connsiteY9" fmla="*/ 1447800 h 1447800"/>
                  <a:gd name="connsiteX10" fmla="*/ 481228 w 1406525"/>
                  <a:gd name="connsiteY10" fmla="*/ 1368110 h 1447800"/>
                  <a:gd name="connsiteX11" fmla="*/ 0 w 1406525"/>
                  <a:gd name="connsiteY11" fmla="*/ 702001 h 1447800"/>
                  <a:gd name="connsiteX12" fmla="*/ 702958 w 1406525"/>
                  <a:gd name="connsiteY12" fmla="*/ 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06525" h="1447800">
                    <a:moveTo>
                      <a:pt x="703262" y="85725"/>
                    </a:moveTo>
                    <a:cubicBezTo>
                      <a:pt x="363082" y="85725"/>
                      <a:pt x="87312" y="361495"/>
                      <a:pt x="87312" y="701675"/>
                    </a:cubicBezTo>
                    <a:cubicBezTo>
                      <a:pt x="87312" y="1041855"/>
                      <a:pt x="363082" y="1317625"/>
                      <a:pt x="703262" y="1317625"/>
                    </a:cubicBezTo>
                    <a:cubicBezTo>
                      <a:pt x="1043442" y="1317625"/>
                      <a:pt x="1319212" y="1041855"/>
                      <a:pt x="1319212" y="701675"/>
                    </a:cubicBezTo>
                    <a:cubicBezTo>
                      <a:pt x="1319212" y="361495"/>
                      <a:pt x="1043442" y="85725"/>
                      <a:pt x="703262" y="85725"/>
                    </a:cubicBezTo>
                    <a:close/>
                    <a:moveTo>
                      <a:pt x="702958" y="0"/>
                    </a:moveTo>
                    <a:cubicBezTo>
                      <a:pt x="1091595" y="0"/>
                      <a:pt x="1406525" y="313893"/>
                      <a:pt x="1406525" y="702001"/>
                    </a:cubicBezTo>
                    <a:cubicBezTo>
                      <a:pt x="1406525" y="1007377"/>
                      <a:pt x="1210988" y="1267129"/>
                      <a:pt x="938699" y="1363852"/>
                    </a:cubicBezTo>
                    <a:cubicBezTo>
                      <a:pt x="938699" y="1364460"/>
                      <a:pt x="938699" y="1365069"/>
                      <a:pt x="938699" y="1365677"/>
                    </a:cubicBezTo>
                    <a:cubicBezTo>
                      <a:pt x="938699" y="1410693"/>
                      <a:pt x="836362" y="1447800"/>
                      <a:pt x="709659" y="1447800"/>
                    </a:cubicBezTo>
                    <a:cubicBezTo>
                      <a:pt x="586001" y="1447800"/>
                      <a:pt x="485492" y="1412518"/>
                      <a:pt x="481228" y="1368110"/>
                    </a:cubicBezTo>
                    <a:cubicBezTo>
                      <a:pt x="201628" y="1275646"/>
                      <a:pt x="0" y="1012244"/>
                      <a:pt x="0" y="702001"/>
                    </a:cubicBezTo>
                    <a:cubicBezTo>
                      <a:pt x="0" y="313893"/>
                      <a:pt x="314930" y="0"/>
                      <a:pt x="7029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prstDash val="solid"/>
                <a:miter lim="800000"/>
              </a:ln>
            </p:spPr>
            <p:txBody>
              <a:bodyPr vert="horz" wrap="square" lIns="91427" tIns="45714" rIns="91427" bIns="45714" numCol="1" anchor="t" anchorCtr="0" compatLnSpc="1">
                <a:noAutofit/>
              </a:bodyPr>
              <a:lstStyle/>
              <a:p>
                <a:endParaRPr lang="en-US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34" name="Text Placeholder 2"/>
            <p:cNvSpPr txBox="1"/>
            <p:nvPr>
              <p:custDataLst>
                <p:tags r:id="rId17"/>
              </p:custDataLst>
            </p:nvPr>
          </p:nvSpPr>
          <p:spPr>
            <a:xfrm>
              <a:off x="2103" y="5178"/>
              <a:ext cx="4088" cy="557"/>
            </a:xfrm>
            <a:prstGeom prst="rect">
              <a:avLst/>
            </a:prstGeom>
            <a:noFill/>
          </p:spPr>
          <p:txBody>
            <a:bodyPr vert="horz" lIns="68570" tIns="34286" rIns="68570" bIns="34286" rtlCol="0" anchor="ctr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1800" b="1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一些文件读取的</a:t>
              </a:r>
              <a:endParaRPr lang="en-US" altLang="zh-CN" sz="1800" b="1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lvl="0"/>
              <a:r>
                <a:rPr lang="zh-CN" altLang="en-US" sz="1800" b="1" dirty="0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注意事项</a:t>
              </a:r>
              <a:endParaRPr lang="zh-CN" altLang="en-US" sz="1800" b="1" dirty="0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写入文件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46713" y="1134447"/>
            <a:ext cx="11817531" cy="513791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46713" y="1145315"/>
            <a:ext cx="1345474" cy="51270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92186" y="1148516"/>
            <a:ext cx="241075" cy="5123844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052" y="3300981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2087261" y="1231884"/>
            <a:ext cx="8607441" cy="492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写入文件的语法：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fs.writeFile</a:t>
            </a:r>
            <a:r>
              <a:rPr lang="en-US" altLang="zh-CN" sz="20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(file, data[, options], callback)</a:t>
            </a:r>
            <a:endParaRPr lang="en-US" altLang="zh-CN" sz="20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用于将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data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写入到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指定的</a:t>
            </a:r>
            <a:r>
              <a:rPr 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file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参数说明：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--</a:t>
            </a:r>
            <a:r>
              <a:rPr lang="en-US" altLang="zh-CN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file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文件路径或文件描述符，必选；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--data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要写入的内容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可以是字符串或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buffer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options: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--encoding: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编码方式，默认值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 utf-8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--mode:</a:t>
            </a:r>
            <a:r>
              <a:rPr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文件模式，用于设置文件的权限，默认值为 0666（可读可写）。</a:t>
            </a:r>
            <a:endParaRPr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callback: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说明异步写入文件的回调函数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只传入一个参数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(err)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1ide-Rectangle 21"/>
          <p:cNvSpPr/>
          <p:nvPr>
            <p:custDataLst>
              <p:tags r:id="rId9"/>
            </p:custDataLst>
          </p:nvPr>
        </p:nvSpPr>
        <p:spPr>
          <a:xfrm>
            <a:off x="2200910" y="2775585"/>
            <a:ext cx="8265160" cy="3496945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2262505" y="150431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  <p:bldP spid="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写入文件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768725" y="1752600"/>
            <a:ext cx="8255635" cy="4644390"/>
            <a:chOff x="5935" y="2760"/>
            <a:chExt cx="13001" cy="731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143" y="2868"/>
              <a:ext cx="12793" cy="6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fs=require('fs');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productInfo=[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{'name':'PC005-3A','size':'101mm',price:'108'},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{'name':'PC008-1 BENZ.with diode','size':'93mm',price:'216'},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{'name':'PC008-3A','size':'101mm',price:'295'}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];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fs.writeFile('a.txt',</a:t>
              </a:r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JSON.stringify(productInfo)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function(err){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if(err){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console.log(err);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}else{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	console.log('文件写入成功！');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 indent="0" fontAlgn="auto">
                <a:lnSpc>
                  <a:spcPts val="1500"/>
                </a:lnSpc>
                <a:spcBef>
                  <a:spcPts val="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}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935" y="2760"/>
              <a:ext cx="12854" cy="731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1140" y="2583180"/>
            <a:ext cx="10287000" cy="1536700"/>
            <a:chOff x="364" y="4068"/>
            <a:chExt cx="16200" cy="2420"/>
          </a:xfrm>
        </p:grpSpPr>
        <p:sp>
          <p:nvSpPr>
            <p:cNvPr id="2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4" y="4068"/>
              <a:ext cx="4759" cy="20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将包含商品数据的数组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转换成字符串写入文件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56" y="6459"/>
              <a:ext cx="10809" cy="2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41" y="5080"/>
              <a:ext cx="0" cy="140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89" y="5080"/>
              <a:ext cx="46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268" y="4639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795" y="5328285"/>
            <a:ext cx="3733800" cy="104076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42925" y="1096010"/>
            <a:ext cx="9765665" cy="937895"/>
            <a:chOff x="855" y="1726"/>
            <a:chExt cx="15379" cy="1477"/>
          </a:xfrm>
        </p:grpSpPr>
        <p:sp>
          <p:nvSpPr>
            <p:cNvPr id="97" name="文本框 96"/>
            <p:cNvSpPr txBox="1"/>
            <p:nvPr>
              <p:custDataLst>
                <p:tags r:id="rId11"/>
              </p:custDataLst>
            </p:nvPr>
          </p:nvSpPr>
          <p:spPr>
            <a:xfrm>
              <a:off x="507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将商品数据写入文件。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2"/>
              </p:custDataLst>
            </p:nvPr>
          </p:nvSpPr>
          <p:spPr>
            <a:xfrm>
              <a:off x="1394" y="2623"/>
              <a:ext cx="3849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wirteFile.js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55" y="1726"/>
              <a:ext cx="3618" cy="961"/>
              <a:chOff x="855" y="1742"/>
              <a:chExt cx="3618" cy="961"/>
            </a:xfrm>
          </p:grpSpPr>
          <p:sp>
            <p:nvSpPr>
              <p:cNvPr id="4" name="矩形 3"/>
              <p:cNvSpPr/>
              <p:nvPr>
                <p:custDataLst>
                  <p:tags r:id="rId13"/>
                </p:custDataLst>
              </p:nvPr>
            </p:nvSpPr>
            <p:spPr>
              <a:xfrm>
                <a:off x="884" y="2571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" name="矩形 1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855" y="1742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700" y="1804"/>
                <a:ext cx="18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78755" y="2562225"/>
            <a:ext cx="5262245" cy="661035"/>
            <a:chOff x="8313" y="4035"/>
            <a:chExt cx="8287" cy="104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313" y="4084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647" y="4316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0114" y="4035"/>
              <a:ext cx="6487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读取文件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78755" y="3928745"/>
            <a:ext cx="4617085" cy="633730"/>
            <a:chOff x="8313" y="6187"/>
            <a:chExt cx="7271" cy="998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313" y="618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70" y="648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685" y="659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816" y="643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10114" y="6313"/>
              <a:ext cx="5470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写入文件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SLIDE_BACKGROUND_TYPE" val="general"/>
</p:tagLst>
</file>

<file path=ppt/tags/tag66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8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9.xml><?xml version="1.0" encoding="utf-8"?>
<p:tagLst xmlns:p="http://schemas.openxmlformats.org/presentationml/2006/main">
  <p:tag name="KSO_WM_SLIDE_BACKGROUND_TYPE" val="general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0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SLIDE_BACKGROUND_TYPE" val="general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25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SLIDE_BACKGROUND_TYPE" val="general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9.xml><?xml version="1.0" encoding="utf-8"?>
<p:tagLst xmlns:p="http://schemas.openxmlformats.org/presentationml/2006/main">
  <p:tag name="KSO_WM_SLIDE_BACKGROUND_TYPE" val="general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SLIDE_BACKGROUND_TYPE" val="general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06.xml><?xml version="1.0" encoding="utf-8"?>
<p:tagLst xmlns:p="http://schemas.openxmlformats.org/presentationml/2006/main">
  <p:tag name="KSO_WM_SLIDE_BACKGROUND_TYPE" val="general"/>
</p:tagLst>
</file>

<file path=ppt/tags/tag807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08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09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1855</Words>
  <Application>WPS 演示</Application>
  <PresentationFormat>宽屏</PresentationFormat>
  <Paragraphs>145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等线</vt:lpstr>
      <vt:lpstr>Courier New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578</cp:revision>
  <dcterms:created xsi:type="dcterms:W3CDTF">2020-10-23T09:50:00Z</dcterms:created>
  <dcterms:modified xsi:type="dcterms:W3CDTF">2024-05-26T06:00:54Z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D596E55D3D024DF7B33BB893FEDB535C_12</vt:lpwstr>
  </property>
  <property fmtid="{D5CDD505-2E9C-101B-9397-08002B2CF9AE}" pid="3" name="KSOProductBuildVer">
    <vt:lpwstr>2052-12.1.0.16929</vt:lpwstr>
  </property>
</Properties>
</file>