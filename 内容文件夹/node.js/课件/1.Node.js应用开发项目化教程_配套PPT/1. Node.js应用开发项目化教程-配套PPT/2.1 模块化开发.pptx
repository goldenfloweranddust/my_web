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24" r:id="rId4"/>
    <p:sldId id="425" r:id="rId6"/>
    <p:sldId id="426" r:id="rId7"/>
    <p:sldId id="427" r:id="rId8"/>
    <p:sldId id="428" r:id="rId9"/>
    <p:sldId id="429" r:id="rId10"/>
    <p:sldId id="440" r:id="rId11"/>
    <p:sldId id="430" r:id="rId12"/>
    <p:sldId id="438" r:id="rId13"/>
    <p:sldId id="439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3C"/>
    <a:srgbClr val="333333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0" d="100"/>
          <a:sy n="50" d="100"/>
        </p:scale>
        <p:origin x="48" y="366"/>
      </p:cViewPr>
      <p:guideLst>
        <p:guide orient="horz" pos="2144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795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comb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7.xml"/><Relationship Id="rId8" Type="http://schemas.openxmlformats.org/officeDocument/2006/relationships/tags" Target="../tags/tag596.xml"/><Relationship Id="rId76" Type="http://schemas.openxmlformats.org/officeDocument/2006/relationships/notesSlide" Target="../notesSlides/notesSlide2.xml"/><Relationship Id="rId75" Type="http://schemas.openxmlformats.org/officeDocument/2006/relationships/slideLayout" Target="../slideLayouts/slideLayout10.xml"/><Relationship Id="rId74" Type="http://schemas.openxmlformats.org/officeDocument/2006/relationships/tags" Target="../tags/tag662.xml"/><Relationship Id="rId73" Type="http://schemas.openxmlformats.org/officeDocument/2006/relationships/tags" Target="../tags/tag661.xml"/><Relationship Id="rId72" Type="http://schemas.openxmlformats.org/officeDocument/2006/relationships/tags" Target="../tags/tag660.xml"/><Relationship Id="rId71" Type="http://schemas.openxmlformats.org/officeDocument/2006/relationships/tags" Target="../tags/tag659.xml"/><Relationship Id="rId70" Type="http://schemas.openxmlformats.org/officeDocument/2006/relationships/tags" Target="../tags/tag658.xml"/><Relationship Id="rId7" Type="http://schemas.openxmlformats.org/officeDocument/2006/relationships/tags" Target="../tags/tag595.xml"/><Relationship Id="rId69" Type="http://schemas.openxmlformats.org/officeDocument/2006/relationships/tags" Target="../tags/tag657.xml"/><Relationship Id="rId68" Type="http://schemas.openxmlformats.org/officeDocument/2006/relationships/tags" Target="../tags/tag656.xml"/><Relationship Id="rId67" Type="http://schemas.openxmlformats.org/officeDocument/2006/relationships/tags" Target="../tags/tag655.xml"/><Relationship Id="rId66" Type="http://schemas.openxmlformats.org/officeDocument/2006/relationships/tags" Target="../tags/tag654.xml"/><Relationship Id="rId65" Type="http://schemas.openxmlformats.org/officeDocument/2006/relationships/tags" Target="../tags/tag653.xml"/><Relationship Id="rId64" Type="http://schemas.openxmlformats.org/officeDocument/2006/relationships/tags" Target="../tags/tag652.xml"/><Relationship Id="rId63" Type="http://schemas.openxmlformats.org/officeDocument/2006/relationships/tags" Target="../tags/tag651.xml"/><Relationship Id="rId62" Type="http://schemas.openxmlformats.org/officeDocument/2006/relationships/tags" Target="../tags/tag650.xml"/><Relationship Id="rId61" Type="http://schemas.openxmlformats.org/officeDocument/2006/relationships/tags" Target="../tags/tag649.xml"/><Relationship Id="rId60" Type="http://schemas.openxmlformats.org/officeDocument/2006/relationships/tags" Target="../tags/tag648.xml"/><Relationship Id="rId6" Type="http://schemas.openxmlformats.org/officeDocument/2006/relationships/tags" Target="../tags/tag594.xml"/><Relationship Id="rId59" Type="http://schemas.openxmlformats.org/officeDocument/2006/relationships/tags" Target="../tags/tag647.xml"/><Relationship Id="rId58" Type="http://schemas.openxmlformats.org/officeDocument/2006/relationships/tags" Target="../tags/tag646.xml"/><Relationship Id="rId57" Type="http://schemas.openxmlformats.org/officeDocument/2006/relationships/tags" Target="../tags/tag645.xml"/><Relationship Id="rId56" Type="http://schemas.openxmlformats.org/officeDocument/2006/relationships/tags" Target="../tags/tag644.xml"/><Relationship Id="rId55" Type="http://schemas.openxmlformats.org/officeDocument/2006/relationships/tags" Target="../tags/tag643.xml"/><Relationship Id="rId54" Type="http://schemas.openxmlformats.org/officeDocument/2006/relationships/tags" Target="../tags/tag642.xml"/><Relationship Id="rId53" Type="http://schemas.openxmlformats.org/officeDocument/2006/relationships/tags" Target="../tags/tag641.xml"/><Relationship Id="rId52" Type="http://schemas.openxmlformats.org/officeDocument/2006/relationships/tags" Target="../tags/tag640.xml"/><Relationship Id="rId51" Type="http://schemas.openxmlformats.org/officeDocument/2006/relationships/tags" Target="../tags/tag639.xml"/><Relationship Id="rId50" Type="http://schemas.openxmlformats.org/officeDocument/2006/relationships/tags" Target="../tags/tag638.xml"/><Relationship Id="rId5" Type="http://schemas.openxmlformats.org/officeDocument/2006/relationships/image" Target="../media/image3.png"/><Relationship Id="rId49" Type="http://schemas.openxmlformats.org/officeDocument/2006/relationships/tags" Target="../tags/tag637.xml"/><Relationship Id="rId48" Type="http://schemas.openxmlformats.org/officeDocument/2006/relationships/tags" Target="../tags/tag636.xml"/><Relationship Id="rId47" Type="http://schemas.openxmlformats.org/officeDocument/2006/relationships/tags" Target="../tags/tag635.xml"/><Relationship Id="rId46" Type="http://schemas.openxmlformats.org/officeDocument/2006/relationships/tags" Target="../tags/tag634.xml"/><Relationship Id="rId45" Type="http://schemas.openxmlformats.org/officeDocument/2006/relationships/tags" Target="../tags/tag633.xml"/><Relationship Id="rId44" Type="http://schemas.openxmlformats.org/officeDocument/2006/relationships/tags" Target="../tags/tag632.xml"/><Relationship Id="rId43" Type="http://schemas.openxmlformats.org/officeDocument/2006/relationships/tags" Target="../tags/tag631.xml"/><Relationship Id="rId42" Type="http://schemas.openxmlformats.org/officeDocument/2006/relationships/tags" Target="../tags/tag630.xml"/><Relationship Id="rId41" Type="http://schemas.openxmlformats.org/officeDocument/2006/relationships/tags" Target="../tags/tag629.xml"/><Relationship Id="rId40" Type="http://schemas.openxmlformats.org/officeDocument/2006/relationships/tags" Target="../tags/tag628.xml"/><Relationship Id="rId4" Type="http://schemas.openxmlformats.org/officeDocument/2006/relationships/image" Target="../media/image2.jpeg"/><Relationship Id="rId39" Type="http://schemas.openxmlformats.org/officeDocument/2006/relationships/tags" Target="../tags/tag627.xml"/><Relationship Id="rId38" Type="http://schemas.openxmlformats.org/officeDocument/2006/relationships/tags" Target="../tags/tag626.xml"/><Relationship Id="rId37" Type="http://schemas.openxmlformats.org/officeDocument/2006/relationships/tags" Target="../tags/tag625.xml"/><Relationship Id="rId36" Type="http://schemas.openxmlformats.org/officeDocument/2006/relationships/tags" Target="../tags/tag624.xml"/><Relationship Id="rId35" Type="http://schemas.openxmlformats.org/officeDocument/2006/relationships/tags" Target="../tags/tag623.xml"/><Relationship Id="rId34" Type="http://schemas.openxmlformats.org/officeDocument/2006/relationships/tags" Target="../tags/tag622.xml"/><Relationship Id="rId33" Type="http://schemas.openxmlformats.org/officeDocument/2006/relationships/tags" Target="../tags/tag621.xml"/><Relationship Id="rId32" Type="http://schemas.openxmlformats.org/officeDocument/2006/relationships/tags" Target="../tags/tag620.xml"/><Relationship Id="rId31" Type="http://schemas.openxmlformats.org/officeDocument/2006/relationships/tags" Target="../tags/tag619.xml"/><Relationship Id="rId30" Type="http://schemas.openxmlformats.org/officeDocument/2006/relationships/tags" Target="../tags/tag618.xml"/><Relationship Id="rId3" Type="http://schemas.openxmlformats.org/officeDocument/2006/relationships/image" Target="../media/image1.jpeg"/><Relationship Id="rId29" Type="http://schemas.openxmlformats.org/officeDocument/2006/relationships/tags" Target="../tags/tag617.xml"/><Relationship Id="rId28" Type="http://schemas.openxmlformats.org/officeDocument/2006/relationships/tags" Target="../tags/tag616.xml"/><Relationship Id="rId27" Type="http://schemas.openxmlformats.org/officeDocument/2006/relationships/tags" Target="../tags/tag615.xml"/><Relationship Id="rId26" Type="http://schemas.openxmlformats.org/officeDocument/2006/relationships/tags" Target="../tags/tag614.xml"/><Relationship Id="rId25" Type="http://schemas.openxmlformats.org/officeDocument/2006/relationships/tags" Target="../tags/tag613.xml"/><Relationship Id="rId24" Type="http://schemas.openxmlformats.org/officeDocument/2006/relationships/tags" Target="../tags/tag612.xml"/><Relationship Id="rId23" Type="http://schemas.openxmlformats.org/officeDocument/2006/relationships/tags" Target="../tags/tag611.xml"/><Relationship Id="rId22" Type="http://schemas.openxmlformats.org/officeDocument/2006/relationships/tags" Target="../tags/tag610.xml"/><Relationship Id="rId21" Type="http://schemas.openxmlformats.org/officeDocument/2006/relationships/tags" Target="../tags/tag609.xml"/><Relationship Id="rId20" Type="http://schemas.openxmlformats.org/officeDocument/2006/relationships/tags" Target="../tags/tag608.xml"/><Relationship Id="rId2" Type="http://schemas.openxmlformats.org/officeDocument/2006/relationships/tags" Target="../tags/tag593.xml"/><Relationship Id="rId19" Type="http://schemas.openxmlformats.org/officeDocument/2006/relationships/tags" Target="../tags/tag607.xml"/><Relationship Id="rId18" Type="http://schemas.openxmlformats.org/officeDocument/2006/relationships/tags" Target="../tags/tag606.xml"/><Relationship Id="rId17" Type="http://schemas.openxmlformats.org/officeDocument/2006/relationships/tags" Target="../tags/tag605.xml"/><Relationship Id="rId16" Type="http://schemas.openxmlformats.org/officeDocument/2006/relationships/tags" Target="../tags/tag604.xml"/><Relationship Id="rId15" Type="http://schemas.openxmlformats.org/officeDocument/2006/relationships/tags" Target="../tags/tag603.xml"/><Relationship Id="rId14" Type="http://schemas.openxmlformats.org/officeDocument/2006/relationships/tags" Target="../tags/tag602.xml"/><Relationship Id="rId13" Type="http://schemas.openxmlformats.org/officeDocument/2006/relationships/tags" Target="../tags/tag601.xml"/><Relationship Id="rId12" Type="http://schemas.openxmlformats.org/officeDocument/2006/relationships/tags" Target="../tags/tag600.xml"/><Relationship Id="rId11" Type="http://schemas.openxmlformats.org/officeDocument/2006/relationships/tags" Target="../tags/tag599.xml"/><Relationship Id="rId10" Type="http://schemas.openxmlformats.org/officeDocument/2006/relationships/tags" Target="../tags/tag598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9.xml"/><Relationship Id="rId7" Type="http://schemas.openxmlformats.org/officeDocument/2006/relationships/tags" Target="../tags/tag669.xml"/><Relationship Id="rId6" Type="http://schemas.openxmlformats.org/officeDocument/2006/relationships/tags" Target="../tags/tag668.xml"/><Relationship Id="rId5" Type="http://schemas.openxmlformats.org/officeDocument/2006/relationships/tags" Target="../tags/tag667.xml"/><Relationship Id="rId4" Type="http://schemas.openxmlformats.org/officeDocument/2006/relationships/tags" Target="../tags/tag666.xml"/><Relationship Id="rId3" Type="http://schemas.openxmlformats.org/officeDocument/2006/relationships/tags" Target="../tags/tag665.xml"/><Relationship Id="rId2" Type="http://schemas.openxmlformats.org/officeDocument/2006/relationships/tags" Target="../tags/tag664.xml"/><Relationship Id="rId1" Type="http://schemas.openxmlformats.org/officeDocument/2006/relationships/tags" Target="../tags/tag66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77.xml"/><Relationship Id="rId8" Type="http://schemas.openxmlformats.org/officeDocument/2006/relationships/tags" Target="../tags/tag676.xml"/><Relationship Id="rId7" Type="http://schemas.openxmlformats.org/officeDocument/2006/relationships/tags" Target="../tags/tag675.xml"/><Relationship Id="rId6" Type="http://schemas.openxmlformats.org/officeDocument/2006/relationships/image" Target="../media/image4.png"/><Relationship Id="rId5" Type="http://schemas.openxmlformats.org/officeDocument/2006/relationships/tags" Target="../tags/tag674.xml"/><Relationship Id="rId4" Type="http://schemas.openxmlformats.org/officeDocument/2006/relationships/tags" Target="../tags/tag673.xml"/><Relationship Id="rId3" Type="http://schemas.openxmlformats.org/officeDocument/2006/relationships/tags" Target="../tags/tag672.xml"/><Relationship Id="rId2" Type="http://schemas.openxmlformats.org/officeDocument/2006/relationships/tags" Target="../tags/tag671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678.xml"/><Relationship Id="rId1" Type="http://schemas.openxmlformats.org/officeDocument/2006/relationships/tags" Target="../tags/tag67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tags" Target="../tags/tag684.xml"/><Relationship Id="rId7" Type="http://schemas.openxmlformats.org/officeDocument/2006/relationships/tags" Target="../tags/tag68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tags" Target="../tags/tag682.xml"/><Relationship Id="rId3" Type="http://schemas.openxmlformats.org/officeDocument/2006/relationships/tags" Target="../tags/tag681.xml"/><Relationship Id="rId2" Type="http://schemas.openxmlformats.org/officeDocument/2006/relationships/tags" Target="../tags/tag680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tags" Target="../tags/tag67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7.xml"/><Relationship Id="rId8" Type="http://schemas.openxmlformats.org/officeDocument/2006/relationships/tags" Target="../tags/tag696.xml"/><Relationship Id="rId7" Type="http://schemas.openxmlformats.org/officeDocument/2006/relationships/tags" Target="../tags/tag695.xml"/><Relationship Id="rId6" Type="http://schemas.openxmlformats.org/officeDocument/2006/relationships/tags" Target="../tags/tag694.xml"/><Relationship Id="rId5" Type="http://schemas.openxmlformats.org/officeDocument/2006/relationships/tags" Target="../tags/tag693.xml"/><Relationship Id="rId4" Type="http://schemas.openxmlformats.org/officeDocument/2006/relationships/tags" Target="../tags/tag692.xml"/><Relationship Id="rId3" Type="http://schemas.openxmlformats.org/officeDocument/2006/relationships/tags" Target="../tags/tag691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690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706.xml"/><Relationship Id="rId17" Type="http://schemas.openxmlformats.org/officeDocument/2006/relationships/tags" Target="../tags/tag705.xml"/><Relationship Id="rId16" Type="http://schemas.openxmlformats.org/officeDocument/2006/relationships/tags" Target="../tags/tag704.xml"/><Relationship Id="rId15" Type="http://schemas.openxmlformats.org/officeDocument/2006/relationships/tags" Target="../tags/tag703.xml"/><Relationship Id="rId14" Type="http://schemas.openxmlformats.org/officeDocument/2006/relationships/tags" Target="../tags/tag702.xml"/><Relationship Id="rId13" Type="http://schemas.openxmlformats.org/officeDocument/2006/relationships/tags" Target="../tags/tag701.xml"/><Relationship Id="rId12" Type="http://schemas.openxmlformats.org/officeDocument/2006/relationships/tags" Target="../tags/tag700.xml"/><Relationship Id="rId11" Type="http://schemas.openxmlformats.org/officeDocument/2006/relationships/tags" Target="../tags/tag699.xml"/><Relationship Id="rId10" Type="http://schemas.openxmlformats.org/officeDocument/2006/relationships/tags" Target="../tags/tag698.xml"/><Relationship Id="rId1" Type="http://schemas.openxmlformats.org/officeDocument/2006/relationships/tags" Target="../tags/tag68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5.xml"/><Relationship Id="rId8" Type="http://schemas.openxmlformats.org/officeDocument/2006/relationships/tags" Target="../tags/tag714.xml"/><Relationship Id="rId7" Type="http://schemas.openxmlformats.org/officeDocument/2006/relationships/tags" Target="../tags/tag713.xml"/><Relationship Id="rId6" Type="http://schemas.openxmlformats.org/officeDocument/2006/relationships/tags" Target="../tags/tag712.xml"/><Relationship Id="rId5" Type="http://schemas.openxmlformats.org/officeDocument/2006/relationships/tags" Target="../tags/tag711.xml"/><Relationship Id="rId4" Type="http://schemas.openxmlformats.org/officeDocument/2006/relationships/tags" Target="../tags/tag710.xml"/><Relationship Id="rId3" Type="http://schemas.openxmlformats.org/officeDocument/2006/relationships/tags" Target="../tags/tag709.xml"/><Relationship Id="rId28" Type="http://schemas.openxmlformats.org/officeDocument/2006/relationships/notesSlide" Target="../notesSlides/notesSlide7.xml"/><Relationship Id="rId27" Type="http://schemas.openxmlformats.org/officeDocument/2006/relationships/slideLayout" Target="../slideLayouts/slideLayout10.xml"/><Relationship Id="rId26" Type="http://schemas.openxmlformats.org/officeDocument/2006/relationships/tags" Target="../tags/tag732.xml"/><Relationship Id="rId25" Type="http://schemas.openxmlformats.org/officeDocument/2006/relationships/tags" Target="../tags/tag731.xml"/><Relationship Id="rId24" Type="http://schemas.openxmlformats.org/officeDocument/2006/relationships/tags" Target="../tags/tag730.xml"/><Relationship Id="rId23" Type="http://schemas.openxmlformats.org/officeDocument/2006/relationships/tags" Target="../tags/tag729.xml"/><Relationship Id="rId22" Type="http://schemas.openxmlformats.org/officeDocument/2006/relationships/tags" Target="../tags/tag728.xml"/><Relationship Id="rId21" Type="http://schemas.openxmlformats.org/officeDocument/2006/relationships/tags" Target="../tags/tag727.xml"/><Relationship Id="rId20" Type="http://schemas.openxmlformats.org/officeDocument/2006/relationships/tags" Target="../tags/tag726.xml"/><Relationship Id="rId2" Type="http://schemas.openxmlformats.org/officeDocument/2006/relationships/tags" Target="../tags/tag708.xml"/><Relationship Id="rId19" Type="http://schemas.openxmlformats.org/officeDocument/2006/relationships/tags" Target="../tags/tag725.xml"/><Relationship Id="rId18" Type="http://schemas.openxmlformats.org/officeDocument/2006/relationships/tags" Target="../tags/tag724.xml"/><Relationship Id="rId17" Type="http://schemas.openxmlformats.org/officeDocument/2006/relationships/tags" Target="../tags/tag723.xml"/><Relationship Id="rId16" Type="http://schemas.openxmlformats.org/officeDocument/2006/relationships/tags" Target="../tags/tag722.xml"/><Relationship Id="rId15" Type="http://schemas.openxmlformats.org/officeDocument/2006/relationships/tags" Target="../tags/tag721.xml"/><Relationship Id="rId14" Type="http://schemas.openxmlformats.org/officeDocument/2006/relationships/tags" Target="../tags/tag720.xml"/><Relationship Id="rId13" Type="http://schemas.openxmlformats.org/officeDocument/2006/relationships/tags" Target="../tags/tag719.xml"/><Relationship Id="rId12" Type="http://schemas.openxmlformats.org/officeDocument/2006/relationships/tags" Target="../tags/tag718.xml"/><Relationship Id="rId11" Type="http://schemas.openxmlformats.org/officeDocument/2006/relationships/tags" Target="../tags/tag717.xml"/><Relationship Id="rId10" Type="http://schemas.openxmlformats.org/officeDocument/2006/relationships/tags" Target="../tags/tag716.xml"/><Relationship Id="rId1" Type="http://schemas.openxmlformats.org/officeDocument/2006/relationships/tags" Target="../tags/tag70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41.xml"/><Relationship Id="rId8" Type="http://schemas.openxmlformats.org/officeDocument/2006/relationships/tags" Target="../tags/tag740.xml"/><Relationship Id="rId7" Type="http://schemas.openxmlformats.org/officeDocument/2006/relationships/tags" Target="../tags/tag739.xml"/><Relationship Id="rId6" Type="http://schemas.openxmlformats.org/officeDocument/2006/relationships/tags" Target="../tags/tag738.xml"/><Relationship Id="rId5" Type="http://schemas.openxmlformats.org/officeDocument/2006/relationships/tags" Target="../tags/tag737.xml"/><Relationship Id="rId4" Type="http://schemas.openxmlformats.org/officeDocument/2006/relationships/tags" Target="../tags/tag736.xml"/><Relationship Id="rId3" Type="http://schemas.openxmlformats.org/officeDocument/2006/relationships/tags" Target="../tags/tag735.xml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0.xml"/><Relationship Id="rId23" Type="http://schemas.openxmlformats.org/officeDocument/2006/relationships/tags" Target="../tags/tag754.xml"/><Relationship Id="rId22" Type="http://schemas.openxmlformats.org/officeDocument/2006/relationships/tags" Target="../tags/tag753.xml"/><Relationship Id="rId21" Type="http://schemas.openxmlformats.org/officeDocument/2006/relationships/tags" Target="../tags/tag752.xml"/><Relationship Id="rId20" Type="http://schemas.openxmlformats.org/officeDocument/2006/relationships/tags" Target="../tags/tag751.xml"/><Relationship Id="rId2" Type="http://schemas.openxmlformats.org/officeDocument/2006/relationships/tags" Target="../tags/tag734.xml"/><Relationship Id="rId19" Type="http://schemas.openxmlformats.org/officeDocument/2006/relationships/tags" Target="../tags/tag750.xml"/><Relationship Id="rId18" Type="http://schemas.openxmlformats.org/officeDocument/2006/relationships/tags" Target="../tags/tag749.xml"/><Relationship Id="rId17" Type="http://schemas.openxmlformats.org/officeDocument/2006/relationships/image" Target="../media/image7.png"/><Relationship Id="rId16" Type="http://schemas.openxmlformats.org/officeDocument/2006/relationships/tags" Target="../tags/tag748.xml"/><Relationship Id="rId15" Type="http://schemas.openxmlformats.org/officeDocument/2006/relationships/tags" Target="../tags/tag747.xml"/><Relationship Id="rId14" Type="http://schemas.openxmlformats.org/officeDocument/2006/relationships/tags" Target="../tags/tag746.xml"/><Relationship Id="rId13" Type="http://schemas.openxmlformats.org/officeDocument/2006/relationships/tags" Target="../tags/tag745.xml"/><Relationship Id="rId12" Type="http://schemas.openxmlformats.org/officeDocument/2006/relationships/tags" Target="../tags/tag744.xml"/><Relationship Id="rId11" Type="http://schemas.openxmlformats.org/officeDocument/2006/relationships/tags" Target="../tags/tag743.xml"/><Relationship Id="rId10" Type="http://schemas.openxmlformats.org/officeDocument/2006/relationships/tags" Target="../tags/tag742.xml"/><Relationship Id="rId1" Type="http://schemas.openxmlformats.org/officeDocument/2006/relationships/tags" Target="../tags/tag7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63.xml"/><Relationship Id="rId8" Type="http://schemas.openxmlformats.org/officeDocument/2006/relationships/tags" Target="../tags/tag762.xml"/><Relationship Id="rId7" Type="http://schemas.openxmlformats.org/officeDocument/2006/relationships/tags" Target="../tags/tag761.xml"/><Relationship Id="rId6" Type="http://schemas.openxmlformats.org/officeDocument/2006/relationships/tags" Target="../tags/tag760.xml"/><Relationship Id="rId5" Type="http://schemas.openxmlformats.org/officeDocument/2006/relationships/tags" Target="../tags/tag759.xml"/><Relationship Id="rId40" Type="http://schemas.openxmlformats.org/officeDocument/2006/relationships/notesSlide" Target="../notesSlides/notesSlide9.xml"/><Relationship Id="rId4" Type="http://schemas.openxmlformats.org/officeDocument/2006/relationships/tags" Target="../tags/tag758.xml"/><Relationship Id="rId39" Type="http://schemas.openxmlformats.org/officeDocument/2006/relationships/slideLayout" Target="../slideLayouts/slideLayout10.xml"/><Relationship Id="rId38" Type="http://schemas.openxmlformats.org/officeDocument/2006/relationships/tags" Target="../tags/tag792.xml"/><Relationship Id="rId37" Type="http://schemas.openxmlformats.org/officeDocument/2006/relationships/tags" Target="../tags/tag791.xml"/><Relationship Id="rId36" Type="http://schemas.openxmlformats.org/officeDocument/2006/relationships/tags" Target="../tags/tag790.xml"/><Relationship Id="rId35" Type="http://schemas.openxmlformats.org/officeDocument/2006/relationships/tags" Target="../tags/tag789.xml"/><Relationship Id="rId34" Type="http://schemas.openxmlformats.org/officeDocument/2006/relationships/tags" Target="../tags/tag788.xml"/><Relationship Id="rId33" Type="http://schemas.openxmlformats.org/officeDocument/2006/relationships/tags" Target="../tags/tag787.xml"/><Relationship Id="rId32" Type="http://schemas.openxmlformats.org/officeDocument/2006/relationships/tags" Target="../tags/tag786.xml"/><Relationship Id="rId31" Type="http://schemas.openxmlformats.org/officeDocument/2006/relationships/tags" Target="../tags/tag785.xml"/><Relationship Id="rId30" Type="http://schemas.openxmlformats.org/officeDocument/2006/relationships/tags" Target="../tags/tag784.xml"/><Relationship Id="rId3" Type="http://schemas.openxmlformats.org/officeDocument/2006/relationships/tags" Target="../tags/tag757.xml"/><Relationship Id="rId29" Type="http://schemas.openxmlformats.org/officeDocument/2006/relationships/tags" Target="../tags/tag783.xml"/><Relationship Id="rId28" Type="http://schemas.openxmlformats.org/officeDocument/2006/relationships/tags" Target="../tags/tag782.xml"/><Relationship Id="rId27" Type="http://schemas.openxmlformats.org/officeDocument/2006/relationships/tags" Target="../tags/tag781.xml"/><Relationship Id="rId26" Type="http://schemas.openxmlformats.org/officeDocument/2006/relationships/tags" Target="../tags/tag780.xml"/><Relationship Id="rId25" Type="http://schemas.openxmlformats.org/officeDocument/2006/relationships/tags" Target="../tags/tag779.xml"/><Relationship Id="rId24" Type="http://schemas.openxmlformats.org/officeDocument/2006/relationships/tags" Target="../tags/tag778.xml"/><Relationship Id="rId23" Type="http://schemas.openxmlformats.org/officeDocument/2006/relationships/tags" Target="../tags/tag777.xml"/><Relationship Id="rId22" Type="http://schemas.openxmlformats.org/officeDocument/2006/relationships/tags" Target="../tags/tag776.xml"/><Relationship Id="rId21" Type="http://schemas.openxmlformats.org/officeDocument/2006/relationships/tags" Target="../tags/tag775.xml"/><Relationship Id="rId20" Type="http://schemas.openxmlformats.org/officeDocument/2006/relationships/tags" Target="../tags/tag774.xml"/><Relationship Id="rId2" Type="http://schemas.openxmlformats.org/officeDocument/2006/relationships/tags" Target="../tags/tag756.xml"/><Relationship Id="rId19" Type="http://schemas.openxmlformats.org/officeDocument/2006/relationships/tags" Target="../tags/tag773.xml"/><Relationship Id="rId18" Type="http://schemas.openxmlformats.org/officeDocument/2006/relationships/tags" Target="../tags/tag772.xml"/><Relationship Id="rId17" Type="http://schemas.openxmlformats.org/officeDocument/2006/relationships/tags" Target="../tags/tag771.xml"/><Relationship Id="rId16" Type="http://schemas.openxmlformats.org/officeDocument/2006/relationships/tags" Target="../tags/tag770.xml"/><Relationship Id="rId15" Type="http://schemas.openxmlformats.org/officeDocument/2006/relationships/tags" Target="../tags/tag769.xml"/><Relationship Id="rId14" Type="http://schemas.openxmlformats.org/officeDocument/2006/relationships/tags" Target="../tags/tag768.xml"/><Relationship Id="rId13" Type="http://schemas.openxmlformats.org/officeDocument/2006/relationships/tags" Target="../tags/tag767.xml"/><Relationship Id="rId12" Type="http://schemas.openxmlformats.org/officeDocument/2006/relationships/tags" Target="../tags/tag766.xml"/><Relationship Id="rId11" Type="http://schemas.openxmlformats.org/officeDocument/2006/relationships/tags" Target="../tags/tag765.xml"/><Relationship Id="rId10" Type="http://schemas.openxmlformats.org/officeDocument/2006/relationships/tags" Target="../tags/tag764.xml"/><Relationship Id="rId1" Type="http://schemas.openxmlformats.org/officeDocument/2006/relationships/tags" Target="../tags/tag75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94.xml"/><Relationship Id="rId1" Type="http://schemas.openxmlformats.org/officeDocument/2006/relationships/tags" Target="../tags/tag7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模块化开发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852" y="1583651"/>
            <a:ext cx="3666661" cy="28265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84169"/>
            <a:ext cx="3906692" cy="282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" name="图片 101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1978660" y="5169535"/>
            <a:ext cx="9384030" cy="1196975"/>
            <a:chOff x="3116" y="8141"/>
            <a:chExt cx="14778" cy="1885"/>
          </a:xfrm>
        </p:grpSpPr>
        <p:sp>
          <p:nvSpPr>
            <p:cNvPr id="104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922" y="8549"/>
              <a:ext cx="12973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indent="457200" algn="just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通过这两幅图片，你能联想到什么样的词汇？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06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3821" y="9033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7" name="îş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3339" y="9944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8" name="îśḷïḋé"/>
            <p:cNvSpPr/>
            <p:nvPr>
              <p:custDataLst>
                <p:tags r:id="rId9"/>
              </p:custDataLst>
            </p:nvPr>
          </p:nvSpPr>
          <p:spPr bwMode="auto">
            <a:xfrm>
              <a:off x="3645" y="9122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9" name="iṩḷïďê"/>
            <p:cNvSpPr/>
            <p:nvPr>
              <p:custDataLst>
                <p:tags r:id="rId10"/>
              </p:custDataLst>
            </p:nvPr>
          </p:nvSpPr>
          <p:spPr bwMode="auto">
            <a:xfrm>
              <a:off x="3833" y="9147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0" name="îsľîḋé"/>
            <p:cNvSpPr/>
            <p:nvPr>
              <p:custDataLst>
                <p:tags r:id="rId11"/>
              </p:custDataLst>
            </p:nvPr>
          </p:nvSpPr>
          <p:spPr bwMode="auto">
            <a:xfrm>
              <a:off x="3488" y="9200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1" name="ïsḻïdê"/>
            <p:cNvSpPr/>
            <p:nvPr>
              <p:custDataLst>
                <p:tags r:id="rId12"/>
              </p:custDataLst>
            </p:nvPr>
          </p:nvSpPr>
          <p:spPr bwMode="auto">
            <a:xfrm>
              <a:off x="3502" y="9196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2" name="iS1îḍê"/>
            <p:cNvSpPr/>
            <p:nvPr>
              <p:custDataLst>
                <p:tags r:id="rId13"/>
              </p:custDataLst>
            </p:nvPr>
          </p:nvSpPr>
          <p:spPr bwMode="auto">
            <a:xfrm>
              <a:off x="3500" y="9285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3" name="işļíḓé"/>
            <p:cNvSpPr/>
            <p:nvPr>
              <p:custDataLst>
                <p:tags r:id="rId14"/>
              </p:custDataLst>
            </p:nvPr>
          </p:nvSpPr>
          <p:spPr bwMode="auto">
            <a:xfrm>
              <a:off x="3490" y="9247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4" name="iŝ1îḓé"/>
            <p:cNvSpPr/>
            <p:nvPr>
              <p:custDataLst>
                <p:tags r:id="rId15"/>
              </p:custDataLst>
            </p:nvPr>
          </p:nvSpPr>
          <p:spPr bwMode="auto">
            <a:xfrm>
              <a:off x="3575" y="9521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5" name="íşlíḑè"/>
            <p:cNvSpPr/>
            <p:nvPr>
              <p:custDataLst>
                <p:tags r:id="rId16"/>
              </p:custDataLst>
            </p:nvPr>
          </p:nvSpPr>
          <p:spPr bwMode="auto">
            <a:xfrm>
              <a:off x="3635" y="9941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6" name="î$ļïḓe"/>
            <p:cNvSpPr/>
            <p:nvPr>
              <p:custDataLst>
                <p:tags r:id="rId17"/>
              </p:custDataLst>
            </p:nvPr>
          </p:nvSpPr>
          <p:spPr bwMode="auto">
            <a:xfrm>
              <a:off x="3442" y="9521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7" name="ïŝlïḓe"/>
            <p:cNvSpPr/>
            <p:nvPr>
              <p:custDataLst>
                <p:tags r:id="rId18"/>
              </p:custDataLst>
            </p:nvPr>
          </p:nvSpPr>
          <p:spPr bwMode="auto">
            <a:xfrm>
              <a:off x="3502" y="9940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8" name="îṡḻîḓê"/>
            <p:cNvSpPr/>
            <p:nvPr>
              <p:custDataLst>
                <p:tags r:id="rId19"/>
              </p:custDataLst>
            </p:nvPr>
          </p:nvSpPr>
          <p:spPr bwMode="auto">
            <a:xfrm>
              <a:off x="3392" y="9519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9" name="ísľïḍé"/>
            <p:cNvSpPr/>
            <p:nvPr>
              <p:custDataLst>
                <p:tags r:id="rId20"/>
              </p:custDataLst>
            </p:nvPr>
          </p:nvSpPr>
          <p:spPr bwMode="auto">
            <a:xfrm>
              <a:off x="3413" y="9567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0" name="îṡľiḓe"/>
            <p:cNvSpPr/>
            <p:nvPr>
              <p:custDataLst>
                <p:tags r:id="rId21"/>
              </p:custDataLst>
            </p:nvPr>
          </p:nvSpPr>
          <p:spPr bwMode="auto">
            <a:xfrm>
              <a:off x="3481" y="9579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1" name="îšľîdè"/>
            <p:cNvSpPr/>
            <p:nvPr>
              <p:custDataLst>
                <p:tags r:id="rId22"/>
              </p:custDataLst>
            </p:nvPr>
          </p:nvSpPr>
          <p:spPr bwMode="auto">
            <a:xfrm>
              <a:off x="3558" y="9579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2" name="íṡlîḓe"/>
            <p:cNvSpPr/>
            <p:nvPr>
              <p:custDataLst>
                <p:tags r:id="rId23"/>
              </p:custDataLst>
            </p:nvPr>
          </p:nvSpPr>
          <p:spPr bwMode="auto">
            <a:xfrm>
              <a:off x="3595" y="9567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3" name="ís1ïďè"/>
            <p:cNvSpPr/>
            <p:nvPr>
              <p:custDataLst>
                <p:tags r:id="rId24"/>
              </p:custDataLst>
            </p:nvPr>
          </p:nvSpPr>
          <p:spPr bwMode="auto">
            <a:xfrm>
              <a:off x="3637" y="9555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4" name="îṣ1íďé"/>
            <p:cNvSpPr/>
            <p:nvPr>
              <p:custDataLst>
                <p:tags r:id="rId25"/>
              </p:custDataLst>
            </p:nvPr>
          </p:nvSpPr>
          <p:spPr bwMode="auto">
            <a:xfrm>
              <a:off x="3679" y="9534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5" name="ïṧḷiḋè"/>
            <p:cNvSpPr/>
            <p:nvPr>
              <p:custDataLst>
                <p:tags r:id="rId26"/>
              </p:custDataLst>
            </p:nvPr>
          </p:nvSpPr>
          <p:spPr bwMode="auto">
            <a:xfrm>
              <a:off x="3413" y="9246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6" name="ïṥ1iḍê"/>
            <p:cNvSpPr/>
            <p:nvPr>
              <p:custDataLst>
                <p:tags r:id="rId27"/>
              </p:custDataLst>
            </p:nvPr>
          </p:nvSpPr>
          <p:spPr bwMode="auto">
            <a:xfrm>
              <a:off x="3468" y="9254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7" name="îşlîḍè"/>
            <p:cNvSpPr/>
            <p:nvPr>
              <p:custDataLst>
                <p:tags r:id="rId28"/>
              </p:custDataLst>
            </p:nvPr>
          </p:nvSpPr>
          <p:spPr bwMode="auto">
            <a:xfrm>
              <a:off x="3564" y="9239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8" name="îṧľíḋe"/>
            <p:cNvSpPr/>
            <p:nvPr>
              <p:custDataLst>
                <p:tags r:id="rId29"/>
              </p:custDataLst>
            </p:nvPr>
          </p:nvSpPr>
          <p:spPr bwMode="auto">
            <a:xfrm>
              <a:off x="3565" y="9452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9" name="îṥļiḍe"/>
            <p:cNvSpPr/>
            <p:nvPr>
              <p:custDataLst>
                <p:tags r:id="rId30"/>
              </p:custDataLst>
            </p:nvPr>
          </p:nvSpPr>
          <p:spPr bwMode="auto">
            <a:xfrm>
              <a:off x="3571" y="9485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0" name="i$ḻïḓè"/>
            <p:cNvSpPr/>
            <p:nvPr>
              <p:custDataLst>
                <p:tags r:id="rId31"/>
              </p:custDataLst>
            </p:nvPr>
          </p:nvSpPr>
          <p:spPr bwMode="auto">
            <a:xfrm>
              <a:off x="3578" y="9518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1" name="íś1iḓe"/>
            <p:cNvSpPr/>
            <p:nvPr>
              <p:custDataLst>
                <p:tags r:id="rId32"/>
              </p:custDataLst>
            </p:nvPr>
          </p:nvSpPr>
          <p:spPr bwMode="auto">
            <a:xfrm>
              <a:off x="3225" y="8768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2" name="ïṩḷiḋê"/>
            <p:cNvSpPr/>
            <p:nvPr>
              <p:custDataLst>
                <p:tags r:id="rId33"/>
              </p:custDataLst>
            </p:nvPr>
          </p:nvSpPr>
          <p:spPr bwMode="auto">
            <a:xfrm>
              <a:off x="3354" y="9160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3" name="iSlîḓe"/>
            <p:cNvSpPr/>
            <p:nvPr>
              <p:custDataLst>
                <p:tags r:id="rId34"/>
              </p:custDataLst>
            </p:nvPr>
          </p:nvSpPr>
          <p:spPr bwMode="auto">
            <a:xfrm>
              <a:off x="3467" y="9132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4" name="iṣľîḍé"/>
            <p:cNvSpPr/>
            <p:nvPr>
              <p:custDataLst>
                <p:tags r:id="rId35"/>
              </p:custDataLst>
            </p:nvPr>
          </p:nvSpPr>
          <p:spPr bwMode="auto">
            <a:xfrm>
              <a:off x="3479" y="9128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5" name="îṧ1ïdè"/>
            <p:cNvSpPr/>
            <p:nvPr>
              <p:custDataLst>
                <p:tags r:id="rId36"/>
              </p:custDataLst>
            </p:nvPr>
          </p:nvSpPr>
          <p:spPr bwMode="auto">
            <a:xfrm>
              <a:off x="3495" y="9118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6" name="iṧlïḋe"/>
            <p:cNvSpPr/>
            <p:nvPr>
              <p:custDataLst>
                <p:tags r:id="rId37"/>
              </p:custDataLst>
            </p:nvPr>
          </p:nvSpPr>
          <p:spPr bwMode="auto">
            <a:xfrm>
              <a:off x="3609" y="9079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7" name="íṣ1íḍê"/>
            <p:cNvSpPr/>
            <p:nvPr>
              <p:custDataLst>
                <p:tags r:id="rId38"/>
              </p:custDataLst>
            </p:nvPr>
          </p:nvSpPr>
          <p:spPr bwMode="auto">
            <a:xfrm>
              <a:off x="3623" y="9074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8" name="îṡľîďè"/>
            <p:cNvSpPr/>
            <p:nvPr>
              <p:custDataLst>
                <p:tags r:id="rId39"/>
              </p:custDataLst>
            </p:nvPr>
          </p:nvSpPr>
          <p:spPr bwMode="auto">
            <a:xfrm>
              <a:off x="3637" y="9076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9" name="ïśľîḓe"/>
            <p:cNvSpPr/>
            <p:nvPr>
              <p:custDataLst>
                <p:tags r:id="rId40"/>
              </p:custDataLst>
            </p:nvPr>
          </p:nvSpPr>
          <p:spPr bwMode="auto">
            <a:xfrm>
              <a:off x="3583" y="9004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0" name="ïšḻíḋê"/>
            <p:cNvSpPr/>
            <p:nvPr>
              <p:custDataLst>
                <p:tags r:id="rId41"/>
              </p:custDataLst>
            </p:nvPr>
          </p:nvSpPr>
          <p:spPr bwMode="auto">
            <a:xfrm>
              <a:off x="3608" y="9009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1" name="işľídè"/>
            <p:cNvSpPr/>
            <p:nvPr>
              <p:custDataLst>
                <p:tags r:id="rId42"/>
              </p:custDataLst>
            </p:nvPr>
          </p:nvSpPr>
          <p:spPr bwMode="auto">
            <a:xfrm>
              <a:off x="3438" y="9045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2" name="îsḷiḍe"/>
            <p:cNvSpPr/>
            <p:nvPr>
              <p:custDataLst>
                <p:tags r:id="rId43"/>
              </p:custDataLst>
            </p:nvPr>
          </p:nvSpPr>
          <p:spPr bwMode="auto">
            <a:xfrm>
              <a:off x="3464" y="9052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3" name="iṧlîde"/>
            <p:cNvSpPr/>
            <p:nvPr>
              <p:custDataLst>
                <p:tags r:id="rId44"/>
              </p:custDataLst>
            </p:nvPr>
          </p:nvSpPr>
          <p:spPr bwMode="auto">
            <a:xfrm>
              <a:off x="3423" y="8996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4" name="ísḷîdé"/>
            <p:cNvSpPr/>
            <p:nvPr>
              <p:custDataLst>
                <p:tags r:id="rId45"/>
              </p:custDataLst>
            </p:nvPr>
          </p:nvSpPr>
          <p:spPr bwMode="auto">
            <a:xfrm>
              <a:off x="3548" y="8947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5" name="ïṡ1idè"/>
            <p:cNvSpPr/>
            <p:nvPr>
              <p:custDataLst>
                <p:tags r:id="rId46"/>
              </p:custDataLst>
            </p:nvPr>
          </p:nvSpPr>
          <p:spPr bwMode="auto">
            <a:xfrm>
              <a:off x="3526" y="9135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6" name="işliḋè"/>
            <p:cNvSpPr/>
            <p:nvPr>
              <p:custDataLst>
                <p:tags r:id="rId47"/>
              </p:custDataLst>
            </p:nvPr>
          </p:nvSpPr>
          <p:spPr bwMode="auto">
            <a:xfrm>
              <a:off x="3130" y="8683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7" name="íslïďê"/>
            <p:cNvSpPr/>
            <p:nvPr>
              <p:custDataLst>
                <p:tags r:id="rId48"/>
              </p:custDataLst>
            </p:nvPr>
          </p:nvSpPr>
          <p:spPr bwMode="auto">
            <a:xfrm>
              <a:off x="3281" y="8988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8" name="îṣḻíḑe"/>
            <p:cNvSpPr/>
            <p:nvPr>
              <p:custDataLst>
                <p:tags r:id="rId49"/>
              </p:custDataLst>
            </p:nvPr>
          </p:nvSpPr>
          <p:spPr bwMode="auto">
            <a:xfrm>
              <a:off x="3219" y="9082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9" name="ïśḷïde"/>
            <p:cNvSpPr/>
            <p:nvPr>
              <p:custDataLst>
                <p:tags r:id="rId50"/>
              </p:custDataLst>
            </p:nvPr>
          </p:nvSpPr>
          <p:spPr bwMode="auto">
            <a:xfrm>
              <a:off x="3320" y="9116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0" name="iṡḷîḑê"/>
            <p:cNvSpPr/>
            <p:nvPr>
              <p:custDataLst>
                <p:tags r:id="rId51"/>
              </p:custDataLst>
            </p:nvPr>
          </p:nvSpPr>
          <p:spPr bwMode="auto">
            <a:xfrm>
              <a:off x="3116" y="8861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1" name="íṩ1ídè"/>
            <p:cNvSpPr/>
            <p:nvPr>
              <p:custDataLst>
                <p:tags r:id="rId52"/>
              </p:custDataLst>
            </p:nvPr>
          </p:nvSpPr>
          <p:spPr bwMode="auto">
            <a:xfrm>
              <a:off x="3186" y="8461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2" name="ïSļîḋê"/>
            <p:cNvSpPr/>
            <p:nvPr>
              <p:custDataLst>
                <p:tags r:id="rId53"/>
              </p:custDataLst>
            </p:nvPr>
          </p:nvSpPr>
          <p:spPr bwMode="auto">
            <a:xfrm>
              <a:off x="4141" y="9799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3" name="ïś1iďé"/>
            <p:cNvSpPr/>
            <p:nvPr>
              <p:custDataLst>
                <p:tags r:id="rId54"/>
              </p:custDataLst>
            </p:nvPr>
          </p:nvSpPr>
          <p:spPr bwMode="auto">
            <a:xfrm>
              <a:off x="4359" y="8141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4" name="îṩḷïḋê"/>
            <p:cNvSpPr/>
            <p:nvPr>
              <p:custDataLst>
                <p:tags r:id="rId55"/>
              </p:custDataLst>
            </p:nvPr>
          </p:nvSpPr>
          <p:spPr bwMode="auto">
            <a:xfrm>
              <a:off x="4097" y="8210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5" name="îṡḷiďê"/>
            <p:cNvSpPr/>
            <p:nvPr>
              <p:custDataLst>
                <p:tags r:id="rId56"/>
              </p:custDataLst>
            </p:nvPr>
          </p:nvSpPr>
          <p:spPr bwMode="auto">
            <a:xfrm>
              <a:off x="4097" y="8210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6" name="îṧļîḑè"/>
            <p:cNvSpPr/>
            <p:nvPr>
              <p:custDataLst>
                <p:tags r:id="rId57"/>
              </p:custDataLst>
            </p:nvPr>
          </p:nvSpPr>
          <p:spPr bwMode="auto">
            <a:xfrm>
              <a:off x="4102" y="8210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7" name="îṡļîḑè"/>
            <p:cNvSpPr/>
            <p:nvPr>
              <p:custDataLst>
                <p:tags r:id="rId58"/>
              </p:custDataLst>
            </p:nvPr>
          </p:nvSpPr>
          <p:spPr bwMode="auto">
            <a:xfrm>
              <a:off x="4102" y="8210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8" name="í$1ïďê"/>
            <p:cNvSpPr/>
            <p:nvPr>
              <p:custDataLst>
                <p:tags r:id="rId59"/>
              </p:custDataLst>
            </p:nvPr>
          </p:nvSpPr>
          <p:spPr bwMode="auto">
            <a:xfrm>
              <a:off x="4104" y="8874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9" name="isľíďe"/>
            <p:cNvSpPr/>
            <p:nvPr>
              <p:custDataLst>
                <p:tags r:id="rId60"/>
              </p:custDataLst>
            </p:nvPr>
          </p:nvSpPr>
          <p:spPr bwMode="auto">
            <a:xfrm>
              <a:off x="4109" y="8874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0" name="ïṡlíḓé"/>
            <p:cNvSpPr/>
            <p:nvPr>
              <p:custDataLst>
                <p:tags r:id="rId61"/>
              </p:custDataLst>
            </p:nvPr>
          </p:nvSpPr>
          <p:spPr bwMode="auto">
            <a:xfrm>
              <a:off x="4050" y="8542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1" name="îŝ1îdè"/>
            <p:cNvSpPr/>
            <p:nvPr>
              <p:custDataLst>
                <p:tags r:id="rId62"/>
              </p:custDataLst>
            </p:nvPr>
          </p:nvSpPr>
          <p:spPr bwMode="auto">
            <a:xfrm>
              <a:off x="4058" y="8538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2" name="íśḷîḍé"/>
            <p:cNvSpPr/>
            <p:nvPr>
              <p:custDataLst>
                <p:tags r:id="rId63"/>
              </p:custDataLst>
            </p:nvPr>
          </p:nvSpPr>
          <p:spPr bwMode="auto">
            <a:xfrm>
              <a:off x="4041" y="9186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3" name="ï$ḻíḑe"/>
            <p:cNvSpPr/>
            <p:nvPr>
              <p:custDataLst>
                <p:tags r:id="rId64"/>
              </p:custDataLst>
            </p:nvPr>
          </p:nvSpPr>
          <p:spPr bwMode="auto">
            <a:xfrm>
              <a:off x="4047" y="9179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4" name="îŝľïďê"/>
            <p:cNvSpPr/>
            <p:nvPr>
              <p:custDataLst>
                <p:tags r:id="rId65"/>
              </p:custDataLst>
            </p:nvPr>
          </p:nvSpPr>
          <p:spPr bwMode="auto">
            <a:xfrm>
              <a:off x="4359" y="8461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5" name="íṡḷíḑe"/>
            <p:cNvSpPr/>
            <p:nvPr>
              <p:custDataLst>
                <p:tags r:id="rId66"/>
              </p:custDataLst>
            </p:nvPr>
          </p:nvSpPr>
          <p:spPr bwMode="auto">
            <a:xfrm>
              <a:off x="4359" y="8461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6" name="iśļïďê"/>
            <p:cNvSpPr/>
            <p:nvPr>
              <p:custDataLst>
                <p:tags r:id="rId67"/>
              </p:custDataLst>
            </p:nvPr>
          </p:nvSpPr>
          <p:spPr bwMode="auto">
            <a:xfrm>
              <a:off x="4359" y="8443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7" name="íṧlîḍé"/>
            <p:cNvSpPr/>
            <p:nvPr>
              <p:custDataLst>
                <p:tags r:id="rId68"/>
              </p:custDataLst>
            </p:nvPr>
          </p:nvSpPr>
          <p:spPr bwMode="auto">
            <a:xfrm>
              <a:off x="4359" y="8443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8" name="iṩļïḍê"/>
            <p:cNvSpPr/>
            <p:nvPr>
              <p:custDataLst>
                <p:tags r:id="rId69"/>
              </p:custDataLst>
            </p:nvPr>
          </p:nvSpPr>
          <p:spPr bwMode="auto">
            <a:xfrm>
              <a:off x="4359" y="8445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9" name="íŝḻiḑe"/>
            <p:cNvSpPr/>
            <p:nvPr>
              <p:custDataLst>
                <p:tags r:id="rId70"/>
              </p:custDataLst>
            </p:nvPr>
          </p:nvSpPr>
          <p:spPr bwMode="auto">
            <a:xfrm>
              <a:off x="4359" y="8445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0" name="iṣḷíḋé"/>
            <p:cNvSpPr/>
            <p:nvPr>
              <p:custDataLst>
                <p:tags r:id="rId71"/>
              </p:custDataLst>
            </p:nvPr>
          </p:nvSpPr>
          <p:spPr bwMode="auto">
            <a:xfrm>
              <a:off x="4359" y="8758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1" name="îSḷíḍe"/>
            <p:cNvSpPr/>
            <p:nvPr>
              <p:custDataLst>
                <p:tags r:id="rId72"/>
              </p:custDataLst>
            </p:nvPr>
          </p:nvSpPr>
          <p:spPr bwMode="auto">
            <a:xfrm>
              <a:off x="4359" y="9079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2" name="ïşliďê"/>
            <p:cNvSpPr/>
            <p:nvPr>
              <p:custDataLst>
                <p:tags r:id="rId73"/>
              </p:custDataLst>
            </p:nvPr>
          </p:nvSpPr>
          <p:spPr bwMode="auto">
            <a:xfrm>
              <a:off x="4359" y="9411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7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2889885" y="2730500"/>
            <a:ext cx="3020695" cy="698500"/>
            <a:chOff x="3290" y="3853"/>
            <a:chExt cx="4757" cy="1100"/>
          </a:xfrm>
        </p:grpSpPr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3290" y="3853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4"/>
              </p:custDataLst>
            </p:nvPr>
          </p:nvSpPr>
          <p:spPr>
            <a:xfrm>
              <a:off x="4563" y="4088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模块的定义</a:t>
              </a:r>
              <a:endParaRPr lang="en-US" altLang="zh-CN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939728" y="2657552"/>
            <a:ext cx="4040692" cy="699247"/>
            <a:chOff x="11430" y="3853"/>
            <a:chExt cx="6363" cy="1101"/>
          </a:xfrm>
        </p:grpSpPr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>
              <a:off x="11430" y="3853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6"/>
              </p:custDataLst>
            </p:nvPr>
          </p:nvSpPr>
          <p:spPr>
            <a:xfrm>
              <a:off x="12703" y="4088"/>
              <a:ext cx="5090" cy="751"/>
            </a:xfrm>
            <a:prstGeom prst="rect">
              <a:avLst/>
            </a:prstGeom>
            <a:noFill/>
          </p:spPr>
          <p:txBody>
            <a:bodyPr wrap="square" rtlCol="0"/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模块化规范CommonJS</a:t>
              </a:r>
              <a:endPara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模块的定义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49700" y="1354455"/>
            <a:ext cx="2372360" cy="459740"/>
            <a:chOff x="6220" y="2133"/>
            <a:chExt cx="3736" cy="724"/>
          </a:xfrm>
        </p:grpSpPr>
        <p:sp>
          <p:nvSpPr>
            <p:cNvPr id="36" name="文本框 35"/>
            <p:cNvSpPr txBox="1"/>
            <p:nvPr>
              <p:custDataLst>
                <p:tags r:id="rId3"/>
              </p:custDataLst>
            </p:nvPr>
          </p:nvSpPr>
          <p:spPr>
            <a:xfrm>
              <a:off x="6788" y="2133"/>
              <a:ext cx="31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853C"/>
                </a:buClr>
                <a:buSzTx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什么是模块？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Isosceles Triangle 2_1"/>
            <p:cNvSpPr/>
            <p:nvPr>
              <p:custDataLst>
                <p:tags r:id="rId4"/>
              </p:custDataLst>
            </p:nvPr>
          </p:nvSpPr>
          <p:spPr>
            <a:xfrm rot="16200000" flipV="1">
              <a:off x="6188" y="2358"/>
              <a:ext cx="471" cy="40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rgbClr val="0000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12" name="圆角矩形 1"/>
          <p:cNvSpPr/>
          <p:nvPr/>
        </p:nvSpPr>
        <p:spPr>
          <a:xfrm>
            <a:off x="3808730" y="1776095"/>
            <a:ext cx="7616825" cy="1287145"/>
          </a:xfrm>
          <a:prstGeom prst="roundRect">
            <a:avLst>
              <a:gd name="adj" fmla="val 3446"/>
            </a:avLst>
          </a:prstGeom>
          <a:solidFill>
            <a:srgbClr val="000000">
              <a:lumMod val="50000"/>
              <a:lumOff val="50000"/>
              <a:alpha val="5000"/>
            </a:srgbClr>
          </a:solidFill>
          <a:ln w="1270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4079019" y="1837849"/>
            <a:ext cx="6564038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模块通常是指编程语言所提供的代码组织机制，利用此机制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可将程序拆解为独立且通用的代码单元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681" y="2145182"/>
            <a:ext cx="3227888" cy="3227888"/>
          </a:xfrm>
          <a:prstGeom prst="rect">
            <a:avLst/>
          </a:prstGeom>
        </p:spPr>
      </p:pic>
      <p:sp>
        <p:nvSpPr>
          <p:cNvPr id="17" name="圆角矩形 1"/>
          <p:cNvSpPr/>
          <p:nvPr/>
        </p:nvSpPr>
        <p:spPr>
          <a:xfrm>
            <a:off x="3808730" y="4018280"/>
            <a:ext cx="7616825" cy="2146935"/>
          </a:xfrm>
          <a:prstGeom prst="roundRect">
            <a:avLst>
              <a:gd name="adj" fmla="val 3446"/>
            </a:avLst>
          </a:prstGeom>
          <a:solidFill>
            <a:srgbClr val="000000">
              <a:lumMod val="50000"/>
              <a:lumOff val="50000"/>
              <a:alpha val="5000"/>
            </a:srgbClr>
          </a:solidFill>
          <a:ln w="1270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4079019" y="4103088"/>
            <a:ext cx="6564038" cy="239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模块化是一种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设计思想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，利用模块化可以把一个非常复杂的系统结构细化到具体的功能点，每个功能点看做一个模块，然后通过某种规则把这些小的模块组合到一起，构成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模块化系统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49700" y="3557905"/>
            <a:ext cx="2677160" cy="459740"/>
            <a:chOff x="6220" y="5603"/>
            <a:chExt cx="4216" cy="724"/>
          </a:xfrm>
        </p:grpSpPr>
        <p:sp>
          <p:nvSpPr>
            <p:cNvPr id="20" name="文本框 19"/>
            <p:cNvSpPr txBox="1"/>
            <p:nvPr>
              <p:custDataLst>
                <p:tags r:id="rId8"/>
              </p:custDataLst>
            </p:nvPr>
          </p:nvSpPr>
          <p:spPr>
            <a:xfrm>
              <a:off x="6788" y="5603"/>
              <a:ext cx="364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853C"/>
                </a:buClr>
                <a:buSzTx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什么是模块化？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Isosceles Triangle 2_1"/>
            <p:cNvSpPr/>
            <p:nvPr>
              <p:custDataLst>
                <p:tags r:id="rId9"/>
              </p:custDataLst>
            </p:nvPr>
          </p:nvSpPr>
          <p:spPr>
            <a:xfrm rot="16200000" flipV="1">
              <a:off x="6188" y="5827"/>
              <a:ext cx="471" cy="40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rgbClr val="0000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/>
      <p:bldP spid="17" grpId="0" bldLvl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"/>
          <p:cNvSpPr/>
          <p:nvPr/>
        </p:nvSpPr>
        <p:spPr>
          <a:xfrm>
            <a:off x="1056640" y="4105910"/>
            <a:ext cx="4554855" cy="1818005"/>
          </a:xfrm>
          <a:prstGeom prst="roundRect">
            <a:avLst>
              <a:gd name="adj" fmla="val 3446"/>
            </a:avLst>
          </a:prstGeom>
          <a:solidFill>
            <a:srgbClr val="000000">
              <a:lumMod val="50000"/>
              <a:lumOff val="50000"/>
              <a:alpha val="5000"/>
            </a:srgbClr>
          </a:solidFill>
          <a:ln w="1270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模块化的</a:t>
            </a:r>
            <a:r>
              <a:rPr kumimoji="1" lang="zh-CN" altLang="en-US" sz="3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定义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圆角矩形 1"/>
          <p:cNvSpPr/>
          <p:nvPr/>
        </p:nvSpPr>
        <p:spPr>
          <a:xfrm>
            <a:off x="4577466" y="1200822"/>
            <a:ext cx="5976595" cy="2087967"/>
          </a:xfrm>
          <a:prstGeom prst="roundRect">
            <a:avLst>
              <a:gd name="adj" fmla="val 3446"/>
            </a:avLst>
          </a:prstGeom>
          <a:solidFill>
            <a:srgbClr val="000000">
              <a:lumMod val="50000"/>
              <a:lumOff val="50000"/>
              <a:alpha val="5000"/>
            </a:srgbClr>
          </a:solidFill>
          <a:ln w="1270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204979" y="1769199"/>
            <a:ext cx="5066278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灵活架构，焦点分离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多人协作互不干扰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方便模块间组合、分解 （代码重用）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47709" y="1122917"/>
            <a:ext cx="2530900" cy="2530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007" y="4024502"/>
            <a:ext cx="2847426" cy="177964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202690" y="4023360"/>
            <a:ext cx="3747135" cy="768350"/>
            <a:chOff x="1894" y="6336"/>
            <a:chExt cx="5901" cy="1210"/>
          </a:xfrm>
        </p:grpSpPr>
        <p:sp>
          <p:nvSpPr>
            <p:cNvPr id="33" name="矩形 32"/>
            <p:cNvSpPr/>
            <p:nvPr>
              <p:custDataLst>
                <p:tags r:id="rId7"/>
              </p:custDataLst>
            </p:nvPr>
          </p:nvSpPr>
          <p:spPr>
            <a:xfrm>
              <a:off x="2707" y="6651"/>
              <a:ext cx="5088" cy="6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kern="100" dirty="0">
                  <a:solidFill>
                    <a:schemeClr val="accent6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命名空间独立，维护成本低</a:t>
              </a:r>
              <a:endParaRPr lang="zh-CN" altLang="en-US" sz="2000" kern="100" dirty="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8"/>
              </p:custDataLst>
            </p:nvPr>
          </p:nvSpPr>
          <p:spPr>
            <a:xfrm>
              <a:off x="1894" y="6336"/>
              <a:ext cx="882" cy="12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flat" dir="t">
                  <a:rot lat="0" lon="0" rev="18900000"/>
                </a:lightRig>
              </a:scene3d>
              <a:sp3d extrusionH="31750" contourW="6350" prstMaterial="powder">
                <a:bevelT w="19050" h="19050" prst="angle"/>
                <a:contourClr>
                  <a:schemeClr val="accent3">
                    <a:tint val="100000"/>
                    <a:shade val="100000"/>
                    <a:satMod val="100000"/>
                    <a:hueMod val="100000"/>
                  </a:schemeClr>
                </a:contourClr>
              </a:sp3d>
            </a:bodyPr>
            <a:lstStyle/>
            <a:p>
              <a:pPr algn="ctr"/>
              <a:r>
                <a:rPr lang="en-US" altLang="zh-CN" sz="4400" b="1" cap="none" spc="0" dirty="0">
                  <a:solidFill>
                    <a:schemeClr val="accent6">
                      <a:lumMod val="2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4400" b="1" cap="none" spc="0" dirty="0">
                <a:solidFill>
                  <a:schemeClr val="accent6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758690" y="1199515"/>
            <a:ext cx="3239135" cy="768350"/>
            <a:chOff x="7494" y="1889"/>
            <a:chExt cx="5101" cy="1210"/>
          </a:xfrm>
        </p:grpSpPr>
        <p:sp>
          <p:nvSpPr>
            <p:cNvPr id="44" name="矩形 43"/>
            <p:cNvSpPr/>
            <p:nvPr>
              <p:custDataLst>
                <p:tags r:id="rId9"/>
              </p:custDataLst>
            </p:nvPr>
          </p:nvSpPr>
          <p:spPr>
            <a:xfrm>
              <a:off x="8307" y="2205"/>
              <a:ext cx="4288" cy="6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kern="100" dirty="0">
                  <a:solidFill>
                    <a:schemeClr val="accent6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/>
                </a:rPr>
                <a:t>重用代码，生产效率高</a:t>
              </a:r>
              <a:endParaRPr lang="zh-CN" altLang="en-US" sz="2000" kern="100" dirty="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10"/>
              </p:custDataLst>
            </p:nvPr>
          </p:nvSpPr>
          <p:spPr>
            <a:xfrm>
              <a:off x="7494" y="1889"/>
              <a:ext cx="882" cy="12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flat" dir="t">
                  <a:rot lat="0" lon="0" rev="18900000"/>
                </a:lightRig>
              </a:scene3d>
              <a:sp3d extrusionH="31750" contourW="6350" prstMaterial="powder">
                <a:bevelT w="19050" h="19050" prst="angle"/>
                <a:contourClr>
                  <a:schemeClr val="accent3">
                    <a:tint val="100000"/>
                    <a:shade val="100000"/>
                    <a:satMod val="100000"/>
                    <a:hueMod val="100000"/>
                  </a:schemeClr>
                </a:contourClr>
              </a:sp3d>
            </a:bodyPr>
            <a:lstStyle/>
            <a:p>
              <a:pPr algn="ctr"/>
              <a:r>
                <a:rPr lang="en-US" altLang="zh-CN" sz="4400" b="1" dirty="0">
                  <a:solidFill>
                    <a:schemeClr val="accent6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4400" b="1" cap="none" spc="0" dirty="0">
                <a:solidFill>
                  <a:schemeClr val="accent6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/>
          <p:cNvSpPr txBox="1"/>
          <p:nvPr>
            <p:custDataLst>
              <p:tags r:id="rId11"/>
            </p:custDataLst>
          </p:nvPr>
        </p:nvSpPr>
        <p:spPr>
          <a:xfrm>
            <a:off x="1454909" y="4914323"/>
            <a:ext cx="5066278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可分单元测试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方便单个模块功能调试、升级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3" grpId="0" bldLvl="0" animBg="1"/>
      <p:bldP spid="4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44107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模块化规范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Common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JS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" name="Freeform 95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4761230" y="4050030"/>
            <a:ext cx="403225" cy="418465"/>
          </a:xfrm>
          <a:custGeom>
            <a:avLst/>
            <a:gdLst>
              <a:gd name="T0" fmla="*/ 30 w 48"/>
              <a:gd name="T1" fmla="*/ 24 h 50"/>
              <a:gd name="T2" fmla="*/ 27 w 48"/>
              <a:gd name="T3" fmla="*/ 2 h 50"/>
              <a:gd name="T4" fmla="*/ 25 w 48"/>
              <a:gd name="T5" fmla="*/ 0 h 50"/>
              <a:gd name="T6" fmla="*/ 9 w 48"/>
              <a:gd name="T7" fmla="*/ 10 h 50"/>
              <a:gd name="T8" fmla="*/ 13 w 48"/>
              <a:gd name="T9" fmla="*/ 44 h 50"/>
              <a:gd name="T10" fmla="*/ 32 w 48"/>
              <a:gd name="T11" fmla="*/ 49 h 50"/>
              <a:gd name="T12" fmla="*/ 48 w 48"/>
              <a:gd name="T13" fmla="*/ 39 h 50"/>
              <a:gd name="T14" fmla="*/ 48 w 48"/>
              <a:gd name="T15" fmla="*/ 37 h 50"/>
              <a:gd name="T16" fmla="*/ 30 w 48"/>
              <a:gd name="T17" fmla="*/ 24 h 50"/>
              <a:gd name="T18" fmla="*/ 31 w 48"/>
              <a:gd name="T19" fmla="*/ 46 h 50"/>
              <a:gd name="T20" fmla="*/ 15 w 48"/>
              <a:gd name="T21" fmla="*/ 42 h 50"/>
              <a:gd name="T22" fmla="*/ 11 w 48"/>
              <a:gd name="T23" fmla="*/ 12 h 50"/>
              <a:gd name="T24" fmla="*/ 24 w 48"/>
              <a:gd name="T25" fmla="*/ 4 h 50"/>
              <a:gd name="T26" fmla="*/ 27 w 48"/>
              <a:gd name="T27" fmla="*/ 25 h 50"/>
              <a:gd name="T28" fmla="*/ 27 w 48"/>
              <a:gd name="T29" fmla="*/ 26 h 50"/>
              <a:gd name="T30" fmla="*/ 44 w 48"/>
              <a:gd name="T31" fmla="*/ 39 h 50"/>
              <a:gd name="T32" fmla="*/ 31 w 48"/>
              <a:gd name="T33" fmla="*/ 4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8" h="50">
                <a:moveTo>
                  <a:pt x="30" y="24"/>
                </a:moveTo>
                <a:cubicBezTo>
                  <a:pt x="27" y="2"/>
                  <a:pt x="27" y="2"/>
                  <a:pt x="27" y="2"/>
                </a:cubicBezTo>
                <a:cubicBezTo>
                  <a:pt x="26" y="1"/>
                  <a:pt x="26" y="0"/>
                  <a:pt x="25" y="0"/>
                </a:cubicBezTo>
                <a:cubicBezTo>
                  <a:pt x="18" y="1"/>
                  <a:pt x="13" y="5"/>
                  <a:pt x="9" y="10"/>
                </a:cubicBezTo>
                <a:cubicBezTo>
                  <a:pt x="0" y="21"/>
                  <a:pt x="3" y="36"/>
                  <a:pt x="13" y="44"/>
                </a:cubicBezTo>
                <a:cubicBezTo>
                  <a:pt x="19" y="48"/>
                  <a:pt x="25" y="50"/>
                  <a:pt x="32" y="49"/>
                </a:cubicBezTo>
                <a:cubicBezTo>
                  <a:pt x="38" y="48"/>
                  <a:pt x="44" y="45"/>
                  <a:pt x="48" y="39"/>
                </a:cubicBezTo>
                <a:cubicBezTo>
                  <a:pt x="48" y="39"/>
                  <a:pt x="48" y="38"/>
                  <a:pt x="48" y="37"/>
                </a:cubicBezTo>
                <a:lnTo>
                  <a:pt x="30" y="24"/>
                </a:lnTo>
                <a:close/>
                <a:moveTo>
                  <a:pt x="31" y="46"/>
                </a:moveTo>
                <a:cubicBezTo>
                  <a:pt x="26" y="47"/>
                  <a:pt x="20" y="45"/>
                  <a:pt x="15" y="42"/>
                </a:cubicBezTo>
                <a:cubicBezTo>
                  <a:pt x="6" y="35"/>
                  <a:pt x="4" y="21"/>
                  <a:pt x="11" y="12"/>
                </a:cubicBezTo>
                <a:cubicBezTo>
                  <a:pt x="14" y="8"/>
                  <a:pt x="19" y="5"/>
                  <a:pt x="24" y="4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6"/>
                  <a:pt x="27" y="26"/>
                </a:cubicBezTo>
                <a:cubicBezTo>
                  <a:pt x="44" y="39"/>
                  <a:pt x="44" y="39"/>
                  <a:pt x="44" y="39"/>
                </a:cubicBezTo>
                <a:cubicBezTo>
                  <a:pt x="41" y="43"/>
                  <a:pt x="36" y="45"/>
                  <a:pt x="31" y="4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" name="Freeform 96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088890" y="4074795"/>
            <a:ext cx="243205" cy="293370"/>
          </a:xfrm>
          <a:custGeom>
            <a:avLst/>
            <a:gdLst>
              <a:gd name="T0" fmla="*/ 16 w 29"/>
              <a:gd name="T1" fmla="*/ 0 h 35"/>
              <a:gd name="T2" fmla="*/ 15 w 29"/>
              <a:gd name="T3" fmla="*/ 0 h 35"/>
              <a:gd name="T4" fmla="*/ 14 w 29"/>
              <a:gd name="T5" fmla="*/ 1 h 35"/>
              <a:gd name="T6" fmla="*/ 0 w 29"/>
              <a:gd name="T7" fmla="*/ 19 h 35"/>
              <a:gd name="T8" fmla="*/ 0 w 29"/>
              <a:gd name="T9" fmla="*/ 21 h 35"/>
              <a:gd name="T10" fmla="*/ 19 w 29"/>
              <a:gd name="T11" fmla="*/ 35 h 35"/>
              <a:gd name="T12" fmla="*/ 20 w 29"/>
              <a:gd name="T13" fmla="*/ 35 h 35"/>
              <a:gd name="T14" fmla="*/ 21 w 29"/>
              <a:gd name="T15" fmla="*/ 35 h 35"/>
              <a:gd name="T16" fmla="*/ 16 w 29"/>
              <a:gd name="T17" fmla="*/ 0 h 35"/>
              <a:gd name="T18" fmla="*/ 19 w 29"/>
              <a:gd name="T19" fmla="*/ 32 h 35"/>
              <a:gd name="T20" fmla="*/ 4 w 29"/>
              <a:gd name="T21" fmla="*/ 20 h 35"/>
              <a:gd name="T22" fmla="*/ 16 w 29"/>
              <a:gd name="T23" fmla="*/ 4 h 35"/>
              <a:gd name="T24" fmla="*/ 19 w 29"/>
              <a:gd name="T25" fmla="*/ 3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" h="35">
                <a:moveTo>
                  <a:pt x="16" y="0"/>
                </a:moveTo>
                <a:cubicBezTo>
                  <a:pt x="16" y="0"/>
                  <a:pt x="15" y="0"/>
                  <a:pt x="15" y="0"/>
                </a:cubicBezTo>
                <a:cubicBezTo>
                  <a:pt x="15" y="0"/>
                  <a:pt x="14" y="0"/>
                  <a:pt x="14" y="1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0"/>
                  <a:pt x="0" y="21"/>
                  <a:pt x="0" y="21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20" y="35"/>
                  <a:pt x="20" y="35"/>
                </a:cubicBezTo>
                <a:cubicBezTo>
                  <a:pt x="20" y="35"/>
                  <a:pt x="21" y="35"/>
                  <a:pt x="21" y="35"/>
                </a:cubicBezTo>
                <a:cubicBezTo>
                  <a:pt x="29" y="24"/>
                  <a:pt x="27" y="8"/>
                  <a:pt x="16" y="0"/>
                </a:cubicBezTo>
                <a:close/>
                <a:moveTo>
                  <a:pt x="19" y="32"/>
                </a:moveTo>
                <a:cubicBezTo>
                  <a:pt x="4" y="20"/>
                  <a:pt x="4" y="20"/>
                  <a:pt x="4" y="20"/>
                </a:cubicBezTo>
                <a:cubicBezTo>
                  <a:pt x="16" y="4"/>
                  <a:pt x="16" y="4"/>
                  <a:pt x="16" y="4"/>
                </a:cubicBezTo>
                <a:cubicBezTo>
                  <a:pt x="24" y="11"/>
                  <a:pt x="25" y="23"/>
                  <a:pt x="19" y="3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6280" y="3190240"/>
            <a:ext cx="5342890" cy="2340610"/>
            <a:chOff x="1128" y="5024"/>
            <a:chExt cx="8414" cy="3686"/>
          </a:xfrm>
        </p:grpSpPr>
        <p:grpSp>
          <p:nvGrpSpPr>
            <p:cNvPr id="2" name="组合 1"/>
            <p:cNvGrpSpPr/>
            <p:nvPr/>
          </p:nvGrpSpPr>
          <p:grpSpPr>
            <a:xfrm>
              <a:off x="1128" y="5024"/>
              <a:ext cx="8415" cy="3686"/>
              <a:chOff x="1128" y="5024"/>
              <a:chExt cx="8415" cy="3686"/>
            </a:xfrm>
          </p:grpSpPr>
          <p:sp>
            <p:nvSpPr>
              <p:cNvPr id="25" name="Freeform 9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6283" y="5024"/>
                <a:ext cx="3260" cy="3261"/>
              </a:xfrm>
              <a:custGeom>
                <a:avLst/>
                <a:gdLst>
                  <a:gd name="T0" fmla="*/ 144 w 287"/>
                  <a:gd name="T1" fmla="*/ 0 h 288"/>
                  <a:gd name="T2" fmla="*/ 84 w 287"/>
                  <a:gd name="T3" fmla="*/ 57 h 288"/>
                  <a:gd name="T4" fmla="*/ 64 w 287"/>
                  <a:gd name="T5" fmla="*/ 37 h 288"/>
                  <a:gd name="T6" fmla="*/ 42 w 287"/>
                  <a:gd name="T7" fmla="*/ 42 h 288"/>
                  <a:gd name="T8" fmla="*/ 37 w 287"/>
                  <a:gd name="T9" fmla="*/ 64 h 288"/>
                  <a:gd name="T10" fmla="*/ 57 w 287"/>
                  <a:gd name="T11" fmla="*/ 84 h 288"/>
                  <a:gd name="T12" fmla="*/ 0 w 287"/>
                  <a:gd name="T13" fmla="*/ 144 h 288"/>
                  <a:gd name="T14" fmla="*/ 60 w 287"/>
                  <a:gd name="T15" fmla="*/ 201 h 288"/>
                  <a:gd name="T16" fmla="*/ 80 w 287"/>
                  <a:gd name="T17" fmla="*/ 181 h 288"/>
                  <a:gd name="T18" fmla="*/ 102 w 287"/>
                  <a:gd name="T19" fmla="*/ 185 h 288"/>
                  <a:gd name="T20" fmla="*/ 107 w 287"/>
                  <a:gd name="T21" fmla="*/ 207 h 288"/>
                  <a:gd name="T22" fmla="*/ 87 w 287"/>
                  <a:gd name="T23" fmla="*/ 228 h 288"/>
                  <a:gd name="T24" fmla="*/ 144 w 287"/>
                  <a:gd name="T25" fmla="*/ 288 h 288"/>
                  <a:gd name="T26" fmla="*/ 204 w 287"/>
                  <a:gd name="T27" fmla="*/ 231 h 288"/>
                  <a:gd name="T28" fmla="*/ 224 w 287"/>
                  <a:gd name="T29" fmla="*/ 251 h 288"/>
                  <a:gd name="T30" fmla="*/ 246 w 287"/>
                  <a:gd name="T31" fmla="*/ 246 h 288"/>
                  <a:gd name="T32" fmla="*/ 251 w 287"/>
                  <a:gd name="T33" fmla="*/ 224 h 288"/>
                  <a:gd name="T34" fmla="*/ 231 w 287"/>
                  <a:gd name="T35" fmla="*/ 204 h 288"/>
                  <a:gd name="T36" fmla="*/ 287 w 287"/>
                  <a:gd name="T37" fmla="*/ 144 h 288"/>
                  <a:gd name="T38" fmla="*/ 227 w 287"/>
                  <a:gd name="T39" fmla="*/ 87 h 288"/>
                  <a:gd name="T40" fmla="*/ 207 w 287"/>
                  <a:gd name="T41" fmla="*/ 108 h 288"/>
                  <a:gd name="T42" fmla="*/ 185 w 287"/>
                  <a:gd name="T43" fmla="*/ 103 h 288"/>
                  <a:gd name="T44" fmla="*/ 180 w 287"/>
                  <a:gd name="T45" fmla="*/ 81 h 288"/>
                  <a:gd name="T46" fmla="*/ 200 w 287"/>
                  <a:gd name="T47" fmla="*/ 61 h 288"/>
                  <a:gd name="T48" fmla="*/ 144 w 287"/>
                  <a:gd name="T4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7" h="288">
                    <a:moveTo>
                      <a:pt x="144" y="0"/>
                    </a:moveTo>
                    <a:cubicBezTo>
                      <a:pt x="144" y="0"/>
                      <a:pt x="94" y="60"/>
                      <a:pt x="84" y="57"/>
                    </a:cubicBezTo>
                    <a:cubicBezTo>
                      <a:pt x="73" y="55"/>
                      <a:pt x="69" y="42"/>
                      <a:pt x="64" y="37"/>
                    </a:cubicBezTo>
                    <a:cubicBezTo>
                      <a:pt x="58" y="32"/>
                      <a:pt x="49" y="35"/>
                      <a:pt x="42" y="42"/>
                    </a:cubicBezTo>
                    <a:cubicBezTo>
                      <a:pt x="34" y="49"/>
                      <a:pt x="31" y="59"/>
                      <a:pt x="37" y="64"/>
                    </a:cubicBezTo>
                    <a:cubicBezTo>
                      <a:pt x="42" y="69"/>
                      <a:pt x="54" y="74"/>
                      <a:pt x="57" y="84"/>
                    </a:cubicBezTo>
                    <a:cubicBezTo>
                      <a:pt x="59" y="95"/>
                      <a:pt x="0" y="144"/>
                      <a:pt x="0" y="144"/>
                    </a:cubicBezTo>
                    <a:cubicBezTo>
                      <a:pt x="0" y="144"/>
                      <a:pt x="50" y="203"/>
                      <a:pt x="60" y="201"/>
                    </a:cubicBezTo>
                    <a:cubicBezTo>
                      <a:pt x="71" y="198"/>
                      <a:pt x="75" y="186"/>
                      <a:pt x="80" y="181"/>
                    </a:cubicBezTo>
                    <a:cubicBezTo>
                      <a:pt x="86" y="175"/>
                      <a:pt x="95" y="178"/>
                      <a:pt x="102" y="185"/>
                    </a:cubicBezTo>
                    <a:cubicBezTo>
                      <a:pt x="110" y="193"/>
                      <a:pt x="113" y="202"/>
                      <a:pt x="107" y="207"/>
                    </a:cubicBezTo>
                    <a:cubicBezTo>
                      <a:pt x="102" y="213"/>
                      <a:pt x="90" y="217"/>
                      <a:pt x="87" y="228"/>
                    </a:cubicBezTo>
                    <a:cubicBezTo>
                      <a:pt x="85" y="238"/>
                      <a:pt x="144" y="288"/>
                      <a:pt x="144" y="288"/>
                    </a:cubicBezTo>
                    <a:cubicBezTo>
                      <a:pt x="144" y="288"/>
                      <a:pt x="193" y="228"/>
                      <a:pt x="204" y="231"/>
                    </a:cubicBezTo>
                    <a:cubicBezTo>
                      <a:pt x="214" y="233"/>
                      <a:pt x="219" y="246"/>
                      <a:pt x="224" y="251"/>
                    </a:cubicBezTo>
                    <a:cubicBezTo>
                      <a:pt x="229" y="256"/>
                      <a:pt x="238" y="254"/>
                      <a:pt x="246" y="246"/>
                    </a:cubicBezTo>
                    <a:cubicBezTo>
                      <a:pt x="253" y="239"/>
                      <a:pt x="256" y="230"/>
                      <a:pt x="251" y="224"/>
                    </a:cubicBezTo>
                    <a:cubicBezTo>
                      <a:pt x="245" y="219"/>
                      <a:pt x="233" y="215"/>
                      <a:pt x="231" y="204"/>
                    </a:cubicBezTo>
                    <a:cubicBezTo>
                      <a:pt x="228" y="194"/>
                      <a:pt x="287" y="144"/>
                      <a:pt x="287" y="144"/>
                    </a:cubicBezTo>
                    <a:cubicBezTo>
                      <a:pt x="287" y="144"/>
                      <a:pt x="238" y="85"/>
                      <a:pt x="227" y="87"/>
                    </a:cubicBezTo>
                    <a:cubicBezTo>
                      <a:pt x="217" y="90"/>
                      <a:pt x="212" y="102"/>
                      <a:pt x="207" y="108"/>
                    </a:cubicBezTo>
                    <a:cubicBezTo>
                      <a:pt x="202" y="113"/>
                      <a:pt x="193" y="110"/>
                      <a:pt x="185" y="103"/>
                    </a:cubicBezTo>
                    <a:cubicBezTo>
                      <a:pt x="178" y="95"/>
                      <a:pt x="175" y="86"/>
                      <a:pt x="180" y="81"/>
                    </a:cubicBezTo>
                    <a:cubicBezTo>
                      <a:pt x="186" y="75"/>
                      <a:pt x="198" y="71"/>
                      <a:pt x="200" y="61"/>
                    </a:cubicBezTo>
                    <a:cubicBezTo>
                      <a:pt x="203" y="50"/>
                      <a:pt x="144" y="0"/>
                      <a:pt x="1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th-TH" sz="105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3" name="TextBox 31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245" y="5031"/>
                <a:ext cx="3007" cy="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r>
                  <a:rPr lang="zh-CN" altLang="en-US" sz="2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微软雅黑" panose="020B0503020204020204" pitchFamily="34" charset="-122"/>
                  </a:rPr>
                  <a:t>核心</a:t>
                </a:r>
                <a:r>
                  <a:rPr lang="zh-CN" altLang="en-US" sz="2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微软雅黑" panose="020B0503020204020204" pitchFamily="34" charset="-122"/>
                  </a:rPr>
                  <a:t>思想</a:t>
                </a:r>
                <a:endPara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4" name="TextBox 30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128" y="5806"/>
                <a:ext cx="4778" cy="2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r>
                  <a:rPr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“文件即模块”</a:t>
                </a:r>
                <a:endParaRPr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  <a:p>
                <a:pPr algn="ctr" eaLnBrk="1" hangingPunct="1">
                  <a:lnSpc>
                    <a:spcPct val="130000"/>
                  </a:lnSpc>
                  <a:buClrTx/>
                  <a:buSzTx/>
                  <a:buNone/>
                </a:pPr>
                <a:r>
                  <a:rPr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模块关键字有：</a:t>
                </a:r>
                <a:endParaRPr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  <a:p>
                <a:pPr algn="ctr" eaLnBrk="1" hangingPunct="1">
                  <a:lnSpc>
                    <a:spcPct val="130000"/>
                  </a:lnSpc>
                  <a:buClrTx/>
                  <a:buSzTx/>
                  <a:buNone/>
                </a:pPr>
                <a:r>
                  <a:rPr 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--</a:t>
                </a:r>
                <a:r>
                  <a:rPr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模块标识（module）</a:t>
                </a:r>
                <a:endParaRPr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  <a:p>
                <a:pPr algn="ctr" eaLnBrk="1" hangingPunct="1">
                  <a:lnSpc>
                    <a:spcPct val="130000"/>
                  </a:lnSpc>
                  <a:buClrTx/>
                  <a:buSzTx/>
                  <a:buNone/>
                </a:pPr>
                <a:r>
                  <a:rPr 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--</a:t>
                </a:r>
                <a:r>
                  <a:rPr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模块导出（exports）</a:t>
                </a:r>
                <a:endParaRPr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  <a:p>
                <a:pPr algn="ctr" eaLnBrk="1" hangingPunct="1">
                  <a:lnSpc>
                    <a:spcPct val="130000"/>
                  </a:lnSpc>
                  <a:buClrTx/>
                  <a:buSzTx/>
                  <a:buNone/>
                </a:pPr>
                <a:r>
                  <a:rPr 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--</a:t>
                </a:r>
                <a:r>
                  <a:rPr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模块引用（require）</a:t>
                </a:r>
                <a:endParaRPr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29" name="Freeform 97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7881" y="6272"/>
              <a:ext cx="264" cy="356"/>
            </a:xfrm>
            <a:custGeom>
              <a:avLst/>
              <a:gdLst>
                <a:gd name="T0" fmla="*/ 4 w 20"/>
                <a:gd name="T1" fmla="*/ 27 h 27"/>
                <a:gd name="T2" fmla="*/ 5 w 20"/>
                <a:gd name="T3" fmla="*/ 27 h 27"/>
                <a:gd name="T4" fmla="*/ 6 w 20"/>
                <a:gd name="T5" fmla="*/ 27 h 27"/>
                <a:gd name="T6" fmla="*/ 20 w 20"/>
                <a:gd name="T7" fmla="*/ 8 h 27"/>
                <a:gd name="T8" fmla="*/ 20 w 20"/>
                <a:gd name="T9" fmla="*/ 7 h 27"/>
                <a:gd name="T10" fmla="*/ 19 w 20"/>
                <a:gd name="T11" fmla="*/ 6 h 27"/>
                <a:gd name="T12" fmla="*/ 1 w 20"/>
                <a:gd name="T13" fmla="*/ 1 h 27"/>
                <a:gd name="T14" fmla="*/ 0 w 20"/>
                <a:gd name="T15" fmla="*/ 3 h 27"/>
                <a:gd name="T16" fmla="*/ 3 w 20"/>
                <a:gd name="T17" fmla="*/ 26 h 27"/>
                <a:gd name="T18" fmla="*/ 4 w 20"/>
                <a:gd name="T19" fmla="*/ 27 h 27"/>
                <a:gd name="T20" fmla="*/ 16 w 20"/>
                <a:gd name="T21" fmla="*/ 8 h 27"/>
                <a:gd name="T22" fmla="*/ 5 w 20"/>
                <a:gd name="T23" fmla="*/ 22 h 27"/>
                <a:gd name="T24" fmla="*/ 3 w 20"/>
                <a:gd name="T25" fmla="*/ 4 h 27"/>
                <a:gd name="T26" fmla="*/ 16 w 20"/>
                <a:gd name="T27" fmla="*/ 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7">
                  <a:moveTo>
                    <a:pt x="4" y="27"/>
                  </a:moveTo>
                  <a:cubicBezTo>
                    <a:pt x="4" y="27"/>
                    <a:pt x="4" y="27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7"/>
                    <a:pt x="20" y="7"/>
                  </a:cubicBezTo>
                  <a:cubicBezTo>
                    <a:pt x="20" y="7"/>
                    <a:pt x="20" y="6"/>
                    <a:pt x="19" y="6"/>
                  </a:cubicBezTo>
                  <a:cubicBezTo>
                    <a:pt x="14" y="2"/>
                    <a:pt x="7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7"/>
                    <a:pt x="3" y="27"/>
                    <a:pt x="4" y="27"/>
                  </a:cubicBezTo>
                  <a:close/>
                  <a:moveTo>
                    <a:pt x="16" y="8"/>
                  </a:moveTo>
                  <a:cubicBezTo>
                    <a:pt x="5" y="22"/>
                    <a:pt x="5" y="22"/>
                    <a:pt x="5" y="2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8" y="4"/>
                    <a:pt x="12" y="5"/>
                    <a:pt x="16" y="8"/>
                  </a:cubicBezTo>
                  <a:close/>
                </a:path>
              </a:pathLst>
            </a:custGeom>
            <a:solidFill>
              <a:schemeClr val="lt2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49930" y="2162175"/>
            <a:ext cx="6301740" cy="4596765"/>
            <a:chOff x="5118" y="3405"/>
            <a:chExt cx="9924" cy="7239"/>
          </a:xfrm>
        </p:grpSpPr>
        <p:sp>
          <p:nvSpPr>
            <p:cNvPr id="34" name="Freeform 8"/>
            <p:cNvSpPr/>
            <p:nvPr>
              <p:custDataLst>
                <p:tags r:id="rId9"/>
              </p:custDataLst>
            </p:nvPr>
          </p:nvSpPr>
          <p:spPr bwMode="auto">
            <a:xfrm>
              <a:off x="7908" y="3405"/>
              <a:ext cx="3271" cy="3250"/>
            </a:xfrm>
            <a:custGeom>
              <a:avLst/>
              <a:gdLst>
                <a:gd name="T0" fmla="*/ 246 w 288"/>
                <a:gd name="T1" fmla="*/ 246 h 287"/>
                <a:gd name="T2" fmla="*/ 224 w 288"/>
                <a:gd name="T3" fmla="*/ 251 h 287"/>
                <a:gd name="T4" fmla="*/ 204 w 288"/>
                <a:gd name="T5" fmla="*/ 231 h 287"/>
                <a:gd name="T6" fmla="*/ 144 w 288"/>
                <a:gd name="T7" fmla="*/ 287 h 287"/>
                <a:gd name="T8" fmla="*/ 84 w 288"/>
                <a:gd name="T9" fmla="*/ 231 h 287"/>
                <a:gd name="T10" fmla="*/ 64 w 288"/>
                <a:gd name="T11" fmla="*/ 251 h 287"/>
                <a:gd name="T12" fmla="*/ 42 w 288"/>
                <a:gd name="T13" fmla="*/ 246 h 287"/>
                <a:gd name="T14" fmla="*/ 37 w 288"/>
                <a:gd name="T15" fmla="*/ 224 h 287"/>
                <a:gd name="T16" fmla="*/ 57 w 288"/>
                <a:gd name="T17" fmla="*/ 204 h 287"/>
                <a:gd name="T18" fmla="*/ 0 w 288"/>
                <a:gd name="T19" fmla="*/ 144 h 287"/>
                <a:gd name="T20" fmla="*/ 57 w 288"/>
                <a:gd name="T21" fmla="*/ 84 h 287"/>
                <a:gd name="T22" fmla="*/ 37 w 288"/>
                <a:gd name="T23" fmla="*/ 64 h 287"/>
                <a:gd name="T24" fmla="*/ 42 w 288"/>
                <a:gd name="T25" fmla="*/ 42 h 287"/>
                <a:gd name="T26" fmla="*/ 64 w 288"/>
                <a:gd name="T27" fmla="*/ 37 h 287"/>
                <a:gd name="T28" fmla="*/ 84 w 288"/>
                <a:gd name="T29" fmla="*/ 57 h 287"/>
                <a:gd name="T30" fmla="*/ 144 w 288"/>
                <a:gd name="T31" fmla="*/ 0 h 287"/>
                <a:gd name="T32" fmla="*/ 204 w 288"/>
                <a:gd name="T33" fmla="*/ 57 h 287"/>
                <a:gd name="T34" fmla="*/ 224 w 288"/>
                <a:gd name="T35" fmla="*/ 37 h 287"/>
                <a:gd name="T36" fmla="*/ 246 w 288"/>
                <a:gd name="T37" fmla="*/ 42 h 287"/>
                <a:gd name="T38" fmla="*/ 251 w 288"/>
                <a:gd name="T39" fmla="*/ 64 h 287"/>
                <a:gd name="T40" fmla="*/ 231 w 288"/>
                <a:gd name="T41" fmla="*/ 84 h 287"/>
                <a:gd name="T42" fmla="*/ 288 w 288"/>
                <a:gd name="T43" fmla="*/ 144 h 287"/>
                <a:gd name="T44" fmla="*/ 231 w 288"/>
                <a:gd name="T45" fmla="*/ 204 h 287"/>
                <a:gd name="T46" fmla="*/ 251 w 288"/>
                <a:gd name="T47" fmla="*/ 224 h 287"/>
                <a:gd name="T48" fmla="*/ 246 w 288"/>
                <a:gd name="T49" fmla="*/ 24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8" h="287">
                  <a:moveTo>
                    <a:pt x="246" y="246"/>
                  </a:moveTo>
                  <a:cubicBezTo>
                    <a:pt x="239" y="253"/>
                    <a:pt x="230" y="256"/>
                    <a:pt x="224" y="251"/>
                  </a:cubicBezTo>
                  <a:cubicBezTo>
                    <a:pt x="219" y="245"/>
                    <a:pt x="215" y="233"/>
                    <a:pt x="204" y="231"/>
                  </a:cubicBezTo>
                  <a:cubicBezTo>
                    <a:pt x="193" y="228"/>
                    <a:pt x="144" y="287"/>
                    <a:pt x="144" y="287"/>
                  </a:cubicBezTo>
                  <a:cubicBezTo>
                    <a:pt x="144" y="287"/>
                    <a:pt x="95" y="228"/>
                    <a:pt x="84" y="231"/>
                  </a:cubicBezTo>
                  <a:cubicBezTo>
                    <a:pt x="73" y="233"/>
                    <a:pt x="69" y="245"/>
                    <a:pt x="64" y="251"/>
                  </a:cubicBezTo>
                  <a:cubicBezTo>
                    <a:pt x="59" y="256"/>
                    <a:pt x="49" y="253"/>
                    <a:pt x="42" y="246"/>
                  </a:cubicBezTo>
                  <a:cubicBezTo>
                    <a:pt x="35" y="238"/>
                    <a:pt x="32" y="229"/>
                    <a:pt x="37" y="224"/>
                  </a:cubicBezTo>
                  <a:cubicBezTo>
                    <a:pt x="42" y="219"/>
                    <a:pt x="55" y="214"/>
                    <a:pt x="57" y="204"/>
                  </a:cubicBezTo>
                  <a:cubicBezTo>
                    <a:pt x="60" y="193"/>
                    <a:pt x="0" y="144"/>
                    <a:pt x="0" y="144"/>
                  </a:cubicBezTo>
                  <a:cubicBezTo>
                    <a:pt x="0" y="144"/>
                    <a:pt x="60" y="94"/>
                    <a:pt x="57" y="84"/>
                  </a:cubicBezTo>
                  <a:cubicBezTo>
                    <a:pt x="55" y="73"/>
                    <a:pt x="42" y="69"/>
                    <a:pt x="37" y="64"/>
                  </a:cubicBezTo>
                  <a:cubicBezTo>
                    <a:pt x="32" y="58"/>
                    <a:pt x="35" y="49"/>
                    <a:pt x="42" y="42"/>
                  </a:cubicBezTo>
                  <a:cubicBezTo>
                    <a:pt x="49" y="34"/>
                    <a:pt x="59" y="31"/>
                    <a:pt x="64" y="37"/>
                  </a:cubicBezTo>
                  <a:cubicBezTo>
                    <a:pt x="69" y="42"/>
                    <a:pt x="74" y="54"/>
                    <a:pt x="84" y="57"/>
                  </a:cubicBezTo>
                  <a:cubicBezTo>
                    <a:pt x="95" y="59"/>
                    <a:pt x="144" y="0"/>
                    <a:pt x="144" y="0"/>
                  </a:cubicBezTo>
                  <a:cubicBezTo>
                    <a:pt x="144" y="0"/>
                    <a:pt x="193" y="59"/>
                    <a:pt x="204" y="57"/>
                  </a:cubicBezTo>
                  <a:cubicBezTo>
                    <a:pt x="215" y="54"/>
                    <a:pt x="219" y="42"/>
                    <a:pt x="224" y="37"/>
                  </a:cubicBezTo>
                  <a:cubicBezTo>
                    <a:pt x="230" y="31"/>
                    <a:pt x="239" y="34"/>
                    <a:pt x="246" y="42"/>
                  </a:cubicBezTo>
                  <a:cubicBezTo>
                    <a:pt x="253" y="49"/>
                    <a:pt x="256" y="58"/>
                    <a:pt x="251" y="64"/>
                  </a:cubicBezTo>
                  <a:cubicBezTo>
                    <a:pt x="246" y="69"/>
                    <a:pt x="233" y="73"/>
                    <a:pt x="231" y="84"/>
                  </a:cubicBezTo>
                  <a:cubicBezTo>
                    <a:pt x="228" y="94"/>
                    <a:pt x="288" y="144"/>
                    <a:pt x="288" y="144"/>
                  </a:cubicBezTo>
                  <a:cubicBezTo>
                    <a:pt x="288" y="144"/>
                    <a:pt x="228" y="193"/>
                    <a:pt x="231" y="204"/>
                  </a:cubicBezTo>
                  <a:cubicBezTo>
                    <a:pt x="233" y="214"/>
                    <a:pt x="246" y="219"/>
                    <a:pt x="251" y="224"/>
                  </a:cubicBezTo>
                  <a:cubicBezTo>
                    <a:pt x="256" y="229"/>
                    <a:pt x="253" y="238"/>
                    <a:pt x="246" y="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 20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9074" y="4528"/>
              <a:ext cx="913" cy="846"/>
            </a:xfrm>
            <a:custGeom>
              <a:avLst/>
              <a:gdLst>
                <a:gd name="T0" fmla="*/ 57 w 69"/>
                <a:gd name="T1" fmla="*/ 6 h 64"/>
                <a:gd name="T2" fmla="*/ 56 w 69"/>
                <a:gd name="T3" fmla="*/ 0 h 64"/>
                <a:gd name="T4" fmla="*/ 38 w 69"/>
                <a:gd name="T5" fmla="*/ 0 h 64"/>
                <a:gd name="T6" fmla="*/ 13 w 69"/>
                <a:gd name="T7" fmla="*/ 0 h 64"/>
                <a:gd name="T8" fmla="*/ 12 w 69"/>
                <a:gd name="T9" fmla="*/ 6 h 64"/>
                <a:gd name="T10" fmla="*/ 0 w 69"/>
                <a:gd name="T11" fmla="*/ 9 h 64"/>
                <a:gd name="T12" fmla="*/ 20 w 69"/>
                <a:gd name="T13" fmla="*/ 35 h 64"/>
                <a:gd name="T14" fmla="*/ 21 w 69"/>
                <a:gd name="T15" fmla="*/ 35 h 64"/>
                <a:gd name="T16" fmla="*/ 15 w 69"/>
                <a:gd name="T17" fmla="*/ 57 h 64"/>
                <a:gd name="T18" fmla="*/ 14 w 69"/>
                <a:gd name="T19" fmla="*/ 63 h 64"/>
                <a:gd name="T20" fmla="*/ 37 w 69"/>
                <a:gd name="T21" fmla="*/ 64 h 64"/>
                <a:gd name="T22" fmla="*/ 54 w 69"/>
                <a:gd name="T23" fmla="*/ 64 h 64"/>
                <a:gd name="T24" fmla="*/ 55 w 69"/>
                <a:gd name="T25" fmla="*/ 59 h 64"/>
                <a:gd name="T26" fmla="*/ 45 w 69"/>
                <a:gd name="T27" fmla="*/ 49 h 64"/>
                <a:gd name="T28" fmla="*/ 49 w 69"/>
                <a:gd name="T29" fmla="*/ 35 h 64"/>
                <a:gd name="T30" fmla="*/ 66 w 69"/>
                <a:gd name="T31" fmla="*/ 22 h 64"/>
                <a:gd name="T32" fmla="*/ 65 w 69"/>
                <a:gd name="T33" fmla="*/ 6 h 64"/>
                <a:gd name="T34" fmla="*/ 4 w 69"/>
                <a:gd name="T35" fmla="*/ 9 h 64"/>
                <a:gd name="T36" fmla="*/ 12 w 69"/>
                <a:gd name="T37" fmla="*/ 9 h 64"/>
                <a:gd name="T38" fmla="*/ 14 w 69"/>
                <a:gd name="T39" fmla="*/ 17 h 64"/>
                <a:gd name="T40" fmla="*/ 14 w 69"/>
                <a:gd name="T41" fmla="*/ 18 h 64"/>
                <a:gd name="T42" fmla="*/ 6 w 69"/>
                <a:gd name="T43" fmla="*/ 20 h 64"/>
                <a:gd name="T44" fmla="*/ 42 w 69"/>
                <a:gd name="T45" fmla="*/ 51 h 64"/>
                <a:gd name="T46" fmla="*/ 52 w 69"/>
                <a:gd name="T47" fmla="*/ 61 h 64"/>
                <a:gd name="T48" fmla="*/ 37 w 69"/>
                <a:gd name="T49" fmla="*/ 61 h 64"/>
                <a:gd name="T50" fmla="*/ 17 w 69"/>
                <a:gd name="T51" fmla="*/ 60 h 64"/>
                <a:gd name="T52" fmla="*/ 37 w 69"/>
                <a:gd name="T53" fmla="*/ 51 h 64"/>
                <a:gd name="T54" fmla="*/ 37 w 69"/>
                <a:gd name="T55" fmla="*/ 48 h 64"/>
                <a:gd name="T56" fmla="*/ 24 w 69"/>
                <a:gd name="T57" fmla="*/ 33 h 64"/>
                <a:gd name="T58" fmla="*/ 31 w 69"/>
                <a:gd name="T59" fmla="*/ 26 h 64"/>
                <a:gd name="T60" fmla="*/ 31 w 69"/>
                <a:gd name="T61" fmla="*/ 23 h 64"/>
                <a:gd name="T62" fmla="*/ 18 w 69"/>
                <a:gd name="T63" fmla="*/ 19 h 64"/>
                <a:gd name="T64" fmla="*/ 41 w 69"/>
                <a:gd name="T65" fmla="*/ 17 h 64"/>
                <a:gd name="T66" fmla="*/ 17 w 69"/>
                <a:gd name="T67" fmla="*/ 16 h 64"/>
                <a:gd name="T68" fmla="*/ 48 w 69"/>
                <a:gd name="T69" fmla="*/ 11 h 64"/>
                <a:gd name="T70" fmla="*/ 48 w 69"/>
                <a:gd name="T71" fmla="*/ 8 h 64"/>
                <a:gd name="T72" fmla="*/ 15 w 69"/>
                <a:gd name="T73" fmla="*/ 3 h 64"/>
                <a:gd name="T74" fmla="*/ 38 w 69"/>
                <a:gd name="T75" fmla="*/ 3 h 64"/>
                <a:gd name="T76" fmla="*/ 54 w 69"/>
                <a:gd name="T77" fmla="*/ 3 h 64"/>
                <a:gd name="T78" fmla="*/ 63 w 69"/>
                <a:gd name="T79" fmla="*/ 20 h 64"/>
                <a:gd name="T80" fmla="*/ 57 w 69"/>
                <a:gd name="T81" fmla="*/ 9 h 64"/>
                <a:gd name="T82" fmla="*/ 65 w 69"/>
                <a:gd name="T83" fmla="*/ 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9" h="64">
                  <a:moveTo>
                    <a:pt x="65" y="6"/>
                  </a:moveTo>
                  <a:cubicBezTo>
                    <a:pt x="57" y="6"/>
                    <a:pt x="57" y="6"/>
                    <a:pt x="57" y="6"/>
                  </a:cubicBezTo>
                  <a:cubicBezTo>
                    <a:pt x="58" y="3"/>
                    <a:pt x="58" y="1"/>
                    <a:pt x="58" y="1"/>
                  </a:cubicBezTo>
                  <a:cubicBezTo>
                    <a:pt x="58" y="0"/>
                    <a:pt x="57" y="0"/>
                    <a:pt x="5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1"/>
                  </a:cubicBezTo>
                  <a:cubicBezTo>
                    <a:pt x="12" y="1"/>
                    <a:pt x="12" y="3"/>
                    <a:pt x="12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7"/>
                    <a:pt x="0" y="9"/>
                  </a:cubicBezTo>
                  <a:cubicBezTo>
                    <a:pt x="0" y="10"/>
                    <a:pt x="0" y="16"/>
                    <a:pt x="3" y="22"/>
                  </a:cubicBezTo>
                  <a:cubicBezTo>
                    <a:pt x="6" y="30"/>
                    <a:pt x="12" y="34"/>
                    <a:pt x="20" y="35"/>
                  </a:cubicBezTo>
                  <a:cubicBezTo>
                    <a:pt x="20" y="35"/>
                    <a:pt x="20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5" y="41"/>
                    <a:pt x="26" y="46"/>
                    <a:pt x="24" y="49"/>
                  </a:cubicBezTo>
                  <a:cubicBezTo>
                    <a:pt x="23" y="53"/>
                    <a:pt x="18" y="57"/>
                    <a:pt x="15" y="57"/>
                  </a:cubicBezTo>
                  <a:cubicBezTo>
                    <a:pt x="14" y="58"/>
                    <a:pt x="14" y="58"/>
                    <a:pt x="14" y="59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4"/>
                    <a:pt x="15" y="64"/>
                    <a:pt x="16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5" y="64"/>
                    <a:pt x="55" y="64"/>
                    <a:pt x="55" y="63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58"/>
                    <a:pt x="55" y="58"/>
                    <a:pt x="54" y="57"/>
                  </a:cubicBezTo>
                  <a:cubicBezTo>
                    <a:pt x="51" y="57"/>
                    <a:pt x="47" y="53"/>
                    <a:pt x="45" y="49"/>
                  </a:cubicBezTo>
                  <a:cubicBezTo>
                    <a:pt x="44" y="46"/>
                    <a:pt x="45" y="41"/>
                    <a:pt x="48" y="35"/>
                  </a:cubicBezTo>
                  <a:cubicBezTo>
                    <a:pt x="48" y="35"/>
                    <a:pt x="48" y="35"/>
                    <a:pt x="49" y="35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57" y="34"/>
                    <a:pt x="63" y="30"/>
                    <a:pt x="66" y="22"/>
                  </a:cubicBezTo>
                  <a:cubicBezTo>
                    <a:pt x="69" y="16"/>
                    <a:pt x="69" y="10"/>
                    <a:pt x="69" y="9"/>
                  </a:cubicBezTo>
                  <a:cubicBezTo>
                    <a:pt x="69" y="7"/>
                    <a:pt x="67" y="6"/>
                    <a:pt x="65" y="6"/>
                  </a:cubicBezTo>
                  <a:close/>
                  <a:moveTo>
                    <a:pt x="6" y="20"/>
                  </a:moveTo>
                  <a:cubicBezTo>
                    <a:pt x="4" y="15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3" y="10"/>
                  </a:cubicBezTo>
                  <a:cubicBezTo>
                    <a:pt x="13" y="12"/>
                    <a:pt x="13" y="14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22"/>
                    <a:pt x="17" y="27"/>
                    <a:pt x="19" y="31"/>
                  </a:cubicBezTo>
                  <a:cubicBezTo>
                    <a:pt x="13" y="30"/>
                    <a:pt x="9" y="27"/>
                    <a:pt x="6" y="20"/>
                  </a:cubicBezTo>
                  <a:close/>
                  <a:moveTo>
                    <a:pt x="45" y="33"/>
                  </a:moveTo>
                  <a:cubicBezTo>
                    <a:pt x="41" y="41"/>
                    <a:pt x="40" y="46"/>
                    <a:pt x="42" y="51"/>
                  </a:cubicBezTo>
                  <a:cubicBezTo>
                    <a:pt x="44" y="55"/>
                    <a:pt x="48" y="59"/>
                    <a:pt x="52" y="60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1" y="59"/>
                    <a:pt x="25" y="55"/>
                    <a:pt x="27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8" y="51"/>
                    <a:pt x="39" y="50"/>
                    <a:pt x="39" y="49"/>
                  </a:cubicBezTo>
                  <a:cubicBezTo>
                    <a:pt x="39" y="49"/>
                    <a:pt x="38" y="48"/>
                    <a:pt x="37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4"/>
                    <a:pt x="27" y="39"/>
                    <a:pt x="24" y="33"/>
                  </a:cubicBezTo>
                  <a:cubicBezTo>
                    <a:pt x="23" y="31"/>
                    <a:pt x="22" y="28"/>
                    <a:pt x="2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2" y="26"/>
                    <a:pt x="32" y="25"/>
                    <a:pt x="32" y="25"/>
                  </a:cubicBezTo>
                  <a:cubicBezTo>
                    <a:pt x="32" y="24"/>
                    <a:pt x="32" y="23"/>
                    <a:pt x="31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22"/>
                    <a:pt x="18" y="20"/>
                    <a:pt x="1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41" y="18"/>
                    <a:pt x="41" y="17"/>
                  </a:cubicBezTo>
                  <a:cubicBezTo>
                    <a:pt x="41" y="16"/>
                    <a:pt x="40" y="16"/>
                    <a:pt x="39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4"/>
                    <a:pt x="16" y="12"/>
                    <a:pt x="16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9" y="11"/>
                    <a:pt x="49" y="10"/>
                    <a:pt x="49" y="9"/>
                  </a:cubicBezTo>
                  <a:cubicBezTo>
                    <a:pt x="49" y="8"/>
                    <a:pt x="49" y="8"/>
                    <a:pt x="48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5" y="6"/>
                    <a:pt x="15" y="4"/>
                    <a:pt x="15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7"/>
                    <a:pt x="53" y="19"/>
                    <a:pt x="45" y="33"/>
                  </a:cubicBezTo>
                  <a:close/>
                  <a:moveTo>
                    <a:pt x="63" y="20"/>
                  </a:moveTo>
                  <a:cubicBezTo>
                    <a:pt x="60" y="27"/>
                    <a:pt x="56" y="30"/>
                    <a:pt x="50" y="31"/>
                  </a:cubicBezTo>
                  <a:cubicBezTo>
                    <a:pt x="54" y="23"/>
                    <a:pt x="56" y="15"/>
                    <a:pt x="57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10"/>
                    <a:pt x="65" y="15"/>
                    <a:pt x="63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TextBox 3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515" y="8613"/>
              <a:ext cx="4057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rPr>
                <a:t>属性</a:t>
              </a:r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rPr>
                <a:t>私有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33" name="TextBox 3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118" y="9440"/>
              <a:ext cx="9924" cy="1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在模块中默认创建的属性都是私有的，也就是说，在一个文件中定义的变量（还包括函数和类）对其他文件是不可见的。</a:t>
              </a:r>
              <a:endPara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059805" y="3190240"/>
            <a:ext cx="2070100" cy="2070100"/>
            <a:chOff x="9543" y="5024"/>
            <a:chExt cx="3260" cy="3260"/>
          </a:xfrm>
        </p:grpSpPr>
        <p:sp>
          <p:nvSpPr>
            <p:cNvPr id="43" name="Freeform 7"/>
            <p:cNvSpPr/>
            <p:nvPr>
              <p:custDataLst>
                <p:tags r:id="rId13"/>
              </p:custDataLst>
            </p:nvPr>
          </p:nvSpPr>
          <p:spPr bwMode="auto">
            <a:xfrm>
              <a:off x="9543" y="5024"/>
              <a:ext cx="3260" cy="3261"/>
            </a:xfrm>
            <a:custGeom>
              <a:avLst/>
              <a:gdLst>
                <a:gd name="T0" fmla="*/ 0 w 287"/>
                <a:gd name="T1" fmla="*/ 144 h 288"/>
                <a:gd name="T2" fmla="*/ 56 w 287"/>
                <a:gd name="T3" fmla="*/ 204 h 288"/>
                <a:gd name="T4" fmla="*/ 36 w 287"/>
                <a:gd name="T5" fmla="*/ 224 h 288"/>
                <a:gd name="T6" fmla="*/ 41 w 287"/>
                <a:gd name="T7" fmla="*/ 246 h 288"/>
                <a:gd name="T8" fmla="*/ 63 w 287"/>
                <a:gd name="T9" fmla="*/ 251 h 288"/>
                <a:gd name="T10" fmla="*/ 83 w 287"/>
                <a:gd name="T11" fmla="*/ 231 h 288"/>
                <a:gd name="T12" fmla="*/ 143 w 287"/>
                <a:gd name="T13" fmla="*/ 288 h 288"/>
                <a:gd name="T14" fmla="*/ 200 w 287"/>
                <a:gd name="T15" fmla="*/ 228 h 288"/>
                <a:gd name="T16" fmla="*/ 180 w 287"/>
                <a:gd name="T17" fmla="*/ 207 h 288"/>
                <a:gd name="T18" fmla="*/ 185 w 287"/>
                <a:gd name="T19" fmla="*/ 185 h 288"/>
                <a:gd name="T20" fmla="*/ 207 w 287"/>
                <a:gd name="T21" fmla="*/ 181 h 288"/>
                <a:gd name="T22" fmla="*/ 227 w 287"/>
                <a:gd name="T23" fmla="*/ 201 h 288"/>
                <a:gd name="T24" fmla="*/ 287 w 287"/>
                <a:gd name="T25" fmla="*/ 144 h 288"/>
                <a:gd name="T26" fmla="*/ 230 w 287"/>
                <a:gd name="T27" fmla="*/ 84 h 288"/>
                <a:gd name="T28" fmla="*/ 250 w 287"/>
                <a:gd name="T29" fmla="*/ 64 h 288"/>
                <a:gd name="T30" fmla="*/ 245 w 287"/>
                <a:gd name="T31" fmla="*/ 42 h 288"/>
                <a:gd name="T32" fmla="*/ 223 w 287"/>
                <a:gd name="T33" fmla="*/ 37 h 288"/>
                <a:gd name="T34" fmla="*/ 203 w 287"/>
                <a:gd name="T35" fmla="*/ 57 h 288"/>
                <a:gd name="T36" fmla="*/ 143 w 287"/>
                <a:gd name="T37" fmla="*/ 0 h 288"/>
                <a:gd name="T38" fmla="*/ 87 w 287"/>
                <a:gd name="T39" fmla="*/ 61 h 288"/>
                <a:gd name="T40" fmla="*/ 107 w 287"/>
                <a:gd name="T41" fmla="*/ 81 h 288"/>
                <a:gd name="T42" fmla="*/ 102 w 287"/>
                <a:gd name="T43" fmla="*/ 103 h 288"/>
                <a:gd name="T44" fmla="*/ 80 w 287"/>
                <a:gd name="T45" fmla="*/ 108 h 288"/>
                <a:gd name="T46" fmla="*/ 60 w 287"/>
                <a:gd name="T47" fmla="*/ 87 h 288"/>
                <a:gd name="T48" fmla="*/ 0 w 287"/>
                <a:gd name="T49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288">
                  <a:moveTo>
                    <a:pt x="0" y="144"/>
                  </a:moveTo>
                  <a:cubicBezTo>
                    <a:pt x="0" y="144"/>
                    <a:pt x="59" y="194"/>
                    <a:pt x="56" y="204"/>
                  </a:cubicBezTo>
                  <a:cubicBezTo>
                    <a:pt x="54" y="215"/>
                    <a:pt x="42" y="219"/>
                    <a:pt x="36" y="224"/>
                  </a:cubicBezTo>
                  <a:cubicBezTo>
                    <a:pt x="31" y="230"/>
                    <a:pt x="34" y="239"/>
                    <a:pt x="41" y="246"/>
                  </a:cubicBezTo>
                  <a:cubicBezTo>
                    <a:pt x="49" y="254"/>
                    <a:pt x="58" y="256"/>
                    <a:pt x="63" y="251"/>
                  </a:cubicBezTo>
                  <a:cubicBezTo>
                    <a:pt x="69" y="246"/>
                    <a:pt x="73" y="233"/>
                    <a:pt x="83" y="231"/>
                  </a:cubicBezTo>
                  <a:cubicBezTo>
                    <a:pt x="94" y="228"/>
                    <a:pt x="143" y="288"/>
                    <a:pt x="143" y="288"/>
                  </a:cubicBezTo>
                  <a:cubicBezTo>
                    <a:pt x="143" y="288"/>
                    <a:pt x="202" y="238"/>
                    <a:pt x="200" y="228"/>
                  </a:cubicBezTo>
                  <a:cubicBezTo>
                    <a:pt x="197" y="217"/>
                    <a:pt x="185" y="213"/>
                    <a:pt x="180" y="207"/>
                  </a:cubicBezTo>
                  <a:cubicBezTo>
                    <a:pt x="174" y="202"/>
                    <a:pt x="177" y="193"/>
                    <a:pt x="185" y="185"/>
                  </a:cubicBezTo>
                  <a:cubicBezTo>
                    <a:pt x="192" y="178"/>
                    <a:pt x="201" y="175"/>
                    <a:pt x="207" y="181"/>
                  </a:cubicBezTo>
                  <a:cubicBezTo>
                    <a:pt x="212" y="186"/>
                    <a:pt x="216" y="198"/>
                    <a:pt x="227" y="201"/>
                  </a:cubicBezTo>
                  <a:cubicBezTo>
                    <a:pt x="237" y="203"/>
                    <a:pt x="287" y="144"/>
                    <a:pt x="287" y="144"/>
                  </a:cubicBezTo>
                  <a:cubicBezTo>
                    <a:pt x="287" y="144"/>
                    <a:pt x="228" y="95"/>
                    <a:pt x="230" y="84"/>
                  </a:cubicBezTo>
                  <a:cubicBezTo>
                    <a:pt x="233" y="74"/>
                    <a:pt x="245" y="69"/>
                    <a:pt x="250" y="64"/>
                  </a:cubicBezTo>
                  <a:cubicBezTo>
                    <a:pt x="256" y="59"/>
                    <a:pt x="253" y="49"/>
                    <a:pt x="245" y="42"/>
                  </a:cubicBezTo>
                  <a:cubicBezTo>
                    <a:pt x="238" y="35"/>
                    <a:pt x="229" y="32"/>
                    <a:pt x="223" y="37"/>
                  </a:cubicBezTo>
                  <a:cubicBezTo>
                    <a:pt x="218" y="42"/>
                    <a:pt x="214" y="55"/>
                    <a:pt x="203" y="57"/>
                  </a:cubicBezTo>
                  <a:cubicBezTo>
                    <a:pt x="193" y="60"/>
                    <a:pt x="143" y="0"/>
                    <a:pt x="143" y="0"/>
                  </a:cubicBezTo>
                  <a:cubicBezTo>
                    <a:pt x="143" y="0"/>
                    <a:pt x="84" y="50"/>
                    <a:pt x="87" y="61"/>
                  </a:cubicBezTo>
                  <a:cubicBezTo>
                    <a:pt x="89" y="71"/>
                    <a:pt x="101" y="75"/>
                    <a:pt x="107" y="81"/>
                  </a:cubicBezTo>
                  <a:cubicBezTo>
                    <a:pt x="112" y="86"/>
                    <a:pt x="109" y="95"/>
                    <a:pt x="102" y="103"/>
                  </a:cubicBezTo>
                  <a:cubicBezTo>
                    <a:pt x="94" y="110"/>
                    <a:pt x="85" y="113"/>
                    <a:pt x="80" y="108"/>
                  </a:cubicBezTo>
                  <a:cubicBezTo>
                    <a:pt x="75" y="102"/>
                    <a:pt x="70" y="90"/>
                    <a:pt x="60" y="87"/>
                  </a:cubicBezTo>
                  <a:cubicBezTo>
                    <a:pt x="49" y="85"/>
                    <a:pt x="0" y="144"/>
                    <a:pt x="0" y="1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 19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801" y="6239"/>
              <a:ext cx="754" cy="817"/>
            </a:xfrm>
            <a:custGeom>
              <a:avLst/>
              <a:gdLst>
                <a:gd name="T0" fmla="*/ 34 w 57"/>
                <a:gd name="T1" fmla="*/ 0 h 62"/>
                <a:gd name="T2" fmla="*/ 32 w 57"/>
                <a:gd name="T3" fmla="*/ 10 h 62"/>
                <a:gd name="T4" fmla="*/ 30 w 57"/>
                <a:gd name="T5" fmla="*/ 25 h 62"/>
                <a:gd name="T6" fmla="*/ 28 w 57"/>
                <a:gd name="T7" fmla="*/ 25 h 62"/>
                <a:gd name="T8" fmla="*/ 24 w 57"/>
                <a:gd name="T9" fmla="*/ 25 h 62"/>
                <a:gd name="T10" fmla="*/ 24 w 57"/>
                <a:gd name="T11" fmla="*/ 2 h 62"/>
                <a:gd name="T12" fmla="*/ 1 w 57"/>
                <a:gd name="T13" fmla="*/ 0 h 62"/>
                <a:gd name="T14" fmla="*/ 0 w 57"/>
                <a:gd name="T15" fmla="*/ 10 h 62"/>
                <a:gd name="T16" fmla="*/ 0 w 57"/>
                <a:gd name="T17" fmla="*/ 28 h 62"/>
                <a:gd name="T18" fmla="*/ 8 w 57"/>
                <a:gd name="T19" fmla="*/ 60 h 62"/>
                <a:gd name="T20" fmla="*/ 27 w 57"/>
                <a:gd name="T21" fmla="*/ 62 h 62"/>
                <a:gd name="T22" fmla="*/ 30 w 57"/>
                <a:gd name="T23" fmla="*/ 62 h 62"/>
                <a:gd name="T24" fmla="*/ 48 w 57"/>
                <a:gd name="T25" fmla="*/ 60 h 62"/>
                <a:gd name="T26" fmla="*/ 56 w 57"/>
                <a:gd name="T27" fmla="*/ 28 h 62"/>
                <a:gd name="T28" fmla="*/ 57 w 57"/>
                <a:gd name="T29" fmla="*/ 10 h 62"/>
                <a:gd name="T30" fmla="*/ 55 w 57"/>
                <a:gd name="T31" fmla="*/ 0 h 62"/>
                <a:gd name="T32" fmla="*/ 21 w 57"/>
                <a:gd name="T33" fmla="*/ 4 h 62"/>
                <a:gd name="T34" fmla="*/ 3 w 57"/>
                <a:gd name="T35" fmla="*/ 9 h 62"/>
                <a:gd name="T36" fmla="*/ 10 w 57"/>
                <a:gd name="T37" fmla="*/ 48 h 62"/>
                <a:gd name="T38" fmla="*/ 3 w 57"/>
                <a:gd name="T39" fmla="*/ 12 h 62"/>
                <a:gd name="T40" fmla="*/ 10 w 57"/>
                <a:gd name="T41" fmla="*/ 48 h 62"/>
                <a:gd name="T42" fmla="*/ 12 w 57"/>
                <a:gd name="T43" fmla="*/ 59 h 62"/>
                <a:gd name="T44" fmla="*/ 25 w 57"/>
                <a:gd name="T45" fmla="*/ 54 h 62"/>
                <a:gd name="T46" fmla="*/ 25 w 57"/>
                <a:gd name="T47" fmla="*/ 43 h 62"/>
                <a:gd name="T48" fmla="*/ 13 w 57"/>
                <a:gd name="T49" fmla="*/ 50 h 62"/>
                <a:gd name="T50" fmla="*/ 21 w 57"/>
                <a:gd name="T51" fmla="*/ 12 h 62"/>
                <a:gd name="T52" fmla="*/ 22 w 57"/>
                <a:gd name="T53" fmla="*/ 29 h 62"/>
                <a:gd name="T54" fmla="*/ 25 w 57"/>
                <a:gd name="T55" fmla="*/ 36 h 62"/>
                <a:gd name="T56" fmla="*/ 31 w 57"/>
                <a:gd name="T57" fmla="*/ 29 h 62"/>
                <a:gd name="T58" fmla="*/ 36 w 57"/>
                <a:gd name="T59" fmla="*/ 27 h 62"/>
                <a:gd name="T60" fmla="*/ 43 w 57"/>
                <a:gd name="T61" fmla="*/ 12 h 62"/>
                <a:gd name="T62" fmla="*/ 31 w 57"/>
                <a:gd name="T63" fmla="*/ 50 h 62"/>
                <a:gd name="T64" fmla="*/ 25 w 57"/>
                <a:gd name="T65" fmla="*/ 43 h 62"/>
                <a:gd name="T66" fmla="*/ 31 w 57"/>
                <a:gd name="T67" fmla="*/ 59 h 62"/>
                <a:gd name="T68" fmla="*/ 45 w 57"/>
                <a:gd name="T69" fmla="*/ 54 h 62"/>
                <a:gd name="T70" fmla="*/ 53 w 57"/>
                <a:gd name="T71" fmla="*/ 27 h 62"/>
                <a:gd name="T72" fmla="*/ 46 w 57"/>
                <a:gd name="T73" fmla="*/ 12 h 62"/>
                <a:gd name="T74" fmla="*/ 53 w 57"/>
                <a:gd name="T75" fmla="*/ 27 h 62"/>
                <a:gd name="T76" fmla="*/ 36 w 57"/>
                <a:gd name="T77" fmla="*/ 9 h 62"/>
                <a:gd name="T78" fmla="*/ 53 w 57"/>
                <a:gd name="T79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7" h="62">
                  <a:moveTo>
                    <a:pt x="5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0"/>
                    <a:pt x="32" y="1"/>
                    <a:pt x="32" y="2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8" y="61"/>
                    <a:pt x="9" y="62"/>
                    <a:pt x="10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62"/>
                    <a:pt x="28" y="62"/>
                    <a:pt x="28" y="61"/>
                  </a:cubicBezTo>
                  <a:cubicBezTo>
                    <a:pt x="28" y="62"/>
                    <a:pt x="29" y="62"/>
                    <a:pt x="30" y="62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47" y="62"/>
                    <a:pt x="48" y="61"/>
                    <a:pt x="48" y="60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7"/>
                    <a:pt x="57" y="27"/>
                    <a:pt x="57" y="27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1"/>
                    <a:pt x="56" y="0"/>
                    <a:pt x="55" y="0"/>
                  </a:cubicBezTo>
                  <a:close/>
                  <a:moveTo>
                    <a:pt x="3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3" y="9"/>
                    <a:pt x="3" y="9"/>
                    <a:pt x="3" y="9"/>
                  </a:cubicBezTo>
                  <a:lnTo>
                    <a:pt x="3" y="4"/>
                  </a:lnTo>
                  <a:close/>
                  <a:moveTo>
                    <a:pt x="10" y="48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0" y="12"/>
                    <a:pt x="10" y="12"/>
                    <a:pt x="10" y="12"/>
                  </a:cubicBezTo>
                  <a:lnTo>
                    <a:pt x="10" y="48"/>
                  </a:lnTo>
                  <a:close/>
                  <a:moveTo>
                    <a:pt x="25" y="59"/>
                  </a:moveTo>
                  <a:cubicBezTo>
                    <a:pt x="12" y="59"/>
                    <a:pt x="12" y="59"/>
                    <a:pt x="12" y="59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25" y="54"/>
                    <a:pt x="25" y="54"/>
                    <a:pt x="25" y="54"/>
                  </a:cubicBezTo>
                  <a:lnTo>
                    <a:pt x="25" y="59"/>
                  </a:lnTo>
                  <a:close/>
                  <a:moveTo>
                    <a:pt x="25" y="43"/>
                  </a:moveTo>
                  <a:cubicBezTo>
                    <a:pt x="25" y="50"/>
                    <a:pt x="25" y="50"/>
                    <a:pt x="25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1" y="29"/>
                    <a:pt x="22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9"/>
                    <a:pt x="36" y="28"/>
                    <a:pt x="36" y="27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25" y="43"/>
                  </a:lnTo>
                  <a:close/>
                  <a:moveTo>
                    <a:pt x="45" y="59"/>
                  </a:moveTo>
                  <a:cubicBezTo>
                    <a:pt x="31" y="59"/>
                    <a:pt x="31" y="59"/>
                    <a:pt x="31" y="59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45" y="54"/>
                    <a:pt x="45" y="54"/>
                    <a:pt x="45" y="54"/>
                  </a:cubicBezTo>
                  <a:lnTo>
                    <a:pt x="45" y="59"/>
                  </a:lnTo>
                  <a:close/>
                  <a:moveTo>
                    <a:pt x="53" y="27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53" y="12"/>
                    <a:pt x="53" y="12"/>
                    <a:pt x="53" y="12"/>
                  </a:cubicBezTo>
                  <a:lnTo>
                    <a:pt x="53" y="27"/>
                  </a:lnTo>
                  <a:close/>
                  <a:moveTo>
                    <a:pt x="53" y="9"/>
                  </a:moveTo>
                  <a:cubicBezTo>
                    <a:pt x="36" y="9"/>
                    <a:pt x="36" y="9"/>
                    <a:pt x="36" y="9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53" y="4"/>
                    <a:pt x="53" y="4"/>
                    <a:pt x="53" y="4"/>
                  </a:cubicBezTo>
                  <a:lnTo>
                    <a:pt x="53" y="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0" name="TextBox 31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714740" y="3209925"/>
            <a:ext cx="163004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rPr>
              <a:t>模块</a:t>
            </a:r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rPr>
              <a:t>导出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41" name="TextBox 30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242300" y="3677285"/>
            <a:ext cx="3423920" cy="148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模块实现方案允许某个模块对外导出（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exports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）部分接口并且由其他模块导入（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require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）使用。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exports.属性或方法名=值;</a:t>
            </a: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圆角矩形 8"/>
          <p:cNvSpPr/>
          <p:nvPr>
            <p:custDataLst>
              <p:tags r:id="rId17"/>
            </p:custDataLst>
          </p:nvPr>
        </p:nvSpPr>
        <p:spPr>
          <a:xfrm>
            <a:off x="975995" y="1037590"/>
            <a:ext cx="9901555" cy="1051560"/>
          </a:xfrm>
          <a:prstGeom prst="roundRect">
            <a:avLst>
              <a:gd name="adj" fmla="val 14029"/>
            </a:avLst>
          </a:prstGeom>
          <a:solidFill>
            <a:schemeClr val="accent2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CommonJS 是一套约定标准，旨在让浏览器之外的JavaScript（比如服务器端或者桌面端）能够通过模块化的方式来开发和协作。</a:t>
            </a:r>
            <a:endParaRPr sz="20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 的模块系统，就是参照 CommonJS 规范实现的。</a:t>
            </a:r>
            <a:endParaRPr sz="20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41" grpId="0"/>
      <p:bldP spid="40" grpId="0"/>
      <p:bldP spid="41" grpId="1"/>
      <p:bldP spid="4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44107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模块化规范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Common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JS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85190" y="2292985"/>
            <a:ext cx="2552700" cy="1998345"/>
            <a:chOff x="1394" y="3611"/>
            <a:chExt cx="4020" cy="3147"/>
          </a:xfrm>
        </p:grpSpPr>
        <p:sp>
          <p:nvSpPr>
            <p:cNvPr id="36" name="椭圆"/>
            <p:cNvSpPr/>
            <p:nvPr>
              <p:custDataLst>
                <p:tags r:id="rId3"/>
              </p:custDataLst>
            </p:nvPr>
          </p:nvSpPr>
          <p:spPr>
            <a:xfrm>
              <a:off x="2257" y="4955"/>
              <a:ext cx="1744" cy="1745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0">
                    <a:schemeClr val="accent1"/>
                  </a:gs>
                  <a:gs pos="88000">
                    <a:schemeClr val="accent1">
                      <a:alpha val="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9710" tIns="54855" rIns="109710" bIns="548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bg-BG" sz="2400" b="0" i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2" name="椭圆 1"/>
            <p:cNvSpPr/>
            <p:nvPr>
              <p:custDataLst>
                <p:tags r:id="rId4"/>
              </p:custDataLst>
            </p:nvPr>
          </p:nvSpPr>
          <p:spPr>
            <a:xfrm>
              <a:off x="2418" y="5116"/>
              <a:ext cx="1421" cy="1422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chemeClr val="lt1">
                      <a:lumMod val="100000"/>
                    </a:schemeClr>
                  </a:solidFill>
                  <a:latin typeface="+mn-ea"/>
                  <a:cs typeface="+mn-ea"/>
                  <a:sym typeface="+mn-ea"/>
                </a:rPr>
                <a:t>01</a:t>
              </a:r>
              <a:endParaRPr lang="en-US" altLang="zh-CN" sz="2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38" name="弧形 85"/>
            <p:cNvSpPr/>
            <p:nvPr>
              <p:custDataLst>
                <p:tags r:id="rId5"/>
              </p:custDataLst>
            </p:nvPr>
          </p:nvSpPr>
          <p:spPr>
            <a:xfrm rot="16200000">
              <a:off x="2128" y="4886"/>
              <a:ext cx="1873" cy="1873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 cap="rnd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400" b="0" i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6"/>
              </p:custDataLst>
            </p:nvPr>
          </p:nvSpPr>
          <p:spPr>
            <a:xfrm>
              <a:off x="1394" y="3611"/>
              <a:ext cx="4020" cy="1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B0F0"/>
                  </a:solidFill>
                  <a:latin typeface="+mn-ea"/>
                  <a:cs typeface="+mn-ea"/>
                  <a:sym typeface="+mn-ea"/>
                </a:rPr>
                <a:t>创建模块</a:t>
              </a:r>
              <a:endParaRPr lang="zh-CN" altLang="en-US" sz="2400" b="1">
                <a:solidFill>
                  <a:srgbClr val="00B0F0"/>
                </a:solidFill>
                <a:latin typeface="+mn-ea"/>
                <a:cs typeface="+mn-ea"/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new student.js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076190" y="2287270"/>
            <a:ext cx="4476115" cy="2004060"/>
            <a:chOff x="7994" y="3602"/>
            <a:chExt cx="7049" cy="3156"/>
          </a:xfrm>
        </p:grpSpPr>
        <p:sp>
          <p:nvSpPr>
            <p:cNvPr id="48" name="椭圆"/>
            <p:cNvSpPr/>
            <p:nvPr>
              <p:custDataLst>
                <p:tags r:id="rId7"/>
              </p:custDataLst>
            </p:nvPr>
          </p:nvSpPr>
          <p:spPr>
            <a:xfrm>
              <a:off x="10385" y="4955"/>
              <a:ext cx="1744" cy="1745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0">
                    <a:schemeClr val="accent1"/>
                  </a:gs>
                  <a:gs pos="88000">
                    <a:schemeClr val="accent1">
                      <a:alpha val="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9710" tIns="54855" rIns="109710" bIns="548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bg-BG" sz="2400" b="0" i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8"/>
              </p:custDataLst>
            </p:nvPr>
          </p:nvSpPr>
          <p:spPr>
            <a:xfrm>
              <a:off x="10546" y="5116"/>
              <a:ext cx="1421" cy="1422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chemeClr val="lt1">
                      <a:lumMod val="100000"/>
                    </a:schemeClr>
                  </a:solidFill>
                  <a:latin typeface="+mn-ea"/>
                  <a:cs typeface="+mn-ea"/>
                  <a:sym typeface="+mn-ea"/>
                </a:rPr>
                <a:t>03</a:t>
              </a:r>
              <a:endParaRPr lang="en-US" altLang="zh-CN" sz="2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47" name="弧形 85"/>
            <p:cNvSpPr/>
            <p:nvPr>
              <p:custDataLst>
                <p:tags r:id="rId9"/>
              </p:custDataLst>
            </p:nvPr>
          </p:nvSpPr>
          <p:spPr>
            <a:xfrm rot="16200000">
              <a:off x="10256" y="4886"/>
              <a:ext cx="1873" cy="1873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 cap="rnd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400" b="0" i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cxnSp>
          <p:nvCxnSpPr>
            <p:cNvPr id="73" name="直接连接符 72"/>
            <p:cNvCxnSpPr/>
            <p:nvPr>
              <p:custDataLst>
                <p:tags r:id="rId10"/>
              </p:custDataLst>
            </p:nvPr>
          </p:nvCxnSpPr>
          <p:spPr>
            <a:xfrm>
              <a:off x="7994" y="5820"/>
              <a:ext cx="2391" cy="7"/>
            </a:xfrm>
            <a:prstGeom prst="line">
              <a:avLst/>
            </a:prstGeom>
            <a:ln w="15875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>
              <p:custDataLst>
                <p:tags r:id="rId11"/>
              </p:custDataLst>
            </p:nvPr>
          </p:nvSpPr>
          <p:spPr>
            <a:xfrm>
              <a:off x="8159" y="3602"/>
              <a:ext cx="6884" cy="2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B0F0"/>
                  </a:solidFill>
                  <a:latin typeface="+mn-ea"/>
                  <a:cs typeface="+mn-ea"/>
                  <a:sym typeface="+mn-ea"/>
                </a:rPr>
                <a:t>加载模块</a:t>
              </a:r>
              <a:endParaRPr lang="zh-CN" altLang="en-US" sz="2400" b="1">
                <a:solidFill>
                  <a:srgbClr val="00B0F0"/>
                </a:solidFill>
                <a:latin typeface="+mn-ea"/>
                <a:cs typeface="+mn-ea"/>
                <a:sym typeface="+mn-ea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var student=require(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'</a:t>
              </a:r>
              <a:r>
                <a:rPr lang="en-US" altLang="zh-C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./seudent.js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'</a:t>
              </a:r>
              <a:r>
                <a:rPr lang="en-US" altLang="zh-C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);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90800" y="3102610"/>
            <a:ext cx="3275965" cy="2957195"/>
            <a:chOff x="4080" y="4886"/>
            <a:chExt cx="5159" cy="4657"/>
          </a:xfrm>
        </p:grpSpPr>
        <p:sp>
          <p:nvSpPr>
            <p:cNvPr id="3" name="椭圆"/>
            <p:cNvSpPr/>
            <p:nvPr>
              <p:custDataLst>
                <p:tags r:id="rId12"/>
              </p:custDataLst>
            </p:nvPr>
          </p:nvSpPr>
          <p:spPr>
            <a:xfrm>
              <a:off x="6357" y="4955"/>
              <a:ext cx="1744" cy="1745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0">
                    <a:schemeClr val="accent1"/>
                  </a:gs>
                  <a:gs pos="88000">
                    <a:schemeClr val="accent1">
                      <a:alpha val="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9710" tIns="54855" rIns="109710" bIns="548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bg-BG" sz="2400" b="0" i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4" name="椭圆 3"/>
            <p:cNvSpPr/>
            <p:nvPr>
              <p:custDataLst>
                <p:tags r:id="rId13"/>
              </p:custDataLst>
            </p:nvPr>
          </p:nvSpPr>
          <p:spPr>
            <a:xfrm>
              <a:off x="6518" y="5116"/>
              <a:ext cx="1421" cy="1422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chemeClr val="lt1">
                      <a:lumMod val="100000"/>
                    </a:schemeClr>
                  </a:solidFill>
                  <a:latin typeface="+mn-ea"/>
                  <a:cs typeface="+mn-ea"/>
                  <a:sym typeface="+mn-ea"/>
                </a:rPr>
                <a:t>02</a:t>
              </a:r>
              <a:endParaRPr lang="en-US" altLang="zh-CN" sz="2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42" name="弧形 85"/>
            <p:cNvSpPr/>
            <p:nvPr>
              <p:custDataLst>
                <p:tags r:id="rId14"/>
              </p:custDataLst>
            </p:nvPr>
          </p:nvSpPr>
          <p:spPr>
            <a:xfrm rot="16200000">
              <a:off x="6228" y="4886"/>
              <a:ext cx="1873" cy="1873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 cap="rnd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400" b="0" i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cxnSp>
          <p:nvCxnSpPr>
            <p:cNvPr id="66" name="直接连接符 65"/>
            <p:cNvCxnSpPr>
              <a:endCxn id="3" idx="2"/>
            </p:cNvCxnSpPr>
            <p:nvPr>
              <p:custDataLst>
                <p:tags r:id="rId15"/>
              </p:custDataLst>
            </p:nvPr>
          </p:nvCxnSpPr>
          <p:spPr>
            <a:xfrm flipV="1">
              <a:off x="4080" y="5828"/>
              <a:ext cx="2277" cy="6"/>
            </a:xfrm>
            <a:prstGeom prst="line">
              <a:avLst/>
            </a:prstGeom>
            <a:ln w="15875"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9"/>
            <p:cNvGrpSpPr/>
            <p:nvPr/>
          </p:nvGrpSpPr>
          <p:grpSpPr>
            <a:xfrm>
              <a:off x="5219" y="7099"/>
              <a:ext cx="4020" cy="2444"/>
              <a:chOff x="5219" y="7099"/>
              <a:chExt cx="4020" cy="2444"/>
            </a:xfrm>
          </p:grpSpPr>
          <p:sp>
            <p:nvSpPr>
              <p:cNvPr id="13" name="矩形 12"/>
              <p:cNvSpPr/>
              <p:nvPr>
                <p:custDataLst>
                  <p:tags r:id="rId16"/>
                </p:custDataLst>
              </p:nvPr>
            </p:nvSpPr>
            <p:spPr>
              <a:xfrm>
                <a:off x="5219" y="7756"/>
                <a:ext cx="4020" cy="17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algn="ctr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cs typeface="+mn-ea"/>
                    <a:sym typeface="+mn-ea"/>
                  </a:rPr>
                  <a:t>module.exports.f1=f1</a:t>
                </a:r>
                <a:endParaRPr lang="en-US" altLang="zh-C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endParaRPr>
              </a:p>
            </p:txBody>
          </p:sp>
          <p:sp>
            <p:nvSpPr>
              <p:cNvPr id="14" name="矩形 13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19" y="7099"/>
                <a:ext cx="4020" cy="7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lIns="0" tIns="0" rIns="0" bIns="0" rtlCol="0" anchor="b" anchorCtr="0">
                <a:noAutofit/>
              </a:bodyPr>
              <a:lstStyle/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>
                    <a:solidFill>
                      <a:srgbClr val="00B0F0"/>
                    </a:solidFill>
                    <a:latin typeface="+mn-ea"/>
                    <a:cs typeface="+mn-ea"/>
                    <a:sym typeface="+mn-ea"/>
                  </a:rPr>
                  <a:t>导出成员</a:t>
                </a:r>
                <a:endParaRPr lang="zh-CN" altLang="en-US" sz="2400" b="1">
                  <a:solidFill>
                    <a:srgbClr val="00B0F0"/>
                  </a:solidFill>
                  <a:latin typeface="+mn-ea"/>
                  <a:cs typeface="+mn-ea"/>
                  <a:sym typeface="+mn-ea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7725410" y="3102610"/>
            <a:ext cx="3602990" cy="2954655"/>
            <a:chOff x="12166" y="4886"/>
            <a:chExt cx="5674" cy="4653"/>
          </a:xfrm>
        </p:grpSpPr>
        <p:sp>
          <p:nvSpPr>
            <p:cNvPr id="53" name="椭圆"/>
            <p:cNvSpPr/>
            <p:nvPr>
              <p:custDataLst>
                <p:tags r:id="rId18"/>
              </p:custDataLst>
            </p:nvPr>
          </p:nvSpPr>
          <p:spPr>
            <a:xfrm>
              <a:off x="14719" y="4955"/>
              <a:ext cx="1744" cy="1745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0">
                    <a:schemeClr val="accent1"/>
                  </a:gs>
                  <a:gs pos="88000">
                    <a:schemeClr val="accent1">
                      <a:alpha val="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9710" tIns="54855" rIns="109710" bIns="5485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bg-BG" sz="2400" b="0" i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19"/>
              </p:custDataLst>
            </p:nvPr>
          </p:nvSpPr>
          <p:spPr>
            <a:xfrm>
              <a:off x="14881" y="5116"/>
              <a:ext cx="1421" cy="1422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chemeClr val="lt1">
                      <a:lumMod val="100000"/>
                    </a:schemeClr>
                  </a:solidFill>
                  <a:latin typeface="+mn-ea"/>
                  <a:cs typeface="+mn-ea"/>
                  <a:sym typeface="+mn-ea"/>
                </a:rPr>
                <a:t>04</a:t>
              </a:r>
              <a:endParaRPr lang="en-US" altLang="zh-CN" sz="2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52" name="弧形 85"/>
            <p:cNvSpPr/>
            <p:nvPr>
              <p:custDataLst>
                <p:tags r:id="rId20"/>
              </p:custDataLst>
            </p:nvPr>
          </p:nvSpPr>
          <p:spPr>
            <a:xfrm rot="16200000">
              <a:off x="14591" y="4886"/>
              <a:ext cx="1873" cy="1873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 cap="rnd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400" b="0" i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cxnSp>
          <p:nvCxnSpPr>
            <p:cNvPr id="74" name="直接连接符 73"/>
            <p:cNvCxnSpPr>
              <a:endCxn id="53" idx="2"/>
            </p:cNvCxnSpPr>
            <p:nvPr>
              <p:custDataLst>
                <p:tags r:id="rId21"/>
              </p:custDataLst>
            </p:nvPr>
          </p:nvCxnSpPr>
          <p:spPr>
            <a:xfrm>
              <a:off x="12166" y="5823"/>
              <a:ext cx="2553" cy="5"/>
            </a:xfrm>
            <a:prstGeom prst="line">
              <a:avLst/>
            </a:prstGeom>
            <a:ln w="15875"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>
              <a:off x="13582" y="7113"/>
              <a:ext cx="4259" cy="2426"/>
              <a:chOff x="13582" y="7113"/>
              <a:chExt cx="4259" cy="2426"/>
            </a:xfrm>
          </p:grpSpPr>
          <p:sp>
            <p:nvSpPr>
              <p:cNvPr id="15" name="矩形 14"/>
              <p:cNvSpPr/>
              <p:nvPr>
                <p:custDataLst>
                  <p:tags r:id="rId22"/>
                </p:custDataLst>
              </p:nvPr>
            </p:nvSpPr>
            <p:spPr>
              <a:xfrm>
                <a:off x="13719" y="7752"/>
                <a:ext cx="4122" cy="17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algn="ctr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cs typeface="+mn-ea"/>
                    <a:sym typeface="+mn-ea"/>
                  </a:rPr>
                  <a:t>student.sayHi(name1)</a:t>
                </a:r>
                <a:endParaRPr lang="en-US" altLang="zh-C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582" y="7113"/>
                <a:ext cx="4020" cy="7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lIns="0" tIns="0" rIns="0" bIns="0" rtlCol="0" anchor="b" anchorCtr="0">
                <a:noAutofit/>
              </a:bodyPr>
              <a:lstStyle/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>
                    <a:solidFill>
                      <a:srgbClr val="00B0F0"/>
                    </a:solidFill>
                    <a:latin typeface="+mn-ea"/>
                    <a:cs typeface="+mn-ea"/>
                  </a:rPr>
                  <a:t>使用模块</a:t>
                </a:r>
                <a:endParaRPr lang="zh-CN" altLang="en-US" sz="2400" b="1">
                  <a:solidFill>
                    <a:srgbClr val="00B0F0"/>
                  </a:solidFill>
                  <a:latin typeface="+mn-ea"/>
                  <a:cs typeface="+mn-ea"/>
                </a:endParaRPr>
              </a:p>
            </p:txBody>
          </p:sp>
        </p:grpSp>
      </p:grpSp>
      <p:sp>
        <p:nvSpPr>
          <p:cNvPr id="17" name="文本框 16"/>
          <p:cNvSpPr txBox="1"/>
          <p:nvPr>
            <p:custDataLst>
              <p:tags r:id="rId24"/>
            </p:custDataLst>
          </p:nvPr>
        </p:nvSpPr>
        <p:spPr>
          <a:xfrm>
            <a:off x="1351280" y="1171575"/>
            <a:ext cx="3043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3C853C"/>
              </a:buClr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模块化开发流程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Isosceles Triangle 2_1"/>
          <p:cNvSpPr/>
          <p:nvPr>
            <p:custDataLst>
              <p:tags r:id="rId25"/>
            </p:custDataLst>
          </p:nvPr>
        </p:nvSpPr>
        <p:spPr>
          <a:xfrm rot="16200000" flipV="1">
            <a:off x="1000125" y="1303020"/>
            <a:ext cx="299085" cy="25781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  <p:custDataLst>
      <p:tags r:id="rId2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48171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模块化的规范</a:t>
            </a:r>
            <a:r>
              <a:rPr kumimoji="1" lang="en-US" altLang="zh-CN" sz="3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CommonJS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3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定义一个模块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student.js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并在主程序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main.js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中进行调用。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670425" y="2270125"/>
            <a:ext cx="6546850" cy="2290445"/>
            <a:chOff x="7355" y="3575"/>
            <a:chExt cx="10310" cy="3607"/>
          </a:xfrm>
        </p:grpSpPr>
        <p:sp>
          <p:nvSpPr>
            <p:cNvPr id="83" name="文本框 82"/>
            <p:cNvSpPr txBox="1"/>
            <p:nvPr/>
          </p:nvSpPr>
          <p:spPr>
            <a:xfrm>
              <a:off x="7716" y="3790"/>
              <a:ext cx="9589" cy="33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function 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sayHi</a:t>
              </a: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(stu){ </a:t>
              </a:r>
              <a:endPara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console.log(stu + '正在学习 Node.js!'); </a:t>
              </a:r>
              <a:endPara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 </a:t>
              </a:r>
              <a:endPara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module.exports.sayHi=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sayHi;</a:t>
              </a:r>
              <a:endPara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8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7355" y="3575"/>
              <a:ext cx="10311" cy="3250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95" name="矩形 1"/>
          <p:cNvSpPr/>
          <p:nvPr>
            <p:custDataLst>
              <p:tags r:id="rId5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6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95350" y="2528570"/>
            <a:ext cx="8496935" cy="1475740"/>
            <a:chOff x="864" y="6526"/>
            <a:chExt cx="13381" cy="2324"/>
          </a:xfrm>
        </p:grpSpPr>
        <p:sp>
          <p:nvSpPr>
            <p:cNvPr id="85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64" y="6526"/>
              <a:ext cx="4126" cy="12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exports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是对外的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接口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导出一个函数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sayHi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89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6347" y="8850"/>
              <a:ext cx="789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6328" y="7294"/>
              <a:ext cx="19" cy="155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319" y="7294"/>
              <a:ext cx="10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5319" y="6581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" name="组合 18"/>
          <p:cNvGrpSpPr/>
          <p:nvPr/>
        </p:nvGrpSpPr>
        <p:grpSpPr>
          <a:xfrm>
            <a:off x="3952240" y="1679575"/>
            <a:ext cx="2940050" cy="506730"/>
            <a:chOff x="6224" y="2645"/>
            <a:chExt cx="4630" cy="798"/>
          </a:xfrm>
        </p:grpSpPr>
        <p:sp>
          <p:nvSpPr>
            <p:cNvPr id="3" name="文本框 2"/>
            <p:cNvSpPr txBox="1"/>
            <p:nvPr>
              <p:custDataLst>
                <p:tags r:id="rId12"/>
              </p:custDataLst>
            </p:nvPr>
          </p:nvSpPr>
          <p:spPr>
            <a:xfrm>
              <a:off x="7376" y="2645"/>
              <a:ext cx="3478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en-US" sz="1800" b="1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student</a:t>
              </a:r>
              <a:r>
                <a:rPr lang="en-US" altLang="zh-CN" sz="1800" b="1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.js</a:t>
              </a:r>
              <a:endPara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" name="圆角矩形 52"/>
            <p:cNvSpPr/>
            <p:nvPr>
              <p:custDataLst>
                <p:tags r:id="rId13"/>
              </p:custDataLst>
            </p:nvPr>
          </p:nvSpPr>
          <p:spPr>
            <a:xfrm>
              <a:off x="6224" y="2846"/>
              <a:ext cx="955" cy="5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079240" y="4333875"/>
            <a:ext cx="2940050" cy="506730"/>
            <a:chOff x="6424" y="6825"/>
            <a:chExt cx="4630" cy="798"/>
          </a:xfrm>
        </p:grpSpPr>
        <p:sp>
          <p:nvSpPr>
            <p:cNvPr id="5" name="文本框 4"/>
            <p:cNvSpPr txBox="1"/>
            <p:nvPr>
              <p:custDataLst>
                <p:tags r:id="rId14"/>
              </p:custDataLst>
            </p:nvPr>
          </p:nvSpPr>
          <p:spPr>
            <a:xfrm>
              <a:off x="7576" y="6825"/>
              <a:ext cx="3478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main.js</a:t>
              </a:r>
              <a:endPara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" name="圆角矩形 52"/>
            <p:cNvSpPr/>
            <p:nvPr>
              <p:custDataLst>
                <p:tags r:id="rId15"/>
              </p:custDataLst>
            </p:nvPr>
          </p:nvSpPr>
          <p:spPr>
            <a:xfrm>
              <a:off x="6424" y="7026"/>
              <a:ext cx="955" cy="5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670425" y="4935220"/>
            <a:ext cx="6546850" cy="1385570"/>
            <a:chOff x="7355" y="7772"/>
            <a:chExt cx="10310" cy="2182"/>
          </a:xfrm>
        </p:grpSpPr>
        <p:sp>
          <p:nvSpPr>
            <p:cNvPr id="10" name="圆角矩形 25"/>
            <p:cNvSpPr/>
            <p:nvPr>
              <p:custDataLst>
                <p:tags r:id="rId16"/>
              </p:custDataLst>
            </p:nvPr>
          </p:nvSpPr>
          <p:spPr>
            <a:xfrm>
              <a:off x="7355" y="7772"/>
              <a:ext cx="10311" cy="2175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716" y="8240"/>
              <a:ext cx="9589" cy="1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let student = require('./student.js'); 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student.sayHi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('李云');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26170" y="5946140"/>
            <a:ext cx="2404110" cy="30924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895350" y="4586605"/>
            <a:ext cx="6680835" cy="1475740"/>
            <a:chOff x="864" y="6526"/>
            <a:chExt cx="10521" cy="2324"/>
          </a:xfrm>
        </p:grpSpPr>
        <p:sp>
          <p:nvSpPr>
            <p:cNvPr id="14" name="矩形 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64" y="6526"/>
              <a:ext cx="4126" cy="12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require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加载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模块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模块名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.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函数名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参数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</a:t>
              </a:r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5" name="直接连接符 5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6347" y="8833"/>
              <a:ext cx="503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 flipH="1" flipV="1">
              <a:off x="6328" y="7294"/>
              <a:ext cx="19" cy="155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76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5319" y="7294"/>
              <a:ext cx="10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0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>
              <a:off x="5319" y="6581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60670" y="1079500"/>
            <a:ext cx="6175375" cy="1615440"/>
            <a:chOff x="8442" y="2258"/>
            <a:chExt cx="9725" cy="2544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8442" y="2885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8776" y="3117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9929" y="2258"/>
              <a:ext cx="8238" cy="25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模块化的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定义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模块化是指解决一个复杂问题时，自顶向下逐层把系统划分成若干模块的过程。 Node.js 中所有的功能都是以模块形式存在的，一个文件就是一个模块。</a:t>
              </a:r>
              <a:endParaRPr kumimoji="0" lang="en-US" altLang="zh-CN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360670" y="3465195"/>
            <a:ext cx="6033770" cy="2407920"/>
            <a:chOff x="8442" y="4971"/>
            <a:chExt cx="9502" cy="3792"/>
          </a:xfrm>
        </p:grpSpPr>
        <p:sp>
          <p:nvSpPr>
            <p:cNvPr id="13" name="椭圆 12"/>
            <p:cNvSpPr/>
            <p:nvPr>
              <p:custDataLst>
                <p:tags r:id="rId5"/>
              </p:custDataLst>
            </p:nvPr>
          </p:nvSpPr>
          <p:spPr>
            <a:xfrm>
              <a:off x="8442" y="560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699" y="5902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814" y="6016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945" y="5856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9929" y="4971"/>
              <a:ext cx="8015" cy="37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化开发规范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C</a:t>
              </a:r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ommonJS</a:t>
              </a:r>
              <a:endPara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Node.js 遵循 CommonJS 规范进行模块化开发</a:t>
              </a:r>
              <a:r>
                <a:rPr kumimoji="0" lang="zh-CN" altLang="en-US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。</a:t>
              </a:r>
              <a:endParaRPr kumimoji="0" lang="zh-CN" altLang="en-US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l" eaLnBrk="1" hangingPunct="1">
                <a:lnSpc>
                  <a:spcPct val="130000"/>
                </a:lnSpc>
                <a:buClrTx/>
                <a:buSzTx/>
                <a:buNone/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模块关键字有：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l" eaLnBrk="1" hangingPunct="1">
                <a:lnSpc>
                  <a:spcPct val="130000"/>
                </a:lnSpc>
                <a:buClrTx/>
                <a:buSzTx/>
                <a:buNone/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</a:t>
              </a: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模块标识（module）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l" eaLnBrk="1" hangingPunct="1">
                <a:lnSpc>
                  <a:spcPct val="130000"/>
                </a:lnSpc>
                <a:buClrTx/>
                <a:buSzTx/>
                <a:buNone/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</a:t>
              </a: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模块导出（exports）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l" eaLnBrk="1" hangingPunct="1">
                <a:lnSpc>
                  <a:spcPct val="130000"/>
                </a:lnSpc>
                <a:buClrTx/>
                <a:buSzTx/>
                <a:buNone/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</a:t>
              </a: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模块引用（require）</a:t>
              </a:r>
              <a:endParaRPr kumimoji="0" lang="en-US" altLang="zh-CN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9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0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ļïḍê"/>
          <p:cNvSpPr/>
          <p:nvPr/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ṡḷîḓê"/>
          <p:cNvSpPr/>
          <p:nvPr>
            <p:custDataLst>
              <p:tags r:id="rId11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íśḻîḑe"/>
          <p:cNvSpPr/>
          <p:nvPr>
            <p:custDataLst>
              <p:tags r:id="rId12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iḑé"/>
          <p:cNvSpPr/>
          <p:nvPr>
            <p:custDataLst>
              <p:tags r:id="rId13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šľïḑé"/>
          <p:cNvSpPr/>
          <p:nvPr>
            <p:custDataLst>
              <p:tags r:id="rId14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ïṧḻïḍè"/>
          <p:cNvSpPr/>
          <p:nvPr>
            <p:custDataLst>
              <p:tags r:id="rId15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Sļîḍè"/>
          <p:cNvSpPr/>
          <p:nvPr>
            <p:custDataLst>
              <p:tags r:id="rId16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ḷîḋè"/>
          <p:cNvSpPr/>
          <p:nvPr>
            <p:custDataLst>
              <p:tags r:id="rId17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išľíḍè"/>
          <p:cNvSpPr/>
          <p:nvPr>
            <p:custDataLst>
              <p:tags r:id="rId18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ŝḷiḓê"/>
          <p:cNvSpPr/>
          <p:nvPr>
            <p:custDataLst>
              <p:tags r:id="rId19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iṡḷíďé"/>
          <p:cNvSpPr/>
          <p:nvPr>
            <p:custDataLst>
              <p:tags r:id="rId20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îşļíḑè"/>
          <p:cNvSpPr/>
          <p:nvPr>
            <p:custDataLst>
              <p:tags r:id="rId21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ïşļiḑé"/>
          <p:cNvSpPr/>
          <p:nvPr>
            <p:custDataLst>
              <p:tags r:id="rId22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îśļiḓè"/>
          <p:cNvSpPr/>
          <p:nvPr>
            <p:custDataLst>
              <p:tags r:id="rId23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ṡlíḍê"/>
          <p:cNvSpPr/>
          <p:nvPr>
            <p:custDataLst>
              <p:tags r:id="rId24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1ïḍe"/>
          <p:cNvSpPr/>
          <p:nvPr>
            <p:custDataLst>
              <p:tags r:id="rId25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îślïḋe"/>
          <p:cNvSpPr/>
          <p:nvPr>
            <p:custDataLst>
              <p:tags r:id="rId26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ïşḷiḍè"/>
          <p:cNvSpPr/>
          <p:nvPr>
            <p:custDataLst>
              <p:tags r:id="rId27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îŝḻiḍê"/>
          <p:cNvSpPr/>
          <p:nvPr>
            <p:custDataLst>
              <p:tags r:id="rId28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ṧḻíḋè"/>
          <p:cNvSpPr/>
          <p:nvPr>
            <p:custDataLst>
              <p:tags r:id="rId29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ṡļïḍé"/>
          <p:cNvSpPr/>
          <p:nvPr>
            <p:custDataLst>
              <p:tags r:id="rId30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î$1ïḓè"/>
          <p:cNvSpPr/>
          <p:nvPr>
            <p:custDataLst>
              <p:tags r:id="rId31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iṩ1iḍe"/>
          <p:cNvSpPr/>
          <p:nvPr>
            <p:custDataLst>
              <p:tags r:id="rId32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ṡļidê"/>
          <p:cNvSpPr/>
          <p:nvPr>
            <p:custDataLst>
              <p:tags r:id="rId33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šľíḑé"/>
          <p:cNvSpPr/>
          <p:nvPr>
            <p:custDataLst>
              <p:tags r:id="rId34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šlíḑe"/>
          <p:cNvSpPr/>
          <p:nvPr>
            <p:custDataLst>
              <p:tags r:id="rId35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ṥlîḋè"/>
          <p:cNvSpPr/>
          <p:nvPr>
            <p:custDataLst>
              <p:tags r:id="rId36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ŝḻïḍé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íṧḻiḑé"/>
          <p:cNvSpPr/>
          <p:nvPr/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šḻiḑè"/>
          <p:cNvSpPr/>
          <p:nvPr/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ṡlíḑe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iṥlïdê"/>
          <p:cNvSpPr/>
          <p:nvPr>
            <p:custDataLst>
              <p:tags r:id="rId37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SLIDE_BACKGROUND_TYPE" val="general"/>
</p:tagLst>
</file>

<file path=ppt/tags/tag66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4.xml><?xml version="1.0" encoding="utf-8"?>
<p:tagLst xmlns:p="http://schemas.openxmlformats.org/presentationml/2006/main">
  <p:tag name="KSO_WM_DIAGRAM_VIRTUALLY_FRAME" val="{&quot;height&quot;:274.1952755905512,&quot;left&quot;:140.48527559055117,&quot;top&quot;:148.1596062992126,&quot;width&quot;:697.3823622047244}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5*l_h_i*1_1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697.3823622047244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5*l_h_a*1_1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697.3823622047244}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5*l_h_i*1_2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697.3823622047244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5*l_h_a*1_2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697.3823622047244}"/>
</p:tagLst>
</file>

<file path=ppt/tags/tag669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8.xml><?xml version="1.0" encoding="utf-8"?>
<p:tagLst xmlns:p="http://schemas.openxmlformats.org/presentationml/2006/main">
  <p:tag name="KSO_WM_SLIDE_BACKGROUND_TYPE" val="general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288.9506299212598,&quot;left&quot;:98.2448031496063,&quot;top&quot;:88.41866141732284,&quot;width&quot;:491.6547244094489}"/>
</p:tagLst>
</file>

<file path=ppt/tags/tag683.xml><?xml version="1.0" encoding="utf-8"?>
<p:tagLst xmlns:p="http://schemas.openxmlformats.org/presentationml/2006/main">
  <p:tag name="KSO_WM_DIAGRAM_VIRTUALLY_FRAME" val="{&quot;height&quot;:288.9506299212598,&quot;left&quot;:98.2448031496063,&quot;top&quot;:88.41866141732284,&quot;width&quot;:491.6547244094489}"/>
  <p:tag name="KSO_WM_UNIT_TEXT_FILL_FORE_SCHEMECOLOR_INDEX_BRIGHTNESS" val="-0.25"/>
  <p:tag name="KSO_WM_UNIT_TEXT_FILL_FORE_SCHEMECOLOR_INDEX" val="10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288.9506299212598,&quot;left&quot;:98.2448031496063,&quot;top&quot;:88.41866141732284,&quot;width&quot;:491.6547244094489}"/>
  <p:tag name="KSO_WM_UNIT_TEXT_FILL_FORE_SCHEMECOLOR_INDEX_BRIGHTNESS" val="-0.25"/>
  <p:tag name="KSO_WM_UNIT_TEXT_FILL_FORE_SCHEMECOLOR_INDEX" val="10"/>
  <p:tag name="KSO_WM_UNIT_TEXT_FILL_TYPE" val="1"/>
</p:tagLst>
</file>

<file path=ppt/tags/tag685.xml><?xml version="1.0" encoding="utf-8"?>
<p:tagLst xmlns:p="http://schemas.openxmlformats.org/presentationml/2006/main">
  <p:tag name="KSO_WM_DIAGRAM_VIRTUALLY_FRAME" val="{&quot;height&quot;:288.9506299212598,&quot;left&quot;:98.2448031496063,&quot;top&quot;:88.41866141732284,&quot;width&quot;:491.6547244094489}"/>
  <p:tag name="KSO_WM_UNIT_TEXT_FILL_FORE_SCHEMECOLOR_INDEX_BRIGHTNESS" val="-0.25"/>
  <p:tag name="KSO_WM_UNIT_TEXT_FILL_FORE_SCHEMECOLOR_INDEX" val="10"/>
  <p:tag name="KSO_WM_UNIT_TEXT_FILL_TYPE" val="1"/>
</p:tagLst>
</file>

<file path=ppt/tags/tag686.xml><?xml version="1.0" encoding="utf-8"?>
<p:tagLst xmlns:p="http://schemas.openxmlformats.org/presentationml/2006/main">
  <p:tag name="KSO_WM_DIAGRAM_VIRTUALLY_FRAME" val="{&quot;height&quot;:288.9506299212598,&quot;left&quot;:98.2448031496063,&quot;top&quot;:88.41866141732284,&quot;width&quot;:491.6547244094489}"/>
  <p:tag name="KSO_WM_UNIT_TEXT_FILL_FORE_SCHEMECOLOR_INDEX_BRIGHTNESS" val="-0.25"/>
  <p:tag name="KSO_WM_UNIT_TEXT_FILL_FORE_SCHEMECOLOR_INDEX" val="10"/>
  <p:tag name="KSO_WM_UNIT_TEXT_FILL_TYPE" val="1"/>
</p:tagLst>
</file>

<file path=ppt/tags/tag6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SLIDE_BACKGROUND_TYPE" val="general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6.xml><?xml version="1.0" encoding="utf-8"?>
<p:tagLst xmlns:p="http://schemas.openxmlformats.org/presentationml/2006/main">
  <p:tag name="KSO_WM_SLIDE_BACKGROUND_TYPE" val="general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1_2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3*m_h_i*1_1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1_3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7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3*m_h_a*1_1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3_3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3*m_h_i*1_3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3_4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3_2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7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3*m_h_a*1_3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2_3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3*m_h_i*1_2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2_4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2_2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7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3*m_h_f*1_2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3*m_h_a*1_2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4_3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1457_3*m_h_i*1_4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4_4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4_2"/>
  <p:tag name="KSO_WM_TEMPLATE_CATEGORY" val="diagram"/>
  <p:tag name="KSO_WM_TEMPLATE_INDEX" val="202314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7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457_3*m_h_f*1_4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457_3*m_h_a*1_4_1"/>
  <p:tag name="KSO_WM_TEMPLATE_CATEGORY" val="diagram"/>
  <p:tag name="KSO_WM_TEMPLATE_INDEX" val="2023145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2.xml><?xml version="1.0" encoding="utf-8"?>
<p:tagLst xmlns:p="http://schemas.openxmlformats.org/presentationml/2006/main">
  <p:tag name="KSO_WM_SLIDE_BACKGROUND_TYPE" val="general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SLIDE_BACKGROUND_TYPE" val="general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2.xml><?xml version="1.0" encoding="utf-8"?>
<p:tagLst xmlns:p="http://schemas.openxmlformats.org/presentationml/2006/main">
  <p:tag name="KSO_WM_SLIDE_BACKGROUND_TYPE" val="general"/>
</p:tagLst>
</file>

<file path=ppt/tags/tag793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94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95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WPS 演示</Application>
  <PresentationFormat>宽屏</PresentationFormat>
  <Paragraphs>136</Paragraphs>
  <Slides>10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等线</vt:lpstr>
      <vt:lpstr>Times New Roman</vt:lpstr>
      <vt:lpstr>Lato Black</vt:lpstr>
      <vt:lpstr>OPPOSans M</vt:lpstr>
      <vt:lpstr>Arial Unicode MS</vt:lpstr>
      <vt:lpstr>黑体</vt:lpstr>
      <vt:lpstr>Cordia New</vt:lpstr>
      <vt:lpstr>Segoe Print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TXY</cp:lastModifiedBy>
  <cp:revision>263</cp:revision>
  <dcterms:created xsi:type="dcterms:W3CDTF">2020-10-23T09:50:00Z</dcterms:created>
  <dcterms:modified xsi:type="dcterms:W3CDTF">2024-07-27T02:18:36Z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6CE202C2BC854C5094BFA093D7C7A8CE_13</vt:lpwstr>
  </property>
  <property fmtid="{D5CDD505-2E9C-101B-9397-08002B2CF9AE}" pid="3" name="KSOProductBuildVer">
    <vt:lpwstr>2052-12.1.0.17147</vt:lpwstr>
  </property>
</Properties>
</file>