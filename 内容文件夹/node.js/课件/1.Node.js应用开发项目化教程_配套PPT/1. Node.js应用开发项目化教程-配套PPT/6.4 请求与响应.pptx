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96" r:id="rId4"/>
    <p:sldId id="474" r:id="rId6"/>
    <p:sldId id="497" r:id="rId7"/>
    <p:sldId id="476" r:id="rId8"/>
    <p:sldId id="477" r:id="rId9"/>
    <p:sldId id="478" r:id="rId10"/>
    <p:sldId id="479" r:id="rId11"/>
    <p:sldId id="480" r:id="rId12"/>
    <p:sldId id="514" r:id="rId13"/>
    <p:sldId id="486" r:id="rId14"/>
    <p:sldId id="487" r:id="rId15"/>
    <p:sldId id="488" r:id="rId16"/>
    <p:sldId id="489" r:id="rId17"/>
    <p:sldId id="490" r:id="rId18"/>
    <p:sldId id="491" r:id="rId19"/>
    <p:sldId id="492" r:id="rId20"/>
    <p:sldId id="493" r:id="rId21"/>
    <p:sldId id="494" r:id="rId22"/>
    <p:sldId id="495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C853C"/>
    <a:srgbClr val="2D642D"/>
    <a:srgbClr val="FFFFFF"/>
    <a:srgbClr val="4C944C"/>
    <a:srgbClr val="AFABAB"/>
    <a:srgbClr val="333333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93900" autoAdjust="0"/>
  </p:normalViewPr>
  <p:slideViewPr>
    <p:cSldViewPr snapToGrid="0" showGuides="1">
      <p:cViewPr varScale="1">
        <p:scale>
          <a:sx n="68" d="100"/>
          <a:sy n="68" d="100"/>
        </p:scale>
        <p:origin x="720" y="60"/>
      </p:cViewPr>
      <p:guideLst>
        <p:guide orient="horz" pos="2169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850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6.xml"/><Relationship Id="rId8" Type="http://schemas.openxmlformats.org/officeDocument/2006/relationships/tags" Target="../tags/tag595.xml"/><Relationship Id="rId7" Type="http://schemas.openxmlformats.org/officeDocument/2006/relationships/tags" Target="../tags/tag59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599.xml"/><Relationship Id="rId11" Type="http://schemas.openxmlformats.org/officeDocument/2006/relationships/tags" Target="../tags/tag598.xml"/><Relationship Id="rId10" Type="http://schemas.openxmlformats.org/officeDocument/2006/relationships/tags" Target="../tags/tag597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5.xml"/><Relationship Id="rId5" Type="http://schemas.openxmlformats.org/officeDocument/2006/relationships/tags" Target="../tags/tag604.xml"/><Relationship Id="rId4" Type="http://schemas.openxmlformats.org/officeDocument/2006/relationships/tags" Target="../tags/tag603.xml"/><Relationship Id="rId3" Type="http://schemas.openxmlformats.org/officeDocument/2006/relationships/tags" Target="../tags/tag602.xml"/><Relationship Id="rId2" Type="http://schemas.openxmlformats.org/officeDocument/2006/relationships/tags" Target="../tags/tag601.xml"/><Relationship Id="rId1" Type="http://schemas.openxmlformats.org/officeDocument/2006/relationships/tags" Target="../tags/tag60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0.xml"/><Relationship Id="rId8" Type="http://schemas.openxmlformats.org/officeDocument/2006/relationships/hyperlink" Target="https://www.runoob.com/jsref/met-console-assert.html" TargetMode="External"/><Relationship Id="rId7" Type="http://schemas.openxmlformats.org/officeDocument/2006/relationships/hyperlink" Target="https://www.runoob.com/jsref/met-console-time.html" TargetMode="External"/><Relationship Id="rId6" Type="http://schemas.openxmlformats.org/officeDocument/2006/relationships/hyperlink" Target="https://www.runoob.com/jsref/met-console-error.html" TargetMode="External"/><Relationship Id="rId5" Type="http://schemas.openxmlformats.org/officeDocument/2006/relationships/hyperlink" Target="https://www.runoob.com/jsref/met-console-table.html" TargetMode="External"/><Relationship Id="rId4" Type="http://schemas.openxmlformats.org/officeDocument/2006/relationships/tags" Target="../tags/tag609.xml"/><Relationship Id="rId3" Type="http://schemas.openxmlformats.org/officeDocument/2006/relationships/tags" Target="../tags/tag608.xml"/><Relationship Id="rId2" Type="http://schemas.openxmlformats.org/officeDocument/2006/relationships/tags" Target="../tags/tag607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12.xml"/><Relationship Id="rId10" Type="http://schemas.openxmlformats.org/officeDocument/2006/relationships/tags" Target="../tags/tag611.xml"/><Relationship Id="rId1" Type="http://schemas.openxmlformats.org/officeDocument/2006/relationships/tags" Target="../tags/tag60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19.xml"/><Relationship Id="rId7" Type="http://schemas.openxmlformats.org/officeDocument/2006/relationships/tags" Target="../tags/tag618.xml"/><Relationship Id="rId6" Type="http://schemas.openxmlformats.org/officeDocument/2006/relationships/image" Target="../media/image5.png"/><Relationship Id="rId5" Type="http://schemas.openxmlformats.org/officeDocument/2006/relationships/tags" Target="../tags/tag617.xml"/><Relationship Id="rId4" Type="http://schemas.openxmlformats.org/officeDocument/2006/relationships/tags" Target="../tags/tag616.xml"/><Relationship Id="rId3" Type="http://schemas.openxmlformats.org/officeDocument/2006/relationships/tags" Target="../tags/tag615.xml"/><Relationship Id="rId2" Type="http://schemas.openxmlformats.org/officeDocument/2006/relationships/tags" Target="../tags/tag614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6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8.xml"/><Relationship Id="rId8" Type="http://schemas.openxmlformats.org/officeDocument/2006/relationships/tags" Target="../tags/tag627.xml"/><Relationship Id="rId7" Type="http://schemas.openxmlformats.org/officeDocument/2006/relationships/tags" Target="../tags/tag626.xml"/><Relationship Id="rId6" Type="http://schemas.openxmlformats.org/officeDocument/2006/relationships/tags" Target="../tags/tag625.xml"/><Relationship Id="rId5" Type="http://schemas.openxmlformats.org/officeDocument/2006/relationships/tags" Target="../tags/tag624.xml"/><Relationship Id="rId4" Type="http://schemas.openxmlformats.org/officeDocument/2006/relationships/tags" Target="../tags/tag623.xml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33.xml"/><Relationship Id="rId14" Type="http://schemas.openxmlformats.org/officeDocument/2006/relationships/tags" Target="../tags/tag632.xml"/><Relationship Id="rId13" Type="http://schemas.openxmlformats.org/officeDocument/2006/relationships/tags" Target="../tags/tag631.xml"/><Relationship Id="rId12" Type="http://schemas.openxmlformats.org/officeDocument/2006/relationships/tags" Target="../tags/tag630.xml"/><Relationship Id="rId11" Type="http://schemas.openxmlformats.org/officeDocument/2006/relationships/image" Target="../media/image6.png"/><Relationship Id="rId10" Type="http://schemas.openxmlformats.org/officeDocument/2006/relationships/tags" Target="../tags/tag629.xml"/><Relationship Id="rId1" Type="http://schemas.openxmlformats.org/officeDocument/2006/relationships/tags" Target="../tags/tag62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2.xml"/><Relationship Id="rId8" Type="http://schemas.openxmlformats.org/officeDocument/2006/relationships/tags" Target="../tags/tag641.xml"/><Relationship Id="rId7" Type="http://schemas.openxmlformats.org/officeDocument/2006/relationships/tags" Target="../tags/tag640.xml"/><Relationship Id="rId6" Type="http://schemas.openxmlformats.org/officeDocument/2006/relationships/tags" Target="../tags/tag639.xml"/><Relationship Id="rId5" Type="http://schemas.openxmlformats.org/officeDocument/2006/relationships/tags" Target="../tags/tag638.xml"/><Relationship Id="rId4" Type="http://schemas.openxmlformats.org/officeDocument/2006/relationships/tags" Target="../tags/tag637.xml"/><Relationship Id="rId3" Type="http://schemas.openxmlformats.org/officeDocument/2006/relationships/tags" Target="../tags/tag636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635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651.xml"/><Relationship Id="rId17" Type="http://schemas.openxmlformats.org/officeDocument/2006/relationships/tags" Target="../tags/tag650.xml"/><Relationship Id="rId16" Type="http://schemas.openxmlformats.org/officeDocument/2006/relationships/tags" Target="../tags/tag649.xml"/><Relationship Id="rId15" Type="http://schemas.openxmlformats.org/officeDocument/2006/relationships/tags" Target="../tags/tag648.xml"/><Relationship Id="rId14" Type="http://schemas.openxmlformats.org/officeDocument/2006/relationships/tags" Target="../tags/tag647.xml"/><Relationship Id="rId13" Type="http://schemas.openxmlformats.org/officeDocument/2006/relationships/tags" Target="../tags/tag646.xml"/><Relationship Id="rId12" Type="http://schemas.openxmlformats.org/officeDocument/2006/relationships/tags" Target="../tags/tag645.xml"/><Relationship Id="rId11" Type="http://schemas.openxmlformats.org/officeDocument/2006/relationships/tags" Target="../tags/tag644.xml"/><Relationship Id="rId10" Type="http://schemas.openxmlformats.org/officeDocument/2006/relationships/tags" Target="../tags/tag643.xml"/><Relationship Id="rId1" Type="http://schemas.openxmlformats.org/officeDocument/2006/relationships/tags" Target="../tags/tag63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0.xml"/><Relationship Id="rId8" Type="http://schemas.openxmlformats.org/officeDocument/2006/relationships/tags" Target="../tags/tag659.xml"/><Relationship Id="rId7" Type="http://schemas.openxmlformats.org/officeDocument/2006/relationships/tags" Target="../tags/tag658.xml"/><Relationship Id="rId6" Type="http://schemas.openxmlformats.org/officeDocument/2006/relationships/tags" Target="../tags/tag657.xml"/><Relationship Id="rId5" Type="http://schemas.openxmlformats.org/officeDocument/2006/relationships/tags" Target="../tags/tag656.xml"/><Relationship Id="rId4" Type="http://schemas.openxmlformats.org/officeDocument/2006/relationships/tags" Target="../tags/tag655.xml"/><Relationship Id="rId3" Type="http://schemas.openxmlformats.org/officeDocument/2006/relationships/tags" Target="../tags/tag654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53.xml"/><Relationship Id="rId19" Type="http://schemas.openxmlformats.org/officeDocument/2006/relationships/tags" Target="../tags/tag669.xml"/><Relationship Id="rId18" Type="http://schemas.openxmlformats.org/officeDocument/2006/relationships/tags" Target="../tags/tag668.xml"/><Relationship Id="rId17" Type="http://schemas.openxmlformats.org/officeDocument/2006/relationships/tags" Target="../tags/tag667.xml"/><Relationship Id="rId16" Type="http://schemas.openxmlformats.org/officeDocument/2006/relationships/tags" Target="../tags/tag666.xml"/><Relationship Id="rId15" Type="http://schemas.openxmlformats.org/officeDocument/2006/relationships/tags" Target="../tags/tag665.xml"/><Relationship Id="rId14" Type="http://schemas.openxmlformats.org/officeDocument/2006/relationships/image" Target="../media/image7.jpeg"/><Relationship Id="rId13" Type="http://schemas.openxmlformats.org/officeDocument/2006/relationships/tags" Target="../tags/tag664.xml"/><Relationship Id="rId12" Type="http://schemas.openxmlformats.org/officeDocument/2006/relationships/tags" Target="../tags/tag663.xml"/><Relationship Id="rId11" Type="http://schemas.openxmlformats.org/officeDocument/2006/relationships/tags" Target="../tags/tag662.xml"/><Relationship Id="rId10" Type="http://schemas.openxmlformats.org/officeDocument/2006/relationships/tags" Target="../tags/tag661.xml"/><Relationship Id="rId1" Type="http://schemas.openxmlformats.org/officeDocument/2006/relationships/tags" Target="../tags/tag65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78.xml"/><Relationship Id="rId8" Type="http://schemas.openxmlformats.org/officeDocument/2006/relationships/tags" Target="../tags/tag677.xml"/><Relationship Id="rId7" Type="http://schemas.openxmlformats.org/officeDocument/2006/relationships/tags" Target="../tags/tag676.xml"/><Relationship Id="rId6" Type="http://schemas.openxmlformats.org/officeDocument/2006/relationships/tags" Target="../tags/tag675.xml"/><Relationship Id="rId5" Type="http://schemas.openxmlformats.org/officeDocument/2006/relationships/tags" Target="../tags/tag674.xml"/><Relationship Id="rId4" Type="http://schemas.openxmlformats.org/officeDocument/2006/relationships/tags" Target="../tags/tag673.xml"/><Relationship Id="rId3" Type="http://schemas.openxmlformats.org/officeDocument/2006/relationships/tags" Target="../tags/tag672.xml"/><Relationship Id="rId2" Type="http://schemas.openxmlformats.org/officeDocument/2006/relationships/tags" Target="../tags/tag671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684.xml"/><Relationship Id="rId16" Type="http://schemas.openxmlformats.org/officeDocument/2006/relationships/tags" Target="../tags/tag683.xml"/><Relationship Id="rId15" Type="http://schemas.openxmlformats.org/officeDocument/2006/relationships/tags" Target="../tags/tag682.xml"/><Relationship Id="rId14" Type="http://schemas.openxmlformats.org/officeDocument/2006/relationships/image" Target="../media/image9.jpeg"/><Relationship Id="rId13" Type="http://schemas.openxmlformats.org/officeDocument/2006/relationships/tags" Target="../tags/tag681.xml"/><Relationship Id="rId12" Type="http://schemas.openxmlformats.org/officeDocument/2006/relationships/image" Target="../media/image8.jpeg"/><Relationship Id="rId11" Type="http://schemas.openxmlformats.org/officeDocument/2006/relationships/tags" Target="../tags/tag680.xml"/><Relationship Id="rId10" Type="http://schemas.openxmlformats.org/officeDocument/2006/relationships/tags" Target="../tags/tag679.xml"/><Relationship Id="rId1" Type="http://schemas.openxmlformats.org/officeDocument/2006/relationships/tags" Target="../tags/tag67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90.xml"/><Relationship Id="rId5" Type="http://schemas.openxmlformats.org/officeDocument/2006/relationships/tags" Target="../tags/tag689.xml"/><Relationship Id="rId4" Type="http://schemas.openxmlformats.org/officeDocument/2006/relationships/tags" Target="../tags/tag688.xml"/><Relationship Id="rId3" Type="http://schemas.openxmlformats.org/officeDocument/2006/relationships/tags" Target="../tags/tag687.xml"/><Relationship Id="rId2" Type="http://schemas.openxmlformats.org/officeDocument/2006/relationships/tags" Target="../tags/tag686.xml"/><Relationship Id="rId1" Type="http://schemas.openxmlformats.org/officeDocument/2006/relationships/tags" Target="../tags/tag68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98.xml"/><Relationship Id="rId8" Type="http://schemas.openxmlformats.org/officeDocument/2006/relationships/tags" Target="../tags/tag697.xml"/><Relationship Id="rId7" Type="http://schemas.openxmlformats.org/officeDocument/2006/relationships/image" Target="../media/image10.jpeg"/><Relationship Id="rId6" Type="http://schemas.openxmlformats.org/officeDocument/2006/relationships/tags" Target="../tags/tag696.xml"/><Relationship Id="rId5" Type="http://schemas.openxmlformats.org/officeDocument/2006/relationships/tags" Target="../tags/tag695.xml"/><Relationship Id="rId4" Type="http://schemas.openxmlformats.org/officeDocument/2006/relationships/tags" Target="../tags/tag694.xml"/><Relationship Id="rId3" Type="http://schemas.openxmlformats.org/officeDocument/2006/relationships/tags" Target="../tags/tag693.xml"/><Relationship Id="rId2" Type="http://schemas.openxmlformats.org/officeDocument/2006/relationships/tags" Target="../tags/tag692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06.xml"/><Relationship Id="rId16" Type="http://schemas.openxmlformats.org/officeDocument/2006/relationships/tags" Target="../tags/tag705.xml"/><Relationship Id="rId15" Type="http://schemas.openxmlformats.org/officeDocument/2006/relationships/tags" Target="../tags/tag704.xml"/><Relationship Id="rId14" Type="http://schemas.openxmlformats.org/officeDocument/2006/relationships/tags" Target="../tags/tag703.xml"/><Relationship Id="rId13" Type="http://schemas.openxmlformats.org/officeDocument/2006/relationships/tags" Target="../tags/tag702.xml"/><Relationship Id="rId12" Type="http://schemas.openxmlformats.org/officeDocument/2006/relationships/tags" Target="../tags/tag701.xml"/><Relationship Id="rId11" Type="http://schemas.openxmlformats.org/officeDocument/2006/relationships/tags" Target="../tags/tag700.xml"/><Relationship Id="rId10" Type="http://schemas.openxmlformats.org/officeDocument/2006/relationships/tags" Target="../tags/tag699.xml"/><Relationship Id="rId1" Type="http://schemas.openxmlformats.org/officeDocument/2006/relationships/tags" Target="../tags/tag69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15.xml"/><Relationship Id="rId8" Type="http://schemas.openxmlformats.org/officeDocument/2006/relationships/tags" Target="../tags/tag714.xml"/><Relationship Id="rId7" Type="http://schemas.openxmlformats.org/officeDocument/2006/relationships/tags" Target="../tags/tag713.xml"/><Relationship Id="rId6" Type="http://schemas.openxmlformats.org/officeDocument/2006/relationships/tags" Target="../tags/tag712.xml"/><Relationship Id="rId5" Type="http://schemas.openxmlformats.org/officeDocument/2006/relationships/tags" Target="../tags/tag711.xml"/><Relationship Id="rId4" Type="http://schemas.openxmlformats.org/officeDocument/2006/relationships/tags" Target="../tags/tag710.xml"/><Relationship Id="rId3" Type="http://schemas.openxmlformats.org/officeDocument/2006/relationships/tags" Target="../tags/tag709.xml"/><Relationship Id="rId2" Type="http://schemas.openxmlformats.org/officeDocument/2006/relationships/tags" Target="../tags/tag708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22.xml"/><Relationship Id="rId16" Type="http://schemas.openxmlformats.org/officeDocument/2006/relationships/tags" Target="../tags/tag721.xml"/><Relationship Id="rId15" Type="http://schemas.openxmlformats.org/officeDocument/2006/relationships/tags" Target="../tags/tag720.xml"/><Relationship Id="rId14" Type="http://schemas.openxmlformats.org/officeDocument/2006/relationships/tags" Target="../tags/tag719.xml"/><Relationship Id="rId13" Type="http://schemas.openxmlformats.org/officeDocument/2006/relationships/image" Target="../media/image11.jpeg"/><Relationship Id="rId12" Type="http://schemas.openxmlformats.org/officeDocument/2006/relationships/tags" Target="../tags/tag718.xml"/><Relationship Id="rId11" Type="http://schemas.openxmlformats.org/officeDocument/2006/relationships/tags" Target="../tags/tag717.xml"/><Relationship Id="rId10" Type="http://schemas.openxmlformats.org/officeDocument/2006/relationships/tags" Target="../tags/tag716.xml"/><Relationship Id="rId1" Type="http://schemas.openxmlformats.org/officeDocument/2006/relationships/tags" Target="../tags/tag70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30.xml"/><Relationship Id="rId8" Type="http://schemas.openxmlformats.org/officeDocument/2006/relationships/tags" Target="../tags/tag729.xml"/><Relationship Id="rId7" Type="http://schemas.openxmlformats.org/officeDocument/2006/relationships/image" Target="../media/image12.jpeg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" Type="http://schemas.openxmlformats.org/officeDocument/2006/relationships/tags" Target="../tags/tag726.xml"/><Relationship Id="rId3" Type="http://schemas.openxmlformats.org/officeDocument/2006/relationships/tags" Target="../tags/tag725.xml"/><Relationship Id="rId2" Type="http://schemas.openxmlformats.org/officeDocument/2006/relationships/tags" Target="../tags/tag724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37.xml"/><Relationship Id="rId15" Type="http://schemas.openxmlformats.org/officeDocument/2006/relationships/tags" Target="../tags/tag736.xml"/><Relationship Id="rId14" Type="http://schemas.openxmlformats.org/officeDocument/2006/relationships/tags" Target="../tags/tag735.xml"/><Relationship Id="rId13" Type="http://schemas.openxmlformats.org/officeDocument/2006/relationships/tags" Target="../tags/tag734.xml"/><Relationship Id="rId12" Type="http://schemas.openxmlformats.org/officeDocument/2006/relationships/tags" Target="../tags/tag733.xml"/><Relationship Id="rId11" Type="http://schemas.openxmlformats.org/officeDocument/2006/relationships/tags" Target="../tags/tag732.xml"/><Relationship Id="rId10" Type="http://schemas.openxmlformats.org/officeDocument/2006/relationships/tags" Target="../tags/tag731.xml"/><Relationship Id="rId1" Type="http://schemas.openxmlformats.org/officeDocument/2006/relationships/tags" Target="../tags/tag72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46.xml"/><Relationship Id="rId8" Type="http://schemas.openxmlformats.org/officeDocument/2006/relationships/tags" Target="../tags/tag745.xml"/><Relationship Id="rId7" Type="http://schemas.openxmlformats.org/officeDocument/2006/relationships/tags" Target="../tags/tag744.xml"/><Relationship Id="rId6" Type="http://schemas.openxmlformats.org/officeDocument/2006/relationships/tags" Target="../tags/tag743.xml"/><Relationship Id="rId5" Type="http://schemas.openxmlformats.org/officeDocument/2006/relationships/tags" Target="../tags/tag742.xml"/><Relationship Id="rId4" Type="http://schemas.openxmlformats.org/officeDocument/2006/relationships/tags" Target="../tags/tag741.xml"/><Relationship Id="rId3" Type="http://schemas.openxmlformats.org/officeDocument/2006/relationships/tags" Target="../tags/tag740.xml"/><Relationship Id="rId23" Type="http://schemas.openxmlformats.org/officeDocument/2006/relationships/notesSlide" Target="../notesSlides/notesSlide14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757.xml"/><Relationship Id="rId20" Type="http://schemas.openxmlformats.org/officeDocument/2006/relationships/tags" Target="../tags/tag756.xml"/><Relationship Id="rId2" Type="http://schemas.openxmlformats.org/officeDocument/2006/relationships/tags" Target="../tags/tag739.xml"/><Relationship Id="rId19" Type="http://schemas.openxmlformats.org/officeDocument/2006/relationships/tags" Target="../tags/tag755.xml"/><Relationship Id="rId18" Type="http://schemas.openxmlformats.org/officeDocument/2006/relationships/tags" Target="../tags/tag754.xml"/><Relationship Id="rId17" Type="http://schemas.openxmlformats.org/officeDocument/2006/relationships/image" Target="../media/image13.jpeg"/><Relationship Id="rId16" Type="http://schemas.openxmlformats.org/officeDocument/2006/relationships/tags" Target="../tags/tag753.xml"/><Relationship Id="rId15" Type="http://schemas.openxmlformats.org/officeDocument/2006/relationships/tags" Target="../tags/tag752.xml"/><Relationship Id="rId14" Type="http://schemas.openxmlformats.org/officeDocument/2006/relationships/tags" Target="../tags/tag751.xml"/><Relationship Id="rId13" Type="http://schemas.openxmlformats.org/officeDocument/2006/relationships/tags" Target="../tags/tag750.xml"/><Relationship Id="rId12" Type="http://schemas.openxmlformats.org/officeDocument/2006/relationships/tags" Target="../tags/tag749.xml"/><Relationship Id="rId11" Type="http://schemas.openxmlformats.org/officeDocument/2006/relationships/tags" Target="../tags/tag748.xml"/><Relationship Id="rId10" Type="http://schemas.openxmlformats.org/officeDocument/2006/relationships/tags" Target="../tags/tag747.xml"/><Relationship Id="rId1" Type="http://schemas.openxmlformats.org/officeDocument/2006/relationships/tags" Target="../tags/tag73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66.xml"/><Relationship Id="rId8" Type="http://schemas.openxmlformats.org/officeDocument/2006/relationships/tags" Target="../tags/tag765.xml"/><Relationship Id="rId7" Type="http://schemas.openxmlformats.org/officeDocument/2006/relationships/tags" Target="../tags/tag764.xml"/><Relationship Id="rId6" Type="http://schemas.openxmlformats.org/officeDocument/2006/relationships/tags" Target="../tags/tag763.xml"/><Relationship Id="rId5" Type="http://schemas.openxmlformats.org/officeDocument/2006/relationships/tags" Target="../tags/tag762.xml"/><Relationship Id="rId4" Type="http://schemas.openxmlformats.org/officeDocument/2006/relationships/tags" Target="../tags/tag761.xml"/><Relationship Id="rId3" Type="http://schemas.openxmlformats.org/officeDocument/2006/relationships/tags" Target="../tags/tag760.xml"/><Relationship Id="rId2" Type="http://schemas.openxmlformats.org/officeDocument/2006/relationships/tags" Target="../tags/tag759.xml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70.xml"/><Relationship Id="rId13" Type="http://schemas.openxmlformats.org/officeDocument/2006/relationships/tags" Target="../tags/tag769.xml"/><Relationship Id="rId12" Type="http://schemas.openxmlformats.org/officeDocument/2006/relationships/tags" Target="../tags/tag768.xml"/><Relationship Id="rId11" Type="http://schemas.openxmlformats.org/officeDocument/2006/relationships/tags" Target="../tags/tag767.xml"/><Relationship Id="rId10" Type="http://schemas.openxmlformats.org/officeDocument/2006/relationships/image" Target="../media/image14.jpeg"/><Relationship Id="rId1" Type="http://schemas.openxmlformats.org/officeDocument/2006/relationships/tags" Target="../tags/tag75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79.xml"/><Relationship Id="rId8" Type="http://schemas.openxmlformats.org/officeDocument/2006/relationships/tags" Target="../tags/tag778.xml"/><Relationship Id="rId7" Type="http://schemas.openxmlformats.org/officeDocument/2006/relationships/tags" Target="../tags/tag777.xml"/><Relationship Id="rId6" Type="http://schemas.openxmlformats.org/officeDocument/2006/relationships/tags" Target="../tags/tag776.xml"/><Relationship Id="rId5" Type="http://schemas.openxmlformats.org/officeDocument/2006/relationships/tags" Target="../tags/tag775.xml"/><Relationship Id="rId4" Type="http://schemas.openxmlformats.org/officeDocument/2006/relationships/tags" Target="../tags/tag774.xml"/><Relationship Id="rId3" Type="http://schemas.openxmlformats.org/officeDocument/2006/relationships/tags" Target="../tags/tag773.xml"/><Relationship Id="rId21" Type="http://schemas.openxmlformats.org/officeDocument/2006/relationships/notesSlide" Target="../notesSlides/notesSlide16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772.xml"/><Relationship Id="rId19" Type="http://schemas.openxmlformats.org/officeDocument/2006/relationships/tags" Target="../tags/tag788.xml"/><Relationship Id="rId18" Type="http://schemas.openxmlformats.org/officeDocument/2006/relationships/tags" Target="../tags/tag787.xml"/><Relationship Id="rId17" Type="http://schemas.openxmlformats.org/officeDocument/2006/relationships/tags" Target="../tags/tag786.xml"/><Relationship Id="rId16" Type="http://schemas.openxmlformats.org/officeDocument/2006/relationships/tags" Target="../tags/tag785.xml"/><Relationship Id="rId15" Type="http://schemas.openxmlformats.org/officeDocument/2006/relationships/image" Target="../media/image15.jpeg"/><Relationship Id="rId14" Type="http://schemas.openxmlformats.org/officeDocument/2006/relationships/tags" Target="../tags/tag784.xml"/><Relationship Id="rId13" Type="http://schemas.openxmlformats.org/officeDocument/2006/relationships/tags" Target="../tags/tag783.xml"/><Relationship Id="rId12" Type="http://schemas.openxmlformats.org/officeDocument/2006/relationships/tags" Target="../tags/tag782.xml"/><Relationship Id="rId11" Type="http://schemas.openxmlformats.org/officeDocument/2006/relationships/tags" Target="../tags/tag781.xml"/><Relationship Id="rId10" Type="http://schemas.openxmlformats.org/officeDocument/2006/relationships/tags" Target="../tags/tag780.xml"/><Relationship Id="rId1" Type="http://schemas.openxmlformats.org/officeDocument/2006/relationships/tags" Target="../tags/tag77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97.xml"/><Relationship Id="rId8" Type="http://schemas.openxmlformats.org/officeDocument/2006/relationships/tags" Target="../tags/tag796.xml"/><Relationship Id="rId7" Type="http://schemas.openxmlformats.org/officeDocument/2006/relationships/tags" Target="../tags/tag795.xml"/><Relationship Id="rId6" Type="http://schemas.openxmlformats.org/officeDocument/2006/relationships/tags" Target="../tags/tag794.xml"/><Relationship Id="rId5" Type="http://schemas.openxmlformats.org/officeDocument/2006/relationships/tags" Target="../tags/tag793.xml"/><Relationship Id="rId4" Type="http://schemas.openxmlformats.org/officeDocument/2006/relationships/tags" Target="../tags/tag792.xml"/><Relationship Id="rId3" Type="http://schemas.openxmlformats.org/officeDocument/2006/relationships/tags" Target="../tags/tag791.xml"/><Relationship Id="rId2" Type="http://schemas.openxmlformats.org/officeDocument/2006/relationships/tags" Target="../tags/tag790.xml"/><Relationship Id="rId18" Type="http://schemas.openxmlformats.org/officeDocument/2006/relationships/notesSlide" Target="../notesSlides/notesSlide17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803.xml"/><Relationship Id="rId15" Type="http://schemas.openxmlformats.org/officeDocument/2006/relationships/tags" Target="../tags/tag802.xml"/><Relationship Id="rId14" Type="http://schemas.openxmlformats.org/officeDocument/2006/relationships/tags" Target="../tags/tag801.xml"/><Relationship Id="rId13" Type="http://schemas.openxmlformats.org/officeDocument/2006/relationships/tags" Target="../tags/tag800.xml"/><Relationship Id="rId12" Type="http://schemas.openxmlformats.org/officeDocument/2006/relationships/image" Target="../media/image16.jpeg"/><Relationship Id="rId11" Type="http://schemas.openxmlformats.org/officeDocument/2006/relationships/tags" Target="../tags/tag799.xml"/><Relationship Id="rId10" Type="http://schemas.openxmlformats.org/officeDocument/2006/relationships/tags" Target="../tags/tag798.xml"/><Relationship Id="rId1" Type="http://schemas.openxmlformats.org/officeDocument/2006/relationships/tags" Target="../tags/tag78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12.xml"/><Relationship Id="rId8" Type="http://schemas.openxmlformats.org/officeDocument/2006/relationships/tags" Target="../tags/tag811.xml"/><Relationship Id="rId7" Type="http://schemas.openxmlformats.org/officeDocument/2006/relationships/tags" Target="../tags/tag810.xml"/><Relationship Id="rId6" Type="http://schemas.openxmlformats.org/officeDocument/2006/relationships/tags" Target="../tags/tag809.xml"/><Relationship Id="rId5" Type="http://schemas.openxmlformats.org/officeDocument/2006/relationships/tags" Target="../tags/tag808.xml"/><Relationship Id="rId46" Type="http://schemas.openxmlformats.org/officeDocument/2006/relationships/notesSlide" Target="../notesSlides/notesSlide18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847.xml"/><Relationship Id="rId43" Type="http://schemas.openxmlformats.org/officeDocument/2006/relationships/tags" Target="../tags/tag846.xml"/><Relationship Id="rId42" Type="http://schemas.openxmlformats.org/officeDocument/2006/relationships/tags" Target="../tags/tag845.xml"/><Relationship Id="rId41" Type="http://schemas.openxmlformats.org/officeDocument/2006/relationships/tags" Target="../tags/tag844.xml"/><Relationship Id="rId40" Type="http://schemas.openxmlformats.org/officeDocument/2006/relationships/tags" Target="../tags/tag843.xml"/><Relationship Id="rId4" Type="http://schemas.openxmlformats.org/officeDocument/2006/relationships/tags" Target="../tags/tag807.xml"/><Relationship Id="rId39" Type="http://schemas.openxmlformats.org/officeDocument/2006/relationships/tags" Target="../tags/tag842.xml"/><Relationship Id="rId38" Type="http://schemas.openxmlformats.org/officeDocument/2006/relationships/tags" Target="../tags/tag841.xml"/><Relationship Id="rId37" Type="http://schemas.openxmlformats.org/officeDocument/2006/relationships/tags" Target="../tags/tag840.xml"/><Relationship Id="rId36" Type="http://schemas.openxmlformats.org/officeDocument/2006/relationships/tags" Target="../tags/tag839.xml"/><Relationship Id="rId35" Type="http://schemas.openxmlformats.org/officeDocument/2006/relationships/tags" Target="../tags/tag838.xml"/><Relationship Id="rId34" Type="http://schemas.openxmlformats.org/officeDocument/2006/relationships/tags" Target="../tags/tag837.xml"/><Relationship Id="rId33" Type="http://schemas.openxmlformats.org/officeDocument/2006/relationships/tags" Target="../tags/tag836.xml"/><Relationship Id="rId32" Type="http://schemas.openxmlformats.org/officeDocument/2006/relationships/tags" Target="../tags/tag835.xml"/><Relationship Id="rId31" Type="http://schemas.openxmlformats.org/officeDocument/2006/relationships/tags" Target="../tags/tag834.xml"/><Relationship Id="rId30" Type="http://schemas.openxmlformats.org/officeDocument/2006/relationships/tags" Target="../tags/tag833.xml"/><Relationship Id="rId3" Type="http://schemas.openxmlformats.org/officeDocument/2006/relationships/tags" Target="../tags/tag806.xml"/><Relationship Id="rId29" Type="http://schemas.openxmlformats.org/officeDocument/2006/relationships/tags" Target="../tags/tag832.xml"/><Relationship Id="rId28" Type="http://schemas.openxmlformats.org/officeDocument/2006/relationships/tags" Target="../tags/tag831.xml"/><Relationship Id="rId27" Type="http://schemas.openxmlformats.org/officeDocument/2006/relationships/tags" Target="../tags/tag830.xml"/><Relationship Id="rId26" Type="http://schemas.openxmlformats.org/officeDocument/2006/relationships/tags" Target="../tags/tag829.xml"/><Relationship Id="rId25" Type="http://schemas.openxmlformats.org/officeDocument/2006/relationships/tags" Target="../tags/tag828.xml"/><Relationship Id="rId24" Type="http://schemas.openxmlformats.org/officeDocument/2006/relationships/tags" Target="../tags/tag827.xml"/><Relationship Id="rId23" Type="http://schemas.openxmlformats.org/officeDocument/2006/relationships/tags" Target="../tags/tag826.xml"/><Relationship Id="rId22" Type="http://schemas.openxmlformats.org/officeDocument/2006/relationships/tags" Target="../tags/tag825.xml"/><Relationship Id="rId21" Type="http://schemas.openxmlformats.org/officeDocument/2006/relationships/tags" Target="../tags/tag824.xml"/><Relationship Id="rId20" Type="http://schemas.openxmlformats.org/officeDocument/2006/relationships/tags" Target="../tags/tag823.xml"/><Relationship Id="rId2" Type="http://schemas.openxmlformats.org/officeDocument/2006/relationships/tags" Target="../tags/tag805.xml"/><Relationship Id="rId19" Type="http://schemas.openxmlformats.org/officeDocument/2006/relationships/tags" Target="../tags/tag822.xml"/><Relationship Id="rId18" Type="http://schemas.openxmlformats.org/officeDocument/2006/relationships/tags" Target="../tags/tag821.xml"/><Relationship Id="rId17" Type="http://schemas.openxmlformats.org/officeDocument/2006/relationships/tags" Target="../tags/tag820.xml"/><Relationship Id="rId16" Type="http://schemas.openxmlformats.org/officeDocument/2006/relationships/tags" Target="../tags/tag819.xml"/><Relationship Id="rId15" Type="http://schemas.openxmlformats.org/officeDocument/2006/relationships/tags" Target="../tags/tag818.xml"/><Relationship Id="rId14" Type="http://schemas.openxmlformats.org/officeDocument/2006/relationships/tags" Target="../tags/tag817.xml"/><Relationship Id="rId13" Type="http://schemas.openxmlformats.org/officeDocument/2006/relationships/tags" Target="../tags/tag816.xml"/><Relationship Id="rId12" Type="http://schemas.openxmlformats.org/officeDocument/2006/relationships/tags" Target="../tags/tag815.xml"/><Relationship Id="rId11" Type="http://schemas.openxmlformats.org/officeDocument/2006/relationships/tags" Target="../tags/tag814.xml"/><Relationship Id="rId10" Type="http://schemas.openxmlformats.org/officeDocument/2006/relationships/tags" Target="../tags/tag813.xml"/><Relationship Id="rId1" Type="http://schemas.openxmlformats.org/officeDocument/2006/relationships/tags" Target="../tags/tag80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49.xml"/><Relationship Id="rId1" Type="http://schemas.openxmlformats.org/officeDocument/2006/relationships/tags" Target="../tags/tag8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95425" y="2195830"/>
            <a:ext cx="908304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请求与</a:t>
            </a: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响应</a:t>
            </a:r>
            <a:endParaRPr lang="zh-CN" altLang="en-US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/>
          <a:srcRect l="13203" r="13095"/>
          <a:stretch>
            <a:fillRect/>
          </a:stretch>
        </p:blipFill>
        <p:spPr>
          <a:xfrm>
            <a:off x="8359775" y="2366010"/>
            <a:ext cx="2847340" cy="38633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8" t="13348" r="15187" b="21655"/>
          <a:stretch>
            <a:fillRect/>
          </a:stretch>
        </p:blipFill>
        <p:spPr>
          <a:xfrm>
            <a:off x="2019446" y="3442973"/>
            <a:ext cx="1322519" cy="1351253"/>
          </a:xfrm>
          <a:prstGeom prst="flowChartConnector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940" y="4794250"/>
            <a:ext cx="840105" cy="7308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6"/>
          <a:srcRect l="1506" t="9134" r="87579" b="60782"/>
          <a:stretch>
            <a:fillRect/>
          </a:stretch>
        </p:blipFill>
        <p:spPr>
          <a:xfrm>
            <a:off x="1275715" y="3443605"/>
            <a:ext cx="2061210" cy="19183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5" name="TextBox 3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82395" y="5329555"/>
            <a:ext cx="1739265" cy="35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客户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端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TextBox 3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913495" y="6119495"/>
            <a:ext cx="1739265" cy="35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extBox 3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900295" y="3442970"/>
            <a:ext cx="2529205" cy="35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请求（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request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）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3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583430" y="5172075"/>
            <a:ext cx="2529205" cy="35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响应（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response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）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962275" y="3592830"/>
            <a:ext cx="5805170" cy="504825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3159760" y="4646295"/>
            <a:ext cx="5465445" cy="845185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1360805" y="15589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39570" y="1473835"/>
            <a:ext cx="945197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Web应用开发的本质可理解为客户端和服务器之间的请求和响应过程。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8958 0.00666667 L 0.558229 -0.079629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" y="-4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8334 0.0057407 L -0.452657 -0.10787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" y="-5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2919095" y="3082925"/>
            <a:ext cx="3020695" cy="698500"/>
            <a:chOff x="2948" y="4855"/>
            <a:chExt cx="4757" cy="1100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请求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对象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011035" y="3082925"/>
            <a:ext cx="3020695" cy="698500"/>
            <a:chOff x="7998" y="4855"/>
            <a:chExt cx="4757" cy="1100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7998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927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响应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对象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1812290" y="2065020"/>
          <a:ext cx="8719820" cy="4461510"/>
        </p:xfrm>
        <a:graphic>
          <a:graphicData uri="http://schemas.openxmlformats.org/drawingml/2006/table">
            <a:tbl>
              <a:tblPr firstRow="1" bandRow="1"/>
              <a:tblGrid>
                <a:gridCol w="1572895"/>
                <a:gridCol w="7146925"/>
              </a:tblGrid>
              <a:tr h="457835">
                <a:tc>
                  <a:txBody>
                    <a:bodyPr/>
                    <a:lstStyle/>
                    <a:p>
                      <a:pPr algn="l"/>
                      <a:r>
                        <a:rPr lang="zh-CN" sz="16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属性</a:t>
                      </a:r>
                      <a:endParaRPr lang="zh-CN" sz="16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描述</a:t>
                      </a:r>
                      <a:endParaRPr lang="zh-CN" sz="16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ori</a:t>
                      </a:r>
                      <a:r>
                        <a:rPr lang="en-US" altLang="zh-CN" sz="16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</a:t>
                      </a:r>
                      <a:r>
                        <a:rPr lang="en-US" sz="16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inalUrl</a:t>
                      </a:r>
                      <a:endParaRPr lang="en-US" sz="1600" u="none" strike="noStrike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获取路由配置的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u="none" strike="noStrike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hostname</a:t>
                      </a:r>
                      <a:endParaRPr lang="en-US" sz="1600" u="none" strike="noStrike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获取请求的域名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获取请求的方法，如get、post等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u="none" strike="noStrike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params</a:t>
                      </a:r>
                      <a:endParaRPr lang="en-US" sz="1600" u="none" strike="noStrike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hlinkClick r:id="rId5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获取路由动态参数中的内容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query</a:t>
                      </a:r>
                      <a:endParaRPr lang="en-US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GET</a:t>
                      </a: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请求时，获取请求的</a:t>
                      </a: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</a:t>
                      </a: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查询字符串部分的参数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body</a:t>
                      </a:r>
                      <a:endParaRPr lang="en-US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POST</a:t>
                      </a: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请求时，获取请求数据，需要使用</a:t>
                      </a:r>
                      <a:r>
                        <a:rPr lang="en-US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body-parser</a:t>
                      </a:r>
                      <a:r>
                        <a:rPr lang="zh-CN" sz="16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中间件</a:t>
                      </a:r>
                      <a:endParaRPr lang="zh-CN" sz="16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ip</a:t>
                      </a:r>
                      <a:endParaRPr lang="en-US" sz="1600" u="none" strike="noStrike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hlinkClick r:id="rId6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获取请求的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IP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地址，可用来设置白名单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u="none" strike="noStrike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path</a:t>
                      </a:r>
                      <a:endParaRPr lang="en-US" sz="1600" u="none" strike="noStrike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hlinkClick r:id="rId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请求中的路径</a:t>
                      </a:r>
                      <a:endParaRPr lang="zh-CN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protocol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获取请求的协议，一般是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HTTPS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u="none" strike="noStrike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secure</a:t>
                      </a:r>
                      <a:endParaRPr lang="en-US" sz="1600" u="none" strike="noStrike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  <a:hlinkClick r:id="rId8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获取是否为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HTTPS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请求，返回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6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xhr</a:t>
                      </a:r>
                      <a:endParaRPr lang="en-US" sz="1600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获取是否为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Ajax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XMLHttprequest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，返回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r>
                        <a:rPr lang="zh-CN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221105" y="992505"/>
            <a:ext cx="1007491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包含请求的相关信息，如请求方式、路径、参数等，以便服务器正确处理客户端的请求</a:t>
            </a:r>
            <a:r>
              <a:rPr 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951865" y="118935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通过客户端向服务器发送请求，输出请求对象的详细信息。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18" name="矩形 1"/>
            <p:cNvSpPr/>
            <p:nvPr>
              <p:custDataLst>
                <p:tags r:id="rId4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iconfont-1187-868615"/>
            <p:cNvSpPr/>
            <p:nvPr>
              <p:custDataLst>
                <p:tags r:id="rId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14320" y="2142490"/>
            <a:ext cx="6644005" cy="344233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7" name="矩形 36"/>
          <p:cNvSpPr/>
          <p:nvPr>
            <p:custDataLst>
              <p:tags r:id="rId7"/>
            </p:custDataLst>
          </p:nvPr>
        </p:nvSpPr>
        <p:spPr>
          <a:xfrm>
            <a:off x="4697095" y="2646680"/>
            <a:ext cx="2801620" cy="5435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3244215" y="926465"/>
            <a:ext cx="8095615" cy="538416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3523200" y="927349"/>
            <a:ext cx="7307765" cy="5400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/aa/bb/cc/:id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res)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var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reqAttributes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'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originalUrl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req.originalUrl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获取路由配置的URL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'hostname':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req.hostname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获取用户请求的域名</a:t>
            </a:r>
            <a:endParaRPr lang="zh-CN" altLang="zh-CN" sz="1600" kern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req.ip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   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获取用户请求的IP地址</a:t>
            </a:r>
            <a:endParaRPr lang="zh-CN" altLang="zh-CN" sz="1600" kern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'method':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req.method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获取用户请求的方法</a:t>
            </a:r>
            <a:endParaRPr lang="zh-CN" altLang="zh-CN" sz="1600" kern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'params': </a:t>
            </a:r>
            <a:r>
              <a:rPr lang="en-US" altLang="zh-CN" sz="1600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req.params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获取路由动态参数中的内容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'path':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req.path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          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获取URL请求中的路径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'protocol':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req.protocol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获取客户端请求的协议</a:t>
            </a:r>
            <a:endParaRPr lang="zh-CN" altLang="zh-CN" sz="1600" kern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'secure':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req.secure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判断用户是否为HTTPS请求</a:t>
            </a:r>
            <a:endParaRPr lang="zh-CN" altLang="zh-CN" sz="1600" kern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'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xhr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':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req.xhr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          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判断是否是Ajax请求</a:t>
            </a:r>
            <a:endParaRPr lang="zh-CN" altLang="zh-CN" sz="1600" kern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'query': </a:t>
            </a:r>
            <a:r>
              <a:rPr lang="en-US" altLang="zh-CN" sz="1600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req.query</a:t>
            </a:r>
            <a:r>
              <a:rPr lang="en-US" altLang="zh-CN" sz="16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6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// </a:t>
            </a:r>
            <a:r>
              <a:rPr lang="en-US" altLang="zh-CN" sz="16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获取URL查询字符串部分的参数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reqAttributes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圆角矩形 25"/>
          <p:cNvSpPr/>
          <p:nvPr>
            <p:custDataLst>
              <p:tags r:id="rId6"/>
            </p:custDataLst>
          </p:nvPr>
        </p:nvSpPr>
        <p:spPr>
          <a:xfrm>
            <a:off x="3243580" y="927100"/>
            <a:ext cx="8093710" cy="53835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735" y="3727450"/>
            <a:ext cx="3451225" cy="443230"/>
            <a:chOff x="61" y="5870"/>
            <a:chExt cx="5435" cy="698"/>
          </a:xfrm>
        </p:grpSpPr>
        <p:sp>
          <p:nvSpPr>
            <p:cNvPr id="22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1" y="5870"/>
              <a:ext cx="463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请求对象的各个属性值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2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814" y="6205"/>
              <a:ext cx="682" cy="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4814" y="587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355624" y="1563067"/>
            <a:ext cx="2397386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index.js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请求对象常用属性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489960" y="1545590"/>
            <a:ext cx="6706870" cy="44342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5" name="图片 34"/>
          <p:cNvPicPr/>
          <p:nvPr/>
        </p:nvPicPr>
        <p:blipFill rotWithShape="1">
          <a:blip r:embed="rId11"/>
          <a:srcRect b="9954"/>
          <a:stretch>
            <a:fillRect/>
          </a:stretch>
        </p:blipFill>
        <p:spPr>
          <a:xfrm>
            <a:off x="6917690" y="5130800"/>
            <a:ext cx="4956810" cy="139065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" name="矩形 36"/>
          <p:cNvSpPr/>
          <p:nvPr>
            <p:custDataLst>
              <p:tags r:id="rId12"/>
            </p:custDataLst>
          </p:nvPr>
        </p:nvSpPr>
        <p:spPr>
          <a:xfrm>
            <a:off x="8149590" y="5485130"/>
            <a:ext cx="2277110" cy="352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3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4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4" grpId="0" bldLvl="0" animBg="1"/>
      <p:bldP spid="3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488055" y="4117340"/>
            <a:ext cx="7576185" cy="9842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http://localhost:3000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/foods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get(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/foods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en-US" altLang="zh-CN" kern="0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:id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function(req, res){ ......  }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18533" y="128254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地址栏参数，通过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req.query</a:t>
            </a:r>
            <a:r>
              <a:rPr lang="zh-CN" altLang="en-US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req.params</a:t>
            </a:r>
            <a:r>
              <a:rPr lang="zh-CN" altLang="en-US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309110" y="3320415"/>
            <a:ext cx="6609715" cy="36830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req.query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--{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account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express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password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"123456"}</a:t>
            </a:r>
            <a:endParaRPr lang="en-US" altLang="zh-CN" sz="1800" dirty="0" err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488055" y="2306955"/>
            <a:ext cx="7576185" cy="92646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http://www.XXXX.com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/login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?account</a:t>
            </a:r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=express&amp;password=123456</a:t>
            </a:r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</a:t>
            </a:r>
            <a:r>
              <a:rPr lang="en-US" altLang="zh-CN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get('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/login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', function(req, res){ ......  }</a:t>
            </a:r>
            <a:r>
              <a:rPr lang="en-US" altLang="zh-CN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/>
          <p:nvPr>
            <p:custDataLst>
              <p:tags r:id="rId7"/>
            </p:custDataLst>
          </p:nvPr>
        </p:nvCxnSpPr>
        <p:spPr>
          <a:xfrm>
            <a:off x="1767829" y="3059668"/>
            <a:ext cx="1640993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628775" y="2600960"/>
            <a:ext cx="1808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查询字符串参数</a:t>
            </a:r>
            <a:endParaRPr 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8"/>
            </p:custDataLst>
          </p:nvPr>
        </p:nvCxnSpPr>
        <p:spPr>
          <a:xfrm>
            <a:off x="6830141" y="2675144"/>
            <a:ext cx="402018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9"/>
            </p:custDataLst>
          </p:nvPr>
        </p:nvCxnSpPr>
        <p:spPr>
          <a:xfrm>
            <a:off x="619063" y="4034971"/>
            <a:ext cx="10121508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7587615" y="5101590"/>
            <a:ext cx="2944495" cy="36830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req.params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-- {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</a:t>
            </a:r>
            <a:r>
              <a:rPr lang="en-US" altLang="zh-CN" kern="0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en-US" altLang="zh-CN" sz="18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 err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1"/>
            </p:custDataLst>
          </p:nvPr>
        </p:nvCxnSpPr>
        <p:spPr>
          <a:xfrm>
            <a:off x="9937893" y="5394422"/>
            <a:ext cx="30148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12"/>
            </p:custDataLst>
          </p:nvPr>
        </p:nvCxnSpPr>
        <p:spPr>
          <a:xfrm>
            <a:off x="1714991" y="4705150"/>
            <a:ext cx="1640993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13"/>
            </p:custDataLst>
          </p:nvPr>
        </p:nvSpPr>
        <p:spPr>
          <a:xfrm>
            <a:off x="1924413" y="4274879"/>
            <a:ext cx="111368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动态参数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18" name="矩形 1"/>
            <p:cNvSpPr/>
            <p:nvPr>
              <p:custDataLst>
                <p:tags r:id="rId14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iconfont-1187-868615"/>
            <p:cNvSpPr/>
            <p:nvPr>
              <p:custDataLst>
                <p:tags r:id="rId1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cxnSp>
        <p:nvCxnSpPr>
          <p:cNvPr id="4" name="直接连接符 3"/>
          <p:cNvCxnSpPr/>
          <p:nvPr>
            <p:custDataLst>
              <p:tags r:id="rId16"/>
            </p:custDataLst>
          </p:nvPr>
        </p:nvCxnSpPr>
        <p:spPr>
          <a:xfrm>
            <a:off x="6586998" y="4459067"/>
            <a:ext cx="3014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767474" y="5829300"/>
            <a:ext cx="8471901" cy="644525"/>
            <a:chOff x="5405" y="9202"/>
            <a:chExt cx="11741" cy="1015"/>
          </a:xfrm>
        </p:grpSpPr>
        <p:sp>
          <p:nvSpPr>
            <p:cNvPr id="9" name="任意多边形 228"/>
            <p:cNvSpPr/>
            <p:nvPr>
              <p:custDataLst>
                <p:tags r:id="rId17"/>
              </p:custDataLst>
            </p:nvPr>
          </p:nvSpPr>
          <p:spPr>
            <a:xfrm>
              <a:off x="5405" y="9202"/>
              <a:ext cx="11741" cy="1015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622" y="9372"/>
              <a:ext cx="11479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地址栏参数非常重要，可以用来在同一个页面中根据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需求有区分地显示不同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信息。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 bldLvl="0" animBg="1"/>
      <p:bldP spid="13" grpId="0" bldLvl="0" animBg="1"/>
      <p:bldP spid="16" grpId="0"/>
      <p:bldP spid="21" grpId="0" bldLvl="0" animBg="1"/>
      <p:bldP spid="25" grpId="0" bldLvl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3690620" y="1047750"/>
            <a:ext cx="7330440" cy="533590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圆角矩形 25"/>
          <p:cNvSpPr/>
          <p:nvPr>
            <p:custDataLst>
              <p:tags r:id="rId5"/>
            </p:custDataLst>
          </p:nvPr>
        </p:nvSpPr>
        <p:spPr>
          <a:xfrm>
            <a:off x="3690620" y="1035050"/>
            <a:ext cx="7353300" cy="53835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3870775" y="1123950"/>
            <a:ext cx="7307765" cy="5259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/login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res)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zh-CN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zh-CN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请求，用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req.query</a:t>
            </a:r>
            <a:r>
              <a:rPr lang="zh-CN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接收传过来的值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let account = </a:t>
            </a:r>
            <a:r>
              <a:rPr lang="en-US" altLang="zh-CN" sz="16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req.query.account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zh-CN" altLang="zh-CN" sz="16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let password = </a:t>
            </a:r>
            <a:r>
              <a:rPr lang="en-US" altLang="zh-CN" sz="16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req.query.password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account,password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("login!")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获取动态路由的值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/foods/:id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',(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req,res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)=&gt;{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console.log(req.params.id);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let id = req.params.id;</a:t>
            </a:r>
            <a:endParaRPr lang="zh-CN" altLang="zh-CN" sz="16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if(id == '1'){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res.render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('foods1');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}else if(id == '2'){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res.render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('foods2');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5940" y="2773680"/>
            <a:ext cx="3329940" cy="443230"/>
            <a:chOff x="140" y="4368"/>
            <a:chExt cx="5244" cy="698"/>
          </a:xfrm>
        </p:grpSpPr>
        <p:sp>
          <p:nvSpPr>
            <p:cNvPr id="22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40" y="4368"/>
              <a:ext cx="4567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query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属性获取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中的参数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2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828" y="4656"/>
              <a:ext cx="5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4828" y="4368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-14827" y="1658290"/>
            <a:ext cx="3418356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index.js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</a:pPr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获取请求对象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65812" y="1686033"/>
            <a:ext cx="6016771" cy="17776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65812" y="3747553"/>
            <a:ext cx="6016771" cy="22911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7040" y="4768850"/>
            <a:ext cx="3418840" cy="443230"/>
            <a:chOff x="0" y="7510"/>
            <a:chExt cx="5384" cy="698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7510"/>
              <a:ext cx="4707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params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属性获取动态路由的值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6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828" y="7864"/>
              <a:ext cx="5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828" y="751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9" name="图片 38"/>
          <p:cNvPicPr/>
          <p:nvPr/>
        </p:nvPicPr>
        <p:blipFill>
          <a:blip r:embed="rId14"/>
          <a:stretch>
            <a:fillRect/>
          </a:stretch>
        </p:blipFill>
        <p:spPr>
          <a:xfrm>
            <a:off x="6680590" y="2985805"/>
            <a:ext cx="5274310" cy="62611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矩形 39"/>
          <p:cNvSpPr/>
          <p:nvPr>
            <p:custDataLst>
              <p:tags r:id="rId15"/>
            </p:custDataLst>
          </p:nvPr>
        </p:nvSpPr>
        <p:spPr>
          <a:xfrm>
            <a:off x="6702180" y="3362729"/>
            <a:ext cx="802005" cy="1447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>
            <p:custDataLst>
              <p:tags r:id="rId16"/>
            </p:custDataLst>
          </p:nvPr>
        </p:nvSpPr>
        <p:spPr>
          <a:xfrm>
            <a:off x="9800902" y="3192548"/>
            <a:ext cx="2143203" cy="2084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7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8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4" grpId="0" bldLvl="0" animBg="1"/>
      <p:bldP spid="30" grpId="0" bldLvl="0" animBg="1"/>
      <p:bldP spid="40" grpId="0" bldLvl="0" animBg="1"/>
      <p:bldP spid="3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3243359" y="1318845"/>
            <a:ext cx="5646641" cy="2104708"/>
            <a:chOff x="5939720" y="1345781"/>
            <a:chExt cx="5310908" cy="5142489"/>
          </a:xfrm>
        </p:grpSpPr>
        <p:sp>
          <p:nvSpPr>
            <p:cNvPr id="17" name="矩形 16"/>
            <p:cNvSpPr/>
            <p:nvPr>
              <p:custDataLst>
                <p:tags r:id="rId2"/>
              </p:custDataLst>
            </p:nvPr>
          </p:nvSpPr>
          <p:spPr>
            <a:xfrm>
              <a:off x="6101613" y="1432054"/>
              <a:ext cx="5028288" cy="4931119"/>
            </a:xfrm>
            <a:prstGeom prst="rect">
              <a:avLst/>
            </a:prstGeom>
            <a:solidFill>
              <a:schemeClr val="bg1">
                <a:lumMod val="95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939720" y="1345781"/>
              <a:ext cx="5310908" cy="5142489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rgbClr val="333333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3415486" y="1318845"/>
            <a:ext cx="4166414" cy="2155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doctype html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html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head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meta(charset="utf-8")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title </a:t>
            </a:r>
            <a:r>
              <a:rPr lang="en-US" altLang="zh-CN" sz="16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美食分类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body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p 美食分类界面1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5"/>
            </p:custDataLst>
          </p:nvPr>
        </p:nvSpPr>
        <p:spPr>
          <a:xfrm>
            <a:off x="3273584" y="934998"/>
            <a:ext cx="529891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"/>
            </a:pP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foods1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.jade-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views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目录下建立的美食页面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>
            <p:custDataLst>
              <p:tags r:id="rId6"/>
            </p:custDataLst>
          </p:nvPr>
        </p:nvGrpSpPr>
        <p:grpSpPr>
          <a:xfrm>
            <a:off x="3243359" y="4265214"/>
            <a:ext cx="5646641" cy="2104708"/>
            <a:chOff x="5939720" y="1345781"/>
            <a:chExt cx="5310908" cy="5142489"/>
          </a:xfrm>
        </p:grpSpPr>
        <p:sp>
          <p:nvSpPr>
            <p:cNvPr id="31" name="矩形 30"/>
            <p:cNvSpPr/>
            <p:nvPr>
              <p:custDataLst>
                <p:tags r:id="rId7"/>
              </p:custDataLst>
            </p:nvPr>
          </p:nvSpPr>
          <p:spPr>
            <a:xfrm>
              <a:off x="6101613" y="1432054"/>
              <a:ext cx="5028288" cy="4931119"/>
            </a:xfrm>
            <a:prstGeom prst="rect">
              <a:avLst/>
            </a:prstGeom>
            <a:solidFill>
              <a:schemeClr val="bg1">
                <a:lumMod val="95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圆角矩形 25"/>
            <p:cNvSpPr/>
            <p:nvPr>
              <p:custDataLst>
                <p:tags r:id="rId8"/>
              </p:custDataLst>
            </p:nvPr>
          </p:nvSpPr>
          <p:spPr>
            <a:xfrm>
              <a:off x="5939720" y="1345781"/>
              <a:ext cx="5310908" cy="5142489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rgbClr val="333333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3273584" y="3881367"/>
            <a:ext cx="548805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"/>
            </a:pP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foods2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.jade-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views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目录下建立的美食页面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3415486" y="4238698"/>
            <a:ext cx="5157013" cy="215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doctype html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html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6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head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</a:t>
            </a:r>
            <a:r>
              <a:rPr lang="en-US" altLang="zh-CN" sz="16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meta(charset="utf-8")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</a:t>
            </a:r>
            <a:r>
              <a:rPr lang="en-US" altLang="zh-CN" sz="16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title </a:t>
            </a:r>
            <a:r>
              <a:rPr lang="en-US" altLang="zh-CN" sz="1600" kern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美食分类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6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body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 美食分类界面2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6" name="图片 35"/>
          <p:cNvPicPr/>
          <p:nvPr>
            <p:custDataLst>
              <p:tags r:id="rId11"/>
            </p:custDataLst>
          </p:nvPr>
        </p:nvPicPr>
        <p:blipFill>
          <a:blip r:embed="rId12"/>
          <a:srcRect r="13182"/>
          <a:stretch>
            <a:fillRect/>
          </a:stretch>
        </p:blipFill>
        <p:spPr>
          <a:xfrm>
            <a:off x="7274241" y="2616230"/>
            <a:ext cx="2596515" cy="103568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8" name="图片 37"/>
          <p:cNvPicPr/>
          <p:nvPr>
            <p:custDataLst>
              <p:tags r:id="rId13"/>
            </p:custDataLst>
          </p:nvPr>
        </p:nvPicPr>
        <p:blipFill>
          <a:blip r:embed="rId14"/>
          <a:srcRect r="26191" b="13796"/>
          <a:stretch>
            <a:fillRect/>
          </a:stretch>
        </p:blipFill>
        <p:spPr>
          <a:xfrm>
            <a:off x="7274241" y="5370817"/>
            <a:ext cx="2553335" cy="10344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流程图: 接点 2"/>
          <p:cNvSpPr/>
          <p:nvPr>
            <p:custDataLst>
              <p:tags r:id="rId15"/>
            </p:custDataLst>
          </p:nvPr>
        </p:nvSpPr>
        <p:spPr>
          <a:xfrm>
            <a:off x="9613900" y="2918795"/>
            <a:ext cx="294956" cy="33020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流程图: 接点 38"/>
          <p:cNvSpPr/>
          <p:nvPr>
            <p:custDataLst>
              <p:tags r:id="rId16"/>
            </p:custDataLst>
          </p:nvPr>
        </p:nvSpPr>
        <p:spPr>
          <a:xfrm>
            <a:off x="9613900" y="5684824"/>
            <a:ext cx="294956" cy="33020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>
            <p:custDataLst>
              <p:tags r:id="rId17"/>
            </p:custDataLst>
          </p:nvPr>
        </p:nvCxnSpPr>
        <p:spPr>
          <a:xfrm>
            <a:off x="644463" y="3725338"/>
            <a:ext cx="10912537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1851660" y="2620010"/>
          <a:ext cx="8871585" cy="3714750"/>
        </p:xfrm>
        <a:graphic>
          <a:graphicData uri="http://schemas.openxmlformats.org/drawingml/2006/table">
            <a:tbl>
              <a:tblPr firstRow="1" bandRow="1"/>
              <a:tblGrid>
                <a:gridCol w="1958975"/>
                <a:gridCol w="6912610"/>
              </a:tblGrid>
              <a:tr h="480695">
                <a:tc>
                  <a:txBody>
                    <a:bodyPr/>
                    <a:lstStyle/>
                    <a:p>
                      <a:pPr algn="l"/>
                      <a:r>
                        <a:rPr lang="zh-CN" sz="18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方法</a:t>
                      </a:r>
                      <a:endParaRPr lang="zh-CN" sz="18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描述</a:t>
                      </a:r>
                      <a:endParaRPr lang="zh-CN" altLang="en-US" sz="18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46926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u="none" strike="noStrike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res.json()</a:t>
                      </a:r>
                      <a:endParaRPr lang="en-US" sz="1800" u="none" strike="noStrike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res.send</a:t>
                      </a:r>
                      <a:r>
                        <a:rPr lang="en-US" sz="1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()</a:t>
                      </a:r>
                      <a:endParaRPr lang="zh-CN" sz="1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根据不同的内容，返回不同格式的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响应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res.render</a:t>
                      </a:r>
                      <a:r>
                        <a:rPr lang="en-US" sz="1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()</a:t>
                      </a:r>
                      <a:endParaRPr lang="zh-CN" sz="1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渲染模板页面</a:t>
                      </a:r>
                      <a:endParaRPr lang="zh-CN" sz="18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926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u="none" strike="noStrike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res.redirect</a:t>
                      </a:r>
                      <a:r>
                        <a:rPr lang="en-US" sz="1800" u="none" strike="noStrike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()</a:t>
                      </a:r>
                      <a:endParaRPr lang="zh-CN" sz="1800" u="none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重定向到指定的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URL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800" u="none" strike="noStrike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res.status</a:t>
                      </a:r>
                      <a:r>
                        <a:rPr lang="en-US" sz="1800" u="none" strike="noStrike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()</a:t>
                      </a:r>
                      <a:endParaRPr lang="zh-CN" sz="1800" u="none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设置响应状态码，如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200,404,500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algn="l"/>
                      <a:r>
                        <a:rPr lang="en-US" sz="1800" u="none" strike="noStrike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res.set</a:t>
                      </a:r>
                      <a:r>
                        <a:rPr lang="en-US" sz="1800" u="none" strike="noStrike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()</a:t>
                      </a:r>
                      <a:endParaRPr lang="zh-CN" sz="1800" u="none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设置响应报头信息</a:t>
                      </a:r>
                      <a:endParaRPr lang="zh-CN" sz="1800" kern="1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lang="en-US" sz="18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res.end</a:t>
                      </a:r>
                      <a:r>
                        <a:rPr lang="en-US" sz="18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()</a:t>
                      </a:r>
                      <a:endParaRPr lang="zh-CN" sz="18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结束请求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响应循环</a:t>
                      </a:r>
                      <a:endParaRPr 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834347" y="1031178"/>
            <a:ext cx="10100067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路由处理函数接收响应对象，调用响应对象的方法发送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响应到客户端。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如果路由函数不给出任何响应，也就是不调用响应对象的任何方法，客户端会被挂起直到超时。</a:t>
            </a:r>
            <a:endParaRPr lang="zh-CN" altLang="zh-CN" sz="17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51660" y="2087245"/>
            <a:ext cx="268922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响应对象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常用方法：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3" grpId="0" build="p"/>
      <p:bldP spid="1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>
            <p:custDataLst>
              <p:tags r:id="rId1"/>
            </p:custDataLst>
          </p:nvPr>
        </p:nvSpPr>
        <p:spPr>
          <a:xfrm>
            <a:off x="5047615" y="1122680"/>
            <a:ext cx="6221095" cy="526224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67944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27320" y="4784725"/>
            <a:ext cx="4687570" cy="1104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5048250" y="1122680"/>
            <a:ext cx="6234430" cy="526224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5227320" y="1158240"/>
            <a:ext cx="4931410" cy="5095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goods =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"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iphonex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100,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1999.98,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"color": "red"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},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"car":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100,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9999999,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"color": "black"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kern="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res, next) {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res.json():</a:t>
            </a:r>
            <a:r>
              <a:rPr lang="zh-CN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给客户端发送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res.json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({error: 0,data: goods});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227320" y="1722755"/>
            <a:ext cx="4687570" cy="29832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/>
          <p:nvPr/>
        </p:nvPicPr>
        <p:blipFill>
          <a:blip r:embed="rId7"/>
          <a:stretch>
            <a:fillRect/>
          </a:stretch>
        </p:blipFill>
        <p:spPr>
          <a:xfrm>
            <a:off x="6936740" y="5615940"/>
            <a:ext cx="4907280" cy="5930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6" name="矩形 65"/>
          <p:cNvSpPr/>
          <p:nvPr>
            <p:custDataLst>
              <p:tags r:id="rId8"/>
            </p:custDataLst>
          </p:nvPr>
        </p:nvSpPr>
        <p:spPr>
          <a:xfrm>
            <a:off x="6937375" y="5968365"/>
            <a:ext cx="4906645" cy="2406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23925" y="3309620"/>
            <a:ext cx="4244340" cy="443230"/>
            <a:chOff x="1455" y="5612"/>
            <a:chExt cx="6684" cy="698"/>
          </a:xfrm>
        </p:grpSpPr>
        <p:sp>
          <p:nvSpPr>
            <p:cNvPr id="68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455" y="5612"/>
              <a:ext cx="4763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定义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70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6339" y="5961"/>
              <a:ext cx="1801" cy="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6339" y="5612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909320" y="4881245"/>
            <a:ext cx="4271010" cy="734060"/>
            <a:chOff x="1432" y="8087"/>
            <a:chExt cx="6726" cy="1156"/>
          </a:xfrm>
        </p:grpSpPr>
        <p:sp>
          <p:nvSpPr>
            <p:cNvPr id="73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32" y="8087"/>
              <a:ext cx="4763" cy="11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响应对象的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方法，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给客户端发送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6358" y="8687"/>
              <a:ext cx="1801" cy="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6358" y="8087"/>
              <a:ext cx="0" cy="113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" name="组合 1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18" name="矩形 1"/>
            <p:cNvSpPr/>
            <p:nvPr>
              <p:custDataLst>
                <p:tags r:id="rId15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1.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返回JSON数据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iconfont-1187-868615"/>
            <p:cNvSpPr/>
            <p:nvPr>
              <p:custDataLst>
                <p:tags r:id="rId16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297940" y="1730375"/>
            <a:ext cx="1743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res.json()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63" grpId="0"/>
      <p:bldP spid="65" grpId="0" bldLvl="0" animBg="1"/>
      <p:bldP spid="66" grpId="0" animBg="1"/>
      <p:bldP spid="6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>
            <p:custDataLst>
              <p:tags r:id="rId1"/>
            </p:custDataLst>
          </p:nvPr>
        </p:nvSpPr>
        <p:spPr>
          <a:xfrm>
            <a:off x="4431030" y="541655"/>
            <a:ext cx="7167880" cy="570865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4431665" y="552450"/>
            <a:ext cx="7170420" cy="570801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4580255" y="638810"/>
            <a:ext cx="6638290" cy="57080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goods = {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"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iphonex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{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100,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1999.98,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"color": "red"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},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"car": {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100,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9999999,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"color": "black"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zh-CN" altLang="zh-CN" sz="2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router.get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('/', function(req, res, next) {</a:t>
            </a:r>
            <a:endParaRPr lang="zh-CN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发送数据给客户端，字符串</a:t>
            </a:r>
            <a:r>
              <a:rPr lang="zh-CN" altLang="en-US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JSON对象或Buffer</a:t>
            </a:r>
            <a:endParaRPr lang="zh-CN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16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('success');</a:t>
            </a:r>
            <a:endParaRPr lang="zh-CN" altLang="zh-CN" sz="1600" b="1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(goods);</a:t>
            </a:r>
            <a:endParaRPr lang="zh-CN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Buffer.from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Hi,Harrison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!'));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kern="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zh-CN" altLang="en-US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580255" y="1191895"/>
            <a:ext cx="4687570" cy="29127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1545" y="3207385"/>
            <a:ext cx="3631565" cy="443230"/>
            <a:chOff x="1467" y="5051"/>
            <a:chExt cx="5719" cy="698"/>
          </a:xfrm>
        </p:grpSpPr>
        <p:sp>
          <p:nvSpPr>
            <p:cNvPr id="68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467" y="5051"/>
              <a:ext cx="509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定义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70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6721" y="5387"/>
              <a:ext cx="465" cy="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6721" y="5078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936625" y="4606925"/>
            <a:ext cx="4289425" cy="850265"/>
            <a:chOff x="1475" y="8156"/>
            <a:chExt cx="6755" cy="1339"/>
          </a:xfrm>
        </p:grpSpPr>
        <p:sp>
          <p:nvSpPr>
            <p:cNvPr id="73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475" y="8156"/>
              <a:ext cx="5057" cy="13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ctr" eaLnBrk="1" fontAlgn="auto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en-US" altLang="zh-CN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res.send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除了可以返回字符串，</a:t>
              </a:r>
              <a:endParaRPr lang="zh-CN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0" algn="ctr" eaLnBrk="1" fontAlgn="auto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也可是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对象或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Buffer</a:t>
              </a:r>
              <a:r>
                <a:rPr lang="zh-CN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数据。</a:t>
              </a:r>
              <a:endParaRPr lang="zh-CN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6695" y="8831"/>
              <a:ext cx="1535" cy="2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6676" y="8156"/>
              <a:ext cx="19" cy="13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2" name="图片 31"/>
          <p:cNvPicPr/>
          <p:nvPr/>
        </p:nvPicPr>
        <p:blipFill>
          <a:blip r:embed="rId13"/>
          <a:stretch>
            <a:fillRect/>
          </a:stretch>
        </p:blipFill>
        <p:spPr>
          <a:xfrm>
            <a:off x="8499086" y="2591215"/>
            <a:ext cx="3028315" cy="1056640"/>
          </a:xfrm>
          <a:prstGeom prst="rect">
            <a:avLst/>
          </a:prstGeom>
        </p:spPr>
      </p:pic>
      <p:sp>
        <p:nvSpPr>
          <p:cNvPr id="39" name="矩形 38"/>
          <p:cNvSpPr/>
          <p:nvPr>
            <p:custDataLst>
              <p:tags r:id="rId14"/>
            </p:custDataLst>
          </p:nvPr>
        </p:nvSpPr>
        <p:spPr>
          <a:xfrm>
            <a:off x="8520675" y="3372645"/>
            <a:ext cx="962607" cy="2840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55260" y="4340860"/>
            <a:ext cx="6036310" cy="9842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14" name="矩形 1"/>
            <p:cNvSpPr/>
            <p:nvPr>
              <p:custDataLst>
                <p:tags r:id="rId15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2.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返回数据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iconfont-1187-868615"/>
            <p:cNvSpPr/>
            <p:nvPr>
              <p:custDataLst>
                <p:tags r:id="rId16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297940" y="1730375"/>
            <a:ext cx="1743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res.send()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63" grpId="0"/>
      <p:bldP spid="65" grpId="0" bldLvl="0" animBg="1"/>
      <p:bldP spid="3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0861667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矩形 60"/>
          <p:cNvSpPr/>
          <p:nvPr>
            <p:custDataLst>
              <p:tags r:id="rId4"/>
            </p:custDataLst>
          </p:nvPr>
        </p:nvSpPr>
        <p:spPr>
          <a:xfrm>
            <a:off x="4695190" y="2029460"/>
            <a:ext cx="6224905" cy="335978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4692015" y="1970405"/>
            <a:ext cx="6234430" cy="35039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4864100" y="2029460"/>
            <a:ext cx="5895975" cy="40830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res, next) {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res.render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渲染指定模板给客户端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res.render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('index', {title: '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Hi,Hou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sir!'});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871085" y="2981960"/>
            <a:ext cx="5426710" cy="17811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2" name="图片 31"/>
          <p:cNvPicPr/>
          <p:nvPr/>
        </p:nvPicPr>
        <p:blipFill>
          <a:blip r:embed="rId7"/>
          <a:stretch>
            <a:fillRect/>
          </a:stretch>
        </p:blipFill>
        <p:spPr>
          <a:xfrm>
            <a:off x="8635534" y="4183454"/>
            <a:ext cx="3152140" cy="2266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1280160" y="3339465"/>
            <a:ext cx="8117840" cy="766445"/>
            <a:chOff x="2016" y="5259"/>
            <a:chExt cx="12784" cy="1207"/>
          </a:xfrm>
        </p:grpSpPr>
        <p:sp>
          <p:nvSpPr>
            <p:cNvPr id="35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016" y="5259"/>
              <a:ext cx="498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渲染指定模板给客户端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9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7544" y="6466"/>
              <a:ext cx="72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7544" y="5628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7152" y="562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7152" y="5292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" name="矩形 42"/>
          <p:cNvSpPr/>
          <p:nvPr>
            <p:custDataLst>
              <p:tags r:id="rId13"/>
            </p:custDataLst>
          </p:nvPr>
        </p:nvSpPr>
        <p:spPr>
          <a:xfrm>
            <a:off x="8916946" y="5573275"/>
            <a:ext cx="2009337" cy="849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6" name="矩形 1"/>
            <p:cNvSpPr/>
            <p:nvPr>
              <p:custDataLst>
                <p:tags r:id="rId14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3.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渲染模板页面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iconfont-1187-868615"/>
            <p:cNvSpPr/>
            <p:nvPr>
              <p:custDataLst>
                <p:tags r:id="rId1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97940" y="1730375"/>
            <a:ext cx="21983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res.render()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5" grpId="0" bldLvl="0" animBg="1"/>
      <p:bldP spid="4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矩形 60"/>
          <p:cNvSpPr/>
          <p:nvPr>
            <p:custDataLst>
              <p:tags r:id="rId4"/>
            </p:custDataLst>
          </p:nvPr>
        </p:nvSpPr>
        <p:spPr>
          <a:xfrm>
            <a:off x="3843020" y="1645285"/>
            <a:ext cx="7078980" cy="466471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3820795" y="1644650"/>
            <a:ext cx="7099935" cy="466534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4154805" y="1835785"/>
            <a:ext cx="6212205" cy="33597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res, next) {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res.redirect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('/login');  //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res.redirect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():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重定向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all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/login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(req, res, next) =&gt; {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res.render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('index', {title: '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请登录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'});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852545" y="2821305"/>
            <a:ext cx="6680200" cy="13893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83210" y="3011805"/>
            <a:ext cx="7025005" cy="745490"/>
            <a:chOff x="446" y="4590"/>
            <a:chExt cx="11063" cy="1174"/>
          </a:xfrm>
        </p:grpSpPr>
        <p:sp>
          <p:nvSpPr>
            <p:cNvPr id="35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46" y="4625"/>
              <a:ext cx="492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将路由重定向至“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/login</a:t>
              </a: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zh-CN" altLang="zh-CN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9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915" y="5764"/>
              <a:ext cx="559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915" y="4926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523" y="4926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523" y="459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" name="矩形 28"/>
          <p:cNvSpPr/>
          <p:nvPr/>
        </p:nvSpPr>
        <p:spPr>
          <a:xfrm>
            <a:off x="3863340" y="4305300"/>
            <a:ext cx="6675120" cy="13017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83210" y="4308475"/>
            <a:ext cx="8312785" cy="766445"/>
            <a:chOff x="446" y="6530"/>
            <a:chExt cx="13091" cy="1207"/>
          </a:xfrm>
        </p:grpSpPr>
        <p:sp>
          <p:nvSpPr>
            <p:cNvPr id="42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6" y="6530"/>
              <a:ext cx="4849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渲染指定模板给客户端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7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839" y="7737"/>
              <a:ext cx="769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839" y="6899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447" y="689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5447" y="656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8" name="图片 27"/>
          <p:cNvPicPr/>
          <p:nvPr/>
        </p:nvPicPr>
        <p:blipFill>
          <a:blip r:embed="rId17"/>
          <a:stretch>
            <a:fillRect/>
          </a:stretch>
        </p:blipFill>
        <p:spPr>
          <a:xfrm>
            <a:off x="7814945" y="5098415"/>
            <a:ext cx="3402965" cy="142303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3" name="矩形 42"/>
          <p:cNvSpPr/>
          <p:nvPr>
            <p:custDataLst>
              <p:tags r:id="rId18"/>
            </p:custDataLst>
          </p:nvPr>
        </p:nvSpPr>
        <p:spPr>
          <a:xfrm>
            <a:off x="7982585" y="5795010"/>
            <a:ext cx="1438910" cy="726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10" name="矩形 1"/>
            <p:cNvSpPr/>
            <p:nvPr>
              <p:custDataLst>
                <p:tags r:id="rId19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4.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重定向地址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iconfont-1187-868615"/>
            <p:cNvSpPr/>
            <p:nvPr>
              <p:custDataLst>
                <p:tags r:id="rId20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297940" y="1730375"/>
            <a:ext cx="22180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res.redirect()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5" grpId="0" bldLvl="0" animBg="1"/>
      <p:bldP spid="29" grpId="0" bldLvl="0" animBg="1"/>
      <p:bldP spid="4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矩形 60"/>
          <p:cNvSpPr/>
          <p:nvPr>
            <p:custDataLst>
              <p:tags r:id="rId4"/>
            </p:custDataLst>
          </p:nvPr>
        </p:nvSpPr>
        <p:spPr>
          <a:xfrm>
            <a:off x="4474845" y="1327150"/>
            <a:ext cx="7606030" cy="385508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4507230" y="1233805"/>
            <a:ext cx="7559040" cy="394779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4555490" y="1234440"/>
            <a:ext cx="7511415" cy="37572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res, next) {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res.status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()设置响应header状态码，比如200,301,404,500等</a:t>
            </a:r>
            <a:endParaRPr lang="zh-CN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res.status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(200).send('success'); 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517390" y="2272030"/>
            <a:ext cx="7383780" cy="18256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69620" y="3044825"/>
            <a:ext cx="8042910" cy="937895"/>
            <a:chOff x="1199" y="5400"/>
            <a:chExt cx="12666" cy="1477"/>
          </a:xfrm>
        </p:grpSpPr>
        <p:sp>
          <p:nvSpPr>
            <p:cNvPr id="35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99" y="5400"/>
              <a:ext cx="5386" cy="14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状态码设为“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200</a:t>
              </a: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zh-CN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res.send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</a:t>
              </a: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响应“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success</a:t>
              </a: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endParaRPr lang="zh-CN" altLang="zh-CN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6637" y="6278"/>
              <a:ext cx="722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6664" y="5400"/>
              <a:ext cx="0" cy="147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50" name="图片 49"/>
          <p:cNvPicPr/>
          <p:nvPr/>
        </p:nvPicPr>
        <p:blipFill>
          <a:blip r:embed="rId10"/>
          <a:stretch>
            <a:fillRect/>
          </a:stretch>
        </p:blipFill>
        <p:spPr>
          <a:xfrm>
            <a:off x="6626860" y="4278630"/>
            <a:ext cx="5274310" cy="236283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3" name="矩形 42"/>
          <p:cNvSpPr/>
          <p:nvPr>
            <p:custDataLst>
              <p:tags r:id="rId11"/>
            </p:custDataLst>
          </p:nvPr>
        </p:nvSpPr>
        <p:spPr>
          <a:xfrm>
            <a:off x="8736965" y="6114415"/>
            <a:ext cx="1592580" cy="139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6" name="矩形 1"/>
            <p:cNvSpPr/>
            <p:nvPr>
              <p:custDataLst>
                <p:tags r:id="rId12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5.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设置状态码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iconfont-1187-868615"/>
            <p:cNvSpPr/>
            <p:nvPr>
              <p:custDataLst>
                <p:tags r:id="rId13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97940" y="1730375"/>
            <a:ext cx="21678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res.status()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5" grpId="0" bldLvl="0" animBg="1"/>
      <p:bldP spid="4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矩形 60"/>
          <p:cNvSpPr/>
          <p:nvPr>
            <p:custDataLst>
              <p:tags r:id="rId4"/>
            </p:custDataLst>
          </p:nvPr>
        </p:nvSpPr>
        <p:spPr>
          <a:xfrm>
            <a:off x="4314190" y="1100455"/>
            <a:ext cx="7289800" cy="486854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4312920" y="1101090"/>
            <a:ext cx="7291070" cy="486791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4314190" y="1174750"/>
            <a:ext cx="7290435" cy="4712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/header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res, next) {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res.set()</a:t>
            </a:r>
            <a:r>
              <a:rPr lang="en-US" altLang="zh-CN" sz="16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设置响应报头信息，如content-type，content-lenght等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res.setHeader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('Content-Type', 'text/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html;charset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=utf8');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({'Content-Type': 'application/json'});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res.write("响应报头信息:"); </a:t>
            </a:r>
            <a:endParaRPr lang="en-US" altLang="zh-CN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res.end(res.get('Content-Type'));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253990" y="3335020"/>
            <a:ext cx="6254115" cy="38862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8990" y="3296920"/>
            <a:ext cx="4307205" cy="415925"/>
            <a:chOff x="1801" y="5192"/>
            <a:chExt cx="6783" cy="655"/>
          </a:xfrm>
        </p:grpSpPr>
        <p:sp>
          <p:nvSpPr>
            <p:cNvPr id="42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801" y="5192"/>
              <a:ext cx="4816" cy="6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设置响应的报头信息</a:t>
              </a:r>
              <a:endParaRPr lang="zh-CN" altLang="zh-CN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6792" y="5493"/>
              <a:ext cx="1792" cy="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6792" y="5192"/>
              <a:ext cx="1" cy="65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" name="组合 1"/>
          <p:cNvGrpSpPr/>
          <p:nvPr/>
        </p:nvGrpSpPr>
        <p:grpSpPr>
          <a:xfrm>
            <a:off x="794385" y="4539615"/>
            <a:ext cx="8448675" cy="784860"/>
            <a:chOff x="1800" y="7268"/>
            <a:chExt cx="13305" cy="1236"/>
          </a:xfrm>
        </p:grpSpPr>
        <p:sp>
          <p:nvSpPr>
            <p:cNvPr id="57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800" y="7849"/>
              <a:ext cx="4809" cy="6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获取报头信息</a:t>
              </a:r>
              <a:endParaRPr lang="zh-CN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7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7328" y="7268"/>
              <a:ext cx="7777" cy="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7328" y="7273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6770" y="8177"/>
              <a:ext cx="5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6770" y="7842"/>
              <a:ext cx="0" cy="6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04430" y="4645025"/>
            <a:ext cx="3519170" cy="12426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矩形 9"/>
          <p:cNvSpPr/>
          <p:nvPr>
            <p:custDataLst>
              <p:tags r:id="rId16"/>
            </p:custDataLst>
          </p:nvPr>
        </p:nvSpPr>
        <p:spPr>
          <a:xfrm>
            <a:off x="7504430" y="5328920"/>
            <a:ext cx="3431540" cy="558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13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6.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设置响应报头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iconfont-1187-868615"/>
            <p:cNvSpPr/>
            <p:nvPr>
              <p:custDataLst>
                <p:tags r:id="rId18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297940" y="1730375"/>
            <a:ext cx="1743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res.set()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39" grpId="0" bldLvl="0" animBg="1"/>
      <p:bldP spid="10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20791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矩形 60"/>
          <p:cNvSpPr/>
          <p:nvPr>
            <p:custDataLst>
              <p:tags r:id="rId4"/>
            </p:custDataLst>
          </p:nvPr>
        </p:nvSpPr>
        <p:spPr>
          <a:xfrm>
            <a:off x="4476750" y="1756410"/>
            <a:ext cx="6941185" cy="385572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圆角矩形 25"/>
          <p:cNvSpPr/>
          <p:nvPr>
            <p:custDataLst>
              <p:tags r:id="rId5"/>
            </p:custDataLst>
          </p:nvPr>
        </p:nvSpPr>
        <p:spPr>
          <a:xfrm>
            <a:off x="4476115" y="1755775"/>
            <a:ext cx="6941820" cy="385699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>
            <p:custDataLst>
              <p:tags r:id="rId6"/>
            </p:custDataLst>
          </p:nvPr>
        </p:nvSpPr>
        <p:spPr>
          <a:xfrm>
            <a:off x="4705404" y="2022674"/>
            <a:ext cx="6126500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function(req, res, next) {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 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res.end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结束请求响应循环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res.end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('Hello world!');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20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34110" y="4406265"/>
            <a:ext cx="6701790" cy="1031240"/>
            <a:chOff x="1786" y="7092"/>
            <a:chExt cx="10554" cy="1624"/>
          </a:xfrm>
        </p:grpSpPr>
        <p:sp>
          <p:nvSpPr>
            <p:cNvPr id="57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786" y="7206"/>
              <a:ext cx="4718" cy="14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结束请求响应循环，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返回字符串至客户端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7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7236" y="7092"/>
              <a:ext cx="510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7236" y="7097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6678" y="8001"/>
              <a:ext cx="5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6678" y="7206"/>
              <a:ext cx="0" cy="15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1" name="图片 40"/>
          <p:cNvPicPr/>
          <p:nvPr/>
        </p:nvPicPr>
        <p:blipFill>
          <a:blip r:embed="rId12"/>
          <a:srcRect r="11918" b="12872"/>
          <a:stretch>
            <a:fillRect/>
          </a:stretch>
        </p:blipFill>
        <p:spPr>
          <a:xfrm>
            <a:off x="8366760" y="4405630"/>
            <a:ext cx="2984500" cy="109855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8366676" y="5222497"/>
            <a:ext cx="1292309" cy="215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9125" y="1108075"/>
            <a:ext cx="3166745" cy="614680"/>
            <a:chOff x="865" y="1684"/>
            <a:chExt cx="4987" cy="968"/>
          </a:xfrm>
        </p:grpSpPr>
        <p:sp>
          <p:nvSpPr>
            <p:cNvPr id="6" name="矩形 1"/>
            <p:cNvSpPr/>
            <p:nvPr>
              <p:custDataLst>
                <p:tags r:id="rId14"/>
              </p:custDataLst>
            </p:nvPr>
          </p:nvSpPr>
          <p:spPr bwMode="auto">
            <a:xfrm>
              <a:off x="975" y="1997"/>
              <a:ext cx="4877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TextBox 27"/>
            <p:cNvSpPr txBox="1">
              <a:spLocks noChangeArrowheads="1"/>
            </p:cNvSpPr>
            <p:nvPr/>
          </p:nvSpPr>
          <p:spPr bwMode="auto">
            <a:xfrm>
              <a:off x="1934" y="2009"/>
              <a:ext cx="361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7.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结束响应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iconfont-1187-868615"/>
            <p:cNvSpPr/>
            <p:nvPr>
              <p:custDataLst>
                <p:tags r:id="rId1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297940" y="1730375"/>
            <a:ext cx="1743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res.end()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2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580380" y="243840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671820" y="252984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6096000" y="1963420"/>
            <a:ext cx="5405120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请求对象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包含请求的相关信息，如请求方式、路径、参数等，以便服务器正确地处理客户端的请求。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req.query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req.params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属性非常重要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7"/>
            </p:custDataLst>
          </p:nvPr>
        </p:nvSpPr>
        <p:spPr>
          <a:xfrm>
            <a:off x="5580380" y="4691380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8"/>
            </p:custDataLst>
          </p:nvPr>
        </p:nvSpPr>
        <p:spPr>
          <a:xfrm>
            <a:off x="5671820" y="478536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6101715" y="4172585"/>
            <a:ext cx="529018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响应对象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路由处理函数也会接收响应对象，调用响应对象的方法发送 HTTP 响应到客户端。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1" grpId="0"/>
      <p:bldP spid="8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599.xml><?xml version="1.0" encoding="utf-8"?>
<p:tagLst xmlns:p="http://schemas.openxmlformats.org/presentationml/2006/main">
  <p:tag name="KSO_WM_SLIDE_BACKGROUND_TYPE" val="general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5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ABLE_BEAUTIFY" val="smartTable{c4c94057-c068-4846-9780-712c9ea4ec8d}"/>
  <p:tag name="TABLE_ENDDRAG_ORIGIN_RECT" val="686*351"/>
  <p:tag name="TABLE_ENDDRAG_RECT" val="142*162*686*351"/>
</p:tagLst>
</file>

<file path=ppt/tags/tag61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12.xml><?xml version="1.0" encoding="utf-8"?>
<p:tagLst xmlns:p="http://schemas.openxmlformats.org/presentationml/2006/main">
  <p:tag name="KSO_WM_SLIDE_BACKGROUND_TYPE" val="general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1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19.xml><?xml version="1.0" encoding="utf-8"?>
<p:tagLst xmlns:p="http://schemas.openxmlformats.org/presentationml/2006/main">
  <p:tag name="KSO_WM_SLIDE_BACKGROUND_TYPE" val="general"/>
</p:tagLst>
</file>

<file path=ppt/tags/tag62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3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33.xml><?xml version="1.0" encoding="utf-8"?>
<p:tagLst xmlns:p="http://schemas.openxmlformats.org/presentationml/2006/main">
  <p:tag name="KSO_WM_SLIDE_BACKGROUND_TYPE" val="general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3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4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51.xml><?xml version="1.0" encoding="utf-8"?>
<p:tagLst xmlns:p="http://schemas.openxmlformats.org/presentationml/2006/main">
  <p:tag name="KSO_WM_SLIDE_BACKGROUND_TYPE" val="general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5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6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9.xml><?xml version="1.0" encoding="utf-8"?>
<p:tagLst xmlns:p="http://schemas.openxmlformats.org/presentationml/2006/main">
  <p:tag name="KSO_WM_SLIDE_BACKGROUND_TYPE" val="general"/>
</p:tagLst>
</file>

<file path=ppt/tags/tag670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1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2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3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4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5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6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7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8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79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80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81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82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83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84.xml><?xml version="1.0" encoding="utf-8"?>
<p:tagLst xmlns:p="http://schemas.openxmlformats.org/presentationml/2006/main">
  <p:tag name="KSO_WM_DIAGRAM_VIRTUALLY_FRAME" val="{&quot;height&quot;:430.7270866141732,&quot;left&quot;:255.38259842519682,&quot;top&quot;:73.62188976377954,&quot;width&quot;:524.8422834645669}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TABLE_BEAUTIFY" val="smartTable{c43505a9-c906-4cae-9ea6-c9b5b6a52c8f}"/>
  <p:tag name="TABLE_ENDDRAG_ORIGIN_RECT" val="698*292"/>
  <p:tag name="TABLE_ENDDRAG_RECT" val="145*206*698*292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SLIDE_BACKGROUND_TYPE" val="general"/>
</p:tagLst>
</file>

<file path=ppt/tags/tag69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06.xml><?xml version="1.0" encoding="utf-8"?>
<p:tagLst xmlns:p="http://schemas.openxmlformats.org/presentationml/2006/main">
  <p:tag name="KSO_WM_SLIDE_BACKGROUND_TYPE" val="general"/>
</p:tagLst>
</file>

<file path=ppt/tags/tag70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22.xml><?xml version="1.0" encoding="utf-8"?>
<p:tagLst xmlns:p="http://schemas.openxmlformats.org/presentationml/2006/main">
  <p:tag name="KSO_WM_SLIDE_BACKGROUND_TYPE" val="general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37.xml><?xml version="1.0" encoding="utf-8"?>
<p:tagLst xmlns:p="http://schemas.openxmlformats.org/presentationml/2006/main">
  <p:tag name="KSO_WM_SLIDE_BACKGROUND_TYPE" val="general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5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57.xml><?xml version="1.0" encoding="utf-8"?>
<p:tagLst xmlns:p="http://schemas.openxmlformats.org/presentationml/2006/main">
  <p:tag name="KSO_WM_SLIDE_BACKGROUND_TYPE" val="general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6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70.xml><?xml version="1.0" encoding="utf-8"?>
<p:tagLst xmlns:p="http://schemas.openxmlformats.org/presentationml/2006/main">
  <p:tag name="KSO_WM_SLIDE_BACKGROUND_TYPE" val="general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88.xml><?xml version="1.0" encoding="utf-8"?>
<p:tagLst xmlns:p="http://schemas.openxmlformats.org/presentationml/2006/main">
  <p:tag name="KSO_WM_SLIDE_BACKGROUND_TYPE" val="general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03.xml><?xml version="1.0" encoding="utf-8"?>
<p:tagLst xmlns:p="http://schemas.openxmlformats.org/presentationml/2006/main">
  <p:tag name="KSO_WM_SLIDE_BACKGROUND_TYPE" val="general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7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4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4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5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4928</Words>
  <Application>WPS 演示</Application>
  <PresentationFormat>宽屏</PresentationFormat>
  <Paragraphs>400</Paragraphs>
  <Slides>19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Times New Roman</vt:lpstr>
      <vt:lpstr>等线</vt:lpstr>
      <vt:lpstr>Arial Unicode MS</vt:lpstr>
      <vt:lpstr>Calibri Light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515</cp:revision>
  <dcterms:created xsi:type="dcterms:W3CDTF">2020-10-23T09:50:00Z</dcterms:created>
  <dcterms:modified xsi:type="dcterms:W3CDTF">2024-07-15T13:17:08Z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B304B4C3298F4353B384273932100BBD_12</vt:lpwstr>
  </property>
  <property fmtid="{D5CDD505-2E9C-101B-9397-08002B2CF9AE}" pid="3" name="KSOProductBuildVer">
    <vt:lpwstr>2052-12.1.0.17147</vt:lpwstr>
  </property>
</Properties>
</file>