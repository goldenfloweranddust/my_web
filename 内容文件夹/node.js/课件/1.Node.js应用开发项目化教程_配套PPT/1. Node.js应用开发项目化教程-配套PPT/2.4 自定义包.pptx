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30" r:id="rId4"/>
    <p:sldId id="440" r:id="rId6"/>
    <p:sldId id="432" r:id="rId7"/>
    <p:sldId id="433" r:id="rId8"/>
    <p:sldId id="434" r:id="rId9"/>
    <p:sldId id="435" r:id="rId10"/>
    <p:sldId id="436" r:id="rId11"/>
    <p:sldId id="449" r:id="rId12"/>
    <p:sldId id="438" r:id="rId13"/>
    <p:sldId id="439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3C"/>
    <a:srgbClr val="333333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68" y="222"/>
      </p:cViewPr>
      <p:guideLst>
        <p:guide orient="horz" pos="220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778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comb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93.xml"/><Relationship Id="rId3" Type="http://schemas.openxmlformats.org/officeDocument/2006/relationships/tags" Target="../tags/tag59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02.xml"/><Relationship Id="rId8" Type="http://schemas.openxmlformats.org/officeDocument/2006/relationships/tags" Target="../tags/tag601.xml"/><Relationship Id="rId74" Type="http://schemas.openxmlformats.org/officeDocument/2006/relationships/notesSlide" Target="../notesSlides/notesSlide3.xml"/><Relationship Id="rId73" Type="http://schemas.openxmlformats.org/officeDocument/2006/relationships/slideLayout" Target="../slideLayouts/slideLayout10.xml"/><Relationship Id="rId72" Type="http://schemas.openxmlformats.org/officeDocument/2006/relationships/tags" Target="../tags/tag664.xml"/><Relationship Id="rId71" Type="http://schemas.openxmlformats.org/officeDocument/2006/relationships/image" Target="../media/image3.jpeg"/><Relationship Id="rId70" Type="http://schemas.openxmlformats.org/officeDocument/2006/relationships/tags" Target="../tags/tag663.xml"/><Relationship Id="rId7" Type="http://schemas.openxmlformats.org/officeDocument/2006/relationships/tags" Target="../tags/tag600.xml"/><Relationship Id="rId69" Type="http://schemas.openxmlformats.org/officeDocument/2006/relationships/tags" Target="../tags/tag662.xml"/><Relationship Id="rId68" Type="http://schemas.openxmlformats.org/officeDocument/2006/relationships/tags" Target="../tags/tag661.xml"/><Relationship Id="rId67" Type="http://schemas.openxmlformats.org/officeDocument/2006/relationships/tags" Target="../tags/tag660.xml"/><Relationship Id="rId66" Type="http://schemas.openxmlformats.org/officeDocument/2006/relationships/tags" Target="../tags/tag659.xml"/><Relationship Id="rId65" Type="http://schemas.openxmlformats.org/officeDocument/2006/relationships/tags" Target="../tags/tag658.xml"/><Relationship Id="rId64" Type="http://schemas.openxmlformats.org/officeDocument/2006/relationships/tags" Target="../tags/tag657.xml"/><Relationship Id="rId63" Type="http://schemas.openxmlformats.org/officeDocument/2006/relationships/tags" Target="../tags/tag656.xml"/><Relationship Id="rId62" Type="http://schemas.openxmlformats.org/officeDocument/2006/relationships/tags" Target="../tags/tag655.xml"/><Relationship Id="rId61" Type="http://schemas.openxmlformats.org/officeDocument/2006/relationships/tags" Target="../tags/tag654.xml"/><Relationship Id="rId60" Type="http://schemas.openxmlformats.org/officeDocument/2006/relationships/tags" Target="../tags/tag653.xml"/><Relationship Id="rId6" Type="http://schemas.openxmlformats.org/officeDocument/2006/relationships/tags" Target="../tags/tag599.xml"/><Relationship Id="rId59" Type="http://schemas.openxmlformats.org/officeDocument/2006/relationships/tags" Target="../tags/tag652.xml"/><Relationship Id="rId58" Type="http://schemas.openxmlformats.org/officeDocument/2006/relationships/tags" Target="../tags/tag651.xml"/><Relationship Id="rId57" Type="http://schemas.openxmlformats.org/officeDocument/2006/relationships/tags" Target="../tags/tag650.xml"/><Relationship Id="rId56" Type="http://schemas.openxmlformats.org/officeDocument/2006/relationships/tags" Target="../tags/tag649.xml"/><Relationship Id="rId55" Type="http://schemas.openxmlformats.org/officeDocument/2006/relationships/tags" Target="../tags/tag648.xml"/><Relationship Id="rId54" Type="http://schemas.openxmlformats.org/officeDocument/2006/relationships/tags" Target="../tags/tag647.xml"/><Relationship Id="rId53" Type="http://schemas.openxmlformats.org/officeDocument/2006/relationships/tags" Target="../tags/tag646.xml"/><Relationship Id="rId52" Type="http://schemas.openxmlformats.org/officeDocument/2006/relationships/tags" Target="../tags/tag645.xml"/><Relationship Id="rId51" Type="http://schemas.openxmlformats.org/officeDocument/2006/relationships/tags" Target="../tags/tag644.xml"/><Relationship Id="rId50" Type="http://schemas.openxmlformats.org/officeDocument/2006/relationships/tags" Target="../tags/tag643.xml"/><Relationship Id="rId5" Type="http://schemas.openxmlformats.org/officeDocument/2006/relationships/tags" Target="../tags/tag598.xml"/><Relationship Id="rId49" Type="http://schemas.openxmlformats.org/officeDocument/2006/relationships/tags" Target="../tags/tag642.xml"/><Relationship Id="rId48" Type="http://schemas.openxmlformats.org/officeDocument/2006/relationships/tags" Target="../tags/tag641.xml"/><Relationship Id="rId47" Type="http://schemas.openxmlformats.org/officeDocument/2006/relationships/tags" Target="../tags/tag640.xml"/><Relationship Id="rId46" Type="http://schemas.openxmlformats.org/officeDocument/2006/relationships/tags" Target="../tags/tag639.xml"/><Relationship Id="rId45" Type="http://schemas.openxmlformats.org/officeDocument/2006/relationships/tags" Target="../tags/tag638.xml"/><Relationship Id="rId44" Type="http://schemas.openxmlformats.org/officeDocument/2006/relationships/tags" Target="../tags/tag637.xml"/><Relationship Id="rId43" Type="http://schemas.openxmlformats.org/officeDocument/2006/relationships/tags" Target="../tags/tag636.xml"/><Relationship Id="rId42" Type="http://schemas.openxmlformats.org/officeDocument/2006/relationships/tags" Target="../tags/tag635.xml"/><Relationship Id="rId41" Type="http://schemas.openxmlformats.org/officeDocument/2006/relationships/tags" Target="../tags/tag634.xml"/><Relationship Id="rId40" Type="http://schemas.openxmlformats.org/officeDocument/2006/relationships/tags" Target="../tags/tag633.xml"/><Relationship Id="rId4" Type="http://schemas.openxmlformats.org/officeDocument/2006/relationships/tags" Target="../tags/tag597.xml"/><Relationship Id="rId39" Type="http://schemas.openxmlformats.org/officeDocument/2006/relationships/tags" Target="../tags/tag632.xml"/><Relationship Id="rId38" Type="http://schemas.openxmlformats.org/officeDocument/2006/relationships/tags" Target="../tags/tag631.xml"/><Relationship Id="rId37" Type="http://schemas.openxmlformats.org/officeDocument/2006/relationships/tags" Target="../tags/tag630.xml"/><Relationship Id="rId36" Type="http://schemas.openxmlformats.org/officeDocument/2006/relationships/tags" Target="../tags/tag629.xml"/><Relationship Id="rId35" Type="http://schemas.openxmlformats.org/officeDocument/2006/relationships/tags" Target="../tags/tag628.xml"/><Relationship Id="rId34" Type="http://schemas.openxmlformats.org/officeDocument/2006/relationships/tags" Target="../tags/tag627.xml"/><Relationship Id="rId33" Type="http://schemas.openxmlformats.org/officeDocument/2006/relationships/tags" Target="../tags/tag626.xml"/><Relationship Id="rId32" Type="http://schemas.openxmlformats.org/officeDocument/2006/relationships/tags" Target="../tags/tag625.xml"/><Relationship Id="rId31" Type="http://schemas.openxmlformats.org/officeDocument/2006/relationships/tags" Target="../tags/tag624.xml"/><Relationship Id="rId30" Type="http://schemas.openxmlformats.org/officeDocument/2006/relationships/tags" Target="../tags/tag623.xml"/><Relationship Id="rId3" Type="http://schemas.openxmlformats.org/officeDocument/2006/relationships/tags" Target="../tags/tag596.xml"/><Relationship Id="rId29" Type="http://schemas.openxmlformats.org/officeDocument/2006/relationships/tags" Target="../tags/tag622.xml"/><Relationship Id="rId28" Type="http://schemas.openxmlformats.org/officeDocument/2006/relationships/tags" Target="../tags/tag621.xml"/><Relationship Id="rId27" Type="http://schemas.openxmlformats.org/officeDocument/2006/relationships/tags" Target="../tags/tag620.xml"/><Relationship Id="rId26" Type="http://schemas.openxmlformats.org/officeDocument/2006/relationships/tags" Target="../tags/tag619.xml"/><Relationship Id="rId25" Type="http://schemas.openxmlformats.org/officeDocument/2006/relationships/tags" Target="../tags/tag618.xml"/><Relationship Id="rId24" Type="http://schemas.openxmlformats.org/officeDocument/2006/relationships/tags" Target="../tags/tag617.xml"/><Relationship Id="rId23" Type="http://schemas.openxmlformats.org/officeDocument/2006/relationships/tags" Target="../tags/tag616.xml"/><Relationship Id="rId22" Type="http://schemas.openxmlformats.org/officeDocument/2006/relationships/tags" Target="../tags/tag615.xml"/><Relationship Id="rId21" Type="http://schemas.openxmlformats.org/officeDocument/2006/relationships/tags" Target="../tags/tag614.xml"/><Relationship Id="rId20" Type="http://schemas.openxmlformats.org/officeDocument/2006/relationships/tags" Target="../tags/tag613.xml"/><Relationship Id="rId2" Type="http://schemas.openxmlformats.org/officeDocument/2006/relationships/tags" Target="../tags/tag595.xml"/><Relationship Id="rId19" Type="http://schemas.openxmlformats.org/officeDocument/2006/relationships/tags" Target="../tags/tag612.xml"/><Relationship Id="rId18" Type="http://schemas.openxmlformats.org/officeDocument/2006/relationships/tags" Target="../tags/tag611.xml"/><Relationship Id="rId17" Type="http://schemas.openxmlformats.org/officeDocument/2006/relationships/tags" Target="../tags/tag610.xml"/><Relationship Id="rId16" Type="http://schemas.openxmlformats.org/officeDocument/2006/relationships/tags" Target="../tags/tag609.xml"/><Relationship Id="rId15" Type="http://schemas.openxmlformats.org/officeDocument/2006/relationships/tags" Target="../tags/tag608.xml"/><Relationship Id="rId14" Type="http://schemas.openxmlformats.org/officeDocument/2006/relationships/tags" Target="../tags/tag607.xml"/><Relationship Id="rId13" Type="http://schemas.openxmlformats.org/officeDocument/2006/relationships/tags" Target="../tags/tag606.xml"/><Relationship Id="rId12" Type="http://schemas.openxmlformats.org/officeDocument/2006/relationships/tags" Target="../tags/tag605.xml"/><Relationship Id="rId11" Type="http://schemas.openxmlformats.org/officeDocument/2006/relationships/tags" Target="../tags/tag604.xml"/><Relationship Id="rId10" Type="http://schemas.openxmlformats.org/officeDocument/2006/relationships/tags" Target="../tags/tag603.xml"/><Relationship Id="rId1" Type="http://schemas.openxmlformats.org/officeDocument/2006/relationships/tags" Target="../tags/tag594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668.xml"/><Relationship Id="rId3" Type="http://schemas.openxmlformats.org/officeDocument/2006/relationships/tags" Target="../tags/tag667.xml"/><Relationship Id="rId2" Type="http://schemas.openxmlformats.org/officeDocument/2006/relationships/tags" Target="../tags/tag666.xml"/><Relationship Id="rId1" Type="http://schemas.openxmlformats.org/officeDocument/2006/relationships/tags" Target="../tags/tag66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77.xml"/><Relationship Id="rId8" Type="http://schemas.openxmlformats.org/officeDocument/2006/relationships/tags" Target="../tags/tag676.xml"/><Relationship Id="rId7" Type="http://schemas.openxmlformats.org/officeDocument/2006/relationships/tags" Target="../tags/tag675.xml"/><Relationship Id="rId6" Type="http://schemas.openxmlformats.org/officeDocument/2006/relationships/tags" Target="../tags/tag674.xml"/><Relationship Id="rId5" Type="http://schemas.openxmlformats.org/officeDocument/2006/relationships/tags" Target="../tags/tag673.xml"/><Relationship Id="rId4" Type="http://schemas.openxmlformats.org/officeDocument/2006/relationships/tags" Target="../tags/tag672.xml"/><Relationship Id="rId3" Type="http://schemas.openxmlformats.org/officeDocument/2006/relationships/tags" Target="../tags/tag671.xml"/><Relationship Id="rId2" Type="http://schemas.openxmlformats.org/officeDocument/2006/relationships/tags" Target="../tags/tag670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679.xml"/><Relationship Id="rId10" Type="http://schemas.openxmlformats.org/officeDocument/2006/relationships/tags" Target="../tags/tag678.xml"/><Relationship Id="rId1" Type="http://schemas.openxmlformats.org/officeDocument/2006/relationships/tags" Target="../tags/tag66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88.xml"/><Relationship Id="rId8" Type="http://schemas.openxmlformats.org/officeDocument/2006/relationships/tags" Target="../tags/tag687.xml"/><Relationship Id="rId7" Type="http://schemas.openxmlformats.org/officeDocument/2006/relationships/tags" Target="../tags/tag686.xml"/><Relationship Id="rId6" Type="http://schemas.openxmlformats.org/officeDocument/2006/relationships/tags" Target="../tags/tag685.xml"/><Relationship Id="rId5" Type="http://schemas.openxmlformats.org/officeDocument/2006/relationships/tags" Target="../tags/tag684.xml"/><Relationship Id="rId4" Type="http://schemas.openxmlformats.org/officeDocument/2006/relationships/tags" Target="../tags/tag683.xml"/><Relationship Id="rId3" Type="http://schemas.openxmlformats.org/officeDocument/2006/relationships/tags" Target="../tags/tag682.xml"/><Relationship Id="rId2" Type="http://schemas.openxmlformats.org/officeDocument/2006/relationships/tags" Target="../tags/tag681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0.xml"/><Relationship Id="rId16" Type="http://schemas.openxmlformats.org/officeDocument/2006/relationships/tags" Target="../tags/tag695.xml"/><Relationship Id="rId15" Type="http://schemas.openxmlformats.org/officeDocument/2006/relationships/tags" Target="../tags/tag694.xml"/><Relationship Id="rId14" Type="http://schemas.openxmlformats.org/officeDocument/2006/relationships/tags" Target="../tags/tag693.xml"/><Relationship Id="rId13" Type="http://schemas.openxmlformats.org/officeDocument/2006/relationships/tags" Target="../tags/tag692.xml"/><Relationship Id="rId12" Type="http://schemas.openxmlformats.org/officeDocument/2006/relationships/tags" Target="../tags/tag691.xml"/><Relationship Id="rId11" Type="http://schemas.openxmlformats.org/officeDocument/2006/relationships/tags" Target="../tags/tag690.xml"/><Relationship Id="rId10" Type="http://schemas.openxmlformats.org/officeDocument/2006/relationships/tags" Target="../tags/tag689.xml"/><Relationship Id="rId1" Type="http://schemas.openxmlformats.org/officeDocument/2006/relationships/tags" Target="../tags/tag68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04.xml"/><Relationship Id="rId8" Type="http://schemas.openxmlformats.org/officeDocument/2006/relationships/tags" Target="../tags/tag703.xml"/><Relationship Id="rId7" Type="http://schemas.openxmlformats.org/officeDocument/2006/relationships/tags" Target="../tags/tag702.xml"/><Relationship Id="rId6" Type="http://schemas.openxmlformats.org/officeDocument/2006/relationships/tags" Target="../tags/tag701.xml"/><Relationship Id="rId5" Type="http://schemas.openxmlformats.org/officeDocument/2006/relationships/tags" Target="../tags/tag700.xml"/><Relationship Id="rId4" Type="http://schemas.openxmlformats.org/officeDocument/2006/relationships/tags" Target="../tags/tag699.xml"/><Relationship Id="rId3" Type="http://schemas.openxmlformats.org/officeDocument/2006/relationships/tags" Target="../tags/tag698.xml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10.xml"/><Relationship Id="rId2" Type="http://schemas.openxmlformats.org/officeDocument/2006/relationships/tags" Target="../tags/tag697.xml"/><Relationship Id="rId19" Type="http://schemas.openxmlformats.org/officeDocument/2006/relationships/tags" Target="../tags/tag714.xml"/><Relationship Id="rId18" Type="http://schemas.openxmlformats.org/officeDocument/2006/relationships/tags" Target="../tags/tag713.xml"/><Relationship Id="rId17" Type="http://schemas.openxmlformats.org/officeDocument/2006/relationships/tags" Target="../tags/tag712.xml"/><Relationship Id="rId16" Type="http://schemas.openxmlformats.org/officeDocument/2006/relationships/tags" Target="../tags/tag711.xml"/><Relationship Id="rId15" Type="http://schemas.openxmlformats.org/officeDocument/2006/relationships/tags" Target="../tags/tag710.xml"/><Relationship Id="rId14" Type="http://schemas.openxmlformats.org/officeDocument/2006/relationships/tags" Target="../tags/tag709.xml"/><Relationship Id="rId13" Type="http://schemas.openxmlformats.org/officeDocument/2006/relationships/tags" Target="../tags/tag708.xml"/><Relationship Id="rId12" Type="http://schemas.openxmlformats.org/officeDocument/2006/relationships/tags" Target="../tags/tag707.xml"/><Relationship Id="rId11" Type="http://schemas.openxmlformats.org/officeDocument/2006/relationships/tags" Target="../tags/tag706.xml"/><Relationship Id="rId10" Type="http://schemas.openxmlformats.org/officeDocument/2006/relationships/tags" Target="../tags/tag705.xml"/><Relationship Id="rId1" Type="http://schemas.openxmlformats.org/officeDocument/2006/relationships/tags" Target="../tags/tag69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3.xml"/><Relationship Id="rId8" Type="http://schemas.openxmlformats.org/officeDocument/2006/relationships/tags" Target="../tags/tag722.xml"/><Relationship Id="rId7" Type="http://schemas.openxmlformats.org/officeDocument/2006/relationships/tags" Target="../tags/tag721.xml"/><Relationship Id="rId6" Type="http://schemas.openxmlformats.org/officeDocument/2006/relationships/tags" Target="../tags/tag720.xml"/><Relationship Id="rId5" Type="http://schemas.openxmlformats.org/officeDocument/2006/relationships/tags" Target="../tags/tag719.xml"/><Relationship Id="rId4" Type="http://schemas.openxmlformats.org/officeDocument/2006/relationships/tags" Target="../tags/tag718.xml"/><Relationship Id="rId3" Type="http://schemas.openxmlformats.org/officeDocument/2006/relationships/tags" Target="../tags/tag717.xml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0.xml"/><Relationship Id="rId23" Type="http://schemas.openxmlformats.org/officeDocument/2006/relationships/tags" Target="../tags/tag735.xml"/><Relationship Id="rId22" Type="http://schemas.openxmlformats.org/officeDocument/2006/relationships/image" Target="../media/image5.png"/><Relationship Id="rId21" Type="http://schemas.openxmlformats.org/officeDocument/2006/relationships/tags" Target="../tags/tag734.xml"/><Relationship Id="rId20" Type="http://schemas.openxmlformats.org/officeDocument/2006/relationships/tags" Target="../tags/tag733.xml"/><Relationship Id="rId2" Type="http://schemas.openxmlformats.org/officeDocument/2006/relationships/tags" Target="../tags/tag716.xml"/><Relationship Id="rId19" Type="http://schemas.openxmlformats.org/officeDocument/2006/relationships/tags" Target="../tags/tag732.xml"/><Relationship Id="rId18" Type="http://schemas.openxmlformats.org/officeDocument/2006/relationships/tags" Target="../tags/tag731.xml"/><Relationship Id="rId17" Type="http://schemas.openxmlformats.org/officeDocument/2006/relationships/tags" Target="../tags/tag730.xml"/><Relationship Id="rId16" Type="http://schemas.openxmlformats.org/officeDocument/2006/relationships/tags" Target="../tags/tag729.xml"/><Relationship Id="rId15" Type="http://schemas.openxmlformats.org/officeDocument/2006/relationships/tags" Target="../tags/tag728.xml"/><Relationship Id="rId14" Type="http://schemas.openxmlformats.org/officeDocument/2006/relationships/tags" Target="../tags/tag727.xml"/><Relationship Id="rId13" Type="http://schemas.openxmlformats.org/officeDocument/2006/relationships/tags" Target="../tags/tag726.xml"/><Relationship Id="rId12" Type="http://schemas.openxmlformats.org/officeDocument/2006/relationships/image" Target="../media/image4.png"/><Relationship Id="rId11" Type="http://schemas.openxmlformats.org/officeDocument/2006/relationships/tags" Target="../tags/tag725.xml"/><Relationship Id="rId10" Type="http://schemas.openxmlformats.org/officeDocument/2006/relationships/tags" Target="../tags/tag724.xml"/><Relationship Id="rId1" Type="http://schemas.openxmlformats.org/officeDocument/2006/relationships/tags" Target="../tags/tag71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44.xml"/><Relationship Id="rId8" Type="http://schemas.openxmlformats.org/officeDocument/2006/relationships/tags" Target="../tags/tag743.xml"/><Relationship Id="rId7" Type="http://schemas.openxmlformats.org/officeDocument/2006/relationships/tags" Target="../tags/tag742.xml"/><Relationship Id="rId6" Type="http://schemas.openxmlformats.org/officeDocument/2006/relationships/tags" Target="../tags/tag741.xml"/><Relationship Id="rId5" Type="http://schemas.openxmlformats.org/officeDocument/2006/relationships/tags" Target="../tags/tag740.xml"/><Relationship Id="rId42" Type="http://schemas.openxmlformats.org/officeDocument/2006/relationships/notesSlide" Target="../notesSlides/notesSlide9.xml"/><Relationship Id="rId41" Type="http://schemas.openxmlformats.org/officeDocument/2006/relationships/slideLayout" Target="../slideLayouts/slideLayout10.xml"/><Relationship Id="rId40" Type="http://schemas.openxmlformats.org/officeDocument/2006/relationships/tags" Target="../tags/tag775.xml"/><Relationship Id="rId4" Type="http://schemas.openxmlformats.org/officeDocument/2006/relationships/tags" Target="../tags/tag739.xml"/><Relationship Id="rId39" Type="http://schemas.openxmlformats.org/officeDocument/2006/relationships/tags" Target="../tags/tag774.xml"/><Relationship Id="rId38" Type="http://schemas.openxmlformats.org/officeDocument/2006/relationships/tags" Target="../tags/tag773.xml"/><Relationship Id="rId37" Type="http://schemas.openxmlformats.org/officeDocument/2006/relationships/tags" Target="../tags/tag772.xml"/><Relationship Id="rId36" Type="http://schemas.openxmlformats.org/officeDocument/2006/relationships/tags" Target="../tags/tag771.xml"/><Relationship Id="rId35" Type="http://schemas.openxmlformats.org/officeDocument/2006/relationships/tags" Target="../tags/tag770.xml"/><Relationship Id="rId34" Type="http://schemas.openxmlformats.org/officeDocument/2006/relationships/tags" Target="../tags/tag769.xml"/><Relationship Id="rId33" Type="http://schemas.openxmlformats.org/officeDocument/2006/relationships/tags" Target="../tags/tag768.xml"/><Relationship Id="rId32" Type="http://schemas.openxmlformats.org/officeDocument/2006/relationships/tags" Target="../tags/tag767.xml"/><Relationship Id="rId31" Type="http://schemas.openxmlformats.org/officeDocument/2006/relationships/tags" Target="../tags/tag766.xml"/><Relationship Id="rId30" Type="http://schemas.openxmlformats.org/officeDocument/2006/relationships/tags" Target="../tags/tag765.xml"/><Relationship Id="rId3" Type="http://schemas.openxmlformats.org/officeDocument/2006/relationships/tags" Target="../tags/tag738.xml"/><Relationship Id="rId29" Type="http://schemas.openxmlformats.org/officeDocument/2006/relationships/tags" Target="../tags/tag764.xml"/><Relationship Id="rId28" Type="http://schemas.openxmlformats.org/officeDocument/2006/relationships/tags" Target="../tags/tag763.xml"/><Relationship Id="rId27" Type="http://schemas.openxmlformats.org/officeDocument/2006/relationships/tags" Target="../tags/tag762.xml"/><Relationship Id="rId26" Type="http://schemas.openxmlformats.org/officeDocument/2006/relationships/tags" Target="../tags/tag761.xml"/><Relationship Id="rId25" Type="http://schemas.openxmlformats.org/officeDocument/2006/relationships/tags" Target="../tags/tag760.xml"/><Relationship Id="rId24" Type="http://schemas.openxmlformats.org/officeDocument/2006/relationships/tags" Target="../tags/tag759.xml"/><Relationship Id="rId23" Type="http://schemas.openxmlformats.org/officeDocument/2006/relationships/tags" Target="../tags/tag758.xml"/><Relationship Id="rId22" Type="http://schemas.openxmlformats.org/officeDocument/2006/relationships/tags" Target="../tags/tag757.xml"/><Relationship Id="rId21" Type="http://schemas.openxmlformats.org/officeDocument/2006/relationships/tags" Target="../tags/tag756.xml"/><Relationship Id="rId20" Type="http://schemas.openxmlformats.org/officeDocument/2006/relationships/tags" Target="../tags/tag755.xml"/><Relationship Id="rId2" Type="http://schemas.openxmlformats.org/officeDocument/2006/relationships/tags" Target="../tags/tag737.xml"/><Relationship Id="rId19" Type="http://schemas.openxmlformats.org/officeDocument/2006/relationships/tags" Target="../tags/tag754.xml"/><Relationship Id="rId18" Type="http://schemas.openxmlformats.org/officeDocument/2006/relationships/tags" Target="../tags/tag753.xml"/><Relationship Id="rId17" Type="http://schemas.openxmlformats.org/officeDocument/2006/relationships/tags" Target="../tags/tag752.xml"/><Relationship Id="rId16" Type="http://schemas.openxmlformats.org/officeDocument/2006/relationships/tags" Target="../tags/tag751.xml"/><Relationship Id="rId15" Type="http://schemas.openxmlformats.org/officeDocument/2006/relationships/tags" Target="../tags/tag750.xml"/><Relationship Id="rId14" Type="http://schemas.openxmlformats.org/officeDocument/2006/relationships/tags" Target="../tags/tag749.xml"/><Relationship Id="rId13" Type="http://schemas.openxmlformats.org/officeDocument/2006/relationships/tags" Target="../tags/tag748.xml"/><Relationship Id="rId12" Type="http://schemas.openxmlformats.org/officeDocument/2006/relationships/tags" Target="../tags/tag747.xml"/><Relationship Id="rId11" Type="http://schemas.openxmlformats.org/officeDocument/2006/relationships/tags" Target="../tags/tag746.xml"/><Relationship Id="rId10" Type="http://schemas.openxmlformats.org/officeDocument/2006/relationships/tags" Target="../tags/tag745.xml"/><Relationship Id="rId1" Type="http://schemas.openxmlformats.org/officeDocument/2006/relationships/tags" Target="../tags/tag73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77.xml"/><Relationship Id="rId1" Type="http://schemas.openxmlformats.org/officeDocument/2006/relationships/tags" Target="../tags/tag7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自定义包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834" y="1926074"/>
            <a:ext cx="4234486" cy="30065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810" y="1493306"/>
            <a:ext cx="3590298" cy="35902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trike="noStrike" baseline="0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lang="zh-CN" altLang="en-US" sz="4400" b="1" strike="noStrike" baseline="0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131695" y="4747895"/>
            <a:ext cx="9264650" cy="1196975"/>
            <a:chOff x="3357" y="7477"/>
            <a:chExt cx="14590" cy="1885"/>
          </a:xfrm>
        </p:grpSpPr>
        <p:sp>
          <p:nvSpPr>
            <p:cNvPr id="23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357" y="7952"/>
              <a:ext cx="14591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那如何实现自定义包呢？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ï$líḍe"/>
            <p:cNvSpPr/>
            <p:nvPr>
              <p:custDataLst>
                <p:tags r:id="rId4"/>
              </p:custDataLst>
            </p:nvPr>
          </p:nvSpPr>
          <p:spPr bwMode="auto">
            <a:xfrm>
              <a:off x="5882" y="8369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îşľîḋé"/>
            <p:cNvSpPr/>
            <p:nvPr>
              <p:custDataLst>
                <p:tags r:id="rId5"/>
              </p:custDataLst>
            </p:nvPr>
          </p:nvSpPr>
          <p:spPr bwMode="auto">
            <a:xfrm>
              <a:off x="5400" y="9280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îśḷïḋé"/>
            <p:cNvSpPr/>
            <p:nvPr>
              <p:custDataLst>
                <p:tags r:id="rId6"/>
              </p:custDataLst>
            </p:nvPr>
          </p:nvSpPr>
          <p:spPr bwMode="auto">
            <a:xfrm>
              <a:off x="5706" y="8458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iṩḷïďê"/>
            <p:cNvSpPr/>
            <p:nvPr>
              <p:custDataLst>
                <p:tags r:id="rId7"/>
              </p:custDataLst>
            </p:nvPr>
          </p:nvSpPr>
          <p:spPr bwMode="auto">
            <a:xfrm>
              <a:off x="5894" y="8483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îs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5549" y="8536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" name="ïsḻïdê"/>
            <p:cNvSpPr/>
            <p:nvPr>
              <p:custDataLst>
                <p:tags r:id="rId9"/>
              </p:custDataLst>
            </p:nvPr>
          </p:nvSpPr>
          <p:spPr bwMode="auto">
            <a:xfrm>
              <a:off x="5563" y="8532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iS1îḍê"/>
            <p:cNvSpPr/>
            <p:nvPr>
              <p:custDataLst>
                <p:tags r:id="rId10"/>
              </p:custDataLst>
            </p:nvPr>
          </p:nvSpPr>
          <p:spPr bwMode="auto">
            <a:xfrm>
              <a:off x="5561" y="8621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işļíḓé"/>
            <p:cNvSpPr/>
            <p:nvPr>
              <p:custDataLst>
                <p:tags r:id="rId11"/>
              </p:custDataLst>
            </p:nvPr>
          </p:nvSpPr>
          <p:spPr bwMode="auto">
            <a:xfrm>
              <a:off x="5551" y="8583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4" name="iŝ1îḓé"/>
            <p:cNvSpPr/>
            <p:nvPr>
              <p:custDataLst>
                <p:tags r:id="rId12"/>
              </p:custDataLst>
            </p:nvPr>
          </p:nvSpPr>
          <p:spPr bwMode="auto">
            <a:xfrm>
              <a:off x="5636" y="8857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íşlíḑè"/>
            <p:cNvSpPr/>
            <p:nvPr>
              <p:custDataLst>
                <p:tags r:id="rId13"/>
              </p:custDataLst>
            </p:nvPr>
          </p:nvSpPr>
          <p:spPr bwMode="auto">
            <a:xfrm>
              <a:off x="5696" y="9277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6" name="î$ļïḓe"/>
            <p:cNvSpPr/>
            <p:nvPr>
              <p:custDataLst>
                <p:tags r:id="rId14"/>
              </p:custDataLst>
            </p:nvPr>
          </p:nvSpPr>
          <p:spPr bwMode="auto">
            <a:xfrm>
              <a:off x="5503" y="8857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7" name="ïŝlïḓe"/>
            <p:cNvSpPr/>
            <p:nvPr>
              <p:custDataLst>
                <p:tags r:id="rId15"/>
              </p:custDataLst>
            </p:nvPr>
          </p:nvSpPr>
          <p:spPr bwMode="auto">
            <a:xfrm>
              <a:off x="5563" y="9276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8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5453" y="8855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9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5474" y="8903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5542" y="8915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5619" y="8915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2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5656" y="8903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5698" y="8891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4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5740" y="8870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5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5474" y="8582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5529" y="8590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5625" y="8575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5626" y="8788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5632" y="8821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5639" y="8854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5286" y="8104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5415" y="8496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3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5528" y="8468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4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5540" y="8464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5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5556" y="8454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6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5670" y="8415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7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5684" y="8410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8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5698" y="8412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5644" y="8340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0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5669" y="8345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5499" y="8381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5525" y="8388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3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5484" y="8332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4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5609" y="8283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5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5587" y="8471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5191" y="8019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5342" y="8324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5280" y="8418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9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5381" y="8452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5177" y="8197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5247" y="7797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6202" y="9135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3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6420" y="7477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4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6158" y="7546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5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6158" y="7546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6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6163" y="7546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7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6163" y="7546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8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6165" y="8210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6170" y="8210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6111" y="7878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1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6119" y="7874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2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6102" y="8522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3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6108" y="8515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4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6420" y="7797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5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6420" y="7797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6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6420" y="7779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7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6420" y="7779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8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6420" y="7781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9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6420" y="7781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0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6420" y="8094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6420" y="8415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2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6420" y="8747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2771480" y="1086268"/>
            <a:ext cx="5986021" cy="3325829"/>
          </a:xfrm>
          <a:prstGeom prst="rect">
            <a:avLst/>
          </a:prstGeom>
        </p:spPr>
      </p:pic>
    </p:spTree>
    <p:custDataLst>
      <p:tags r:id="rId7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trike="noStrike" baseline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4400" b="1" strike="noStrike" baseline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4656268" y="3090932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5464828" y="3202102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自定义项目包</a:t>
            </a:r>
            <a:endParaRPr lang="zh-CN" altLang="en-US" sz="24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自定义包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6" name="圆角矩形 8"/>
          <p:cNvSpPr/>
          <p:nvPr>
            <p:custDataLst>
              <p:tags r:id="rId3"/>
            </p:custDataLst>
          </p:nvPr>
        </p:nvSpPr>
        <p:spPr>
          <a:xfrm>
            <a:off x="618424" y="1113881"/>
            <a:ext cx="3561530" cy="584775"/>
          </a:xfrm>
          <a:prstGeom prst="roundRect">
            <a:avLst>
              <a:gd name="adj" fmla="val 14029"/>
            </a:avLst>
          </a:prstGeom>
          <a:solidFill>
            <a:schemeClr val="accent1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自定义包的步骤：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85190" y="2273300"/>
            <a:ext cx="5250180" cy="3546475"/>
            <a:chOff x="1394" y="3580"/>
            <a:chExt cx="8268" cy="5585"/>
          </a:xfrm>
        </p:grpSpPr>
        <p:sp>
          <p:nvSpPr>
            <p:cNvPr id="81" name="Shape 12847"/>
            <p:cNvSpPr/>
            <p:nvPr>
              <p:custDataLst>
                <p:tags r:id="rId4"/>
              </p:custDataLst>
            </p:nvPr>
          </p:nvSpPr>
          <p:spPr>
            <a:xfrm flipH="1">
              <a:off x="4824" y="3580"/>
              <a:ext cx="4838" cy="35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7" h="21597" extrusionOk="0">
                  <a:moveTo>
                    <a:pt x="19817" y="0"/>
                  </a:moveTo>
                  <a:lnTo>
                    <a:pt x="5546" y="0"/>
                  </a:lnTo>
                  <a:cubicBezTo>
                    <a:pt x="4017" y="0"/>
                    <a:pt x="2631" y="855"/>
                    <a:pt x="1627" y="2237"/>
                  </a:cubicBezTo>
                  <a:cubicBezTo>
                    <a:pt x="623" y="3618"/>
                    <a:pt x="0" y="5529"/>
                    <a:pt x="0" y="7633"/>
                  </a:cubicBezTo>
                  <a:lnTo>
                    <a:pt x="0" y="21597"/>
                  </a:lnTo>
                  <a:lnTo>
                    <a:pt x="2895" y="21597"/>
                  </a:lnTo>
                  <a:lnTo>
                    <a:pt x="2895" y="7633"/>
                  </a:lnTo>
                  <a:cubicBezTo>
                    <a:pt x="2895" y="6626"/>
                    <a:pt x="3191" y="5714"/>
                    <a:pt x="3671" y="5053"/>
                  </a:cubicBezTo>
                  <a:cubicBezTo>
                    <a:pt x="4152" y="4392"/>
                    <a:pt x="4815" y="3982"/>
                    <a:pt x="5546" y="3982"/>
                  </a:cubicBezTo>
                  <a:lnTo>
                    <a:pt x="19889" y="3982"/>
                  </a:lnTo>
                  <a:cubicBezTo>
                    <a:pt x="20290" y="4002"/>
                    <a:pt x="20696" y="3815"/>
                    <a:pt x="21005" y="3399"/>
                  </a:cubicBezTo>
                  <a:cubicBezTo>
                    <a:pt x="21589" y="2610"/>
                    <a:pt x="21600" y="1321"/>
                    <a:pt x="21005" y="575"/>
                  </a:cubicBezTo>
                  <a:cubicBezTo>
                    <a:pt x="20859" y="391"/>
                    <a:pt x="20687" y="260"/>
                    <a:pt x="20507" y="168"/>
                  </a:cubicBezTo>
                  <a:cubicBezTo>
                    <a:pt x="20289" y="55"/>
                    <a:pt x="20056" y="-3"/>
                    <a:pt x="19817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35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2" name="TextBox 24"/>
            <p:cNvSpPr txBox="1"/>
            <p:nvPr>
              <p:custDataLst>
                <p:tags r:id="rId5"/>
              </p:custDataLst>
            </p:nvPr>
          </p:nvSpPr>
          <p:spPr>
            <a:xfrm>
              <a:off x="1394" y="4223"/>
              <a:ext cx="6363" cy="4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b="1" kern="1200" cap="none" spc="0" normalizeH="0" baseline="0" noProof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1. NPM</a:t>
              </a:r>
              <a:r>
                <a:rPr kumimoji="0" lang="zh-CN" altLang="en-US" b="1" kern="1200" cap="none" spc="0" normalizeH="0" baseline="0" noProof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生成</a:t>
              </a:r>
              <a:r>
                <a:rPr kumimoji="0" lang="en-US" altLang="zh-CN" b="1" kern="1200" cap="none" spc="0" normalizeH="0" baseline="0" noProof="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package.json</a:t>
              </a:r>
              <a:r>
                <a:rPr kumimoji="0" lang="zh-CN" altLang="en-US" b="1" kern="1200" cap="none" spc="0" normalizeH="0" baseline="0" noProof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文件</a:t>
              </a:r>
              <a:endParaRPr kumimoji="0" lang="en-US" altLang="zh-CN" b="1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1.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手动编写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package.json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文件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2.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使用 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npm </a:t>
              </a:r>
              <a:r>
                <a:rPr lang="en-US" altLang="zh-CN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init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指令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 通过提问式交互让用户逐个填入选项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3.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或使用  </a:t>
              </a:r>
              <a:r>
                <a:rPr lang="en-US" altLang="zh-CN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npm </a:t>
              </a:r>
              <a:r>
                <a:rPr lang="en-US" altLang="zh-CN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init</a:t>
              </a:r>
              <a:r>
                <a:rPr lang="en-US" altLang="zh-CN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–y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采用默认的配置，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 跳过上面的步骤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defTabSz="914400" eaLnBrk="1" fontAlgn="auto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altLang="zh-CN" sz="1600" b="1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83" name="1"/>
          <p:cNvSpPr txBox="1"/>
          <p:nvPr>
            <p:custDataLst>
              <p:tags r:id="rId6"/>
            </p:custDataLst>
          </p:nvPr>
        </p:nvSpPr>
        <p:spPr>
          <a:xfrm>
            <a:off x="4371690" y="1221602"/>
            <a:ext cx="6034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6660"/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实现自定义包，关键为项目下的</a:t>
            </a:r>
            <a:r>
              <a:rPr lang="en-US" altLang="zh-CN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package.json</a:t>
            </a:r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文件。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713730" y="2489835"/>
            <a:ext cx="6189345" cy="2367280"/>
            <a:chOff x="8998" y="3921"/>
            <a:chExt cx="9747" cy="3728"/>
          </a:xfrm>
        </p:grpSpPr>
        <p:sp>
          <p:nvSpPr>
            <p:cNvPr id="86" name="Shape 12844"/>
            <p:cNvSpPr/>
            <p:nvPr>
              <p:custDataLst>
                <p:tags r:id="rId7"/>
              </p:custDataLst>
            </p:nvPr>
          </p:nvSpPr>
          <p:spPr>
            <a:xfrm>
              <a:off x="8998" y="3921"/>
              <a:ext cx="4840" cy="37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7" h="21597" extrusionOk="0">
                  <a:moveTo>
                    <a:pt x="19817" y="0"/>
                  </a:moveTo>
                  <a:lnTo>
                    <a:pt x="5546" y="0"/>
                  </a:lnTo>
                  <a:cubicBezTo>
                    <a:pt x="4017" y="0"/>
                    <a:pt x="2631" y="812"/>
                    <a:pt x="1627" y="2124"/>
                  </a:cubicBezTo>
                  <a:cubicBezTo>
                    <a:pt x="623" y="3437"/>
                    <a:pt x="0" y="5251"/>
                    <a:pt x="0" y="7249"/>
                  </a:cubicBezTo>
                  <a:lnTo>
                    <a:pt x="0" y="21597"/>
                  </a:lnTo>
                  <a:lnTo>
                    <a:pt x="2895" y="21597"/>
                  </a:lnTo>
                  <a:lnTo>
                    <a:pt x="2895" y="7249"/>
                  </a:lnTo>
                  <a:cubicBezTo>
                    <a:pt x="2895" y="6293"/>
                    <a:pt x="3191" y="5427"/>
                    <a:pt x="3671" y="4799"/>
                  </a:cubicBezTo>
                  <a:cubicBezTo>
                    <a:pt x="4152" y="4171"/>
                    <a:pt x="4815" y="3782"/>
                    <a:pt x="5546" y="3782"/>
                  </a:cubicBezTo>
                  <a:lnTo>
                    <a:pt x="19889" y="3782"/>
                  </a:lnTo>
                  <a:cubicBezTo>
                    <a:pt x="20290" y="3801"/>
                    <a:pt x="20696" y="3624"/>
                    <a:pt x="21005" y="3228"/>
                  </a:cubicBezTo>
                  <a:cubicBezTo>
                    <a:pt x="21589" y="2479"/>
                    <a:pt x="21600" y="1255"/>
                    <a:pt x="21005" y="546"/>
                  </a:cubicBezTo>
                  <a:cubicBezTo>
                    <a:pt x="20859" y="372"/>
                    <a:pt x="20687" y="247"/>
                    <a:pt x="20507" y="159"/>
                  </a:cubicBezTo>
                  <a:cubicBezTo>
                    <a:pt x="20289" y="52"/>
                    <a:pt x="20056" y="-3"/>
                    <a:pt x="19817" y="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35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8" name="1"/>
            <p:cNvSpPr txBox="1"/>
            <p:nvPr>
              <p:custDataLst>
                <p:tags r:id="rId8"/>
              </p:custDataLst>
            </p:nvPr>
          </p:nvSpPr>
          <p:spPr>
            <a:xfrm>
              <a:off x="13287" y="5037"/>
              <a:ext cx="5459" cy="1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6660">
                <a:lnSpc>
                  <a:spcPct val="150000"/>
                </a:lnSpc>
              </a:pP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2. </a:t>
              </a:r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局部安装所需的依赖包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defTabSz="1216660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使用  </a:t>
              </a:r>
              <a:r>
                <a:rPr lang="en-US" altLang="zh-CN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npm install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命令，针对目录信息自动安装所需模块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222500" y="4627880"/>
            <a:ext cx="7332980" cy="1419225"/>
            <a:chOff x="3500" y="7288"/>
            <a:chExt cx="11548" cy="2235"/>
          </a:xfrm>
        </p:grpSpPr>
        <p:sp>
          <p:nvSpPr>
            <p:cNvPr id="84" name="TextBox 25"/>
            <p:cNvSpPr txBox="1"/>
            <p:nvPr>
              <p:custDataLst>
                <p:tags r:id="rId9"/>
              </p:custDataLst>
            </p:nvPr>
          </p:nvSpPr>
          <p:spPr>
            <a:xfrm>
              <a:off x="3500" y="8375"/>
              <a:ext cx="11548" cy="1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algn="ctr" defTabSz="914400" eaLnBrk="1" fontAlgn="auto" hangingPunct="1">
                <a:spcBef>
                  <a:spcPts val="450"/>
                </a:spcBef>
                <a:spcAft>
                  <a:spcPts val="450"/>
                </a:spcAft>
                <a:buClrTx/>
                <a:buSzTx/>
                <a:buFontTx/>
                <a:buNone/>
              </a:pPr>
              <a:r>
                <a:rPr kumimoji="0" lang="en-US" altLang="zh-CN" b="1" kern="1200" cap="none" spc="0" normalizeH="0" baseline="0" noProof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3. </a:t>
              </a:r>
              <a:r>
                <a:rPr kumimoji="0" lang="zh-CN" altLang="en-US" b="1" kern="1200" cap="none" spc="0" normalizeH="0" baseline="0" noProof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编写主模块，启动项目</a:t>
              </a:r>
              <a:endParaRPr kumimoji="0" lang="en-US" altLang="zh-CN" b="1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R="0" algn="ctr" defTabSz="914400" eaLnBrk="1" fontAlgn="auto" hangingPunct="1">
                <a:spcBef>
                  <a:spcPts val="450"/>
                </a:spcBef>
                <a:spcAft>
                  <a:spcPts val="450"/>
                </a:spcAft>
                <a:buClrTx/>
                <a:buSzTx/>
                <a:buFontTx/>
                <a:buNone/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主模块的声明，以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package.json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main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声明为准</a:t>
              </a:r>
              <a:endParaRPr kumimoji="0" lang="zh-CN" altLang="en-US" sz="1600" kern="1200" cap="none" spc="0" normalizeH="0" baseline="0" noProof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97" name="Shape 12853"/>
            <p:cNvSpPr/>
            <p:nvPr>
              <p:custDataLst>
                <p:tags r:id="rId10"/>
              </p:custDataLst>
            </p:nvPr>
          </p:nvSpPr>
          <p:spPr>
            <a:xfrm rot="16200000" flipH="1">
              <a:off x="8866" y="7036"/>
              <a:ext cx="905" cy="1409"/>
            </a:xfrm>
            <a:prstGeom prst="rightArrow">
              <a:avLst>
                <a:gd name="adj1" fmla="val 32000"/>
                <a:gd name="adj2" fmla="val 100000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35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ldLvl="0" animBg="1"/>
      <p:bldP spid="8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3" name="ïsľïḋé"/>
          <p:cNvCxnSpPr/>
          <p:nvPr>
            <p:custDataLst>
              <p:tags r:id="rId3"/>
            </p:custDataLst>
          </p:nvPr>
        </p:nvCxnSpPr>
        <p:spPr>
          <a:xfrm>
            <a:off x="3590290" y="2236470"/>
            <a:ext cx="0" cy="397319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íś1îḍé"/>
          <p:cNvSpPr/>
          <p:nvPr>
            <p:custDataLst>
              <p:tags r:id="rId4"/>
            </p:custDataLst>
          </p:nvPr>
        </p:nvSpPr>
        <p:spPr>
          <a:xfrm>
            <a:off x="3529965" y="2676525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íś1îḍé"/>
          <p:cNvSpPr/>
          <p:nvPr>
            <p:custDataLst>
              <p:tags r:id="rId5"/>
            </p:custDataLst>
          </p:nvPr>
        </p:nvSpPr>
        <p:spPr>
          <a:xfrm>
            <a:off x="3535680" y="3930650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íś1îḍé"/>
          <p:cNvSpPr/>
          <p:nvPr>
            <p:custDataLst>
              <p:tags r:id="rId6"/>
            </p:custDataLst>
          </p:nvPr>
        </p:nvSpPr>
        <p:spPr>
          <a:xfrm>
            <a:off x="3529965" y="5308600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iṧļíḋe"/>
          <p:cNvSpPr/>
          <p:nvPr>
            <p:custDataLst>
              <p:tags r:id="rId7"/>
            </p:custDataLst>
          </p:nvPr>
        </p:nvSpPr>
        <p:spPr>
          <a:xfrm>
            <a:off x="3357880" y="1821815"/>
            <a:ext cx="464185" cy="4641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7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自定义包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067175" y="2407920"/>
            <a:ext cx="7519035" cy="953135"/>
            <a:chOff x="6405" y="3792"/>
            <a:chExt cx="11841" cy="1501"/>
          </a:xfrm>
        </p:grpSpPr>
        <p:sp>
          <p:nvSpPr>
            <p:cNvPr id="64" name="文本框 63"/>
            <p:cNvSpPr txBox="1"/>
            <p:nvPr>
              <p:custDataLst>
                <p:tags r:id="rId8"/>
              </p:custDataLst>
            </p:nvPr>
          </p:nvSpPr>
          <p:spPr>
            <a:xfrm>
              <a:off x="7557" y="3792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生成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package.json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5" name="圆角矩形 52"/>
            <p:cNvSpPr/>
            <p:nvPr>
              <p:custDataLst>
                <p:tags r:id="rId9"/>
              </p:custDataLst>
            </p:nvPr>
          </p:nvSpPr>
          <p:spPr>
            <a:xfrm>
              <a:off x="6405" y="3985"/>
              <a:ext cx="955" cy="54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 lnSpcReduction="2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7603" y="4495"/>
              <a:ext cx="10240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npm </a:t>
              </a:r>
              <a:r>
                <a:rPr lang="en-US" altLang="zh-CN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init -y</a:t>
              </a:r>
              <a:endParaRPr lang="en-US" altLang="zh-CN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sp>
        <p:nvSpPr>
          <p:cNvPr id="97" name="文本框 96"/>
          <p:cNvSpPr txBox="1"/>
          <p:nvPr>
            <p:custDataLst>
              <p:tags r:id="rId10"/>
            </p:custDataLst>
          </p:nvPr>
        </p:nvSpPr>
        <p:spPr>
          <a:xfrm>
            <a:off x="3162657" y="1257354"/>
            <a:ext cx="70893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创建一个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Node.js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的项目包，输出当前系统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时间。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067175" y="3684270"/>
            <a:ext cx="7518400" cy="1085215"/>
            <a:chOff x="6405" y="5802"/>
            <a:chExt cx="11840" cy="1709"/>
          </a:xfrm>
        </p:grpSpPr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7557" y="5802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下载并安装依赖模块</a:t>
              </a:r>
              <a:endPara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3" name="圆角矩形 52"/>
            <p:cNvSpPr/>
            <p:nvPr/>
          </p:nvSpPr>
          <p:spPr>
            <a:xfrm>
              <a:off x="6405" y="5918"/>
              <a:ext cx="955" cy="544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 lnSpcReduction="2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603" y="6713"/>
              <a:ext cx="10240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npm install </a:t>
              </a:r>
              <a:r>
                <a:rPr lang="en-US" altLang="zh-CN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time-stamp</a:t>
              </a:r>
              <a:endPara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067175" y="5090160"/>
            <a:ext cx="7518400" cy="506730"/>
            <a:chOff x="6405" y="8016"/>
            <a:chExt cx="11840" cy="798"/>
          </a:xfrm>
        </p:grpSpPr>
        <p:sp>
          <p:nvSpPr>
            <p:cNvPr id="42" name="文本框 41"/>
            <p:cNvSpPr txBox="1"/>
            <p:nvPr>
              <p:custDataLst>
                <p:tags r:id="rId12"/>
              </p:custDataLst>
            </p:nvPr>
          </p:nvSpPr>
          <p:spPr>
            <a:xfrm>
              <a:off x="7557" y="8016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编写主程序</a:t>
              </a:r>
              <a:r>
                <a: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index.js</a:t>
              </a:r>
              <a:r>
                <a: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代码</a:t>
              </a:r>
              <a:endParaRPr lang="en-US" altLang="zh-CN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3" name="圆角矩形 52"/>
            <p:cNvSpPr/>
            <p:nvPr/>
          </p:nvSpPr>
          <p:spPr>
            <a:xfrm>
              <a:off x="6405" y="8132"/>
              <a:ext cx="955" cy="544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 lnSpcReduction="2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iṣḷiďê"/>
          <p:cNvSpPr/>
          <p:nvPr>
            <p:custDataLst>
              <p:tags r:id="rId13"/>
            </p:custDataLst>
          </p:nvPr>
        </p:nvSpPr>
        <p:spPr bwMode="auto">
          <a:xfrm>
            <a:off x="3461114" y="1940071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1"/>
          <p:cNvSpPr/>
          <p:nvPr>
            <p:custDataLst>
              <p:tags r:id="rId14"/>
            </p:custDataLst>
          </p:nvPr>
        </p:nvSpPr>
        <p:spPr bwMode="auto">
          <a:xfrm>
            <a:off x="581025" y="1249680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TextBox 27"/>
          <p:cNvSpPr txBox="1">
            <a:spLocks noChangeArrowheads="1"/>
          </p:cNvSpPr>
          <p:nvPr/>
        </p:nvSpPr>
        <p:spPr bwMode="auto">
          <a:xfrm>
            <a:off x="1321435" y="1257300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4" name="iconfont-1187-868615"/>
          <p:cNvSpPr/>
          <p:nvPr>
            <p:custDataLst>
              <p:tags r:id="rId15"/>
            </p:custDataLst>
          </p:nvPr>
        </p:nvSpPr>
        <p:spPr>
          <a:xfrm>
            <a:off x="511175" y="1050925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自定义模块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3"/>
            </p:custDataLst>
          </p:nvPr>
        </p:nvSpPr>
        <p:spPr>
          <a:xfrm>
            <a:off x="3162657" y="1257354"/>
            <a:ext cx="70893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创建一个项目包描述文件。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4470" y="3048635"/>
            <a:ext cx="7675880" cy="963295"/>
            <a:chOff x="322" y="4801"/>
            <a:chExt cx="12088" cy="1517"/>
          </a:xfrm>
        </p:grpSpPr>
        <p:sp>
          <p:nvSpPr>
            <p:cNvPr id="85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2" y="4801"/>
              <a:ext cx="4715" cy="14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"main": "index.js" 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main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属性表示项目主程序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89" name="直接连接符 5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6198" y="5272"/>
              <a:ext cx="621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直接连接符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V="1">
              <a:off x="6162" y="5272"/>
              <a:ext cx="0" cy="49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168" y="5762"/>
              <a:ext cx="100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>
              <a:off x="5168" y="5120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9" name="文本框 38"/>
          <p:cNvSpPr txBox="1"/>
          <p:nvPr>
            <p:custDataLst>
              <p:tags r:id="rId9"/>
            </p:custDataLst>
          </p:nvPr>
        </p:nvSpPr>
        <p:spPr>
          <a:xfrm>
            <a:off x="765175" y="1861820"/>
            <a:ext cx="204978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en-US" altLang="zh-CN" sz="1800" b="1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package.json</a:t>
            </a:r>
            <a:endParaRPr lang="en-US" altLang="zh-CN" sz="1800" b="1" dirty="0" err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0"/>
            </p:custDataLst>
          </p:nvPr>
        </p:nvSpPr>
        <p:spPr>
          <a:xfrm>
            <a:off x="4991735" y="1984375"/>
            <a:ext cx="6502400" cy="445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{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"name": "task2",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"version": "1.0.0",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"description": "",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"main": "</a:t>
            </a:r>
            <a:r>
              <a:rPr lang="en-US" altLang="zh-CN" b="1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index.js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",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"devDependencies": {},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"scripts": {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     "test": "echo \"Error: no test specified\" &amp;&amp; exit 1"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},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"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dependencies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": {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   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"time-stamp": "^2.2.0"   // </a:t>
            </a: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在安装前不会被列出</a:t>
            </a:r>
            <a:endParaRPr lang="en-US" altLang="zh-CN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},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"keywords": [],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"author": "",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 "license": "ISC" 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lvl="1">
              <a:lnSpc>
                <a:spcPct val="80000"/>
              </a:lnSpc>
              <a:spcBef>
                <a:spcPct val="20000"/>
              </a:spcBef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}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04470" y="4354195"/>
            <a:ext cx="6962775" cy="1217295"/>
            <a:chOff x="322" y="7305"/>
            <a:chExt cx="10965" cy="1917"/>
          </a:xfrm>
        </p:grpSpPr>
        <p:sp>
          <p:nvSpPr>
            <p:cNvPr id="58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22" y="7305"/>
              <a:ext cx="4715" cy="1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“dependencies”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属性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表示该包下载的依赖模块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2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6198" y="7891"/>
              <a:ext cx="508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V="1">
              <a:off x="6162" y="7891"/>
              <a:ext cx="0" cy="49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直接连接符 76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168" y="8381"/>
              <a:ext cx="100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直接连接符 90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>
              <a:off x="5168" y="7739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2" name="圆角矩形 25"/>
          <p:cNvSpPr/>
          <p:nvPr>
            <p:custDataLst>
              <p:tags r:id="rId16"/>
            </p:custDataLst>
          </p:nvPr>
        </p:nvSpPr>
        <p:spPr>
          <a:xfrm>
            <a:off x="4608195" y="1859280"/>
            <a:ext cx="7089140" cy="459930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3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矩形 32"/>
          <p:cNvSpPr/>
          <p:nvPr>
            <p:custDataLst>
              <p:tags r:id="rId17"/>
            </p:custDataLst>
          </p:nvPr>
        </p:nvSpPr>
        <p:spPr>
          <a:xfrm>
            <a:off x="561621" y="1775978"/>
            <a:ext cx="2217600" cy="83643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AFABA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>
            <p:custDataLst>
              <p:tags r:id="rId18"/>
            </p:custDataLst>
          </p:nvPr>
        </p:nvSpPr>
        <p:spPr bwMode="auto">
          <a:xfrm>
            <a:off x="542925" y="1249680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TextBox 27"/>
          <p:cNvSpPr txBox="1">
            <a:spLocks noChangeArrowheads="1"/>
          </p:cNvSpPr>
          <p:nvPr/>
        </p:nvSpPr>
        <p:spPr bwMode="auto">
          <a:xfrm>
            <a:off x="1065530" y="1266825"/>
            <a:ext cx="1198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示例代码</a:t>
            </a:r>
            <a:endParaRPr kumimoji="0" lang="zh-CN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23158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NPM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的使用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73" name="ïsľïḋé"/>
          <p:cNvCxnSpPr/>
          <p:nvPr>
            <p:custDataLst>
              <p:tags r:id="rId3"/>
            </p:custDataLst>
          </p:nvPr>
        </p:nvCxnSpPr>
        <p:spPr>
          <a:xfrm>
            <a:off x="3477895" y="2165985"/>
            <a:ext cx="0" cy="397319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íś1îḍé"/>
          <p:cNvSpPr/>
          <p:nvPr>
            <p:custDataLst>
              <p:tags r:id="rId4"/>
            </p:custDataLst>
          </p:nvPr>
        </p:nvSpPr>
        <p:spPr>
          <a:xfrm>
            <a:off x="3417570" y="2475865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ś1îḍé"/>
          <p:cNvSpPr/>
          <p:nvPr>
            <p:custDataLst>
              <p:tags r:id="rId5"/>
            </p:custDataLst>
          </p:nvPr>
        </p:nvSpPr>
        <p:spPr>
          <a:xfrm>
            <a:off x="3430270" y="4545330"/>
            <a:ext cx="120650" cy="12065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iṧļíḋe"/>
          <p:cNvSpPr/>
          <p:nvPr>
            <p:custDataLst>
              <p:tags r:id="rId6"/>
            </p:custDataLst>
          </p:nvPr>
        </p:nvSpPr>
        <p:spPr>
          <a:xfrm>
            <a:off x="3246120" y="1751330"/>
            <a:ext cx="464185" cy="4641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7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1"/>
          <p:cNvSpPr/>
          <p:nvPr>
            <p:custDataLst>
              <p:tags r:id="rId7"/>
            </p:custDataLst>
          </p:nvPr>
        </p:nvSpPr>
        <p:spPr bwMode="auto">
          <a:xfrm>
            <a:off x="581025" y="1249680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6" name="TextBox 27"/>
          <p:cNvSpPr txBox="1">
            <a:spLocks noChangeArrowheads="1"/>
          </p:cNvSpPr>
          <p:nvPr/>
        </p:nvSpPr>
        <p:spPr bwMode="auto">
          <a:xfrm>
            <a:off x="1321435" y="1257300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4" name="iconfont-1187-868615"/>
          <p:cNvSpPr/>
          <p:nvPr>
            <p:custDataLst>
              <p:tags r:id="rId8"/>
            </p:custDataLst>
          </p:nvPr>
        </p:nvSpPr>
        <p:spPr>
          <a:xfrm>
            <a:off x="511175" y="1050925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7" name="文本框 96"/>
          <p:cNvSpPr txBox="1"/>
          <p:nvPr>
            <p:custDataLst>
              <p:tags r:id="rId9"/>
            </p:custDataLst>
          </p:nvPr>
        </p:nvSpPr>
        <p:spPr>
          <a:xfrm>
            <a:off x="3162657" y="1257354"/>
            <a:ext cx="70893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局部安装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time-stamp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包，并输出时间。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914140" y="1780540"/>
            <a:ext cx="7446010" cy="1557020"/>
            <a:chOff x="6164" y="2804"/>
            <a:chExt cx="11726" cy="2452"/>
          </a:xfrm>
        </p:grpSpPr>
        <p:sp>
          <p:nvSpPr>
            <p:cNvPr id="64" name="文本框 63"/>
            <p:cNvSpPr txBox="1"/>
            <p:nvPr>
              <p:custDataLst>
                <p:tags r:id="rId10"/>
              </p:custDataLst>
            </p:nvPr>
          </p:nvSpPr>
          <p:spPr>
            <a:xfrm>
              <a:off x="7202" y="2804"/>
              <a:ext cx="1068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在项目中下载并安装依赖模块</a:t>
              </a:r>
              <a:r>
                <a:rPr lang="en-US" altLang="zh-CN" sz="18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time-stamp</a:t>
              </a:r>
              <a:endParaRPr lang="en-US" altLang="zh-CN" sz="1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5" name="圆角矩形 52"/>
            <p:cNvSpPr/>
            <p:nvPr>
              <p:custDataLst>
                <p:tags r:id="rId11"/>
              </p:custDataLst>
            </p:nvPr>
          </p:nvSpPr>
          <p:spPr>
            <a:xfrm>
              <a:off x="6164" y="3043"/>
              <a:ext cx="955" cy="54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 lnSpcReduction="2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7120" y="3489"/>
              <a:ext cx="10240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b="1" i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npm install time-stamp</a:t>
              </a:r>
              <a:endParaRPr lang="en-US" altLang="zh-CN" b="1" i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2"/>
            <a:srcRect t="6337" r="7945"/>
            <a:stretch>
              <a:fillRect/>
            </a:stretch>
          </p:blipFill>
          <p:spPr>
            <a:xfrm>
              <a:off x="7202" y="4208"/>
              <a:ext cx="8914" cy="1049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/>
        </p:nvGrpSpPr>
        <p:grpSpPr>
          <a:xfrm>
            <a:off x="245745" y="3652520"/>
            <a:ext cx="10744200" cy="1913890"/>
            <a:chOff x="387" y="6670"/>
            <a:chExt cx="16920" cy="3014"/>
          </a:xfrm>
        </p:grpSpPr>
        <p:sp>
          <p:nvSpPr>
            <p:cNvPr id="31" name="矩形 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87" y="6670"/>
              <a:ext cx="4607" cy="23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1.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引入安装好的包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2.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返回系统当前时间，并设定输出格式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6" name="直接连接符 5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6524" y="8139"/>
              <a:ext cx="891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V="1">
              <a:off x="6524" y="7839"/>
              <a:ext cx="0" cy="184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76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>
              <a:off x="5263" y="7870"/>
              <a:ext cx="126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90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>
              <a:off x="5235" y="7270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连接符 5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 flipH="1">
              <a:off x="6589" y="9659"/>
              <a:ext cx="1071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3" name="iṣḷiďê"/>
          <p:cNvSpPr/>
          <p:nvPr>
            <p:custDataLst>
              <p:tags r:id="rId19"/>
            </p:custDataLst>
          </p:nvPr>
        </p:nvSpPr>
        <p:spPr bwMode="auto">
          <a:xfrm>
            <a:off x="3353946" y="1872013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914140" y="3498850"/>
            <a:ext cx="7519670" cy="3145790"/>
            <a:chOff x="6164" y="5510"/>
            <a:chExt cx="11842" cy="5229"/>
          </a:xfrm>
        </p:grpSpPr>
        <p:sp>
          <p:nvSpPr>
            <p:cNvPr id="40" name="文本框 39"/>
            <p:cNvSpPr txBox="1"/>
            <p:nvPr/>
          </p:nvSpPr>
          <p:spPr>
            <a:xfrm>
              <a:off x="6986" y="6495"/>
              <a:ext cx="10212" cy="40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let timestamp = require("time-stamp");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// 返回系统当前时间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let time = timestamp('YYYY 年 MM 月 DD 日 HH:mm:ss');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console.log("这是站点主程序。");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console.log("当前时间：",time);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20"/>
              </p:custDataLst>
            </p:nvPr>
          </p:nvSpPr>
          <p:spPr>
            <a:xfrm>
              <a:off x="7317" y="5510"/>
              <a:ext cx="10689" cy="9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编写文件</a:t>
              </a:r>
              <a:r>
                <a:rPr lang="en-US" altLang="zh-CN" sz="18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index.js</a:t>
              </a:r>
              <a:r>
                <a:rPr lang="zh-CN" altLang="en-US" sz="18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，输出时间</a:t>
              </a:r>
              <a:endParaRPr lang="zh-CN" altLang="en-US" sz="1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9" name="圆角矩形 52"/>
            <p:cNvSpPr/>
            <p:nvPr/>
          </p:nvSpPr>
          <p:spPr>
            <a:xfrm>
              <a:off x="6164" y="5734"/>
              <a:ext cx="955" cy="617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圆角矩形 25"/>
            <p:cNvSpPr/>
            <p:nvPr>
              <p:custDataLst>
                <p:tags r:id="rId21"/>
              </p:custDataLst>
            </p:nvPr>
          </p:nvSpPr>
          <p:spPr>
            <a:xfrm>
              <a:off x="6849" y="6496"/>
              <a:ext cx="10712" cy="4243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48345" y="6002020"/>
            <a:ext cx="2802890" cy="427990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184775" y="2667000"/>
            <a:ext cx="5803900" cy="2156460"/>
            <a:chOff x="8165" y="4200"/>
            <a:chExt cx="9140" cy="3396"/>
          </a:xfrm>
        </p:grpSpPr>
        <p:sp>
          <p:nvSpPr>
            <p:cNvPr id="11" name="椭圆 10"/>
            <p:cNvSpPr/>
            <p:nvPr>
              <p:custDataLst>
                <p:tags r:id="rId3"/>
              </p:custDataLst>
            </p:nvPr>
          </p:nvSpPr>
          <p:spPr>
            <a:xfrm>
              <a:off x="8165" y="5113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" name="任意多边形 125"/>
            <p:cNvSpPr/>
            <p:nvPr>
              <p:custDataLst>
                <p:tags r:id="rId4"/>
              </p:custDataLst>
            </p:nvPr>
          </p:nvSpPr>
          <p:spPr bwMode="auto">
            <a:xfrm>
              <a:off x="8499" y="5345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9627" y="4200"/>
              <a:ext cx="7679" cy="25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自定义包的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步骤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i="0" u="none" strike="noStrike" kern="1200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1. 生成包描述文件 package.json；</a:t>
              </a:r>
              <a:endParaRPr kumimoji="0" lang="en-US" sz="1800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i="0" u="none" strike="noStrike" kern="1200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2. 根据功能需要，本地安装依赖包；</a:t>
              </a:r>
              <a:endParaRPr kumimoji="0" lang="en-US" sz="1800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sz="1800" i="0" u="none" strike="noStrike" kern="1200" cap="none" spc="0" normalizeH="0" baseline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3. 编写主程序代码，在控制台输出信息。</a:t>
              </a:r>
              <a:endParaRPr kumimoji="0" lang="en-US" sz="1800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Freeform 52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8668" y="7348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6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7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íşļïḍê"/>
          <p:cNvSpPr/>
          <p:nvPr>
            <p:custDataLst>
              <p:tags r:id="rId8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ïṡḷîḓê"/>
          <p:cNvSpPr/>
          <p:nvPr>
            <p:custDataLst>
              <p:tags r:id="rId9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íśḻîḑe"/>
          <p:cNvSpPr/>
          <p:nvPr>
            <p:custDataLst>
              <p:tags r:id="rId10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iḑé"/>
          <p:cNvSpPr/>
          <p:nvPr>
            <p:custDataLst>
              <p:tags r:id="rId11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šľïḑé"/>
          <p:cNvSpPr/>
          <p:nvPr>
            <p:custDataLst>
              <p:tags r:id="rId12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ïṧḻïḍè"/>
          <p:cNvSpPr/>
          <p:nvPr>
            <p:custDataLst>
              <p:tags r:id="rId13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îSļîḍè"/>
          <p:cNvSpPr/>
          <p:nvPr>
            <p:custDataLst>
              <p:tags r:id="rId14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îsḷîḋè"/>
          <p:cNvSpPr/>
          <p:nvPr>
            <p:custDataLst>
              <p:tags r:id="rId15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išľíḍè"/>
          <p:cNvSpPr/>
          <p:nvPr>
            <p:custDataLst>
              <p:tags r:id="rId16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iŝḷiḓê"/>
          <p:cNvSpPr/>
          <p:nvPr>
            <p:custDataLst>
              <p:tags r:id="rId17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iṡḷíďé"/>
          <p:cNvSpPr/>
          <p:nvPr>
            <p:custDataLst>
              <p:tags r:id="rId18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îşļíḑè"/>
          <p:cNvSpPr/>
          <p:nvPr>
            <p:custDataLst>
              <p:tags r:id="rId19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ïşļiḑé"/>
          <p:cNvSpPr/>
          <p:nvPr>
            <p:custDataLst>
              <p:tags r:id="rId20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îśļiḓè"/>
          <p:cNvSpPr/>
          <p:nvPr>
            <p:custDataLst>
              <p:tags r:id="rId21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îṡlíḍê"/>
          <p:cNvSpPr/>
          <p:nvPr>
            <p:custDataLst>
              <p:tags r:id="rId22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íṥ1ïḍe"/>
          <p:cNvSpPr/>
          <p:nvPr>
            <p:custDataLst>
              <p:tags r:id="rId23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îślïḋe"/>
          <p:cNvSpPr/>
          <p:nvPr>
            <p:custDataLst>
              <p:tags r:id="rId24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ïşḷiḍè"/>
          <p:cNvSpPr/>
          <p:nvPr>
            <p:custDataLst>
              <p:tags r:id="rId25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îŝḻiḍê"/>
          <p:cNvSpPr/>
          <p:nvPr>
            <p:custDataLst>
              <p:tags r:id="rId26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îṧḻíḋè"/>
          <p:cNvSpPr/>
          <p:nvPr>
            <p:custDataLst>
              <p:tags r:id="rId27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ṡļïḍé"/>
          <p:cNvSpPr/>
          <p:nvPr>
            <p:custDataLst>
              <p:tags r:id="rId28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î$1ïḓè"/>
          <p:cNvSpPr/>
          <p:nvPr>
            <p:custDataLst>
              <p:tags r:id="rId29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iṩ1iḍe"/>
          <p:cNvSpPr/>
          <p:nvPr>
            <p:custDataLst>
              <p:tags r:id="rId30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ïṡļidê"/>
          <p:cNvSpPr/>
          <p:nvPr>
            <p:custDataLst>
              <p:tags r:id="rId31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íšľíḑé"/>
          <p:cNvSpPr/>
          <p:nvPr>
            <p:custDataLst>
              <p:tags r:id="rId32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šlíḑe"/>
          <p:cNvSpPr/>
          <p:nvPr>
            <p:custDataLst>
              <p:tags r:id="rId33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ïṥlîḋè"/>
          <p:cNvSpPr/>
          <p:nvPr>
            <p:custDataLst>
              <p:tags r:id="rId34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ŝḻïḍé"/>
          <p:cNvSpPr/>
          <p:nvPr>
            <p:custDataLst>
              <p:tags r:id="rId35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íṧḻiḑé"/>
          <p:cNvSpPr/>
          <p:nvPr>
            <p:custDataLst>
              <p:tags r:id="rId36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šḻiḑè"/>
          <p:cNvSpPr/>
          <p:nvPr>
            <p:custDataLst>
              <p:tags r:id="rId37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ïṡlíḑe"/>
          <p:cNvSpPr/>
          <p:nvPr>
            <p:custDataLst>
              <p:tags r:id="rId38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iṥlïdê"/>
          <p:cNvSpPr/>
          <p:nvPr>
            <p:custDataLst>
              <p:tags r:id="rId39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3.xml><?xml version="1.0" encoding="utf-8"?>
<p:tagLst xmlns:p="http://schemas.openxmlformats.org/presentationml/2006/main">
  <p:tag name="KSO_WM_SLIDE_ID" val="custom20191730_4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SLIDE_BACKGROUND_TYPE" val="general"/>
</p:tagLst>
</file>

<file path=ppt/tags/tag665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3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3*l_h_i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54.66559055118108,&quot;left&quot;:140.48527559055117,&quot;top&quot;:207.3200787401575,&quot;width&quot;:697.3823622047244}"/>
</p:tagLst>
</file>

<file path=ppt/tags/tag66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3*l_h_a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54.66559055118108,&quot;left&quot;:140.48527559055117,&quot;top&quot;:207.3200787401575,&quot;width&quot;:697.3823622047244}"/>
</p:tagLst>
</file>

<file path=ppt/tags/tag668.xml><?xml version="1.0" encoding="utf-8"?>
<p:tagLst xmlns:p="http://schemas.openxmlformats.org/presentationml/2006/main">
  <p:tag name="KSO_WM_SLIDE_ID" val="custom20191730_3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SLIDE_BACKGROUND_TYPE" val="general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8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94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95.xml><?xml version="1.0" encoding="utf-8"?>
<p:tagLst xmlns:p="http://schemas.openxmlformats.org/presentationml/2006/main">
  <p:tag name="KSO_WM_SLIDE_BACKGROUND_TYPE" val="general"/>
</p:tagLst>
</file>

<file path=ppt/tags/tag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1.xml><?xml version="1.0" encoding="utf-8"?>
<p:tagLst xmlns:p="http://schemas.openxmlformats.org/presentationml/2006/main">
  <p:tag name="KSO_WM_UNIT_LINE_FORE_SCHEMECOLOR_INDEX_BRIGHTNESS" val="0"/>
  <p:tag name="KSO_WM_UNIT_LINE_FORE_SCHEMECOLOR_INDEX" val="7"/>
  <p:tag name="KSO_WM_UNIT_LINE_FILL_TYPE" val="2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13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14.xml><?xml version="1.0" encoding="utf-8"?>
<p:tagLst xmlns:p="http://schemas.openxmlformats.org/presentationml/2006/main">
  <p:tag name="KSO_WM_SLIDE_BACKGROUND_TYPE" val="general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2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22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35.xml><?xml version="1.0" encoding="utf-8"?>
<p:tagLst xmlns:p="http://schemas.openxmlformats.org/presentationml/2006/main">
  <p:tag name="KSO_WM_SLIDE_BACKGROUND_TYPE" val="general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3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44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45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4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70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72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77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75.xml><?xml version="1.0" encoding="utf-8"?>
<p:tagLst xmlns:p="http://schemas.openxmlformats.org/presentationml/2006/main">
  <p:tag name="KSO_WM_SLIDE_BACKGROUND_TYPE" val="general"/>
</p:tagLst>
</file>

<file path=ppt/tags/tag776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77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78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1130</Words>
  <Application>WPS 演示</Application>
  <PresentationFormat>宽屏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Courier New</vt:lpstr>
      <vt:lpstr>Arial Unicode MS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TXY</cp:lastModifiedBy>
  <cp:revision>335</cp:revision>
  <dcterms:created xsi:type="dcterms:W3CDTF">2020-10-23T09:50:00Z</dcterms:created>
  <dcterms:modified xsi:type="dcterms:W3CDTF">2024-07-26T10:58:20Z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9A72BBA344FA45C88E4E76338C1A38B4</vt:lpwstr>
  </property>
  <property fmtid="{D5CDD505-2E9C-101B-9397-08002B2CF9AE}" pid="3" name="KSOProductBuildVer">
    <vt:lpwstr>2052-12.1.0.17147</vt:lpwstr>
  </property>
</Properties>
</file>