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.xml" ContentType="application/vnd.openxmlformats-officedocument.presentationml.tags+xml"/>
  <Override PartName="/ppt/tags/tag960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5"/>
  </p:notesMasterIdLst>
  <p:sldIdLst>
    <p:sldId id="445" r:id="rId4"/>
    <p:sldId id="446" r:id="rId6"/>
    <p:sldId id="447" r:id="rId7"/>
    <p:sldId id="448" r:id="rId8"/>
    <p:sldId id="449" r:id="rId9"/>
    <p:sldId id="450" r:id="rId10"/>
    <p:sldId id="451" r:id="rId11"/>
    <p:sldId id="452" r:id="rId12"/>
    <p:sldId id="453" r:id="rId13"/>
    <p:sldId id="454" r:id="rId14"/>
    <p:sldId id="455" r:id="rId15"/>
    <p:sldId id="456" r:id="rId16"/>
    <p:sldId id="457" r:id="rId17"/>
    <p:sldId id="458" r:id="rId18"/>
    <p:sldId id="459" r:id="rId19"/>
    <p:sldId id="460" r:id="rId20"/>
    <p:sldId id="461" r:id="rId21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8" userDrawn="1">
          <p15:clr>
            <a:srgbClr val="A4A3A4"/>
          </p15:clr>
        </p15:guide>
        <p15:guide id="2" pos="38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B651"/>
    <a:srgbClr val="FFFFFF"/>
    <a:srgbClr val="3C853C"/>
    <a:srgbClr val="333333"/>
    <a:srgbClr val="AFABAB"/>
    <a:srgbClr val="FEFEFE"/>
    <a:srgbClr val="667F6E"/>
    <a:srgbClr val="18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6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630" y="66"/>
      </p:cViewPr>
      <p:guideLst>
        <p:guide orient="horz" pos="2278"/>
        <p:guide pos="380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gs" Target="tags/tag960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5.xml"/><Relationship Id="rId19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9.xml"/><Relationship Id="rId5" Type="http://schemas.openxmlformats.org/officeDocument/2006/relationships/tags" Target="../tags/tag59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593.xml"/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96" Type="http://schemas.openxmlformats.org/officeDocument/2006/relationships/notesSlide" Target="../notesSlides/notesSlide4.xml"/><Relationship Id="rId95" Type="http://schemas.openxmlformats.org/officeDocument/2006/relationships/slideLayout" Target="../slideLayouts/slideLayout10.xml"/><Relationship Id="rId94" Type="http://schemas.openxmlformats.org/officeDocument/2006/relationships/tags" Target="../tags/tag685.xml"/><Relationship Id="rId93" Type="http://schemas.openxmlformats.org/officeDocument/2006/relationships/tags" Target="../tags/tag684.xml"/><Relationship Id="rId92" Type="http://schemas.openxmlformats.org/officeDocument/2006/relationships/tags" Target="../tags/tag683.xml"/><Relationship Id="rId91" Type="http://schemas.openxmlformats.org/officeDocument/2006/relationships/tags" Target="../tags/tag682.xml"/><Relationship Id="rId90" Type="http://schemas.openxmlformats.org/officeDocument/2006/relationships/tags" Target="../tags/tag681.xml"/><Relationship Id="rId9" Type="http://schemas.openxmlformats.org/officeDocument/2006/relationships/tags" Target="../tags/tag600.xml"/><Relationship Id="rId89" Type="http://schemas.openxmlformats.org/officeDocument/2006/relationships/tags" Target="../tags/tag680.xml"/><Relationship Id="rId88" Type="http://schemas.openxmlformats.org/officeDocument/2006/relationships/tags" Target="../tags/tag679.xml"/><Relationship Id="rId87" Type="http://schemas.openxmlformats.org/officeDocument/2006/relationships/tags" Target="../tags/tag678.xml"/><Relationship Id="rId86" Type="http://schemas.openxmlformats.org/officeDocument/2006/relationships/tags" Target="../tags/tag677.xml"/><Relationship Id="rId85" Type="http://schemas.openxmlformats.org/officeDocument/2006/relationships/tags" Target="../tags/tag676.xml"/><Relationship Id="rId84" Type="http://schemas.openxmlformats.org/officeDocument/2006/relationships/tags" Target="../tags/tag675.xml"/><Relationship Id="rId83" Type="http://schemas.openxmlformats.org/officeDocument/2006/relationships/tags" Target="../tags/tag674.xml"/><Relationship Id="rId82" Type="http://schemas.openxmlformats.org/officeDocument/2006/relationships/tags" Target="../tags/tag673.xml"/><Relationship Id="rId81" Type="http://schemas.openxmlformats.org/officeDocument/2006/relationships/tags" Target="../tags/tag672.xml"/><Relationship Id="rId80" Type="http://schemas.openxmlformats.org/officeDocument/2006/relationships/tags" Target="../tags/tag671.xml"/><Relationship Id="rId8" Type="http://schemas.openxmlformats.org/officeDocument/2006/relationships/tags" Target="../tags/tag599.xml"/><Relationship Id="rId79" Type="http://schemas.openxmlformats.org/officeDocument/2006/relationships/tags" Target="../tags/tag670.xml"/><Relationship Id="rId78" Type="http://schemas.openxmlformats.org/officeDocument/2006/relationships/tags" Target="../tags/tag669.xml"/><Relationship Id="rId77" Type="http://schemas.openxmlformats.org/officeDocument/2006/relationships/tags" Target="../tags/tag668.xml"/><Relationship Id="rId76" Type="http://schemas.openxmlformats.org/officeDocument/2006/relationships/tags" Target="../tags/tag667.xml"/><Relationship Id="rId75" Type="http://schemas.openxmlformats.org/officeDocument/2006/relationships/tags" Target="../tags/tag666.xml"/><Relationship Id="rId74" Type="http://schemas.openxmlformats.org/officeDocument/2006/relationships/tags" Target="../tags/tag665.xml"/><Relationship Id="rId73" Type="http://schemas.openxmlformats.org/officeDocument/2006/relationships/tags" Target="../tags/tag664.xml"/><Relationship Id="rId72" Type="http://schemas.openxmlformats.org/officeDocument/2006/relationships/tags" Target="../tags/tag663.xml"/><Relationship Id="rId71" Type="http://schemas.openxmlformats.org/officeDocument/2006/relationships/tags" Target="../tags/tag662.xml"/><Relationship Id="rId70" Type="http://schemas.openxmlformats.org/officeDocument/2006/relationships/tags" Target="../tags/tag661.xml"/><Relationship Id="rId7" Type="http://schemas.openxmlformats.org/officeDocument/2006/relationships/tags" Target="../tags/tag598.xml"/><Relationship Id="rId69" Type="http://schemas.openxmlformats.org/officeDocument/2006/relationships/tags" Target="../tags/tag660.xml"/><Relationship Id="rId68" Type="http://schemas.openxmlformats.org/officeDocument/2006/relationships/tags" Target="../tags/tag659.xml"/><Relationship Id="rId67" Type="http://schemas.openxmlformats.org/officeDocument/2006/relationships/tags" Target="../tags/tag658.xml"/><Relationship Id="rId66" Type="http://schemas.openxmlformats.org/officeDocument/2006/relationships/tags" Target="../tags/tag657.xml"/><Relationship Id="rId65" Type="http://schemas.openxmlformats.org/officeDocument/2006/relationships/tags" Target="../tags/tag656.xml"/><Relationship Id="rId64" Type="http://schemas.openxmlformats.org/officeDocument/2006/relationships/tags" Target="../tags/tag655.xml"/><Relationship Id="rId63" Type="http://schemas.openxmlformats.org/officeDocument/2006/relationships/tags" Target="../tags/tag654.xml"/><Relationship Id="rId62" Type="http://schemas.openxmlformats.org/officeDocument/2006/relationships/tags" Target="../tags/tag653.xml"/><Relationship Id="rId61" Type="http://schemas.openxmlformats.org/officeDocument/2006/relationships/tags" Target="../tags/tag652.xml"/><Relationship Id="rId60" Type="http://schemas.openxmlformats.org/officeDocument/2006/relationships/tags" Target="../tags/tag651.xml"/><Relationship Id="rId6" Type="http://schemas.openxmlformats.org/officeDocument/2006/relationships/tags" Target="../tags/tag597.xml"/><Relationship Id="rId59" Type="http://schemas.openxmlformats.org/officeDocument/2006/relationships/tags" Target="../tags/tag650.xml"/><Relationship Id="rId58" Type="http://schemas.openxmlformats.org/officeDocument/2006/relationships/tags" Target="../tags/tag649.xml"/><Relationship Id="rId57" Type="http://schemas.openxmlformats.org/officeDocument/2006/relationships/tags" Target="../tags/tag648.xml"/><Relationship Id="rId56" Type="http://schemas.openxmlformats.org/officeDocument/2006/relationships/tags" Target="../tags/tag647.xml"/><Relationship Id="rId55" Type="http://schemas.openxmlformats.org/officeDocument/2006/relationships/tags" Target="../tags/tag646.xml"/><Relationship Id="rId54" Type="http://schemas.openxmlformats.org/officeDocument/2006/relationships/tags" Target="../tags/tag645.xml"/><Relationship Id="rId53" Type="http://schemas.openxmlformats.org/officeDocument/2006/relationships/tags" Target="../tags/tag644.xml"/><Relationship Id="rId52" Type="http://schemas.openxmlformats.org/officeDocument/2006/relationships/tags" Target="../tags/tag643.xml"/><Relationship Id="rId51" Type="http://schemas.openxmlformats.org/officeDocument/2006/relationships/tags" Target="../tags/tag642.xml"/><Relationship Id="rId50" Type="http://schemas.openxmlformats.org/officeDocument/2006/relationships/tags" Target="../tags/tag641.xml"/><Relationship Id="rId5" Type="http://schemas.openxmlformats.org/officeDocument/2006/relationships/tags" Target="../tags/tag596.xml"/><Relationship Id="rId49" Type="http://schemas.openxmlformats.org/officeDocument/2006/relationships/tags" Target="../tags/tag640.xml"/><Relationship Id="rId48" Type="http://schemas.openxmlformats.org/officeDocument/2006/relationships/tags" Target="../tags/tag639.xml"/><Relationship Id="rId47" Type="http://schemas.openxmlformats.org/officeDocument/2006/relationships/tags" Target="../tags/tag638.xml"/><Relationship Id="rId46" Type="http://schemas.openxmlformats.org/officeDocument/2006/relationships/tags" Target="../tags/tag637.xml"/><Relationship Id="rId45" Type="http://schemas.openxmlformats.org/officeDocument/2006/relationships/tags" Target="../tags/tag636.xml"/><Relationship Id="rId44" Type="http://schemas.openxmlformats.org/officeDocument/2006/relationships/tags" Target="../tags/tag635.xml"/><Relationship Id="rId43" Type="http://schemas.openxmlformats.org/officeDocument/2006/relationships/tags" Target="../tags/tag634.xml"/><Relationship Id="rId42" Type="http://schemas.openxmlformats.org/officeDocument/2006/relationships/tags" Target="../tags/tag633.xml"/><Relationship Id="rId41" Type="http://schemas.openxmlformats.org/officeDocument/2006/relationships/tags" Target="../tags/tag632.xml"/><Relationship Id="rId40" Type="http://schemas.openxmlformats.org/officeDocument/2006/relationships/tags" Target="../tags/tag631.xml"/><Relationship Id="rId4" Type="http://schemas.microsoft.com/office/2007/relationships/hdphoto" Target="../media/image8.wdp"/><Relationship Id="rId39" Type="http://schemas.openxmlformats.org/officeDocument/2006/relationships/tags" Target="../tags/tag630.xml"/><Relationship Id="rId38" Type="http://schemas.openxmlformats.org/officeDocument/2006/relationships/tags" Target="../tags/tag629.xml"/><Relationship Id="rId37" Type="http://schemas.openxmlformats.org/officeDocument/2006/relationships/tags" Target="../tags/tag628.xml"/><Relationship Id="rId36" Type="http://schemas.openxmlformats.org/officeDocument/2006/relationships/tags" Target="../tags/tag627.xml"/><Relationship Id="rId35" Type="http://schemas.openxmlformats.org/officeDocument/2006/relationships/tags" Target="../tags/tag626.xml"/><Relationship Id="rId34" Type="http://schemas.openxmlformats.org/officeDocument/2006/relationships/tags" Target="../tags/tag625.xml"/><Relationship Id="rId33" Type="http://schemas.openxmlformats.org/officeDocument/2006/relationships/tags" Target="../tags/tag624.xml"/><Relationship Id="rId32" Type="http://schemas.openxmlformats.org/officeDocument/2006/relationships/tags" Target="../tags/tag623.xml"/><Relationship Id="rId31" Type="http://schemas.openxmlformats.org/officeDocument/2006/relationships/tags" Target="../tags/tag622.xml"/><Relationship Id="rId30" Type="http://schemas.openxmlformats.org/officeDocument/2006/relationships/tags" Target="../tags/tag621.xml"/><Relationship Id="rId3" Type="http://schemas.openxmlformats.org/officeDocument/2006/relationships/image" Target="../media/image7.png"/><Relationship Id="rId29" Type="http://schemas.openxmlformats.org/officeDocument/2006/relationships/tags" Target="../tags/tag620.xml"/><Relationship Id="rId28" Type="http://schemas.openxmlformats.org/officeDocument/2006/relationships/tags" Target="../tags/tag619.xml"/><Relationship Id="rId27" Type="http://schemas.openxmlformats.org/officeDocument/2006/relationships/tags" Target="../tags/tag618.xml"/><Relationship Id="rId26" Type="http://schemas.openxmlformats.org/officeDocument/2006/relationships/tags" Target="../tags/tag617.xml"/><Relationship Id="rId25" Type="http://schemas.openxmlformats.org/officeDocument/2006/relationships/tags" Target="../tags/tag616.xml"/><Relationship Id="rId24" Type="http://schemas.openxmlformats.org/officeDocument/2006/relationships/tags" Target="../tags/tag615.xml"/><Relationship Id="rId23" Type="http://schemas.openxmlformats.org/officeDocument/2006/relationships/tags" Target="../tags/tag614.xml"/><Relationship Id="rId22" Type="http://schemas.openxmlformats.org/officeDocument/2006/relationships/tags" Target="../tags/tag613.xml"/><Relationship Id="rId21" Type="http://schemas.openxmlformats.org/officeDocument/2006/relationships/tags" Target="../tags/tag612.xml"/><Relationship Id="rId20" Type="http://schemas.openxmlformats.org/officeDocument/2006/relationships/tags" Target="../tags/tag611.xml"/><Relationship Id="rId2" Type="http://schemas.openxmlformats.org/officeDocument/2006/relationships/tags" Target="../tags/tag595.xml"/><Relationship Id="rId19" Type="http://schemas.openxmlformats.org/officeDocument/2006/relationships/tags" Target="../tags/tag610.xml"/><Relationship Id="rId18" Type="http://schemas.openxmlformats.org/officeDocument/2006/relationships/tags" Target="../tags/tag609.xml"/><Relationship Id="rId17" Type="http://schemas.openxmlformats.org/officeDocument/2006/relationships/tags" Target="../tags/tag608.xml"/><Relationship Id="rId16" Type="http://schemas.openxmlformats.org/officeDocument/2006/relationships/tags" Target="../tags/tag607.xml"/><Relationship Id="rId15" Type="http://schemas.openxmlformats.org/officeDocument/2006/relationships/tags" Target="../tags/tag606.xml"/><Relationship Id="rId14" Type="http://schemas.openxmlformats.org/officeDocument/2006/relationships/tags" Target="../tags/tag605.xml"/><Relationship Id="rId13" Type="http://schemas.openxmlformats.org/officeDocument/2006/relationships/tags" Target="../tags/tag604.xml"/><Relationship Id="rId12" Type="http://schemas.openxmlformats.org/officeDocument/2006/relationships/tags" Target="../tags/tag603.xml"/><Relationship Id="rId11" Type="http://schemas.openxmlformats.org/officeDocument/2006/relationships/tags" Target="../tags/tag602.xml"/><Relationship Id="rId10" Type="http://schemas.openxmlformats.org/officeDocument/2006/relationships/tags" Target="../tags/tag601.xml"/><Relationship Id="rId1" Type="http://schemas.openxmlformats.org/officeDocument/2006/relationships/tags" Target="../tags/tag59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9.xml"/><Relationship Id="rId6" Type="http://schemas.openxmlformats.org/officeDocument/2006/relationships/tags" Target="../tags/tag691.xml"/><Relationship Id="rId5" Type="http://schemas.openxmlformats.org/officeDocument/2006/relationships/tags" Target="../tags/tag690.xml"/><Relationship Id="rId4" Type="http://schemas.openxmlformats.org/officeDocument/2006/relationships/tags" Target="../tags/tag689.xml"/><Relationship Id="rId3" Type="http://schemas.openxmlformats.org/officeDocument/2006/relationships/tags" Target="../tags/tag688.xml"/><Relationship Id="rId2" Type="http://schemas.openxmlformats.org/officeDocument/2006/relationships/tags" Target="../tags/tag687.xml"/><Relationship Id="rId1" Type="http://schemas.openxmlformats.org/officeDocument/2006/relationships/tags" Target="../tags/tag68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99.xml"/><Relationship Id="rId8" Type="http://schemas.openxmlformats.org/officeDocument/2006/relationships/tags" Target="../tags/tag698.xml"/><Relationship Id="rId7" Type="http://schemas.openxmlformats.org/officeDocument/2006/relationships/tags" Target="../tags/tag697.xml"/><Relationship Id="rId6" Type="http://schemas.openxmlformats.org/officeDocument/2006/relationships/tags" Target="../tags/tag696.xml"/><Relationship Id="rId5" Type="http://schemas.openxmlformats.org/officeDocument/2006/relationships/image" Target="../media/image9.png"/><Relationship Id="rId4" Type="http://schemas.openxmlformats.org/officeDocument/2006/relationships/tags" Target="../tags/tag695.xml"/><Relationship Id="rId3" Type="http://schemas.openxmlformats.org/officeDocument/2006/relationships/tags" Target="../tags/tag694.xml"/><Relationship Id="rId2" Type="http://schemas.openxmlformats.org/officeDocument/2006/relationships/tags" Target="../tags/tag693.xml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0.xml"/><Relationship Id="rId1" Type="http://schemas.openxmlformats.org/officeDocument/2006/relationships/tags" Target="../tags/tag69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08.xml"/><Relationship Id="rId8" Type="http://schemas.openxmlformats.org/officeDocument/2006/relationships/tags" Target="../tags/tag707.xml"/><Relationship Id="rId7" Type="http://schemas.openxmlformats.org/officeDocument/2006/relationships/tags" Target="../tags/tag706.xml"/><Relationship Id="rId6" Type="http://schemas.openxmlformats.org/officeDocument/2006/relationships/tags" Target="../tags/tag705.xml"/><Relationship Id="rId5" Type="http://schemas.openxmlformats.org/officeDocument/2006/relationships/tags" Target="../tags/tag704.xml"/><Relationship Id="rId4" Type="http://schemas.openxmlformats.org/officeDocument/2006/relationships/tags" Target="../tags/tag703.xml"/><Relationship Id="rId3" Type="http://schemas.openxmlformats.org/officeDocument/2006/relationships/tags" Target="../tags/tag702.xml"/><Relationship Id="rId20" Type="http://schemas.openxmlformats.org/officeDocument/2006/relationships/notesSlide" Target="../notesSlides/notesSlide7.xml"/><Relationship Id="rId2" Type="http://schemas.openxmlformats.org/officeDocument/2006/relationships/tags" Target="../tags/tag701.xml"/><Relationship Id="rId19" Type="http://schemas.openxmlformats.org/officeDocument/2006/relationships/slideLayout" Target="../slideLayouts/slideLayout10.xml"/><Relationship Id="rId18" Type="http://schemas.openxmlformats.org/officeDocument/2006/relationships/tags" Target="../tags/tag717.xml"/><Relationship Id="rId17" Type="http://schemas.openxmlformats.org/officeDocument/2006/relationships/tags" Target="../tags/tag716.xml"/><Relationship Id="rId16" Type="http://schemas.openxmlformats.org/officeDocument/2006/relationships/tags" Target="../tags/tag715.xml"/><Relationship Id="rId15" Type="http://schemas.openxmlformats.org/officeDocument/2006/relationships/tags" Target="../tags/tag714.xml"/><Relationship Id="rId14" Type="http://schemas.openxmlformats.org/officeDocument/2006/relationships/tags" Target="../tags/tag713.xml"/><Relationship Id="rId13" Type="http://schemas.openxmlformats.org/officeDocument/2006/relationships/tags" Target="../tags/tag712.xml"/><Relationship Id="rId12" Type="http://schemas.openxmlformats.org/officeDocument/2006/relationships/tags" Target="../tags/tag711.xml"/><Relationship Id="rId11" Type="http://schemas.openxmlformats.org/officeDocument/2006/relationships/tags" Target="../tags/tag710.xml"/><Relationship Id="rId10" Type="http://schemas.openxmlformats.org/officeDocument/2006/relationships/tags" Target="../tags/tag709.xml"/><Relationship Id="rId1" Type="http://schemas.openxmlformats.org/officeDocument/2006/relationships/tags" Target="../tags/tag70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25.xml"/><Relationship Id="rId8" Type="http://schemas.openxmlformats.org/officeDocument/2006/relationships/tags" Target="../tags/tag724.xml"/><Relationship Id="rId76" Type="http://schemas.openxmlformats.org/officeDocument/2006/relationships/notesSlide" Target="../notesSlides/notesSlide8.xml"/><Relationship Id="rId75" Type="http://schemas.openxmlformats.org/officeDocument/2006/relationships/slideLayout" Target="../slideLayouts/slideLayout10.xml"/><Relationship Id="rId74" Type="http://schemas.openxmlformats.org/officeDocument/2006/relationships/tags" Target="../tags/tag790.xml"/><Relationship Id="rId73" Type="http://schemas.openxmlformats.org/officeDocument/2006/relationships/tags" Target="../tags/tag789.xml"/><Relationship Id="rId72" Type="http://schemas.openxmlformats.org/officeDocument/2006/relationships/tags" Target="../tags/tag788.xml"/><Relationship Id="rId71" Type="http://schemas.openxmlformats.org/officeDocument/2006/relationships/tags" Target="../tags/tag787.xml"/><Relationship Id="rId70" Type="http://schemas.openxmlformats.org/officeDocument/2006/relationships/tags" Target="../tags/tag786.xml"/><Relationship Id="rId7" Type="http://schemas.openxmlformats.org/officeDocument/2006/relationships/tags" Target="../tags/tag723.xml"/><Relationship Id="rId69" Type="http://schemas.openxmlformats.org/officeDocument/2006/relationships/tags" Target="../tags/tag785.xml"/><Relationship Id="rId68" Type="http://schemas.openxmlformats.org/officeDocument/2006/relationships/tags" Target="../tags/tag784.xml"/><Relationship Id="rId67" Type="http://schemas.openxmlformats.org/officeDocument/2006/relationships/tags" Target="../tags/tag783.xml"/><Relationship Id="rId66" Type="http://schemas.openxmlformats.org/officeDocument/2006/relationships/tags" Target="../tags/tag782.xml"/><Relationship Id="rId65" Type="http://schemas.openxmlformats.org/officeDocument/2006/relationships/tags" Target="../tags/tag781.xml"/><Relationship Id="rId64" Type="http://schemas.openxmlformats.org/officeDocument/2006/relationships/tags" Target="../tags/tag780.xml"/><Relationship Id="rId63" Type="http://schemas.openxmlformats.org/officeDocument/2006/relationships/tags" Target="../tags/tag779.xml"/><Relationship Id="rId62" Type="http://schemas.openxmlformats.org/officeDocument/2006/relationships/tags" Target="../tags/tag778.xml"/><Relationship Id="rId61" Type="http://schemas.openxmlformats.org/officeDocument/2006/relationships/tags" Target="../tags/tag777.xml"/><Relationship Id="rId60" Type="http://schemas.openxmlformats.org/officeDocument/2006/relationships/tags" Target="../tags/tag776.xml"/><Relationship Id="rId6" Type="http://schemas.openxmlformats.org/officeDocument/2006/relationships/tags" Target="../tags/tag722.xml"/><Relationship Id="rId59" Type="http://schemas.openxmlformats.org/officeDocument/2006/relationships/tags" Target="../tags/tag775.xml"/><Relationship Id="rId58" Type="http://schemas.openxmlformats.org/officeDocument/2006/relationships/tags" Target="../tags/tag774.xml"/><Relationship Id="rId57" Type="http://schemas.openxmlformats.org/officeDocument/2006/relationships/tags" Target="../tags/tag773.xml"/><Relationship Id="rId56" Type="http://schemas.openxmlformats.org/officeDocument/2006/relationships/tags" Target="../tags/tag772.xml"/><Relationship Id="rId55" Type="http://schemas.openxmlformats.org/officeDocument/2006/relationships/tags" Target="../tags/tag771.xml"/><Relationship Id="rId54" Type="http://schemas.openxmlformats.org/officeDocument/2006/relationships/tags" Target="../tags/tag770.xml"/><Relationship Id="rId53" Type="http://schemas.openxmlformats.org/officeDocument/2006/relationships/tags" Target="../tags/tag769.xml"/><Relationship Id="rId52" Type="http://schemas.openxmlformats.org/officeDocument/2006/relationships/tags" Target="../tags/tag768.xml"/><Relationship Id="rId51" Type="http://schemas.openxmlformats.org/officeDocument/2006/relationships/tags" Target="../tags/tag767.xml"/><Relationship Id="rId50" Type="http://schemas.openxmlformats.org/officeDocument/2006/relationships/tags" Target="../tags/tag766.xml"/><Relationship Id="rId5" Type="http://schemas.openxmlformats.org/officeDocument/2006/relationships/tags" Target="../tags/tag721.xml"/><Relationship Id="rId49" Type="http://schemas.openxmlformats.org/officeDocument/2006/relationships/tags" Target="../tags/tag765.xml"/><Relationship Id="rId48" Type="http://schemas.openxmlformats.org/officeDocument/2006/relationships/tags" Target="../tags/tag764.xml"/><Relationship Id="rId47" Type="http://schemas.openxmlformats.org/officeDocument/2006/relationships/tags" Target="../tags/tag763.xml"/><Relationship Id="rId46" Type="http://schemas.openxmlformats.org/officeDocument/2006/relationships/tags" Target="../tags/tag762.xml"/><Relationship Id="rId45" Type="http://schemas.openxmlformats.org/officeDocument/2006/relationships/tags" Target="../tags/tag761.xml"/><Relationship Id="rId44" Type="http://schemas.openxmlformats.org/officeDocument/2006/relationships/tags" Target="../tags/tag760.xml"/><Relationship Id="rId43" Type="http://schemas.openxmlformats.org/officeDocument/2006/relationships/tags" Target="../tags/tag759.xml"/><Relationship Id="rId42" Type="http://schemas.openxmlformats.org/officeDocument/2006/relationships/tags" Target="../tags/tag758.xml"/><Relationship Id="rId41" Type="http://schemas.openxmlformats.org/officeDocument/2006/relationships/tags" Target="../tags/tag757.xml"/><Relationship Id="rId40" Type="http://schemas.openxmlformats.org/officeDocument/2006/relationships/tags" Target="../tags/tag756.xml"/><Relationship Id="rId4" Type="http://schemas.openxmlformats.org/officeDocument/2006/relationships/image" Target="../media/image10.jpeg"/><Relationship Id="rId39" Type="http://schemas.openxmlformats.org/officeDocument/2006/relationships/tags" Target="../tags/tag755.xml"/><Relationship Id="rId38" Type="http://schemas.openxmlformats.org/officeDocument/2006/relationships/tags" Target="../tags/tag754.xml"/><Relationship Id="rId37" Type="http://schemas.openxmlformats.org/officeDocument/2006/relationships/tags" Target="../tags/tag753.xml"/><Relationship Id="rId36" Type="http://schemas.openxmlformats.org/officeDocument/2006/relationships/tags" Target="../tags/tag752.xml"/><Relationship Id="rId35" Type="http://schemas.openxmlformats.org/officeDocument/2006/relationships/tags" Target="../tags/tag751.xml"/><Relationship Id="rId34" Type="http://schemas.openxmlformats.org/officeDocument/2006/relationships/tags" Target="../tags/tag750.xml"/><Relationship Id="rId33" Type="http://schemas.openxmlformats.org/officeDocument/2006/relationships/tags" Target="../tags/tag749.xml"/><Relationship Id="rId32" Type="http://schemas.openxmlformats.org/officeDocument/2006/relationships/tags" Target="../tags/tag748.xml"/><Relationship Id="rId31" Type="http://schemas.openxmlformats.org/officeDocument/2006/relationships/tags" Target="../tags/tag747.xml"/><Relationship Id="rId30" Type="http://schemas.openxmlformats.org/officeDocument/2006/relationships/tags" Target="../tags/tag746.xml"/><Relationship Id="rId3" Type="http://schemas.openxmlformats.org/officeDocument/2006/relationships/tags" Target="../tags/tag720.xml"/><Relationship Id="rId29" Type="http://schemas.openxmlformats.org/officeDocument/2006/relationships/tags" Target="../tags/tag745.xml"/><Relationship Id="rId28" Type="http://schemas.openxmlformats.org/officeDocument/2006/relationships/tags" Target="../tags/tag744.xml"/><Relationship Id="rId27" Type="http://schemas.openxmlformats.org/officeDocument/2006/relationships/tags" Target="../tags/tag743.xml"/><Relationship Id="rId26" Type="http://schemas.openxmlformats.org/officeDocument/2006/relationships/tags" Target="../tags/tag742.xml"/><Relationship Id="rId25" Type="http://schemas.openxmlformats.org/officeDocument/2006/relationships/tags" Target="../tags/tag741.xml"/><Relationship Id="rId24" Type="http://schemas.openxmlformats.org/officeDocument/2006/relationships/tags" Target="../tags/tag740.xml"/><Relationship Id="rId23" Type="http://schemas.openxmlformats.org/officeDocument/2006/relationships/tags" Target="../tags/tag739.xml"/><Relationship Id="rId22" Type="http://schemas.openxmlformats.org/officeDocument/2006/relationships/tags" Target="../tags/tag738.xml"/><Relationship Id="rId21" Type="http://schemas.openxmlformats.org/officeDocument/2006/relationships/tags" Target="../tags/tag737.xml"/><Relationship Id="rId20" Type="http://schemas.openxmlformats.org/officeDocument/2006/relationships/tags" Target="../tags/tag736.xml"/><Relationship Id="rId2" Type="http://schemas.openxmlformats.org/officeDocument/2006/relationships/tags" Target="../tags/tag719.xml"/><Relationship Id="rId19" Type="http://schemas.openxmlformats.org/officeDocument/2006/relationships/tags" Target="../tags/tag735.xml"/><Relationship Id="rId18" Type="http://schemas.openxmlformats.org/officeDocument/2006/relationships/tags" Target="../tags/tag734.xml"/><Relationship Id="rId17" Type="http://schemas.openxmlformats.org/officeDocument/2006/relationships/tags" Target="../tags/tag733.xml"/><Relationship Id="rId16" Type="http://schemas.openxmlformats.org/officeDocument/2006/relationships/tags" Target="../tags/tag732.xml"/><Relationship Id="rId15" Type="http://schemas.openxmlformats.org/officeDocument/2006/relationships/tags" Target="../tags/tag731.xml"/><Relationship Id="rId14" Type="http://schemas.openxmlformats.org/officeDocument/2006/relationships/tags" Target="../tags/tag730.xml"/><Relationship Id="rId13" Type="http://schemas.openxmlformats.org/officeDocument/2006/relationships/tags" Target="../tags/tag729.xml"/><Relationship Id="rId12" Type="http://schemas.openxmlformats.org/officeDocument/2006/relationships/tags" Target="../tags/tag728.xml"/><Relationship Id="rId11" Type="http://schemas.openxmlformats.org/officeDocument/2006/relationships/tags" Target="../tags/tag727.xml"/><Relationship Id="rId10" Type="http://schemas.openxmlformats.org/officeDocument/2006/relationships/tags" Target="../tags/tag726.xml"/><Relationship Id="rId1" Type="http://schemas.openxmlformats.org/officeDocument/2006/relationships/tags" Target="../tags/tag71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99.xml"/><Relationship Id="rId8" Type="http://schemas.openxmlformats.org/officeDocument/2006/relationships/tags" Target="../tags/tag798.xml"/><Relationship Id="rId7" Type="http://schemas.openxmlformats.org/officeDocument/2006/relationships/tags" Target="../tags/tag797.xml"/><Relationship Id="rId6" Type="http://schemas.openxmlformats.org/officeDocument/2006/relationships/tags" Target="../tags/tag796.xml"/><Relationship Id="rId5" Type="http://schemas.openxmlformats.org/officeDocument/2006/relationships/tags" Target="../tags/tag795.xml"/><Relationship Id="rId4" Type="http://schemas.openxmlformats.org/officeDocument/2006/relationships/tags" Target="../tags/tag794.xml"/><Relationship Id="rId3" Type="http://schemas.openxmlformats.org/officeDocument/2006/relationships/tags" Target="../tags/tag793.xml"/><Relationship Id="rId2" Type="http://schemas.openxmlformats.org/officeDocument/2006/relationships/tags" Target="../tags/tag792.xml"/><Relationship Id="rId14" Type="http://schemas.openxmlformats.org/officeDocument/2006/relationships/notesSlide" Target="../notesSlides/notesSlide9.xml"/><Relationship Id="rId13" Type="http://schemas.openxmlformats.org/officeDocument/2006/relationships/slideLayout" Target="../slideLayouts/slideLayout10.xml"/><Relationship Id="rId12" Type="http://schemas.openxmlformats.org/officeDocument/2006/relationships/tags" Target="../tags/tag802.xml"/><Relationship Id="rId11" Type="http://schemas.openxmlformats.org/officeDocument/2006/relationships/tags" Target="../tags/tag801.xml"/><Relationship Id="rId10" Type="http://schemas.openxmlformats.org/officeDocument/2006/relationships/tags" Target="../tags/tag800.xml"/><Relationship Id="rId1" Type="http://schemas.openxmlformats.org/officeDocument/2006/relationships/tags" Target="../tags/tag79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811.xml"/><Relationship Id="rId8" Type="http://schemas.openxmlformats.org/officeDocument/2006/relationships/tags" Target="../tags/tag810.xml"/><Relationship Id="rId7" Type="http://schemas.openxmlformats.org/officeDocument/2006/relationships/tags" Target="../tags/tag809.xml"/><Relationship Id="rId6" Type="http://schemas.openxmlformats.org/officeDocument/2006/relationships/tags" Target="../tags/tag808.xml"/><Relationship Id="rId5" Type="http://schemas.openxmlformats.org/officeDocument/2006/relationships/tags" Target="../tags/tag807.xml"/><Relationship Id="rId4" Type="http://schemas.openxmlformats.org/officeDocument/2006/relationships/tags" Target="../tags/tag806.xml"/><Relationship Id="rId3" Type="http://schemas.openxmlformats.org/officeDocument/2006/relationships/tags" Target="../tags/tag805.xml"/><Relationship Id="rId26" Type="http://schemas.openxmlformats.org/officeDocument/2006/relationships/notesSlide" Target="../notesSlides/notesSlide10.xml"/><Relationship Id="rId25" Type="http://schemas.openxmlformats.org/officeDocument/2006/relationships/slideLayout" Target="../slideLayouts/slideLayout10.xml"/><Relationship Id="rId24" Type="http://schemas.openxmlformats.org/officeDocument/2006/relationships/tags" Target="../tags/tag824.xml"/><Relationship Id="rId23" Type="http://schemas.openxmlformats.org/officeDocument/2006/relationships/image" Target="../media/image12.png"/><Relationship Id="rId22" Type="http://schemas.openxmlformats.org/officeDocument/2006/relationships/tags" Target="../tags/tag823.xml"/><Relationship Id="rId21" Type="http://schemas.openxmlformats.org/officeDocument/2006/relationships/image" Target="../media/image11.png"/><Relationship Id="rId20" Type="http://schemas.openxmlformats.org/officeDocument/2006/relationships/tags" Target="../tags/tag822.xml"/><Relationship Id="rId2" Type="http://schemas.openxmlformats.org/officeDocument/2006/relationships/tags" Target="../tags/tag804.xml"/><Relationship Id="rId19" Type="http://schemas.openxmlformats.org/officeDocument/2006/relationships/tags" Target="../tags/tag821.xml"/><Relationship Id="rId18" Type="http://schemas.openxmlformats.org/officeDocument/2006/relationships/tags" Target="../tags/tag820.xml"/><Relationship Id="rId17" Type="http://schemas.openxmlformats.org/officeDocument/2006/relationships/tags" Target="../tags/tag819.xml"/><Relationship Id="rId16" Type="http://schemas.openxmlformats.org/officeDocument/2006/relationships/tags" Target="../tags/tag818.xml"/><Relationship Id="rId15" Type="http://schemas.openxmlformats.org/officeDocument/2006/relationships/tags" Target="../tags/tag817.xml"/><Relationship Id="rId14" Type="http://schemas.openxmlformats.org/officeDocument/2006/relationships/tags" Target="../tags/tag816.xml"/><Relationship Id="rId13" Type="http://schemas.openxmlformats.org/officeDocument/2006/relationships/tags" Target="../tags/tag815.xml"/><Relationship Id="rId12" Type="http://schemas.openxmlformats.org/officeDocument/2006/relationships/tags" Target="../tags/tag814.xml"/><Relationship Id="rId11" Type="http://schemas.openxmlformats.org/officeDocument/2006/relationships/tags" Target="../tags/tag813.xml"/><Relationship Id="rId10" Type="http://schemas.openxmlformats.org/officeDocument/2006/relationships/tags" Target="../tags/tag812.xml"/><Relationship Id="rId1" Type="http://schemas.openxmlformats.org/officeDocument/2006/relationships/tags" Target="../tags/tag803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833.xml"/><Relationship Id="rId8" Type="http://schemas.openxmlformats.org/officeDocument/2006/relationships/tags" Target="../tags/tag832.xml"/><Relationship Id="rId7" Type="http://schemas.openxmlformats.org/officeDocument/2006/relationships/tags" Target="../tags/tag831.xml"/><Relationship Id="rId6" Type="http://schemas.openxmlformats.org/officeDocument/2006/relationships/tags" Target="../tags/tag830.xml"/><Relationship Id="rId5" Type="http://schemas.openxmlformats.org/officeDocument/2006/relationships/tags" Target="../tags/tag829.xml"/><Relationship Id="rId4" Type="http://schemas.openxmlformats.org/officeDocument/2006/relationships/tags" Target="../tags/tag828.xml"/><Relationship Id="rId3" Type="http://schemas.openxmlformats.org/officeDocument/2006/relationships/tags" Target="../tags/tag827.xml"/><Relationship Id="rId2" Type="http://schemas.openxmlformats.org/officeDocument/2006/relationships/tags" Target="../tags/tag826.xml"/><Relationship Id="rId13" Type="http://schemas.openxmlformats.org/officeDocument/2006/relationships/notesSlide" Target="../notesSlides/notesSlide11.xml"/><Relationship Id="rId12" Type="http://schemas.openxmlformats.org/officeDocument/2006/relationships/slideLayout" Target="../slideLayouts/slideLayout10.xml"/><Relationship Id="rId11" Type="http://schemas.openxmlformats.org/officeDocument/2006/relationships/tags" Target="../tags/tag835.xml"/><Relationship Id="rId10" Type="http://schemas.openxmlformats.org/officeDocument/2006/relationships/tags" Target="../tags/tag834.xml"/><Relationship Id="rId1" Type="http://schemas.openxmlformats.org/officeDocument/2006/relationships/tags" Target="../tags/tag825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844.xml"/><Relationship Id="rId8" Type="http://schemas.openxmlformats.org/officeDocument/2006/relationships/tags" Target="../tags/tag843.xml"/><Relationship Id="rId7" Type="http://schemas.openxmlformats.org/officeDocument/2006/relationships/tags" Target="../tags/tag842.xml"/><Relationship Id="rId6" Type="http://schemas.openxmlformats.org/officeDocument/2006/relationships/tags" Target="../tags/tag841.xml"/><Relationship Id="rId5" Type="http://schemas.openxmlformats.org/officeDocument/2006/relationships/tags" Target="../tags/tag840.xml"/><Relationship Id="rId4" Type="http://schemas.openxmlformats.org/officeDocument/2006/relationships/tags" Target="../tags/tag839.xml"/><Relationship Id="rId3" Type="http://schemas.openxmlformats.org/officeDocument/2006/relationships/tags" Target="../tags/tag838.xml"/><Relationship Id="rId24" Type="http://schemas.openxmlformats.org/officeDocument/2006/relationships/notesSlide" Target="../notesSlides/notesSlide12.xml"/><Relationship Id="rId23" Type="http://schemas.openxmlformats.org/officeDocument/2006/relationships/slideLayout" Target="../slideLayouts/slideLayout10.xml"/><Relationship Id="rId22" Type="http://schemas.openxmlformats.org/officeDocument/2006/relationships/tags" Target="../tags/tag857.xml"/><Relationship Id="rId21" Type="http://schemas.openxmlformats.org/officeDocument/2006/relationships/tags" Target="../tags/tag856.xml"/><Relationship Id="rId20" Type="http://schemas.openxmlformats.org/officeDocument/2006/relationships/tags" Target="../tags/tag855.xml"/><Relationship Id="rId2" Type="http://schemas.openxmlformats.org/officeDocument/2006/relationships/tags" Target="../tags/tag837.xml"/><Relationship Id="rId19" Type="http://schemas.openxmlformats.org/officeDocument/2006/relationships/tags" Target="../tags/tag854.xml"/><Relationship Id="rId18" Type="http://schemas.openxmlformats.org/officeDocument/2006/relationships/tags" Target="../tags/tag853.xml"/><Relationship Id="rId17" Type="http://schemas.openxmlformats.org/officeDocument/2006/relationships/tags" Target="../tags/tag852.xml"/><Relationship Id="rId16" Type="http://schemas.openxmlformats.org/officeDocument/2006/relationships/tags" Target="../tags/tag851.xml"/><Relationship Id="rId15" Type="http://schemas.openxmlformats.org/officeDocument/2006/relationships/tags" Target="../tags/tag850.xml"/><Relationship Id="rId14" Type="http://schemas.openxmlformats.org/officeDocument/2006/relationships/tags" Target="../tags/tag849.xml"/><Relationship Id="rId13" Type="http://schemas.openxmlformats.org/officeDocument/2006/relationships/tags" Target="../tags/tag848.xml"/><Relationship Id="rId12" Type="http://schemas.openxmlformats.org/officeDocument/2006/relationships/tags" Target="../tags/tag847.xml"/><Relationship Id="rId11" Type="http://schemas.openxmlformats.org/officeDocument/2006/relationships/tags" Target="../tags/tag846.xml"/><Relationship Id="rId10" Type="http://schemas.openxmlformats.org/officeDocument/2006/relationships/tags" Target="../tags/tag845.xml"/><Relationship Id="rId1" Type="http://schemas.openxmlformats.org/officeDocument/2006/relationships/tags" Target="../tags/tag836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866.xml"/><Relationship Id="rId8" Type="http://schemas.openxmlformats.org/officeDocument/2006/relationships/tags" Target="../tags/tag865.xml"/><Relationship Id="rId7" Type="http://schemas.openxmlformats.org/officeDocument/2006/relationships/tags" Target="../tags/tag864.xml"/><Relationship Id="rId6" Type="http://schemas.openxmlformats.org/officeDocument/2006/relationships/tags" Target="../tags/tag863.xml"/><Relationship Id="rId5" Type="http://schemas.openxmlformats.org/officeDocument/2006/relationships/tags" Target="../tags/tag862.xml"/><Relationship Id="rId4" Type="http://schemas.openxmlformats.org/officeDocument/2006/relationships/tags" Target="../tags/tag861.xml"/><Relationship Id="rId3" Type="http://schemas.openxmlformats.org/officeDocument/2006/relationships/tags" Target="../tags/tag860.xml"/><Relationship Id="rId20" Type="http://schemas.openxmlformats.org/officeDocument/2006/relationships/notesSlide" Target="../notesSlides/notesSlide13.xml"/><Relationship Id="rId2" Type="http://schemas.openxmlformats.org/officeDocument/2006/relationships/tags" Target="../tags/tag859.xml"/><Relationship Id="rId19" Type="http://schemas.openxmlformats.org/officeDocument/2006/relationships/slideLayout" Target="../slideLayouts/slideLayout10.xml"/><Relationship Id="rId18" Type="http://schemas.openxmlformats.org/officeDocument/2006/relationships/tags" Target="../tags/tag874.xml"/><Relationship Id="rId17" Type="http://schemas.openxmlformats.org/officeDocument/2006/relationships/tags" Target="../tags/tag873.xml"/><Relationship Id="rId16" Type="http://schemas.openxmlformats.org/officeDocument/2006/relationships/tags" Target="../tags/tag872.xml"/><Relationship Id="rId15" Type="http://schemas.openxmlformats.org/officeDocument/2006/relationships/image" Target="../media/image13.png"/><Relationship Id="rId14" Type="http://schemas.openxmlformats.org/officeDocument/2006/relationships/tags" Target="../tags/tag871.xml"/><Relationship Id="rId13" Type="http://schemas.openxmlformats.org/officeDocument/2006/relationships/tags" Target="../tags/tag870.xml"/><Relationship Id="rId12" Type="http://schemas.openxmlformats.org/officeDocument/2006/relationships/tags" Target="../tags/tag869.xml"/><Relationship Id="rId11" Type="http://schemas.openxmlformats.org/officeDocument/2006/relationships/tags" Target="../tags/tag868.xml"/><Relationship Id="rId10" Type="http://schemas.openxmlformats.org/officeDocument/2006/relationships/tags" Target="../tags/tag867.xml"/><Relationship Id="rId1" Type="http://schemas.openxmlformats.org/officeDocument/2006/relationships/tags" Target="../tags/tag858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883.xml"/><Relationship Id="rId8" Type="http://schemas.openxmlformats.org/officeDocument/2006/relationships/tags" Target="../tags/tag882.xml"/><Relationship Id="rId7" Type="http://schemas.openxmlformats.org/officeDocument/2006/relationships/tags" Target="../tags/tag881.xml"/><Relationship Id="rId6" Type="http://schemas.openxmlformats.org/officeDocument/2006/relationships/tags" Target="../tags/tag880.xml"/><Relationship Id="rId5" Type="http://schemas.openxmlformats.org/officeDocument/2006/relationships/tags" Target="../tags/tag879.xml"/><Relationship Id="rId4" Type="http://schemas.openxmlformats.org/officeDocument/2006/relationships/tags" Target="../tags/tag878.xml"/><Relationship Id="rId3" Type="http://schemas.openxmlformats.org/officeDocument/2006/relationships/tags" Target="../tags/tag877.xml"/><Relationship Id="rId26" Type="http://schemas.openxmlformats.org/officeDocument/2006/relationships/notesSlide" Target="../notesSlides/notesSlide14.xml"/><Relationship Id="rId25" Type="http://schemas.openxmlformats.org/officeDocument/2006/relationships/slideLayout" Target="../slideLayouts/slideLayout10.xml"/><Relationship Id="rId24" Type="http://schemas.openxmlformats.org/officeDocument/2006/relationships/tags" Target="../tags/tag898.xml"/><Relationship Id="rId23" Type="http://schemas.openxmlformats.org/officeDocument/2006/relationships/tags" Target="../tags/tag897.xml"/><Relationship Id="rId22" Type="http://schemas.openxmlformats.org/officeDocument/2006/relationships/tags" Target="../tags/tag896.xml"/><Relationship Id="rId21" Type="http://schemas.openxmlformats.org/officeDocument/2006/relationships/tags" Target="../tags/tag895.xml"/><Relationship Id="rId20" Type="http://schemas.openxmlformats.org/officeDocument/2006/relationships/tags" Target="../tags/tag894.xml"/><Relationship Id="rId2" Type="http://schemas.openxmlformats.org/officeDocument/2006/relationships/tags" Target="../tags/tag876.xml"/><Relationship Id="rId19" Type="http://schemas.openxmlformats.org/officeDocument/2006/relationships/tags" Target="../tags/tag893.xml"/><Relationship Id="rId18" Type="http://schemas.openxmlformats.org/officeDocument/2006/relationships/tags" Target="../tags/tag892.xml"/><Relationship Id="rId17" Type="http://schemas.openxmlformats.org/officeDocument/2006/relationships/tags" Target="../tags/tag891.xml"/><Relationship Id="rId16" Type="http://schemas.openxmlformats.org/officeDocument/2006/relationships/tags" Target="../tags/tag890.xml"/><Relationship Id="rId15" Type="http://schemas.openxmlformats.org/officeDocument/2006/relationships/tags" Target="../tags/tag889.xml"/><Relationship Id="rId14" Type="http://schemas.openxmlformats.org/officeDocument/2006/relationships/tags" Target="../tags/tag888.xml"/><Relationship Id="rId13" Type="http://schemas.openxmlformats.org/officeDocument/2006/relationships/tags" Target="../tags/tag887.xml"/><Relationship Id="rId12" Type="http://schemas.openxmlformats.org/officeDocument/2006/relationships/tags" Target="../tags/tag886.xml"/><Relationship Id="rId11" Type="http://schemas.openxmlformats.org/officeDocument/2006/relationships/tags" Target="../tags/tag885.xml"/><Relationship Id="rId10" Type="http://schemas.openxmlformats.org/officeDocument/2006/relationships/tags" Target="../tags/tag884.xml"/><Relationship Id="rId1" Type="http://schemas.openxmlformats.org/officeDocument/2006/relationships/tags" Target="../tags/tag875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907.xml"/><Relationship Id="rId8" Type="http://schemas.openxmlformats.org/officeDocument/2006/relationships/tags" Target="../tags/tag906.xml"/><Relationship Id="rId7" Type="http://schemas.openxmlformats.org/officeDocument/2006/relationships/tags" Target="../tags/tag905.xml"/><Relationship Id="rId6" Type="http://schemas.openxmlformats.org/officeDocument/2006/relationships/tags" Target="../tags/tag904.xml"/><Relationship Id="rId5" Type="http://schemas.openxmlformats.org/officeDocument/2006/relationships/tags" Target="../tags/tag903.xml"/><Relationship Id="rId4" Type="http://schemas.openxmlformats.org/officeDocument/2006/relationships/tags" Target="../tags/tag902.xml"/><Relationship Id="rId3" Type="http://schemas.openxmlformats.org/officeDocument/2006/relationships/tags" Target="../tags/tag901.xml"/><Relationship Id="rId2" Type="http://schemas.openxmlformats.org/officeDocument/2006/relationships/tags" Target="../tags/tag900.xml"/><Relationship Id="rId19" Type="http://schemas.openxmlformats.org/officeDocument/2006/relationships/notesSlide" Target="../notesSlides/notesSlide15.xml"/><Relationship Id="rId18" Type="http://schemas.openxmlformats.org/officeDocument/2006/relationships/slideLayout" Target="../slideLayouts/slideLayout10.xml"/><Relationship Id="rId17" Type="http://schemas.openxmlformats.org/officeDocument/2006/relationships/tags" Target="../tags/tag914.xml"/><Relationship Id="rId16" Type="http://schemas.openxmlformats.org/officeDocument/2006/relationships/tags" Target="../tags/tag913.xml"/><Relationship Id="rId15" Type="http://schemas.openxmlformats.org/officeDocument/2006/relationships/tags" Target="../tags/tag912.xml"/><Relationship Id="rId14" Type="http://schemas.openxmlformats.org/officeDocument/2006/relationships/image" Target="../media/image14.png"/><Relationship Id="rId13" Type="http://schemas.openxmlformats.org/officeDocument/2006/relationships/tags" Target="../tags/tag911.xml"/><Relationship Id="rId12" Type="http://schemas.openxmlformats.org/officeDocument/2006/relationships/tags" Target="../tags/tag910.xml"/><Relationship Id="rId11" Type="http://schemas.openxmlformats.org/officeDocument/2006/relationships/tags" Target="../tags/tag909.xml"/><Relationship Id="rId10" Type="http://schemas.openxmlformats.org/officeDocument/2006/relationships/tags" Target="../tags/tag908.xml"/><Relationship Id="rId1" Type="http://schemas.openxmlformats.org/officeDocument/2006/relationships/tags" Target="../tags/tag899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923.xml"/><Relationship Id="rId8" Type="http://schemas.openxmlformats.org/officeDocument/2006/relationships/tags" Target="../tags/tag922.xml"/><Relationship Id="rId7" Type="http://schemas.openxmlformats.org/officeDocument/2006/relationships/tags" Target="../tags/tag921.xml"/><Relationship Id="rId6" Type="http://schemas.openxmlformats.org/officeDocument/2006/relationships/tags" Target="../tags/tag920.xml"/><Relationship Id="rId5" Type="http://schemas.openxmlformats.org/officeDocument/2006/relationships/tags" Target="../tags/tag919.xml"/><Relationship Id="rId45" Type="http://schemas.openxmlformats.org/officeDocument/2006/relationships/notesSlide" Target="../notesSlides/notesSlide16.xml"/><Relationship Id="rId44" Type="http://schemas.openxmlformats.org/officeDocument/2006/relationships/slideLayout" Target="../slideLayouts/slideLayout10.xml"/><Relationship Id="rId43" Type="http://schemas.openxmlformats.org/officeDocument/2006/relationships/tags" Target="../tags/tag957.xml"/><Relationship Id="rId42" Type="http://schemas.openxmlformats.org/officeDocument/2006/relationships/tags" Target="../tags/tag956.xml"/><Relationship Id="rId41" Type="http://schemas.openxmlformats.org/officeDocument/2006/relationships/tags" Target="../tags/tag955.xml"/><Relationship Id="rId40" Type="http://schemas.openxmlformats.org/officeDocument/2006/relationships/tags" Target="../tags/tag954.xml"/><Relationship Id="rId4" Type="http://schemas.openxmlformats.org/officeDocument/2006/relationships/tags" Target="../tags/tag918.xml"/><Relationship Id="rId39" Type="http://schemas.openxmlformats.org/officeDocument/2006/relationships/tags" Target="../tags/tag953.xml"/><Relationship Id="rId38" Type="http://schemas.openxmlformats.org/officeDocument/2006/relationships/tags" Target="../tags/tag952.xml"/><Relationship Id="rId37" Type="http://schemas.openxmlformats.org/officeDocument/2006/relationships/tags" Target="../tags/tag951.xml"/><Relationship Id="rId36" Type="http://schemas.openxmlformats.org/officeDocument/2006/relationships/tags" Target="../tags/tag950.xml"/><Relationship Id="rId35" Type="http://schemas.openxmlformats.org/officeDocument/2006/relationships/tags" Target="../tags/tag949.xml"/><Relationship Id="rId34" Type="http://schemas.openxmlformats.org/officeDocument/2006/relationships/tags" Target="../tags/tag948.xml"/><Relationship Id="rId33" Type="http://schemas.openxmlformats.org/officeDocument/2006/relationships/tags" Target="../tags/tag947.xml"/><Relationship Id="rId32" Type="http://schemas.openxmlformats.org/officeDocument/2006/relationships/tags" Target="../tags/tag946.xml"/><Relationship Id="rId31" Type="http://schemas.openxmlformats.org/officeDocument/2006/relationships/tags" Target="../tags/tag945.xml"/><Relationship Id="rId30" Type="http://schemas.openxmlformats.org/officeDocument/2006/relationships/tags" Target="../tags/tag944.xml"/><Relationship Id="rId3" Type="http://schemas.openxmlformats.org/officeDocument/2006/relationships/tags" Target="../tags/tag917.xml"/><Relationship Id="rId29" Type="http://schemas.openxmlformats.org/officeDocument/2006/relationships/tags" Target="../tags/tag943.xml"/><Relationship Id="rId28" Type="http://schemas.openxmlformats.org/officeDocument/2006/relationships/tags" Target="../tags/tag942.xml"/><Relationship Id="rId27" Type="http://schemas.openxmlformats.org/officeDocument/2006/relationships/tags" Target="../tags/tag941.xml"/><Relationship Id="rId26" Type="http://schemas.openxmlformats.org/officeDocument/2006/relationships/tags" Target="../tags/tag940.xml"/><Relationship Id="rId25" Type="http://schemas.openxmlformats.org/officeDocument/2006/relationships/tags" Target="../tags/tag939.xml"/><Relationship Id="rId24" Type="http://schemas.openxmlformats.org/officeDocument/2006/relationships/tags" Target="../tags/tag938.xml"/><Relationship Id="rId23" Type="http://schemas.openxmlformats.org/officeDocument/2006/relationships/tags" Target="../tags/tag937.xml"/><Relationship Id="rId22" Type="http://schemas.openxmlformats.org/officeDocument/2006/relationships/tags" Target="../tags/tag936.xml"/><Relationship Id="rId21" Type="http://schemas.openxmlformats.org/officeDocument/2006/relationships/tags" Target="../tags/tag935.xml"/><Relationship Id="rId20" Type="http://schemas.openxmlformats.org/officeDocument/2006/relationships/tags" Target="../tags/tag934.xml"/><Relationship Id="rId2" Type="http://schemas.openxmlformats.org/officeDocument/2006/relationships/tags" Target="../tags/tag916.xml"/><Relationship Id="rId19" Type="http://schemas.openxmlformats.org/officeDocument/2006/relationships/tags" Target="../tags/tag933.xml"/><Relationship Id="rId18" Type="http://schemas.openxmlformats.org/officeDocument/2006/relationships/tags" Target="../tags/tag932.xml"/><Relationship Id="rId17" Type="http://schemas.openxmlformats.org/officeDocument/2006/relationships/tags" Target="../tags/tag931.xml"/><Relationship Id="rId16" Type="http://schemas.openxmlformats.org/officeDocument/2006/relationships/tags" Target="../tags/tag930.xml"/><Relationship Id="rId15" Type="http://schemas.openxmlformats.org/officeDocument/2006/relationships/tags" Target="../tags/tag929.xml"/><Relationship Id="rId14" Type="http://schemas.openxmlformats.org/officeDocument/2006/relationships/tags" Target="../tags/tag928.xml"/><Relationship Id="rId13" Type="http://schemas.openxmlformats.org/officeDocument/2006/relationships/tags" Target="../tags/tag927.xml"/><Relationship Id="rId12" Type="http://schemas.openxmlformats.org/officeDocument/2006/relationships/tags" Target="../tags/tag926.xml"/><Relationship Id="rId11" Type="http://schemas.openxmlformats.org/officeDocument/2006/relationships/tags" Target="../tags/tag925.xml"/><Relationship Id="rId10" Type="http://schemas.openxmlformats.org/officeDocument/2006/relationships/tags" Target="../tags/tag924.xml"/><Relationship Id="rId1" Type="http://schemas.openxmlformats.org/officeDocument/2006/relationships/tags" Target="../tags/tag915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959.xml"/><Relationship Id="rId1" Type="http://schemas.openxmlformats.org/officeDocument/2006/relationships/tags" Target="../tags/tag9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72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异步编程</a:t>
            </a:r>
            <a:endParaRPr lang="zh-CN" altLang="en-US" sz="72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438912" y="3638771"/>
            <a:ext cx="1344708" cy="2011118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75847" y="3707514"/>
            <a:ext cx="1147774" cy="187363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5768" y="3707514"/>
            <a:ext cx="1269600" cy="18288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9385" y="3747171"/>
            <a:ext cx="1207200" cy="1842868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6" name="组合 25"/>
          <p:cNvGrpSpPr/>
          <p:nvPr/>
        </p:nvGrpSpPr>
        <p:grpSpPr>
          <a:xfrm>
            <a:off x="1467439" y="1465966"/>
            <a:ext cx="9257122" cy="2097268"/>
            <a:chOff x="2288166" y="1461521"/>
            <a:chExt cx="7336601" cy="1753864"/>
          </a:xfrm>
        </p:grpSpPr>
        <p:grpSp>
          <p:nvGrpSpPr>
            <p:cNvPr id="27" name="组合 72"/>
            <p:cNvGrpSpPr/>
            <p:nvPr/>
          </p:nvGrpSpPr>
          <p:grpSpPr bwMode="auto">
            <a:xfrm>
              <a:off x="2288166" y="1462017"/>
              <a:ext cx="7336601" cy="1753368"/>
              <a:chOff x="3957026" y="2154657"/>
              <a:chExt cx="10315544" cy="5697913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3957026" y="2754764"/>
                <a:ext cx="10315544" cy="5097806"/>
              </a:xfrm>
              <a:prstGeom prst="rect">
                <a:avLst/>
              </a:prstGeom>
              <a:ln w="9525">
                <a:solidFill>
                  <a:srgbClr val="0567A2"/>
                </a:solidFill>
              </a:ln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9" name="任意多边形 11"/>
              <p:cNvSpPr/>
              <p:nvPr/>
            </p:nvSpPr>
            <p:spPr>
              <a:xfrm>
                <a:off x="10444352" y="2154657"/>
                <a:ext cx="3445148" cy="1200209"/>
              </a:xfrm>
              <a:custGeom>
                <a:avLst/>
                <a:gdLst>
                  <a:gd name="connsiteX0" fmla="*/ 0 w 4267200"/>
                  <a:gd name="connsiteY0" fmla="*/ 201820 h 1210897"/>
                  <a:gd name="connsiteX1" fmla="*/ 201820 w 4267200"/>
                  <a:gd name="connsiteY1" fmla="*/ 0 h 1210897"/>
                  <a:gd name="connsiteX2" fmla="*/ 4065380 w 4267200"/>
                  <a:gd name="connsiteY2" fmla="*/ 0 h 1210897"/>
                  <a:gd name="connsiteX3" fmla="*/ 4267200 w 4267200"/>
                  <a:gd name="connsiteY3" fmla="*/ 201820 h 1210897"/>
                  <a:gd name="connsiteX4" fmla="*/ 4267200 w 4267200"/>
                  <a:gd name="connsiteY4" fmla="*/ 1009077 h 1210897"/>
                  <a:gd name="connsiteX5" fmla="*/ 4065380 w 4267200"/>
                  <a:gd name="connsiteY5" fmla="*/ 1210897 h 1210897"/>
                  <a:gd name="connsiteX6" fmla="*/ 201820 w 4267200"/>
                  <a:gd name="connsiteY6" fmla="*/ 1210897 h 1210897"/>
                  <a:gd name="connsiteX7" fmla="*/ 0 w 4267200"/>
                  <a:gd name="connsiteY7" fmla="*/ 1009077 h 1210897"/>
                  <a:gd name="connsiteX8" fmla="*/ 0 w 4267200"/>
                  <a:gd name="connsiteY8" fmla="*/ 201820 h 1210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67200" h="1210897">
                    <a:moveTo>
                      <a:pt x="0" y="201820"/>
                    </a:moveTo>
                    <a:cubicBezTo>
                      <a:pt x="0" y="90358"/>
                      <a:pt x="90358" y="0"/>
                      <a:pt x="201820" y="0"/>
                    </a:cubicBezTo>
                    <a:lnTo>
                      <a:pt x="4065380" y="0"/>
                    </a:lnTo>
                    <a:cubicBezTo>
                      <a:pt x="4176842" y="0"/>
                      <a:pt x="4267200" y="90358"/>
                      <a:pt x="4267200" y="201820"/>
                    </a:cubicBezTo>
                    <a:lnTo>
                      <a:pt x="4267200" y="1009077"/>
                    </a:lnTo>
                    <a:cubicBezTo>
                      <a:pt x="4267200" y="1120539"/>
                      <a:pt x="4176842" y="1210897"/>
                      <a:pt x="4065380" y="1210897"/>
                    </a:cubicBezTo>
                    <a:lnTo>
                      <a:pt x="201820" y="1210897"/>
                    </a:lnTo>
                    <a:cubicBezTo>
                      <a:pt x="90358" y="1210897"/>
                      <a:pt x="0" y="1120539"/>
                      <a:pt x="0" y="1009077"/>
                    </a:cubicBezTo>
                    <a:lnTo>
                      <a:pt x="0" y="201820"/>
                    </a:lnTo>
                    <a:close/>
                  </a:path>
                </a:pathLst>
              </a:custGeom>
              <a:solidFill>
                <a:srgbClr val="43B651"/>
              </a:solidFill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lIns="220401" tIns="59111" rIns="220401" bIns="59111" spcCol="1270" anchor="ctr"/>
              <a:lstStyle/>
              <a:p>
                <a:pPr defTabSz="28892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65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0" name="矩形 75"/>
            <p:cNvSpPr>
              <a:spLocks noChangeArrowheads="1"/>
            </p:cNvSpPr>
            <p:nvPr/>
          </p:nvSpPr>
          <p:spPr bwMode="auto">
            <a:xfrm>
              <a:off x="6971924" y="1461521"/>
              <a:ext cx="2146690" cy="3088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同步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" name="矩形 30"/>
          <p:cNvSpPr/>
          <p:nvPr/>
        </p:nvSpPr>
        <p:spPr>
          <a:xfrm>
            <a:off x="2895085" y="1999842"/>
            <a:ext cx="6832338" cy="583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如果每件事情按照顺序依次进行就是同步。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圆角矩形 14"/>
          <p:cNvSpPr/>
          <p:nvPr/>
        </p:nvSpPr>
        <p:spPr>
          <a:xfrm>
            <a:off x="3313464" y="2734257"/>
            <a:ext cx="5620669" cy="408623"/>
          </a:xfrm>
          <a:prstGeom prst="roundRect">
            <a:avLst/>
          </a:prstGeom>
          <a:solidFill>
            <a:srgbClr val="43B651"/>
          </a:solidFill>
          <a:ln>
            <a:solidFill>
              <a:schemeClr val="bg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起床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看报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吃早餐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上学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右箭头 19"/>
          <p:cNvSpPr/>
          <p:nvPr/>
        </p:nvSpPr>
        <p:spPr>
          <a:xfrm>
            <a:off x="3471264" y="4816560"/>
            <a:ext cx="455081" cy="2481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右箭头 20"/>
          <p:cNvSpPr/>
          <p:nvPr/>
        </p:nvSpPr>
        <p:spPr>
          <a:xfrm>
            <a:off x="8026818" y="4792285"/>
            <a:ext cx="455081" cy="2481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右箭头 22"/>
          <p:cNvSpPr/>
          <p:nvPr/>
        </p:nvSpPr>
        <p:spPr>
          <a:xfrm>
            <a:off x="5896259" y="4792285"/>
            <a:ext cx="455081" cy="2481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 bldLvl="0" animBg="1"/>
      <p:bldP spid="40" grpId="0" bldLvl="0" animBg="1"/>
      <p:bldP spid="41" grpId="0" bldLvl="0" animBg="1"/>
      <p:bldP spid="42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861850" y="3645004"/>
            <a:ext cx="1321592" cy="2011118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751" y="3645004"/>
            <a:ext cx="1426343" cy="2090518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62323" y="3753404"/>
            <a:ext cx="1186448" cy="1842868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5" name="组合 24"/>
          <p:cNvGrpSpPr/>
          <p:nvPr/>
        </p:nvGrpSpPr>
        <p:grpSpPr>
          <a:xfrm>
            <a:off x="1456168" y="1435474"/>
            <a:ext cx="8877967" cy="2180909"/>
            <a:chOff x="774793" y="1605782"/>
            <a:chExt cx="7210481" cy="2180909"/>
          </a:xfrm>
        </p:grpSpPr>
        <p:grpSp>
          <p:nvGrpSpPr>
            <p:cNvPr id="26" name="组合 72"/>
            <p:cNvGrpSpPr/>
            <p:nvPr/>
          </p:nvGrpSpPr>
          <p:grpSpPr bwMode="auto">
            <a:xfrm>
              <a:off x="774793" y="1605782"/>
              <a:ext cx="7210481" cy="2180909"/>
              <a:chOff x="3957026" y="2154657"/>
              <a:chExt cx="10315544" cy="5697913"/>
            </a:xfrm>
          </p:grpSpPr>
          <p:sp>
            <p:nvSpPr>
              <p:cNvPr id="27" name="矩形 26"/>
              <p:cNvSpPr/>
              <p:nvPr/>
            </p:nvSpPr>
            <p:spPr>
              <a:xfrm>
                <a:off x="3957026" y="2754764"/>
                <a:ext cx="10315544" cy="5097806"/>
              </a:xfrm>
              <a:prstGeom prst="rect">
                <a:avLst/>
              </a:prstGeom>
              <a:ln w="9525">
                <a:solidFill>
                  <a:srgbClr val="0567A2"/>
                </a:solidFill>
              </a:ln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8" name="任意多边形 17"/>
              <p:cNvSpPr/>
              <p:nvPr/>
            </p:nvSpPr>
            <p:spPr>
              <a:xfrm>
                <a:off x="10444352" y="2154657"/>
                <a:ext cx="3445148" cy="1200210"/>
              </a:xfrm>
              <a:custGeom>
                <a:avLst/>
                <a:gdLst>
                  <a:gd name="connsiteX0" fmla="*/ 0 w 4267200"/>
                  <a:gd name="connsiteY0" fmla="*/ 201820 h 1210897"/>
                  <a:gd name="connsiteX1" fmla="*/ 201820 w 4267200"/>
                  <a:gd name="connsiteY1" fmla="*/ 0 h 1210897"/>
                  <a:gd name="connsiteX2" fmla="*/ 4065380 w 4267200"/>
                  <a:gd name="connsiteY2" fmla="*/ 0 h 1210897"/>
                  <a:gd name="connsiteX3" fmla="*/ 4267200 w 4267200"/>
                  <a:gd name="connsiteY3" fmla="*/ 201820 h 1210897"/>
                  <a:gd name="connsiteX4" fmla="*/ 4267200 w 4267200"/>
                  <a:gd name="connsiteY4" fmla="*/ 1009077 h 1210897"/>
                  <a:gd name="connsiteX5" fmla="*/ 4065380 w 4267200"/>
                  <a:gd name="connsiteY5" fmla="*/ 1210897 h 1210897"/>
                  <a:gd name="connsiteX6" fmla="*/ 201820 w 4267200"/>
                  <a:gd name="connsiteY6" fmla="*/ 1210897 h 1210897"/>
                  <a:gd name="connsiteX7" fmla="*/ 0 w 4267200"/>
                  <a:gd name="connsiteY7" fmla="*/ 1009077 h 1210897"/>
                  <a:gd name="connsiteX8" fmla="*/ 0 w 4267200"/>
                  <a:gd name="connsiteY8" fmla="*/ 201820 h 1210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67200" h="1210897">
                    <a:moveTo>
                      <a:pt x="0" y="201820"/>
                    </a:moveTo>
                    <a:cubicBezTo>
                      <a:pt x="0" y="90358"/>
                      <a:pt x="90358" y="0"/>
                      <a:pt x="201820" y="0"/>
                    </a:cubicBezTo>
                    <a:lnTo>
                      <a:pt x="4065380" y="0"/>
                    </a:lnTo>
                    <a:cubicBezTo>
                      <a:pt x="4176842" y="0"/>
                      <a:pt x="4267200" y="90358"/>
                      <a:pt x="4267200" y="201820"/>
                    </a:cubicBezTo>
                    <a:lnTo>
                      <a:pt x="4267200" y="1009077"/>
                    </a:lnTo>
                    <a:cubicBezTo>
                      <a:pt x="4267200" y="1120539"/>
                      <a:pt x="4176842" y="1210897"/>
                      <a:pt x="4065380" y="1210897"/>
                    </a:cubicBezTo>
                    <a:lnTo>
                      <a:pt x="201820" y="1210897"/>
                    </a:lnTo>
                    <a:cubicBezTo>
                      <a:pt x="90358" y="1210897"/>
                      <a:pt x="0" y="1120539"/>
                      <a:pt x="0" y="1009077"/>
                    </a:cubicBezTo>
                    <a:lnTo>
                      <a:pt x="0" y="201820"/>
                    </a:lnTo>
                    <a:close/>
                  </a:path>
                </a:pathLst>
              </a:custGeom>
              <a:solidFill>
                <a:srgbClr val="43B651"/>
              </a:solidFill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lIns="220401" tIns="59111" rIns="220401" bIns="59111" spcCol="1270" anchor="ctr"/>
              <a:lstStyle/>
              <a:p>
                <a:pPr defTabSz="28892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65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9" name="矩形 75"/>
            <p:cNvSpPr>
              <a:spLocks noChangeArrowheads="1"/>
            </p:cNvSpPr>
            <p:nvPr/>
          </p:nvSpPr>
          <p:spPr bwMode="auto">
            <a:xfrm>
              <a:off x="5458551" y="1648319"/>
              <a:ext cx="2109787" cy="36830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异步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0" name="矩形 29"/>
          <p:cNvSpPr/>
          <p:nvPr/>
        </p:nvSpPr>
        <p:spPr>
          <a:xfrm>
            <a:off x="2738555" y="1966789"/>
            <a:ext cx="6714887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如果多件事情可以同时进行即异步。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圆角矩形 20"/>
          <p:cNvSpPr/>
          <p:nvPr/>
        </p:nvSpPr>
        <p:spPr>
          <a:xfrm>
            <a:off x="3133127" y="2799818"/>
            <a:ext cx="5524047" cy="408623"/>
          </a:xfrm>
          <a:prstGeom prst="roundRect">
            <a:avLst/>
          </a:prstGeom>
          <a:solidFill>
            <a:srgbClr val="43B651"/>
          </a:solidFill>
          <a:ln>
            <a:solidFill>
              <a:schemeClr val="bg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起床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看报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边吃早餐，边去上学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右箭头 25"/>
          <p:cNvSpPr/>
          <p:nvPr/>
        </p:nvSpPr>
        <p:spPr>
          <a:xfrm>
            <a:off x="3891663" y="4758658"/>
            <a:ext cx="447258" cy="2481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右箭头 26"/>
          <p:cNvSpPr/>
          <p:nvPr/>
        </p:nvSpPr>
        <p:spPr>
          <a:xfrm>
            <a:off x="6628630" y="4734383"/>
            <a:ext cx="447258" cy="2481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TextBox 5"/>
          <p:cNvSpPr txBox="1"/>
          <p:nvPr/>
        </p:nvSpPr>
        <p:spPr>
          <a:xfrm>
            <a:off x="8547099" y="4360417"/>
            <a:ext cx="1244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带着早饭去上学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 bldLvl="0" animBg="1"/>
      <p:bldP spid="36" grpId="0" bldLvl="0" animBg="1"/>
      <p:bldP spid="37" grpId="0" bldLvl="0" animBg="1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9" name="图片 8"/>
          <p:cNvPicPr/>
          <p:nvPr/>
        </p:nvPicPr>
        <p:blipFill>
          <a:blip r:embed="rId3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halkSketch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9973" y="114776"/>
            <a:ext cx="666750" cy="66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组合 3"/>
          <p:cNvGrpSpPr/>
          <p:nvPr/>
        </p:nvGrpSpPr>
        <p:grpSpPr>
          <a:xfrm>
            <a:off x="1976755" y="5411470"/>
            <a:ext cx="8237220" cy="1196975"/>
            <a:chOff x="3113" y="8522"/>
            <a:chExt cx="12972" cy="1885"/>
          </a:xfrm>
        </p:grpSpPr>
        <p:sp>
          <p:nvSpPr>
            <p:cNvPr id="127" name="TextBox 3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113" y="9060"/>
              <a:ext cx="12973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ctr" eaLnBrk="1" hangingPunct="1"/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如何处理异步编程呢？</a:t>
              </a:r>
              <a:endPara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61" name="ï$líḍe"/>
            <p:cNvSpPr/>
            <p:nvPr>
              <p:custDataLst>
                <p:tags r:id="rId6"/>
              </p:custDataLst>
            </p:nvPr>
          </p:nvSpPr>
          <p:spPr bwMode="auto">
            <a:xfrm>
              <a:off x="5328" y="9414"/>
              <a:ext cx="112" cy="135"/>
            </a:xfrm>
            <a:custGeom>
              <a:avLst/>
              <a:gdLst>
                <a:gd name="T0" fmla="*/ 86 w 153"/>
                <a:gd name="T1" fmla="*/ 184 h 184"/>
                <a:gd name="T2" fmla="*/ 88 w 153"/>
                <a:gd name="T3" fmla="*/ 172 h 184"/>
                <a:gd name="T4" fmla="*/ 153 w 153"/>
                <a:gd name="T5" fmla="*/ 119 h 184"/>
                <a:gd name="T6" fmla="*/ 124 w 153"/>
                <a:gd name="T7" fmla="*/ 108 h 184"/>
                <a:gd name="T8" fmla="*/ 99 w 153"/>
                <a:gd name="T9" fmla="*/ 126 h 184"/>
                <a:gd name="T10" fmla="*/ 112 w 153"/>
                <a:gd name="T11" fmla="*/ 52 h 184"/>
                <a:gd name="T12" fmla="*/ 86 w 153"/>
                <a:gd name="T13" fmla="*/ 25 h 184"/>
                <a:gd name="T14" fmla="*/ 72 w 153"/>
                <a:gd name="T15" fmla="*/ 72 h 184"/>
                <a:gd name="T16" fmla="*/ 58 w 153"/>
                <a:gd name="T17" fmla="*/ 25 h 184"/>
                <a:gd name="T18" fmla="*/ 37 w 153"/>
                <a:gd name="T19" fmla="*/ 20 h 184"/>
                <a:gd name="T20" fmla="*/ 34 w 153"/>
                <a:gd name="T21" fmla="*/ 44 h 184"/>
                <a:gd name="T22" fmla="*/ 35 w 153"/>
                <a:gd name="T23" fmla="*/ 80 h 184"/>
                <a:gd name="T24" fmla="*/ 3 w 153"/>
                <a:gd name="T25" fmla="*/ 46 h 184"/>
                <a:gd name="T26" fmla="*/ 10 w 153"/>
                <a:gd name="T27" fmla="*/ 111 h 184"/>
                <a:gd name="T28" fmla="*/ 10 w 153"/>
                <a:gd name="T29" fmla="*/ 153 h 184"/>
                <a:gd name="T30" fmla="*/ 10 w 153"/>
                <a:gd name="T31" fmla="*/ 155 h 184"/>
                <a:gd name="T32" fmla="*/ 86 w 153"/>
                <a:gd name="T3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3" h="184">
                  <a:moveTo>
                    <a:pt x="86" y="184"/>
                  </a:moveTo>
                  <a:cubicBezTo>
                    <a:pt x="87" y="180"/>
                    <a:pt x="88" y="176"/>
                    <a:pt x="88" y="172"/>
                  </a:cubicBezTo>
                  <a:cubicBezTo>
                    <a:pt x="104" y="156"/>
                    <a:pt x="131" y="130"/>
                    <a:pt x="153" y="119"/>
                  </a:cubicBezTo>
                  <a:cubicBezTo>
                    <a:pt x="153" y="119"/>
                    <a:pt x="153" y="93"/>
                    <a:pt x="124" y="108"/>
                  </a:cubicBezTo>
                  <a:cubicBezTo>
                    <a:pt x="106" y="117"/>
                    <a:pt x="100" y="123"/>
                    <a:pt x="99" y="126"/>
                  </a:cubicBezTo>
                  <a:cubicBezTo>
                    <a:pt x="101" y="116"/>
                    <a:pt x="106" y="83"/>
                    <a:pt x="112" y="52"/>
                  </a:cubicBezTo>
                  <a:cubicBezTo>
                    <a:pt x="121" y="3"/>
                    <a:pt x="90" y="0"/>
                    <a:pt x="86" y="25"/>
                  </a:cubicBezTo>
                  <a:cubicBezTo>
                    <a:pt x="84" y="41"/>
                    <a:pt x="74" y="79"/>
                    <a:pt x="72" y="72"/>
                  </a:cubicBezTo>
                  <a:cubicBezTo>
                    <a:pt x="65" y="43"/>
                    <a:pt x="61" y="31"/>
                    <a:pt x="58" y="25"/>
                  </a:cubicBezTo>
                  <a:cubicBezTo>
                    <a:pt x="54" y="15"/>
                    <a:pt x="43" y="14"/>
                    <a:pt x="37" y="20"/>
                  </a:cubicBezTo>
                  <a:cubicBezTo>
                    <a:pt x="33" y="24"/>
                    <a:pt x="31" y="33"/>
                    <a:pt x="34" y="44"/>
                  </a:cubicBezTo>
                  <a:cubicBezTo>
                    <a:pt x="40" y="68"/>
                    <a:pt x="35" y="80"/>
                    <a:pt x="35" y="80"/>
                  </a:cubicBezTo>
                  <a:cubicBezTo>
                    <a:pt x="35" y="80"/>
                    <a:pt x="21" y="24"/>
                    <a:pt x="3" y="46"/>
                  </a:cubicBezTo>
                  <a:cubicBezTo>
                    <a:pt x="0" y="51"/>
                    <a:pt x="10" y="111"/>
                    <a:pt x="10" y="111"/>
                  </a:cubicBezTo>
                  <a:cubicBezTo>
                    <a:pt x="11" y="128"/>
                    <a:pt x="10" y="140"/>
                    <a:pt x="10" y="153"/>
                  </a:cubicBezTo>
                  <a:cubicBezTo>
                    <a:pt x="10" y="153"/>
                    <a:pt x="10" y="154"/>
                    <a:pt x="10" y="155"/>
                  </a:cubicBezTo>
                  <a:cubicBezTo>
                    <a:pt x="36" y="158"/>
                    <a:pt x="62" y="169"/>
                    <a:pt x="86" y="184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2" name="îşľîḋé"/>
            <p:cNvSpPr/>
            <p:nvPr>
              <p:custDataLst>
                <p:tags r:id="rId7"/>
              </p:custDataLst>
            </p:nvPr>
          </p:nvSpPr>
          <p:spPr bwMode="auto">
            <a:xfrm>
              <a:off x="4846" y="10325"/>
              <a:ext cx="524" cy="82"/>
            </a:xfrm>
            <a:prstGeom prst="ellipse">
              <a:avLst/>
            </a:pr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3" name="îśḷïḋé"/>
            <p:cNvSpPr/>
            <p:nvPr>
              <p:custDataLst>
                <p:tags r:id="rId8"/>
              </p:custDataLst>
            </p:nvPr>
          </p:nvSpPr>
          <p:spPr bwMode="auto">
            <a:xfrm>
              <a:off x="5152" y="9503"/>
              <a:ext cx="242" cy="218"/>
            </a:xfrm>
            <a:custGeom>
              <a:avLst/>
              <a:gdLst>
                <a:gd name="T0" fmla="*/ 249 w 331"/>
                <a:gd name="T1" fmla="*/ 30 h 298"/>
                <a:gd name="T2" fmla="*/ 1 w 331"/>
                <a:gd name="T3" fmla="*/ 189 h 298"/>
                <a:gd name="T4" fmla="*/ 5 w 331"/>
                <a:gd name="T5" fmla="*/ 297 h 298"/>
                <a:gd name="T6" fmla="*/ 9 w 331"/>
                <a:gd name="T7" fmla="*/ 298 h 298"/>
                <a:gd name="T8" fmla="*/ 331 w 331"/>
                <a:gd name="T9" fmla="*/ 47 h 298"/>
                <a:gd name="T10" fmla="*/ 249 w 331"/>
                <a:gd name="T11" fmla="*/ 3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1" h="298">
                  <a:moveTo>
                    <a:pt x="249" y="30"/>
                  </a:moveTo>
                  <a:cubicBezTo>
                    <a:pt x="225" y="139"/>
                    <a:pt x="85" y="176"/>
                    <a:pt x="1" y="189"/>
                  </a:cubicBezTo>
                  <a:cubicBezTo>
                    <a:pt x="0" y="225"/>
                    <a:pt x="2" y="261"/>
                    <a:pt x="5" y="297"/>
                  </a:cubicBezTo>
                  <a:cubicBezTo>
                    <a:pt x="8" y="298"/>
                    <a:pt x="9" y="298"/>
                    <a:pt x="9" y="298"/>
                  </a:cubicBezTo>
                  <a:cubicBezTo>
                    <a:pt x="252" y="297"/>
                    <a:pt x="331" y="47"/>
                    <a:pt x="331" y="47"/>
                  </a:cubicBezTo>
                  <a:cubicBezTo>
                    <a:pt x="307" y="0"/>
                    <a:pt x="249" y="30"/>
                    <a:pt x="249" y="3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4" name="iṩḷïďê"/>
            <p:cNvSpPr/>
            <p:nvPr>
              <p:custDataLst>
                <p:tags r:id="rId9"/>
              </p:custDataLst>
            </p:nvPr>
          </p:nvSpPr>
          <p:spPr bwMode="auto">
            <a:xfrm>
              <a:off x="5340" y="9528"/>
              <a:ext cx="16" cy="15"/>
            </a:xfrm>
            <a:custGeom>
              <a:avLst/>
              <a:gdLst>
                <a:gd name="T0" fmla="*/ 3 w 22"/>
                <a:gd name="T1" fmla="*/ 17 h 21"/>
                <a:gd name="T2" fmla="*/ 16 w 22"/>
                <a:gd name="T3" fmla="*/ 17 h 21"/>
                <a:gd name="T4" fmla="*/ 19 w 22"/>
                <a:gd name="T5" fmla="*/ 4 h 21"/>
                <a:gd name="T6" fmla="*/ 6 w 22"/>
                <a:gd name="T7" fmla="*/ 3 h 21"/>
                <a:gd name="T8" fmla="*/ 3 w 22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1">
                  <a:moveTo>
                    <a:pt x="3" y="17"/>
                  </a:moveTo>
                  <a:cubicBezTo>
                    <a:pt x="6" y="20"/>
                    <a:pt x="12" y="21"/>
                    <a:pt x="16" y="17"/>
                  </a:cubicBezTo>
                  <a:cubicBezTo>
                    <a:pt x="21" y="14"/>
                    <a:pt x="22" y="8"/>
                    <a:pt x="19" y="4"/>
                  </a:cubicBezTo>
                  <a:cubicBezTo>
                    <a:pt x="17" y="0"/>
                    <a:pt x="11" y="0"/>
                    <a:pt x="6" y="3"/>
                  </a:cubicBezTo>
                  <a:cubicBezTo>
                    <a:pt x="1" y="7"/>
                    <a:pt x="0" y="13"/>
                    <a:pt x="3" y="17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5" name="îsľîḋé"/>
            <p:cNvSpPr/>
            <p:nvPr>
              <p:custDataLst>
                <p:tags r:id="rId10"/>
              </p:custDataLst>
            </p:nvPr>
          </p:nvSpPr>
          <p:spPr bwMode="auto">
            <a:xfrm>
              <a:off x="4995" y="9581"/>
              <a:ext cx="88" cy="97"/>
            </a:xfrm>
            <a:custGeom>
              <a:avLst/>
              <a:gdLst>
                <a:gd name="T0" fmla="*/ 0 w 120"/>
                <a:gd name="T1" fmla="*/ 34 h 133"/>
                <a:gd name="T2" fmla="*/ 9 w 120"/>
                <a:gd name="T3" fmla="*/ 82 h 133"/>
                <a:gd name="T4" fmla="*/ 68 w 120"/>
                <a:gd name="T5" fmla="*/ 130 h 133"/>
                <a:gd name="T6" fmla="*/ 120 w 120"/>
                <a:gd name="T7" fmla="*/ 81 h 133"/>
                <a:gd name="T8" fmla="*/ 106 w 120"/>
                <a:gd name="T9" fmla="*/ 36 h 133"/>
                <a:gd name="T10" fmla="*/ 0 w 120"/>
                <a:gd name="T11" fmla="*/ 3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33">
                  <a:moveTo>
                    <a:pt x="0" y="34"/>
                  </a:moveTo>
                  <a:cubicBezTo>
                    <a:pt x="0" y="34"/>
                    <a:pt x="11" y="75"/>
                    <a:pt x="9" y="82"/>
                  </a:cubicBezTo>
                  <a:cubicBezTo>
                    <a:pt x="9" y="82"/>
                    <a:pt x="17" y="133"/>
                    <a:pt x="68" y="130"/>
                  </a:cubicBezTo>
                  <a:cubicBezTo>
                    <a:pt x="119" y="127"/>
                    <a:pt x="120" y="81"/>
                    <a:pt x="120" y="81"/>
                  </a:cubicBezTo>
                  <a:cubicBezTo>
                    <a:pt x="120" y="81"/>
                    <a:pt x="109" y="47"/>
                    <a:pt x="106" y="36"/>
                  </a:cubicBezTo>
                  <a:cubicBezTo>
                    <a:pt x="103" y="25"/>
                    <a:pt x="63" y="0"/>
                    <a:pt x="0" y="34"/>
                  </a:cubicBezTo>
                  <a:close/>
                </a:path>
              </a:pathLst>
            </a:custGeom>
            <a:solidFill>
              <a:srgbClr val="F4CC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6" name="ïsḻïdê"/>
            <p:cNvSpPr/>
            <p:nvPr>
              <p:custDataLst>
                <p:tags r:id="rId11"/>
              </p:custDataLst>
            </p:nvPr>
          </p:nvSpPr>
          <p:spPr bwMode="auto">
            <a:xfrm>
              <a:off x="5009" y="9577"/>
              <a:ext cx="71" cy="80"/>
            </a:xfrm>
            <a:custGeom>
              <a:avLst/>
              <a:gdLst>
                <a:gd name="T0" fmla="*/ 0 w 96"/>
                <a:gd name="T1" fmla="*/ 35 h 109"/>
                <a:gd name="T2" fmla="*/ 96 w 96"/>
                <a:gd name="T3" fmla="*/ 75 h 109"/>
                <a:gd name="T4" fmla="*/ 87 w 96"/>
                <a:gd name="T5" fmla="*/ 45 h 109"/>
                <a:gd name="T6" fmla="*/ 0 w 96"/>
                <a:gd name="T7" fmla="*/ 3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09">
                  <a:moveTo>
                    <a:pt x="0" y="35"/>
                  </a:moveTo>
                  <a:cubicBezTo>
                    <a:pt x="0" y="35"/>
                    <a:pt x="22" y="109"/>
                    <a:pt x="96" y="75"/>
                  </a:cubicBezTo>
                  <a:cubicBezTo>
                    <a:pt x="96" y="75"/>
                    <a:pt x="87" y="51"/>
                    <a:pt x="87" y="45"/>
                  </a:cubicBezTo>
                  <a:cubicBezTo>
                    <a:pt x="86" y="39"/>
                    <a:pt x="63" y="0"/>
                    <a:pt x="0" y="35"/>
                  </a:cubicBezTo>
                  <a:close/>
                </a:path>
              </a:pathLst>
            </a:custGeom>
            <a:solidFill>
              <a:srgbClr val="F4C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7" name="iS1îḍê"/>
            <p:cNvSpPr/>
            <p:nvPr>
              <p:custDataLst>
                <p:tags r:id="rId12"/>
              </p:custDataLst>
            </p:nvPr>
          </p:nvSpPr>
          <p:spPr bwMode="auto">
            <a:xfrm>
              <a:off x="5007" y="9666"/>
              <a:ext cx="75" cy="154"/>
            </a:xfrm>
            <a:custGeom>
              <a:avLst/>
              <a:gdLst>
                <a:gd name="T0" fmla="*/ 0 w 103"/>
                <a:gd name="T1" fmla="*/ 8 h 210"/>
                <a:gd name="T2" fmla="*/ 94 w 103"/>
                <a:gd name="T3" fmla="*/ 210 h 210"/>
                <a:gd name="T4" fmla="*/ 103 w 103"/>
                <a:gd name="T5" fmla="*/ 0 h 210"/>
                <a:gd name="T6" fmla="*/ 61 w 103"/>
                <a:gd name="T7" fmla="*/ 21 h 210"/>
                <a:gd name="T8" fmla="*/ 0 w 103"/>
                <a:gd name="T9" fmla="*/ 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10">
                  <a:moveTo>
                    <a:pt x="0" y="8"/>
                  </a:moveTo>
                  <a:cubicBezTo>
                    <a:pt x="29" y="84"/>
                    <a:pt x="94" y="210"/>
                    <a:pt x="94" y="210"/>
                  </a:cubicBezTo>
                  <a:cubicBezTo>
                    <a:pt x="96" y="202"/>
                    <a:pt x="100" y="74"/>
                    <a:pt x="103" y="0"/>
                  </a:cubicBezTo>
                  <a:cubicBezTo>
                    <a:pt x="93" y="10"/>
                    <a:pt x="78" y="18"/>
                    <a:pt x="61" y="21"/>
                  </a:cubicBezTo>
                  <a:cubicBezTo>
                    <a:pt x="37" y="25"/>
                    <a:pt x="15" y="20"/>
                    <a:pt x="0" y="8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8" name="işļíḓé"/>
            <p:cNvSpPr/>
            <p:nvPr>
              <p:custDataLst>
                <p:tags r:id="rId13"/>
              </p:custDataLst>
            </p:nvPr>
          </p:nvSpPr>
          <p:spPr bwMode="auto">
            <a:xfrm>
              <a:off x="4997" y="9628"/>
              <a:ext cx="87" cy="57"/>
            </a:xfrm>
            <a:custGeom>
              <a:avLst/>
              <a:gdLst>
                <a:gd name="T0" fmla="*/ 117 w 119"/>
                <a:gd name="T1" fmla="*/ 1 h 78"/>
                <a:gd name="T2" fmla="*/ 69 w 119"/>
                <a:gd name="T3" fmla="*/ 58 h 78"/>
                <a:gd name="T4" fmla="*/ 4 w 119"/>
                <a:gd name="T5" fmla="*/ 25 h 78"/>
                <a:gd name="T6" fmla="*/ 0 w 119"/>
                <a:gd name="T7" fmla="*/ 23 h 78"/>
                <a:gd name="T8" fmla="*/ 13 w 119"/>
                <a:gd name="T9" fmla="*/ 61 h 78"/>
                <a:gd name="T10" fmla="*/ 74 w 119"/>
                <a:gd name="T11" fmla="*/ 74 h 78"/>
                <a:gd name="T12" fmla="*/ 116 w 119"/>
                <a:gd name="T13" fmla="*/ 53 h 78"/>
                <a:gd name="T14" fmla="*/ 118 w 119"/>
                <a:gd name="T15" fmla="*/ 0 h 78"/>
                <a:gd name="T16" fmla="*/ 117 w 119"/>
                <a:gd name="T17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78">
                  <a:moveTo>
                    <a:pt x="117" y="1"/>
                  </a:moveTo>
                  <a:cubicBezTo>
                    <a:pt x="119" y="28"/>
                    <a:pt x="98" y="52"/>
                    <a:pt x="69" y="58"/>
                  </a:cubicBezTo>
                  <a:cubicBezTo>
                    <a:pt x="40" y="63"/>
                    <a:pt x="13" y="49"/>
                    <a:pt x="4" y="25"/>
                  </a:cubicBezTo>
                  <a:cubicBezTo>
                    <a:pt x="2" y="24"/>
                    <a:pt x="0" y="23"/>
                    <a:pt x="0" y="23"/>
                  </a:cubicBezTo>
                  <a:cubicBezTo>
                    <a:pt x="3" y="32"/>
                    <a:pt x="7" y="45"/>
                    <a:pt x="13" y="61"/>
                  </a:cubicBezTo>
                  <a:cubicBezTo>
                    <a:pt x="28" y="73"/>
                    <a:pt x="50" y="78"/>
                    <a:pt x="74" y="74"/>
                  </a:cubicBezTo>
                  <a:cubicBezTo>
                    <a:pt x="91" y="71"/>
                    <a:pt x="106" y="63"/>
                    <a:pt x="116" y="53"/>
                  </a:cubicBezTo>
                  <a:cubicBezTo>
                    <a:pt x="117" y="22"/>
                    <a:pt x="118" y="0"/>
                    <a:pt x="118" y="0"/>
                  </a:cubicBezTo>
                  <a:lnTo>
                    <a:pt x="117" y="1"/>
                  </a:ln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9" name="iŝ1îḓé"/>
            <p:cNvSpPr/>
            <p:nvPr>
              <p:custDataLst>
                <p:tags r:id="rId14"/>
              </p:custDataLst>
            </p:nvPr>
          </p:nvSpPr>
          <p:spPr bwMode="auto">
            <a:xfrm>
              <a:off x="5082" y="9902"/>
              <a:ext cx="184" cy="428"/>
            </a:xfrm>
            <a:custGeom>
              <a:avLst/>
              <a:gdLst>
                <a:gd name="T0" fmla="*/ 168 w 251"/>
                <a:gd name="T1" fmla="*/ 577 h 585"/>
                <a:gd name="T2" fmla="*/ 139 w 251"/>
                <a:gd name="T3" fmla="*/ 531 h 585"/>
                <a:gd name="T4" fmla="*/ 208 w 251"/>
                <a:gd name="T5" fmla="*/ 361 h 585"/>
                <a:gd name="T6" fmla="*/ 180 w 251"/>
                <a:gd name="T7" fmla="*/ 21 h 585"/>
                <a:gd name="T8" fmla="*/ 49 w 251"/>
                <a:gd name="T9" fmla="*/ 147 h 585"/>
                <a:gd name="T10" fmla="*/ 92 w 251"/>
                <a:gd name="T11" fmla="*/ 518 h 585"/>
                <a:gd name="T12" fmla="*/ 84 w 251"/>
                <a:gd name="T13" fmla="*/ 574 h 585"/>
                <a:gd name="T14" fmla="*/ 168 w 251"/>
                <a:gd name="T15" fmla="*/ 57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5">
                  <a:moveTo>
                    <a:pt x="168" y="577"/>
                  </a:moveTo>
                  <a:cubicBezTo>
                    <a:pt x="139" y="531"/>
                    <a:pt x="139" y="531"/>
                    <a:pt x="139" y="531"/>
                  </a:cubicBezTo>
                  <a:cubicBezTo>
                    <a:pt x="139" y="531"/>
                    <a:pt x="164" y="500"/>
                    <a:pt x="208" y="361"/>
                  </a:cubicBezTo>
                  <a:cubicBezTo>
                    <a:pt x="251" y="222"/>
                    <a:pt x="180" y="21"/>
                    <a:pt x="180" y="21"/>
                  </a:cubicBezTo>
                  <a:cubicBezTo>
                    <a:pt x="90" y="0"/>
                    <a:pt x="0" y="87"/>
                    <a:pt x="49" y="147"/>
                  </a:cubicBezTo>
                  <a:cubicBezTo>
                    <a:pt x="99" y="207"/>
                    <a:pt x="103" y="474"/>
                    <a:pt x="92" y="518"/>
                  </a:cubicBezTo>
                  <a:cubicBezTo>
                    <a:pt x="88" y="535"/>
                    <a:pt x="85" y="556"/>
                    <a:pt x="84" y="574"/>
                  </a:cubicBezTo>
                  <a:cubicBezTo>
                    <a:pt x="112" y="585"/>
                    <a:pt x="140" y="584"/>
                    <a:pt x="168" y="577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0" name="íşlíḑè"/>
            <p:cNvSpPr/>
            <p:nvPr>
              <p:custDataLst>
                <p:tags r:id="rId15"/>
              </p:custDataLst>
            </p:nvPr>
          </p:nvSpPr>
          <p:spPr bwMode="auto">
            <a:xfrm>
              <a:off x="5142" y="10322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19 w 121"/>
                <a:gd name="T7" fmla="*/ 32 h 59"/>
                <a:gd name="T8" fmla="*/ 52 w 121"/>
                <a:gd name="T9" fmla="*/ 55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3" y="43"/>
                    <a:pt x="19" y="32"/>
                  </a:cubicBezTo>
                  <a:cubicBezTo>
                    <a:pt x="25" y="22"/>
                    <a:pt x="52" y="55"/>
                    <a:pt x="52" y="55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1" name="î$ļïḓe"/>
            <p:cNvSpPr/>
            <p:nvPr>
              <p:custDataLst>
                <p:tags r:id="rId16"/>
              </p:custDataLst>
            </p:nvPr>
          </p:nvSpPr>
          <p:spPr bwMode="auto">
            <a:xfrm>
              <a:off x="4949" y="9902"/>
              <a:ext cx="184" cy="427"/>
            </a:xfrm>
            <a:custGeom>
              <a:avLst/>
              <a:gdLst>
                <a:gd name="T0" fmla="*/ 168 w 251"/>
                <a:gd name="T1" fmla="*/ 576 h 584"/>
                <a:gd name="T2" fmla="*/ 140 w 251"/>
                <a:gd name="T3" fmla="*/ 531 h 584"/>
                <a:gd name="T4" fmla="*/ 208 w 251"/>
                <a:gd name="T5" fmla="*/ 360 h 584"/>
                <a:gd name="T6" fmla="*/ 181 w 251"/>
                <a:gd name="T7" fmla="*/ 20 h 584"/>
                <a:gd name="T8" fmla="*/ 50 w 251"/>
                <a:gd name="T9" fmla="*/ 146 h 584"/>
                <a:gd name="T10" fmla="*/ 92 w 251"/>
                <a:gd name="T11" fmla="*/ 517 h 584"/>
                <a:gd name="T12" fmla="*/ 84 w 251"/>
                <a:gd name="T13" fmla="*/ 573 h 584"/>
                <a:gd name="T14" fmla="*/ 168 w 251"/>
                <a:gd name="T15" fmla="*/ 576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4">
                  <a:moveTo>
                    <a:pt x="168" y="576"/>
                  </a:moveTo>
                  <a:cubicBezTo>
                    <a:pt x="140" y="531"/>
                    <a:pt x="140" y="531"/>
                    <a:pt x="140" y="531"/>
                  </a:cubicBezTo>
                  <a:cubicBezTo>
                    <a:pt x="140" y="531"/>
                    <a:pt x="164" y="500"/>
                    <a:pt x="208" y="360"/>
                  </a:cubicBezTo>
                  <a:cubicBezTo>
                    <a:pt x="251" y="221"/>
                    <a:pt x="181" y="20"/>
                    <a:pt x="181" y="20"/>
                  </a:cubicBezTo>
                  <a:cubicBezTo>
                    <a:pt x="90" y="0"/>
                    <a:pt x="0" y="86"/>
                    <a:pt x="50" y="146"/>
                  </a:cubicBezTo>
                  <a:cubicBezTo>
                    <a:pt x="99" y="206"/>
                    <a:pt x="103" y="473"/>
                    <a:pt x="92" y="517"/>
                  </a:cubicBezTo>
                  <a:cubicBezTo>
                    <a:pt x="88" y="535"/>
                    <a:pt x="85" y="555"/>
                    <a:pt x="84" y="573"/>
                  </a:cubicBezTo>
                  <a:cubicBezTo>
                    <a:pt x="112" y="584"/>
                    <a:pt x="140" y="583"/>
                    <a:pt x="168" y="576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2" name="ïŝlïḓe"/>
            <p:cNvSpPr/>
            <p:nvPr>
              <p:custDataLst>
                <p:tags r:id="rId17"/>
              </p:custDataLst>
            </p:nvPr>
          </p:nvSpPr>
          <p:spPr bwMode="auto">
            <a:xfrm>
              <a:off x="5009" y="10321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20 w 121"/>
                <a:gd name="T7" fmla="*/ 33 h 59"/>
                <a:gd name="T8" fmla="*/ 52 w 121"/>
                <a:gd name="T9" fmla="*/ 56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4" y="43"/>
                    <a:pt x="20" y="33"/>
                  </a:cubicBezTo>
                  <a:cubicBezTo>
                    <a:pt x="25" y="22"/>
                    <a:pt x="52" y="56"/>
                    <a:pt x="52" y="56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3" name="îṡḻîḓê"/>
            <p:cNvSpPr/>
            <p:nvPr>
              <p:custDataLst>
                <p:tags r:id="rId18"/>
              </p:custDataLst>
            </p:nvPr>
          </p:nvSpPr>
          <p:spPr bwMode="auto">
            <a:xfrm>
              <a:off x="4899" y="9900"/>
              <a:ext cx="434" cy="383"/>
            </a:xfrm>
            <a:custGeom>
              <a:avLst/>
              <a:gdLst>
                <a:gd name="T0" fmla="*/ 115 w 593"/>
                <a:gd name="T1" fmla="*/ 56 h 524"/>
                <a:gd name="T2" fmla="*/ 0 w 593"/>
                <a:gd name="T3" fmla="*/ 264 h 524"/>
                <a:gd name="T4" fmla="*/ 593 w 593"/>
                <a:gd name="T5" fmla="*/ 162 h 524"/>
                <a:gd name="T6" fmla="*/ 426 w 593"/>
                <a:gd name="T7" fmla="*/ 0 h 524"/>
                <a:gd name="T8" fmla="*/ 115 w 593"/>
                <a:gd name="T9" fmla="*/ 56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3" h="524">
                  <a:moveTo>
                    <a:pt x="115" y="56"/>
                  </a:moveTo>
                  <a:cubicBezTo>
                    <a:pt x="0" y="264"/>
                    <a:pt x="0" y="264"/>
                    <a:pt x="0" y="264"/>
                  </a:cubicBezTo>
                  <a:cubicBezTo>
                    <a:pt x="0" y="264"/>
                    <a:pt x="348" y="524"/>
                    <a:pt x="593" y="162"/>
                  </a:cubicBezTo>
                  <a:cubicBezTo>
                    <a:pt x="426" y="0"/>
                    <a:pt x="426" y="0"/>
                    <a:pt x="426" y="0"/>
                  </a:cubicBezTo>
                  <a:lnTo>
                    <a:pt x="115" y="5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4" name="ísľïḍé"/>
            <p:cNvSpPr/>
            <p:nvPr>
              <p:custDataLst>
                <p:tags r:id="rId19"/>
              </p:custDataLst>
            </p:nvPr>
          </p:nvSpPr>
          <p:spPr bwMode="auto">
            <a:xfrm>
              <a:off x="4920" y="9948"/>
              <a:ext cx="101" cy="199"/>
            </a:xfrm>
            <a:custGeom>
              <a:avLst/>
              <a:gdLst>
                <a:gd name="T0" fmla="*/ 117 w 138"/>
                <a:gd name="T1" fmla="*/ 0 h 272"/>
                <a:gd name="T2" fmla="*/ 0 w 138"/>
                <a:gd name="T3" fmla="*/ 230 h 272"/>
                <a:gd name="T4" fmla="*/ 52 w 138"/>
                <a:gd name="T5" fmla="*/ 256 h 272"/>
                <a:gd name="T6" fmla="*/ 138 w 138"/>
                <a:gd name="T7" fmla="*/ 4 h 272"/>
                <a:gd name="T8" fmla="*/ 117 w 138"/>
                <a:gd name="T9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272">
                  <a:moveTo>
                    <a:pt x="117" y="0"/>
                  </a:moveTo>
                  <a:cubicBezTo>
                    <a:pt x="0" y="230"/>
                    <a:pt x="0" y="230"/>
                    <a:pt x="0" y="230"/>
                  </a:cubicBezTo>
                  <a:cubicBezTo>
                    <a:pt x="0" y="230"/>
                    <a:pt x="7" y="272"/>
                    <a:pt x="52" y="256"/>
                  </a:cubicBezTo>
                  <a:cubicBezTo>
                    <a:pt x="138" y="4"/>
                    <a:pt x="138" y="4"/>
                    <a:pt x="138" y="4"/>
                  </a:cubicBezTo>
                  <a:cubicBezTo>
                    <a:pt x="131" y="3"/>
                    <a:pt x="124" y="1"/>
                    <a:pt x="11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5" name="îṡľiḓe"/>
            <p:cNvSpPr/>
            <p:nvPr>
              <p:custDataLst>
                <p:tags r:id="rId20"/>
              </p:custDataLst>
            </p:nvPr>
          </p:nvSpPr>
          <p:spPr bwMode="auto">
            <a:xfrm>
              <a:off x="4988" y="9960"/>
              <a:ext cx="61" cy="210"/>
            </a:xfrm>
            <a:custGeom>
              <a:avLst/>
              <a:gdLst>
                <a:gd name="T0" fmla="*/ 67 w 84"/>
                <a:gd name="T1" fmla="*/ 0 h 288"/>
                <a:gd name="T2" fmla="*/ 0 w 84"/>
                <a:gd name="T3" fmla="*/ 258 h 288"/>
                <a:gd name="T4" fmla="*/ 65 w 84"/>
                <a:gd name="T5" fmla="*/ 272 h 288"/>
                <a:gd name="T6" fmla="*/ 84 w 84"/>
                <a:gd name="T7" fmla="*/ 1 h 288"/>
                <a:gd name="T8" fmla="*/ 67 w 84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288">
                  <a:moveTo>
                    <a:pt x="67" y="0"/>
                  </a:moveTo>
                  <a:cubicBezTo>
                    <a:pt x="0" y="258"/>
                    <a:pt x="0" y="258"/>
                    <a:pt x="0" y="258"/>
                  </a:cubicBezTo>
                  <a:cubicBezTo>
                    <a:pt x="0" y="258"/>
                    <a:pt x="13" y="288"/>
                    <a:pt x="65" y="272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79" y="1"/>
                    <a:pt x="73" y="1"/>
                    <a:pt x="6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6" name="îšľîdè"/>
            <p:cNvSpPr/>
            <p:nvPr>
              <p:custDataLst>
                <p:tags r:id="rId21"/>
              </p:custDataLst>
            </p:nvPr>
          </p:nvSpPr>
          <p:spPr bwMode="auto">
            <a:xfrm>
              <a:off x="5065" y="9960"/>
              <a:ext cx="46" cy="216"/>
            </a:xfrm>
            <a:custGeom>
              <a:avLst/>
              <a:gdLst>
                <a:gd name="T0" fmla="*/ 3 w 63"/>
                <a:gd name="T1" fmla="*/ 1 h 296"/>
                <a:gd name="T2" fmla="*/ 0 w 63"/>
                <a:gd name="T3" fmla="*/ 279 h 296"/>
                <a:gd name="T4" fmla="*/ 63 w 63"/>
                <a:gd name="T5" fmla="*/ 275 h 296"/>
                <a:gd name="T6" fmla="*/ 23 w 63"/>
                <a:gd name="T7" fmla="*/ 0 h 296"/>
                <a:gd name="T8" fmla="*/ 3 w 63"/>
                <a:gd name="T9" fmla="*/ 1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296">
                  <a:moveTo>
                    <a:pt x="3" y="1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79"/>
                    <a:pt x="29" y="296"/>
                    <a:pt x="63" y="27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0"/>
                    <a:pt x="11" y="1"/>
                    <a:pt x="3" y="1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7" name="íṡlîḓe"/>
            <p:cNvSpPr/>
            <p:nvPr>
              <p:custDataLst>
                <p:tags r:id="rId22"/>
              </p:custDataLst>
            </p:nvPr>
          </p:nvSpPr>
          <p:spPr bwMode="auto">
            <a:xfrm>
              <a:off x="5102" y="9948"/>
              <a:ext cx="99" cy="216"/>
            </a:xfrm>
            <a:custGeom>
              <a:avLst/>
              <a:gdLst>
                <a:gd name="T0" fmla="*/ 0 w 136"/>
                <a:gd name="T1" fmla="*/ 5 h 295"/>
                <a:gd name="T2" fmla="*/ 77 w 136"/>
                <a:gd name="T3" fmla="*/ 287 h 295"/>
                <a:gd name="T4" fmla="*/ 136 w 136"/>
                <a:gd name="T5" fmla="*/ 265 h 295"/>
                <a:gd name="T6" fmla="*/ 25 w 136"/>
                <a:gd name="T7" fmla="*/ 0 h 295"/>
                <a:gd name="T8" fmla="*/ 0 w 136"/>
                <a:gd name="T9" fmla="*/ 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295">
                  <a:moveTo>
                    <a:pt x="0" y="5"/>
                  </a:moveTo>
                  <a:cubicBezTo>
                    <a:pt x="77" y="287"/>
                    <a:pt x="77" y="287"/>
                    <a:pt x="77" y="287"/>
                  </a:cubicBezTo>
                  <a:cubicBezTo>
                    <a:pt x="77" y="287"/>
                    <a:pt x="110" y="295"/>
                    <a:pt x="136" y="265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7" y="2"/>
                    <a:pt x="9" y="4"/>
                    <a:pt x="0" y="5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8" name="ís1ïďè"/>
            <p:cNvSpPr/>
            <p:nvPr>
              <p:custDataLst>
                <p:tags r:id="rId23"/>
              </p:custDataLst>
            </p:nvPr>
          </p:nvSpPr>
          <p:spPr bwMode="auto">
            <a:xfrm>
              <a:off x="5144" y="9936"/>
              <a:ext cx="130" cy="187"/>
            </a:xfrm>
            <a:custGeom>
              <a:avLst/>
              <a:gdLst>
                <a:gd name="T0" fmla="*/ 24 w 178"/>
                <a:gd name="T1" fmla="*/ 0 h 256"/>
                <a:gd name="T2" fmla="*/ 0 w 178"/>
                <a:gd name="T3" fmla="*/ 10 h 256"/>
                <a:gd name="T4" fmla="*/ 127 w 178"/>
                <a:gd name="T5" fmla="*/ 256 h 256"/>
                <a:gd name="T6" fmla="*/ 178 w 178"/>
                <a:gd name="T7" fmla="*/ 220 h 256"/>
                <a:gd name="T8" fmla="*/ 24 w 178"/>
                <a:gd name="T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56">
                  <a:moveTo>
                    <a:pt x="24" y="0"/>
                  </a:moveTo>
                  <a:cubicBezTo>
                    <a:pt x="16" y="3"/>
                    <a:pt x="8" y="7"/>
                    <a:pt x="0" y="10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60" y="255"/>
                    <a:pt x="178" y="22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9" name="îṣ1íďé"/>
            <p:cNvSpPr/>
            <p:nvPr>
              <p:custDataLst>
                <p:tags r:id="rId24"/>
              </p:custDataLst>
            </p:nvPr>
          </p:nvSpPr>
          <p:spPr bwMode="auto">
            <a:xfrm>
              <a:off x="5186" y="9915"/>
              <a:ext cx="140" cy="152"/>
            </a:xfrm>
            <a:custGeom>
              <a:avLst/>
              <a:gdLst>
                <a:gd name="T0" fmla="*/ 20 w 192"/>
                <a:gd name="T1" fmla="*/ 0 h 208"/>
                <a:gd name="T2" fmla="*/ 0 w 192"/>
                <a:gd name="T3" fmla="*/ 16 h 208"/>
                <a:gd name="T4" fmla="*/ 155 w 192"/>
                <a:gd name="T5" fmla="*/ 208 h 208"/>
                <a:gd name="T6" fmla="*/ 192 w 192"/>
                <a:gd name="T7" fmla="*/ 157 h 208"/>
                <a:gd name="T8" fmla="*/ 20 w 192"/>
                <a:gd name="T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208">
                  <a:moveTo>
                    <a:pt x="20" y="0"/>
                  </a:moveTo>
                  <a:cubicBezTo>
                    <a:pt x="14" y="6"/>
                    <a:pt x="7" y="11"/>
                    <a:pt x="0" y="16"/>
                  </a:cubicBezTo>
                  <a:cubicBezTo>
                    <a:pt x="155" y="208"/>
                    <a:pt x="155" y="208"/>
                    <a:pt x="155" y="208"/>
                  </a:cubicBezTo>
                  <a:cubicBezTo>
                    <a:pt x="155" y="208"/>
                    <a:pt x="187" y="197"/>
                    <a:pt x="192" y="15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0" name="ïṧḷiḋè"/>
            <p:cNvSpPr/>
            <p:nvPr>
              <p:custDataLst>
                <p:tags r:id="rId25"/>
              </p:custDataLst>
            </p:nvPr>
          </p:nvSpPr>
          <p:spPr bwMode="auto">
            <a:xfrm>
              <a:off x="4920" y="9627"/>
              <a:ext cx="314" cy="352"/>
            </a:xfrm>
            <a:custGeom>
              <a:avLst/>
              <a:gdLst>
                <a:gd name="T0" fmla="*/ 0 w 429"/>
                <a:gd name="T1" fmla="*/ 70 h 482"/>
                <a:gd name="T2" fmla="*/ 111 w 429"/>
                <a:gd name="T3" fmla="*/ 20 h 482"/>
                <a:gd name="T4" fmla="*/ 211 w 429"/>
                <a:gd name="T5" fmla="*/ 255 h 482"/>
                <a:gd name="T6" fmla="*/ 218 w 429"/>
                <a:gd name="T7" fmla="*/ 0 h 482"/>
                <a:gd name="T8" fmla="*/ 352 w 429"/>
                <a:gd name="T9" fmla="*/ 10 h 482"/>
                <a:gd name="T10" fmla="*/ 360 w 429"/>
                <a:gd name="T11" fmla="*/ 276 h 482"/>
                <a:gd name="T12" fmla="*/ 429 w 429"/>
                <a:gd name="T13" fmla="*/ 373 h 482"/>
                <a:gd name="T14" fmla="*/ 50 w 429"/>
                <a:gd name="T15" fmla="*/ 450 h 482"/>
                <a:gd name="T16" fmla="*/ 0 w 429"/>
                <a:gd name="T17" fmla="*/ 7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482">
                  <a:moveTo>
                    <a:pt x="0" y="70"/>
                  </a:moveTo>
                  <a:cubicBezTo>
                    <a:pt x="111" y="20"/>
                    <a:pt x="111" y="20"/>
                    <a:pt x="111" y="20"/>
                  </a:cubicBezTo>
                  <a:cubicBezTo>
                    <a:pt x="211" y="255"/>
                    <a:pt x="211" y="255"/>
                    <a:pt x="211" y="255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52" y="10"/>
                    <a:pt x="352" y="10"/>
                    <a:pt x="352" y="10"/>
                  </a:cubicBezTo>
                  <a:cubicBezTo>
                    <a:pt x="352" y="10"/>
                    <a:pt x="333" y="217"/>
                    <a:pt x="360" y="276"/>
                  </a:cubicBezTo>
                  <a:cubicBezTo>
                    <a:pt x="387" y="336"/>
                    <a:pt x="429" y="373"/>
                    <a:pt x="429" y="373"/>
                  </a:cubicBezTo>
                  <a:cubicBezTo>
                    <a:pt x="320" y="461"/>
                    <a:pt x="196" y="482"/>
                    <a:pt x="50" y="450"/>
                  </a:cubicBezTo>
                  <a:cubicBezTo>
                    <a:pt x="50" y="450"/>
                    <a:pt x="124" y="332"/>
                    <a:pt x="0" y="7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1" name="ïṥ1iḍê"/>
            <p:cNvSpPr/>
            <p:nvPr>
              <p:custDataLst>
                <p:tags r:id="rId26"/>
              </p:custDataLst>
            </p:nvPr>
          </p:nvSpPr>
          <p:spPr bwMode="auto">
            <a:xfrm>
              <a:off x="4975" y="9635"/>
              <a:ext cx="100" cy="178"/>
            </a:xfrm>
            <a:custGeom>
              <a:avLst/>
              <a:gdLst>
                <a:gd name="T0" fmla="*/ 36 w 137"/>
                <a:gd name="T1" fmla="*/ 0 h 244"/>
                <a:gd name="T2" fmla="*/ 8 w 137"/>
                <a:gd name="T3" fmla="*/ 18 h 244"/>
                <a:gd name="T4" fmla="*/ 0 w 137"/>
                <a:gd name="T5" fmla="*/ 104 h 244"/>
                <a:gd name="T6" fmla="*/ 53 w 137"/>
                <a:gd name="T7" fmla="*/ 91 h 244"/>
                <a:gd name="T8" fmla="*/ 32 w 137"/>
                <a:gd name="T9" fmla="*/ 155 h 244"/>
                <a:gd name="T10" fmla="*/ 137 w 137"/>
                <a:gd name="T11" fmla="*/ 244 h 244"/>
                <a:gd name="T12" fmla="*/ 36 w 137"/>
                <a:gd name="T1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" h="244">
                  <a:moveTo>
                    <a:pt x="36" y="0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53" y="91"/>
                    <a:pt x="53" y="91"/>
                    <a:pt x="53" y="91"/>
                  </a:cubicBezTo>
                  <a:cubicBezTo>
                    <a:pt x="32" y="155"/>
                    <a:pt x="32" y="155"/>
                    <a:pt x="32" y="155"/>
                  </a:cubicBezTo>
                  <a:cubicBezTo>
                    <a:pt x="137" y="244"/>
                    <a:pt x="137" y="244"/>
                    <a:pt x="137" y="244"/>
                  </a:cubicBezTo>
                  <a:cubicBezTo>
                    <a:pt x="137" y="244"/>
                    <a:pt x="64" y="46"/>
                    <a:pt x="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2" name="îşlîḍè"/>
            <p:cNvSpPr/>
            <p:nvPr>
              <p:custDataLst>
                <p:tags r:id="rId27"/>
              </p:custDataLst>
            </p:nvPr>
          </p:nvSpPr>
          <p:spPr bwMode="auto">
            <a:xfrm>
              <a:off x="5071" y="9620"/>
              <a:ext cx="59" cy="193"/>
            </a:xfrm>
            <a:custGeom>
              <a:avLst/>
              <a:gdLst>
                <a:gd name="T0" fmla="*/ 10 w 81"/>
                <a:gd name="T1" fmla="*/ 0 h 264"/>
                <a:gd name="T2" fmla="*/ 42 w 81"/>
                <a:gd name="T3" fmla="*/ 6 h 264"/>
                <a:gd name="T4" fmla="*/ 81 w 81"/>
                <a:gd name="T5" fmla="*/ 83 h 264"/>
                <a:gd name="T6" fmla="*/ 27 w 81"/>
                <a:gd name="T7" fmla="*/ 90 h 264"/>
                <a:gd name="T8" fmla="*/ 70 w 81"/>
                <a:gd name="T9" fmla="*/ 143 h 264"/>
                <a:gd name="T10" fmla="*/ 5 w 81"/>
                <a:gd name="T11" fmla="*/ 264 h 264"/>
                <a:gd name="T12" fmla="*/ 10 w 81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64">
                  <a:moveTo>
                    <a:pt x="10" y="0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81" y="83"/>
                    <a:pt x="81" y="83"/>
                    <a:pt x="81" y="83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5" y="264"/>
                    <a:pt x="5" y="264"/>
                    <a:pt x="5" y="264"/>
                  </a:cubicBezTo>
                  <a:cubicBezTo>
                    <a:pt x="5" y="264"/>
                    <a:pt x="0" y="53"/>
                    <a:pt x="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3" name="îṧľíḋe"/>
            <p:cNvSpPr/>
            <p:nvPr>
              <p:custDataLst>
                <p:tags r:id="rId28"/>
              </p:custDataLst>
            </p:nvPr>
          </p:nvSpPr>
          <p:spPr bwMode="auto">
            <a:xfrm>
              <a:off x="5072" y="9833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2"/>
                    <a:pt x="16" y="17"/>
                    <a:pt x="11" y="18"/>
                  </a:cubicBezTo>
                  <a:cubicBezTo>
                    <a:pt x="7" y="19"/>
                    <a:pt x="2" y="16"/>
                    <a:pt x="1" y="11"/>
                  </a:cubicBezTo>
                  <a:cubicBezTo>
                    <a:pt x="0" y="6"/>
                    <a:pt x="4" y="2"/>
                    <a:pt x="8" y="1"/>
                  </a:cubicBezTo>
                  <a:cubicBezTo>
                    <a:pt x="13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4" name="îṥļiḍe"/>
            <p:cNvSpPr/>
            <p:nvPr>
              <p:custDataLst>
                <p:tags r:id="rId29"/>
              </p:custDataLst>
            </p:nvPr>
          </p:nvSpPr>
          <p:spPr bwMode="auto">
            <a:xfrm>
              <a:off x="5078" y="9866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3"/>
                    <a:pt x="16" y="17"/>
                    <a:pt x="11" y="18"/>
                  </a:cubicBezTo>
                  <a:cubicBezTo>
                    <a:pt x="6" y="19"/>
                    <a:pt x="2" y="16"/>
                    <a:pt x="1" y="11"/>
                  </a:cubicBez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7" y="4"/>
                    <a:pt x="18" y="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5" name="i$ḻïḓè"/>
            <p:cNvSpPr/>
            <p:nvPr>
              <p:custDataLst>
                <p:tags r:id="rId30"/>
              </p:custDataLst>
            </p:nvPr>
          </p:nvSpPr>
          <p:spPr bwMode="auto">
            <a:xfrm>
              <a:off x="5085" y="9899"/>
              <a:ext cx="14" cy="14"/>
            </a:xfrm>
            <a:custGeom>
              <a:avLst/>
              <a:gdLst>
                <a:gd name="T0" fmla="*/ 18 w 18"/>
                <a:gd name="T1" fmla="*/ 8 h 19"/>
                <a:gd name="T2" fmla="*/ 11 w 18"/>
                <a:gd name="T3" fmla="*/ 18 h 19"/>
                <a:gd name="T4" fmla="*/ 1 w 18"/>
                <a:gd name="T5" fmla="*/ 11 h 19"/>
                <a:gd name="T6" fmla="*/ 7 w 18"/>
                <a:gd name="T7" fmla="*/ 1 h 19"/>
                <a:gd name="T8" fmla="*/ 18 w 18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18" y="8"/>
                  </a:moveTo>
                  <a:cubicBezTo>
                    <a:pt x="18" y="12"/>
                    <a:pt x="15" y="17"/>
                    <a:pt x="11" y="18"/>
                  </a:cubicBezTo>
                  <a:cubicBezTo>
                    <a:pt x="6" y="19"/>
                    <a:pt x="1" y="16"/>
                    <a:pt x="1" y="11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2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6" name="íś1iḓe"/>
            <p:cNvSpPr/>
            <p:nvPr>
              <p:custDataLst>
                <p:tags r:id="rId31"/>
              </p:custDataLst>
            </p:nvPr>
          </p:nvSpPr>
          <p:spPr bwMode="auto">
            <a:xfrm>
              <a:off x="4732" y="9149"/>
              <a:ext cx="491" cy="504"/>
            </a:xfrm>
            <a:custGeom>
              <a:avLst/>
              <a:gdLst>
                <a:gd name="T0" fmla="*/ 479 w 670"/>
                <a:gd name="T1" fmla="*/ 77 h 690"/>
                <a:gd name="T2" fmla="*/ 645 w 670"/>
                <a:gd name="T3" fmla="*/ 475 h 690"/>
                <a:gd name="T4" fmla="*/ 541 w 670"/>
                <a:gd name="T5" fmla="*/ 634 h 690"/>
                <a:gd name="T6" fmla="*/ 246 w 670"/>
                <a:gd name="T7" fmla="*/ 623 h 690"/>
                <a:gd name="T8" fmla="*/ 67 w 670"/>
                <a:gd name="T9" fmla="*/ 197 h 690"/>
                <a:gd name="T10" fmla="*/ 479 w 670"/>
                <a:gd name="T11" fmla="*/ 77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0" h="690">
                  <a:moveTo>
                    <a:pt x="479" y="77"/>
                  </a:moveTo>
                  <a:cubicBezTo>
                    <a:pt x="479" y="77"/>
                    <a:pt x="621" y="410"/>
                    <a:pt x="645" y="475"/>
                  </a:cubicBezTo>
                  <a:cubicBezTo>
                    <a:pt x="670" y="541"/>
                    <a:pt x="541" y="634"/>
                    <a:pt x="541" y="634"/>
                  </a:cubicBezTo>
                  <a:cubicBezTo>
                    <a:pt x="541" y="634"/>
                    <a:pt x="375" y="690"/>
                    <a:pt x="246" y="623"/>
                  </a:cubicBezTo>
                  <a:cubicBezTo>
                    <a:pt x="95" y="544"/>
                    <a:pt x="0" y="400"/>
                    <a:pt x="67" y="197"/>
                  </a:cubicBezTo>
                  <a:cubicBezTo>
                    <a:pt x="131" y="0"/>
                    <a:pt x="456" y="16"/>
                    <a:pt x="479" y="77"/>
                  </a:cubicBezTo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7" name="ïṩḷiḋê"/>
            <p:cNvSpPr/>
            <p:nvPr>
              <p:custDataLst>
                <p:tags r:id="rId32"/>
              </p:custDataLst>
            </p:nvPr>
          </p:nvSpPr>
          <p:spPr bwMode="auto">
            <a:xfrm>
              <a:off x="4861" y="9541"/>
              <a:ext cx="22" cy="23"/>
            </a:xfrm>
            <a:custGeom>
              <a:avLst/>
              <a:gdLst>
                <a:gd name="T0" fmla="*/ 28 w 30"/>
                <a:gd name="T1" fmla="*/ 11 h 31"/>
                <a:gd name="T2" fmla="*/ 19 w 30"/>
                <a:gd name="T3" fmla="*/ 28 h 31"/>
                <a:gd name="T4" fmla="*/ 2 w 30"/>
                <a:gd name="T5" fmla="*/ 19 h 31"/>
                <a:gd name="T6" fmla="*/ 11 w 30"/>
                <a:gd name="T7" fmla="*/ 2 h 31"/>
                <a:gd name="T8" fmla="*/ 28 w 30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28" y="11"/>
                  </a:moveTo>
                  <a:cubicBezTo>
                    <a:pt x="30" y="18"/>
                    <a:pt x="26" y="26"/>
                    <a:pt x="19" y="28"/>
                  </a:cubicBezTo>
                  <a:cubicBezTo>
                    <a:pt x="12" y="31"/>
                    <a:pt x="4" y="27"/>
                    <a:pt x="2" y="19"/>
                  </a:cubicBezTo>
                  <a:cubicBezTo>
                    <a:pt x="0" y="12"/>
                    <a:pt x="4" y="5"/>
                    <a:pt x="11" y="2"/>
                  </a:cubicBezTo>
                  <a:cubicBezTo>
                    <a:pt x="18" y="0"/>
                    <a:pt x="26" y="4"/>
                    <a:pt x="28" y="11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8" name="iSlîḓe"/>
            <p:cNvSpPr/>
            <p:nvPr>
              <p:custDataLst>
                <p:tags r:id="rId33"/>
              </p:custDataLst>
            </p:nvPr>
          </p:nvSpPr>
          <p:spPr bwMode="auto">
            <a:xfrm>
              <a:off x="4974" y="9513"/>
              <a:ext cx="20" cy="17"/>
            </a:xfrm>
            <a:custGeom>
              <a:avLst/>
              <a:gdLst>
                <a:gd name="T0" fmla="*/ 26 w 27"/>
                <a:gd name="T1" fmla="*/ 0 h 24"/>
                <a:gd name="T2" fmla="*/ 26 w 27"/>
                <a:gd name="T3" fmla="*/ 0 h 24"/>
                <a:gd name="T4" fmla="*/ 13 w 27"/>
                <a:gd name="T5" fmla="*/ 10 h 24"/>
                <a:gd name="T6" fmla="*/ 0 w 27"/>
                <a:gd name="T7" fmla="*/ 24 h 24"/>
                <a:gd name="T8" fmla="*/ 0 w 27"/>
                <a:gd name="T9" fmla="*/ 24 h 24"/>
                <a:gd name="T10" fmla="*/ 11 w 27"/>
                <a:gd name="T11" fmla="*/ 16 h 24"/>
                <a:gd name="T12" fmla="*/ 27 w 27"/>
                <a:gd name="T13" fmla="*/ 1 h 24"/>
                <a:gd name="T14" fmla="*/ 26 w 27"/>
                <a:gd name="T1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4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2"/>
                    <a:pt x="17" y="6"/>
                    <a:pt x="13" y="10"/>
                  </a:cubicBezTo>
                  <a:cubicBezTo>
                    <a:pt x="9" y="14"/>
                    <a:pt x="4" y="19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4" y="22"/>
                    <a:pt x="8" y="19"/>
                    <a:pt x="11" y="16"/>
                  </a:cubicBezTo>
                  <a:cubicBezTo>
                    <a:pt x="16" y="11"/>
                    <a:pt x="22" y="6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9" name="iṣľîḍé"/>
            <p:cNvSpPr/>
            <p:nvPr>
              <p:custDataLst>
                <p:tags r:id="rId34"/>
              </p:custDataLst>
            </p:nvPr>
          </p:nvSpPr>
          <p:spPr bwMode="auto">
            <a:xfrm>
              <a:off x="4986" y="9509"/>
              <a:ext cx="20" cy="20"/>
            </a:xfrm>
            <a:custGeom>
              <a:avLst/>
              <a:gdLst>
                <a:gd name="T0" fmla="*/ 26 w 27"/>
                <a:gd name="T1" fmla="*/ 0 h 28"/>
                <a:gd name="T2" fmla="*/ 26 w 27"/>
                <a:gd name="T3" fmla="*/ 0 h 28"/>
                <a:gd name="T4" fmla="*/ 13 w 27"/>
                <a:gd name="T5" fmla="*/ 13 h 28"/>
                <a:gd name="T6" fmla="*/ 0 w 27"/>
                <a:gd name="T7" fmla="*/ 28 h 28"/>
                <a:gd name="T8" fmla="*/ 0 w 27"/>
                <a:gd name="T9" fmla="*/ 28 h 28"/>
                <a:gd name="T10" fmla="*/ 1 w 27"/>
                <a:gd name="T11" fmla="*/ 28 h 28"/>
                <a:gd name="T12" fmla="*/ 13 w 27"/>
                <a:gd name="T13" fmla="*/ 16 h 28"/>
                <a:gd name="T14" fmla="*/ 27 w 27"/>
                <a:gd name="T15" fmla="*/ 1 h 28"/>
                <a:gd name="T16" fmla="*/ 26 w 27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8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3"/>
                    <a:pt x="17" y="9"/>
                    <a:pt x="13" y="13"/>
                  </a:cubicBezTo>
                  <a:cubicBezTo>
                    <a:pt x="9" y="18"/>
                    <a:pt x="4" y="22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5" y="25"/>
                    <a:pt x="9" y="20"/>
                    <a:pt x="13" y="16"/>
                  </a:cubicBezTo>
                  <a:cubicBezTo>
                    <a:pt x="18" y="11"/>
                    <a:pt x="24" y="7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0" name="îṧ1ïdè"/>
            <p:cNvSpPr/>
            <p:nvPr>
              <p:custDataLst>
                <p:tags r:id="rId35"/>
              </p:custDataLst>
            </p:nvPr>
          </p:nvSpPr>
          <p:spPr bwMode="auto">
            <a:xfrm>
              <a:off x="5002" y="9499"/>
              <a:ext cx="22" cy="25"/>
            </a:xfrm>
            <a:custGeom>
              <a:avLst/>
              <a:gdLst>
                <a:gd name="T0" fmla="*/ 29 w 30"/>
                <a:gd name="T1" fmla="*/ 0 h 34"/>
                <a:gd name="T2" fmla="*/ 28 w 30"/>
                <a:gd name="T3" fmla="*/ 0 h 34"/>
                <a:gd name="T4" fmla="*/ 13 w 30"/>
                <a:gd name="T5" fmla="*/ 15 h 34"/>
                <a:gd name="T6" fmla="*/ 0 w 30"/>
                <a:gd name="T7" fmla="*/ 33 h 34"/>
                <a:gd name="T8" fmla="*/ 0 w 30"/>
                <a:gd name="T9" fmla="*/ 34 h 34"/>
                <a:gd name="T10" fmla="*/ 2 w 30"/>
                <a:gd name="T11" fmla="*/ 33 h 34"/>
                <a:gd name="T12" fmla="*/ 16 w 30"/>
                <a:gd name="T13" fmla="*/ 15 h 34"/>
                <a:gd name="T14" fmla="*/ 29 w 30"/>
                <a:gd name="T15" fmla="*/ 1 h 34"/>
                <a:gd name="T16" fmla="*/ 29 w 30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4">
                  <a:moveTo>
                    <a:pt x="29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2" y="4"/>
                    <a:pt x="17" y="10"/>
                    <a:pt x="13" y="15"/>
                  </a:cubicBezTo>
                  <a:cubicBezTo>
                    <a:pt x="8" y="21"/>
                    <a:pt x="3" y="27"/>
                    <a:pt x="0" y="3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1" y="34"/>
                    <a:pt x="2" y="33"/>
                  </a:cubicBezTo>
                  <a:cubicBezTo>
                    <a:pt x="6" y="27"/>
                    <a:pt x="11" y="21"/>
                    <a:pt x="16" y="15"/>
                  </a:cubicBezTo>
                  <a:cubicBezTo>
                    <a:pt x="21" y="10"/>
                    <a:pt x="26" y="6"/>
                    <a:pt x="29" y="1"/>
                  </a:cubicBezTo>
                  <a:cubicBezTo>
                    <a:pt x="30" y="0"/>
                    <a:pt x="29" y="0"/>
                    <a:pt x="29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1" name="iṧlïḋe"/>
            <p:cNvSpPr/>
            <p:nvPr>
              <p:custDataLst>
                <p:tags r:id="rId36"/>
              </p:custDataLst>
            </p:nvPr>
          </p:nvSpPr>
          <p:spPr bwMode="auto">
            <a:xfrm>
              <a:off x="5116" y="9460"/>
              <a:ext cx="25" cy="25"/>
            </a:xfrm>
            <a:custGeom>
              <a:avLst/>
              <a:gdLst>
                <a:gd name="T0" fmla="*/ 33 w 34"/>
                <a:gd name="T1" fmla="*/ 0 h 34"/>
                <a:gd name="T2" fmla="*/ 33 w 34"/>
                <a:gd name="T3" fmla="*/ 0 h 34"/>
                <a:gd name="T4" fmla="*/ 20 w 34"/>
                <a:gd name="T5" fmla="*/ 14 h 34"/>
                <a:gd name="T6" fmla="*/ 1 w 34"/>
                <a:gd name="T7" fmla="*/ 32 h 34"/>
                <a:gd name="T8" fmla="*/ 1 w 34"/>
                <a:gd name="T9" fmla="*/ 34 h 34"/>
                <a:gd name="T10" fmla="*/ 1 w 34"/>
                <a:gd name="T11" fmla="*/ 34 h 34"/>
                <a:gd name="T12" fmla="*/ 18 w 34"/>
                <a:gd name="T13" fmla="*/ 19 h 34"/>
                <a:gd name="T14" fmla="*/ 34 w 34"/>
                <a:gd name="T15" fmla="*/ 0 h 34"/>
                <a:gd name="T16" fmla="*/ 33 w 34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28" y="4"/>
                    <a:pt x="24" y="9"/>
                    <a:pt x="20" y="14"/>
                  </a:cubicBezTo>
                  <a:cubicBezTo>
                    <a:pt x="14" y="21"/>
                    <a:pt x="8" y="27"/>
                    <a:pt x="1" y="32"/>
                  </a:cubicBezTo>
                  <a:cubicBezTo>
                    <a:pt x="0" y="33"/>
                    <a:pt x="0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8" y="30"/>
                    <a:pt x="13" y="25"/>
                    <a:pt x="18" y="19"/>
                  </a:cubicBezTo>
                  <a:cubicBezTo>
                    <a:pt x="23" y="13"/>
                    <a:pt x="29" y="7"/>
                    <a:pt x="34" y="0"/>
                  </a:cubicBezTo>
                  <a:cubicBezTo>
                    <a:pt x="34" y="0"/>
                    <a:pt x="34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2" name="íṣ1íḍê"/>
            <p:cNvSpPr/>
            <p:nvPr>
              <p:custDataLst>
                <p:tags r:id="rId37"/>
              </p:custDataLst>
            </p:nvPr>
          </p:nvSpPr>
          <p:spPr bwMode="auto">
            <a:xfrm>
              <a:off x="5130" y="9455"/>
              <a:ext cx="25" cy="27"/>
            </a:xfrm>
            <a:custGeom>
              <a:avLst/>
              <a:gdLst>
                <a:gd name="T0" fmla="*/ 33 w 34"/>
                <a:gd name="T1" fmla="*/ 0 h 37"/>
                <a:gd name="T2" fmla="*/ 32 w 34"/>
                <a:gd name="T3" fmla="*/ 0 h 37"/>
                <a:gd name="T4" fmla="*/ 14 w 34"/>
                <a:gd name="T5" fmla="*/ 18 h 37"/>
                <a:gd name="T6" fmla="*/ 0 w 34"/>
                <a:gd name="T7" fmla="*/ 37 h 37"/>
                <a:gd name="T8" fmla="*/ 1 w 34"/>
                <a:gd name="T9" fmla="*/ 37 h 37"/>
                <a:gd name="T10" fmla="*/ 1 w 34"/>
                <a:gd name="T11" fmla="*/ 37 h 37"/>
                <a:gd name="T12" fmla="*/ 18 w 34"/>
                <a:gd name="T13" fmla="*/ 17 h 37"/>
                <a:gd name="T14" fmla="*/ 33 w 34"/>
                <a:gd name="T15" fmla="*/ 1 h 37"/>
                <a:gd name="T16" fmla="*/ 33 w 34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33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5" y="5"/>
                    <a:pt x="19" y="12"/>
                    <a:pt x="14" y="18"/>
                  </a:cubicBezTo>
                  <a:cubicBezTo>
                    <a:pt x="9" y="24"/>
                    <a:pt x="4" y="30"/>
                    <a:pt x="0" y="37"/>
                  </a:cubicBezTo>
                  <a:cubicBezTo>
                    <a:pt x="0" y="37"/>
                    <a:pt x="0" y="37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7" y="31"/>
                    <a:pt x="12" y="24"/>
                    <a:pt x="18" y="17"/>
                  </a:cubicBezTo>
                  <a:cubicBezTo>
                    <a:pt x="23" y="12"/>
                    <a:pt x="29" y="7"/>
                    <a:pt x="33" y="1"/>
                  </a:cubicBezTo>
                  <a:cubicBezTo>
                    <a:pt x="34" y="0"/>
                    <a:pt x="33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3" name="îṡľîďè"/>
            <p:cNvSpPr/>
            <p:nvPr>
              <p:custDataLst>
                <p:tags r:id="rId38"/>
              </p:custDataLst>
            </p:nvPr>
          </p:nvSpPr>
          <p:spPr bwMode="auto">
            <a:xfrm>
              <a:off x="5144" y="9457"/>
              <a:ext cx="21" cy="20"/>
            </a:xfrm>
            <a:custGeom>
              <a:avLst/>
              <a:gdLst>
                <a:gd name="T0" fmla="*/ 27 w 29"/>
                <a:gd name="T1" fmla="*/ 0 h 28"/>
                <a:gd name="T2" fmla="*/ 26 w 29"/>
                <a:gd name="T3" fmla="*/ 0 h 28"/>
                <a:gd name="T4" fmla="*/ 0 w 29"/>
                <a:gd name="T5" fmla="*/ 27 h 28"/>
                <a:gd name="T6" fmla="*/ 1 w 29"/>
                <a:gd name="T7" fmla="*/ 28 h 28"/>
                <a:gd name="T8" fmla="*/ 1 w 29"/>
                <a:gd name="T9" fmla="*/ 28 h 28"/>
                <a:gd name="T10" fmla="*/ 28 w 29"/>
                <a:gd name="T11" fmla="*/ 1 h 28"/>
                <a:gd name="T12" fmla="*/ 27 w 29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8">
                  <a:moveTo>
                    <a:pt x="27" y="0"/>
                  </a:moveTo>
                  <a:cubicBezTo>
                    <a:pt x="27" y="0"/>
                    <a:pt x="27" y="0"/>
                    <a:pt x="26" y="0"/>
                  </a:cubicBezTo>
                  <a:cubicBezTo>
                    <a:pt x="16" y="7"/>
                    <a:pt x="9" y="18"/>
                    <a:pt x="0" y="27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1" y="20"/>
                    <a:pt x="20" y="11"/>
                    <a:pt x="28" y="1"/>
                  </a:cubicBezTo>
                  <a:cubicBezTo>
                    <a:pt x="29" y="0"/>
                    <a:pt x="28" y="0"/>
                    <a:pt x="27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4" name="ïśľîḓe"/>
            <p:cNvSpPr/>
            <p:nvPr>
              <p:custDataLst>
                <p:tags r:id="rId39"/>
              </p:custDataLst>
            </p:nvPr>
          </p:nvSpPr>
          <p:spPr bwMode="auto">
            <a:xfrm>
              <a:off x="5090" y="9385"/>
              <a:ext cx="68" cy="75"/>
            </a:xfrm>
            <a:custGeom>
              <a:avLst/>
              <a:gdLst>
                <a:gd name="T0" fmla="*/ 9 w 92"/>
                <a:gd name="T1" fmla="*/ 66 h 103"/>
                <a:gd name="T2" fmla="*/ 62 w 92"/>
                <a:gd name="T3" fmla="*/ 95 h 103"/>
                <a:gd name="T4" fmla="*/ 82 w 92"/>
                <a:gd name="T5" fmla="*/ 37 h 103"/>
                <a:gd name="T6" fmla="*/ 29 w 92"/>
                <a:gd name="T7" fmla="*/ 8 h 103"/>
                <a:gd name="T8" fmla="*/ 9 w 92"/>
                <a:gd name="T9" fmla="*/ 6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103">
                  <a:moveTo>
                    <a:pt x="9" y="66"/>
                  </a:moveTo>
                  <a:cubicBezTo>
                    <a:pt x="18" y="90"/>
                    <a:pt x="42" y="103"/>
                    <a:pt x="62" y="95"/>
                  </a:cubicBezTo>
                  <a:cubicBezTo>
                    <a:pt x="83" y="87"/>
                    <a:pt x="92" y="61"/>
                    <a:pt x="82" y="37"/>
                  </a:cubicBezTo>
                  <a:cubicBezTo>
                    <a:pt x="73" y="13"/>
                    <a:pt x="49" y="0"/>
                    <a:pt x="29" y="8"/>
                  </a:cubicBezTo>
                  <a:cubicBezTo>
                    <a:pt x="9" y="16"/>
                    <a:pt x="0" y="42"/>
                    <a:pt x="9" y="66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5" name="ïšḻíḋê"/>
            <p:cNvSpPr/>
            <p:nvPr>
              <p:custDataLst>
                <p:tags r:id="rId40"/>
              </p:custDataLst>
            </p:nvPr>
          </p:nvSpPr>
          <p:spPr bwMode="auto">
            <a:xfrm>
              <a:off x="5115" y="9390"/>
              <a:ext cx="28" cy="31"/>
            </a:xfrm>
            <a:custGeom>
              <a:avLst/>
              <a:gdLst>
                <a:gd name="T0" fmla="*/ 4 w 39"/>
                <a:gd name="T1" fmla="*/ 27 h 43"/>
                <a:gd name="T2" fmla="*/ 26 w 39"/>
                <a:gd name="T3" fmla="*/ 40 h 43"/>
                <a:gd name="T4" fmla="*/ 35 w 39"/>
                <a:gd name="T5" fmla="*/ 15 h 43"/>
                <a:gd name="T6" fmla="*/ 12 w 39"/>
                <a:gd name="T7" fmla="*/ 3 h 43"/>
                <a:gd name="T8" fmla="*/ 4 w 39"/>
                <a:gd name="T9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3">
                  <a:moveTo>
                    <a:pt x="4" y="27"/>
                  </a:moveTo>
                  <a:cubicBezTo>
                    <a:pt x="8" y="37"/>
                    <a:pt x="18" y="43"/>
                    <a:pt x="26" y="40"/>
                  </a:cubicBezTo>
                  <a:cubicBezTo>
                    <a:pt x="35" y="36"/>
                    <a:pt x="39" y="25"/>
                    <a:pt x="35" y="15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4" y="6"/>
                    <a:pt x="0" y="17"/>
                    <a:pt x="4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6" name="işľídè"/>
            <p:cNvSpPr/>
            <p:nvPr>
              <p:custDataLst>
                <p:tags r:id="rId41"/>
              </p:custDataLst>
            </p:nvPr>
          </p:nvSpPr>
          <p:spPr bwMode="auto">
            <a:xfrm>
              <a:off x="4945" y="9426"/>
              <a:ext cx="69" cy="78"/>
            </a:xfrm>
            <a:custGeom>
              <a:avLst/>
              <a:gdLst>
                <a:gd name="T0" fmla="*/ 9 w 95"/>
                <a:gd name="T1" fmla="*/ 68 h 106"/>
                <a:gd name="T2" fmla="*/ 65 w 95"/>
                <a:gd name="T3" fmla="*/ 98 h 106"/>
                <a:gd name="T4" fmla="*/ 85 w 95"/>
                <a:gd name="T5" fmla="*/ 38 h 106"/>
                <a:gd name="T6" fmla="*/ 30 w 95"/>
                <a:gd name="T7" fmla="*/ 8 h 106"/>
                <a:gd name="T8" fmla="*/ 9 w 95"/>
                <a:gd name="T9" fmla="*/ 6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06">
                  <a:moveTo>
                    <a:pt x="9" y="68"/>
                  </a:moveTo>
                  <a:cubicBezTo>
                    <a:pt x="19" y="93"/>
                    <a:pt x="44" y="106"/>
                    <a:pt x="65" y="98"/>
                  </a:cubicBezTo>
                  <a:cubicBezTo>
                    <a:pt x="86" y="90"/>
                    <a:pt x="95" y="63"/>
                    <a:pt x="85" y="38"/>
                  </a:cubicBezTo>
                  <a:cubicBezTo>
                    <a:pt x="76" y="14"/>
                    <a:pt x="51" y="0"/>
                    <a:pt x="30" y="8"/>
                  </a:cubicBezTo>
                  <a:cubicBezTo>
                    <a:pt x="9" y="16"/>
                    <a:pt x="0" y="43"/>
                    <a:pt x="9" y="68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7" name="îsḷiḍe"/>
            <p:cNvSpPr/>
            <p:nvPr>
              <p:custDataLst>
                <p:tags r:id="rId42"/>
              </p:custDataLst>
            </p:nvPr>
          </p:nvSpPr>
          <p:spPr bwMode="auto">
            <a:xfrm>
              <a:off x="4971" y="9433"/>
              <a:ext cx="28" cy="31"/>
            </a:xfrm>
            <a:custGeom>
              <a:avLst/>
              <a:gdLst>
                <a:gd name="T0" fmla="*/ 4 w 38"/>
                <a:gd name="T1" fmla="*/ 28 h 43"/>
                <a:gd name="T2" fmla="*/ 26 w 38"/>
                <a:gd name="T3" fmla="*/ 40 h 43"/>
                <a:gd name="T4" fmla="*/ 35 w 38"/>
                <a:gd name="T5" fmla="*/ 16 h 43"/>
                <a:gd name="T6" fmla="*/ 12 w 38"/>
                <a:gd name="T7" fmla="*/ 3 h 43"/>
                <a:gd name="T8" fmla="*/ 4 w 38"/>
                <a:gd name="T9" fmla="*/ 2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43">
                  <a:moveTo>
                    <a:pt x="4" y="28"/>
                  </a:moveTo>
                  <a:cubicBezTo>
                    <a:pt x="8" y="38"/>
                    <a:pt x="18" y="43"/>
                    <a:pt x="26" y="40"/>
                  </a:cubicBezTo>
                  <a:cubicBezTo>
                    <a:pt x="35" y="36"/>
                    <a:pt x="38" y="26"/>
                    <a:pt x="35" y="16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3" y="7"/>
                    <a:pt x="0" y="18"/>
                    <a:pt x="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8" name="iṧlîde"/>
            <p:cNvSpPr/>
            <p:nvPr>
              <p:custDataLst>
                <p:tags r:id="rId43"/>
              </p:custDataLst>
            </p:nvPr>
          </p:nvSpPr>
          <p:spPr bwMode="auto">
            <a:xfrm>
              <a:off x="4930" y="9377"/>
              <a:ext cx="64" cy="46"/>
            </a:xfrm>
            <a:custGeom>
              <a:avLst/>
              <a:gdLst>
                <a:gd name="T0" fmla="*/ 81 w 87"/>
                <a:gd name="T1" fmla="*/ 0 h 63"/>
                <a:gd name="T2" fmla="*/ 73 w 87"/>
                <a:gd name="T3" fmla="*/ 4 h 63"/>
                <a:gd name="T4" fmla="*/ 73 w 87"/>
                <a:gd name="T5" fmla="*/ 6 h 63"/>
                <a:gd name="T6" fmla="*/ 49 w 87"/>
                <a:gd name="T7" fmla="*/ 53 h 63"/>
                <a:gd name="T8" fmla="*/ 39 w 87"/>
                <a:gd name="T9" fmla="*/ 55 h 63"/>
                <a:gd name="T10" fmla="*/ 9 w 87"/>
                <a:gd name="T11" fmla="*/ 39 h 63"/>
                <a:gd name="T12" fmla="*/ 8 w 87"/>
                <a:gd name="T13" fmla="*/ 38 h 63"/>
                <a:gd name="T14" fmla="*/ 6 w 87"/>
                <a:gd name="T15" fmla="*/ 39 h 63"/>
                <a:gd name="T16" fmla="*/ 4 w 87"/>
                <a:gd name="T17" fmla="*/ 39 h 63"/>
                <a:gd name="T18" fmla="*/ 0 w 87"/>
                <a:gd name="T19" fmla="*/ 41 h 63"/>
                <a:gd name="T20" fmla="*/ 1 w 87"/>
                <a:gd name="T21" fmla="*/ 43 h 63"/>
                <a:gd name="T22" fmla="*/ 39 w 87"/>
                <a:gd name="T23" fmla="*/ 63 h 63"/>
                <a:gd name="T24" fmla="*/ 51 w 87"/>
                <a:gd name="T25" fmla="*/ 61 h 63"/>
                <a:gd name="T26" fmla="*/ 81 w 87"/>
                <a:gd name="T27" fmla="*/ 3 h 63"/>
                <a:gd name="T28" fmla="*/ 81 w 87"/>
                <a:gd name="T2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" h="63">
                  <a:moveTo>
                    <a:pt x="81" y="0"/>
                  </a:moveTo>
                  <a:cubicBezTo>
                    <a:pt x="73" y="4"/>
                    <a:pt x="73" y="4"/>
                    <a:pt x="73" y="4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8" y="27"/>
                    <a:pt x="67" y="48"/>
                    <a:pt x="49" y="53"/>
                  </a:cubicBezTo>
                  <a:cubicBezTo>
                    <a:pt x="46" y="54"/>
                    <a:pt x="42" y="55"/>
                    <a:pt x="39" y="55"/>
                  </a:cubicBezTo>
                  <a:cubicBezTo>
                    <a:pt x="28" y="55"/>
                    <a:pt x="17" y="49"/>
                    <a:pt x="9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5" y="39"/>
                    <a:pt x="5" y="39"/>
                    <a:pt x="4" y="39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1" y="56"/>
                    <a:pt x="25" y="63"/>
                    <a:pt x="39" y="63"/>
                  </a:cubicBezTo>
                  <a:cubicBezTo>
                    <a:pt x="43" y="63"/>
                    <a:pt x="47" y="62"/>
                    <a:pt x="51" y="61"/>
                  </a:cubicBezTo>
                  <a:cubicBezTo>
                    <a:pt x="74" y="54"/>
                    <a:pt x="87" y="29"/>
                    <a:pt x="81" y="3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9" name="ísḷîdé"/>
            <p:cNvSpPr/>
            <p:nvPr>
              <p:custDataLst>
                <p:tags r:id="rId44"/>
              </p:custDataLst>
            </p:nvPr>
          </p:nvSpPr>
          <p:spPr bwMode="auto">
            <a:xfrm>
              <a:off x="5055" y="9328"/>
              <a:ext cx="55" cy="44"/>
            </a:xfrm>
            <a:custGeom>
              <a:avLst/>
              <a:gdLst>
                <a:gd name="T0" fmla="*/ 74 w 75"/>
                <a:gd name="T1" fmla="*/ 21 h 60"/>
                <a:gd name="T2" fmla="*/ 38 w 75"/>
                <a:gd name="T3" fmla="*/ 0 h 60"/>
                <a:gd name="T4" fmla="*/ 29 w 75"/>
                <a:gd name="T5" fmla="*/ 1 h 60"/>
                <a:gd name="T6" fmla="*/ 6 w 75"/>
                <a:gd name="T7" fmla="*/ 58 h 60"/>
                <a:gd name="T8" fmla="*/ 7 w 75"/>
                <a:gd name="T9" fmla="*/ 60 h 60"/>
                <a:gd name="T10" fmla="*/ 14 w 75"/>
                <a:gd name="T11" fmla="*/ 56 h 60"/>
                <a:gd name="T12" fmla="*/ 13 w 75"/>
                <a:gd name="T13" fmla="*/ 55 h 60"/>
                <a:gd name="T14" fmla="*/ 32 w 75"/>
                <a:gd name="T15" fmla="*/ 9 h 60"/>
                <a:gd name="T16" fmla="*/ 67 w 75"/>
                <a:gd name="T17" fmla="*/ 25 h 60"/>
                <a:gd name="T18" fmla="*/ 68 w 75"/>
                <a:gd name="T19" fmla="*/ 26 h 60"/>
                <a:gd name="T20" fmla="*/ 69 w 75"/>
                <a:gd name="T21" fmla="*/ 26 h 60"/>
                <a:gd name="T22" fmla="*/ 71 w 75"/>
                <a:gd name="T23" fmla="*/ 25 h 60"/>
                <a:gd name="T24" fmla="*/ 75 w 75"/>
                <a:gd name="T25" fmla="*/ 23 h 60"/>
                <a:gd name="T26" fmla="*/ 74 w 75"/>
                <a:gd name="T27" fmla="*/ 2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5" h="60">
                  <a:moveTo>
                    <a:pt x="74" y="21"/>
                  </a:moveTo>
                  <a:cubicBezTo>
                    <a:pt x="64" y="8"/>
                    <a:pt x="51" y="0"/>
                    <a:pt x="38" y="0"/>
                  </a:cubicBezTo>
                  <a:cubicBezTo>
                    <a:pt x="35" y="0"/>
                    <a:pt x="32" y="0"/>
                    <a:pt x="29" y="1"/>
                  </a:cubicBezTo>
                  <a:cubicBezTo>
                    <a:pt x="10" y="7"/>
                    <a:pt x="0" y="32"/>
                    <a:pt x="6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9" y="34"/>
                    <a:pt x="17" y="14"/>
                    <a:pt x="32" y="9"/>
                  </a:cubicBezTo>
                  <a:cubicBezTo>
                    <a:pt x="44" y="5"/>
                    <a:pt x="57" y="12"/>
                    <a:pt x="67" y="25"/>
                  </a:cubicBezTo>
                  <a:cubicBezTo>
                    <a:pt x="68" y="26"/>
                    <a:pt x="68" y="26"/>
                    <a:pt x="68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0" y="25"/>
                    <a:pt x="71" y="25"/>
                    <a:pt x="71" y="25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74" y="21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0" name="ïṡ1idè"/>
            <p:cNvSpPr/>
            <p:nvPr>
              <p:custDataLst>
                <p:tags r:id="rId45"/>
              </p:custDataLst>
            </p:nvPr>
          </p:nvSpPr>
          <p:spPr bwMode="auto">
            <a:xfrm>
              <a:off x="5033" y="9516"/>
              <a:ext cx="113" cy="45"/>
            </a:xfrm>
            <a:custGeom>
              <a:avLst/>
              <a:gdLst>
                <a:gd name="T0" fmla="*/ 152 w 154"/>
                <a:gd name="T1" fmla="*/ 1 h 62"/>
                <a:gd name="T2" fmla="*/ 109 w 154"/>
                <a:gd name="T3" fmla="*/ 39 h 62"/>
                <a:gd name="T4" fmla="*/ 66 w 154"/>
                <a:gd name="T5" fmla="*/ 36 h 62"/>
                <a:gd name="T6" fmla="*/ 1 w 154"/>
                <a:gd name="T7" fmla="*/ 60 h 62"/>
                <a:gd name="T8" fmla="*/ 4 w 154"/>
                <a:gd name="T9" fmla="*/ 61 h 62"/>
                <a:gd name="T10" fmla="*/ 60 w 154"/>
                <a:gd name="T11" fmla="*/ 40 h 62"/>
                <a:gd name="T12" fmla="*/ 107 w 154"/>
                <a:gd name="T13" fmla="*/ 43 h 62"/>
                <a:gd name="T14" fmla="*/ 154 w 154"/>
                <a:gd name="T15" fmla="*/ 1 h 62"/>
                <a:gd name="T16" fmla="*/ 152 w 154"/>
                <a:gd name="T17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" h="62">
                  <a:moveTo>
                    <a:pt x="152" y="1"/>
                  </a:moveTo>
                  <a:cubicBezTo>
                    <a:pt x="143" y="22"/>
                    <a:pt x="134" y="37"/>
                    <a:pt x="109" y="39"/>
                  </a:cubicBezTo>
                  <a:cubicBezTo>
                    <a:pt x="95" y="40"/>
                    <a:pt x="80" y="37"/>
                    <a:pt x="66" y="36"/>
                  </a:cubicBezTo>
                  <a:cubicBezTo>
                    <a:pt x="43" y="34"/>
                    <a:pt x="13" y="38"/>
                    <a:pt x="1" y="60"/>
                  </a:cubicBezTo>
                  <a:cubicBezTo>
                    <a:pt x="0" y="62"/>
                    <a:pt x="3" y="61"/>
                    <a:pt x="4" y="61"/>
                  </a:cubicBezTo>
                  <a:cubicBezTo>
                    <a:pt x="22" y="46"/>
                    <a:pt x="37" y="39"/>
                    <a:pt x="60" y="40"/>
                  </a:cubicBezTo>
                  <a:cubicBezTo>
                    <a:pt x="76" y="41"/>
                    <a:pt x="92" y="43"/>
                    <a:pt x="107" y="43"/>
                  </a:cubicBezTo>
                  <a:cubicBezTo>
                    <a:pt x="133" y="42"/>
                    <a:pt x="150" y="26"/>
                    <a:pt x="154" y="1"/>
                  </a:cubicBezTo>
                  <a:cubicBezTo>
                    <a:pt x="154" y="0"/>
                    <a:pt x="152" y="0"/>
                    <a:pt x="152" y="1"/>
                  </a:cubicBez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1" name="işliḋè"/>
            <p:cNvSpPr/>
            <p:nvPr>
              <p:custDataLst>
                <p:tags r:id="rId46"/>
              </p:custDataLst>
            </p:nvPr>
          </p:nvSpPr>
          <p:spPr bwMode="auto">
            <a:xfrm>
              <a:off x="4637" y="9064"/>
              <a:ext cx="534" cy="779"/>
            </a:xfrm>
            <a:custGeom>
              <a:avLst/>
              <a:gdLst>
                <a:gd name="T0" fmla="*/ 307 w 729"/>
                <a:gd name="T1" fmla="*/ 559 h 1066"/>
                <a:gd name="T2" fmla="*/ 384 w 729"/>
                <a:gd name="T3" fmla="*/ 318 h 1066"/>
                <a:gd name="T4" fmla="*/ 729 w 729"/>
                <a:gd name="T5" fmla="*/ 295 h 1066"/>
                <a:gd name="T6" fmla="*/ 286 w 729"/>
                <a:gd name="T7" fmla="*/ 86 h 1066"/>
                <a:gd name="T8" fmla="*/ 162 w 729"/>
                <a:gd name="T9" fmla="*/ 239 h 1066"/>
                <a:gd name="T10" fmla="*/ 83 w 729"/>
                <a:gd name="T11" fmla="*/ 608 h 1066"/>
                <a:gd name="T12" fmla="*/ 236 w 729"/>
                <a:gd name="T13" fmla="*/ 895 h 1066"/>
                <a:gd name="T14" fmla="*/ 113 w 729"/>
                <a:gd name="T15" fmla="*/ 962 h 1066"/>
                <a:gd name="T16" fmla="*/ 371 w 729"/>
                <a:gd name="T17" fmla="*/ 781 h 1066"/>
                <a:gd name="T18" fmla="*/ 321 w 729"/>
                <a:gd name="T19" fmla="*/ 680 h 1066"/>
                <a:gd name="T20" fmla="*/ 259 w 729"/>
                <a:gd name="T21" fmla="*/ 595 h 1066"/>
                <a:gd name="T22" fmla="*/ 307 w 729"/>
                <a:gd name="T23" fmla="*/ 559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9" h="1066">
                  <a:moveTo>
                    <a:pt x="307" y="559"/>
                  </a:moveTo>
                  <a:cubicBezTo>
                    <a:pt x="348" y="528"/>
                    <a:pt x="376" y="371"/>
                    <a:pt x="384" y="318"/>
                  </a:cubicBezTo>
                  <a:cubicBezTo>
                    <a:pt x="455" y="344"/>
                    <a:pt x="588" y="373"/>
                    <a:pt x="729" y="295"/>
                  </a:cubicBezTo>
                  <a:cubicBezTo>
                    <a:pt x="729" y="295"/>
                    <a:pt x="674" y="0"/>
                    <a:pt x="286" y="86"/>
                  </a:cubicBezTo>
                  <a:cubicBezTo>
                    <a:pt x="150" y="116"/>
                    <a:pt x="142" y="212"/>
                    <a:pt x="162" y="239"/>
                  </a:cubicBezTo>
                  <a:cubicBezTo>
                    <a:pt x="9" y="291"/>
                    <a:pt x="0" y="464"/>
                    <a:pt x="83" y="608"/>
                  </a:cubicBezTo>
                  <a:cubicBezTo>
                    <a:pt x="209" y="824"/>
                    <a:pt x="227" y="815"/>
                    <a:pt x="236" y="895"/>
                  </a:cubicBezTo>
                  <a:cubicBezTo>
                    <a:pt x="246" y="975"/>
                    <a:pt x="113" y="962"/>
                    <a:pt x="113" y="962"/>
                  </a:cubicBezTo>
                  <a:cubicBezTo>
                    <a:pt x="304" y="1066"/>
                    <a:pt x="381" y="833"/>
                    <a:pt x="371" y="781"/>
                  </a:cubicBezTo>
                  <a:cubicBezTo>
                    <a:pt x="361" y="729"/>
                    <a:pt x="321" y="680"/>
                    <a:pt x="321" y="680"/>
                  </a:cubicBezTo>
                  <a:cubicBezTo>
                    <a:pt x="267" y="681"/>
                    <a:pt x="255" y="635"/>
                    <a:pt x="259" y="595"/>
                  </a:cubicBezTo>
                  <a:cubicBezTo>
                    <a:pt x="262" y="556"/>
                    <a:pt x="307" y="559"/>
                    <a:pt x="307" y="559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2" name="íslïďê"/>
            <p:cNvSpPr/>
            <p:nvPr>
              <p:custDataLst>
                <p:tags r:id="rId47"/>
              </p:custDataLst>
            </p:nvPr>
          </p:nvSpPr>
          <p:spPr bwMode="auto">
            <a:xfrm>
              <a:off x="4788" y="9369"/>
              <a:ext cx="129" cy="137"/>
            </a:xfrm>
            <a:custGeom>
              <a:avLst/>
              <a:gdLst>
                <a:gd name="T0" fmla="*/ 15 w 176"/>
                <a:gd name="T1" fmla="*/ 167 h 187"/>
                <a:gd name="T2" fmla="*/ 8 w 176"/>
                <a:gd name="T3" fmla="*/ 142 h 187"/>
                <a:gd name="T4" fmla="*/ 0 w 176"/>
                <a:gd name="T5" fmla="*/ 112 h 187"/>
                <a:gd name="T6" fmla="*/ 0 w 176"/>
                <a:gd name="T7" fmla="*/ 110 h 187"/>
                <a:gd name="T8" fmla="*/ 12 w 176"/>
                <a:gd name="T9" fmla="*/ 87 h 187"/>
                <a:gd name="T10" fmla="*/ 28 w 176"/>
                <a:gd name="T11" fmla="*/ 71 h 187"/>
                <a:gd name="T12" fmla="*/ 59 w 176"/>
                <a:gd name="T13" fmla="*/ 60 h 187"/>
                <a:gd name="T14" fmla="*/ 80 w 176"/>
                <a:gd name="T15" fmla="*/ 21 h 187"/>
                <a:gd name="T16" fmla="*/ 106 w 176"/>
                <a:gd name="T17" fmla="*/ 44 h 187"/>
                <a:gd name="T18" fmla="*/ 109 w 176"/>
                <a:gd name="T19" fmla="*/ 94 h 187"/>
                <a:gd name="T20" fmla="*/ 136 w 176"/>
                <a:gd name="T21" fmla="*/ 87 h 187"/>
                <a:gd name="T22" fmla="*/ 176 w 176"/>
                <a:gd name="T23" fmla="*/ 103 h 187"/>
                <a:gd name="T24" fmla="*/ 81 w 176"/>
                <a:gd name="T25" fmla="*/ 185 h 187"/>
                <a:gd name="T26" fmla="*/ 15 w 176"/>
                <a:gd name="T27" fmla="*/ 16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6" h="187">
                  <a:moveTo>
                    <a:pt x="15" y="167"/>
                  </a:moveTo>
                  <a:cubicBezTo>
                    <a:pt x="8" y="142"/>
                    <a:pt x="8" y="142"/>
                    <a:pt x="8" y="142"/>
                  </a:cubicBezTo>
                  <a:cubicBezTo>
                    <a:pt x="6" y="133"/>
                    <a:pt x="4" y="123"/>
                    <a:pt x="0" y="112"/>
                  </a:cubicBezTo>
                  <a:cubicBezTo>
                    <a:pt x="0" y="112"/>
                    <a:pt x="0" y="111"/>
                    <a:pt x="0" y="110"/>
                  </a:cubicBezTo>
                  <a:cubicBezTo>
                    <a:pt x="1" y="102"/>
                    <a:pt x="5" y="93"/>
                    <a:pt x="12" y="87"/>
                  </a:cubicBezTo>
                  <a:cubicBezTo>
                    <a:pt x="20" y="82"/>
                    <a:pt x="23" y="77"/>
                    <a:pt x="28" y="71"/>
                  </a:cubicBezTo>
                  <a:cubicBezTo>
                    <a:pt x="42" y="57"/>
                    <a:pt x="58" y="61"/>
                    <a:pt x="59" y="60"/>
                  </a:cubicBezTo>
                  <a:cubicBezTo>
                    <a:pt x="60" y="59"/>
                    <a:pt x="51" y="45"/>
                    <a:pt x="80" y="21"/>
                  </a:cubicBezTo>
                  <a:cubicBezTo>
                    <a:pt x="106" y="0"/>
                    <a:pt x="147" y="16"/>
                    <a:pt x="106" y="44"/>
                  </a:cubicBezTo>
                  <a:cubicBezTo>
                    <a:pt x="79" y="63"/>
                    <a:pt x="99" y="88"/>
                    <a:pt x="109" y="94"/>
                  </a:cubicBezTo>
                  <a:cubicBezTo>
                    <a:pt x="117" y="95"/>
                    <a:pt x="117" y="95"/>
                    <a:pt x="136" y="87"/>
                  </a:cubicBezTo>
                  <a:cubicBezTo>
                    <a:pt x="167" y="73"/>
                    <a:pt x="176" y="103"/>
                    <a:pt x="176" y="103"/>
                  </a:cubicBezTo>
                  <a:cubicBezTo>
                    <a:pt x="140" y="106"/>
                    <a:pt x="96" y="164"/>
                    <a:pt x="81" y="185"/>
                  </a:cubicBezTo>
                  <a:cubicBezTo>
                    <a:pt x="50" y="187"/>
                    <a:pt x="45" y="176"/>
                    <a:pt x="15" y="167"/>
                  </a:cubicBezTo>
                  <a:close/>
                </a:path>
              </a:pathLst>
            </a:custGeom>
            <a:solidFill>
              <a:srgbClr val="EAC9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3" name="îṣḻíḑe"/>
            <p:cNvSpPr/>
            <p:nvPr>
              <p:custDataLst>
                <p:tags r:id="rId48"/>
              </p:custDataLst>
            </p:nvPr>
          </p:nvSpPr>
          <p:spPr bwMode="auto">
            <a:xfrm>
              <a:off x="4726" y="9463"/>
              <a:ext cx="233" cy="321"/>
            </a:xfrm>
            <a:custGeom>
              <a:avLst/>
              <a:gdLst>
                <a:gd name="T0" fmla="*/ 170 w 319"/>
                <a:gd name="T1" fmla="*/ 57 h 440"/>
                <a:gd name="T2" fmla="*/ 265 w 319"/>
                <a:gd name="T3" fmla="*/ 294 h 440"/>
                <a:gd name="T4" fmla="*/ 297 w 319"/>
                <a:gd name="T5" fmla="*/ 363 h 440"/>
                <a:gd name="T6" fmla="*/ 319 w 319"/>
                <a:gd name="T7" fmla="*/ 440 h 440"/>
                <a:gd name="T8" fmla="*/ 95 w 319"/>
                <a:gd name="T9" fmla="*/ 22 h 440"/>
                <a:gd name="T10" fmla="*/ 170 w 319"/>
                <a:gd name="T11" fmla="*/ 57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9" h="440">
                  <a:moveTo>
                    <a:pt x="170" y="57"/>
                  </a:moveTo>
                  <a:cubicBezTo>
                    <a:pt x="159" y="167"/>
                    <a:pt x="211" y="292"/>
                    <a:pt x="265" y="294"/>
                  </a:cubicBezTo>
                  <a:cubicBezTo>
                    <a:pt x="265" y="294"/>
                    <a:pt x="282" y="316"/>
                    <a:pt x="297" y="363"/>
                  </a:cubicBezTo>
                  <a:cubicBezTo>
                    <a:pt x="313" y="410"/>
                    <a:pt x="319" y="440"/>
                    <a:pt x="319" y="440"/>
                  </a:cubicBezTo>
                  <a:cubicBezTo>
                    <a:pt x="0" y="408"/>
                    <a:pt x="95" y="22"/>
                    <a:pt x="95" y="22"/>
                  </a:cubicBezTo>
                  <a:cubicBezTo>
                    <a:pt x="139" y="0"/>
                    <a:pt x="170" y="57"/>
                    <a:pt x="170" y="57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4" name="ïśḷïde"/>
            <p:cNvSpPr/>
            <p:nvPr>
              <p:custDataLst>
                <p:tags r:id="rId49"/>
              </p:custDataLst>
            </p:nvPr>
          </p:nvSpPr>
          <p:spPr bwMode="auto">
            <a:xfrm>
              <a:off x="4827" y="9497"/>
              <a:ext cx="14" cy="16"/>
            </a:xfrm>
            <a:custGeom>
              <a:avLst/>
              <a:gdLst>
                <a:gd name="T0" fmla="*/ 13 w 19"/>
                <a:gd name="T1" fmla="*/ 20 h 22"/>
                <a:gd name="T2" fmla="*/ 2 w 19"/>
                <a:gd name="T3" fmla="*/ 13 h 22"/>
                <a:gd name="T4" fmla="*/ 6 w 19"/>
                <a:gd name="T5" fmla="*/ 1 h 22"/>
                <a:gd name="T6" fmla="*/ 18 w 19"/>
                <a:gd name="T7" fmla="*/ 9 h 22"/>
                <a:gd name="T8" fmla="*/ 13 w 19"/>
                <a:gd name="T9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2">
                  <a:moveTo>
                    <a:pt x="13" y="20"/>
                  </a:moveTo>
                  <a:cubicBezTo>
                    <a:pt x="9" y="22"/>
                    <a:pt x="4" y="18"/>
                    <a:pt x="2" y="13"/>
                  </a:cubicBezTo>
                  <a:cubicBezTo>
                    <a:pt x="0" y="8"/>
                    <a:pt x="2" y="3"/>
                    <a:pt x="6" y="1"/>
                  </a:cubicBezTo>
                  <a:cubicBezTo>
                    <a:pt x="11" y="0"/>
                    <a:pt x="16" y="3"/>
                    <a:pt x="18" y="9"/>
                  </a:cubicBezTo>
                  <a:cubicBezTo>
                    <a:pt x="19" y="14"/>
                    <a:pt x="18" y="19"/>
                    <a:pt x="13" y="2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5" name="iṡḷîḑê"/>
            <p:cNvSpPr/>
            <p:nvPr>
              <p:custDataLst>
                <p:tags r:id="rId50"/>
              </p:custDataLst>
            </p:nvPr>
          </p:nvSpPr>
          <p:spPr bwMode="auto">
            <a:xfrm>
              <a:off x="4623" y="9242"/>
              <a:ext cx="163" cy="263"/>
            </a:xfrm>
            <a:custGeom>
              <a:avLst/>
              <a:gdLst>
                <a:gd name="T0" fmla="*/ 170 w 223"/>
                <a:gd name="T1" fmla="*/ 0 h 360"/>
                <a:gd name="T2" fmla="*/ 223 w 223"/>
                <a:gd name="T3" fmla="*/ 360 h 360"/>
                <a:gd name="T4" fmla="*/ 170 w 223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" h="360">
                  <a:moveTo>
                    <a:pt x="170" y="0"/>
                  </a:moveTo>
                  <a:cubicBezTo>
                    <a:pt x="170" y="0"/>
                    <a:pt x="0" y="234"/>
                    <a:pt x="223" y="360"/>
                  </a:cubicBezTo>
                  <a:cubicBezTo>
                    <a:pt x="223" y="360"/>
                    <a:pt x="72" y="251"/>
                    <a:pt x="170" y="0"/>
                  </a:cubicBezTo>
                  <a:close/>
                </a:path>
              </a:pathLst>
            </a:custGeom>
            <a:solidFill>
              <a:srgbClr val="E58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6" name="íṩ1ídè"/>
            <p:cNvSpPr/>
            <p:nvPr>
              <p:custDataLst>
                <p:tags r:id="rId51"/>
              </p:custDataLst>
            </p:nvPr>
          </p:nvSpPr>
          <p:spPr bwMode="auto">
            <a:xfrm>
              <a:off x="4693" y="8842"/>
              <a:ext cx="160" cy="247"/>
            </a:xfrm>
            <a:custGeom>
              <a:avLst/>
              <a:gdLst>
                <a:gd name="T0" fmla="*/ 0 w 219"/>
                <a:gd name="T1" fmla="*/ 81 h 338"/>
                <a:gd name="T2" fmla="*/ 86 w 219"/>
                <a:gd name="T3" fmla="*/ 18 h 338"/>
                <a:gd name="T4" fmla="*/ 210 w 219"/>
                <a:gd name="T5" fmla="*/ 67 h 338"/>
                <a:gd name="T6" fmla="*/ 169 w 219"/>
                <a:gd name="T7" fmla="*/ 170 h 338"/>
                <a:gd name="T8" fmla="*/ 160 w 219"/>
                <a:gd name="T9" fmla="*/ 226 h 338"/>
                <a:gd name="T10" fmla="*/ 157 w 219"/>
                <a:gd name="T11" fmla="*/ 230 h 338"/>
                <a:gd name="T12" fmla="*/ 100 w 219"/>
                <a:gd name="T13" fmla="*/ 187 h 338"/>
                <a:gd name="T14" fmla="*/ 116 w 219"/>
                <a:gd name="T15" fmla="*/ 87 h 338"/>
                <a:gd name="T16" fmla="*/ 63 w 219"/>
                <a:gd name="T17" fmla="*/ 46 h 338"/>
                <a:gd name="T18" fmla="*/ 39 w 219"/>
                <a:gd name="T19" fmla="*/ 124 h 338"/>
                <a:gd name="T20" fmla="*/ 34 w 219"/>
                <a:gd name="T21" fmla="*/ 125 h 338"/>
                <a:gd name="T22" fmla="*/ 0 w 219"/>
                <a:gd name="T23" fmla="*/ 81 h 338"/>
                <a:gd name="T24" fmla="*/ 120 w 219"/>
                <a:gd name="T25" fmla="*/ 304 h 338"/>
                <a:gd name="T26" fmla="*/ 149 w 219"/>
                <a:gd name="T27" fmla="*/ 254 h 338"/>
                <a:gd name="T28" fmla="*/ 198 w 219"/>
                <a:gd name="T29" fmla="*/ 283 h 338"/>
                <a:gd name="T30" fmla="*/ 170 w 219"/>
                <a:gd name="T31" fmla="*/ 332 h 338"/>
                <a:gd name="T32" fmla="*/ 120 w 219"/>
                <a:gd name="T33" fmla="*/ 304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9" h="338">
                  <a:moveTo>
                    <a:pt x="0" y="81"/>
                  </a:moveTo>
                  <a:cubicBezTo>
                    <a:pt x="7" y="55"/>
                    <a:pt x="38" y="30"/>
                    <a:pt x="86" y="18"/>
                  </a:cubicBezTo>
                  <a:cubicBezTo>
                    <a:pt x="153" y="0"/>
                    <a:pt x="198" y="18"/>
                    <a:pt x="210" y="67"/>
                  </a:cubicBezTo>
                  <a:cubicBezTo>
                    <a:pt x="219" y="102"/>
                    <a:pt x="205" y="127"/>
                    <a:pt x="169" y="170"/>
                  </a:cubicBezTo>
                  <a:cubicBezTo>
                    <a:pt x="155" y="188"/>
                    <a:pt x="141" y="204"/>
                    <a:pt x="160" y="226"/>
                  </a:cubicBezTo>
                  <a:cubicBezTo>
                    <a:pt x="157" y="230"/>
                    <a:pt x="157" y="230"/>
                    <a:pt x="157" y="230"/>
                  </a:cubicBezTo>
                  <a:cubicBezTo>
                    <a:pt x="130" y="230"/>
                    <a:pt x="104" y="217"/>
                    <a:pt x="100" y="187"/>
                  </a:cubicBezTo>
                  <a:cubicBezTo>
                    <a:pt x="94" y="150"/>
                    <a:pt x="131" y="142"/>
                    <a:pt x="116" y="87"/>
                  </a:cubicBezTo>
                  <a:cubicBezTo>
                    <a:pt x="107" y="55"/>
                    <a:pt x="89" y="40"/>
                    <a:pt x="63" y="46"/>
                  </a:cubicBezTo>
                  <a:cubicBezTo>
                    <a:pt x="37" y="53"/>
                    <a:pt x="27" y="78"/>
                    <a:pt x="39" y="124"/>
                  </a:cubicBezTo>
                  <a:cubicBezTo>
                    <a:pt x="34" y="125"/>
                    <a:pt x="34" y="125"/>
                    <a:pt x="34" y="125"/>
                  </a:cubicBezTo>
                  <a:lnTo>
                    <a:pt x="0" y="81"/>
                  </a:lnTo>
                  <a:close/>
                  <a:moveTo>
                    <a:pt x="120" y="304"/>
                  </a:moveTo>
                  <a:cubicBezTo>
                    <a:pt x="115" y="282"/>
                    <a:pt x="128" y="260"/>
                    <a:pt x="149" y="254"/>
                  </a:cubicBezTo>
                  <a:cubicBezTo>
                    <a:pt x="171" y="249"/>
                    <a:pt x="192" y="262"/>
                    <a:pt x="198" y="283"/>
                  </a:cubicBezTo>
                  <a:cubicBezTo>
                    <a:pt x="204" y="305"/>
                    <a:pt x="191" y="327"/>
                    <a:pt x="170" y="332"/>
                  </a:cubicBezTo>
                  <a:cubicBezTo>
                    <a:pt x="148" y="338"/>
                    <a:pt x="126" y="325"/>
                    <a:pt x="120" y="304"/>
                  </a:cubicBezTo>
                  <a:close/>
                </a:path>
              </a:pathLst>
            </a:custGeom>
            <a:solidFill>
              <a:srgbClr val="769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7" name="ïSļîḋê"/>
            <p:cNvSpPr/>
            <p:nvPr>
              <p:custDataLst>
                <p:tags r:id="rId52"/>
              </p:custDataLst>
            </p:nvPr>
          </p:nvSpPr>
          <p:spPr bwMode="auto">
            <a:xfrm>
              <a:off x="5648" y="10180"/>
              <a:ext cx="524" cy="82"/>
            </a:xfrm>
            <a:custGeom>
              <a:avLst/>
              <a:gdLst>
                <a:gd name="T0" fmla="*/ 398 w 716"/>
                <a:gd name="T1" fmla="*/ 0 h 112"/>
                <a:gd name="T2" fmla="*/ 398 w 716"/>
                <a:gd name="T3" fmla="*/ 36 h 112"/>
                <a:gd name="T4" fmla="*/ 397 w 716"/>
                <a:gd name="T5" fmla="*/ 49 h 112"/>
                <a:gd name="T6" fmla="*/ 397 w 716"/>
                <a:gd name="T7" fmla="*/ 49 h 112"/>
                <a:gd name="T8" fmla="*/ 367 w 716"/>
                <a:gd name="T9" fmla="*/ 49 h 112"/>
                <a:gd name="T10" fmla="*/ 326 w 716"/>
                <a:gd name="T11" fmla="*/ 49 h 112"/>
                <a:gd name="T12" fmla="*/ 298 w 716"/>
                <a:gd name="T13" fmla="*/ 49 h 112"/>
                <a:gd name="T14" fmla="*/ 298 w 716"/>
                <a:gd name="T15" fmla="*/ 0 h 112"/>
                <a:gd name="T16" fmla="*/ 0 w 716"/>
                <a:gd name="T17" fmla="*/ 56 h 112"/>
                <a:gd name="T18" fmla="*/ 358 w 716"/>
                <a:gd name="T19" fmla="*/ 112 h 112"/>
                <a:gd name="T20" fmla="*/ 716 w 716"/>
                <a:gd name="T21" fmla="*/ 56 h 112"/>
                <a:gd name="T22" fmla="*/ 398 w 716"/>
                <a:gd name="T2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6" h="112">
                  <a:moveTo>
                    <a:pt x="398" y="0"/>
                  </a:moveTo>
                  <a:cubicBezTo>
                    <a:pt x="398" y="36"/>
                    <a:pt x="398" y="36"/>
                    <a:pt x="398" y="36"/>
                  </a:cubicBezTo>
                  <a:cubicBezTo>
                    <a:pt x="398" y="40"/>
                    <a:pt x="397" y="45"/>
                    <a:pt x="397" y="49"/>
                  </a:cubicBezTo>
                  <a:cubicBezTo>
                    <a:pt x="397" y="49"/>
                    <a:pt x="397" y="49"/>
                    <a:pt x="397" y="49"/>
                  </a:cubicBezTo>
                  <a:cubicBezTo>
                    <a:pt x="367" y="49"/>
                    <a:pt x="367" y="49"/>
                    <a:pt x="367" y="49"/>
                  </a:cubicBezTo>
                  <a:cubicBezTo>
                    <a:pt x="326" y="49"/>
                    <a:pt x="326" y="49"/>
                    <a:pt x="326" y="49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129" y="5"/>
                    <a:pt x="0" y="28"/>
                    <a:pt x="0" y="56"/>
                  </a:cubicBezTo>
                  <a:cubicBezTo>
                    <a:pt x="0" y="87"/>
                    <a:pt x="161" y="112"/>
                    <a:pt x="358" y="112"/>
                  </a:cubicBezTo>
                  <a:cubicBezTo>
                    <a:pt x="556" y="112"/>
                    <a:pt x="716" y="87"/>
                    <a:pt x="716" y="56"/>
                  </a:cubicBezTo>
                  <a:cubicBezTo>
                    <a:pt x="716" y="27"/>
                    <a:pt x="577" y="3"/>
                    <a:pt x="398" y="0"/>
                  </a:cubicBezTo>
                </a:path>
              </a:pathLst>
            </a:cu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8" name="ïś1iďé"/>
            <p:cNvSpPr/>
            <p:nvPr>
              <p:custDataLst>
                <p:tags r:id="rId53"/>
              </p:custDataLst>
            </p:nvPr>
          </p:nvSpPr>
          <p:spPr bwMode="auto">
            <a:xfrm>
              <a:off x="5866" y="8522"/>
              <a:ext cx="73" cy="1694"/>
            </a:xfrm>
            <a:custGeom>
              <a:avLst/>
              <a:gdLst>
                <a:gd name="T0" fmla="*/ 60 w 100"/>
                <a:gd name="T1" fmla="*/ 0 h 2317"/>
                <a:gd name="T2" fmla="*/ 28 w 100"/>
                <a:gd name="T3" fmla="*/ 0 h 2317"/>
                <a:gd name="T4" fmla="*/ 0 w 100"/>
                <a:gd name="T5" fmla="*/ 0 h 2317"/>
                <a:gd name="T6" fmla="*/ 0 w 100"/>
                <a:gd name="T7" fmla="*/ 2317 h 2317"/>
                <a:gd name="T8" fmla="*/ 28 w 100"/>
                <a:gd name="T9" fmla="*/ 2317 h 2317"/>
                <a:gd name="T10" fmla="*/ 69 w 100"/>
                <a:gd name="T11" fmla="*/ 2317 h 2317"/>
                <a:gd name="T12" fmla="*/ 99 w 100"/>
                <a:gd name="T13" fmla="*/ 2317 h 2317"/>
                <a:gd name="T14" fmla="*/ 99 w 100"/>
                <a:gd name="T15" fmla="*/ 2317 h 2317"/>
                <a:gd name="T16" fmla="*/ 100 w 100"/>
                <a:gd name="T17" fmla="*/ 2304 h 2317"/>
                <a:gd name="T18" fmla="*/ 100 w 100"/>
                <a:gd name="T19" fmla="*/ 0 h 2317"/>
                <a:gd name="T20" fmla="*/ 60 w 100"/>
                <a:gd name="T21" fmla="*/ 0 h 2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0" h="2317">
                  <a:moveTo>
                    <a:pt x="60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28" y="2317"/>
                    <a:pt x="28" y="2317"/>
                    <a:pt x="28" y="2317"/>
                  </a:cubicBezTo>
                  <a:cubicBezTo>
                    <a:pt x="69" y="2317"/>
                    <a:pt x="69" y="2317"/>
                    <a:pt x="6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3"/>
                    <a:pt x="100" y="2308"/>
                    <a:pt x="100" y="2304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60" y="0"/>
                    <a:pt x="60" y="0"/>
                    <a:pt x="60" y="0"/>
                  </a:cubicBezTo>
                </a:path>
              </a:pathLst>
            </a:custGeom>
            <a:solidFill>
              <a:srgbClr val="70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9" name="îṩḷïḋê"/>
            <p:cNvSpPr/>
            <p:nvPr>
              <p:custDataLst>
                <p:tags r:id="rId54"/>
              </p:custDataLst>
            </p:nvPr>
          </p:nvSpPr>
          <p:spPr bwMode="auto">
            <a:xfrm>
              <a:off x="5604" y="8591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0" name="îṡḷiďê"/>
            <p:cNvSpPr/>
            <p:nvPr>
              <p:custDataLst>
                <p:tags r:id="rId55"/>
              </p:custDataLst>
            </p:nvPr>
          </p:nvSpPr>
          <p:spPr bwMode="auto">
            <a:xfrm>
              <a:off x="5604" y="8591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1" name="îṧļîḑè"/>
            <p:cNvSpPr/>
            <p:nvPr>
              <p:custDataLst>
                <p:tags r:id="rId56"/>
              </p:custDataLst>
            </p:nvPr>
          </p:nvSpPr>
          <p:spPr bwMode="auto">
            <a:xfrm>
              <a:off x="5609" y="8591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2" name="îṡļîḑè"/>
            <p:cNvSpPr/>
            <p:nvPr>
              <p:custDataLst>
                <p:tags r:id="rId57"/>
              </p:custDataLst>
            </p:nvPr>
          </p:nvSpPr>
          <p:spPr bwMode="auto">
            <a:xfrm>
              <a:off x="5609" y="8591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3" name="í$1ïďê"/>
            <p:cNvSpPr/>
            <p:nvPr>
              <p:custDataLst>
                <p:tags r:id="rId58"/>
              </p:custDataLst>
            </p:nvPr>
          </p:nvSpPr>
          <p:spPr bwMode="auto">
            <a:xfrm>
              <a:off x="5611" y="9255"/>
              <a:ext cx="671" cy="252"/>
            </a:xfrm>
            <a:custGeom>
              <a:avLst/>
              <a:gdLst>
                <a:gd name="T0" fmla="*/ 1509 w 1539"/>
                <a:gd name="T1" fmla="*/ 293 h 578"/>
                <a:gd name="T2" fmla="*/ 1539 w 1539"/>
                <a:gd name="T3" fmla="*/ 261 h 578"/>
                <a:gd name="T4" fmla="*/ 1153 w 1539"/>
                <a:gd name="T5" fmla="*/ 0 h 578"/>
                <a:gd name="T6" fmla="*/ 1141 w 1539"/>
                <a:gd name="T7" fmla="*/ 12 h 578"/>
                <a:gd name="T8" fmla="*/ 1146 w 1539"/>
                <a:gd name="T9" fmla="*/ 147 h 578"/>
                <a:gd name="T10" fmla="*/ 13 w 1539"/>
                <a:gd name="T11" fmla="*/ 136 h 578"/>
                <a:gd name="T12" fmla="*/ 0 w 1539"/>
                <a:gd name="T13" fmla="*/ 151 h 578"/>
                <a:gd name="T14" fmla="*/ 12 w 1539"/>
                <a:gd name="T15" fmla="*/ 531 h 578"/>
                <a:gd name="T16" fmla="*/ 1156 w 1539"/>
                <a:gd name="T17" fmla="*/ 439 h 578"/>
                <a:gd name="T18" fmla="*/ 1162 w 1539"/>
                <a:gd name="T19" fmla="*/ 578 h 578"/>
                <a:gd name="T20" fmla="*/ 1509 w 1539"/>
                <a:gd name="T21" fmla="*/ 293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578">
                  <a:moveTo>
                    <a:pt x="1509" y="293"/>
                  </a:moveTo>
                  <a:lnTo>
                    <a:pt x="1539" y="261"/>
                  </a:lnTo>
                  <a:lnTo>
                    <a:pt x="1153" y="0"/>
                  </a:lnTo>
                  <a:lnTo>
                    <a:pt x="1141" y="12"/>
                  </a:lnTo>
                  <a:lnTo>
                    <a:pt x="1146" y="147"/>
                  </a:lnTo>
                  <a:lnTo>
                    <a:pt x="13" y="136"/>
                  </a:lnTo>
                  <a:lnTo>
                    <a:pt x="0" y="151"/>
                  </a:lnTo>
                  <a:lnTo>
                    <a:pt x="12" y="531"/>
                  </a:lnTo>
                  <a:lnTo>
                    <a:pt x="1156" y="439"/>
                  </a:lnTo>
                  <a:lnTo>
                    <a:pt x="1162" y="578"/>
                  </a:lnTo>
                  <a:lnTo>
                    <a:pt x="1509" y="29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4" name="isľíďe"/>
            <p:cNvSpPr/>
            <p:nvPr>
              <p:custDataLst>
                <p:tags r:id="rId59"/>
              </p:custDataLst>
            </p:nvPr>
          </p:nvSpPr>
          <p:spPr bwMode="auto">
            <a:xfrm>
              <a:off x="5616" y="9255"/>
              <a:ext cx="666" cy="239"/>
            </a:xfrm>
            <a:custGeom>
              <a:avLst/>
              <a:gdLst>
                <a:gd name="T0" fmla="*/ 1526 w 1526"/>
                <a:gd name="T1" fmla="*/ 261 h 548"/>
                <a:gd name="T2" fmla="*/ 1140 w 1526"/>
                <a:gd name="T3" fmla="*/ 0 h 548"/>
                <a:gd name="T4" fmla="*/ 1145 w 1526"/>
                <a:gd name="T5" fmla="*/ 147 h 548"/>
                <a:gd name="T6" fmla="*/ 0 w 1526"/>
                <a:gd name="T7" fmla="*/ 136 h 548"/>
                <a:gd name="T8" fmla="*/ 12 w 1526"/>
                <a:gd name="T9" fmla="*/ 504 h 548"/>
                <a:gd name="T10" fmla="*/ 1155 w 1526"/>
                <a:gd name="T11" fmla="*/ 414 h 548"/>
                <a:gd name="T12" fmla="*/ 1159 w 1526"/>
                <a:gd name="T13" fmla="*/ 548 h 548"/>
                <a:gd name="T14" fmla="*/ 1526 w 1526"/>
                <a:gd name="T15" fmla="*/ 261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6" h="548">
                  <a:moveTo>
                    <a:pt x="1526" y="261"/>
                  </a:moveTo>
                  <a:lnTo>
                    <a:pt x="1140" y="0"/>
                  </a:lnTo>
                  <a:lnTo>
                    <a:pt x="1145" y="147"/>
                  </a:lnTo>
                  <a:lnTo>
                    <a:pt x="0" y="136"/>
                  </a:lnTo>
                  <a:lnTo>
                    <a:pt x="12" y="504"/>
                  </a:lnTo>
                  <a:lnTo>
                    <a:pt x="1155" y="414"/>
                  </a:lnTo>
                  <a:lnTo>
                    <a:pt x="1159" y="548"/>
                  </a:lnTo>
                  <a:lnTo>
                    <a:pt x="1526" y="2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5" name="ïṡlíḓé"/>
            <p:cNvSpPr/>
            <p:nvPr>
              <p:custDataLst>
                <p:tags r:id="rId60"/>
              </p:custDataLst>
            </p:nvPr>
          </p:nvSpPr>
          <p:spPr bwMode="auto">
            <a:xfrm>
              <a:off x="5557" y="8923"/>
              <a:ext cx="673" cy="301"/>
            </a:xfrm>
            <a:custGeom>
              <a:avLst/>
              <a:gdLst>
                <a:gd name="T0" fmla="*/ 0 w 1543"/>
                <a:gd name="T1" fmla="*/ 191 h 690"/>
                <a:gd name="T2" fmla="*/ 427 w 1543"/>
                <a:gd name="T3" fmla="*/ 0 h 690"/>
                <a:gd name="T4" fmla="*/ 437 w 1543"/>
                <a:gd name="T5" fmla="*/ 13 h 690"/>
                <a:gd name="T6" fmla="*/ 408 w 1543"/>
                <a:gd name="T7" fmla="*/ 147 h 690"/>
                <a:gd name="T8" fmla="*/ 1543 w 1543"/>
                <a:gd name="T9" fmla="*/ 327 h 690"/>
                <a:gd name="T10" fmla="*/ 1468 w 1543"/>
                <a:gd name="T11" fmla="*/ 690 h 690"/>
                <a:gd name="T12" fmla="*/ 358 w 1543"/>
                <a:gd name="T13" fmla="*/ 405 h 690"/>
                <a:gd name="T14" fmla="*/ 324 w 1543"/>
                <a:gd name="T15" fmla="*/ 561 h 690"/>
                <a:gd name="T16" fmla="*/ 0 w 1543"/>
                <a:gd name="T17" fmla="*/ 191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3" h="690">
                  <a:moveTo>
                    <a:pt x="0" y="191"/>
                  </a:moveTo>
                  <a:lnTo>
                    <a:pt x="427" y="0"/>
                  </a:lnTo>
                  <a:lnTo>
                    <a:pt x="437" y="13"/>
                  </a:lnTo>
                  <a:lnTo>
                    <a:pt x="408" y="147"/>
                  </a:lnTo>
                  <a:lnTo>
                    <a:pt x="1543" y="327"/>
                  </a:lnTo>
                  <a:lnTo>
                    <a:pt x="1468" y="690"/>
                  </a:lnTo>
                  <a:lnTo>
                    <a:pt x="358" y="405"/>
                  </a:lnTo>
                  <a:lnTo>
                    <a:pt x="324" y="561"/>
                  </a:lnTo>
                  <a:lnTo>
                    <a:pt x="0" y="191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6" name="îŝ1îdè"/>
            <p:cNvSpPr/>
            <p:nvPr>
              <p:custDataLst>
                <p:tags r:id="rId61"/>
              </p:custDataLst>
            </p:nvPr>
          </p:nvSpPr>
          <p:spPr bwMode="auto">
            <a:xfrm>
              <a:off x="5565" y="8919"/>
              <a:ext cx="666" cy="296"/>
            </a:xfrm>
            <a:custGeom>
              <a:avLst/>
              <a:gdLst>
                <a:gd name="T0" fmla="*/ 0 w 1527"/>
                <a:gd name="T1" fmla="*/ 192 h 678"/>
                <a:gd name="T2" fmla="*/ 312 w 1527"/>
                <a:gd name="T3" fmla="*/ 539 h 678"/>
                <a:gd name="T4" fmla="*/ 342 w 1527"/>
                <a:gd name="T5" fmla="*/ 393 h 678"/>
                <a:gd name="T6" fmla="*/ 1452 w 1527"/>
                <a:gd name="T7" fmla="*/ 678 h 678"/>
                <a:gd name="T8" fmla="*/ 1527 w 1527"/>
                <a:gd name="T9" fmla="*/ 317 h 678"/>
                <a:gd name="T10" fmla="*/ 398 w 1527"/>
                <a:gd name="T11" fmla="*/ 133 h 678"/>
                <a:gd name="T12" fmla="*/ 426 w 1527"/>
                <a:gd name="T13" fmla="*/ 0 h 678"/>
                <a:gd name="T14" fmla="*/ 0 w 1527"/>
                <a:gd name="T15" fmla="*/ 192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7" h="678">
                  <a:moveTo>
                    <a:pt x="0" y="192"/>
                  </a:moveTo>
                  <a:lnTo>
                    <a:pt x="312" y="539"/>
                  </a:lnTo>
                  <a:lnTo>
                    <a:pt x="342" y="393"/>
                  </a:lnTo>
                  <a:lnTo>
                    <a:pt x="1452" y="678"/>
                  </a:lnTo>
                  <a:lnTo>
                    <a:pt x="1527" y="317"/>
                  </a:lnTo>
                  <a:lnTo>
                    <a:pt x="398" y="133"/>
                  </a:lnTo>
                  <a:lnTo>
                    <a:pt x="42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7" name="íśḷîḍé"/>
            <p:cNvSpPr/>
            <p:nvPr>
              <p:custDataLst>
                <p:tags r:id="rId62"/>
              </p:custDataLst>
            </p:nvPr>
          </p:nvSpPr>
          <p:spPr bwMode="auto">
            <a:xfrm>
              <a:off x="5548" y="9567"/>
              <a:ext cx="665" cy="346"/>
            </a:xfrm>
            <a:custGeom>
              <a:avLst/>
              <a:gdLst>
                <a:gd name="T0" fmla="*/ 0 w 1524"/>
                <a:gd name="T1" fmla="*/ 623 h 793"/>
                <a:gd name="T2" fmla="*/ 280 w 1524"/>
                <a:gd name="T3" fmla="*/ 251 h 793"/>
                <a:gd name="T4" fmla="*/ 296 w 1524"/>
                <a:gd name="T5" fmla="*/ 258 h 793"/>
                <a:gd name="T6" fmla="*/ 334 w 1524"/>
                <a:gd name="T7" fmla="*/ 387 h 793"/>
                <a:gd name="T8" fmla="*/ 1417 w 1524"/>
                <a:gd name="T9" fmla="*/ 0 h 793"/>
                <a:gd name="T10" fmla="*/ 1524 w 1524"/>
                <a:gd name="T11" fmla="*/ 355 h 793"/>
                <a:gd name="T12" fmla="*/ 416 w 1524"/>
                <a:gd name="T13" fmla="*/ 638 h 793"/>
                <a:gd name="T14" fmla="*/ 462 w 1524"/>
                <a:gd name="T15" fmla="*/ 793 h 793"/>
                <a:gd name="T16" fmla="*/ 0 w 1524"/>
                <a:gd name="T17" fmla="*/ 623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4" h="793">
                  <a:moveTo>
                    <a:pt x="0" y="623"/>
                  </a:moveTo>
                  <a:lnTo>
                    <a:pt x="280" y="251"/>
                  </a:lnTo>
                  <a:lnTo>
                    <a:pt x="296" y="258"/>
                  </a:lnTo>
                  <a:lnTo>
                    <a:pt x="334" y="387"/>
                  </a:lnTo>
                  <a:lnTo>
                    <a:pt x="1417" y="0"/>
                  </a:lnTo>
                  <a:lnTo>
                    <a:pt x="1524" y="355"/>
                  </a:lnTo>
                  <a:lnTo>
                    <a:pt x="416" y="638"/>
                  </a:lnTo>
                  <a:lnTo>
                    <a:pt x="462" y="793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8" name="ï$ḻíḑe"/>
            <p:cNvSpPr/>
            <p:nvPr>
              <p:custDataLst>
                <p:tags r:id="rId63"/>
              </p:custDataLst>
            </p:nvPr>
          </p:nvSpPr>
          <p:spPr bwMode="auto">
            <a:xfrm>
              <a:off x="5554" y="9560"/>
              <a:ext cx="657" cy="338"/>
            </a:xfrm>
            <a:custGeom>
              <a:avLst/>
              <a:gdLst>
                <a:gd name="T0" fmla="*/ 0 w 1507"/>
                <a:gd name="T1" fmla="*/ 623 h 776"/>
                <a:gd name="T2" fmla="*/ 440 w 1507"/>
                <a:gd name="T3" fmla="*/ 776 h 776"/>
                <a:gd name="T4" fmla="*/ 398 w 1507"/>
                <a:gd name="T5" fmla="*/ 635 h 776"/>
                <a:gd name="T6" fmla="*/ 1507 w 1507"/>
                <a:gd name="T7" fmla="*/ 352 h 776"/>
                <a:gd name="T8" fmla="*/ 1400 w 1507"/>
                <a:gd name="T9" fmla="*/ 0 h 776"/>
                <a:gd name="T10" fmla="*/ 320 w 1507"/>
                <a:gd name="T11" fmla="*/ 380 h 776"/>
                <a:gd name="T12" fmla="*/ 280 w 1507"/>
                <a:gd name="T13" fmla="*/ 251 h 776"/>
                <a:gd name="T14" fmla="*/ 0 w 1507"/>
                <a:gd name="T15" fmla="*/ 623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7" h="776">
                  <a:moveTo>
                    <a:pt x="0" y="623"/>
                  </a:moveTo>
                  <a:lnTo>
                    <a:pt x="440" y="776"/>
                  </a:lnTo>
                  <a:lnTo>
                    <a:pt x="398" y="635"/>
                  </a:lnTo>
                  <a:lnTo>
                    <a:pt x="1507" y="352"/>
                  </a:lnTo>
                  <a:lnTo>
                    <a:pt x="1400" y="0"/>
                  </a:lnTo>
                  <a:lnTo>
                    <a:pt x="320" y="380"/>
                  </a:lnTo>
                  <a:lnTo>
                    <a:pt x="280" y="251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9" name="îŝľïďê"/>
            <p:cNvSpPr/>
            <p:nvPr>
              <p:custDataLst>
                <p:tags r:id="rId64"/>
              </p:custDataLst>
            </p:nvPr>
          </p:nvSpPr>
          <p:spPr bwMode="auto">
            <a:xfrm>
              <a:off x="5866" y="8842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0" name="íṡḷíḑe"/>
            <p:cNvSpPr/>
            <p:nvPr>
              <p:custDataLst>
                <p:tags r:id="rId65"/>
              </p:custDataLst>
            </p:nvPr>
          </p:nvSpPr>
          <p:spPr bwMode="auto">
            <a:xfrm>
              <a:off x="5866" y="8842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1" name="iśļïďê"/>
            <p:cNvSpPr/>
            <p:nvPr>
              <p:custDataLst>
                <p:tags r:id="rId66"/>
              </p:custDataLst>
            </p:nvPr>
          </p:nvSpPr>
          <p:spPr bwMode="auto">
            <a:xfrm>
              <a:off x="5866" y="8824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2" name="íṧlîḍé"/>
            <p:cNvSpPr/>
            <p:nvPr>
              <p:custDataLst>
                <p:tags r:id="rId67"/>
              </p:custDataLst>
            </p:nvPr>
          </p:nvSpPr>
          <p:spPr bwMode="auto">
            <a:xfrm>
              <a:off x="5866" y="8824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3" name="iṩļïḍê"/>
            <p:cNvSpPr/>
            <p:nvPr>
              <p:custDataLst>
                <p:tags r:id="rId68"/>
              </p:custDataLst>
            </p:nvPr>
          </p:nvSpPr>
          <p:spPr bwMode="auto">
            <a:xfrm>
              <a:off x="5866" y="8826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4" name="íŝḻiḑe"/>
            <p:cNvSpPr/>
            <p:nvPr>
              <p:custDataLst>
                <p:tags r:id="rId69"/>
              </p:custDataLst>
            </p:nvPr>
          </p:nvSpPr>
          <p:spPr bwMode="auto">
            <a:xfrm>
              <a:off x="5866" y="8826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5" name="iṣḷíḋé"/>
            <p:cNvSpPr/>
            <p:nvPr>
              <p:custDataLst>
                <p:tags r:id="rId70"/>
              </p:custDataLst>
            </p:nvPr>
          </p:nvSpPr>
          <p:spPr bwMode="auto">
            <a:xfrm>
              <a:off x="5866" y="9139"/>
              <a:ext cx="72" cy="25"/>
            </a:xfrm>
            <a:custGeom>
              <a:avLst/>
              <a:gdLst>
                <a:gd name="T0" fmla="*/ 0 w 166"/>
                <a:gd name="T1" fmla="*/ 57 h 57"/>
                <a:gd name="T2" fmla="*/ 47 w 166"/>
                <a:gd name="T3" fmla="*/ 23 h 57"/>
                <a:gd name="T4" fmla="*/ 166 w 166"/>
                <a:gd name="T5" fmla="*/ 42 h 57"/>
                <a:gd name="T6" fmla="*/ 47 w 166"/>
                <a:gd name="T7" fmla="*/ 12 h 57"/>
                <a:gd name="T8" fmla="*/ 0 w 166"/>
                <a:gd name="T9" fmla="*/ 0 h 57"/>
                <a:gd name="T10" fmla="*/ 0 w 166"/>
                <a:gd name="T11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57">
                  <a:moveTo>
                    <a:pt x="0" y="57"/>
                  </a:moveTo>
                  <a:lnTo>
                    <a:pt x="47" y="23"/>
                  </a:lnTo>
                  <a:lnTo>
                    <a:pt x="166" y="42"/>
                  </a:lnTo>
                  <a:lnTo>
                    <a:pt x="47" y="12"/>
                  </a:lnTo>
                  <a:lnTo>
                    <a:pt x="0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6" name="îSḷíḍe"/>
            <p:cNvSpPr/>
            <p:nvPr>
              <p:custDataLst>
                <p:tags r:id="rId71"/>
              </p:custDataLst>
            </p:nvPr>
          </p:nvSpPr>
          <p:spPr bwMode="auto">
            <a:xfrm>
              <a:off x="5866" y="9460"/>
              <a:ext cx="72" cy="31"/>
            </a:xfrm>
            <a:custGeom>
              <a:avLst/>
              <a:gdLst>
                <a:gd name="T0" fmla="*/ 0 w 166"/>
                <a:gd name="T1" fmla="*/ 72 h 72"/>
                <a:gd name="T2" fmla="*/ 47 w 166"/>
                <a:gd name="T3" fmla="*/ 30 h 72"/>
                <a:gd name="T4" fmla="*/ 166 w 166"/>
                <a:gd name="T5" fmla="*/ 0 h 72"/>
                <a:gd name="T6" fmla="*/ 47 w 166"/>
                <a:gd name="T7" fmla="*/ 10 h 72"/>
                <a:gd name="T8" fmla="*/ 0 w 166"/>
                <a:gd name="T9" fmla="*/ 13 h 72"/>
                <a:gd name="T10" fmla="*/ 0 w 166"/>
                <a:gd name="T11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72">
                  <a:moveTo>
                    <a:pt x="0" y="72"/>
                  </a:moveTo>
                  <a:lnTo>
                    <a:pt x="47" y="30"/>
                  </a:lnTo>
                  <a:lnTo>
                    <a:pt x="166" y="0"/>
                  </a:lnTo>
                  <a:lnTo>
                    <a:pt x="47" y="10"/>
                  </a:lnTo>
                  <a:lnTo>
                    <a:pt x="0" y="1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7" name="ïşliďê"/>
            <p:cNvSpPr/>
            <p:nvPr>
              <p:custDataLst>
                <p:tags r:id="rId72"/>
              </p:custDataLst>
            </p:nvPr>
          </p:nvSpPr>
          <p:spPr bwMode="auto">
            <a:xfrm>
              <a:off x="5866" y="9792"/>
              <a:ext cx="72" cy="41"/>
            </a:xfrm>
            <a:custGeom>
              <a:avLst/>
              <a:gdLst>
                <a:gd name="T0" fmla="*/ 0 w 166"/>
                <a:gd name="T1" fmla="*/ 94 h 94"/>
                <a:gd name="T2" fmla="*/ 47 w 166"/>
                <a:gd name="T3" fmla="*/ 45 h 94"/>
                <a:gd name="T4" fmla="*/ 166 w 166"/>
                <a:gd name="T5" fmla="*/ 0 h 94"/>
                <a:gd name="T6" fmla="*/ 47 w 166"/>
                <a:gd name="T7" fmla="*/ 30 h 94"/>
                <a:gd name="T8" fmla="*/ 0 w 166"/>
                <a:gd name="T9" fmla="*/ 44 h 94"/>
                <a:gd name="T10" fmla="*/ 0 w 166"/>
                <a:gd name="T11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94">
                  <a:moveTo>
                    <a:pt x="0" y="94"/>
                  </a:moveTo>
                  <a:lnTo>
                    <a:pt x="47" y="45"/>
                  </a:lnTo>
                  <a:lnTo>
                    <a:pt x="166" y="0"/>
                  </a:lnTo>
                  <a:lnTo>
                    <a:pt x="47" y="30"/>
                  </a:lnTo>
                  <a:lnTo>
                    <a:pt x="0" y="4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033770" y="1010920"/>
            <a:ext cx="4885690" cy="4217035"/>
            <a:chOff x="9502" y="1592"/>
            <a:chExt cx="7694" cy="6641"/>
          </a:xfrm>
        </p:grpSpPr>
        <p:sp>
          <p:nvSpPr>
            <p:cNvPr id="85" name="矩形 84"/>
            <p:cNvSpPr/>
            <p:nvPr>
              <p:custDataLst>
                <p:tags r:id="rId73"/>
              </p:custDataLst>
            </p:nvPr>
          </p:nvSpPr>
          <p:spPr>
            <a:xfrm>
              <a:off x="9600" y="2557"/>
              <a:ext cx="7503" cy="20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8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80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应用程序</a:t>
              </a:r>
              <a:endParaRPr lang="en-US" altLang="zh-CN" sz="28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28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矩形 89"/>
            <p:cNvSpPr/>
            <p:nvPr>
              <p:custDataLst>
                <p:tags r:id="rId74"/>
              </p:custDataLst>
            </p:nvPr>
          </p:nvSpPr>
          <p:spPr>
            <a:xfrm>
              <a:off x="9600" y="6077"/>
              <a:ext cx="7503" cy="215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准备数据   数据就绪     拷贝数据</a:t>
              </a:r>
              <a:endParaRPr lang="en-US" altLang="zh-CN" sz="20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/>
              <a:endParaRPr lang="en-US" altLang="zh-CN" sz="20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/>
              <a:r>
                <a:rPr lang="zh-CN" altLang="en-US" sz="28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内核</a:t>
              </a:r>
              <a:endParaRPr lang="zh-CN" altLang="en-US" sz="28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6" name="直接箭头连接符 5"/>
            <p:cNvCxnSpPr/>
            <p:nvPr>
              <p:custDataLst>
                <p:tags r:id="rId75"/>
              </p:custDataLst>
            </p:nvPr>
          </p:nvCxnSpPr>
          <p:spPr>
            <a:xfrm>
              <a:off x="10266" y="6989"/>
              <a:ext cx="6164" cy="0"/>
            </a:xfrm>
            <a:prstGeom prst="straightConnector1">
              <a:avLst/>
            </a:prstGeom>
            <a:ln w="38100">
              <a:solidFill>
                <a:schemeClr val="lt1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/>
            <p:cNvCxnSpPr/>
            <p:nvPr>
              <p:custDataLst>
                <p:tags r:id="rId76"/>
              </p:custDataLst>
            </p:nvPr>
          </p:nvCxnSpPr>
          <p:spPr>
            <a:xfrm>
              <a:off x="10704" y="4649"/>
              <a:ext cx="0" cy="1334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箭头连接符 94"/>
            <p:cNvCxnSpPr/>
            <p:nvPr>
              <p:custDataLst>
                <p:tags r:id="rId77"/>
              </p:custDataLst>
            </p:nvPr>
          </p:nvCxnSpPr>
          <p:spPr>
            <a:xfrm flipV="1">
              <a:off x="11166" y="4624"/>
              <a:ext cx="0" cy="1334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本框 11"/>
            <p:cNvSpPr txBox="1"/>
            <p:nvPr>
              <p:custDataLst>
                <p:tags r:id="rId78"/>
              </p:custDataLst>
            </p:nvPr>
          </p:nvSpPr>
          <p:spPr>
            <a:xfrm>
              <a:off x="9826" y="4970"/>
              <a:ext cx="7370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read        </a:t>
              </a:r>
              <a:r>
                <a:rPr lang="en-US" altLang="zh-CN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read</a:t>
              </a:r>
              <a:r>
                <a:rPr lang="zh-CN" altLang="en-US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返回                       </a:t>
              </a: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回调</a:t>
              </a:r>
              <a:endPara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97" name="直接箭头连接符 96"/>
            <p:cNvCxnSpPr/>
            <p:nvPr>
              <p:custDataLst>
                <p:tags r:id="rId79"/>
              </p:custDataLst>
            </p:nvPr>
          </p:nvCxnSpPr>
          <p:spPr>
            <a:xfrm flipV="1">
              <a:off x="15482" y="4649"/>
              <a:ext cx="0" cy="1334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>
              <p:custDataLst>
                <p:tags r:id="rId80"/>
              </p:custDataLst>
            </p:nvPr>
          </p:nvCxnSpPr>
          <p:spPr>
            <a:xfrm>
              <a:off x="9502" y="5552"/>
              <a:ext cx="7601" cy="0"/>
            </a:xfrm>
            <a:prstGeom prst="line">
              <a:avLst/>
            </a:prstGeom>
            <a:ln w="19050">
              <a:solidFill>
                <a:schemeClr val="accent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/>
            <p:cNvSpPr txBox="1"/>
            <p:nvPr>
              <p:custDataLst>
                <p:tags r:id="rId81"/>
              </p:custDataLst>
            </p:nvPr>
          </p:nvSpPr>
          <p:spPr>
            <a:xfrm>
              <a:off x="12476" y="1592"/>
              <a:ext cx="1728" cy="1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异步</a:t>
              </a:r>
              <a:endPara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96265" y="1007110"/>
            <a:ext cx="6356985" cy="4218940"/>
            <a:chOff x="939" y="1586"/>
            <a:chExt cx="10011" cy="6644"/>
          </a:xfrm>
        </p:grpSpPr>
        <p:sp>
          <p:nvSpPr>
            <p:cNvPr id="115" name="文本框 114"/>
            <p:cNvSpPr txBox="1"/>
            <p:nvPr>
              <p:custDataLst>
                <p:tags r:id="rId82"/>
              </p:custDataLst>
            </p:nvPr>
          </p:nvSpPr>
          <p:spPr>
            <a:xfrm>
              <a:off x="1064" y="4967"/>
              <a:ext cx="9886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lt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select     </a:t>
              </a:r>
              <a:r>
                <a:rPr lang="en-US" altLang="zh-CN" b="1" dirty="0" err="1">
                  <a:solidFill>
                    <a:schemeClr val="lt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select</a:t>
              </a:r>
              <a:r>
                <a:rPr lang="en-US" altLang="zh-CN" b="1" dirty="0">
                  <a:solidFill>
                    <a:schemeClr val="lt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…        read</a:t>
              </a:r>
              <a:r>
                <a:rPr lang="zh-CN" altLang="en-US" b="1" dirty="0">
                  <a:solidFill>
                    <a:schemeClr val="lt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         </a:t>
              </a:r>
              <a:r>
                <a:rPr lang="en-US" altLang="zh-CN" b="1" dirty="0">
                  <a:solidFill>
                    <a:schemeClr val="lt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read</a:t>
              </a:r>
              <a:r>
                <a:rPr lang="zh-CN" altLang="en-US" b="1" dirty="0">
                  <a:solidFill>
                    <a:schemeClr val="lt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返回        </a:t>
              </a:r>
              <a:endParaRPr lang="zh-CN" altLang="en-US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939" y="1586"/>
              <a:ext cx="7600" cy="6645"/>
              <a:chOff x="939" y="1586"/>
              <a:chExt cx="7600" cy="6645"/>
            </a:xfrm>
          </p:grpSpPr>
          <p:sp>
            <p:nvSpPr>
              <p:cNvPr id="110" name="矩形 109"/>
              <p:cNvSpPr/>
              <p:nvPr>
                <p:custDataLst>
                  <p:tags r:id="rId83"/>
                </p:custDataLst>
              </p:nvPr>
            </p:nvSpPr>
            <p:spPr>
              <a:xfrm>
                <a:off x="1037" y="2554"/>
                <a:ext cx="7503" cy="204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280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algn="ctr"/>
                <a:r>
                  <a:rPr lang="zh-CN" altLang="en-US" sz="2800" dirty="0">
                    <a:solidFill>
                      <a:schemeClr val="l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应用程序</a:t>
                </a:r>
                <a:endParaRPr lang="en-US" altLang="zh-CN" sz="200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algn="ctr"/>
                <a:r>
                  <a:rPr lang="zh-CN" altLang="en-US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查询数据状态              阻塞</a:t>
                </a:r>
                <a:endPara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algn="ctr"/>
                <a:endPara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111" name="矩形 110"/>
              <p:cNvSpPr/>
              <p:nvPr>
                <p:custDataLst>
                  <p:tags r:id="rId84"/>
                </p:custDataLst>
              </p:nvPr>
            </p:nvSpPr>
            <p:spPr>
              <a:xfrm>
                <a:off x="1037" y="6077"/>
                <a:ext cx="7503" cy="2154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0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准备数据   数据就绪     拷贝数据</a:t>
                </a:r>
                <a:endParaRPr lang="en-US" altLang="zh-CN" sz="20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algn="ctr"/>
                <a:endParaRPr lang="en-US" altLang="zh-CN" sz="20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algn="ctr"/>
                <a:r>
                  <a:rPr lang="zh-CN" altLang="en-US" sz="28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内核</a:t>
                </a:r>
                <a:endParaRPr lang="zh-CN" altLang="en-US" sz="28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cxnSp>
            <p:nvCxnSpPr>
              <p:cNvPr id="112" name="直接箭头连接符 111"/>
              <p:cNvCxnSpPr/>
              <p:nvPr>
                <p:custDataLst>
                  <p:tags r:id="rId85"/>
                </p:custDataLst>
              </p:nvPr>
            </p:nvCxnSpPr>
            <p:spPr>
              <a:xfrm>
                <a:off x="1703" y="6934"/>
                <a:ext cx="3738" cy="0"/>
              </a:xfrm>
              <a:prstGeom prst="straightConnector1">
                <a:avLst/>
              </a:prstGeom>
              <a:ln w="38100">
                <a:solidFill>
                  <a:schemeClr val="lt1"/>
                </a:solidFill>
                <a:prstDash val="lg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接箭头连接符 112"/>
              <p:cNvCxnSpPr/>
              <p:nvPr>
                <p:custDataLst>
                  <p:tags r:id="rId86"/>
                </p:custDataLst>
              </p:nvPr>
            </p:nvCxnSpPr>
            <p:spPr>
              <a:xfrm>
                <a:off x="2141" y="4646"/>
                <a:ext cx="0" cy="1334"/>
              </a:xfrm>
              <a:prstGeom prst="straightConnector1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接箭头连接符 115"/>
              <p:cNvCxnSpPr/>
              <p:nvPr>
                <p:custDataLst>
                  <p:tags r:id="rId87"/>
                </p:custDataLst>
              </p:nvPr>
            </p:nvCxnSpPr>
            <p:spPr>
              <a:xfrm flipV="1">
                <a:off x="7672" y="4646"/>
                <a:ext cx="0" cy="1334"/>
              </a:xfrm>
              <a:prstGeom prst="straightConnector1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116"/>
              <p:cNvCxnSpPr/>
              <p:nvPr>
                <p:custDataLst>
                  <p:tags r:id="rId88"/>
                </p:custDataLst>
              </p:nvPr>
            </p:nvCxnSpPr>
            <p:spPr>
              <a:xfrm>
                <a:off x="939" y="5549"/>
                <a:ext cx="7601" cy="0"/>
              </a:xfrm>
              <a:prstGeom prst="line">
                <a:avLst/>
              </a:prstGeom>
              <a:ln w="19050">
                <a:solidFill>
                  <a:schemeClr val="accent2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文本框 117"/>
              <p:cNvSpPr txBox="1"/>
              <p:nvPr>
                <p:custDataLst>
                  <p:tags r:id="rId89"/>
                </p:custDataLst>
              </p:nvPr>
            </p:nvSpPr>
            <p:spPr>
              <a:xfrm>
                <a:off x="3774" y="1586"/>
                <a:ext cx="1728" cy="10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6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同步</a:t>
                </a:r>
                <a:endParaRPr lang="zh-CN" altLang="en-US" sz="3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22" name="直接箭头连接符 121"/>
              <p:cNvCxnSpPr/>
              <p:nvPr>
                <p:custDataLst>
                  <p:tags r:id="rId90"/>
                </p:custDataLst>
              </p:nvPr>
            </p:nvCxnSpPr>
            <p:spPr>
              <a:xfrm>
                <a:off x="5977" y="6934"/>
                <a:ext cx="1776" cy="0"/>
              </a:xfrm>
              <a:prstGeom prst="straightConnector1">
                <a:avLst/>
              </a:prstGeom>
              <a:ln w="38100">
                <a:solidFill>
                  <a:schemeClr val="lt1"/>
                </a:solidFill>
                <a:prstDash val="lg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接箭头连接符 125"/>
              <p:cNvCxnSpPr/>
              <p:nvPr/>
            </p:nvCxnSpPr>
            <p:spPr>
              <a:xfrm>
                <a:off x="1703" y="4321"/>
                <a:ext cx="3738" cy="0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prstDash val="lg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直接箭头连接符 127"/>
              <p:cNvCxnSpPr/>
              <p:nvPr/>
            </p:nvCxnSpPr>
            <p:spPr>
              <a:xfrm>
                <a:off x="5932" y="4300"/>
                <a:ext cx="1776" cy="0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prstDash val="lg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直接箭头连接符 128"/>
              <p:cNvCxnSpPr/>
              <p:nvPr>
                <p:custDataLst>
                  <p:tags r:id="rId91"/>
                </p:custDataLst>
              </p:nvPr>
            </p:nvCxnSpPr>
            <p:spPr>
              <a:xfrm>
                <a:off x="3398" y="4646"/>
                <a:ext cx="0" cy="1334"/>
              </a:xfrm>
              <a:prstGeom prst="straightConnector1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接箭头连接符 129"/>
              <p:cNvCxnSpPr/>
              <p:nvPr>
                <p:custDataLst>
                  <p:tags r:id="rId92"/>
                </p:custDataLst>
              </p:nvPr>
            </p:nvCxnSpPr>
            <p:spPr>
              <a:xfrm>
                <a:off x="4272" y="4673"/>
                <a:ext cx="0" cy="1334"/>
              </a:xfrm>
              <a:prstGeom prst="straightConnector1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直接箭头连接符 130"/>
              <p:cNvCxnSpPr/>
              <p:nvPr>
                <p:custDataLst>
                  <p:tags r:id="rId93"/>
                </p:custDataLst>
              </p:nvPr>
            </p:nvCxnSpPr>
            <p:spPr>
              <a:xfrm>
                <a:off x="5285" y="4646"/>
                <a:ext cx="0" cy="1334"/>
              </a:xfrm>
              <a:prstGeom prst="straightConnector1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custDataLst>
      <p:tags r:id="rId9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>
            <p:custDataLst>
              <p:tags r:id="rId2"/>
            </p:custDataLst>
          </p:nvPr>
        </p:nvSpPr>
        <p:spPr>
          <a:xfrm>
            <a:off x="2574738" y="2771126"/>
            <a:ext cx="699247" cy="699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01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3"/>
            </p:custDataLst>
          </p:nvPr>
        </p:nvSpPr>
        <p:spPr>
          <a:xfrm>
            <a:off x="2783205" y="2882265"/>
            <a:ext cx="3210560" cy="476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事件发布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/ 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订阅模式</a:t>
            </a:r>
            <a:endParaRPr lang="zh-CN" altLang="en-US" sz="1400" b="1" strike="noStrike" spc="200" baseline="0" noProof="0" dirty="0">
              <a:ln>
                <a:noFill/>
              </a:ln>
              <a:solidFill>
                <a:schemeClr val="dk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矩形 17"/>
          <p:cNvSpPr/>
          <p:nvPr>
            <p:custDataLst>
              <p:tags r:id="rId4"/>
            </p:custDataLst>
          </p:nvPr>
        </p:nvSpPr>
        <p:spPr>
          <a:xfrm>
            <a:off x="6953063" y="2771126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p>
            <a:pPr algn="ctr"/>
            <a:r>
              <a: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02</a:t>
            </a:r>
            <a:endParaRPr lang="en-US" altLang="zh-CN" sz="3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5"/>
            </p:custDataLst>
          </p:nvPr>
        </p:nvSpPr>
        <p:spPr>
          <a:xfrm>
            <a:off x="7523480" y="2882265"/>
            <a:ext cx="2802890" cy="476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Promise / Deferred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模式</a:t>
            </a:r>
            <a:endParaRPr lang="zh-CN" altLang="en-US" sz="14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3"/>
            </p:custDataLst>
          </p:nvPr>
        </p:nvSpPr>
        <p:spPr>
          <a:xfrm>
            <a:off x="707223" y="40640"/>
            <a:ext cx="3960511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事件发布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订阅模式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TextBox 31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83670" y="3235130"/>
            <a:ext cx="3646108" cy="414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2. </a:t>
            </a:r>
            <a:r>
              <a:rPr lang="en-US" altLang="zh-CN" sz="2400" b="1" dirty="0" err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EventEmitter</a:t>
            </a:r>
            <a:r>
              <a:rPr lang="en-US" altLang="zh-CN" sz="24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类</a:t>
            </a:r>
            <a:endParaRPr lang="zh-CN" altLang="en-US" sz="24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842" y="4072896"/>
            <a:ext cx="4985183" cy="19758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7" name="TextBox 30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07223" y="3650708"/>
            <a:ext cx="9980764" cy="1545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1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Node.js </a:t>
            </a:r>
            <a:r>
              <a:rPr lang="zh-CN" altLang="en-US" sz="1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有多个内置的事件，可以通过引入 </a:t>
            </a:r>
            <a:r>
              <a: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events 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模块</a:t>
            </a:r>
            <a:r>
              <a:rPr lang="zh-CN" altLang="en-US" sz="1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，并通过实例化 </a:t>
            </a:r>
            <a:r>
              <a:rPr lang="en-US" altLang="zh-CN" sz="1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EventEmitter </a:t>
            </a:r>
            <a:r>
              <a:rPr lang="zh-CN" altLang="en-US" sz="1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类来绑定和监听事件。</a:t>
            </a:r>
            <a:endParaRPr lang="en-US" altLang="zh-CN" sz="15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1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</a:t>
            </a:r>
            <a:r>
              <a:rPr lang="zh-CN" altLang="en-US" sz="1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首先，通过 </a:t>
            </a:r>
            <a:r>
              <a:rPr lang="en-US" altLang="zh-CN" sz="1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require </a:t>
            </a:r>
            <a:r>
              <a:rPr lang="zh-CN" altLang="en-US" sz="1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加载 </a:t>
            </a:r>
            <a:r>
              <a:rPr lang="en-US" altLang="zh-CN" sz="1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events </a:t>
            </a:r>
            <a:r>
              <a:rPr lang="zh-CN" altLang="en-US" sz="1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模块。</a:t>
            </a:r>
            <a:endParaRPr lang="zh-CN" altLang="en-US" sz="15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1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然后，通过下列语句来实例化一个对象：</a:t>
            </a:r>
            <a:r>
              <a:rPr lang="en-US" altLang="zh-CN" sz="1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endParaRPr lang="en-US" altLang="zh-CN" sz="15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15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           var </a:t>
            </a:r>
            <a:r>
              <a:rPr lang="en-US" altLang="zh-CN" sz="1500" i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eventEmitter</a:t>
            </a:r>
            <a:r>
              <a:rPr lang="en-US" altLang="zh-CN" sz="15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= new </a:t>
            </a:r>
            <a:r>
              <a:rPr lang="en-US" altLang="zh-CN" sz="1500" i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events.EventEmitter</a:t>
            </a:r>
            <a:r>
              <a:rPr lang="en-US" altLang="zh-CN" sz="1500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();</a:t>
            </a:r>
            <a:endParaRPr lang="en-US" altLang="zh-CN" sz="1500" i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1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最后，调用对象的一系列方法来处理事件。</a:t>
            </a:r>
            <a:endParaRPr lang="zh-CN" altLang="en-US" sz="15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4" name="TextBox 31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23910" y="1442786"/>
            <a:ext cx="2203807" cy="414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事件驱动</a:t>
            </a:r>
            <a:endParaRPr lang="zh-CN" altLang="en-US" sz="24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5" name="TextBox 30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47463" y="1923513"/>
            <a:ext cx="10280367" cy="945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1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当 </a:t>
            </a:r>
            <a:r>
              <a:rPr lang="en-US" altLang="zh-CN" sz="1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Web </a:t>
            </a:r>
            <a:r>
              <a:rPr lang="zh-CN" altLang="en-US" sz="1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服务器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接收到请求，先将它关闭然后进行处理</a:t>
            </a:r>
            <a:r>
              <a:rPr lang="zh-CN" altLang="en-US" sz="1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，再去服务下一个 </a:t>
            </a:r>
            <a:r>
              <a:rPr lang="en-US" altLang="zh-CN" sz="1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Web </a:t>
            </a:r>
            <a:r>
              <a:rPr lang="zh-CN" altLang="en-US" sz="1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请求。</a:t>
            </a:r>
            <a:endParaRPr lang="en-US" altLang="zh-CN" sz="15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1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</a:t>
            </a:r>
            <a:r>
              <a:rPr lang="zh-CN" altLang="en-US" sz="1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当这个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请求完成</a:t>
            </a:r>
            <a:r>
              <a:rPr lang="zh-CN" altLang="en-US" sz="1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，会被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放回处理队列</a:t>
            </a:r>
            <a:r>
              <a:rPr lang="zh-CN" altLang="en-US" sz="1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，当到达队列开头，此时处理结果返回给用户。</a:t>
            </a:r>
            <a:endParaRPr lang="en-US" altLang="zh-CN" sz="15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1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在事件驱动模型中，会生成一个主循环来监听事件，当检测到事件时触发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回调函数</a:t>
            </a:r>
            <a:r>
              <a:rPr lang="zh-CN" altLang="en-US" sz="1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15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500"/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7" grpId="0"/>
      <p:bldP spid="1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35737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事件发布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/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订阅模式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11175" y="1050925"/>
            <a:ext cx="9778365" cy="614045"/>
            <a:chOff x="805" y="1655"/>
            <a:chExt cx="15399" cy="967"/>
          </a:xfrm>
        </p:grpSpPr>
        <p:sp>
          <p:nvSpPr>
            <p:cNvPr id="16" name="矩形 1"/>
            <p:cNvSpPr/>
            <p:nvPr>
              <p:custDataLst>
                <p:tags r:id="rId3"/>
              </p:custDataLst>
            </p:nvPr>
          </p:nvSpPr>
          <p:spPr bwMode="auto">
            <a:xfrm>
              <a:off x="915" y="196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7" name="TextBox 27"/>
            <p:cNvSpPr txBox="1">
              <a:spLocks noChangeArrowheads="1"/>
            </p:cNvSpPr>
            <p:nvPr/>
          </p:nvSpPr>
          <p:spPr bwMode="auto">
            <a:xfrm>
              <a:off x="2081" y="1980"/>
              <a:ext cx="10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5" name="iconfont-1187-868615"/>
            <p:cNvSpPr/>
            <p:nvPr>
              <p:custDataLst>
                <p:tags r:id="rId4"/>
              </p:custDataLst>
            </p:nvPr>
          </p:nvSpPr>
          <p:spPr>
            <a:xfrm>
              <a:off x="805" y="1655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8" name="文本框 17"/>
            <p:cNvSpPr txBox="1"/>
            <p:nvPr>
              <p:custDataLst>
                <p:tags r:id="rId5"/>
              </p:custDataLst>
            </p:nvPr>
          </p:nvSpPr>
          <p:spPr>
            <a:xfrm>
              <a:off x="5040" y="1981"/>
              <a:ext cx="11164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事件发布与订阅编程。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54330" y="2304415"/>
            <a:ext cx="9602470" cy="2177415"/>
            <a:chOff x="558" y="3629"/>
            <a:chExt cx="15122" cy="3429"/>
          </a:xfrm>
        </p:grpSpPr>
        <p:sp>
          <p:nvSpPr>
            <p:cNvPr id="36" name="矩形 4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558" y="3629"/>
              <a:ext cx="4715" cy="22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进行订阅编程</a:t>
              </a:r>
              <a:endParaRPr lang="en-US" altLang="zh-CN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1.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绑定事件</a:t>
              </a:r>
              <a:endParaRPr lang="en-US" altLang="zh-CN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2.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为点击事件添加监听器</a:t>
              </a:r>
              <a:endPara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40" name="直接连接符 5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>
              <a:off x="6398" y="7050"/>
              <a:ext cx="9283" cy="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直接连接符 9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V="1">
              <a:off x="6398" y="4964"/>
              <a:ext cx="0" cy="2095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直接连接符 76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5404" y="4964"/>
              <a:ext cx="1009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直接连接符 90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>
              <a:off x="5404" y="4322"/>
              <a:ext cx="0" cy="119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" name="直接连接符 5"/>
            <p:cNvCxnSpPr>
              <a:cxnSpLocks noChangeShapeType="1"/>
            </p:cNvCxnSpPr>
            <p:nvPr/>
          </p:nvCxnSpPr>
          <p:spPr bwMode="auto">
            <a:xfrm flipH="1">
              <a:off x="6413" y="5284"/>
              <a:ext cx="8670" cy="0"/>
            </a:xfrm>
            <a:prstGeom prst="line">
              <a:avLst/>
            </a:prstGeom>
            <a:noFill/>
            <a:ln w="28575" algn="ctr">
              <a:solidFill>
                <a:srgbClr val="FFC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" name="组合 5"/>
          <p:cNvGrpSpPr/>
          <p:nvPr/>
        </p:nvGrpSpPr>
        <p:grpSpPr>
          <a:xfrm>
            <a:off x="354330" y="4674235"/>
            <a:ext cx="7857490" cy="1298575"/>
            <a:chOff x="558" y="7361"/>
            <a:chExt cx="12374" cy="2045"/>
          </a:xfrm>
        </p:grpSpPr>
        <p:sp>
          <p:nvSpPr>
            <p:cNvPr id="63" name="矩形 4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58" y="7361"/>
              <a:ext cx="4715" cy="1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事件提交</a:t>
              </a:r>
              <a:endPara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7" name="直接连接符 5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>
              <a:off x="6384" y="9366"/>
              <a:ext cx="6549" cy="4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" name="直接连接符 9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V="1">
              <a:off x="6384" y="8009"/>
              <a:ext cx="0" cy="1194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" name="直接连接符 76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>
              <a:off x="5416" y="8009"/>
              <a:ext cx="1009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" name="直接连接符 90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>
              <a:off x="5416" y="7615"/>
              <a:ext cx="0" cy="78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" name="组合 3"/>
          <p:cNvGrpSpPr/>
          <p:nvPr/>
        </p:nvGrpSpPr>
        <p:grpSpPr>
          <a:xfrm>
            <a:off x="4854575" y="2026920"/>
            <a:ext cx="6787515" cy="4130040"/>
            <a:chOff x="7645" y="3192"/>
            <a:chExt cx="10689" cy="6504"/>
          </a:xfrm>
        </p:grpSpPr>
        <p:sp>
          <p:nvSpPr>
            <p:cNvPr id="33" name="文本框 32"/>
            <p:cNvSpPr txBox="1"/>
            <p:nvPr>
              <p:custDataLst>
                <p:tags r:id="rId16"/>
              </p:custDataLst>
            </p:nvPr>
          </p:nvSpPr>
          <p:spPr>
            <a:xfrm>
              <a:off x="7999" y="3575"/>
              <a:ext cx="10240" cy="5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const EventEmitter = require('events');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const myEmitter = new EventEmitter();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myEmitter.on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('event', () =&gt; { </a:t>
              </a:r>
              <a:endPara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spcBef>
                  <a:spcPct val="20000"/>
                </a:spcBef>
              </a:pPr>
              <a:r>
                <a:rPr lang="zh-CN" altLang="en-US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   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console.log('</a:t>
              </a:r>
              <a:r>
                <a:rPr lang="en-US" altLang="zh-CN" sz="2000" dirty="0">
                  <a:solidFill>
                    <a:schemeClr val="dk1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A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');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});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myEmitter.addListener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('click', () =&gt; {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   console.log('</a:t>
              </a:r>
              <a:r>
                <a:rPr lang="en-US" altLang="zh-CN" sz="2000" dirty="0">
                  <a:solidFill>
                    <a:schemeClr val="dk1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Supper man!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');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});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myEmitter.emit('event'); </a:t>
              </a:r>
              <a:endPara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myEmitter.emit('click'); </a:t>
              </a:r>
              <a:endPara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44" name="圆角矩形 25"/>
            <p:cNvSpPr/>
            <p:nvPr>
              <p:custDataLst>
                <p:tags r:id="rId17"/>
              </p:custDataLst>
            </p:nvPr>
          </p:nvSpPr>
          <p:spPr>
            <a:xfrm>
              <a:off x="7645" y="3192"/>
              <a:ext cx="10689" cy="6504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引入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16519" y="1613029"/>
            <a:ext cx="6203633" cy="2917069"/>
          </a:xfrm>
          <a:prstGeom prst="rect">
            <a:avLst/>
          </a:prstGeom>
          <a:ln w="88900" cap="sq" cmpd="thickThin">
            <a:solidFill>
              <a:schemeClr val="accent1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31" name="TextBox 30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190502" y="2507552"/>
            <a:ext cx="2354220" cy="605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回调地狱</a:t>
            </a:r>
            <a:endParaRPr lang="zh-CN" altLang="en-US" sz="28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450975" y="5102860"/>
            <a:ext cx="9289415" cy="1196975"/>
            <a:chOff x="2285" y="8036"/>
            <a:chExt cx="14629" cy="1885"/>
          </a:xfrm>
        </p:grpSpPr>
        <p:sp>
          <p:nvSpPr>
            <p:cNvPr id="33" name="TextBox 31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592" y="8508"/>
              <a:ext cx="14323" cy="6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ctr" eaLnBrk="1" hangingPunct="1"/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如何避免代码层层嵌套，减少“回调地狱”的发生呢？</a:t>
              </a:r>
              <a:endPara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5" name="ï$líḍe"/>
            <p:cNvSpPr/>
            <p:nvPr>
              <p:custDataLst>
                <p:tags r:id="rId7"/>
              </p:custDataLst>
            </p:nvPr>
          </p:nvSpPr>
          <p:spPr bwMode="auto">
            <a:xfrm>
              <a:off x="2990" y="8928"/>
              <a:ext cx="112" cy="135"/>
            </a:xfrm>
            <a:custGeom>
              <a:avLst/>
              <a:gdLst>
                <a:gd name="T0" fmla="*/ 86 w 153"/>
                <a:gd name="T1" fmla="*/ 184 h 184"/>
                <a:gd name="T2" fmla="*/ 88 w 153"/>
                <a:gd name="T3" fmla="*/ 172 h 184"/>
                <a:gd name="T4" fmla="*/ 153 w 153"/>
                <a:gd name="T5" fmla="*/ 119 h 184"/>
                <a:gd name="T6" fmla="*/ 124 w 153"/>
                <a:gd name="T7" fmla="*/ 108 h 184"/>
                <a:gd name="T8" fmla="*/ 99 w 153"/>
                <a:gd name="T9" fmla="*/ 126 h 184"/>
                <a:gd name="T10" fmla="*/ 112 w 153"/>
                <a:gd name="T11" fmla="*/ 52 h 184"/>
                <a:gd name="T12" fmla="*/ 86 w 153"/>
                <a:gd name="T13" fmla="*/ 25 h 184"/>
                <a:gd name="T14" fmla="*/ 72 w 153"/>
                <a:gd name="T15" fmla="*/ 72 h 184"/>
                <a:gd name="T16" fmla="*/ 58 w 153"/>
                <a:gd name="T17" fmla="*/ 25 h 184"/>
                <a:gd name="T18" fmla="*/ 37 w 153"/>
                <a:gd name="T19" fmla="*/ 20 h 184"/>
                <a:gd name="T20" fmla="*/ 34 w 153"/>
                <a:gd name="T21" fmla="*/ 44 h 184"/>
                <a:gd name="T22" fmla="*/ 35 w 153"/>
                <a:gd name="T23" fmla="*/ 80 h 184"/>
                <a:gd name="T24" fmla="*/ 3 w 153"/>
                <a:gd name="T25" fmla="*/ 46 h 184"/>
                <a:gd name="T26" fmla="*/ 10 w 153"/>
                <a:gd name="T27" fmla="*/ 111 h 184"/>
                <a:gd name="T28" fmla="*/ 10 w 153"/>
                <a:gd name="T29" fmla="*/ 153 h 184"/>
                <a:gd name="T30" fmla="*/ 10 w 153"/>
                <a:gd name="T31" fmla="*/ 155 h 184"/>
                <a:gd name="T32" fmla="*/ 86 w 153"/>
                <a:gd name="T3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3" h="184">
                  <a:moveTo>
                    <a:pt x="86" y="184"/>
                  </a:moveTo>
                  <a:cubicBezTo>
                    <a:pt x="87" y="180"/>
                    <a:pt x="88" y="176"/>
                    <a:pt x="88" y="172"/>
                  </a:cubicBezTo>
                  <a:cubicBezTo>
                    <a:pt x="104" y="156"/>
                    <a:pt x="131" y="130"/>
                    <a:pt x="153" y="119"/>
                  </a:cubicBezTo>
                  <a:cubicBezTo>
                    <a:pt x="153" y="119"/>
                    <a:pt x="153" y="93"/>
                    <a:pt x="124" y="108"/>
                  </a:cubicBezTo>
                  <a:cubicBezTo>
                    <a:pt x="106" y="117"/>
                    <a:pt x="100" y="123"/>
                    <a:pt x="99" y="126"/>
                  </a:cubicBezTo>
                  <a:cubicBezTo>
                    <a:pt x="101" y="116"/>
                    <a:pt x="106" y="83"/>
                    <a:pt x="112" y="52"/>
                  </a:cubicBezTo>
                  <a:cubicBezTo>
                    <a:pt x="121" y="3"/>
                    <a:pt x="90" y="0"/>
                    <a:pt x="86" y="25"/>
                  </a:cubicBezTo>
                  <a:cubicBezTo>
                    <a:pt x="84" y="41"/>
                    <a:pt x="74" y="79"/>
                    <a:pt x="72" y="72"/>
                  </a:cubicBezTo>
                  <a:cubicBezTo>
                    <a:pt x="65" y="43"/>
                    <a:pt x="61" y="31"/>
                    <a:pt x="58" y="25"/>
                  </a:cubicBezTo>
                  <a:cubicBezTo>
                    <a:pt x="54" y="15"/>
                    <a:pt x="43" y="14"/>
                    <a:pt x="37" y="20"/>
                  </a:cubicBezTo>
                  <a:cubicBezTo>
                    <a:pt x="33" y="24"/>
                    <a:pt x="31" y="33"/>
                    <a:pt x="34" y="44"/>
                  </a:cubicBezTo>
                  <a:cubicBezTo>
                    <a:pt x="40" y="68"/>
                    <a:pt x="35" y="80"/>
                    <a:pt x="35" y="80"/>
                  </a:cubicBezTo>
                  <a:cubicBezTo>
                    <a:pt x="35" y="80"/>
                    <a:pt x="21" y="24"/>
                    <a:pt x="3" y="46"/>
                  </a:cubicBezTo>
                  <a:cubicBezTo>
                    <a:pt x="0" y="51"/>
                    <a:pt x="10" y="111"/>
                    <a:pt x="10" y="111"/>
                  </a:cubicBezTo>
                  <a:cubicBezTo>
                    <a:pt x="11" y="128"/>
                    <a:pt x="10" y="140"/>
                    <a:pt x="10" y="153"/>
                  </a:cubicBezTo>
                  <a:cubicBezTo>
                    <a:pt x="10" y="153"/>
                    <a:pt x="10" y="154"/>
                    <a:pt x="10" y="155"/>
                  </a:cubicBezTo>
                  <a:cubicBezTo>
                    <a:pt x="36" y="158"/>
                    <a:pt x="62" y="169"/>
                    <a:pt x="86" y="184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6" name="îşľîḋé"/>
            <p:cNvSpPr/>
            <p:nvPr>
              <p:custDataLst>
                <p:tags r:id="rId8"/>
              </p:custDataLst>
            </p:nvPr>
          </p:nvSpPr>
          <p:spPr bwMode="auto">
            <a:xfrm>
              <a:off x="2508" y="9839"/>
              <a:ext cx="524" cy="82"/>
            </a:xfrm>
            <a:prstGeom prst="ellipse">
              <a:avLst/>
            </a:pr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7" name="îśḷïḋé"/>
            <p:cNvSpPr/>
            <p:nvPr>
              <p:custDataLst>
                <p:tags r:id="rId9"/>
              </p:custDataLst>
            </p:nvPr>
          </p:nvSpPr>
          <p:spPr bwMode="auto">
            <a:xfrm>
              <a:off x="2814" y="9017"/>
              <a:ext cx="242" cy="218"/>
            </a:xfrm>
            <a:custGeom>
              <a:avLst/>
              <a:gdLst>
                <a:gd name="T0" fmla="*/ 249 w 331"/>
                <a:gd name="T1" fmla="*/ 30 h 298"/>
                <a:gd name="T2" fmla="*/ 1 w 331"/>
                <a:gd name="T3" fmla="*/ 189 h 298"/>
                <a:gd name="T4" fmla="*/ 5 w 331"/>
                <a:gd name="T5" fmla="*/ 297 h 298"/>
                <a:gd name="T6" fmla="*/ 9 w 331"/>
                <a:gd name="T7" fmla="*/ 298 h 298"/>
                <a:gd name="T8" fmla="*/ 331 w 331"/>
                <a:gd name="T9" fmla="*/ 47 h 298"/>
                <a:gd name="T10" fmla="*/ 249 w 331"/>
                <a:gd name="T11" fmla="*/ 3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1" h="298">
                  <a:moveTo>
                    <a:pt x="249" y="30"/>
                  </a:moveTo>
                  <a:cubicBezTo>
                    <a:pt x="225" y="139"/>
                    <a:pt x="85" y="176"/>
                    <a:pt x="1" y="189"/>
                  </a:cubicBezTo>
                  <a:cubicBezTo>
                    <a:pt x="0" y="225"/>
                    <a:pt x="2" y="261"/>
                    <a:pt x="5" y="297"/>
                  </a:cubicBezTo>
                  <a:cubicBezTo>
                    <a:pt x="8" y="298"/>
                    <a:pt x="9" y="298"/>
                    <a:pt x="9" y="298"/>
                  </a:cubicBezTo>
                  <a:cubicBezTo>
                    <a:pt x="252" y="297"/>
                    <a:pt x="331" y="47"/>
                    <a:pt x="331" y="47"/>
                  </a:cubicBezTo>
                  <a:cubicBezTo>
                    <a:pt x="307" y="0"/>
                    <a:pt x="249" y="30"/>
                    <a:pt x="249" y="3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8" name="iṩḷïďê"/>
            <p:cNvSpPr/>
            <p:nvPr>
              <p:custDataLst>
                <p:tags r:id="rId10"/>
              </p:custDataLst>
            </p:nvPr>
          </p:nvSpPr>
          <p:spPr bwMode="auto">
            <a:xfrm>
              <a:off x="3002" y="9042"/>
              <a:ext cx="16" cy="15"/>
            </a:xfrm>
            <a:custGeom>
              <a:avLst/>
              <a:gdLst>
                <a:gd name="T0" fmla="*/ 3 w 22"/>
                <a:gd name="T1" fmla="*/ 17 h 21"/>
                <a:gd name="T2" fmla="*/ 16 w 22"/>
                <a:gd name="T3" fmla="*/ 17 h 21"/>
                <a:gd name="T4" fmla="*/ 19 w 22"/>
                <a:gd name="T5" fmla="*/ 4 h 21"/>
                <a:gd name="T6" fmla="*/ 6 w 22"/>
                <a:gd name="T7" fmla="*/ 3 h 21"/>
                <a:gd name="T8" fmla="*/ 3 w 22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1">
                  <a:moveTo>
                    <a:pt x="3" y="17"/>
                  </a:moveTo>
                  <a:cubicBezTo>
                    <a:pt x="6" y="20"/>
                    <a:pt x="12" y="21"/>
                    <a:pt x="16" y="17"/>
                  </a:cubicBezTo>
                  <a:cubicBezTo>
                    <a:pt x="21" y="14"/>
                    <a:pt x="22" y="8"/>
                    <a:pt x="19" y="4"/>
                  </a:cubicBezTo>
                  <a:cubicBezTo>
                    <a:pt x="17" y="0"/>
                    <a:pt x="11" y="0"/>
                    <a:pt x="6" y="3"/>
                  </a:cubicBezTo>
                  <a:cubicBezTo>
                    <a:pt x="1" y="7"/>
                    <a:pt x="0" y="13"/>
                    <a:pt x="3" y="17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9" name="îsľîḋé"/>
            <p:cNvSpPr/>
            <p:nvPr>
              <p:custDataLst>
                <p:tags r:id="rId11"/>
              </p:custDataLst>
            </p:nvPr>
          </p:nvSpPr>
          <p:spPr bwMode="auto">
            <a:xfrm>
              <a:off x="2657" y="9095"/>
              <a:ext cx="88" cy="97"/>
            </a:xfrm>
            <a:custGeom>
              <a:avLst/>
              <a:gdLst>
                <a:gd name="T0" fmla="*/ 0 w 120"/>
                <a:gd name="T1" fmla="*/ 34 h 133"/>
                <a:gd name="T2" fmla="*/ 9 w 120"/>
                <a:gd name="T3" fmla="*/ 82 h 133"/>
                <a:gd name="T4" fmla="*/ 68 w 120"/>
                <a:gd name="T5" fmla="*/ 130 h 133"/>
                <a:gd name="T6" fmla="*/ 120 w 120"/>
                <a:gd name="T7" fmla="*/ 81 h 133"/>
                <a:gd name="T8" fmla="*/ 106 w 120"/>
                <a:gd name="T9" fmla="*/ 36 h 133"/>
                <a:gd name="T10" fmla="*/ 0 w 120"/>
                <a:gd name="T11" fmla="*/ 3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33">
                  <a:moveTo>
                    <a:pt x="0" y="34"/>
                  </a:moveTo>
                  <a:cubicBezTo>
                    <a:pt x="0" y="34"/>
                    <a:pt x="11" y="75"/>
                    <a:pt x="9" y="82"/>
                  </a:cubicBezTo>
                  <a:cubicBezTo>
                    <a:pt x="9" y="82"/>
                    <a:pt x="17" y="133"/>
                    <a:pt x="68" y="130"/>
                  </a:cubicBezTo>
                  <a:cubicBezTo>
                    <a:pt x="119" y="127"/>
                    <a:pt x="120" y="81"/>
                    <a:pt x="120" y="81"/>
                  </a:cubicBezTo>
                  <a:cubicBezTo>
                    <a:pt x="120" y="81"/>
                    <a:pt x="109" y="47"/>
                    <a:pt x="106" y="36"/>
                  </a:cubicBezTo>
                  <a:cubicBezTo>
                    <a:pt x="103" y="25"/>
                    <a:pt x="63" y="0"/>
                    <a:pt x="0" y="34"/>
                  </a:cubicBezTo>
                  <a:close/>
                </a:path>
              </a:pathLst>
            </a:custGeom>
            <a:solidFill>
              <a:srgbClr val="F4CC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0" name="ïsḻïdê"/>
            <p:cNvSpPr/>
            <p:nvPr>
              <p:custDataLst>
                <p:tags r:id="rId12"/>
              </p:custDataLst>
            </p:nvPr>
          </p:nvSpPr>
          <p:spPr bwMode="auto">
            <a:xfrm>
              <a:off x="2671" y="9091"/>
              <a:ext cx="71" cy="80"/>
            </a:xfrm>
            <a:custGeom>
              <a:avLst/>
              <a:gdLst>
                <a:gd name="T0" fmla="*/ 0 w 96"/>
                <a:gd name="T1" fmla="*/ 35 h 109"/>
                <a:gd name="T2" fmla="*/ 96 w 96"/>
                <a:gd name="T3" fmla="*/ 75 h 109"/>
                <a:gd name="T4" fmla="*/ 87 w 96"/>
                <a:gd name="T5" fmla="*/ 45 h 109"/>
                <a:gd name="T6" fmla="*/ 0 w 96"/>
                <a:gd name="T7" fmla="*/ 3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09">
                  <a:moveTo>
                    <a:pt x="0" y="35"/>
                  </a:moveTo>
                  <a:cubicBezTo>
                    <a:pt x="0" y="35"/>
                    <a:pt x="22" y="109"/>
                    <a:pt x="96" y="75"/>
                  </a:cubicBezTo>
                  <a:cubicBezTo>
                    <a:pt x="96" y="75"/>
                    <a:pt x="87" y="51"/>
                    <a:pt x="87" y="45"/>
                  </a:cubicBezTo>
                  <a:cubicBezTo>
                    <a:pt x="86" y="39"/>
                    <a:pt x="63" y="0"/>
                    <a:pt x="0" y="35"/>
                  </a:cubicBezTo>
                  <a:close/>
                </a:path>
              </a:pathLst>
            </a:custGeom>
            <a:solidFill>
              <a:srgbClr val="F4C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1" name="iS1îḍê"/>
            <p:cNvSpPr/>
            <p:nvPr>
              <p:custDataLst>
                <p:tags r:id="rId13"/>
              </p:custDataLst>
            </p:nvPr>
          </p:nvSpPr>
          <p:spPr bwMode="auto">
            <a:xfrm>
              <a:off x="2669" y="9180"/>
              <a:ext cx="75" cy="154"/>
            </a:xfrm>
            <a:custGeom>
              <a:avLst/>
              <a:gdLst>
                <a:gd name="T0" fmla="*/ 0 w 103"/>
                <a:gd name="T1" fmla="*/ 8 h 210"/>
                <a:gd name="T2" fmla="*/ 94 w 103"/>
                <a:gd name="T3" fmla="*/ 210 h 210"/>
                <a:gd name="T4" fmla="*/ 103 w 103"/>
                <a:gd name="T5" fmla="*/ 0 h 210"/>
                <a:gd name="T6" fmla="*/ 61 w 103"/>
                <a:gd name="T7" fmla="*/ 21 h 210"/>
                <a:gd name="T8" fmla="*/ 0 w 103"/>
                <a:gd name="T9" fmla="*/ 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10">
                  <a:moveTo>
                    <a:pt x="0" y="8"/>
                  </a:moveTo>
                  <a:cubicBezTo>
                    <a:pt x="29" y="84"/>
                    <a:pt x="94" y="210"/>
                    <a:pt x="94" y="210"/>
                  </a:cubicBezTo>
                  <a:cubicBezTo>
                    <a:pt x="96" y="202"/>
                    <a:pt x="100" y="74"/>
                    <a:pt x="103" y="0"/>
                  </a:cubicBezTo>
                  <a:cubicBezTo>
                    <a:pt x="93" y="10"/>
                    <a:pt x="78" y="18"/>
                    <a:pt x="61" y="21"/>
                  </a:cubicBezTo>
                  <a:cubicBezTo>
                    <a:pt x="37" y="25"/>
                    <a:pt x="15" y="20"/>
                    <a:pt x="0" y="8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2" name="işļíḓé"/>
            <p:cNvSpPr/>
            <p:nvPr>
              <p:custDataLst>
                <p:tags r:id="rId14"/>
              </p:custDataLst>
            </p:nvPr>
          </p:nvSpPr>
          <p:spPr bwMode="auto">
            <a:xfrm>
              <a:off x="2659" y="9142"/>
              <a:ext cx="87" cy="57"/>
            </a:xfrm>
            <a:custGeom>
              <a:avLst/>
              <a:gdLst>
                <a:gd name="T0" fmla="*/ 117 w 119"/>
                <a:gd name="T1" fmla="*/ 1 h 78"/>
                <a:gd name="T2" fmla="*/ 69 w 119"/>
                <a:gd name="T3" fmla="*/ 58 h 78"/>
                <a:gd name="T4" fmla="*/ 4 w 119"/>
                <a:gd name="T5" fmla="*/ 25 h 78"/>
                <a:gd name="T6" fmla="*/ 0 w 119"/>
                <a:gd name="T7" fmla="*/ 23 h 78"/>
                <a:gd name="T8" fmla="*/ 13 w 119"/>
                <a:gd name="T9" fmla="*/ 61 h 78"/>
                <a:gd name="T10" fmla="*/ 74 w 119"/>
                <a:gd name="T11" fmla="*/ 74 h 78"/>
                <a:gd name="T12" fmla="*/ 116 w 119"/>
                <a:gd name="T13" fmla="*/ 53 h 78"/>
                <a:gd name="T14" fmla="*/ 118 w 119"/>
                <a:gd name="T15" fmla="*/ 0 h 78"/>
                <a:gd name="T16" fmla="*/ 117 w 119"/>
                <a:gd name="T17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78">
                  <a:moveTo>
                    <a:pt x="117" y="1"/>
                  </a:moveTo>
                  <a:cubicBezTo>
                    <a:pt x="119" y="28"/>
                    <a:pt x="98" y="52"/>
                    <a:pt x="69" y="58"/>
                  </a:cubicBezTo>
                  <a:cubicBezTo>
                    <a:pt x="40" y="63"/>
                    <a:pt x="13" y="49"/>
                    <a:pt x="4" y="25"/>
                  </a:cubicBezTo>
                  <a:cubicBezTo>
                    <a:pt x="2" y="24"/>
                    <a:pt x="0" y="23"/>
                    <a:pt x="0" y="23"/>
                  </a:cubicBezTo>
                  <a:cubicBezTo>
                    <a:pt x="3" y="32"/>
                    <a:pt x="7" y="45"/>
                    <a:pt x="13" y="61"/>
                  </a:cubicBezTo>
                  <a:cubicBezTo>
                    <a:pt x="28" y="73"/>
                    <a:pt x="50" y="78"/>
                    <a:pt x="74" y="74"/>
                  </a:cubicBezTo>
                  <a:cubicBezTo>
                    <a:pt x="91" y="71"/>
                    <a:pt x="106" y="63"/>
                    <a:pt x="116" y="53"/>
                  </a:cubicBezTo>
                  <a:cubicBezTo>
                    <a:pt x="117" y="22"/>
                    <a:pt x="118" y="0"/>
                    <a:pt x="118" y="0"/>
                  </a:cubicBezTo>
                  <a:lnTo>
                    <a:pt x="117" y="1"/>
                  </a:ln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3" name="iŝ1îḓé"/>
            <p:cNvSpPr/>
            <p:nvPr>
              <p:custDataLst>
                <p:tags r:id="rId15"/>
              </p:custDataLst>
            </p:nvPr>
          </p:nvSpPr>
          <p:spPr bwMode="auto">
            <a:xfrm>
              <a:off x="2744" y="9416"/>
              <a:ext cx="184" cy="428"/>
            </a:xfrm>
            <a:custGeom>
              <a:avLst/>
              <a:gdLst>
                <a:gd name="T0" fmla="*/ 168 w 251"/>
                <a:gd name="T1" fmla="*/ 577 h 585"/>
                <a:gd name="T2" fmla="*/ 139 w 251"/>
                <a:gd name="T3" fmla="*/ 531 h 585"/>
                <a:gd name="T4" fmla="*/ 208 w 251"/>
                <a:gd name="T5" fmla="*/ 361 h 585"/>
                <a:gd name="T6" fmla="*/ 180 w 251"/>
                <a:gd name="T7" fmla="*/ 21 h 585"/>
                <a:gd name="T8" fmla="*/ 49 w 251"/>
                <a:gd name="T9" fmla="*/ 147 h 585"/>
                <a:gd name="T10" fmla="*/ 92 w 251"/>
                <a:gd name="T11" fmla="*/ 518 h 585"/>
                <a:gd name="T12" fmla="*/ 84 w 251"/>
                <a:gd name="T13" fmla="*/ 574 h 585"/>
                <a:gd name="T14" fmla="*/ 168 w 251"/>
                <a:gd name="T15" fmla="*/ 57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5">
                  <a:moveTo>
                    <a:pt x="168" y="577"/>
                  </a:moveTo>
                  <a:cubicBezTo>
                    <a:pt x="139" y="531"/>
                    <a:pt x="139" y="531"/>
                    <a:pt x="139" y="531"/>
                  </a:cubicBezTo>
                  <a:cubicBezTo>
                    <a:pt x="139" y="531"/>
                    <a:pt x="164" y="500"/>
                    <a:pt x="208" y="361"/>
                  </a:cubicBezTo>
                  <a:cubicBezTo>
                    <a:pt x="251" y="222"/>
                    <a:pt x="180" y="21"/>
                    <a:pt x="180" y="21"/>
                  </a:cubicBezTo>
                  <a:cubicBezTo>
                    <a:pt x="90" y="0"/>
                    <a:pt x="0" y="87"/>
                    <a:pt x="49" y="147"/>
                  </a:cubicBezTo>
                  <a:cubicBezTo>
                    <a:pt x="99" y="207"/>
                    <a:pt x="103" y="474"/>
                    <a:pt x="92" y="518"/>
                  </a:cubicBezTo>
                  <a:cubicBezTo>
                    <a:pt x="88" y="535"/>
                    <a:pt x="85" y="556"/>
                    <a:pt x="84" y="574"/>
                  </a:cubicBezTo>
                  <a:cubicBezTo>
                    <a:pt x="112" y="585"/>
                    <a:pt x="140" y="584"/>
                    <a:pt x="168" y="577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4" name="íşlíḑè"/>
            <p:cNvSpPr/>
            <p:nvPr>
              <p:custDataLst>
                <p:tags r:id="rId16"/>
              </p:custDataLst>
            </p:nvPr>
          </p:nvSpPr>
          <p:spPr bwMode="auto">
            <a:xfrm>
              <a:off x="2804" y="9836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19 w 121"/>
                <a:gd name="T7" fmla="*/ 32 h 59"/>
                <a:gd name="T8" fmla="*/ 52 w 121"/>
                <a:gd name="T9" fmla="*/ 55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3" y="43"/>
                    <a:pt x="19" y="32"/>
                  </a:cubicBezTo>
                  <a:cubicBezTo>
                    <a:pt x="25" y="22"/>
                    <a:pt x="52" y="55"/>
                    <a:pt x="52" y="55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5" name="î$ļïḓe"/>
            <p:cNvSpPr/>
            <p:nvPr>
              <p:custDataLst>
                <p:tags r:id="rId17"/>
              </p:custDataLst>
            </p:nvPr>
          </p:nvSpPr>
          <p:spPr bwMode="auto">
            <a:xfrm>
              <a:off x="2611" y="9416"/>
              <a:ext cx="184" cy="427"/>
            </a:xfrm>
            <a:custGeom>
              <a:avLst/>
              <a:gdLst>
                <a:gd name="T0" fmla="*/ 168 w 251"/>
                <a:gd name="T1" fmla="*/ 576 h 584"/>
                <a:gd name="T2" fmla="*/ 140 w 251"/>
                <a:gd name="T3" fmla="*/ 531 h 584"/>
                <a:gd name="T4" fmla="*/ 208 w 251"/>
                <a:gd name="T5" fmla="*/ 360 h 584"/>
                <a:gd name="T6" fmla="*/ 181 w 251"/>
                <a:gd name="T7" fmla="*/ 20 h 584"/>
                <a:gd name="T8" fmla="*/ 50 w 251"/>
                <a:gd name="T9" fmla="*/ 146 h 584"/>
                <a:gd name="T10" fmla="*/ 92 w 251"/>
                <a:gd name="T11" fmla="*/ 517 h 584"/>
                <a:gd name="T12" fmla="*/ 84 w 251"/>
                <a:gd name="T13" fmla="*/ 573 h 584"/>
                <a:gd name="T14" fmla="*/ 168 w 251"/>
                <a:gd name="T15" fmla="*/ 576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4">
                  <a:moveTo>
                    <a:pt x="168" y="576"/>
                  </a:moveTo>
                  <a:cubicBezTo>
                    <a:pt x="140" y="531"/>
                    <a:pt x="140" y="531"/>
                    <a:pt x="140" y="531"/>
                  </a:cubicBezTo>
                  <a:cubicBezTo>
                    <a:pt x="140" y="531"/>
                    <a:pt x="164" y="500"/>
                    <a:pt x="208" y="360"/>
                  </a:cubicBezTo>
                  <a:cubicBezTo>
                    <a:pt x="251" y="221"/>
                    <a:pt x="181" y="20"/>
                    <a:pt x="181" y="20"/>
                  </a:cubicBezTo>
                  <a:cubicBezTo>
                    <a:pt x="90" y="0"/>
                    <a:pt x="0" y="86"/>
                    <a:pt x="50" y="146"/>
                  </a:cubicBezTo>
                  <a:cubicBezTo>
                    <a:pt x="99" y="206"/>
                    <a:pt x="103" y="473"/>
                    <a:pt x="92" y="517"/>
                  </a:cubicBezTo>
                  <a:cubicBezTo>
                    <a:pt x="88" y="535"/>
                    <a:pt x="85" y="555"/>
                    <a:pt x="84" y="573"/>
                  </a:cubicBezTo>
                  <a:cubicBezTo>
                    <a:pt x="112" y="584"/>
                    <a:pt x="140" y="583"/>
                    <a:pt x="168" y="576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" name="ïŝlïḓe"/>
            <p:cNvSpPr/>
            <p:nvPr>
              <p:custDataLst>
                <p:tags r:id="rId18"/>
              </p:custDataLst>
            </p:nvPr>
          </p:nvSpPr>
          <p:spPr bwMode="auto">
            <a:xfrm>
              <a:off x="2671" y="9835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20 w 121"/>
                <a:gd name="T7" fmla="*/ 33 h 59"/>
                <a:gd name="T8" fmla="*/ 52 w 121"/>
                <a:gd name="T9" fmla="*/ 56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4" y="43"/>
                    <a:pt x="20" y="33"/>
                  </a:cubicBezTo>
                  <a:cubicBezTo>
                    <a:pt x="25" y="22"/>
                    <a:pt x="52" y="56"/>
                    <a:pt x="52" y="56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" name="îṡḻîḓê"/>
            <p:cNvSpPr/>
            <p:nvPr>
              <p:custDataLst>
                <p:tags r:id="rId19"/>
              </p:custDataLst>
            </p:nvPr>
          </p:nvSpPr>
          <p:spPr bwMode="auto">
            <a:xfrm>
              <a:off x="2561" y="9414"/>
              <a:ext cx="434" cy="383"/>
            </a:xfrm>
            <a:custGeom>
              <a:avLst/>
              <a:gdLst>
                <a:gd name="T0" fmla="*/ 115 w 593"/>
                <a:gd name="T1" fmla="*/ 56 h 524"/>
                <a:gd name="T2" fmla="*/ 0 w 593"/>
                <a:gd name="T3" fmla="*/ 264 h 524"/>
                <a:gd name="T4" fmla="*/ 593 w 593"/>
                <a:gd name="T5" fmla="*/ 162 h 524"/>
                <a:gd name="T6" fmla="*/ 426 w 593"/>
                <a:gd name="T7" fmla="*/ 0 h 524"/>
                <a:gd name="T8" fmla="*/ 115 w 593"/>
                <a:gd name="T9" fmla="*/ 56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3" h="524">
                  <a:moveTo>
                    <a:pt x="115" y="56"/>
                  </a:moveTo>
                  <a:cubicBezTo>
                    <a:pt x="0" y="264"/>
                    <a:pt x="0" y="264"/>
                    <a:pt x="0" y="264"/>
                  </a:cubicBezTo>
                  <a:cubicBezTo>
                    <a:pt x="0" y="264"/>
                    <a:pt x="348" y="524"/>
                    <a:pt x="593" y="162"/>
                  </a:cubicBezTo>
                  <a:cubicBezTo>
                    <a:pt x="426" y="0"/>
                    <a:pt x="426" y="0"/>
                    <a:pt x="426" y="0"/>
                  </a:cubicBezTo>
                  <a:lnTo>
                    <a:pt x="115" y="5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" name="ísľïḍé"/>
            <p:cNvSpPr/>
            <p:nvPr>
              <p:custDataLst>
                <p:tags r:id="rId20"/>
              </p:custDataLst>
            </p:nvPr>
          </p:nvSpPr>
          <p:spPr bwMode="auto">
            <a:xfrm>
              <a:off x="2582" y="9462"/>
              <a:ext cx="101" cy="199"/>
            </a:xfrm>
            <a:custGeom>
              <a:avLst/>
              <a:gdLst>
                <a:gd name="T0" fmla="*/ 117 w 138"/>
                <a:gd name="T1" fmla="*/ 0 h 272"/>
                <a:gd name="T2" fmla="*/ 0 w 138"/>
                <a:gd name="T3" fmla="*/ 230 h 272"/>
                <a:gd name="T4" fmla="*/ 52 w 138"/>
                <a:gd name="T5" fmla="*/ 256 h 272"/>
                <a:gd name="T6" fmla="*/ 138 w 138"/>
                <a:gd name="T7" fmla="*/ 4 h 272"/>
                <a:gd name="T8" fmla="*/ 117 w 138"/>
                <a:gd name="T9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272">
                  <a:moveTo>
                    <a:pt x="117" y="0"/>
                  </a:moveTo>
                  <a:cubicBezTo>
                    <a:pt x="0" y="230"/>
                    <a:pt x="0" y="230"/>
                    <a:pt x="0" y="230"/>
                  </a:cubicBezTo>
                  <a:cubicBezTo>
                    <a:pt x="0" y="230"/>
                    <a:pt x="7" y="272"/>
                    <a:pt x="52" y="256"/>
                  </a:cubicBezTo>
                  <a:cubicBezTo>
                    <a:pt x="138" y="4"/>
                    <a:pt x="138" y="4"/>
                    <a:pt x="138" y="4"/>
                  </a:cubicBezTo>
                  <a:cubicBezTo>
                    <a:pt x="131" y="3"/>
                    <a:pt x="124" y="1"/>
                    <a:pt x="11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" name="îṡľiḓe"/>
            <p:cNvSpPr/>
            <p:nvPr>
              <p:custDataLst>
                <p:tags r:id="rId21"/>
              </p:custDataLst>
            </p:nvPr>
          </p:nvSpPr>
          <p:spPr bwMode="auto">
            <a:xfrm>
              <a:off x="2650" y="9474"/>
              <a:ext cx="61" cy="210"/>
            </a:xfrm>
            <a:custGeom>
              <a:avLst/>
              <a:gdLst>
                <a:gd name="T0" fmla="*/ 67 w 84"/>
                <a:gd name="T1" fmla="*/ 0 h 288"/>
                <a:gd name="T2" fmla="*/ 0 w 84"/>
                <a:gd name="T3" fmla="*/ 258 h 288"/>
                <a:gd name="T4" fmla="*/ 65 w 84"/>
                <a:gd name="T5" fmla="*/ 272 h 288"/>
                <a:gd name="T6" fmla="*/ 84 w 84"/>
                <a:gd name="T7" fmla="*/ 1 h 288"/>
                <a:gd name="T8" fmla="*/ 67 w 84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288">
                  <a:moveTo>
                    <a:pt x="67" y="0"/>
                  </a:moveTo>
                  <a:cubicBezTo>
                    <a:pt x="0" y="258"/>
                    <a:pt x="0" y="258"/>
                    <a:pt x="0" y="258"/>
                  </a:cubicBezTo>
                  <a:cubicBezTo>
                    <a:pt x="0" y="258"/>
                    <a:pt x="13" y="288"/>
                    <a:pt x="65" y="272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79" y="1"/>
                    <a:pt x="73" y="1"/>
                    <a:pt x="6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" name="îšľîdè"/>
            <p:cNvSpPr/>
            <p:nvPr>
              <p:custDataLst>
                <p:tags r:id="rId22"/>
              </p:custDataLst>
            </p:nvPr>
          </p:nvSpPr>
          <p:spPr bwMode="auto">
            <a:xfrm>
              <a:off x="2727" y="9474"/>
              <a:ext cx="46" cy="216"/>
            </a:xfrm>
            <a:custGeom>
              <a:avLst/>
              <a:gdLst>
                <a:gd name="T0" fmla="*/ 3 w 63"/>
                <a:gd name="T1" fmla="*/ 1 h 296"/>
                <a:gd name="T2" fmla="*/ 0 w 63"/>
                <a:gd name="T3" fmla="*/ 279 h 296"/>
                <a:gd name="T4" fmla="*/ 63 w 63"/>
                <a:gd name="T5" fmla="*/ 275 h 296"/>
                <a:gd name="T6" fmla="*/ 23 w 63"/>
                <a:gd name="T7" fmla="*/ 0 h 296"/>
                <a:gd name="T8" fmla="*/ 3 w 63"/>
                <a:gd name="T9" fmla="*/ 1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296">
                  <a:moveTo>
                    <a:pt x="3" y="1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79"/>
                    <a:pt x="29" y="296"/>
                    <a:pt x="63" y="27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0"/>
                    <a:pt x="11" y="1"/>
                    <a:pt x="3" y="1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" name="íṡlîḓe"/>
            <p:cNvSpPr/>
            <p:nvPr>
              <p:custDataLst>
                <p:tags r:id="rId23"/>
              </p:custDataLst>
            </p:nvPr>
          </p:nvSpPr>
          <p:spPr bwMode="auto">
            <a:xfrm>
              <a:off x="2764" y="9462"/>
              <a:ext cx="99" cy="216"/>
            </a:xfrm>
            <a:custGeom>
              <a:avLst/>
              <a:gdLst>
                <a:gd name="T0" fmla="*/ 0 w 136"/>
                <a:gd name="T1" fmla="*/ 5 h 295"/>
                <a:gd name="T2" fmla="*/ 77 w 136"/>
                <a:gd name="T3" fmla="*/ 287 h 295"/>
                <a:gd name="T4" fmla="*/ 136 w 136"/>
                <a:gd name="T5" fmla="*/ 265 h 295"/>
                <a:gd name="T6" fmla="*/ 25 w 136"/>
                <a:gd name="T7" fmla="*/ 0 h 295"/>
                <a:gd name="T8" fmla="*/ 0 w 136"/>
                <a:gd name="T9" fmla="*/ 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295">
                  <a:moveTo>
                    <a:pt x="0" y="5"/>
                  </a:moveTo>
                  <a:cubicBezTo>
                    <a:pt x="77" y="287"/>
                    <a:pt x="77" y="287"/>
                    <a:pt x="77" y="287"/>
                  </a:cubicBezTo>
                  <a:cubicBezTo>
                    <a:pt x="77" y="287"/>
                    <a:pt x="110" y="295"/>
                    <a:pt x="136" y="265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7" y="2"/>
                    <a:pt x="9" y="4"/>
                    <a:pt x="0" y="5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" name="ís1ïďè"/>
            <p:cNvSpPr/>
            <p:nvPr>
              <p:custDataLst>
                <p:tags r:id="rId24"/>
              </p:custDataLst>
            </p:nvPr>
          </p:nvSpPr>
          <p:spPr bwMode="auto">
            <a:xfrm>
              <a:off x="2806" y="9450"/>
              <a:ext cx="130" cy="187"/>
            </a:xfrm>
            <a:custGeom>
              <a:avLst/>
              <a:gdLst>
                <a:gd name="T0" fmla="*/ 24 w 178"/>
                <a:gd name="T1" fmla="*/ 0 h 256"/>
                <a:gd name="T2" fmla="*/ 0 w 178"/>
                <a:gd name="T3" fmla="*/ 10 h 256"/>
                <a:gd name="T4" fmla="*/ 127 w 178"/>
                <a:gd name="T5" fmla="*/ 256 h 256"/>
                <a:gd name="T6" fmla="*/ 178 w 178"/>
                <a:gd name="T7" fmla="*/ 220 h 256"/>
                <a:gd name="T8" fmla="*/ 24 w 178"/>
                <a:gd name="T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56">
                  <a:moveTo>
                    <a:pt x="24" y="0"/>
                  </a:moveTo>
                  <a:cubicBezTo>
                    <a:pt x="16" y="3"/>
                    <a:pt x="8" y="7"/>
                    <a:pt x="0" y="10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60" y="255"/>
                    <a:pt x="178" y="22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3" name="îṣ1íďé"/>
            <p:cNvSpPr/>
            <p:nvPr>
              <p:custDataLst>
                <p:tags r:id="rId25"/>
              </p:custDataLst>
            </p:nvPr>
          </p:nvSpPr>
          <p:spPr bwMode="auto">
            <a:xfrm>
              <a:off x="2848" y="9429"/>
              <a:ext cx="140" cy="152"/>
            </a:xfrm>
            <a:custGeom>
              <a:avLst/>
              <a:gdLst>
                <a:gd name="T0" fmla="*/ 20 w 192"/>
                <a:gd name="T1" fmla="*/ 0 h 208"/>
                <a:gd name="T2" fmla="*/ 0 w 192"/>
                <a:gd name="T3" fmla="*/ 16 h 208"/>
                <a:gd name="T4" fmla="*/ 155 w 192"/>
                <a:gd name="T5" fmla="*/ 208 h 208"/>
                <a:gd name="T6" fmla="*/ 192 w 192"/>
                <a:gd name="T7" fmla="*/ 157 h 208"/>
                <a:gd name="T8" fmla="*/ 20 w 192"/>
                <a:gd name="T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208">
                  <a:moveTo>
                    <a:pt x="20" y="0"/>
                  </a:moveTo>
                  <a:cubicBezTo>
                    <a:pt x="14" y="6"/>
                    <a:pt x="7" y="11"/>
                    <a:pt x="0" y="16"/>
                  </a:cubicBezTo>
                  <a:cubicBezTo>
                    <a:pt x="155" y="208"/>
                    <a:pt x="155" y="208"/>
                    <a:pt x="155" y="208"/>
                  </a:cubicBezTo>
                  <a:cubicBezTo>
                    <a:pt x="155" y="208"/>
                    <a:pt x="187" y="197"/>
                    <a:pt x="192" y="15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4" name="ïṧḷiḋè"/>
            <p:cNvSpPr/>
            <p:nvPr>
              <p:custDataLst>
                <p:tags r:id="rId26"/>
              </p:custDataLst>
            </p:nvPr>
          </p:nvSpPr>
          <p:spPr bwMode="auto">
            <a:xfrm>
              <a:off x="2582" y="9141"/>
              <a:ext cx="314" cy="352"/>
            </a:xfrm>
            <a:custGeom>
              <a:avLst/>
              <a:gdLst>
                <a:gd name="T0" fmla="*/ 0 w 429"/>
                <a:gd name="T1" fmla="*/ 70 h 482"/>
                <a:gd name="T2" fmla="*/ 111 w 429"/>
                <a:gd name="T3" fmla="*/ 20 h 482"/>
                <a:gd name="T4" fmla="*/ 211 w 429"/>
                <a:gd name="T5" fmla="*/ 255 h 482"/>
                <a:gd name="T6" fmla="*/ 218 w 429"/>
                <a:gd name="T7" fmla="*/ 0 h 482"/>
                <a:gd name="T8" fmla="*/ 352 w 429"/>
                <a:gd name="T9" fmla="*/ 10 h 482"/>
                <a:gd name="T10" fmla="*/ 360 w 429"/>
                <a:gd name="T11" fmla="*/ 276 h 482"/>
                <a:gd name="T12" fmla="*/ 429 w 429"/>
                <a:gd name="T13" fmla="*/ 373 h 482"/>
                <a:gd name="T14" fmla="*/ 50 w 429"/>
                <a:gd name="T15" fmla="*/ 450 h 482"/>
                <a:gd name="T16" fmla="*/ 0 w 429"/>
                <a:gd name="T17" fmla="*/ 7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482">
                  <a:moveTo>
                    <a:pt x="0" y="70"/>
                  </a:moveTo>
                  <a:cubicBezTo>
                    <a:pt x="111" y="20"/>
                    <a:pt x="111" y="20"/>
                    <a:pt x="111" y="20"/>
                  </a:cubicBezTo>
                  <a:cubicBezTo>
                    <a:pt x="211" y="255"/>
                    <a:pt x="211" y="255"/>
                    <a:pt x="211" y="255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52" y="10"/>
                    <a:pt x="352" y="10"/>
                    <a:pt x="352" y="10"/>
                  </a:cubicBezTo>
                  <a:cubicBezTo>
                    <a:pt x="352" y="10"/>
                    <a:pt x="333" y="217"/>
                    <a:pt x="360" y="276"/>
                  </a:cubicBezTo>
                  <a:cubicBezTo>
                    <a:pt x="387" y="336"/>
                    <a:pt x="429" y="373"/>
                    <a:pt x="429" y="373"/>
                  </a:cubicBezTo>
                  <a:cubicBezTo>
                    <a:pt x="320" y="461"/>
                    <a:pt x="196" y="482"/>
                    <a:pt x="50" y="450"/>
                  </a:cubicBezTo>
                  <a:cubicBezTo>
                    <a:pt x="50" y="450"/>
                    <a:pt x="124" y="332"/>
                    <a:pt x="0" y="7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5" name="ïṥ1iḍê"/>
            <p:cNvSpPr/>
            <p:nvPr>
              <p:custDataLst>
                <p:tags r:id="rId27"/>
              </p:custDataLst>
            </p:nvPr>
          </p:nvSpPr>
          <p:spPr bwMode="auto">
            <a:xfrm>
              <a:off x="2637" y="9149"/>
              <a:ext cx="100" cy="178"/>
            </a:xfrm>
            <a:custGeom>
              <a:avLst/>
              <a:gdLst>
                <a:gd name="T0" fmla="*/ 36 w 137"/>
                <a:gd name="T1" fmla="*/ 0 h 244"/>
                <a:gd name="T2" fmla="*/ 8 w 137"/>
                <a:gd name="T3" fmla="*/ 18 h 244"/>
                <a:gd name="T4" fmla="*/ 0 w 137"/>
                <a:gd name="T5" fmla="*/ 104 h 244"/>
                <a:gd name="T6" fmla="*/ 53 w 137"/>
                <a:gd name="T7" fmla="*/ 91 h 244"/>
                <a:gd name="T8" fmla="*/ 32 w 137"/>
                <a:gd name="T9" fmla="*/ 155 h 244"/>
                <a:gd name="T10" fmla="*/ 137 w 137"/>
                <a:gd name="T11" fmla="*/ 244 h 244"/>
                <a:gd name="T12" fmla="*/ 36 w 137"/>
                <a:gd name="T1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" h="244">
                  <a:moveTo>
                    <a:pt x="36" y="0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53" y="91"/>
                    <a:pt x="53" y="91"/>
                    <a:pt x="53" y="91"/>
                  </a:cubicBezTo>
                  <a:cubicBezTo>
                    <a:pt x="32" y="155"/>
                    <a:pt x="32" y="155"/>
                    <a:pt x="32" y="155"/>
                  </a:cubicBezTo>
                  <a:cubicBezTo>
                    <a:pt x="137" y="244"/>
                    <a:pt x="137" y="244"/>
                    <a:pt x="137" y="244"/>
                  </a:cubicBezTo>
                  <a:cubicBezTo>
                    <a:pt x="137" y="244"/>
                    <a:pt x="64" y="46"/>
                    <a:pt x="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6" name="îşlîḍè"/>
            <p:cNvSpPr/>
            <p:nvPr>
              <p:custDataLst>
                <p:tags r:id="rId28"/>
              </p:custDataLst>
            </p:nvPr>
          </p:nvSpPr>
          <p:spPr bwMode="auto">
            <a:xfrm>
              <a:off x="2733" y="9134"/>
              <a:ext cx="59" cy="193"/>
            </a:xfrm>
            <a:custGeom>
              <a:avLst/>
              <a:gdLst>
                <a:gd name="T0" fmla="*/ 10 w 81"/>
                <a:gd name="T1" fmla="*/ 0 h 264"/>
                <a:gd name="T2" fmla="*/ 42 w 81"/>
                <a:gd name="T3" fmla="*/ 6 h 264"/>
                <a:gd name="T4" fmla="*/ 81 w 81"/>
                <a:gd name="T5" fmla="*/ 83 h 264"/>
                <a:gd name="T6" fmla="*/ 27 w 81"/>
                <a:gd name="T7" fmla="*/ 90 h 264"/>
                <a:gd name="T8" fmla="*/ 70 w 81"/>
                <a:gd name="T9" fmla="*/ 143 h 264"/>
                <a:gd name="T10" fmla="*/ 5 w 81"/>
                <a:gd name="T11" fmla="*/ 264 h 264"/>
                <a:gd name="T12" fmla="*/ 10 w 81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64">
                  <a:moveTo>
                    <a:pt x="10" y="0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81" y="83"/>
                    <a:pt x="81" y="83"/>
                    <a:pt x="81" y="83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5" y="264"/>
                    <a:pt x="5" y="264"/>
                    <a:pt x="5" y="264"/>
                  </a:cubicBezTo>
                  <a:cubicBezTo>
                    <a:pt x="5" y="264"/>
                    <a:pt x="0" y="53"/>
                    <a:pt x="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7" name="îṧľíḋe"/>
            <p:cNvSpPr/>
            <p:nvPr>
              <p:custDataLst>
                <p:tags r:id="rId29"/>
              </p:custDataLst>
            </p:nvPr>
          </p:nvSpPr>
          <p:spPr bwMode="auto">
            <a:xfrm>
              <a:off x="2734" y="9347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2"/>
                    <a:pt x="16" y="17"/>
                    <a:pt x="11" y="18"/>
                  </a:cubicBezTo>
                  <a:cubicBezTo>
                    <a:pt x="7" y="19"/>
                    <a:pt x="2" y="16"/>
                    <a:pt x="1" y="11"/>
                  </a:cubicBezTo>
                  <a:cubicBezTo>
                    <a:pt x="0" y="6"/>
                    <a:pt x="4" y="2"/>
                    <a:pt x="8" y="1"/>
                  </a:cubicBezTo>
                  <a:cubicBezTo>
                    <a:pt x="13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8" name="îṥļiḍe"/>
            <p:cNvSpPr/>
            <p:nvPr>
              <p:custDataLst>
                <p:tags r:id="rId30"/>
              </p:custDataLst>
            </p:nvPr>
          </p:nvSpPr>
          <p:spPr bwMode="auto">
            <a:xfrm>
              <a:off x="2740" y="9380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3"/>
                    <a:pt x="16" y="17"/>
                    <a:pt x="11" y="18"/>
                  </a:cubicBezTo>
                  <a:cubicBezTo>
                    <a:pt x="6" y="19"/>
                    <a:pt x="2" y="16"/>
                    <a:pt x="1" y="11"/>
                  </a:cubicBez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7" y="4"/>
                    <a:pt x="18" y="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9" name="i$ḻïḓè"/>
            <p:cNvSpPr/>
            <p:nvPr>
              <p:custDataLst>
                <p:tags r:id="rId31"/>
              </p:custDataLst>
            </p:nvPr>
          </p:nvSpPr>
          <p:spPr bwMode="auto">
            <a:xfrm>
              <a:off x="2747" y="9413"/>
              <a:ext cx="14" cy="14"/>
            </a:xfrm>
            <a:custGeom>
              <a:avLst/>
              <a:gdLst>
                <a:gd name="T0" fmla="*/ 18 w 18"/>
                <a:gd name="T1" fmla="*/ 8 h 19"/>
                <a:gd name="T2" fmla="*/ 11 w 18"/>
                <a:gd name="T3" fmla="*/ 18 h 19"/>
                <a:gd name="T4" fmla="*/ 1 w 18"/>
                <a:gd name="T5" fmla="*/ 11 h 19"/>
                <a:gd name="T6" fmla="*/ 7 w 18"/>
                <a:gd name="T7" fmla="*/ 1 h 19"/>
                <a:gd name="T8" fmla="*/ 18 w 18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18" y="8"/>
                  </a:moveTo>
                  <a:cubicBezTo>
                    <a:pt x="18" y="12"/>
                    <a:pt x="15" y="17"/>
                    <a:pt x="11" y="18"/>
                  </a:cubicBezTo>
                  <a:cubicBezTo>
                    <a:pt x="6" y="19"/>
                    <a:pt x="1" y="16"/>
                    <a:pt x="1" y="11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2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0" name="íś1iḓe"/>
            <p:cNvSpPr/>
            <p:nvPr>
              <p:custDataLst>
                <p:tags r:id="rId32"/>
              </p:custDataLst>
            </p:nvPr>
          </p:nvSpPr>
          <p:spPr bwMode="auto">
            <a:xfrm>
              <a:off x="2394" y="8663"/>
              <a:ext cx="491" cy="504"/>
            </a:xfrm>
            <a:custGeom>
              <a:avLst/>
              <a:gdLst>
                <a:gd name="T0" fmla="*/ 479 w 670"/>
                <a:gd name="T1" fmla="*/ 77 h 690"/>
                <a:gd name="T2" fmla="*/ 645 w 670"/>
                <a:gd name="T3" fmla="*/ 475 h 690"/>
                <a:gd name="T4" fmla="*/ 541 w 670"/>
                <a:gd name="T5" fmla="*/ 634 h 690"/>
                <a:gd name="T6" fmla="*/ 246 w 670"/>
                <a:gd name="T7" fmla="*/ 623 h 690"/>
                <a:gd name="T8" fmla="*/ 67 w 670"/>
                <a:gd name="T9" fmla="*/ 197 h 690"/>
                <a:gd name="T10" fmla="*/ 479 w 670"/>
                <a:gd name="T11" fmla="*/ 77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0" h="690">
                  <a:moveTo>
                    <a:pt x="479" y="77"/>
                  </a:moveTo>
                  <a:cubicBezTo>
                    <a:pt x="479" y="77"/>
                    <a:pt x="621" y="410"/>
                    <a:pt x="645" y="475"/>
                  </a:cubicBezTo>
                  <a:cubicBezTo>
                    <a:pt x="670" y="541"/>
                    <a:pt x="541" y="634"/>
                    <a:pt x="541" y="634"/>
                  </a:cubicBezTo>
                  <a:cubicBezTo>
                    <a:pt x="541" y="634"/>
                    <a:pt x="375" y="690"/>
                    <a:pt x="246" y="623"/>
                  </a:cubicBezTo>
                  <a:cubicBezTo>
                    <a:pt x="95" y="544"/>
                    <a:pt x="0" y="400"/>
                    <a:pt x="67" y="197"/>
                  </a:cubicBezTo>
                  <a:cubicBezTo>
                    <a:pt x="131" y="0"/>
                    <a:pt x="456" y="16"/>
                    <a:pt x="479" y="77"/>
                  </a:cubicBezTo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1" name="ïṩḷiḋê"/>
            <p:cNvSpPr/>
            <p:nvPr>
              <p:custDataLst>
                <p:tags r:id="rId33"/>
              </p:custDataLst>
            </p:nvPr>
          </p:nvSpPr>
          <p:spPr bwMode="auto">
            <a:xfrm>
              <a:off x="2523" y="9055"/>
              <a:ext cx="22" cy="23"/>
            </a:xfrm>
            <a:custGeom>
              <a:avLst/>
              <a:gdLst>
                <a:gd name="T0" fmla="*/ 28 w 30"/>
                <a:gd name="T1" fmla="*/ 11 h 31"/>
                <a:gd name="T2" fmla="*/ 19 w 30"/>
                <a:gd name="T3" fmla="*/ 28 h 31"/>
                <a:gd name="T4" fmla="*/ 2 w 30"/>
                <a:gd name="T5" fmla="*/ 19 h 31"/>
                <a:gd name="T6" fmla="*/ 11 w 30"/>
                <a:gd name="T7" fmla="*/ 2 h 31"/>
                <a:gd name="T8" fmla="*/ 28 w 30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28" y="11"/>
                  </a:moveTo>
                  <a:cubicBezTo>
                    <a:pt x="30" y="18"/>
                    <a:pt x="26" y="26"/>
                    <a:pt x="19" y="28"/>
                  </a:cubicBezTo>
                  <a:cubicBezTo>
                    <a:pt x="12" y="31"/>
                    <a:pt x="4" y="27"/>
                    <a:pt x="2" y="19"/>
                  </a:cubicBezTo>
                  <a:cubicBezTo>
                    <a:pt x="0" y="12"/>
                    <a:pt x="4" y="5"/>
                    <a:pt x="11" y="2"/>
                  </a:cubicBezTo>
                  <a:cubicBezTo>
                    <a:pt x="18" y="0"/>
                    <a:pt x="26" y="4"/>
                    <a:pt x="28" y="11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2" name="iSlîḓe"/>
            <p:cNvSpPr/>
            <p:nvPr>
              <p:custDataLst>
                <p:tags r:id="rId34"/>
              </p:custDataLst>
            </p:nvPr>
          </p:nvSpPr>
          <p:spPr bwMode="auto">
            <a:xfrm>
              <a:off x="2636" y="9027"/>
              <a:ext cx="20" cy="17"/>
            </a:xfrm>
            <a:custGeom>
              <a:avLst/>
              <a:gdLst>
                <a:gd name="T0" fmla="*/ 26 w 27"/>
                <a:gd name="T1" fmla="*/ 0 h 24"/>
                <a:gd name="T2" fmla="*/ 26 w 27"/>
                <a:gd name="T3" fmla="*/ 0 h 24"/>
                <a:gd name="T4" fmla="*/ 13 w 27"/>
                <a:gd name="T5" fmla="*/ 10 h 24"/>
                <a:gd name="T6" fmla="*/ 0 w 27"/>
                <a:gd name="T7" fmla="*/ 24 h 24"/>
                <a:gd name="T8" fmla="*/ 0 w 27"/>
                <a:gd name="T9" fmla="*/ 24 h 24"/>
                <a:gd name="T10" fmla="*/ 11 w 27"/>
                <a:gd name="T11" fmla="*/ 16 h 24"/>
                <a:gd name="T12" fmla="*/ 27 w 27"/>
                <a:gd name="T13" fmla="*/ 1 h 24"/>
                <a:gd name="T14" fmla="*/ 26 w 27"/>
                <a:gd name="T1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4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2"/>
                    <a:pt x="17" y="6"/>
                    <a:pt x="13" y="10"/>
                  </a:cubicBezTo>
                  <a:cubicBezTo>
                    <a:pt x="9" y="14"/>
                    <a:pt x="4" y="19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4" y="22"/>
                    <a:pt x="8" y="19"/>
                    <a:pt x="11" y="16"/>
                  </a:cubicBezTo>
                  <a:cubicBezTo>
                    <a:pt x="16" y="11"/>
                    <a:pt x="22" y="6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3" name="iṣľîḍé"/>
            <p:cNvSpPr/>
            <p:nvPr>
              <p:custDataLst>
                <p:tags r:id="rId35"/>
              </p:custDataLst>
            </p:nvPr>
          </p:nvSpPr>
          <p:spPr bwMode="auto">
            <a:xfrm>
              <a:off x="2648" y="9023"/>
              <a:ext cx="20" cy="20"/>
            </a:xfrm>
            <a:custGeom>
              <a:avLst/>
              <a:gdLst>
                <a:gd name="T0" fmla="*/ 26 w 27"/>
                <a:gd name="T1" fmla="*/ 0 h 28"/>
                <a:gd name="T2" fmla="*/ 26 w 27"/>
                <a:gd name="T3" fmla="*/ 0 h 28"/>
                <a:gd name="T4" fmla="*/ 13 w 27"/>
                <a:gd name="T5" fmla="*/ 13 h 28"/>
                <a:gd name="T6" fmla="*/ 0 w 27"/>
                <a:gd name="T7" fmla="*/ 28 h 28"/>
                <a:gd name="T8" fmla="*/ 0 w 27"/>
                <a:gd name="T9" fmla="*/ 28 h 28"/>
                <a:gd name="T10" fmla="*/ 1 w 27"/>
                <a:gd name="T11" fmla="*/ 28 h 28"/>
                <a:gd name="T12" fmla="*/ 13 w 27"/>
                <a:gd name="T13" fmla="*/ 16 h 28"/>
                <a:gd name="T14" fmla="*/ 27 w 27"/>
                <a:gd name="T15" fmla="*/ 1 h 28"/>
                <a:gd name="T16" fmla="*/ 26 w 27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8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3"/>
                    <a:pt x="17" y="9"/>
                    <a:pt x="13" y="13"/>
                  </a:cubicBezTo>
                  <a:cubicBezTo>
                    <a:pt x="9" y="18"/>
                    <a:pt x="4" y="22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5" y="25"/>
                    <a:pt x="9" y="20"/>
                    <a:pt x="13" y="16"/>
                  </a:cubicBezTo>
                  <a:cubicBezTo>
                    <a:pt x="18" y="11"/>
                    <a:pt x="24" y="7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4" name="îṧ1ïdè"/>
            <p:cNvSpPr/>
            <p:nvPr>
              <p:custDataLst>
                <p:tags r:id="rId36"/>
              </p:custDataLst>
            </p:nvPr>
          </p:nvSpPr>
          <p:spPr bwMode="auto">
            <a:xfrm>
              <a:off x="2664" y="9013"/>
              <a:ext cx="22" cy="25"/>
            </a:xfrm>
            <a:custGeom>
              <a:avLst/>
              <a:gdLst>
                <a:gd name="T0" fmla="*/ 29 w 30"/>
                <a:gd name="T1" fmla="*/ 0 h 34"/>
                <a:gd name="T2" fmla="*/ 28 w 30"/>
                <a:gd name="T3" fmla="*/ 0 h 34"/>
                <a:gd name="T4" fmla="*/ 13 w 30"/>
                <a:gd name="T5" fmla="*/ 15 h 34"/>
                <a:gd name="T6" fmla="*/ 0 w 30"/>
                <a:gd name="T7" fmla="*/ 33 h 34"/>
                <a:gd name="T8" fmla="*/ 0 w 30"/>
                <a:gd name="T9" fmla="*/ 34 h 34"/>
                <a:gd name="T10" fmla="*/ 2 w 30"/>
                <a:gd name="T11" fmla="*/ 33 h 34"/>
                <a:gd name="T12" fmla="*/ 16 w 30"/>
                <a:gd name="T13" fmla="*/ 15 h 34"/>
                <a:gd name="T14" fmla="*/ 29 w 30"/>
                <a:gd name="T15" fmla="*/ 1 h 34"/>
                <a:gd name="T16" fmla="*/ 29 w 30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4">
                  <a:moveTo>
                    <a:pt x="29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2" y="4"/>
                    <a:pt x="17" y="10"/>
                    <a:pt x="13" y="15"/>
                  </a:cubicBezTo>
                  <a:cubicBezTo>
                    <a:pt x="8" y="21"/>
                    <a:pt x="3" y="27"/>
                    <a:pt x="0" y="3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1" y="34"/>
                    <a:pt x="2" y="33"/>
                  </a:cubicBezTo>
                  <a:cubicBezTo>
                    <a:pt x="6" y="27"/>
                    <a:pt x="11" y="21"/>
                    <a:pt x="16" y="15"/>
                  </a:cubicBezTo>
                  <a:cubicBezTo>
                    <a:pt x="21" y="10"/>
                    <a:pt x="26" y="6"/>
                    <a:pt x="29" y="1"/>
                  </a:cubicBezTo>
                  <a:cubicBezTo>
                    <a:pt x="30" y="0"/>
                    <a:pt x="29" y="0"/>
                    <a:pt x="29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5" name="iṧlïḋe"/>
            <p:cNvSpPr/>
            <p:nvPr>
              <p:custDataLst>
                <p:tags r:id="rId37"/>
              </p:custDataLst>
            </p:nvPr>
          </p:nvSpPr>
          <p:spPr bwMode="auto">
            <a:xfrm>
              <a:off x="2778" y="8974"/>
              <a:ext cx="25" cy="25"/>
            </a:xfrm>
            <a:custGeom>
              <a:avLst/>
              <a:gdLst>
                <a:gd name="T0" fmla="*/ 33 w 34"/>
                <a:gd name="T1" fmla="*/ 0 h 34"/>
                <a:gd name="T2" fmla="*/ 33 w 34"/>
                <a:gd name="T3" fmla="*/ 0 h 34"/>
                <a:gd name="T4" fmla="*/ 20 w 34"/>
                <a:gd name="T5" fmla="*/ 14 h 34"/>
                <a:gd name="T6" fmla="*/ 1 w 34"/>
                <a:gd name="T7" fmla="*/ 32 h 34"/>
                <a:gd name="T8" fmla="*/ 1 w 34"/>
                <a:gd name="T9" fmla="*/ 34 h 34"/>
                <a:gd name="T10" fmla="*/ 1 w 34"/>
                <a:gd name="T11" fmla="*/ 34 h 34"/>
                <a:gd name="T12" fmla="*/ 18 w 34"/>
                <a:gd name="T13" fmla="*/ 19 h 34"/>
                <a:gd name="T14" fmla="*/ 34 w 34"/>
                <a:gd name="T15" fmla="*/ 0 h 34"/>
                <a:gd name="T16" fmla="*/ 33 w 34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28" y="4"/>
                    <a:pt x="24" y="9"/>
                    <a:pt x="20" y="14"/>
                  </a:cubicBezTo>
                  <a:cubicBezTo>
                    <a:pt x="14" y="21"/>
                    <a:pt x="8" y="27"/>
                    <a:pt x="1" y="32"/>
                  </a:cubicBezTo>
                  <a:cubicBezTo>
                    <a:pt x="0" y="33"/>
                    <a:pt x="0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8" y="30"/>
                    <a:pt x="13" y="25"/>
                    <a:pt x="18" y="19"/>
                  </a:cubicBezTo>
                  <a:cubicBezTo>
                    <a:pt x="23" y="13"/>
                    <a:pt x="29" y="7"/>
                    <a:pt x="34" y="0"/>
                  </a:cubicBezTo>
                  <a:cubicBezTo>
                    <a:pt x="34" y="0"/>
                    <a:pt x="34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6" name="íṣ1íḍê"/>
            <p:cNvSpPr/>
            <p:nvPr>
              <p:custDataLst>
                <p:tags r:id="rId38"/>
              </p:custDataLst>
            </p:nvPr>
          </p:nvSpPr>
          <p:spPr bwMode="auto">
            <a:xfrm>
              <a:off x="2792" y="8969"/>
              <a:ext cx="25" cy="27"/>
            </a:xfrm>
            <a:custGeom>
              <a:avLst/>
              <a:gdLst>
                <a:gd name="T0" fmla="*/ 33 w 34"/>
                <a:gd name="T1" fmla="*/ 0 h 37"/>
                <a:gd name="T2" fmla="*/ 32 w 34"/>
                <a:gd name="T3" fmla="*/ 0 h 37"/>
                <a:gd name="T4" fmla="*/ 14 w 34"/>
                <a:gd name="T5" fmla="*/ 18 h 37"/>
                <a:gd name="T6" fmla="*/ 0 w 34"/>
                <a:gd name="T7" fmla="*/ 37 h 37"/>
                <a:gd name="T8" fmla="*/ 1 w 34"/>
                <a:gd name="T9" fmla="*/ 37 h 37"/>
                <a:gd name="T10" fmla="*/ 1 w 34"/>
                <a:gd name="T11" fmla="*/ 37 h 37"/>
                <a:gd name="T12" fmla="*/ 18 w 34"/>
                <a:gd name="T13" fmla="*/ 17 h 37"/>
                <a:gd name="T14" fmla="*/ 33 w 34"/>
                <a:gd name="T15" fmla="*/ 1 h 37"/>
                <a:gd name="T16" fmla="*/ 33 w 34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33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5" y="5"/>
                    <a:pt x="19" y="12"/>
                    <a:pt x="14" y="18"/>
                  </a:cubicBezTo>
                  <a:cubicBezTo>
                    <a:pt x="9" y="24"/>
                    <a:pt x="4" y="30"/>
                    <a:pt x="0" y="37"/>
                  </a:cubicBezTo>
                  <a:cubicBezTo>
                    <a:pt x="0" y="37"/>
                    <a:pt x="0" y="37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7" y="31"/>
                    <a:pt x="12" y="24"/>
                    <a:pt x="18" y="17"/>
                  </a:cubicBezTo>
                  <a:cubicBezTo>
                    <a:pt x="23" y="12"/>
                    <a:pt x="29" y="7"/>
                    <a:pt x="33" y="1"/>
                  </a:cubicBezTo>
                  <a:cubicBezTo>
                    <a:pt x="34" y="0"/>
                    <a:pt x="33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7" name="îṡľîďè"/>
            <p:cNvSpPr/>
            <p:nvPr>
              <p:custDataLst>
                <p:tags r:id="rId39"/>
              </p:custDataLst>
            </p:nvPr>
          </p:nvSpPr>
          <p:spPr bwMode="auto">
            <a:xfrm>
              <a:off x="2806" y="8971"/>
              <a:ext cx="21" cy="20"/>
            </a:xfrm>
            <a:custGeom>
              <a:avLst/>
              <a:gdLst>
                <a:gd name="T0" fmla="*/ 27 w 29"/>
                <a:gd name="T1" fmla="*/ 0 h 28"/>
                <a:gd name="T2" fmla="*/ 26 w 29"/>
                <a:gd name="T3" fmla="*/ 0 h 28"/>
                <a:gd name="T4" fmla="*/ 0 w 29"/>
                <a:gd name="T5" fmla="*/ 27 h 28"/>
                <a:gd name="T6" fmla="*/ 1 w 29"/>
                <a:gd name="T7" fmla="*/ 28 h 28"/>
                <a:gd name="T8" fmla="*/ 1 w 29"/>
                <a:gd name="T9" fmla="*/ 28 h 28"/>
                <a:gd name="T10" fmla="*/ 28 w 29"/>
                <a:gd name="T11" fmla="*/ 1 h 28"/>
                <a:gd name="T12" fmla="*/ 27 w 29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8">
                  <a:moveTo>
                    <a:pt x="27" y="0"/>
                  </a:moveTo>
                  <a:cubicBezTo>
                    <a:pt x="27" y="0"/>
                    <a:pt x="27" y="0"/>
                    <a:pt x="26" y="0"/>
                  </a:cubicBezTo>
                  <a:cubicBezTo>
                    <a:pt x="16" y="7"/>
                    <a:pt x="9" y="18"/>
                    <a:pt x="0" y="27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1" y="20"/>
                    <a:pt x="20" y="11"/>
                    <a:pt x="28" y="1"/>
                  </a:cubicBezTo>
                  <a:cubicBezTo>
                    <a:pt x="29" y="0"/>
                    <a:pt x="28" y="0"/>
                    <a:pt x="27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8" name="ïśľîḓe"/>
            <p:cNvSpPr/>
            <p:nvPr>
              <p:custDataLst>
                <p:tags r:id="rId40"/>
              </p:custDataLst>
            </p:nvPr>
          </p:nvSpPr>
          <p:spPr bwMode="auto">
            <a:xfrm>
              <a:off x="2752" y="8899"/>
              <a:ext cx="68" cy="75"/>
            </a:xfrm>
            <a:custGeom>
              <a:avLst/>
              <a:gdLst>
                <a:gd name="T0" fmla="*/ 9 w 92"/>
                <a:gd name="T1" fmla="*/ 66 h 103"/>
                <a:gd name="T2" fmla="*/ 62 w 92"/>
                <a:gd name="T3" fmla="*/ 95 h 103"/>
                <a:gd name="T4" fmla="*/ 82 w 92"/>
                <a:gd name="T5" fmla="*/ 37 h 103"/>
                <a:gd name="T6" fmla="*/ 29 w 92"/>
                <a:gd name="T7" fmla="*/ 8 h 103"/>
                <a:gd name="T8" fmla="*/ 9 w 92"/>
                <a:gd name="T9" fmla="*/ 6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103">
                  <a:moveTo>
                    <a:pt x="9" y="66"/>
                  </a:moveTo>
                  <a:cubicBezTo>
                    <a:pt x="18" y="90"/>
                    <a:pt x="42" y="103"/>
                    <a:pt x="62" y="95"/>
                  </a:cubicBezTo>
                  <a:cubicBezTo>
                    <a:pt x="83" y="87"/>
                    <a:pt x="92" y="61"/>
                    <a:pt x="82" y="37"/>
                  </a:cubicBezTo>
                  <a:cubicBezTo>
                    <a:pt x="73" y="13"/>
                    <a:pt x="49" y="0"/>
                    <a:pt x="29" y="8"/>
                  </a:cubicBezTo>
                  <a:cubicBezTo>
                    <a:pt x="9" y="16"/>
                    <a:pt x="0" y="42"/>
                    <a:pt x="9" y="66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9" name="ïšḻíḋê"/>
            <p:cNvSpPr/>
            <p:nvPr>
              <p:custDataLst>
                <p:tags r:id="rId41"/>
              </p:custDataLst>
            </p:nvPr>
          </p:nvSpPr>
          <p:spPr bwMode="auto">
            <a:xfrm>
              <a:off x="2777" y="8904"/>
              <a:ext cx="28" cy="31"/>
            </a:xfrm>
            <a:custGeom>
              <a:avLst/>
              <a:gdLst>
                <a:gd name="T0" fmla="*/ 4 w 39"/>
                <a:gd name="T1" fmla="*/ 27 h 43"/>
                <a:gd name="T2" fmla="*/ 26 w 39"/>
                <a:gd name="T3" fmla="*/ 40 h 43"/>
                <a:gd name="T4" fmla="*/ 35 w 39"/>
                <a:gd name="T5" fmla="*/ 15 h 43"/>
                <a:gd name="T6" fmla="*/ 12 w 39"/>
                <a:gd name="T7" fmla="*/ 3 h 43"/>
                <a:gd name="T8" fmla="*/ 4 w 39"/>
                <a:gd name="T9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3">
                  <a:moveTo>
                    <a:pt x="4" y="27"/>
                  </a:moveTo>
                  <a:cubicBezTo>
                    <a:pt x="8" y="37"/>
                    <a:pt x="18" y="43"/>
                    <a:pt x="26" y="40"/>
                  </a:cubicBezTo>
                  <a:cubicBezTo>
                    <a:pt x="35" y="36"/>
                    <a:pt x="39" y="25"/>
                    <a:pt x="35" y="15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4" y="6"/>
                    <a:pt x="0" y="17"/>
                    <a:pt x="4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0" name="işľídè"/>
            <p:cNvSpPr/>
            <p:nvPr>
              <p:custDataLst>
                <p:tags r:id="rId42"/>
              </p:custDataLst>
            </p:nvPr>
          </p:nvSpPr>
          <p:spPr bwMode="auto">
            <a:xfrm>
              <a:off x="2607" y="8940"/>
              <a:ext cx="69" cy="78"/>
            </a:xfrm>
            <a:custGeom>
              <a:avLst/>
              <a:gdLst>
                <a:gd name="T0" fmla="*/ 9 w 95"/>
                <a:gd name="T1" fmla="*/ 68 h 106"/>
                <a:gd name="T2" fmla="*/ 65 w 95"/>
                <a:gd name="T3" fmla="*/ 98 h 106"/>
                <a:gd name="T4" fmla="*/ 85 w 95"/>
                <a:gd name="T5" fmla="*/ 38 h 106"/>
                <a:gd name="T6" fmla="*/ 30 w 95"/>
                <a:gd name="T7" fmla="*/ 8 h 106"/>
                <a:gd name="T8" fmla="*/ 9 w 95"/>
                <a:gd name="T9" fmla="*/ 6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06">
                  <a:moveTo>
                    <a:pt x="9" y="68"/>
                  </a:moveTo>
                  <a:cubicBezTo>
                    <a:pt x="19" y="93"/>
                    <a:pt x="44" y="106"/>
                    <a:pt x="65" y="98"/>
                  </a:cubicBezTo>
                  <a:cubicBezTo>
                    <a:pt x="86" y="90"/>
                    <a:pt x="95" y="63"/>
                    <a:pt x="85" y="38"/>
                  </a:cubicBezTo>
                  <a:cubicBezTo>
                    <a:pt x="76" y="14"/>
                    <a:pt x="51" y="0"/>
                    <a:pt x="30" y="8"/>
                  </a:cubicBezTo>
                  <a:cubicBezTo>
                    <a:pt x="9" y="16"/>
                    <a:pt x="0" y="43"/>
                    <a:pt x="9" y="68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1" name="îsḷiḍe"/>
            <p:cNvSpPr/>
            <p:nvPr>
              <p:custDataLst>
                <p:tags r:id="rId43"/>
              </p:custDataLst>
            </p:nvPr>
          </p:nvSpPr>
          <p:spPr bwMode="auto">
            <a:xfrm>
              <a:off x="2633" y="8947"/>
              <a:ext cx="28" cy="31"/>
            </a:xfrm>
            <a:custGeom>
              <a:avLst/>
              <a:gdLst>
                <a:gd name="T0" fmla="*/ 4 w 38"/>
                <a:gd name="T1" fmla="*/ 28 h 43"/>
                <a:gd name="T2" fmla="*/ 26 w 38"/>
                <a:gd name="T3" fmla="*/ 40 h 43"/>
                <a:gd name="T4" fmla="*/ 35 w 38"/>
                <a:gd name="T5" fmla="*/ 16 h 43"/>
                <a:gd name="T6" fmla="*/ 12 w 38"/>
                <a:gd name="T7" fmla="*/ 3 h 43"/>
                <a:gd name="T8" fmla="*/ 4 w 38"/>
                <a:gd name="T9" fmla="*/ 2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43">
                  <a:moveTo>
                    <a:pt x="4" y="28"/>
                  </a:moveTo>
                  <a:cubicBezTo>
                    <a:pt x="8" y="38"/>
                    <a:pt x="18" y="43"/>
                    <a:pt x="26" y="40"/>
                  </a:cubicBezTo>
                  <a:cubicBezTo>
                    <a:pt x="35" y="36"/>
                    <a:pt x="38" y="26"/>
                    <a:pt x="35" y="16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3" y="7"/>
                    <a:pt x="0" y="18"/>
                    <a:pt x="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2" name="iṧlîde"/>
            <p:cNvSpPr/>
            <p:nvPr>
              <p:custDataLst>
                <p:tags r:id="rId44"/>
              </p:custDataLst>
            </p:nvPr>
          </p:nvSpPr>
          <p:spPr bwMode="auto">
            <a:xfrm>
              <a:off x="2592" y="8891"/>
              <a:ext cx="64" cy="46"/>
            </a:xfrm>
            <a:custGeom>
              <a:avLst/>
              <a:gdLst>
                <a:gd name="T0" fmla="*/ 81 w 87"/>
                <a:gd name="T1" fmla="*/ 0 h 63"/>
                <a:gd name="T2" fmla="*/ 73 w 87"/>
                <a:gd name="T3" fmla="*/ 4 h 63"/>
                <a:gd name="T4" fmla="*/ 73 w 87"/>
                <a:gd name="T5" fmla="*/ 6 h 63"/>
                <a:gd name="T6" fmla="*/ 49 w 87"/>
                <a:gd name="T7" fmla="*/ 53 h 63"/>
                <a:gd name="T8" fmla="*/ 39 w 87"/>
                <a:gd name="T9" fmla="*/ 55 h 63"/>
                <a:gd name="T10" fmla="*/ 9 w 87"/>
                <a:gd name="T11" fmla="*/ 39 h 63"/>
                <a:gd name="T12" fmla="*/ 8 w 87"/>
                <a:gd name="T13" fmla="*/ 38 h 63"/>
                <a:gd name="T14" fmla="*/ 6 w 87"/>
                <a:gd name="T15" fmla="*/ 39 h 63"/>
                <a:gd name="T16" fmla="*/ 4 w 87"/>
                <a:gd name="T17" fmla="*/ 39 h 63"/>
                <a:gd name="T18" fmla="*/ 0 w 87"/>
                <a:gd name="T19" fmla="*/ 41 h 63"/>
                <a:gd name="T20" fmla="*/ 1 w 87"/>
                <a:gd name="T21" fmla="*/ 43 h 63"/>
                <a:gd name="T22" fmla="*/ 39 w 87"/>
                <a:gd name="T23" fmla="*/ 63 h 63"/>
                <a:gd name="T24" fmla="*/ 51 w 87"/>
                <a:gd name="T25" fmla="*/ 61 h 63"/>
                <a:gd name="T26" fmla="*/ 81 w 87"/>
                <a:gd name="T27" fmla="*/ 3 h 63"/>
                <a:gd name="T28" fmla="*/ 81 w 87"/>
                <a:gd name="T2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" h="63">
                  <a:moveTo>
                    <a:pt x="81" y="0"/>
                  </a:moveTo>
                  <a:cubicBezTo>
                    <a:pt x="73" y="4"/>
                    <a:pt x="73" y="4"/>
                    <a:pt x="73" y="4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8" y="27"/>
                    <a:pt x="67" y="48"/>
                    <a:pt x="49" y="53"/>
                  </a:cubicBezTo>
                  <a:cubicBezTo>
                    <a:pt x="46" y="54"/>
                    <a:pt x="42" y="55"/>
                    <a:pt x="39" y="55"/>
                  </a:cubicBezTo>
                  <a:cubicBezTo>
                    <a:pt x="28" y="55"/>
                    <a:pt x="17" y="49"/>
                    <a:pt x="9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5" y="39"/>
                    <a:pt x="5" y="39"/>
                    <a:pt x="4" y="39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1" y="56"/>
                    <a:pt x="25" y="63"/>
                    <a:pt x="39" y="63"/>
                  </a:cubicBezTo>
                  <a:cubicBezTo>
                    <a:pt x="43" y="63"/>
                    <a:pt x="47" y="62"/>
                    <a:pt x="51" y="61"/>
                  </a:cubicBezTo>
                  <a:cubicBezTo>
                    <a:pt x="74" y="54"/>
                    <a:pt x="87" y="29"/>
                    <a:pt x="81" y="3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3" name="ísḷîdé"/>
            <p:cNvSpPr/>
            <p:nvPr>
              <p:custDataLst>
                <p:tags r:id="rId45"/>
              </p:custDataLst>
            </p:nvPr>
          </p:nvSpPr>
          <p:spPr bwMode="auto">
            <a:xfrm>
              <a:off x="2717" y="8842"/>
              <a:ext cx="55" cy="44"/>
            </a:xfrm>
            <a:custGeom>
              <a:avLst/>
              <a:gdLst>
                <a:gd name="T0" fmla="*/ 74 w 75"/>
                <a:gd name="T1" fmla="*/ 21 h 60"/>
                <a:gd name="T2" fmla="*/ 38 w 75"/>
                <a:gd name="T3" fmla="*/ 0 h 60"/>
                <a:gd name="T4" fmla="*/ 29 w 75"/>
                <a:gd name="T5" fmla="*/ 1 h 60"/>
                <a:gd name="T6" fmla="*/ 6 w 75"/>
                <a:gd name="T7" fmla="*/ 58 h 60"/>
                <a:gd name="T8" fmla="*/ 7 w 75"/>
                <a:gd name="T9" fmla="*/ 60 h 60"/>
                <a:gd name="T10" fmla="*/ 14 w 75"/>
                <a:gd name="T11" fmla="*/ 56 h 60"/>
                <a:gd name="T12" fmla="*/ 13 w 75"/>
                <a:gd name="T13" fmla="*/ 55 h 60"/>
                <a:gd name="T14" fmla="*/ 32 w 75"/>
                <a:gd name="T15" fmla="*/ 9 h 60"/>
                <a:gd name="T16" fmla="*/ 67 w 75"/>
                <a:gd name="T17" fmla="*/ 25 h 60"/>
                <a:gd name="T18" fmla="*/ 68 w 75"/>
                <a:gd name="T19" fmla="*/ 26 h 60"/>
                <a:gd name="T20" fmla="*/ 69 w 75"/>
                <a:gd name="T21" fmla="*/ 26 h 60"/>
                <a:gd name="T22" fmla="*/ 71 w 75"/>
                <a:gd name="T23" fmla="*/ 25 h 60"/>
                <a:gd name="T24" fmla="*/ 75 w 75"/>
                <a:gd name="T25" fmla="*/ 23 h 60"/>
                <a:gd name="T26" fmla="*/ 74 w 75"/>
                <a:gd name="T27" fmla="*/ 2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5" h="60">
                  <a:moveTo>
                    <a:pt x="74" y="21"/>
                  </a:moveTo>
                  <a:cubicBezTo>
                    <a:pt x="64" y="8"/>
                    <a:pt x="51" y="0"/>
                    <a:pt x="38" y="0"/>
                  </a:cubicBezTo>
                  <a:cubicBezTo>
                    <a:pt x="35" y="0"/>
                    <a:pt x="32" y="0"/>
                    <a:pt x="29" y="1"/>
                  </a:cubicBezTo>
                  <a:cubicBezTo>
                    <a:pt x="10" y="7"/>
                    <a:pt x="0" y="32"/>
                    <a:pt x="6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9" y="34"/>
                    <a:pt x="17" y="14"/>
                    <a:pt x="32" y="9"/>
                  </a:cubicBezTo>
                  <a:cubicBezTo>
                    <a:pt x="44" y="5"/>
                    <a:pt x="57" y="12"/>
                    <a:pt x="67" y="25"/>
                  </a:cubicBezTo>
                  <a:cubicBezTo>
                    <a:pt x="68" y="26"/>
                    <a:pt x="68" y="26"/>
                    <a:pt x="68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0" y="25"/>
                    <a:pt x="71" y="25"/>
                    <a:pt x="71" y="25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74" y="21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4" name="ïṡ1idè"/>
            <p:cNvSpPr/>
            <p:nvPr>
              <p:custDataLst>
                <p:tags r:id="rId46"/>
              </p:custDataLst>
            </p:nvPr>
          </p:nvSpPr>
          <p:spPr bwMode="auto">
            <a:xfrm>
              <a:off x="2695" y="9030"/>
              <a:ext cx="113" cy="45"/>
            </a:xfrm>
            <a:custGeom>
              <a:avLst/>
              <a:gdLst>
                <a:gd name="T0" fmla="*/ 152 w 154"/>
                <a:gd name="T1" fmla="*/ 1 h 62"/>
                <a:gd name="T2" fmla="*/ 109 w 154"/>
                <a:gd name="T3" fmla="*/ 39 h 62"/>
                <a:gd name="T4" fmla="*/ 66 w 154"/>
                <a:gd name="T5" fmla="*/ 36 h 62"/>
                <a:gd name="T6" fmla="*/ 1 w 154"/>
                <a:gd name="T7" fmla="*/ 60 h 62"/>
                <a:gd name="T8" fmla="*/ 4 w 154"/>
                <a:gd name="T9" fmla="*/ 61 h 62"/>
                <a:gd name="T10" fmla="*/ 60 w 154"/>
                <a:gd name="T11" fmla="*/ 40 h 62"/>
                <a:gd name="T12" fmla="*/ 107 w 154"/>
                <a:gd name="T13" fmla="*/ 43 h 62"/>
                <a:gd name="T14" fmla="*/ 154 w 154"/>
                <a:gd name="T15" fmla="*/ 1 h 62"/>
                <a:gd name="T16" fmla="*/ 152 w 154"/>
                <a:gd name="T17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" h="62">
                  <a:moveTo>
                    <a:pt x="152" y="1"/>
                  </a:moveTo>
                  <a:cubicBezTo>
                    <a:pt x="143" y="22"/>
                    <a:pt x="134" y="37"/>
                    <a:pt x="109" y="39"/>
                  </a:cubicBezTo>
                  <a:cubicBezTo>
                    <a:pt x="95" y="40"/>
                    <a:pt x="80" y="37"/>
                    <a:pt x="66" y="36"/>
                  </a:cubicBezTo>
                  <a:cubicBezTo>
                    <a:pt x="43" y="34"/>
                    <a:pt x="13" y="38"/>
                    <a:pt x="1" y="60"/>
                  </a:cubicBezTo>
                  <a:cubicBezTo>
                    <a:pt x="0" y="62"/>
                    <a:pt x="3" y="61"/>
                    <a:pt x="4" y="61"/>
                  </a:cubicBezTo>
                  <a:cubicBezTo>
                    <a:pt x="22" y="46"/>
                    <a:pt x="37" y="39"/>
                    <a:pt x="60" y="40"/>
                  </a:cubicBezTo>
                  <a:cubicBezTo>
                    <a:pt x="76" y="41"/>
                    <a:pt x="92" y="43"/>
                    <a:pt x="107" y="43"/>
                  </a:cubicBezTo>
                  <a:cubicBezTo>
                    <a:pt x="133" y="42"/>
                    <a:pt x="150" y="26"/>
                    <a:pt x="154" y="1"/>
                  </a:cubicBezTo>
                  <a:cubicBezTo>
                    <a:pt x="154" y="0"/>
                    <a:pt x="152" y="0"/>
                    <a:pt x="152" y="1"/>
                  </a:cubicBez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5" name="işliḋè"/>
            <p:cNvSpPr/>
            <p:nvPr>
              <p:custDataLst>
                <p:tags r:id="rId47"/>
              </p:custDataLst>
            </p:nvPr>
          </p:nvSpPr>
          <p:spPr bwMode="auto">
            <a:xfrm>
              <a:off x="2299" y="8578"/>
              <a:ext cx="534" cy="779"/>
            </a:xfrm>
            <a:custGeom>
              <a:avLst/>
              <a:gdLst>
                <a:gd name="T0" fmla="*/ 307 w 729"/>
                <a:gd name="T1" fmla="*/ 559 h 1066"/>
                <a:gd name="T2" fmla="*/ 384 w 729"/>
                <a:gd name="T3" fmla="*/ 318 h 1066"/>
                <a:gd name="T4" fmla="*/ 729 w 729"/>
                <a:gd name="T5" fmla="*/ 295 h 1066"/>
                <a:gd name="T6" fmla="*/ 286 w 729"/>
                <a:gd name="T7" fmla="*/ 86 h 1066"/>
                <a:gd name="T8" fmla="*/ 162 w 729"/>
                <a:gd name="T9" fmla="*/ 239 h 1066"/>
                <a:gd name="T10" fmla="*/ 83 w 729"/>
                <a:gd name="T11" fmla="*/ 608 h 1066"/>
                <a:gd name="T12" fmla="*/ 236 w 729"/>
                <a:gd name="T13" fmla="*/ 895 h 1066"/>
                <a:gd name="T14" fmla="*/ 113 w 729"/>
                <a:gd name="T15" fmla="*/ 962 h 1066"/>
                <a:gd name="T16" fmla="*/ 371 w 729"/>
                <a:gd name="T17" fmla="*/ 781 h 1066"/>
                <a:gd name="T18" fmla="*/ 321 w 729"/>
                <a:gd name="T19" fmla="*/ 680 h 1066"/>
                <a:gd name="T20" fmla="*/ 259 w 729"/>
                <a:gd name="T21" fmla="*/ 595 h 1066"/>
                <a:gd name="T22" fmla="*/ 307 w 729"/>
                <a:gd name="T23" fmla="*/ 559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9" h="1066">
                  <a:moveTo>
                    <a:pt x="307" y="559"/>
                  </a:moveTo>
                  <a:cubicBezTo>
                    <a:pt x="348" y="528"/>
                    <a:pt x="376" y="371"/>
                    <a:pt x="384" y="318"/>
                  </a:cubicBezTo>
                  <a:cubicBezTo>
                    <a:pt x="455" y="344"/>
                    <a:pt x="588" y="373"/>
                    <a:pt x="729" y="295"/>
                  </a:cubicBezTo>
                  <a:cubicBezTo>
                    <a:pt x="729" y="295"/>
                    <a:pt x="674" y="0"/>
                    <a:pt x="286" y="86"/>
                  </a:cubicBezTo>
                  <a:cubicBezTo>
                    <a:pt x="150" y="116"/>
                    <a:pt x="142" y="212"/>
                    <a:pt x="162" y="239"/>
                  </a:cubicBezTo>
                  <a:cubicBezTo>
                    <a:pt x="9" y="291"/>
                    <a:pt x="0" y="464"/>
                    <a:pt x="83" y="608"/>
                  </a:cubicBezTo>
                  <a:cubicBezTo>
                    <a:pt x="209" y="824"/>
                    <a:pt x="227" y="815"/>
                    <a:pt x="236" y="895"/>
                  </a:cubicBezTo>
                  <a:cubicBezTo>
                    <a:pt x="246" y="975"/>
                    <a:pt x="113" y="962"/>
                    <a:pt x="113" y="962"/>
                  </a:cubicBezTo>
                  <a:cubicBezTo>
                    <a:pt x="304" y="1066"/>
                    <a:pt x="381" y="833"/>
                    <a:pt x="371" y="781"/>
                  </a:cubicBezTo>
                  <a:cubicBezTo>
                    <a:pt x="361" y="729"/>
                    <a:pt x="321" y="680"/>
                    <a:pt x="321" y="680"/>
                  </a:cubicBezTo>
                  <a:cubicBezTo>
                    <a:pt x="267" y="681"/>
                    <a:pt x="255" y="635"/>
                    <a:pt x="259" y="595"/>
                  </a:cubicBezTo>
                  <a:cubicBezTo>
                    <a:pt x="262" y="556"/>
                    <a:pt x="307" y="559"/>
                    <a:pt x="307" y="559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6" name="íslïďê"/>
            <p:cNvSpPr/>
            <p:nvPr>
              <p:custDataLst>
                <p:tags r:id="rId48"/>
              </p:custDataLst>
            </p:nvPr>
          </p:nvSpPr>
          <p:spPr bwMode="auto">
            <a:xfrm>
              <a:off x="2450" y="8883"/>
              <a:ext cx="129" cy="137"/>
            </a:xfrm>
            <a:custGeom>
              <a:avLst/>
              <a:gdLst>
                <a:gd name="T0" fmla="*/ 15 w 176"/>
                <a:gd name="T1" fmla="*/ 167 h 187"/>
                <a:gd name="T2" fmla="*/ 8 w 176"/>
                <a:gd name="T3" fmla="*/ 142 h 187"/>
                <a:gd name="T4" fmla="*/ 0 w 176"/>
                <a:gd name="T5" fmla="*/ 112 h 187"/>
                <a:gd name="T6" fmla="*/ 0 w 176"/>
                <a:gd name="T7" fmla="*/ 110 h 187"/>
                <a:gd name="T8" fmla="*/ 12 w 176"/>
                <a:gd name="T9" fmla="*/ 87 h 187"/>
                <a:gd name="T10" fmla="*/ 28 w 176"/>
                <a:gd name="T11" fmla="*/ 71 h 187"/>
                <a:gd name="T12" fmla="*/ 59 w 176"/>
                <a:gd name="T13" fmla="*/ 60 h 187"/>
                <a:gd name="T14" fmla="*/ 80 w 176"/>
                <a:gd name="T15" fmla="*/ 21 h 187"/>
                <a:gd name="T16" fmla="*/ 106 w 176"/>
                <a:gd name="T17" fmla="*/ 44 h 187"/>
                <a:gd name="T18" fmla="*/ 109 w 176"/>
                <a:gd name="T19" fmla="*/ 94 h 187"/>
                <a:gd name="T20" fmla="*/ 136 w 176"/>
                <a:gd name="T21" fmla="*/ 87 h 187"/>
                <a:gd name="T22" fmla="*/ 176 w 176"/>
                <a:gd name="T23" fmla="*/ 103 h 187"/>
                <a:gd name="T24" fmla="*/ 81 w 176"/>
                <a:gd name="T25" fmla="*/ 185 h 187"/>
                <a:gd name="T26" fmla="*/ 15 w 176"/>
                <a:gd name="T27" fmla="*/ 16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6" h="187">
                  <a:moveTo>
                    <a:pt x="15" y="167"/>
                  </a:moveTo>
                  <a:cubicBezTo>
                    <a:pt x="8" y="142"/>
                    <a:pt x="8" y="142"/>
                    <a:pt x="8" y="142"/>
                  </a:cubicBezTo>
                  <a:cubicBezTo>
                    <a:pt x="6" y="133"/>
                    <a:pt x="4" y="123"/>
                    <a:pt x="0" y="112"/>
                  </a:cubicBezTo>
                  <a:cubicBezTo>
                    <a:pt x="0" y="112"/>
                    <a:pt x="0" y="111"/>
                    <a:pt x="0" y="110"/>
                  </a:cubicBezTo>
                  <a:cubicBezTo>
                    <a:pt x="1" y="102"/>
                    <a:pt x="5" y="93"/>
                    <a:pt x="12" y="87"/>
                  </a:cubicBezTo>
                  <a:cubicBezTo>
                    <a:pt x="20" y="82"/>
                    <a:pt x="23" y="77"/>
                    <a:pt x="28" y="71"/>
                  </a:cubicBezTo>
                  <a:cubicBezTo>
                    <a:pt x="42" y="57"/>
                    <a:pt x="58" y="61"/>
                    <a:pt x="59" y="60"/>
                  </a:cubicBezTo>
                  <a:cubicBezTo>
                    <a:pt x="60" y="59"/>
                    <a:pt x="51" y="45"/>
                    <a:pt x="80" y="21"/>
                  </a:cubicBezTo>
                  <a:cubicBezTo>
                    <a:pt x="106" y="0"/>
                    <a:pt x="147" y="16"/>
                    <a:pt x="106" y="44"/>
                  </a:cubicBezTo>
                  <a:cubicBezTo>
                    <a:pt x="79" y="63"/>
                    <a:pt x="99" y="88"/>
                    <a:pt x="109" y="94"/>
                  </a:cubicBezTo>
                  <a:cubicBezTo>
                    <a:pt x="117" y="95"/>
                    <a:pt x="117" y="95"/>
                    <a:pt x="136" y="87"/>
                  </a:cubicBezTo>
                  <a:cubicBezTo>
                    <a:pt x="167" y="73"/>
                    <a:pt x="176" y="103"/>
                    <a:pt x="176" y="103"/>
                  </a:cubicBezTo>
                  <a:cubicBezTo>
                    <a:pt x="140" y="106"/>
                    <a:pt x="96" y="164"/>
                    <a:pt x="81" y="185"/>
                  </a:cubicBezTo>
                  <a:cubicBezTo>
                    <a:pt x="50" y="187"/>
                    <a:pt x="45" y="176"/>
                    <a:pt x="15" y="167"/>
                  </a:cubicBezTo>
                  <a:close/>
                </a:path>
              </a:pathLst>
            </a:custGeom>
            <a:solidFill>
              <a:srgbClr val="EAC9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7" name="îṣḻíḑe"/>
            <p:cNvSpPr/>
            <p:nvPr>
              <p:custDataLst>
                <p:tags r:id="rId49"/>
              </p:custDataLst>
            </p:nvPr>
          </p:nvSpPr>
          <p:spPr bwMode="auto">
            <a:xfrm>
              <a:off x="2388" y="8977"/>
              <a:ext cx="233" cy="321"/>
            </a:xfrm>
            <a:custGeom>
              <a:avLst/>
              <a:gdLst>
                <a:gd name="T0" fmla="*/ 170 w 319"/>
                <a:gd name="T1" fmla="*/ 57 h 440"/>
                <a:gd name="T2" fmla="*/ 265 w 319"/>
                <a:gd name="T3" fmla="*/ 294 h 440"/>
                <a:gd name="T4" fmla="*/ 297 w 319"/>
                <a:gd name="T5" fmla="*/ 363 h 440"/>
                <a:gd name="T6" fmla="*/ 319 w 319"/>
                <a:gd name="T7" fmla="*/ 440 h 440"/>
                <a:gd name="T8" fmla="*/ 95 w 319"/>
                <a:gd name="T9" fmla="*/ 22 h 440"/>
                <a:gd name="T10" fmla="*/ 170 w 319"/>
                <a:gd name="T11" fmla="*/ 57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9" h="440">
                  <a:moveTo>
                    <a:pt x="170" y="57"/>
                  </a:moveTo>
                  <a:cubicBezTo>
                    <a:pt x="159" y="167"/>
                    <a:pt x="211" y="292"/>
                    <a:pt x="265" y="294"/>
                  </a:cubicBezTo>
                  <a:cubicBezTo>
                    <a:pt x="265" y="294"/>
                    <a:pt x="282" y="316"/>
                    <a:pt x="297" y="363"/>
                  </a:cubicBezTo>
                  <a:cubicBezTo>
                    <a:pt x="313" y="410"/>
                    <a:pt x="319" y="440"/>
                    <a:pt x="319" y="440"/>
                  </a:cubicBezTo>
                  <a:cubicBezTo>
                    <a:pt x="0" y="408"/>
                    <a:pt x="95" y="22"/>
                    <a:pt x="95" y="22"/>
                  </a:cubicBezTo>
                  <a:cubicBezTo>
                    <a:pt x="139" y="0"/>
                    <a:pt x="170" y="57"/>
                    <a:pt x="170" y="57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8" name="ïśḷïde"/>
            <p:cNvSpPr/>
            <p:nvPr>
              <p:custDataLst>
                <p:tags r:id="rId50"/>
              </p:custDataLst>
            </p:nvPr>
          </p:nvSpPr>
          <p:spPr bwMode="auto">
            <a:xfrm>
              <a:off x="2489" y="9011"/>
              <a:ext cx="14" cy="16"/>
            </a:xfrm>
            <a:custGeom>
              <a:avLst/>
              <a:gdLst>
                <a:gd name="T0" fmla="*/ 13 w 19"/>
                <a:gd name="T1" fmla="*/ 20 h 22"/>
                <a:gd name="T2" fmla="*/ 2 w 19"/>
                <a:gd name="T3" fmla="*/ 13 h 22"/>
                <a:gd name="T4" fmla="*/ 6 w 19"/>
                <a:gd name="T5" fmla="*/ 1 h 22"/>
                <a:gd name="T6" fmla="*/ 18 w 19"/>
                <a:gd name="T7" fmla="*/ 9 h 22"/>
                <a:gd name="T8" fmla="*/ 13 w 19"/>
                <a:gd name="T9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2">
                  <a:moveTo>
                    <a:pt x="13" y="20"/>
                  </a:moveTo>
                  <a:cubicBezTo>
                    <a:pt x="9" y="22"/>
                    <a:pt x="4" y="18"/>
                    <a:pt x="2" y="13"/>
                  </a:cubicBezTo>
                  <a:cubicBezTo>
                    <a:pt x="0" y="8"/>
                    <a:pt x="2" y="3"/>
                    <a:pt x="6" y="1"/>
                  </a:cubicBezTo>
                  <a:cubicBezTo>
                    <a:pt x="11" y="0"/>
                    <a:pt x="16" y="3"/>
                    <a:pt x="18" y="9"/>
                  </a:cubicBezTo>
                  <a:cubicBezTo>
                    <a:pt x="19" y="14"/>
                    <a:pt x="18" y="19"/>
                    <a:pt x="13" y="2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9" name="iṡḷîḑê"/>
            <p:cNvSpPr/>
            <p:nvPr>
              <p:custDataLst>
                <p:tags r:id="rId51"/>
              </p:custDataLst>
            </p:nvPr>
          </p:nvSpPr>
          <p:spPr bwMode="auto">
            <a:xfrm>
              <a:off x="2285" y="8756"/>
              <a:ext cx="163" cy="263"/>
            </a:xfrm>
            <a:custGeom>
              <a:avLst/>
              <a:gdLst>
                <a:gd name="T0" fmla="*/ 170 w 223"/>
                <a:gd name="T1" fmla="*/ 0 h 360"/>
                <a:gd name="T2" fmla="*/ 223 w 223"/>
                <a:gd name="T3" fmla="*/ 360 h 360"/>
                <a:gd name="T4" fmla="*/ 170 w 223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" h="360">
                  <a:moveTo>
                    <a:pt x="170" y="0"/>
                  </a:moveTo>
                  <a:cubicBezTo>
                    <a:pt x="170" y="0"/>
                    <a:pt x="0" y="234"/>
                    <a:pt x="223" y="360"/>
                  </a:cubicBezTo>
                  <a:cubicBezTo>
                    <a:pt x="223" y="360"/>
                    <a:pt x="72" y="251"/>
                    <a:pt x="170" y="0"/>
                  </a:cubicBezTo>
                  <a:close/>
                </a:path>
              </a:pathLst>
            </a:custGeom>
            <a:solidFill>
              <a:srgbClr val="E58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0" name="íṩ1ídè"/>
            <p:cNvSpPr/>
            <p:nvPr>
              <p:custDataLst>
                <p:tags r:id="rId52"/>
              </p:custDataLst>
            </p:nvPr>
          </p:nvSpPr>
          <p:spPr bwMode="auto">
            <a:xfrm>
              <a:off x="2355" y="8356"/>
              <a:ext cx="160" cy="247"/>
            </a:xfrm>
            <a:custGeom>
              <a:avLst/>
              <a:gdLst>
                <a:gd name="T0" fmla="*/ 0 w 219"/>
                <a:gd name="T1" fmla="*/ 81 h 338"/>
                <a:gd name="T2" fmla="*/ 86 w 219"/>
                <a:gd name="T3" fmla="*/ 18 h 338"/>
                <a:gd name="T4" fmla="*/ 210 w 219"/>
                <a:gd name="T5" fmla="*/ 67 h 338"/>
                <a:gd name="T6" fmla="*/ 169 w 219"/>
                <a:gd name="T7" fmla="*/ 170 h 338"/>
                <a:gd name="T8" fmla="*/ 160 w 219"/>
                <a:gd name="T9" fmla="*/ 226 h 338"/>
                <a:gd name="T10" fmla="*/ 157 w 219"/>
                <a:gd name="T11" fmla="*/ 230 h 338"/>
                <a:gd name="T12" fmla="*/ 100 w 219"/>
                <a:gd name="T13" fmla="*/ 187 h 338"/>
                <a:gd name="T14" fmla="*/ 116 w 219"/>
                <a:gd name="T15" fmla="*/ 87 h 338"/>
                <a:gd name="T16" fmla="*/ 63 w 219"/>
                <a:gd name="T17" fmla="*/ 46 h 338"/>
                <a:gd name="T18" fmla="*/ 39 w 219"/>
                <a:gd name="T19" fmla="*/ 124 h 338"/>
                <a:gd name="T20" fmla="*/ 34 w 219"/>
                <a:gd name="T21" fmla="*/ 125 h 338"/>
                <a:gd name="T22" fmla="*/ 0 w 219"/>
                <a:gd name="T23" fmla="*/ 81 h 338"/>
                <a:gd name="T24" fmla="*/ 120 w 219"/>
                <a:gd name="T25" fmla="*/ 304 h 338"/>
                <a:gd name="T26" fmla="*/ 149 w 219"/>
                <a:gd name="T27" fmla="*/ 254 h 338"/>
                <a:gd name="T28" fmla="*/ 198 w 219"/>
                <a:gd name="T29" fmla="*/ 283 h 338"/>
                <a:gd name="T30" fmla="*/ 170 w 219"/>
                <a:gd name="T31" fmla="*/ 332 h 338"/>
                <a:gd name="T32" fmla="*/ 120 w 219"/>
                <a:gd name="T33" fmla="*/ 304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9" h="338">
                  <a:moveTo>
                    <a:pt x="0" y="81"/>
                  </a:moveTo>
                  <a:cubicBezTo>
                    <a:pt x="7" y="55"/>
                    <a:pt x="38" y="30"/>
                    <a:pt x="86" y="18"/>
                  </a:cubicBezTo>
                  <a:cubicBezTo>
                    <a:pt x="153" y="0"/>
                    <a:pt x="198" y="18"/>
                    <a:pt x="210" y="67"/>
                  </a:cubicBezTo>
                  <a:cubicBezTo>
                    <a:pt x="219" y="102"/>
                    <a:pt x="205" y="127"/>
                    <a:pt x="169" y="170"/>
                  </a:cubicBezTo>
                  <a:cubicBezTo>
                    <a:pt x="155" y="188"/>
                    <a:pt x="141" y="204"/>
                    <a:pt x="160" y="226"/>
                  </a:cubicBezTo>
                  <a:cubicBezTo>
                    <a:pt x="157" y="230"/>
                    <a:pt x="157" y="230"/>
                    <a:pt x="157" y="230"/>
                  </a:cubicBezTo>
                  <a:cubicBezTo>
                    <a:pt x="130" y="230"/>
                    <a:pt x="104" y="217"/>
                    <a:pt x="100" y="187"/>
                  </a:cubicBezTo>
                  <a:cubicBezTo>
                    <a:pt x="94" y="150"/>
                    <a:pt x="131" y="142"/>
                    <a:pt x="116" y="87"/>
                  </a:cubicBezTo>
                  <a:cubicBezTo>
                    <a:pt x="107" y="55"/>
                    <a:pt x="89" y="40"/>
                    <a:pt x="63" y="46"/>
                  </a:cubicBezTo>
                  <a:cubicBezTo>
                    <a:pt x="37" y="53"/>
                    <a:pt x="27" y="78"/>
                    <a:pt x="39" y="124"/>
                  </a:cubicBezTo>
                  <a:cubicBezTo>
                    <a:pt x="34" y="125"/>
                    <a:pt x="34" y="125"/>
                    <a:pt x="34" y="125"/>
                  </a:cubicBezTo>
                  <a:lnTo>
                    <a:pt x="0" y="81"/>
                  </a:lnTo>
                  <a:close/>
                  <a:moveTo>
                    <a:pt x="120" y="304"/>
                  </a:moveTo>
                  <a:cubicBezTo>
                    <a:pt x="115" y="282"/>
                    <a:pt x="128" y="260"/>
                    <a:pt x="149" y="254"/>
                  </a:cubicBezTo>
                  <a:cubicBezTo>
                    <a:pt x="171" y="249"/>
                    <a:pt x="192" y="262"/>
                    <a:pt x="198" y="283"/>
                  </a:cubicBezTo>
                  <a:cubicBezTo>
                    <a:pt x="204" y="305"/>
                    <a:pt x="191" y="327"/>
                    <a:pt x="170" y="332"/>
                  </a:cubicBezTo>
                  <a:cubicBezTo>
                    <a:pt x="148" y="338"/>
                    <a:pt x="126" y="325"/>
                    <a:pt x="120" y="304"/>
                  </a:cubicBezTo>
                  <a:close/>
                </a:path>
              </a:pathLst>
            </a:custGeom>
            <a:solidFill>
              <a:srgbClr val="769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1" name="ïSļîḋê"/>
            <p:cNvSpPr/>
            <p:nvPr>
              <p:custDataLst>
                <p:tags r:id="rId53"/>
              </p:custDataLst>
            </p:nvPr>
          </p:nvSpPr>
          <p:spPr bwMode="auto">
            <a:xfrm>
              <a:off x="3310" y="9694"/>
              <a:ext cx="524" cy="82"/>
            </a:xfrm>
            <a:custGeom>
              <a:avLst/>
              <a:gdLst>
                <a:gd name="T0" fmla="*/ 398 w 716"/>
                <a:gd name="T1" fmla="*/ 0 h 112"/>
                <a:gd name="T2" fmla="*/ 398 w 716"/>
                <a:gd name="T3" fmla="*/ 36 h 112"/>
                <a:gd name="T4" fmla="*/ 397 w 716"/>
                <a:gd name="T5" fmla="*/ 49 h 112"/>
                <a:gd name="T6" fmla="*/ 397 w 716"/>
                <a:gd name="T7" fmla="*/ 49 h 112"/>
                <a:gd name="T8" fmla="*/ 367 w 716"/>
                <a:gd name="T9" fmla="*/ 49 h 112"/>
                <a:gd name="T10" fmla="*/ 326 w 716"/>
                <a:gd name="T11" fmla="*/ 49 h 112"/>
                <a:gd name="T12" fmla="*/ 298 w 716"/>
                <a:gd name="T13" fmla="*/ 49 h 112"/>
                <a:gd name="T14" fmla="*/ 298 w 716"/>
                <a:gd name="T15" fmla="*/ 0 h 112"/>
                <a:gd name="T16" fmla="*/ 0 w 716"/>
                <a:gd name="T17" fmla="*/ 56 h 112"/>
                <a:gd name="T18" fmla="*/ 358 w 716"/>
                <a:gd name="T19" fmla="*/ 112 h 112"/>
                <a:gd name="T20" fmla="*/ 716 w 716"/>
                <a:gd name="T21" fmla="*/ 56 h 112"/>
                <a:gd name="T22" fmla="*/ 398 w 716"/>
                <a:gd name="T2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6" h="112">
                  <a:moveTo>
                    <a:pt x="398" y="0"/>
                  </a:moveTo>
                  <a:cubicBezTo>
                    <a:pt x="398" y="36"/>
                    <a:pt x="398" y="36"/>
                    <a:pt x="398" y="36"/>
                  </a:cubicBezTo>
                  <a:cubicBezTo>
                    <a:pt x="398" y="40"/>
                    <a:pt x="397" y="45"/>
                    <a:pt x="397" y="49"/>
                  </a:cubicBezTo>
                  <a:cubicBezTo>
                    <a:pt x="397" y="49"/>
                    <a:pt x="397" y="49"/>
                    <a:pt x="397" y="49"/>
                  </a:cubicBezTo>
                  <a:cubicBezTo>
                    <a:pt x="367" y="49"/>
                    <a:pt x="367" y="49"/>
                    <a:pt x="367" y="49"/>
                  </a:cubicBezTo>
                  <a:cubicBezTo>
                    <a:pt x="326" y="49"/>
                    <a:pt x="326" y="49"/>
                    <a:pt x="326" y="49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129" y="5"/>
                    <a:pt x="0" y="28"/>
                    <a:pt x="0" y="56"/>
                  </a:cubicBezTo>
                  <a:cubicBezTo>
                    <a:pt x="0" y="87"/>
                    <a:pt x="161" y="112"/>
                    <a:pt x="358" y="112"/>
                  </a:cubicBezTo>
                  <a:cubicBezTo>
                    <a:pt x="556" y="112"/>
                    <a:pt x="716" y="87"/>
                    <a:pt x="716" y="56"/>
                  </a:cubicBezTo>
                  <a:cubicBezTo>
                    <a:pt x="716" y="27"/>
                    <a:pt x="577" y="3"/>
                    <a:pt x="398" y="0"/>
                  </a:cubicBezTo>
                </a:path>
              </a:pathLst>
            </a:cu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2" name="ïś1iďé"/>
            <p:cNvSpPr/>
            <p:nvPr>
              <p:custDataLst>
                <p:tags r:id="rId54"/>
              </p:custDataLst>
            </p:nvPr>
          </p:nvSpPr>
          <p:spPr bwMode="auto">
            <a:xfrm>
              <a:off x="3528" y="8036"/>
              <a:ext cx="73" cy="1694"/>
            </a:xfrm>
            <a:custGeom>
              <a:avLst/>
              <a:gdLst>
                <a:gd name="T0" fmla="*/ 60 w 100"/>
                <a:gd name="T1" fmla="*/ 0 h 2317"/>
                <a:gd name="T2" fmla="*/ 28 w 100"/>
                <a:gd name="T3" fmla="*/ 0 h 2317"/>
                <a:gd name="T4" fmla="*/ 0 w 100"/>
                <a:gd name="T5" fmla="*/ 0 h 2317"/>
                <a:gd name="T6" fmla="*/ 0 w 100"/>
                <a:gd name="T7" fmla="*/ 2317 h 2317"/>
                <a:gd name="T8" fmla="*/ 28 w 100"/>
                <a:gd name="T9" fmla="*/ 2317 h 2317"/>
                <a:gd name="T10" fmla="*/ 69 w 100"/>
                <a:gd name="T11" fmla="*/ 2317 h 2317"/>
                <a:gd name="T12" fmla="*/ 99 w 100"/>
                <a:gd name="T13" fmla="*/ 2317 h 2317"/>
                <a:gd name="T14" fmla="*/ 99 w 100"/>
                <a:gd name="T15" fmla="*/ 2317 h 2317"/>
                <a:gd name="T16" fmla="*/ 100 w 100"/>
                <a:gd name="T17" fmla="*/ 2304 h 2317"/>
                <a:gd name="T18" fmla="*/ 100 w 100"/>
                <a:gd name="T19" fmla="*/ 0 h 2317"/>
                <a:gd name="T20" fmla="*/ 60 w 100"/>
                <a:gd name="T21" fmla="*/ 0 h 2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0" h="2317">
                  <a:moveTo>
                    <a:pt x="60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28" y="2317"/>
                    <a:pt x="28" y="2317"/>
                    <a:pt x="28" y="2317"/>
                  </a:cubicBezTo>
                  <a:cubicBezTo>
                    <a:pt x="69" y="2317"/>
                    <a:pt x="69" y="2317"/>
                    <a:pt x="6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3"/>
                    <a:pt x="100" y="2308"/>
                    <a:pt x="100" y="2304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60" y="0"/>
                    <a:pt x="60" y="0"/>
                    <a:pt x="60" y="0"/>
                  </a:cubicBezTo>
                </a:path>
              </a:pathLst>
            </a:custGeom>
            <a:solidFill>
              <a:srgbClr val="70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3" name="îṩḷïḋê"/>
            <p:cNvSpPr/>
            <p:nvPr>
              <p:custDataLst>
                <p:tags r:id="rId55"/>
              </p:custDataLst>
            </p:nvPr>
          </p:nvSpPr>
          <p:spPr bwMode="auto">
            <a:xfrm>
              <a:off x="3266" y="8105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4" name="îṡḷiďê"/>
            <p:cNvSpPr/>
            <p:nvPr>
              <p:custDataLst>
                <p:tags r:id="rId56"/>
              </p:custDataLst>
            </p:nvPr>
          </p:nvSpPr>
          <p:spPr bwMode="auto">
            <a:xfrm>
              <a:off x="3266" y="8105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5" name="îṧļîḑè"/>
            <p:cNvSpPr/>
            <p:nvPr>
              <p:custDataLst>
                <p:tags r:id="rId57"/>
              </p:custDataLst>
            </p:nvPr>
          </p:nvSpPr>
          <p:spPr bwMode="auto">
            <a:xfrm>
              <a:off x="3271" y="8105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6" name="îṡļîḑè"/>
            <p:cNvSpPr/>
            <p:nvPr>
              <p:custDataLst>
                <p:tags r:id="rId58"/>
              </p:custDataLst>
            </p:nvPr>
          </p:nvSpPr>
          <p:spPr bwMode="auto">
            <a:xfrm>
              <a:off x="3271" y="8105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7" name="í$1ïďê"/>
            <p:cNvSpPr/>
            <p:nvPr>
              <p:custDataLst>
                <p:tags r:id="rId59"/>
              </p:custDataLst>
            </p:nvPr>
          </p:nvSpPr>
          <p:spPr bwMode="auto">
            <a:xfrm>
              <a:off x="3273" y="8769"/>
              <a:ext cx="671" cy="252"/>
            </a:xfrm>
            <a:custGeom>
              <a:avLst/>
              <a:gdLst>
                <a:gd name="T0" fmla="*/ 1509 w 1539"/>
                <a:gd name="T1" fmla="*/ 293 h 578"/>
                <a:gd name="T2" fmla="*/ 1539 w 1539"/>
                <a:gd name="T3" fmla="*/ 261 h 578"/>
                <a:gd name="T4" fmla="*/ 1153 w 1539"/>
                <a:gd name="T5" fmla="*/ 0 h 578"/>
                <a:gd name="T6" fmla="*/ 1141 w 1539"/>
                <a:gd name="T7" fmla="*/ 12 h 578"/>
                <a:gd name="T8" fmla="*/ 1146 w 1539"/>
                <a:gd name="T9" fmla="*/ 147 h 578"/>
                <a:gd name="T10" fmla="*/ 13 w 1539"/>
                <a:gd name="T11" fmla="*/ 136 h 578"/>
                <a:gd name="T12" fmla="*/ 0 w 1539"/>
                <a:gd name="T13" fmla="*/ 151 h 578"/>
                <a:gd name="T14" fmla="*/ 12 w 1539"/>
                <a:gd name="T15" fmla="*/ 531 h 578"/>
                <a:gd name="T16" fmla="*/ 1156 w 1539"/>
                <a:gd name="T17" fmla="*/ 439 h 578"/>
                <a:gd name="T18" fmla="*/ 1162 w 1539"/>
                <a:gd name="T19" fmla="*/ 578 h 578"/>
                <a:gd name="T20" fmla="*/ 1509 w 1539"/>
                <a:gd name="T21" fmla="*/ 293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578">
                  <a:moveTo>
                    <a:pt x="1509" y="293"/>
                  </a:moveTo>
                  <a:lnTo>
                    <a:pt x="1539" y="261"/>
                  </a:lnTo>
                  <a:lnTo>
                    <a:pt x="1153" y="0"/>
                  </a:lnTo>
                  <a:lnTo>
                    <a:pt x="1141" y="12"/>
                  </a:lnTo>
                  <a:lnTo>
                    <a:pt x="1146" y="147"/>
                  </a:lnTo>
                  <a:lnTo>
                    <a:pt x="13" y="136"/>
                  </a:lnTo>
                  <a:lnTo>
                    <a:pt x="0" y="151"/>
                  </a:lnTo>
                  <a:lnTo>
                    <a:pt x="12" y="531"/>
                  </a:lnTo>
                  <a:lnTo>
                    <a:pt x="1156" y="439"/>
                  </a:lnTo>
                  <a:lnTo>
                    <a:pt x="1162" y="578"/>
                  </a:lnTo>
                  <a:lnTo>
                    <a:pt x="1509" y="29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8" name="isľíďe"/>
            <p:cNvSpPr/>
            <p:nvPr>
              <p:custDataLst>
                <p:tags r:id="rId60"/>
              </p:custDataLst>
            </p:nvPr>
          </p:nvSpPr>
          <p:spPr bwMode="auto">
            <a:xfrm>
              <a:off x="3278" y="8769"/>
              <a:ext cx="666" cy="239"/>
            </a:xfrm>
            <a:custGeom>
              <a:avLst/>
              <a:gdLst>
                <a:gd name="T0" fmla="*/ 1526 w 1526"/>
                <a:gd name="T1" fmla="*/ 261 h 548"/>
                <a:gd name="T2" fmla="*/ 1140 w 1526"/>
                <a:gd name="T3" fmla="*/ 0 h 548"/>
                <a:gd name="T4" fmla="*/ 1145 w 1526"/>
                <a:gd name="T5" fmla="*/ 147 h 548"/>
                <a:gd name="T6" fmla="*/ 0 w 1526"/>
                <a:gd name="T7" fmla="*/ 136 h 548"/>
                <a:gd name="T8" fmla="*/ 12 w 1526"/>
                <a:gd name="T9" fmla="*/ 504 h 548"/>
                <a:gd name="T10" fmla="*/ 1155 w 1526"/>
                <a:gd name="T11" fmla="*/ 414 h 548"/>
                <a:gd name="T12" fmla="*/ 1159 w 1526"/>
                <a:gd name="T13" fmla="*/ 548 h 548"/>
                <a:gd name="T14" fmla="*/ 1526 w 1526"/>
                <a:gd name="T15" fmla="*/ 261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6" h="548">
                  <a:moveTo>
                    <a:pt x="1526" y="261"/>
                  </a:moveTo>
                  <a:lnTo>
                    <a:pt x="1140" y="0"/>
                  </a:lnTo>
                  <a:lnTo>
                    <a:pt x="1145" y="147"/>
                  </a:lnTo>
                  <a:lnTo>
                    <a:pt x="0" y="136"/>
                  </a:lnTo>
                  <a:lnTo>
                    <a:pt x="12" y="504"/>
                  </a:lnTo>
                  <a:lnTo>
                    <a:pt x="1155" y="414"/>
                  </a:lnTo>
                  <a:lnTo>
                    <a:pt x="1159" y="548"/>
                  </a:lnTo>
                  <a:lnTo>
                    <a:pt x="1526" y="2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9" name="ïṡlíḓé"/>
            <p:cNvSpPr/>
            <p:nvPr>
              <p:custDataLst>
                <p:tags r:id="rId61"/>
              </p:custDataLst>
            </p:nvPr>
          </p:nvSpPr>
          <p:spPr bwMode="auto">
            <a:xfrm>
              <a:off x="3219" y="8437"/>
              <a:ext cx="673" cy="301"/>
            </a:xfrm>
            <a:custGeom>
              <a:avLst/>
              <a:gdLst>
                <a:gd name="T0" fmla="*/ 0 w 1543"/>
                <a:gd name="T1" fmla="*/ 191 h 690"/>
                <a:gd name="T2" fmla="*/ 427 w 1543"/>
                <a:gd name="T3" fmla="*/ 0 h 690"/>
                <a:gd name="T4" fmla="*/ 437 w 1543"/>
                <a:gd name="T5" fmla="*/ 13 h 690"/>
                <a:gd name="T6" fmla="*/ 408 w 1543"/>
                <a:gd name="T7" fmla="*/ 147 h 690"/>
                <a:gd name="T8" fmla="*/ 1543 w 1543"/>
                <a:gd name="T9" fmla="*/ 327 h 690"/>
                <a:gd name="T10" fmla="*/ 1468 w 1543"/>
                <a:gd name="T11" fmla="*/ 690 h 690"/>
                <a:gd name="T12" fmla="*/ 358 w 1543"/>
                <a:gd name="T13" fmla="*/ 405 h 690"/>
                <a:gd name="T14" fmla="*/ 324 w 1543"/>
                <a:gd name="T15" fmla="*/ 561 h 690"/>
                <a:gd name="T16" fmla="*/ 0 w 1543"/>
                <a:gd name="T17" fmla="*/ 191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3" h="690">
                  <a:moveTo>
                    <a:pt x="0" y="191"/>
                  </a:moveTo>
                  <a:lnTo>
                    <a:pt x="427" y="0"/>
                  </a:lnTo>
                  <a:lnTo>
                    <a:pt x="437" y="13"/>
                  </a:lnTo>
                  <a:lnTo>
                    <a:pt x="408" y="147"/>
                  </a:lnTo>
                  <a:lnTo>
                    <a:pt x="1543" y="327"/>
                  </a:lnTo>
                  <a:lnTo>
                    <a:pt x="1468" y="690"/>
                  </a:lnTo>
                  <a:lnTo>
                    <a:pt x="358" y="405"/>
                  </a:lnTo>
                  <a:lnTo>
                    <a:pt x="324" y="561"/>
                  </a:lnTo>
                  <a:lnTo>
                    <a:pt x="0" y="191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0" name="îŝ1îdè"/>
            <p:cNvSpPr/>
            <p:nvPr>
              <p:custDataLst>
                <p:tags r:id="rId62"/>
              </p:custDataLst>
            </p:nvPr>
          </p:nvSpPr>
          <p:spPr bwMode="auto">
            <a:xfrm>
              <a:off x="3227" y="8433"/>
              <a:ext cx="666" cy="296"/>
            </a:xfrm>
            <a:custGeom>
              <a:avLst/>
              <a:gdLst>
                <a:gd name="T0" fmla="*/ 0 w 1527"/>
                <a:gd name="T1" fmla="*/ 192 h 678"/>
                <a:gd name="T2" fmla="*/ 312 w 1527"/>
                <a:gd name="T3" fmla="*/ 539 h 678"/>
                <a:gd name="T4" fmla="*/ 342 w 1527"/>
                <a:gd name="T5" fmla="*/ 393 h 678"/>
                <a:gd name="T6" fmla="*/ 1452 w 1527"/>
                <a:gd name="T7" fmla="*/ 678 h 678"/>
                <a:gd name="T8" fmla="*/ 1527 w 1527"/>
                <a:gd name="T9" fmla="*/ 317 h 678"/>
                <a:gd name="T10" fmla="*/ 398 w 1527"/>
                <a:gd name="T11" fmla="*/ 133 h 678"/>
                <a:gd name="T12" fmla="*/ 426 w 1527"/>
                <a:gd name="T13" fmla="*/ 0 h 678"/>
                <a:gd name="T14" fmla="*/ 0 w 1527"/>
                <a:gd name="T15" fmla="*/ 192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7" h="678">
                  <a:moveTo>
                    <a:pt x="0" y="192"/>
                  </a:moveTo>
                  <a:lnTo>
                    <a:pt x="312" y="539"/>
                  </a:lnTo>
                  <a:lnTo>
                    <a:pt x="342" y="393"/>
                  </a:lnTo>
                  <a:lnTo>
                    <a:pt x="1452" y="678"/>
                  </a:lnTo>
                  <a:lnTo>
                    <a:pt x="1527" y="317"/>
                  </a:lnTo>
                  <a:lnTo>
                    <a:pt x="398" y="133"/>
                  </a:lnTo>
                  <a:lnTo>
                    <a:pt x="42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1" name="íśḷîḍé"/>
            <p:cNvSpPr/>
            <p:nvPr>
              <p:custDataLst>
                <p:tags r:id="rId63"/>
              </p:custDataLst>
            </p:nvPr>
          </p:nvSpPr>
          <p:spPr bwMode="auto">
            <a:xfrm>
              <a:off x="3210" y="9081"/>
              <a:ext cx="665" cy="346"/>
            </a:xfrm>
            <a:custGeom>
              <a:avLst/>
              <a:gdLst>
                <a:gd name="T0" fmla="*/ 0 w 1524"/>
                <a:gd name="T1" fmla="*/ 623 h 793"/>
                <a:gd name="T2" fmla="*/ 280 w 1524"/>
                <a:gd name="T3" fmla="*/ 251 h 793"/>
                <a:gd name="T4" fmla="*/ 296 w 1524"/>
                <a:gd name="T5" fmla="*/ 258 h 793"/>
                <a:gd name="T6" fmla="*/ 334 w 1524"/>
                <a:gd name="T7" fmla="*/ 387 h 793"/>
                <a:gd name="T8" fmla="*/ 1417 w 1524"/>
                <a:gd name="T9" fmla="*/ 0 h 793"/>
                <a:gd name="T10" fmla="*/ 1524 w 1524"/>
                <a:gd name="T11" fmla="*/ 355 h 793"/>
                <a:gd name="T12" fmla="*/ 416 w 1524"/>
                <a:gd name="T13" fmla="*/ 638 h 793"/>
                <a:gd name="T14" fmla="*/ 462 w 1524"/>
                <a:gd name="T15" fmla="*/ 793 h 793"/>
                <a:gd name="T16" fmla="*/ 0 w 1524"/>
                <a:gd name="T17" fmla="*/ 623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4" h="793">
                  <a:moveTo>
                    <a:pt x="0" y="623"/>
                  </a:moveTo>
                  <a:lnTo>
                    <a:pt x="280" y="251"/>
                  </a:lnTo>
                  <a:lnTo>
                    <a:pt x="296" y="258"/>
                  </a:lnTo>
                  <a:lnTo>
                    <a:pt x="334" y="387"/>
                  </a:lnTo>
                  <a:lnTo>
                    <a:pt x="1417" y="0"/>
                  </a:lnTo>
                  <a:lnTo>
                    <a:pt x="1524" y="355"/>
                  </a:lnTo>
                  <a:lnTo>
                    <a:pt x="416" y="638"/>
                  </a:lnTo>
                  <a:lnTo>
                    <a:pt x="462" y="793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2" name="ï$ḻíḑe"/>
            <p:cNvSpPr/>
            <p:nvPr>
              <p:custDataLst>
                <p:tags r:id="rId64"/>
              </p:custDataLst>
            </p:nvPr>
          </p:nvSpPr>
          <p:spPr bwMode="auto">
            <a:xfrm>
              <a:off x="3216" y="9074"/>
              <a:ext cx="657" cy="338"/>
            </a:xfrm>
            <a:custGeom>
              <a:avLst/>
              <a:gdLst>
                <a:gd name="T0" fmla="*/ 0 w 1507"/>
                <a:gd name="T1" fmla="*/ 623 h 776"/>
                <a:gd name="T2" fmla="*/ 440 w 1507"/>
                <a:gd name="T3" fmla="*/ 776 h 776"/>
                <a:gd name="T4" fmla="*/ 398 w 1507"/>
                <a:gd name="T5" fmla="*/ 635 h 776"/>
                <a:gd name="T6" fmla="*/ 1507 w 1507"/>
                <a:gd name="T7" fmla="*/ 352 h 776"/>
                <a:gd name="T8" fmla="*/ 1400 w 1507"/>
                <a:gd name="T9" fmla="*/ 0 h 776"/>
                <a:gd name="T10" fmla="*/ 320 w 1507"/>
                <a:gd name="T11" fmla="*/ 380 h 776"/>
                <a:gd name="T12" fmla="*/ 280 w 1507"/>
                <a:gd name="T13" fmla="*/ 251 h 776"/>
                <a:gd name="T14" fmla="*/ 0 w 1507"/>
                <a:gd name="T15" fmla="*/ 623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7" h="776">
                  <a:moveTo>
                    <a:pt x="0" y="623"/>
                  </a:moveTo>
                  <a:lnTo>
                    <a:pt x="440" y="776"/>
                  </a:lnTo>
                  <a:lnTo>
                    <a:pt x="398" y="635"/>
                  </a:lnTo>
                  <a:lnTo>
                    <a:pt x="1507" y="352"/>
                  </a:lnTo>
                  <a:lnTo>
                    <a:pt x="1400" y="0"/>
                  </a:lnTo>
                  <a:lnTo>
                    <a:pt x="320" y="380"/>
                  </a:lnTo>
                  <a:lnTo>
                    <a:pt x="280" y="251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3" name="îŝľïďê"/>
            <p:cNvSpPr/>
            <p:nvPr>
              <p:custDataLst>
                <p:tags r:id="rId65"/>
              </p:custDataLst>
            </p:nvPr>
          </p:nvSpPr>
          <p:spPr bwMode="auto">
            <a:xfrm>
              <a:off x="3528" y="8356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4" name="íṡḷíḑe"/>
            <p:cNvSpPr/>
            <p:nvPr>
              <p:custDataLst>
                <p:tags r:id="rId66"/>
              </p:custDataLst>
            </p:nvPr>
          </p:nvSpPr>
          <p:spPr bwMode="auto">
            <a:xfrm>
              <a:off x="3528" y="8356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5" name="iśļïďê"/>
            <p:cNvSpPr/>
            <p:nvPr>
              <p:custDataLst>
                <p:tags r:id="rId67"/>
              </p:custDataLst>
            </p:nvPr>
          </p:nvSpPr>
          <p:spPr bwMode="auto">
            <a:xfrm>
              <a:off x="3528" y="8338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6" name="íṧlîḍé"/>
            <p:cNvSpPr/>
            <p:nvPr>
              <p:custDataLst>
                <p:tags r:id="rId68"/>
              </p:custDataLst>
            </p:nvPr>
          </p:nvSpPr>
          <p:spPr bwMode="auto">
            <a:xfrm>
              <a:off x="3528" y="8338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7" name="iṩļïḍê"/>
            <p:cNvSpPr/>
            <p:nvPr>
              <p:custDataLst>
                <p:tags r:id="rId69"/>
              </p:custDataLst>
            </p:nvPr>
          </p:nvSpPr>
          <p:spPr bwMode="auto">
            <a:xfrm>
              <a:off x="3528" y="8340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8" name="íŝḻiḑe"/>
            <p:cNvSpPr/>
            <p:nvPr>
              <p:custDataLst>
                <p:tags r:id="rId70"/>
              </p:custDataLst>
            </p:nvPr>
          </p:nvSpPr>
          <p:spPr bwMode="auto">
            <a:xfrm>
              <a:off x="3528" y="8340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9" name="iṣḷíḋé"/>
            <p:cNvSpPr/>
            <p:nvPr>
              <p:custDataLst>
                <p:tags r:id="rId71"/>
              </p:custDataLst>
            </p:nvPr>
          </p:nvSpPr>
          <p:spPr bwMode="auto">
            <a:xfrm>
              <a:off x="3528" y="8653"/>
              <a:ext cx="72" cy="25"/>
            </a:xfrm>
            <a:custGeom>
              <a:avLst/>
              <a:gdLst>
                <a:gd name="T0" fmla="*/ 0 w 166"/>
                <a:gd name="T1" fmla="*/ 57 h 57"/>
                <a:gd name="T2" fmla="*/ 47 w 166"/>
                <a:gd name="T3" fmla="*/ 23 h 57"/>
                <a:gd name="T4" fmla="*/ 166 w 166"/>
                <a:gd name="T5" fmla="*/ 42 h 57"/>
                <a:gd name="T6" fmla="*/ 47 w 166"/>
                <a:gd name="T7" fmla="*/ 12 h 57"/>
                <a:gd name="T8" fmla="*/ 0 w 166"/>
                <a:gd name="T9" fmla="*/ 0 h 57"/>
                <a:gd name="T10" fmla="*/ 0 w 166"/>
                <a:gd name="T11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57">
                  <a:moveTo>
                    <a:pt x="0" y="57"/>
                  </a:moveTo>
                  <a:lnTo>
                    <a:pt x="47" y="23"/>
                  </a:lnTo>
                  <a:lnTo>
                    <a:pt x="166" y="42"/>
                  </a:lnTo>
                  <a:lnTo>
                    <a:pt x="47" y="12"/>
                  </a:lnTo>
                  <a:lnTo>
                    <a:pt x="0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0" name="îSḷíḍe"/>
            <p:cNvSpPr/>
            <p:nvPr>
              <p:custDataLst>
                <p:tags r:id="rId72"/>
              </p:custDataLst>
            </p:nvPr>
          </p:nvSpPr>
          <p:spPr bwMode="auto">
            <a:xfrm>
              <a:off x="3528" y="8974"/>
              <a:ext cx="72" cy="31"/>
            </a:xfrm>
            <a:custGeom>
              <a:avLst/>
              <a:gdLst>
                <a:gd name="T0" fmla="*/ 0 w 166"/>
                <a:gd name="T1" fmla="*/ 72 h 72"/>
                <a:gd name="T2" fmla="*/ 47 w 166"/>
                <a:gd name="T3" fmla="*/ 30 h 72"/>
                <a:gd name="T4" fmla="*/ 166 w 166"/>
                <a:gd name="T5" fmla="*/ 0 h 72"/>
                <a:gd name="T6" fmla="*/ 47 w 166"/>
                <a:gd name="T7" fmla="*/ 10 h 72"/>
                <a:gd name="T8" fmla="*/ 0 w 166"/>
                <a:gd name="T9" fmla="*/ 13 h 72"/>
                <a:gd name="T10" fmla="*/ 0 w 166"/>
                <a:gd name="T11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72">
                  <a:moveTo>
                    <a:pt x="0" y="72"/>
                  </a:moveTo>
                  <a:lnTo>
                    <a:pt x="47" y="30"/>
                  </a:lnTo>
                  <a:lnTo>
                    <a:pt x="166" y="0"/>
                  </a:lnTo>
                  <a:lnTo>
                    <a:pt x="47" y="10"/>
                  </a:lnTo>
                  <a:lnTo>
                    <a:pt x="0" y="1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1" name="ïşliďê"/>
            <p:cNvSpPr/>
            <p:nvPr>
              <p:custDataLst>
                <p:tags r:id="rId73"/>
              </p:custDataLst>
            </p:nvPr>
          </p:nvSpPr>
          <p:spPr bwMode="auto">
            <a:xfrm>
              <a:off x="3528" y="9306"/>
              <a:ext cx="72" cy="41"/>
            </a:xfrm>
            <a:custGeom>
              <a:avLst/>
              <a:gdLst>
                <a:gd name="T0" fmla="*/ 0 w 166"/>
                <a:gd name="T1" fmla="*/ 94 h 94"/>
                <a:gd name="T2" fmla="*/ 47 w 166"/>
                <a:gd name="T3" fmla="*/ 45 h 94"/>
                <a:gd name="T4" fmla="*/ 166 w 166"/>
                <a:gd name="T5" fmla="*/ 0 h 94"/>
                <a:gd name="T6" fmla="*/ 47 w 166"/>
                <a:gd name="T7" fmla="*/ 30 h 94"/>
                <a:gd name="T8" fmla="*/ 0 w 166"/>
                <a:gd name="T9" fmla="*/ 44 h 94"/>
                <a:gd name="T10" fmla="*/ 0 w 166"/>
                <a:gd name="T11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94">
                  <a:moveTo>
                    <a:pt x="0" y="94"/>
                  </a:moveTo>
                  <a:lnTo>
                    <a:pt x="47" y="45"/>
                  </a:lnTo>
                  <a:lnTo>
                    <a:pt x="166" y="0"/>
                  </a:lnTo>
                  <a:lnTo>
                    <a:pt x="47" y="30"/>
                  </a:lnTo>
                  <a:lnTo>
                    <a:pt x="0" y="4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7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3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3"/>
            </p:custDataLst>
          </p:nvPr>
        </p:nvSpPr>
        <p:spPr>
          <a:xfrm>
            <a:off x="707390" y="40640"/>
            <a:ext cx="55232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altLang="zh-CN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Promise/Deferred </a:t>
            </a: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模式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TextBox 31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58373" y="4054452"/>
            <a:ext cx="3646108" cy="414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微软雅黑" panose="020B0503020204020204" pitchFamily="34" charset="-122"/>
              </a:rPr>
              <a:t>2. Deferred</a:t>
            </a:r>
            <a:endParaRPr lang="en-US" altLang="zh-CN" sz="24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Black" panose="020F0A02020204030203" pitchFamily="34" charset="0"/>
              <a:sym typeface="微软雅黑" panose="020B0503020204020204" pitchFamily="34" charset="-122"/>
            </a:endParaRPr>
          </a:p>
        </p:txBody>
      </p:sp>
      <p:sp>
        <p:nvSpPr>
          <p:cNvPr id="112" name="Freeform 9"/>
          <p:cNvSpPr/>
          <p:nvPr>
            <p:custDataLst>
              <p:tags r:id="rId5"/>
            </p:custDataLst>
          </p:nvPr>
        </p:nvSpPr>
        <p:spPr bwMode="auto">
          <a:xfrm>
            <a:off x="8959215" y="2626995"/>
            <a:ext cx="2070100" cy="2070735"/>
          </a:xfrm>
          <a:custGeom>
            <a:avLst/>
            <a:gdLst>
              <a:gd name="T0" fmla="*/ 144 w 287"/>
              <a:gd name="T1" fmla="*/ 0 h 288"/>
              <a:gd name="T2" fmla="*/ 84 w 287"/>
              <a:gd name="T3" fmla="*/ 57 h 288"/>
              <a:gd name="T4" fmla="*/ 64 w 287"/>
              <a:gd name="T5" fmla="*/ 37 h 288"/>
              <a:gd name="T6" fmla="*/ 42 w 287"/>
              <a:gd name="T7" fmla="*/ 42 h 288"/>
              <a:gd name="T8" fmla="*/ 37 w 287"/>
              <a:gd name="T9" fmla="*/ 64 h 288"/>
              <a:gd name="T10" fmla="*/ 57 w 287"/>
              <a:gd name="T11" fmla="*/ 84 h 288"/>
              <a:gd name="T12" fmla="*/ 0 w 287"/>
              <a:gd name="T13" fmla="*/ 144 h 288"/>
              <a:gd name="T14" fmla="*/ 60 w 287"/>
              <a:gd name="T15" fmla="*/ 201 h 288"/>
              <a:gd name="T16" fmla="*/ 80 w 287"/>
              <a:gd name="T17" fmla="*/ 181 h 288"/>
              <a:gd name="T18" fmla="*/ 102 w 287"/>
              <a:gd name="T19" fmla="*/ 185 h 288"/>
              <a:gd name="T20" fmla="*/ 107 w 287"/>
              <a:gd name="T21" fmla="*/ 207 h 288"/>
              <a:gd name="T22" fmla="*/ 87 w 287"/>
              <a:gd name="T23" fmla="*/ 228 h 288"/>
              <a:gd name="T24" fmla="*/ 144 w 287"/>
              <a:gd name="T25" fmla="*/ 288 h 288"/>
              <a:gd name="T26" fmla="*/ 204 w 287"/>
              <a:gd name="T27" fmla="*/ 231 h 288"/>
              <a:gd name="T28" fmla="*/ 224 w 287"/>
              <a:gd name="T29" fmla="*/ 251 h 288"/>
              <a:gd name="T30" fmla="*/ 246 w 287"/>
              <a:gd name="T31" fmla="*/ 246 h 288"/>
              <a:gd name="T32" fmla="*/ 251 w 287"/>
              <a:gd name="T33" fmla="*/ 224 h 288"/>
              <a:gd name="T34" fmla="*/ 231 w 287"/>
              <a:gd name="T35" fmla="*/ 204 h 288"/>
              <a:gd name="T36" fmla="*/ 287 w 287"/>
              <a:gd name="T37" fmla="*/ 144 h 288"/>
              <a:gd name="T38" fmla="*/ 227 w 287"/>
              <a:gd name="T39" fmla="*/ 87 h 288"/>
              <a:gd name="T40" fmla="*/ 207 w 287"/>
              <a:gd name="T41" fmla="*/ 108 h 288"/>
              <a:gd name="T42" fmla="*/ 185 w 287"/>
              <a:gd name="T43" fmla="*/ 103 h 288"/>
              <a:gd name="T44" fmla="*/ 180 w 287"/>
              <a:gd name="T45" fmla="*/ 81 h 288"/>
              <a:gd name="T46" fmla="*/ 200 w 287"/>
              <a:gd name="T47" fmla="*/ 61 h 288"/>
              <a:gd name="T48" fmla="*/ 144 w 287"/>
              <a:gd name="T4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87" h="288">
                <a:moveTo>
                  <a:pt x="144" y="0"/>
                </a:moveTo>
                <a:cubicBezTo>
                  <a:pt x="144" y="0"/>
                  <a:pt x="94" y="60"/>
                  <a:pt x="84" y="57"/>
                </a:cubicBezTo>
                <a:cubicBezTo>
                  <a:pt x="73" y="55"/>
                  <a:pt x="69" y="42"/>
                  <a:pt x="64" y="37"/>
                </a:cubicBezTo>
                <a:cubicBezTo>
                  <a:pt x="58" y="32"/>
                  <a:pt x="49" y="35"/>
                  <a:pt x="42" y="42"/>
                </a:cubicBezTo>
                <a:cubicBezTo>
                  <a:pt x="34" y="49"/>
                  <a:pt x="31" y="59"/>
                  <a:pt x="37" y="64"/>
                </a:cubicBezTo>
                <a:cubicBezTo>
                  <a:pt x="42" y="69"/>
                  <a:pt x="54" y="74"/>
                  <a:pt x="57" y="84"/>
                </a:cubicBezTo>
                <a:cubicBezTo>
                  <a:pt x="59" y="95"/>
                  <a:pt x="0" y="144"/>
                  <a:pt x="0" y="144"/>
                </a:cubicBezTo>
                <a:cubicBezTo>
                  <a:pt x="0" y="144"/>
                  <a:pt x="50" y="203"/>
                  <a:pt x="60" y="201"/>
                </a:cubicBezTo>
                <a:cubicBezTo>
                  <a:pt x="71" y="198"/>
                  <a:pt x="75" y="186"/>
                  <a:pt x="80" y="181"/>
                </a:cubicBezTo>
                <a:cubicBezTo>
                  <a:pt x="86" y="175"/>
                  <a:pt x="95" y="178"/>
                  <a:pt x="102" y="185"/>
                </a:cubicBezTo>
                <a:cubicBezTo>
                  <a:pt x="110" y="193"/>
                  <a:pt x="113" y="202"/>
                  <a:pt x="107" y="207"/>
                </a:cubicBezTo>
                <a:cubicBezTo>
                  <a:pt x="102" y="213"/>
                  <a:pt x="90" y="217"/>
                  <a:pt x="87" y="228"/>
                </a:cubicBezTo>
                <a:cubicBezTo>
                  <a:pt x="85" y="238"/>
                  <a:pt x="144" y="288"/>
                  <a:pt x="144" y="288"/>
                </a:cubicBezTo>
                <a:cubicBezTo>
                  <a:pt x="144" y="288"/>
                  <a:pt x="193" y="228"/>
                  <a:pt x="204" y="231"/>
                </a:cubicBezTo>
                <a:cubicBezTo>
                  <a:pt x="214" y="233"/>
                  <a:pt x="219" y="246"/>
                  <a:pt x="224" y="251"/>
                </a:cubicBezTo>
                <a:cubicBezTo>
                  <a:pt x="229" y="256"/>
                  <a:pt x="238" y="254"/>
                  <a:pt x="246" y="246"/>
                </a:cubicBezTo>
                <a:cubicBezTo>
                  <a:pt x="253" y="239"/>
                  <a:pt x="256" y="230"/>
                  <a:pt x="251" y="224"/>
                </a:cubicBezTo>
                <a:cubicBezTo>
                  <a:pt x="245" y="219"/>
                  <a:pt x="233" y="215"/>
                  <a:pt x="231" y="204"/>
                </a:cubicBezTo>
                <a:cubicBezTo>
                  <a:pt x="228" y="194"/>
                  <a:pt x="287" y="144"/>
                  <a:pt x="287" y="144"/>
                </a:cubicBezTo>
                <a:cubicBezTo>
                  <a:pt x="287" y="144"/>
                  <a:pt x="238" y="85"/>
                  <a:pt x="227" y="87"/>
                </a:cubicBezTo>
                <a:cubicBezTo>
                  <a:pt x="217" y="90"/>
                  <a:pt x="212" y="102"/>
                  <a:pt x="207" y="108"/>
                </a:cubicBezTo>
                <a:cubicBezTo>
                  <a:pt x="202" y="113"/>
                  <a:pt x="193" y="110"/>
                  <a:pt x="185" y="103"/>
                </a:cubicBezTo>
                <a:cubicBezTo>
                  <a:pt x="178" y="95"/>
                  <a:pt x="175" y="86"/>
                  <a:pt x="180" y="81"/>
                </a:cubicBezTo>
                <a:cubicBezTo>
                  <a:pt x="186" y="75"/>
                  <a:pt x="198" y="71"/>
                  <a:pt x="200" y="61"/>
                </a:cubicBezTo>
                <a:cubicBezTo>
                  <a:pt x="203" y="50"/>
                  <a:pt x="144" y="0"/>
                  <a:pt x="1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th-TH" sz="105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4" name="Freeform 95"/>
          <p:cNvSpPr>
            <a:spLocks noEditPoints="1"/>
          </p:cNvSpPr>
          <p:nvPr>
            <p:custDataLst>
              <p:tags r:id="rId6"/>
            </p:custDataLst>
          </p:nvPr>
        </p:nvSpPr>
        <p:spPr bwMode="auto">
          <a:xfrm>
            <a:off x="9730740" y="3486785"/>
            <a:ext cx="403225" cy="418465"/>
          </a:xfrm>
          <a:custGeom>
            <a:avLst/>
            <a:gdLst>
              <a:gd name="T0" fmla="*/ 30 w 48"/>
              <a:gd name="T1" fmla="*/ 24 h 50"/>
              <a:gd name="T2" fmla="*/ 27 w 48"/>
              <a:gd name="T3" fmla="*/ 2 h 50"/>
              <a:gd name="T4" fmla="*/ 25 w 48"/>
              <a:gd name="T5" fmla="*/ 0 h 50"/>
              <a:gd name="T6" fmla="*/ 9 w 48"/>
              <a:gd name="T7" fmla="*/ 10 h 50"/>
              <a:gd name="T8" fmla="*/ 13 w 48"/>
              <a:gd name="T9" fmla="*/ 44 h 50"/>
              <a:gd name="T10" fmla="*/ 32 w 48"/>
              <a:gd name="T11" fmla="*/ 49 h 50"/>
              <a:gd name="T12" fmla="*/ 48 w 48"/>
              <a:gd name="T13" fmla="*/ 39 h 50"/>
              <a:gd name="T14" fmla="*/ 48 w 48"/>
              <a:gd name="T15" fmla="*/ 37 h 50"/>
              <a:gd name="T16" fmla="*/ 30 w 48"/>
              <a:gd name="T17" fmla="*/ 24 h 50"/>
              <a:gd name="T18" fmla="*/ 31 w 48"/>
              <a:gd name="T19" fmla="*/ 46 h 50"/>
              <a:gd name="T20" fmla="*/ 15 w 48"/>
              <a:gd name="T21" fmla="*/ 42 h 50"/>
              <a:gd name="T22" fmla="*/ 11 w 48"/>
              <a:gd name="T23" fmla="*/ 12 h 50"/>
              <a:gd name="T24" fmla="*/ 24 w 48"/>
              <a:gd name="T25" fmla="*/ 4 h 50"/>
              <a:gd name="T26" fmla="*/ 27 w 48"/>
              <a:gd name="T27" fmla="*/ 25 h 50"/>
              <a:gd name="T28" fmla="*/ 27 w 48"/>
              <a:gd name="T29" fmla="*/ 26 h 50"/>
              <a:gd name="T30" fmla="*/ 44 w 48"/>
              <a:gd name="T31" fmla="*/ 39 h 50"/>
              <a:gd name="T32" fmla="*/ 31 w 48"/>
              <a:gd name="T33" fmla="*/ 46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8" h="50">
                <a:moveTo>
                  <a:pt x="30" y="24"/>
                </a:moveTo>
                <a:cubicBezTo>
                  <a:pt x="27" y="2"/>
                  <a:pt x="27" y="2"/>
                  <a:pt x="27" y="2"/>
                </a:cubicBezTo>
                <a:cubicBezTo>
                  <a:pt x="26" y="1"/>
                  <a:pt x="26" y="0"/>
                  <a:pt x="25" y="0"/>
                </a:cubicBezTo>
                <a:cubicBezTo>
                  <a:pt x="18" y="1"/>
                  <a:pt x="13" y="5"/>
                  <a:pt x="9" y="10"/>
                </a:cubicBezTo>
                <a:cubicBezTo>
                  <a:pt x="0" y="21"/>
                  <a:pt x="3" y="36"/>
                  <a:pt x="13" y="44"/>
                </a:cubicBezTo>
                <a:cubicBezTo>
                  <a:pt x="19" y="48"/>
                  <a:pt x="25" y="50"/>
                  <a:pt x="32" y="49"/>
                </a:cubicBezTo>
                <a:cubicBezTo>
                  <a:pt x="38" y="48"/>
                  <a:pt x="44" y="45"/>
                  <a:pt x="48" y="39"/>
                </a:cubicBezTo>
                <a:cubicBezTo>
                  <a:pt x="48" y="39"/>
                  <a:pt x="48" y="38"/>
                  <a:pt x="48" y="37"/>
                </a:cubicBezTo>
                <a:lnTo>
                  <a:pt x="30" y="24"/>
                </a:lnTo>
                <a:close/>
                <a:moveTo>
                  <a:pt x="31" y="46"/>
                </a:moveTo>
                <a:cubicBezTo>
                  <a:pt x="26" y="47"/>
                  <a:pt x="20" y="45"/>
                  <a:pt x="15" y="42"/>
                </a:cubicBezTo>
                <a:cubicBezTo>
                  <a:pt x="6" y="35"/>
                  <a:pt x="4" y="21"/>
                  <a:pt x="11" y="12"/>
                </a:cubicBezTo>
                <a:cubicBezTo>
                  <a:pt x="14" y="8"/>
                  <a:pt x="19" y="5"/>
                  <a:pt x="24" y="4"/>
                </a:cubicBezTo>
                <a:cubicBezTo>
                  <a:pt x="27" y="25"/>
                  <a:pt x="27" y="25"/>
                  <a:pt x="27" y="25"/>
                </a:cubicBezTo>
                <a:cubicBezTo>
                  <a:pt x="27" y="25"/>
                  <a:pt x="27" y="26"/>
                  <a:pt x="27" y="26"/>
                </a:cubicBezTo>
                <a:cubicBezTo>
                  <a:pt x="44" y="39"/>
                  <a:pt x="44" y="39"/>
                  <a:pt x="44" y="39"/>
                </a:cubicBezTo>
                <a:cubicBezTo>
                  <a:pt x="41" y="43"/>
                  <a:pt x="36" y="45"/>
                  <a:pt x="31" y="46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16" tIns="45708" rIns="91416" bIns="45708" numCol="1" anchor="t" anchorCtr="0" compatLnSpc="1"/>
          <a:lstStyle/>
          <a:p>
            <a:endParaRPr lang="th-TH" sz="105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5" name="Freeform 96"/>
          <p:cNvSpPr>
            <a:spLocks noEditPoints="1"/>
          </p:cNvSpPr>
          <p:nvPr>
            <p:custDataLst>
              <p:tags r:id="rId7"/>
            </p:custDataLst>
          </p:nvPr>
        </p:nvSpPr>
        <p:spPr bwMode="auto">
          <a:xfrm>
            <a:off x="10058400" y="3511550"/>
            <a:ext cx="243205" cy="293370"/>
          </a:xfrm>
          <a:custGeom>
            <a:avLst/>
            <a:gdLst>
              <a:gd name="T0" fmla="*/ 16 w 29"/>
              <a:gd name="T1" fmla="*/ 0 h 35"/>
              <a:gd name="T2" fmla="*/ 15 w 29"/>
              <a:gd name="T3" fmla="*/ 0 h 35"/>
              <a:gd name="T4" fmla="*/ 14 w 29"/>
              <a:gd name="T5" fmla="*/ 1 h 35"/>
              <a:gd name="T6" fmla="*/ 0 w 29"/>
              <a:gd name="T7" fmla="*/ 19 h 35"/>
              <a:gd name="T8" fmla="*/ 0 w 29"/>
              <a:gd name="T9" fmla="*/ 21 h 35"/>
              <a:gd name="T10" fmla="*/ 19 w 29"/>
              <a:gd name="T11" fmla="*/ 35 h 35"/>
              <a:gd name="T12" fmla="*/ 20 w 29"/>
              <a:gd name="T13" fmla="*/ 35 h 35"/>
              <a:gd name="T14" fmla="*/ 21 w 29"/>
              <a:gd name="T15" fmla="*/ 35 h 35"/>
              <a:gd name="T16" fmla="*/ 16 w 29"/>
              <a:gd name="T17" fmla="*/ 0 h 35"/>
              <a:gd name="T18" fmla="*/ 19 w 29"/>
              <a:gd name="T19" fmla="*/ 32 h 35"/>
              <a:gd name="T20" fmla="*/ 4 w 29"/>
              <a:gd name="T21" fmla="*/ 20 h 35"/>
              <a:gd name="T22" fmla="*/ 16 w 29"/>
              <a:gd name="T23" fmla="*/ 4 h 35"/>
              <a:gd name="T24" fmla="*/ 19 w 29"/>
              <a:gd name="T25" fmla="*/ 32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9" h="35">
                <a:moveTo>
                  <a:pt x="16" y="0"/>
                </a:moveTo>
                <a:cubicBezTo>
                  <a:pt x="16" y="0"/>
                  <a:pt x="15" y="0"/>
                  <a:pt x="15" y="0"/>
                </a:cubicBezTo>
                <a:cubicBezTo>
                  <a:pt x="15" y="0"/>
                  <a:pt x="14" y="0"/>
                  <a:pt x="14" y="1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20"/>
                  <a:pt x="0" y="21"/>
                  <a:pt x="0" y="21"/>
                </a:cubicBezTo>
                <a:cubicBezTo>
                  <a:pt x="19" y="35"/>
                  <a:pt x="19" y="35"/>
                  <a:pt x="19" y="35"/>
                </a:cubicBezTo>
                <a:cubicBezTo>
                  <a:pt x="19" y="35"/>
                  <a:pt x="20" y="35"/>
                  <a:pt x="20" y="35"/>
                </a:cubicBezTo>
                <a:cubicBezTo>
                  <a:pt x="20" y="35"/>
                  <a:pt x="21" y="35"/>
                  <a:pt x="21" y="35"/>
                </a:cubicBezTo>
                <a:cubicBezTo>
                  <a:pt x="29" y="24"/>
                  <a:pt x="27" y="8"/>
                  <a:pt x="16" y="0"/>
                </a:cubicBezTo>
                <a:close/>
                <a:moveTo>
                  <a:pt x="19" y="32"/>
                </a:moveTo>
                <a:cubicBezTo>
                  <a:pt x="4" y="20"/>
                  <a:pt x="4" y="20"/>
                  <a:pt x="4" y="20"/>
                </a:cubicBezTo>
                <a:cubicBezTo>
                  <a:pt x="16" y="4"/>
                  <a:pt x="16" y="4"/>
                  <a:pt x="16" y="4"/>
                </a:cubicBezTo>
                <a:cubicBezTo>
                  <a:pt x="24" y="11"/>
                  <a:pt x="25" y="23"/>
                  <a:pt x="19" y="3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16" tIns="45708" rIns="91416" bIns="45708" numCol="1" anchor="t" anchorCtr="0" compatLnSpc="1"/>
          <a:lstStyle/>
          <a:p>
            <a:endParaRPr lang="th-TH" sz="105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6" name="Freeform 97"/>
          <p:cNvSpPr>
            <a:spLocks noEditPoints="1"/>
          </p:cNvSpPr>
          <p:nvPr>
            <p:custDataLst>
              <p:tags r:id="rId8"/>
            </p:custDataLst>
          </p:nvPr>
        </p:nvSpPr>
        <p:spPr bwMode="auto">
          <a:xfrm>
            <a:off x="9973945" y="3419475"/>
            <a:ext cx="167640" cy="226060"/>
          </a:xfrm>
          <a:custGeom>
            <a:avLst/>
            <a:gdLst>
              <a:gd name="T0" fmla="*/ 4 w 20"/>
              <a:gd name="T1" fmla="*/ 27 h 27"/>
              <a:gd name="T2" fmla="*/ 5 w 20"/>
              <a:gd name="T3" fmla="*/ 27 h 27"/>
              <a:gd name="T4" fmla="*/ 6 w 20"/>
              <a:gd name="T5" fmla="*/ 27 h 27"/>
              <a:gd name="T6" fmla="*/ 20 w 20"/>
              <a:gd name="T7" fmla="*/ 8 h 27"/>
              <a:gd name="T8" fmla="*/ 20 w 20"/>
              <a:gd name="T9" fmla="*/ 7 h 27"/>
              <a:gd name="T10" fmla="*/ 19 w 20"/>
              <a:gd name="T11" fmla="*/ 6 h 27"/>
              <a:gd name="T12" fmla="*/ 1 w 20"/>
              <a:gd name="T13" fmla="*/ 1 h 27"/>
              <a:gd name="T14" fmla="*/ 0 w 20"/>
              <a:gd name="T15" fmla="*/ 3 h 27"/>
              <a:gd name="T16" fmla="*/ 3 w 20"/>
              <a:gd name="T17" fmla="*/ 26 h 27"/>
              <a:gd name="T18" fmla="*/ 4 w 20"/>
              <a:gd name="T19" fmla="*/ 27 h 27"/>
              <a:gd name="T20" fmla="*/ 16 w 20"/>
              <a:gd name="T21" fmla="*/ 8 h 27"/>
              <a:gd name="T22" fmla="*/ 5 w 20"/>
              <a:gd name="T23" fmla="*/ 22 h 27"/>
              <a:gd name="T24" fmla="*/ 3 w 20"/>
              <a:gd name="T25" fmla="*/ 4 h 27"/>
              <a:gd name="T26" fmla="*/ 16 w 20"/>
              <a:gd name="T27" fmla="*/ 8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0" h="27">
                <a:moveTo>
                  <a:pt x="4" y="27"/>
                </a:moveTo>
                <a:cubicBezTo>
                  <a:pt x="4" y="27"/>
                  <a:pt x="4" y="27"/>
                  <a:pt x="5" y="27"/>
                </a:cubicBezTo>
                <a:cubicBezTo>
                  <a:pt x="5" y="27"/>
                  <a:pt x="5" y="27"/>
                  <a:pt x="6" y="27"/>
                </a:cubicBezTo>
                <a:cubicBezTo>
                  <a:pt x="20" y="8"/>
                  <a:pt x="20" y="8"/>
                  <a:pt x="20" y="8"/>
                </a:cubicBezTo>
                <a:cubicBezTo>
                  <a:pt x="20" y="8"/>
                  <a:pt x="20" y="7"/>
                  <a:pt x="20" y="7"/>
                </a:cubicBezTo>
                <a:cubicBezTo>
                  <a:pt x="20" y="7"/>
                  <a:pt x="20" y="6"/>
                  <a:pt x="19" y="6"/>
                </a:cubicBezTo>
                <a:cubicBezTo>
                  <a:pt x="14" y="2"/>
                  <a:pt x="7" y="0"/>
                  <a:pt x="1" y="1"/>
                </a:cubicBezTo>
                <a:cubicBezTo>
                  <a:pt x="0" y="2"/>
                  <a:pt x="0" y="2"/>
                  <a:pt x="0" y="3"/>
                </a:cubicBezTo>
                <a:cubicBezTo>
                  <a:pt x="3" y="26"/>
                  <a:pt x="3" y="26"/>
                  <a:pt x="3" y="26"/>
                </a:cubicBezTo>
                <a:cubicBezTo>
                  <a:pt x="3" y="27"/>
                  <a:pt x="3" y="27"/>
                  <a:pt x="4" y="27"/>
                </a:cubicBezTo>
                <a:close/>
                <a:moveTo>
                  <a:pt x="16" y="8"/>
                </a:moveTo>
                <a:cubicBezTo>
                  <a:pt x="5" y="22"/>
                  <a:pt x="5" y="22"/>
                  <a:pt x="5" y="22"/>
                </a:cubicBezTo>
                <a:cubicBezTo>
                  <a:pt x="3" y="4"/>
                  <a:pt x="3" y="4"/>
                  <a:pt x="3" y="4"/>
                </a:cubicBezTo>
                <a:cubicBezTo>
                  <a:pt x="8" y="4"/>
                  <a:pt x="12" y="5"/>
                  <a:pt x="16" y="8"/>
                </a:cubicBezTo>
                <a:close/>
              </a:path>
            </a:pathLst>
          </a:custGeom>
          <a:solidFill>
            <a:schemeClr val="lt2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16" tIns="45708" rIns="91416" bIns="45708" numCol="1" anchor="t" anchorCtr="0" compatLnSpc="1"/>
          <a:lstStyle/>
          <a:p>
            <a:endParaRPr lang="th-TH" sz="105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4" name="TextBox 31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758373" y="1183630"/>
            <a:ext cx="2203807" cy="414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微软雅黑" panose="020B0503020204020204" pitchFamily="34" charset="-122"/>
              </a:rPr>
              <a:t>1. Promise</a:t>
            </a:r>
            <a:endParaRPr lang="en-US" altLang="zh-CN" sz="24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Black" panose="020F0A02020204030203" pitchFamily="34" charset="0"/>
              <a:sym typeface="微软雅黑" panose="020B0503020204020204" pitchFamily="34" charset="-122"/>
            </a:endParaRPr>
          </a:p>
        </p:txBody>
      </p:sp>
      <p:sp>
        <p:nvSpPr>
          <p:cNvPr id="125" name="TextBox 30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58372" y="1670519"/>
            <a:ext cx="8744857" cy="220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异步编程的一种解决方案，类似于一个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容器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，通常用来保存一个异步操作的结果。  </a:t>
            </a:r>
            <a:endParaRPr lang="en-US" altLang="zh-CN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避免了层层嵌套的回调函数，可以解决回调地狱问题。</a:t>
            </a:r>
            <a:endParaRPr lang="en-US" altLang="zh-CN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Promise 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主要用于外部，代表一个异步操作，有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三种状态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endParaRPr lang="en-US" altLang="zh-CN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   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Pending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（进行中）</a:t>
            </a:r>
            <a:endParaRPr lang="en-US" altLang="zh-CN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   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Fulfilled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（已完成）</a:t>
            </a:r>
            <a:endParaRPr lang="en-US" altLang="zh-CN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   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Rejected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（失败）</a:t>
            </a: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,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状态不可逆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TextBox 30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58373" y="4650407"/>
            <a:ext cx="9675584" cy="1124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Deferred 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主要用于内部，来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维护异步模型的状态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en-US" altLang="zh-CN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通过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resolve()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方法，改变自身状态为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执行态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，并触发 </a:t>
            </a: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then()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方法的 </a:t>
            </a:r>
            <a:r>
              <a:rPr lang="en-US" altLang="zh-CN" sz="18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onfulfilled</a:t>
            </a: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回调函数。</a:t>
            </a:r>
            <a:endParaRPr lang="en-US" altLang="zh-CN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通过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reject()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方法，改变自身状态为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拒绝态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，并触发 </a:t>
            </a: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then()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方法的 </a:t>
            </a:r>
            <a:r>
              <a:rPr lang="en-US" altLang="zh-CN" sz="18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onrejected</a:t>
            </a: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回调函数。</a:t>
            </a: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1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670685" y="2428240"/>
            <a:ext cx="7515225" cy="506730"/>
            <a:chOff x="2631" y="3824"/>
            <a:chExt cx="11835" cy="798"/>
          </a:xfrm>
        </p:grpSpPr>
        <p:sp>
          <p:nvSpPr>
            <p:cNvPr id="64" name="文本框 63"/>
            <p:cNvSpPr txBox="1"/>
            <p:nvPr>
              <p:custDataLst>
                <p:tags r:id="rId3"/>
              </p:custDataLst>
            </p:nvPr>
          </p:nvSpPr>
          <p:spPr>
            <a:xfrm>
              <a:off x="3778" y="3824"/>
              <a:ext cx="10689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下载 </a:t>
              </a:r>
              <a:r>
                <a:rPr lang="en-US" altLang="zh-CN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jquery.js</a:t>
              </a:r>
              <a:endParaRPr lang="en-US" altLang="zh-CN" sz="1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65" name="圆角矩形 52"/>
            <p:cNvSpPr/>
            <p:nvPr>
              <p:custDataLst>
                <p:tags r:id="rId4"/>
              </p:custDataLst>
            </p:nvPr>
          </p:nvSpPr>
          <p:spPr>
            <a:xfrm>
              <a:off x="2631" y="3986"/>
              <a:ext cx="955" cy="54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0000"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012190" y="1859915"/>
            <a:ext cx="541020" cy="4791075"/>
            <a:chOff x="1594" y="2929"/>
            <a:chExt cx="852" cy="7545"/>
          </a:xfrm>
        </p:grpSpPr>
        <p:cxnSp>
          <p:nvCxnSpPr>
            <p:cNvPr id="73" name="ïsľïḋé"/>
            <p:cNvCxnSpPr/>
            <p:nvPr>
              <p:custDataLst>
                <p:tags r:id="rId5"/>
              </p:custDataLst>
            </p:nvPr>
          </p:nvCxnSpPr>
          <p:spPr>
            <a:xfrm>
              <a:off x="1952" y="3642"/>
              <a:ext cx="0" cy="6832"/>
            </a:xfrm>
            <a:prstGeom prst="line">
              <a:avLst/>
            </a:prstGeom>
            <a:ln w="22225" cap="rnd">
              <a:solidFill>
                <a:schemeClr val="lt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íś1îḍé"/>
            <p:cNvSpPr/>
            <p:nvPr>
              <p:custDataLst>
                <p:tags r:id="rId6"/>
              </p:custDataLst>
            </p:nvPr>
          </p:nvSpPr>
          <p:spPr>
            <a:xfrm>
              <a:off x="1857" y="4108"/>
              <a:ext cx="190" cy="208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lt1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íś1îḍé"/>
            <p:cNvSpPr/>
            <p:nvPr>
              <p:custDataLst>
                <p:tags r:id="rId7"/>
              </p:custDataLst>
            </p:nvPr>
          </p:nvSpPr>
          <p:spPr>
            <a:xfrm>
              <a:off x="1844" y="6812"/>
              <a:ext cx="190" cy="208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lt1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íś1îḍé"/>
            <p:cNvSpPr/>
            <p:nvPr>
              <p:custDataLst>
                <p:tags r:id="rId8"/>
              </p:custDataLst>
            </p:nvPr>
          </p:nvSpPr>
          <p:spPr>
            <a:xfrm>
              <a:off x="1854" y="8251"/>
              <a:ext cx="190" cy="208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lt1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íś1îḍé"/>
            <p:cNvSpPr/>
            <p:nvPr>
              <p:custDataLst>
                <p:tags r:id="rId9"/>
              </p:custDataLst>
            </p:nvPr>
          </p:nvSpPr>
          <p:spPr>
            <a:xfrm>
              <a:off x="1857" y="9523"/>
              <a:ext cx="190" cy="208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lt1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iṧļíḋe"/>
            <p:cNvSpPr/>
            <p:nvPr>
              <p:custDataLst>
                <p:tags r:id="rId10"/>
              </p:custDataLst>
            </p:nvPr>
          </p:nvSpPr>
          <p:spPr>
            <a:xfrm>
              <a:off x="1594" y="2929"/>
              <a:ext cx="852" cy="79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9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íś1îḍé"/>
            <p:cNvSpPr/>
            <p:nvPr>
              <p:custDataLst>
                <p:tags r:id="rId11"/>
              </p:custDataLst>
            </p:nvPr>
          </p:nvSpPr>
          <p:spPr>
            <a:xfrm>
              <a:off x="1863" y="5301"/>
              <a:ext cx="190" cy="208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lt1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iṣḷiďê"/>
            <p:cNvSpPr/>
            <p:nvPr>
              <p:custDataLst>
                <p:tags r:id="rId12"/>
              </p:custDataLst>
            </p:nvPr>
          </p:nvSpPr>
          <p:spPr bwMode="auto">
            <a:xfrm>
              <a:off x="1785" y="3147"/>
              <a:ext cx="533" cy="374"/>
            </a:xfrm>
            <a:custGeom>
              <a:avLst/>
              <a:gdLst>
                <a:gd name="connsiteX0" fmla="*/ 494452 w 603405"/>
                <a:gd name="connsiteY0" fmla="*/ 356003 h 533193"/>
                <a:gd name="connsiteX1" fmla="*/ 585270 w 603405"/>
                <a:gd name="connsiteY1" fmla="*/ 356003 h 533193"/>
                <a:gd name="connsiteX2" fmla="*/ 601782 w 603405"/>
                <a:gd name="connsiteY2" fmla="*/ 372480 h 533193"/>
                <a:gd name="connsiteX3" fmla="*/ 585270 w 603405"/>
                <a:gd name="connsiteY3" fmla="*/ 388957 h 533193"/>
                <a:gd name="connsiteX4" fmla="*/ 494452 w 603405"/>
                <a:gd name="connsiteY4" fmla="*/ 388957 h 533193"/>
                <a:gd name="connsiteX5" fmla="*/ 367511 w 603405"/>
                <a:gd name="connsiteY5" fmla="*/ 244227 h 533193"/>
                <a:gd name="connsiteX6" fmla="*/ 443780 w 603405"/>
                <a:gd name="connsiteY6" fmla="*/ 244227 h 533193"/>
                <a:gd name="connsiteX7" fmla="*/ 477411 w 603405"/>
                <a:gd name="connsiteY7" fmla="*/ 277633 h 533193"/>
                <a:gd name="connsiteX8" fmla="*/ 477861 w 603405"/>
                <a:gd name="connsiteY8" fmla="*/ 381744 h 533193"/>
                <a:gd name="connsiteX9" fmla="*/ 463748 w 603405"/>
                <a:gd name="connsiteY9" fmla="*/ 395975 h 533193"/>
                <a:gd name="connsiteX10" fmla="*/ 449486 w 603405"/>
                <a:gd name="connsiteY10" fmla="*/ 381894 h 533193"/>
                <a:gd name="connsiteX11" fmla="*/ 449035 w 603405"/>
                <a:gd name="connsiteY11" fmla="*/ 277782 h 533193"/>
                <a:gd name="connsiteX12" fmla="*/ 446033 w 603405"/>
                <a:gd name="connsiteY12" fmla="*/ 274786 h 533193"/>
                <a:gd name="connsiteX13" fmla="*/ 443030 w 603405"/>
                <a:gd name="connsiteY13" fmla="*/ 277782 h 533193"/>
                <a:gd name="connsiteX14" fmla="*/ 443330 w 603405"/>
                <a:gd name="connsiteY14" fmla="*/ 516116 h 533193"/>
                <a:gd name="connsiteX15" fmla="*/ 426215 w 603405"/>
                <a:gd name="connsiteY15" fmla="*/ 533193 h 533193"/>
                <a:gd name="connsiteX16" fmla="*/ 409249 w 603405"/>
                <a:gd name="connsiteY16" fmla="*/ 516116 h 533193"/>
                <a:gd name="connsiteX17" fmla="*/ 409249 w 603405"/>
                <a:gd name="connsiteY17" fmla="*/ 380096 h 533193"/>
                <a:gd name="connsiteX18" fmla="*/ 401893 w 603405"/>
                <a:gd name="connsiteY18" fmla="*/ 380096 h 533193"/>
                <a:gd name="connsiteX19" fmla="*/ 401893 w 603405"/>
                <a:gd name="connsiteY19" fmla="*/ 516116 h 533193"/>
                <a:gd name="connsiteX20" fmla="*/ 384778 w 603405"/>
                <a:gd name="connsiteY20" fmla="*/ 533193 h 533193"/>
                <a:gd name="connsiteX21" fmla="*/ 367812 w 603405"/>
                <a:gd name="connsiteY21" fmla="*/ 516116 h 533193"/>
                <a:gd name="connsiteX22" fmla="*/ 367812 w 603405"/>
                <a:gd name="connsiteY22" fmla="*/ 380096 h 533193"/>
                <a:gd name="connsiteX23" fmla="*/ 367812 w 603405"/>
                <a:gd name="connsiteY23" fmla="*/ 277782 h 533193"/>
                <a:gd name="connsiteX24" fmla="*/ 364959 w 603405"/>
                <a:gd name="connsiteY24" fmla="*/ 274936 h 533193"/>
                <a:gd name="connsiteX25" fmla="*/ 362257 w 603405"/>
                <a:gd name="connsiteY25" fmla="*/ 277782 h 533193"/>
                <a:gd name="connsiteX26" fmla="*/ 361656 w 603405"/>
                <a:gd name="connsiteY26" fmla="*/ 381894 h 533193"/>
                <a:gd name="connsiteX27" fmla="*/ 347544 w 603405"/>
                <a:gd name="connsiteY27" fmla="*/ 395975 h 533193"/>
                <a:gd name="connsiteX28" fmla="*/ 347393 w 603405"/>
                <a:gd name="connsiteY28" fmla="*/ 395975 h 533193"/>
                <a:gd name="connsiteX29" fmla="*/ 333281 w 603405"/>
                <a:gd name="connsiteY29" fmla="*/ 381744 h 533193"/>
                <a:gd name="connsiteX30" fmla="*/ 333881 w 603405"/>
                <a:gd name="connsiteY30" fmla="*/ 277633 h 533193"/>
                <a:gd name="connsiteX31" fmla="*/ 367511 w 603405"/>
                <a:gd name="connsiteY31" fmla="*/ 244227 h 533193"/>
                <a:gd name="connsiteX32" fmla="*/ 201525 w 603405"/>
                <a:gd name="connsiteY32" fmla="*/ 244227 h 533193"/>
                <a:gd name="connsiteX33" fmla="*/ 277906 w 603405"/>
                <a:gd name="connsiteY33" fmla="*/ 244227 h 533193"/>
                <a:gd name="connsiteX34" fmla="*/ 311520 w 603405"/>
                <a:gd name="connsiteY34" fmla="*/ 277633 h 533193"/>
                <a:gd name="connsiteX35" fmla="*/ 311970 w 603405"/>
                <a:gd name="connsiteY35" fmla="*/ 381744 h 533193"/>
                <a:gd name="connsiteX36" fmla="*/ 297864 w 603405"/>
                <a:gd name="connsiteY36" fmla="*/ 395975 h 533193"/>
                <a:gd name="connsiteX37" fmla="*/ 297714 w 603405"/>
                <a:gd name="connsiteY37" fmla="*/ 395975 h 533193"/>
                <a:gd name="connsiteX38" fmla="*/ 283608 w 603405"/>
                <a:gd name="connsiteY38" fmla="*/ 381894 h 533193"/>
                <a:gd name="connsiteX39" fmla="*/ 283008 w 603405"/>
                <a:gd name="connsiteY39" fmla="*/ 277782 h 533193"/>
                <a:gd name="connsiteX40" fmla="*/ 280007 w 603405"/>
                <a:gd name="connsiteY40" fmla="*/ 274786 h 533193"/>
                <a:gd name="connsiteX41" fmla="*/ 277156 w 603405"/>
                <a:gd name="connsiteY41" fmla="*/ 277782 h 533193"/>
                <a:gd name="connsiteX42" fmla="*/ 277456 w 603405"/>
                <a:gd name="connsiteY42" fmla="*/ 516116 h 533193"/>
                <a:gd name="connsiteX43" fmla="*/ 260349 w 603405"/>
                <a:gd name="connsiteY43" fmla="*/ 533193 h 533193"/>
                <a:gd name="connsiteX44" fmla="*/ 243242 w 603405"/>
                <a:gd name="connsiteY44" fmla="*/ 516116 h 533193"/>
                <a:gd name="connsiteX45" fmla="*/ 243242 w 603405"/>
                <a:gd name="connsiteY45" fmla="*/ 380096 h 533193"/>
                <a:gd name="connsiteX46" fmla="*/ 235889 w 603405"/>
                <a:gd name="connsiteY46" fmla="*/ 380096 h 533193"/>
                <a:gd name="connsiteX47" fmla="*/ 235889 w 603405"/>
                <a:gd name="connsiteY47" fmla="*/ 516116 h 533193"/>
                <a:gd name="connsiteX48" fmla="*/ 218932 w 603405"/>
                <a:gd name="connsiteY48" fmla="*/ 533193 h 533193"/>
                <a:gd name="connsiteX49" fmla="*/ 201825 w 603405"/>
                <a:gd name="connsiteY49" fmla="*/ 516116 h 533193"/>
                <a:gd name="connsiteX50" fmla="*/ 201825 w 603405"/>
                <a:gd name="connsiteY50" fmla="*/ 380096 h 533193"/>
                <a:gd name="connsiteX51" fmla="*/ 201825 w 603405"/>
                <a:gd name="connsiteY51" fmla="*/ 277782 h 533193"/>
                <a:gd name="connsiteX52" fmla="*/ 199124 w 603405"/>
                <a:gd name="connsiteY52" fmla="*/ 274936 h 533193"/>
                <a:gd name="connsiteX53" fmla="*/ 196423 w 603405"/>
                <a:gd name="connsiteY53" fmla="*/ 277782 h 533193"/>
                <a:gd name="connsiteX54" fmla="*/ 195822 w 603405"/>
                <a:gd name="connsiteY54" fmla="*/ 381894 h 533193"/>
                <a:gd name="connsiteX55" fmla="*/ 181567 w 603405"/>
                <a:gd name="connsiteY55" fmla="*/ 395975 h 533193"/>
                <a:gd name="connsiteX56" fmla="*/ 167461 w 603405"/>
                <a:gd name="connsiteY56" fmla="*/ 381744 h 533193"/>
                <a:gd name="connsiteX57" fmla="*/ 167911 w 603405"/>
                <a:gd name="connsiteY57" fmla="*/ 277633 h 533193"/>
                <a:gd name="connsiteX58" fmla="*/ 201525 w 603405"/>
                <a:gd name="connsiteY58" fmla="*/ 244227 h 533193"/>
                <a:gd name="connsiteX59" fmla="*/ 34214 w 603405"/>
                <a:gd name="connsiteY59" fmla="*/ 244227 h 533193"/>
                <a:gd name="connsiteX60" fmla="*/ 110445 w 603405"/>
                <a:gd name="connsiteY60" fmla="*/ 244227 h 533193"/>
                <a:gd name="connsiteX61" fmla="*/ 144059 w 603405"/>
                <a:gd name="connsiteY61" fmla="*/ 277633 h 533193"/>
                <a:gd name="connsiteX62" fmla="*/ 144509 w 603405"/>
                <a:gd name="connsiteY62" fmla="*/ 381744 h 533193"/>
                <a:gd name="connsiteX63" fmla="*/ 130403 w 603405"/>
                <a:gd name="connsiteY63" fmla="*/ 395975 h 533193"/>
                <a:gd name="connsiteX64" fmla="*/ 116147 w 603405"/>
                <a:gd name="connsiteY64" fmla="*/ 381894 h 533193"/>
                <a:gd name="connsiteX65" fmla="*/ 115697 w 603405"/>
                <a:gd name="connsiteY65" fmla="*/ 277782 h 533193"/>
                <a:gd name="connsiteX66" fmla="*/ 112696 w 603405"/>
                <a:gd name="connsiteY66" fmla="*/ 274786 h 533193"/>
                <a:gd name="connsiteX67" fmla="*/ 109694 w 603405"/>
                <a:gd name="connsiteY67" fmla="*/ 277782 h 533193"/>
                <a:gd name="connsiteX68" fmla="*/ 109995 w 603405"/>
                <a:gd name="connsiteY68" fmla="*/ 516116 h 533193"/>
                <a:gd name="connsiteX69" fmla="*/ 92888 w 603405"/>
                <a:gd name="connsiteY69" fmla="*/ 533193 h 533193"/>
                <a:gd name="connsiteX70" fmla="*/ 75931 w 603405"/>
                <a:gd name="connsiteY70" fmla="*/ 516116 h 533193"/>
                <a:gd name="connsiteX71" fmla="*/ 75931 w 603405"/>
                <a:gd name="connsiteY71" fmla="*/ 380096 h 533193"/>
                <a:gd name="connsiteX72" fmla="*/ 68578 w 603405"/>
                <a:gd name="connsiteY72" fmla="*/ 380096 h 533193"/>
                <a:gd name="connsiteX73" fmla="*/ 68578 w 603405"/>
                <a:gd name="connsiteY73" fmla="*/ 516116 h 533193"/>
                <a:gd name="connsiteX74" fmla="*/ 51471 w 603405"/>
                <a:gd name="connsiteY74" fmla="*/ 533193 h 533193"/>
                <a:gd name="connsiteX75" fmla="*/ 34364 w 603405"/>
                <a:gd name="connsiteY75" fmla="*/ 516116 h 533193"/>
                <a:gd name="connsiteX76" fmla="*/ 34364 w 603405"/>
                <a:gd name="connsiteY76" fmla="*/ 380096 h 533193"/>
                <a:gd name="connsiteX77" fmla="*/ 34364 w 603405"/>
                <a:gd name="connsiteY77" fmla="*/ 277782 h 533193"/>
                <a:gd name="connsiteX78" fmla="*/ 31663 w 603405"/>
                <a:gd name="connsiteY78" fmla="*/ 275086 h 533193"/>
                <a:gd name="connsiteX79" fmla="*/ 28962 w 603405"/>
                <a:gd name="connsiteY79" fmla="*/ 277782 h 533193"/>
                <a:gd name="connsiteX80" fmla="*/ 28361 w 603405"/>
                <a:gd name="connsiteY80" fmla="*/ 381894 h 533193"/>
                <a:gd name="connsiteX81" fmla="*/ 14256 w 603405"/>
                <a:gd name="connsiteY81" fmla="*/ 395975 h 533193"/>
                <a:gd name="connsiteX82" fmla="*/ 14106 w 603405"/>
                <a:gd name="connsiteY82" fmla="*/ 395975 h 533193"/>
                <a:gd name="connsiteX83" fmla="*/ 0 w 603405"/>
                <a:gd name="connsiteY83" fmla="*/ 381744 h 533193"/>
                <a:gd name="connsiteX84" fmla="*/ 600 w 603405"/>
                <a:gd name="connsiteY84" fmla="*/ 277633 h 533193"/>
                <a:gd name="connsiteX85" fmla="*/ 34214 w 603405"/>
                <a:gd name="connsiteY85" fmla="*/ 244227 h 533193"/>
                <a:gd name="connsiteX86" fmla="*/ 298774 w 603405"/>
                <a:gd name="connsiteY86" fmla="*/ 232090 h 533193"/>
                <a:gd name="connsiteX87" fmla="*/ 346547 w 603405"/>
                <a:gd name="connsiteY87" fmla="*/ 232090 h 533193"/>
                <a:gd name="connsiteX88" fmla="*/ 322660 w 603405"/>
                <a:gd name="connsiteY88" fmla="*/ 254883 h 533193"/>
                <a:gd name="connsiteX89" fmla="*/ 298774 w 603405"/>
                <a:gd name="connsiteY89" fmla="*/ 232090 h 533193"/>
                <a:gd name="connsiteX90" fmla="*/ 405716 w 603405"/>
                <a:gd name="connsiteY90" fmla="*/ 176061 h 533193"/>
                <a:gd name="connsiteX91" fmla="*/ 435177 w 603405"/>
                <a:gd name="connsiteY91" fmla="*/ 205417 h 533193"/>
                <a:gd name="connsiteX92" fmla="*/ 405716 w 603405"/>
                <a:gd name="connsiteY92" fmla="*/ 234773 h 533193"/>
                <a:gd name="connsiteX93" fmla="*/ 376255 w 603405"/>
                <a:gd name="connsiteY93" fmla="*/ 205417 h 533193"/>
                <a:gd name="connsiteX94" fmla="*/ 405716 w 603405"/>
                <a:gd name="connsiteY94" fmla="*/ 176061 h 533193"/>
                <a:gd name="connsiteX95" fmla="*/ 239817 w 603405"/>
                <a:gd name="connsiteY95" fmla="*/ 176061 h 533193"/>
                <a:gd name="connsiteX96" fmla="*/ 269208 w 603405"/>
                <a:gd name="connsiteY96" fmla="*/ 205417 h 533193"/>
                <a:gd name="connsiteX97" fmla="*/ 239817 w 603405"/>
                <a:gd name="connsiteY97" fmla="*/ 234773 h 533193"/>
                <a:gd name="connsiteX98" fmla="*/ 210426 w 603405"/>
                <a:gd name="connsiteY98" fmla="*/ 205417 h 533193"/>
                <a:gd name="connsiteX99" fmla="*/ 239817 w 603405"/>
                <a:gd name="connsiteY99" fmla="*/ 176061 h 533193"/>
                <a:gd name="connsiteX100" fmla="*/ 72325 w 603405"/>
                <a:gd name="connsiteY100" fmla="*/ 176061 h 533193"/>
                <a:gd name="connsiteX101" fmla="*/ 101897 w 603405"/>
                <a:gd name="connsiteY101" fmla="*/ 205416 h 533193"/>
                <a:gd name="connsiteX102" fmla="*/ 72325 w 603405"/>
                <a:gd name="connsiteY102" fmla="*/ 234772 h 533193"/>
                <a:gd name="connsiteX103" fmla="*/ 42904 w 603405"/>
                <a:gd name="connsiteY103" fmla="*/ 205416 h 533193"/>
                <a:gd name="connsiteX104" fmla="*/ 72325 w 603405"/>
                <a:gd name="connsiteY104" fmla="*/ 176061 h 533193"/>
                <a:gd name="connsiteX105" fmla="*/ 1200 w 603405"/>
                <a:gd name="connsiteY105" fmla="*/ 56241 h 533193"/>
                <a:gd name="connsiteX106" fmla="*/ 384613 w 603405"/>
                <a:gd name="connsiteY106" fmla="*/ 56241 h 533193"/>
                <a:gd name="connsiteX107" fmla="*/ 603405 w 603405"/>
                <a:gd name="connsiteY107" fmla="*/ 274494 h 533193"/>
                <a:gd name="connsiteX108" fmla="*/ 540979 w 603405"/>
                <a:gd name="connsiteY108" fmla="*/ 336809 h 533193"/>
                <a:gd name="connsiteX109" fmla="*/ 494459 w 603405"/>
                <a:gd name="connsiteY109" fmla="*/ 336809 h 533193"/>
                <a:gd name="connsiteX110" fmla="*/ 494159 w 603405"/>
                <a:gd name="connsiteY110" fmla="*/ 277490 h 533193"/>
                <a:gd name="connsiteX111" fmla="*/ 464747 w 603405"/>
                <a:gd name="connsiteY111" fmla="*/ 232102 h 533193"/>
                <a:gd name="connsiteX112" fmla="*/ 551333 w 603405"/>
                <a:gd name="connsiteY112" fmla="*/ 232102 h 533193"/>
                <a:gd name="connsiteX113" fmla="*/ 551483 w 603405"/>
                <a:gd name="connsiteY113" fmla="*/ 232102 h 533193"/>
                <a:gd name="connsiteX114" fmla="*/ 557636 w 603405"/>
                <a:gd name="connsiteY114" fmla="*/ 228806 h 533193"/>
                <a:gd name="connsiteX115" fmla="*/ 558236 w 603405"/>
                <a:gd name="connsiteY115" fmla="*/ 221766 h 533193"/>
                <a:gd name="connsiteX116" fmla="*/ 504663 w 603405"/>
                <a:gd name="connsiteY116" fmla="*/ 136532 h 533193"/>
                <a:gd name="connsiteX117" fmla="*/ 415676 w 603405"/>
                <a:gd name="connsiteY117" fmla="*/ 97585 h 533193"/>
                <a:gd name="connsiteX118" fmla="*/ 397968 w 603405"/>
                <a:gd name="connsiteY118" fmla="*/ 97585 h 533193"/>
                <a:gd name="connsiteX119" fmla="*/ 397968 w 603405"/>
                <a:gd name="connsiteY119" fmla="*/ 159900 h 533193"/>
                <a:gd name="connsiteX120" fmla="*/ 364954 w 603405"/>
                <a:gd name="connsiteY120" fmla="*/ 183568 h 533193"/>
                <a:gd name="connsiteX121" fmla="*/ 364954 w 603405"/>
                <a:gd name="connsiteY121" fmla="*/ 97585 h 533193"/>
                <a:gd name="connsiteX122" fmla="*/ 174223 w 603405"/>
                <a:gd name="connsiteY122" fmla="*/ 97585 h 533193"/>
                <a:gd name="connsiteX123" fmla="*/ 174223 w 603405"/>
                <a:gd name="connsiteY123" fmla="*/ 232102 h 533193"/>
                <a:gd name="connsiteX124" fmla="*/ 180526 w 603405"/>
                <a:gd name="connsiteY124" fmla="*/ 232102 h 533193"/>
                <a:gd name="connsiteX125" fmla="*/ 174223 w 603405"/>
                <a:gd name="connsiteY125" fmla="*/ 235547 h 533193"/>
                <a:gd name="connsiteX126" fmla="*/ 156065 w 603405"/>
                <a:gd name="connsiteY126" fmla="*/ 256369 h 533193"/>
                <a:gd name="connsiteX127" fmla="*/ 141209 w 603405"/>
                <a:gd name="connsiteY127" fmla="*/ 238093 h 533193"/>
                <a:gd name="connsiteX128" fmla="*/ 131455 w 603405"/>
                <a:gd name="connsiteY128" fmla="*/ 232102 h 533193"/>
                <a:gd name="connsiteX129" fmla="*/ 141209 w 603405"/>
                <a:gd name="connsiteY129" fmla="*/ 232102 h 533193"/>
                <a:gd name="connsiteX130" fmla="*/ 141209 w 603405"/>
                <a:gd name="connsiteY130" fmla="*/ 97585 h 533193"/>
                <a:gd name="connsiteX131" fmla="*/ 1200 w 603405"/>
                <a:gd name="connsiteY131" fmla="*/ 97585 h 533193"/>
                <a:gd name="connsiteX132" fmla="*/ 30337 w 603405"/>
                <a:gd name="connsiteY132" fmla="*/ 0 h 533193"/>
                <a:gd name="connsiteX133" fmla="*/ 450496 w 603405"/>
                <a:gd name="connsiteY133" fmla="*/ 0 h 533193"/>
                <a:gd name="connsiteX134" fmla="*/ 467002 w 603405"/>
                <a:gd name="connsiteY134" fmla="*/ 16512 h 533193"/>
                <a:gd name="connsiteX135" fmla="*/ 450496 w 603405"/>
                <a:gd name="connsiteY135" fmla="*/ 33025 h 533193"/>
                <a:gd name="connsiteX136" fmla="*/ 30337 w 603405"/>
                <a:gd name="connsiteY136" fmla="*/ 33025 h 533193"/>
                <a:gd name="connsiteX137" fmla="*/ 13831 w 603405"/>
                <a:gd name="connsiteY137" fmla="*/ 16512 h 533193"/>
                <a:gd name="connsiteX138" fmla="*/ 30337 w 603405"/>
                <a:gd name="connsiteY138" fmla="*/ 0 h 533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603405" h="533193">
                  <a:moveTo>
                    <a:pt x="494452" y="356003"/>
                  </a:moveTo>
                  <a:lnTo>
                    <a:pt x="585270" y="356003"/>
                  </a:lnTo>
                  <a:cubicBezTo>
                    <a:pt x="594277" y="356003"/>
                    <a:pt x="601782" y="363343"/>
                    <a:pt x="601782" y="372480"/>
                  </a:cubicBezTo>
                  <a:cubicBezTo>
                    <a:pt x="601782" y="381617"/>
                    <a:pt x="594277" y="388957"/>
                    <a:pt x="585270" y="388957"/>
                  </a:cubicBezTo>
                  <a:lnTo>
                    <a:pt x="494452" y="388957"/>
                  </a:lnTo>
                  <a:close/>
                  <a:moveTo>
                    <a:pt x="367511" y="244227"/>
                  </a:moveTo>
                  <a:lnTo>
                    <a:pt x="443780" y="244227"/>
                  </a:lnTo>
                  <a:cubicBezTo>
                    <a:pt x="462247" y="244227"/>
                    <a:pt x="477261" y="259207"/>
                    <a:pt x="477411" y="277633"/>
                  </a:cubicBezTo>
                  <a:lnTo>
                    <a:pt x="477861" y="381744"/>
                  </a:lnTo>
                  <a:cubicBezTo>
                    <a:pt x="478011" y="389534"/>
                    <a:pt x="471706" y="395975"/>
                    <a:pt x="463748" y="395975"/>
                  </a:cubicBezTo>
                  <a:cubicBezTo>
                    <a:pt x="455941" y="395975"/>
                    <a:pt x="449486" y="389684"/>
                    <a:pt x="449486" y="381894"/>
                  </a:cubicBezTo>
                  <a:lnTo>
                    <a:pt x="449035" y="277782"/>
                  </a:lnTo>
                  <a:cubicBezTo>
                    <a:pt x="449035" y="276135"/>
                    <a:pt x="447684" y="274786"/>
                    <a:pt x="446033" y="274786"/>
                  </a:cubicBezTo>
                  <a:cubicBezTo>
                    <a:pt x="444381" y="274786"/>
                    <a:pt x="443030" y="276135"/>
                    <a:pt x="443030" y="277782"/>
                  </a:cubicBezTo>
                  <a:cubicBezTo>
                    <a:pt x="443030" y="419944"/>
                    <a:pt x="443330" y="291115"/>
                    <a:pt x="443330" y="516116"/>
                  </a:cubicBezTo>
                  <a:cubicBezTo>
                    <a:pt x="443330" y="525553"/>
                    <a:pt x="435673" y="533193"/>
                    <a:pt x="426215" y="533193"/>
                  </a:cubicBezTo>
                  <a:cubicBezTo>
                    <a:pt x="416906" y="533193"/>
                    <a:pt x="409249" y="525553"/>
                    <a:pt x="409249" y="516116"/>
                  </a:cubicBezTo>
                  <a:lnTo>
                    <a:pt x="409249" y="380096"/>
                  </a:lnTo>
                  <a:lnTo>
                    <a:pt x="401893" y="380096"/>
                  </a:lnTo>
                  <a:lnTo>
                    <a:pt x="401893" y="516116"/>
                  </a:lnTo>
                  <a:cubicBezTo>
                    <a:pt x="401893" y="525553"/>
                    <a:pt x="394236" y="533193"/>
                    <a:pt x="384778" y="533193"/>
                  </a:cubicBezTo>
                  <a:cubicBezTo>
                    <a:pt x="375319" y="533193"/>
                    <a:pt x="367812" y="525553"/>
                    <a:pt x="367812" y="516116"/>
                  </a:cubicBezTo>
                  <a:lnTo>
                    <a:pt x="367812" y="380096"/>
                  </a:lnTo>
                  <a:lnTo>
                    <a:pt x="367812" y="277782"/>
                  </a:lnTo>
                  <a:cubicBezTo>
                    <a:pt x="367812" y="276284"/>
                    <a:pt x="366461" y="274936"/>
                    <a:pt x="364959" y="274936"/>
                  </a:cubicBezTo>
                  <a:cubicBezTo>
                    <a:pt x="363458" y="274936"/>
                    <a:pt x="362257" y="276284"/>
                    <a:pt x="362257" y="277782"/>
                  </a:cubicBezTo>
                  <a:lnTo>
                    <a:pt x="361656" y="381894"/>
                  </a:lnTo>
                  <a:cubicBezTo>
                    <a:pt x="361656" y="389684"/>
                    <a:pt x="355351" y="395975"/>
                    <a:pt x="347544" y="395975"/>
                  </a:cubicBezTo>
                  <a:lnTo>
                    <a:pt x="347393" y="395975"/>
                  </a:lnTo>
                  <a:cubicBezTo>
                    <a:pt x="339586" y="395975"/>
                    <a:pt x="333281" y="389534"/>
                    <a:pt x="333281" y="381744"/>
                  </a:cubicBezTo>
                  <a:lnTo>
                    <a:pt x="333881" y="277633"/>
                  </a:lnTo>
                  <a:cubicBezTo>
                    <a:pt x="333881" y="259207"/>
                    <a:pt x="349045" y="244227"/>
                    <a:pt x="367511" y="244227"/>
                  </a:cubicBezTo>
                  <a:close/>
                  <a:moveTo>
                    <a:pt x="201525" y="244227"/>
                  </a:moveTo>
                  <a:lnTo>
                    <a:pt x="277906" y="244227"/>
                  </a:lnTo>
                  <a:cubicBezTo>
                    <a:pt x="296213" y="244227"/>
                    <a:pt x="311370" y="259207"/>
                    <a:pt x="311520" y="277633"/>
                  </a:cubicBezTo>
                  <a:lnTo>
                    <a:pt x="311970" y="381744"/>
                  </a:lnTo>
                  <a:cubicBezTo>
                    <a:pt x="311970" y="389534"/>
                    <a:pt x="305667" y="395975"/>
                    <a:pt x="297864" y="395975"/>
                  </a:cubicBezTo>
                  <a:lnTo>
                    <a:pt x="297714" y="395975"/>
                  </a:lnTo>
                  <a:cubicBezTo>
                    <a:pt x="289911" y="395975"/>
                    <a:pt x="283608" y="389684"/>
                    <a:pt x="283608" y="381894"/>
                  </a:cubicBezTo>
                  <a:lnTo>
                    <a:pt x="283008" y="277782"/>
                  </a:lnTo>
                  <a:cubicBezTo>
                    <a:pt x="283008" y="276135"/>
                    <a:pt x="281657" y="274786"/>
                    <a:pt x="280007" y="274786"/>
                  </a:cubicBezTo>
                  <a:cubicBezTo>
                    <a:pt x="278356" y="274786"/>
                    <a:pt x="277156" y="276135"/>
                    <a:pt x="277156" y="277782"/>
                  </a:cubicBezTo>
                  <a:cubicBezTo>
                    <a:pt x="277156" y="419944"/>
                    <a:pt x="277456" y="291115"/>
                    <a:pt x="277456" y="516116"/>
                  </a:cubicBezTo>
                  <a:cubicBezTo>
                    <a:pt x="277456" y="525553"/>
                    <a:pt x="269803" y="533193"/>
                    <a:pt x="260349" y="533193"/>
                  </a:cubicBezTo>
                  <a:cubicBezTo>
                    <a:pt x="250895" y="533193"/>
                    <a:pt x="243242" y="525553"/>
                    <a:pt x="243242" y="516116"/>
                  </a:cubicBezTo>
                  <a:lnTo>
                    <a:pt x="243242" y="380096"/>
                  </a:lnTo>
                  <a:lnTo>
                    <a:pt x="235889" y="380096"/>
                  </a:lnTo>
                  <a:lnTo>
                    <a:pt x="235889" y="516116"/>
                  </a:lnTo>
                  <a:cubicBezTo>
                    <a:pt x="235889" y="525553"/>
                    <a:pt x="228386" y="533193"/>
                    <a:pt x="218932" y="533193"/>
                  </a:cubicBezTo>
                  <a:cubicBezTo>
                    <a:pt x="209478" y="533193"/>
                    <a:pt x="201825" y="525553"/>
                    <a:pt x="201825" y="516116"/>
                  </a:cubicBezTo>
                  <a:lnTo>
                    <a:pt x="201825" y="380096"/>
                  </a:lnTo>
                  <a:lnTo>
                    <a:pt x="201825" y="277782"/>
                  </a:lnTo>
                  <a:cubicBezTo>
                    <a:pt x="201825" y="276284"/>
                    <a:pt x="200624" y="274936"/>
                    <a:pt x="199124" y="274936"/>
                  </a:cubicBezTo>
                  <a:cubicBezTo>
                    <a:pt x="197623" y="274936"/>
                    <a:pt x="196423" y="276284"/>
                    <a:pt x="196423" y="277782"/>
                  </a:cubicBezTo>
                  <a:lnTo>
                    <a:pt x="195822" y="381894"/>
                  </a:lnTo>
                  <a:cubicBezTo>
                    <a:pt x="195822" y="389684"/>
                    <a:pt x="189370" y="395975"/>
                    <a:pt x="181567" y="395975"/>
                  </a:cubicBezTo>
                  <a:cubicBezTo>
                    <a:pt x="173763" y="395975"/>
                    <a:pt x="167311" y="389534"/>
                    <a:pt x="167461" y="381744"/>
                  </a:cubicBezTo>
                  <a:lnTo>
                    <a:pt x="167911" y="277633"/>
                  </a:lnTo>
                  <a:cubicBezTo>
                    <a:pt x="168061" y="259207"/>
                    <a:pt x="183067" y="244227"/>
                    <a:pt x="201525" y="244227"/>
                  </a:cubicBezTo>
                  <a:close/>
                  <a:moveTo>
                    <a:pt x="34214" y="244227"/>
                  </a:moveTo>
                  <a:lnTo>
                    <a:pt x="110445" y="244227"/>
                  </a:lnTo>
                  <a:cubicBezTo>
                    <a:pt x="128902" y="244227"/>
                    <a:pt x="143908" y="259207"/>
                    <a:pt x="144059" y="277633"/>
                  </a:cubicBezTo>
                  <a:lnTo>
                    <a:pt x="144509" y="381744"/>
                  </a:lnTo>
                  <a:cubicBezTo>
                    <a:pt x="144659" y="389534"/>
                    <a:pt x="138206" y="395975"/>
                    <a:pt x="130403" y="395975"/>
                  </a:cubicBezTo>
                  <a:cubicBezTo>
                    <a:pt x="122600" y="395975"/>
                    <a:pt x="116147" y="389684"/>
                    <a:pt x="116147" y="381894"/>
                  </a:cubicBezTo>
                  <a:lnTo>
                    <a:pt x="115697" y="277782"/>
                  </a:lnTo>
                  <a:cubicBezTo>
                    <a:pt x="115547" y="276135"/>
                    <a:pt x="114346" y="274786"/>
                    <a:pt x="112696" y="274786"/>
                  </a:cubicBezTo>
                  <a:cubicBezTo>
                    <a:pt x="111045" y="274786"/>
                    <a:pt x="109694" y="276135"/>
                    <a:pt x="109694" y="277782"/>
                  </a:cubicBezTo>
                  <a:cubicBezTo>
                    <a:pt x="109694" y="343695"/>
                    <a:pt x="109995" y="452450"/>
                    <a:pt x="109995" y="516116"/>
                  </a:cubicBezTo>
                  <a:cubicBezTo>
                    <a:pt x="109995" y="525553"/>
                    <a:pt x="102341" y="533193"/>
                    <a:pt x="92888" y="533193"/>
                  </a:cubicBezTo>
                  <a:cubicBezTo>
                    <a:pt x="83584" y="533193"/>
                    <a:pt x="75931" y="525553"/>
                    <a:pt x="75931" y="516116"/>
                  </a:cubicBezTo>
                  <a:lnTo>
                    <a:pt x="75931" y="380096"/>
                  </a:lnTo>
                  <a:lnTo>
                    <a:pt x="68578" y="380096"/>
                  </a:lnTo>
                  <a:lnTo>
                    <a:pt x="68578" y="516116"/>
                  </a:lnTo>
                  <a:cubicBezTo>
                    <a:pt x="68578" y="525553"/>
                    <a:pt x="60925" y="533193"/>
                    <a:pt x="51471" y="533193"/>
                  </a:cubicBezTo>
                  <a:cubicBezTo>
                    <a:pt x="42017" y="533193"/>
                    <a:pt x="34364" y="525553"/>
                    <a:pt x="34364" y="516116"/>
                  </a:cubicBezTo>
                  <a:lnTo>
                    <a:pt x="34364" y="380096"/>
                  </a:lnTo>
                  <a:lnTo>
                    <a:pt x="34364" y="277782"/>
                  </a:lnTo>
                  <a:cubicBezTo>
                    <a:pt x="34364" y="276284"/>
                    <a:pt x="33163" y="275086"/>
                    <a:pt x="31663" y="275086"/>
                  </a:cubicBezTo>
                  <a:cubicBezTo>
                    <a:pt x="30162" y="274936"/>
                    <a:pt x="28962" y="276284"/>
                    <a:pt x="28962" y="277782"/>
                  </a:cubicBezTo>
                  <a:lnTo>
                    <a:pt x="28361" y="381894"/>
                  </a:lnTo>
                  <a:cubicBezTo>
                    <a:pt x="28361" y="389684"/>
                    <a:pt x="22059" y="395975"/>
                    <a:pt x="14256" y="395975"/>
                  </a:cubicBezTo>
                  <a:lnTo>
                    <a:pt x="14106" y="395975"/>
                  </a:lnTo>
                  <a:cubicBezTo>
                    <a:pt x="6302" y="395975"/>
                    <a:pt x="0" y="389534"/>
                    <a:pt x="0" y="381744"/>
                  </a:cubicBezTo>
                  <a:lnTo>
                    <a:pt x="600" y="277633"/>
                  </a:lnTo>
                  <a:cubicBezTo>
                    <a:pt x="600" y="259207"/>
                    <a:pt x="15756" y="244227"/>
                    <a:pt x="34214" y="244227"/>
                  </a:cubicBezTo>
                  <a:close/>
                  <a:moveTo>
                    <a:pt x="298774" y="232090"/>
                  </a:moveTo>
                  <a:lnTo>
                    <a:pt x="346547" y="232090"/>
                  </a:lnTo>
                  <a:cubicBezTo>
                    <a:pt x="336331" y="236739"/>
                    <a:pt x="327768" y="244836"/>
                    <a:pt x="322660" y="254883"/>
                  </a:cubicBezTo>
                  <a:cubicBezTo>
                    <a:pt x="317552" y="244836"/>
                    <a:pt x="309140" y="236739"/>
                    <a:pt x="298774" y="232090"/>
                  </a:cubicBezTo>
                  <a:close/>
                  <a:moveTo>
                    <a:pt x="405716" y="176061"/>
                  </a:moveTo>
                  <a:cubicBezTo>
                    <a:pt x="421987" y="176061"/>
                    <a:pt x="435177" y="189204"/>
                    <a:pt x="435177" y="205417"/>
                  </a:cubicBezTo>
                  <a:cubicBezTo>
                    <a:pt x="435177" y="221630"/>
                    <a:pt x="421987" y="234773"/>
                    <a:pt x="405716" y="234773"/>
                  </a:cubicBezTo>
                  <a:cubicBezTo>
                    <a:pt x="389445" y="234773"/>
                    <a:pt x="376255" y="221630"/>
                    <a:pt x="376255" y="205417"/>
                  </a:cubicBezTo>
                  <a:cubicBezTo>
                    <a:pt x="376255" y="189204"/>
                    <a:pt x="389445" y="176061"/>
                    <a:pt x="405716" y="176061"/>
                  </a:cubicBezTo>
                  <a:close/>
                  <a:moveTo>
                    <a:pt x="239817" y="176061"/>
                  </a:moveTo>
                  <a:cubicBezTo>
                    <a:pt x="256049" y="176061"/>
                    <a:pt x="269208" y="189204"/>
                    <a:pt x="269208" y="205417"/>
                  </a:cubicBezTo>
                  <a:cubicBezTo>
                    <a:pt x="269208" y="221630"/>
                    <a:pt x="256049" y="234773"/>
                    <a:pt x="239817" y="234773"/>
                  </a:cubicBezTo>
                  <a:cubicBezTo>
                    <a:pt x="223585" y="234773"/>
                    <a:pt x="210426" y="221630"/>
                    <a:pt x="210426" y="205417"/>
                  </a:cubicBezTo>
                  <a:cubicBezTo>
                    <a:pt x="210426" y="189204"/>
                    <a:pt x="223585" y="176061"/>
                    <a:pt x="239817" y="176061"/>
                  </a:cubicBezTo>
                  <a:close/>
                  <a:moveTo>
                    <a:pt x="72325" y="176061"/>
                  </a:moveTo>
                  <a:cubicBezTo>
                    <a:pt x="88687" y="176061"/>
                    <a:pt x="101897" y="189241"/>
                    <a:pt x="101897" y="205416"/>
                  </a:cubicBezTo>
                  <a:cubicBezTo>
                    <a:pt x="101897" y="221592"/>
                    <a:pt x="88687" y="234772"/>
                    <a:pt x="72325" y="234772"/>
                  </a:cubicBezTo>
                  <a:cubicBezTo>
                    <a:pt x="56113" y="234772"/>
                    <a:pt x="42904" y="221592"/>
                    <a:pt x="42904" y="205416"/>
                  </a:cubicBezTo>
                  <a:cubicBezTo>
                    <a:pt x="42904" y="189241"/>
                    <a:pt x="55963" y="176061"/>
                    <a:pt x="72325" y="176061"/>
                  </a:cubicBezTo>
                  <a:close/>
                  <a:moveTo>
                    <a:pt x="1200" y="56241"/>
                  </a:moveTo>
                  <a:lnTo>
                    <a:pt x="384613" y="56241"/>
                  </a:lnTo>
                  <a:cubicBezTo>
                    <a:pt x="505414" y="56241"/>
                    <a:pt x="603405" y="154058"/>
                    <a:pt x="603405" y="274494"/>
                  </a:cubicBezTo>
                  <a:cubicBezTo>
                    <a:pt x="603405" y="308947"/>
                    <a:pt x="575493" y="336809"/>
                    <a:pt x="540979" y="336809"/>
                  </a:cubicBezTo>
                  <a:lnTo>
                    <a:pt x="494459" y="336809"/>
                  </a:lnTo>
                  <a:lnTo>
                    <a:pt x="494159" y="277490"/>
                  </a:lnTo>
                  <a:cubicBezTo>
                    <a:pt x="494009" y="257417"/>
                    <a:pt x="482004" y="240041"/>
                    <a:pt x="464747" y="232102"/>
                  </a:cubicBezTo>
                  <a:lnTo>
                    <a:pt x="551333" y="232102"/>
                  </a:lnTo>
                  <a:lnTo>
                    <a:pt x="551483" y="232102"/>
                  </a:lnTo>
                  <a:cubicBezTo>
                    <a:pt x="553884" y="232102"/>
                    <a:pt x="556285" y="230753"/>
                    <a:pt x="557636" y="228806"/>
                  </a:cubicBezTo>
                  <a:cubicBezTo>
                    <a:pt x="558986" y="226709"/>
                    <a:pt x="559136" y="224013"/>
                    <a:pt x="558236" y="221766"/>
                  </a:cubicBezTo>
                  <a:cubicBezTo>
                    <a:pt x="550283" y="203790"/>
                    <a:pt x="531825" y="165892"/>
                    <a:pt x="504663" y="136532"/>
                  </a:cubicBezTo>
                  <a:cubicBezTo>
                    <a:pt x="481704" y="111666"/>
                    <a:pt x="449440" y="97585"/>
                    <a:pt x="415676" y="97585"/>
                  </a:cubicBezTo>
                  <a:lnTo>
                    <a:pt x="397968" y="97585"/>
                  </a:lnTo>
                  <a:lnTo>
                    <a:pt x="397968" y="159900"/>
                  </a:lnTo>
                  <a:cubicBezTo>
                    <a:pt x="383712" y="162297"/>
                    <a:pt x="371707" y="171284"/>
                    <a:pt x="364954" y="183568"/>
                  </a:cubicBezTo>
                  <a:lnTo>
                    <a:pt x="364954" y="97585"/>
                  </a:lnTo>
                  <a:lnTo>
                    <a:pt x="174223" y="97585"/>
                  </a:lnTo>
                  <a:lnTo>
                    <a:pt x="174223" y="232102"/>
                  </a:lnTo>
                  <a:lnTo>
                    <a:pt x="180526" y="232102"/>
                  </a:lnTo>
                  <a:cubicBezTo>
                    <a:pt x="178425" y="233150"/>
                    <a:pt x="176324" y="234199"/>
                    <a:pt x="174223" y="235547"/>
                  </a:cubicBezTo>
                  <a:cubicBezTo>
                    <a:pt x="166420" y="240640"/>
                    <a:pt x="159967" y="247830"/>
                    <a:pt x="156065" y="256369"/>
                  </a:cubicBezTo>
                  <a:cubicBezTo>
                    <a:pt x="152614" y="249178"/>
                    <a:pt x="147512" y="242887"/>
                    <a:pt x="141209" y="238093"/>
                  </a:cubicBezTo>
                  <a:cubicBezTo>
                    <a:pt x="138208" y="235697"/>
                    <a:pt x="134906" y="233749"/>
                    <a:pt x="131455" y="232102"/>
                  </a:cubicBezTo>
                  <a:lnTo>
                    <a:pt x="141209" y="232102"/>
                  </a:lnTo>
                  <a:lnTo>
                    <a:pt x="141209" y="97585"/>
                  </a:lnTo>
                  <a:lnTo>
                    <a:pt x="1200" y="97585"/>
                  </a:lnTo>
                  <a:close/>
                  <a:moveTo>
                    <a:pt x="30337" y="0"/>
                  </a:moveTo>
                  <a:lnTo>
                    <a:pt x="450496" y="0"/>
                  </a:lnTo>
                  <a:cubicBezTo>
                    <a:pt x="459649" y="0"/>
                    <a:pt x="467002" y="7356"/>
                    <a:pt x="467002" y="16512"/>
                  </a:cubicBezTo>
                  <a:cubicBezTo>
                    <a:pt x="467002" y="25669"/>
                    <a:pt x="459649" y="33025"/>
                    <a:pt x="450496" y="33025"/>
                  </a:cubicBezTo>
                  <a:lnTo>
                    <a:pt x="30337" y="33025"/>
                  </a:lnTo>
                  <a:cubicBezTo>
                    <a:pt x="21184" y="33025"/>
                    <a:pt x="13831" y="25669"/>
                    <a:pt x="13831" y="16512"/>
                  </a:cubicBezTo>
                  <a:cubicBezTo>
                    <a:pt x="13831" y="7356"/>
                    <a:pt x="21184" y="0"/>
                    <a:pt x="303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11175" y="1050925"/>
            <a:ext cx="9740900" cy="614045"/>
            <a:chOff x="805" y="1655"/>
            <a:chExt cx="15340" cy="967"/>
          </a:xfrm>
        </p:grpSpPr>
        <p:sp>
          <p:nvSpPr>
            <p:cNvPr id="95" name="矩形 1"/>
            <p:cNvSpPr/>
            <p:nvPr>
              <p:custDataLst>
                <p:tags r:id="rId13"/>
              </p:custDataLst>
            </p:nvPr>
          </p:nvSpPr>
          <p:spPr bwMode="auto">
            <a:xfrm>
              <a:off x="915" y="196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6" name="TextBox 27"/>
            <p:cNvSpPr txBox="1">
              <a:spLocks noChangeArrowheads="1"/>
            </p:cNvSpPr>
            <p:nvPr/>
          </p:nvSpPr>
          <p:spPr bwMode="auto">
            <a:xfrm>
              <a:off x="2081" y="1980"/>
              <a:ext cx="10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4" name="iconfont-1187-868615"/>
            <p:cNvSpPr/>
            <p:nvPr>
              <p:custDataLst>
                <p:tags r:id="rId14"/>
              </p:custDataLst>
            </p:nvPr>
          </p:nvSpPr>
          <p:spPr>
            <a:xfrm>
              <a:off x="805" y="1655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7" name="文本框 96"/>
            <p:cNvSpPr txBox="1"/>
            <p:nvPr>
              <p:custDataLst>
                <p:tags r:id="rId15"/>
              </p:custDataLst>
            </p:nvPr>
          </p:nvSpPr>
          <p:spPr>
            <a:xfrm>
              <a:off x="4981" y="1980"/>
              <a:ext cx="11164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Promise/Deferred 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模式编程，开发步骤及运行方式如下：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670685" y="3257550"/>
            <a:ext cx="8296910" cy="506730"/>
            <a:chOff x="2631" y="5130"/>
            <a:chExt cx="13066" cy="798"/>
          </a:xfrm>
        </p:grpSpPr>
        <p:sp>
          <p:nvSpPr>
            <p:cNvPr id="32" name="文本框 31"/>
            <p:cNvSpPr txBox="1"/>
            <p:nvPr>
              <p:custDataLst>
                <p:tags r:id="rId16"/>
              </p:custDataLst>
            </p:nvPr>
          </p:nvSpPr>
          <p:spPr>
            <a:xfrm>
              <a:off x="3783" y="5130"/>
              <a:ext cx="11915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创建一个 </a:t>
              </a:r>
              <a:r>
                <a:rPr lang="en-US" altLang="zh-CN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JSON </a:t>
              </a: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文件 </a:t>
              </a:r>
              <a:r>
                <a:rPr lang="en-US" altLang="zh-CN" sz="1800" b="1" dirty="0" err="1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city.json</a:t>
              </a: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，或使用外部开放的 </a:t>
              </a:r>
              <a:r>
                <a:rPr lang="en-US" altLang="zh-CN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API </a:t>
              </a: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数据接口</a:t>
              </a:r>
              <a:endParaRPr lang="zh-CN" altLang="en-US" sz="1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3" name="圆角矩形 52"/>
            <p:cNvSpPr/>
            <p:nvPr/>
          </p:nvSpPr>
          <p:spPr>
            <a:xfrm>
              <a:off x="2631" y="5218"/>
              <a:ext cx="955" cy="544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0000"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8" name="文本框 27"/>
          <p:cNvSpPr txBox="1"/>
          <p:nvPr>
            <p:custDataLst>
              <p:tags r:id="rId17"/>
            </p:custDataLst>
          </p:nvPr>
        </p:nvSpPr>
        <p:spPr>
          <a:xfrm>
            <a:off x="707390" y="40640"/>
            <a:ext cx="49707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altLang="zh-CN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Promise/Deferred </a:t>
            </a: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模式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666875" y="5848350"/>
            <a:ext cx="7519035" cy="506730"/>
            <a:chOff x="2625" y="9210"/>
            <a:chExt cx="11841" cy="798"/>
          </a:xfrm>
        </p:grpSpPr>
        <p:sp>
          <p:nvSpPr>
            <p:cNvPr id="38" name="文本框 37"/>
            <p:cNvSpPr txBox="1"/>
            <p:nvPr>
              <p:custDataLst>
                <p:tags r:id="rId18"/>
              </p:custDataLst>
            </p:nvPr>
          </p:nvSpPr>
          <p:spPr>
            <a:xfrm>
              <a:off x="3778" y="9210"/>
              <a:ext cx="10689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在 </a:t>
              </a:r>
              <a:r>
                <a:rPr lang="en-US" altLang="zh-CN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main.html </a:t>
              </a: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页面调试模式下控制台查看结果</a:t>
              </a:r>
              <a:endParaRPr lang="zh-CN" altLang="en-US" sz="1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9" name="圆角矩形 52"/>
            <p:cNvSpPr/>
            <p:nvPr>
              <p:custDataLst>
                <p:tags r:id="rId19"/>
              </p:custDataLst>
            </p:nvPr>
          </p:nvSpPr>
          <p:spPr>
            <a:xfrm>
              <a:off x="2625" y="9371"/>
              <a:ext cx="955" cy="54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0000"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05</a:t>
              </a:r>
              <a:endPara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670685" y="3889375"/>
            <a:ext cx="8163560" cy="875030"/>
            <a:chOff x="2631" y="6125"/>
            <a:chExt cx="12856" cy="1378"/>
          </a:xfrm>
        </p:grpSpPr>
        <p:sp>
          <p:nvSpPr>
            <p:cNvPr id="30" name="文本框 29"/>
            <p:cNvSpPr txBox="1"/>
            <p:nvPr>
              <p:custDataLst>
                <p:tags r:id="rId20"/>
              </p:custDataLst>
            </p:nvPr>
          </p:nvSpPr>
          <p:spPr>
            <a:xfrm>
              <a:off x="3783" y="6125"/>
              <a:ext cx="11705" cy="13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创建一个 </a:t>
              </a:r>
              <a:r>
                <a:rPr lang="en-US" altLang="zh-CN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Node.js Web </a:t>
              </a: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服务器 </a:t>
              </a:r>
              <a:r>
                <a:rPr lang="en-US" altLang="zh-CN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server.js </a:t>
              </a: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并运行，启动 </a:t>
              </a:r>
              <a:r>
                <a:rPr lang="en-US" altLang="zh-CN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HTTP </a:t>
              </a: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服务，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在浏览器中以                             查看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6" name="圆角矩形 52"/>
            <p:cNvSpPr/>
            <p:nvPr/>
          </p:nvSpPr>
          <p:spPr>
            <a:xfrm>
              <a:off x="2631" y="6574"/>
              <a:ext cx="955" cy="544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0000"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21"/>
            <a:srcRect r="1826" b="-23423"/>
            <a:stretch>
              <a:fillRect/>
            </a:stretch>
          </p:blipFill>
          <p:spPr>
            <a:xfrm>
              <a:off x="5926" y="6941"/>
              <a:ext cx="2631" cy="524"/>
            </a:xfrm>
            <a:prstGeom prst="rect">
              <a:avLst/>
            </a:prstGeom>
          </p:spPr>
        </p:pic>
      </p:grpSp>
      <p:grpSp>
        <p:nvGrpSpPr>
          <p:cNvPr id="11" name="组合 10"/>
          <p:cNvGrpSpPr/>
          <p:nvPr/>
        </p:nvGrpSpPr>
        <p:grpSpPr>
          <a:xfrm>
            <a:off x="1666875" y="4884420"/>
            <a:ext cx="8589645" cy="875030"/>
            <a:chOff x="2625" y="7692"/>
            <a:chExt cx="13527" cy="1378"/>
          </a:xfrm>
        </p:grpSpPr>
        <p:sp>
          <p:nvSpPr>
            <p:cNvPr id="42" name="文本框 41"/>
            <p:cNvSpPr txBox="1"/>
            <p:nvPr>
              <p:custDataLst>
                <p:tags r:id="rId22"/>
              </p:custDataLst>
            </p:nvPr>
          </p:nvSpPr>
          <p:spPr>
            <a:xfrm>
              <a:off x="3872" y="7692"/>
              <a:ext cx="12281" cy="13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编写 </a:t>
              </a:r>
              <a:r>
                <a:rPr lang="en-US" altLang="zh-CN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main.html </a:t>
              </a: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文件代码，在浏览器端以 </a:t>
              </a:r>
              <a:r>
                <a:rPr lang="en-US" altLang="zh-CN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HTTP </a:t>
              </a: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服务运行 </a:t>
              </a:r>
              <a:r>
                <a:rPr lang="en-US" altLang="zh-CN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main.html</a:t>
              </a: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，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在浏览器中以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                                    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查看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3" name="圆角矩形 52"/>
            <p:cNvSpPr/>
            <p:nvPr/>
          </p:nvSpPr>
          <p:spPr>
            <a:xfrm>
              <a:off x="2625" y="8075"/>
              <a:ext cx="1020" cy="544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82500"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6000" y="8574"/>
              <a:ext cx="3600" cy="300"/>
            </a:xfrm>
            <a:prstGeom prst="rect">
              <a:avLst/>
            </a:prstGeom>
          </p:spPr>
        </p:pic>
      </p:grpSp>
    </p:spTree>
    <p:custDataLst>
      <p:tags r:id="rId2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>
            <p:custDataLst>
              <p:tags r:id="rId3"/>
            </p:custDataLst>
          </p:nvPr>
        </p:nvSpPr>
        <p:spPr>
          <a:xfrm>
            <a:off x="3783965" y="1146810"/>
            <a:ext cx="7426960" cy="5199380"/>
          </a:xfrm>
          <a:prstGeom prst="rect">
            <a:avLst/>
          </a:prstGeom>
          <a:solidFill>
            <a:schemeClr val="accent6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544570" y="1056005"/>
            <a:ext cx="7843520" cy="5022850"/>
            <a:chOff x="5582" y="1663"/>
            <a:chExt cx="12352" cy="7910"/>
          </a:xfrm>
        </p:grpSpPr>
        <p:sp>
          <p:nvSpPr>
            <p:cNvPr id="27" name="圆角矩形 25"/>
            <p:cNvSpPr/>
            <p:nvPr>
              <p:custDataLst>
                <p:tags r:id="rId4"/>
              </p:custDataLst>
            </p:nvPr>
          </p:nvSpPr>
          <p:spPr>
            <a:xfrm>
              <a:off x="5582" y="1663"/>
              <a:ext cx="12353" cy="7911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6012" y="2011"/>
              <a:ext cx="11922" cy="67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{ 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"city":</a:t>
              </a: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[</a:t>
              </a:r>
              <a:endPara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{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"</a:t>
              </a:r>
              <a:r>
                <a:rPr lang="en-US" altLang="zh-CN" sz="16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title":"A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",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"lists":[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"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阿坝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","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阿拉善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","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阿里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","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安康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","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安庆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","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鞍山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","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安顺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","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安阳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","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澳门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"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]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},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{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"</a:t>
              </a:r>
              <a:r>
                <a:rPr lang="en-US" altLang="zh-CN" sz="16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title":"B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",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"lists":["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北京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","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白银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","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保定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","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宝鸡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","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保山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","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包头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","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巴中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","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北海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","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蚌埠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","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本溪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","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毕节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","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滨州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","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百色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","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亳州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"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]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},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… … // 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此处省略其它数据</a:t>
              </a:r>
              <a:endPara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</a:t>
              </a: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]</a:t>
              </a:r>
              <a:endPara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}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8" name="文本框 27"/>
          <p:cNvSpPr txBox="1"/>
          <p:nvPr>
            <p:custDataLst>
              <p:tags r:id="rId5"/>
            </p:custDataLst>
          </p:nvPr>
        </p:nvSpPr>
        <p:spPr>
          <a:xfrm>
            <a:off x="707390" y="40640"/>
            <a:ext cx="49911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altLang="zh-CN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Promise/Deferred </a:t>
            </a: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模式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88925" y="1217930"/>
            <a:ext cx="10921365" cy="4770120"/>
            <a:chOff x="455" y="1918"/>
            <a:chExt cx="17199" cy="7512"/>
          </a:xfrm>
        </p:grpSpPr>
        <p:sp>
          <p:nvSpPr>
            <p:cNvPr id="36" name="矩形 4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55" y="4396"/>
              <a:ext cx="4715" cy="98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城市数据，</a:t>
              </a: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city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数组</a:t>
              </a:r>
              <a:endPara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46" name="直接连接符 76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>
              <a:off x="5301" y="4990"/>
              <a:ext cx="68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" name="直接连接符 90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>
              <a:off x="5301" y="4348"/>
              <a:ext cx="0" cy="119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" name="矩形 2"/>
            <p:cNvSpPr/>
            <p:nvPr/>
          </p:nvSpPr>
          <p:spPr>
            <a:xfrm>
              <a:off x="5984" y="1918"/>
              <a:ext cx="11670" cy="7513"/>
            </a:xfrm>
            <a:prstGeom prst="rect">
              <a:avLst/>
            </a:prstGeom>
            <a:noFill/>
            <a:ln w="2857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42925" y="1249680"/>
            <a:ext cx="2297430" cy="978535"/>
            <a:chOff x="855" y="1968"/>
            <a:chExt cx="3618" cy="1541"/>
          </a:xfrm>
        </p:grpSpPr>
        <p:sp>
          <p:nvSpPr>
            <p:cNvPr id="18" name="文本框 17"/>
            <p:cNvSpPr txBox="1"/>
            <p:nvPr/>
          </p:nvSpPr>
          <p:spPr>
            <a:xfrm>
              <a:off x="1678" y="2929"/>
              <a:ext cx="2284" cy="58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i="0" u="none" strike="noStrike" cap="none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city.json</a:t>
              </a:r>
              <a:endParaRPr lang="en-US" altLang="zh-CN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32"/>
            <p:cNvSpPr/>
            <p:nvPr>
              <p:custDataLst>
                <p:tags r:id="rId9"/>
              </p:custDataLst>
            </p:nvPr>
          </p:nvSpPr>
          <p:spPr>
            <a:xfrm>
              <a:off x="884" y="279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" name="矩形 1"/>
            <p:cNvSpPr/>
            <p:nvPr>
              <p:custDataLst>
                <p:tags r:id="rId10"/>
              </p:custDataLst>
            </p:nvPr>
          </p:nvSpPr>
          <p:spPr bwMode="auto">
            <a:xfrm>
              <a:off x="855" y="196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TextBox 27"/>
            <p:cNvSpPr txBox="1">
              <a:spLocks noChangeArrowheads="1"/>
            </p:cNvSpPr>
            <p:nvPr/>
          </p:nvSpPr>
          <p:spPr bwMode="auto">
            <a:xfrm>
              <a:off x="1678" y="1995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"/>
            </p:custDataLst>
          </p:nvPr>
        </p:nvSpPr>
        <p:spPr>
          <a:xfrm>
            <a:off x="707390" y="40640"/>
            <a:ext cx="48844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altLang="zh-CN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Promise/Deferred </a:t>
            </a: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模式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矩形 25"/>
          <p:cNvSpPr/>
          <p:nvPr>
            <p:custDataLst>
              <p:tags r:id="rId4"/>
            </p:custDataLst>
          </p:nvPr>
        </p:nvSpPr>
        <p:spPr>
          <a:xfrm>
            <a:off x="3521075" y="1158875"/>
            <a:ext cx="7914005" cy="5139690"/>
          </a:xfrm>
          <a:prstGeom prst="rect">
            <a:avLst/>
          </a:prstGeom>
          <a:solidFill>
            <a:schemeClr val="accent6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7" name="圆角矩形 25"/>
          <p:cNvSpPr/>
          <p:nvPr>
            <p:custDataLst>
              <p:tags r:id="rId5"/>
            </p:custDataLst>
          </p:nvPr>
        </p:nvSpPr>
        <p:spPr>
          <a:xfrm>
            <a:off x="3545840" y="1362075"/>
            <a:ext cx="8232775" cy="4732655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5" name="矩形 24"/>
          <p:cNvSpPr/>
          <p:nvPr>
            <p:custDataLst>
              <p:tags r:id="rId6"/>
            </p:custDataLst>
          </p:nvPr>
        </p:nvSpPr>
        <p:spPr>
          <a:xfrm>
            <a:off x="3948430" y="1734820"/>
            <a:ext cx="7463155" cy="4246245"/>
          </a:xfrm>
          <a:prstGeom prst="rect">
            <a:avLst/>
          </a:prstGeom>
          <a:ln w="28575">
            <a:solidFill>
              <a:srgbClr val="C00000"/>
            </a:solidFill>
            <a:prstDash val="sysDash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var HTTP = require('http');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var fs = require('fs');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var </a:t>
            </a:r>
            <a:r>
              <a:rPr lang="en-US" altLang="zh-CN" sz="20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url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 = require('</a:t>
            </a:r>
            <a:r>
              <a:rPr lang="en-US" altLang="zh-CN" sz="20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url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');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 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HTTP.createServer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( function (request, response) 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{ 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var pathname = 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url.parse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(request.url).pathname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;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console.log("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Request for 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" 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+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pathname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 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+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 " 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received.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rPr>
              <a:t>");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14020" y="2511425"/>
            <a:ext cx="9330055" cy="1558925"/>
            <a:chOff x="652" y="4003"/>
            <a:chExt cx="14693" cy="2455"/>
          </a:xfrm>
        </p:grpSpPr>
        <p:sp>
          <p:nvSpPr>
            <p:cNvPr id="19" name="矩形 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52" y="4003"/>
              <a:ext cx="4612" cy="87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创建服务器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9" name="直接连接符 5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790" y="6438"/>
              <a:ext cx="9555" cy="2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直接连接符 9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V="1">
              <a:off x="5790" y="4441"/>
              <a:ext cx="0" cy="2017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" name="直接连接符 76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5361" y="4441"/>
              <a:ext cx="429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直接连接符 90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>
              <a:off x="5361" y="4163"/>
              <a:ext cx="0" cy="55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" name="组合 9"/>
          <p:cNvGrpSpPr/>
          <p:nvPr/>
        </p:nvGrpSpPr>
        <p:grpSpPr>
          <a:xfrm>
            <a:off x="387350" y="4066540"/>
            <a:ext cx="9570085" cy="952500"/>
            <a:chOff x="610" y="6380"/>
            <a:chExt cx="15071" cy="1500"/>
          </a:xfrm>
        </p:grpSpPr>
        <p:sp>
          <p:nvSpPr>
            <p:cNvPr id="57" name="矩形 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10" y="6380"/>
              <a:ext cx="4612" cy="10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解析请求，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包括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文件名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1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789" y="7878"/>
              <a:ext cx="9892" cy="2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" name="直接连接符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V="1">
              <a:off x="5793" y="6857"/>
              <a:ext cx="0" cy="924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3" name="直接连接符 76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5332" y="6956"/>
              <a:ext cx="45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" name="直接连接符 90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>
              <a:off x="5332" y="6706"/>
              <a:ext cx="0" cy="4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81000" y="5064760"/>
            <a:ext cx="9599295" cy="645795"/>
            <a:chOff x="600" y="7976"/>
            <a:chExt cx="15117" cy="1017"/>
          </a:xfrm>
        </p:grpSpPr>
        <p:sp>
          <p:nvSpPr>
            <p:cNvPr id="65" name="矩形 4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600" y="7976"/>
              <a:ext cx="4612" cy="10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输出请求的文件名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9" name="直接连接符 5"/>
            <p:cNvCxnSpPr>
              <a:cxnSpLocks noChangeShapeType="1"/>
            </p:cNvCxnSpPr>
            <p:nvPr>
              <p:custDataLst>
                <p:tags r:id="rId18"/>
              </p:custDataLst>
            </p:nvPr>
          </p:nvCxnSpPr>
          <p:spPr bwMode="auto">
            <a:xfrm flipH="1" flipV="1">
              <a:off x="5360" y="8531"/>
              <a:ext cx="10357" cy="7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" name="直接连接符 90"/>
            <p:cNvCxnSpPr>
              <a:cxnSpLocks noChangeShapeType="1"/>
            </p:cNvCxnSpPr>
            <p:nvPr>
              <p:custDataLst>
                <p:tags r:id="rId19"/>
              </p:custDataLst>
            </p:nvPr>
          </p:nvCxnSpPr>
          <p:spPr bwMode="auto">
            <a:xfrm>
              <a:off x="5332" y="8295"/>
              <a:ext cx="0" cy="472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" name="组合 4"/>
          <p:cNvGrpSpPr/>
          <p:nvPr/>
        </p:nvGrpSpPr>
        <p:grpSpPr>
          <a:xfrm>
            <a:off x="542925" y="1249680"/>
            <a:ext cx="2297430" cy="930275"/>
            <a:chOff x="855" y="1968"/>
            <a:chExt cx="3618" cy="1465"/>
          </a:xfrm>
        </p:grpSpPr>
        <p:sp>
          <p:nvSpPr>
            <p:cNvPr id="33" name="文本框 32"/>
            <p:cNvSpPr txBox="1"/>
            <p:nvPr/>
          </p:nvSpPr>
          <p:spPr>
            <a:xfrm>
              <a:off x="1574" y="2853"/>
              <a:ext cx="2450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457200"/>
              <a:r>
                <a:rPr lang="en-US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server.js </a:t>
              </a:r>
              <a:endPara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" name="矩形 1"/>
            <p:cNvSpPr/>
            <p:nvPr>
              <p:custDataLst>
                <p:tags r:id="rId20"/>
              </p:custDataLst>
            </p:nvPr>
          </p:nvSpPr>
          <p:spPr>
            <a:xfrm>
              <a:off x="884" y="279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" name="矩形 1"/>
            <p:cNvSpPr/>
            <p:nvPr>
              <p:custDataLst>
                <p:tags r:id="rId21"/>
              </p:custDataLst>
            </p:nvPr>
          </p:nvSpPr>
          <p:spPr bwMode="auto">
            <a:xfrm>
              <a:off x="855" y="196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TextBox 27"/>
            <p:cNvSpPr txBox="1">
              <a:spLocks noChangeArrowheads="1"/>
            </p:cNvSpPr>
            <p:nvPr/>
          </p:nvSpPr>
          <p:spPr bwMode="auto">
            <a:xfrm>
              <a:off x="1678" y="1995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2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5" grpId="0" bldLvl="0" animBg="1"/>
      <p:bldP spid="27" grpId="1" animBg="1"/>
      <p:bldP spid="25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"/>
            </p:custDataLst>
          </p:nvPr>
        </p:nvSpPr>
        <p:spPr>
          <a:xfrm>
            <a:off x="707390" y="40640"/>
            <a:ext cx="50101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altLang="zh-CN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Promise/Deferred </a:t>
            </a: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模式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矩形 25"/>
          <p:cNvSpPr/>
          <p:nvPr>
            <p:custDataLst>
              <p:tags r:id="rId4"/>
            </p:custDataLst>
          </p:nvPr>
        </p:nvSpPr>
        <p:spPr>
          <a:xfrm>
            <a:off x="3804285" y="1158875"/>
            <a:ext cx="7540625" cy="5139690"/>
          </a:xfrm>
          <a:prstGeom prst="rect">
            <a:avLst/>
          </a:prstGeom>
          <a:solidFill>
            <a:schemeClr val="accent6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14020" y="1993265"/>
            <a:ext cx="8682355" cy="872490"/>
            <a:chOff x="652" y="3139"/>
            <a:chExt cx="13673" cy="1374"/>
          </a:xfrm>
        </p:grpSpPr>
        <p:sp>
          <p:nvSpPr>
            <p:cNvPr id="19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52" y="3643"/>
              <a:ext cx="4612" cy="87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从文件系统中读取请求的文件内容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9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6267" y="3139"/>
              <a:ext cx="8059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V="1">
              <a:off x="6267" y="3139"/>
              <a:ext cx="0" cy="95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361" y="4081"/>
              <a:ext cx="85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>
              <a:off x="5361" y="3803"/>
              <a:ext cx="0" cy="55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2" name="组合 11"/>
          <p:cNvGrpSpPr/>
          <p:nvPr/>
        </p:nvGrpSpPr>
        <p:grpSpPr>
          <a:xfrm>
            <a:off x="414020" y="3171825"/>
            <a:ext cx="3930650" cy="819150"/>
            <a:chOff x="652" y="4995"/>
            <a:chExt cx="6190" cy="1290"/>
          </a:xfrm>
        </p:grpSpPr>
        <p:sp>
          <p:nvSpPr>
            <p:cNvPr id="57" name="矩形 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52" y="4995"/>
              <a:ext cx="4570" cy="129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HTTP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的状态：</a:t>
              </a:r>
              <a:endParaRPr lang="en-US" altLang="zh-CN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404</a:t>
              </a:r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：</a:t>
              </a: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not found</a:t>
              </a:r>
              <a:endPara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200</a:t>
              </a:r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：</a:t>
              </a: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ok</a:t>
              </a:r>
              <a:endPara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63" name="直接连接符 76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5332" y="5572"/>
              <a:ext cx="1511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" name="直接连接符 90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>
              <a:off x="5332" y="5321"/>
              <a:ext cx="0" cy="472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" name="矩形 4"/>
          <p:cNvSpPr/>
          <p:nvPr/>
        </p:nvSpPr>
        <p:spPr>
          <a:xfrm>
            <a:off x="4345940" y="2827655"/>
            <a:ext cx="4568825" cy="405130"/>
          </a:xfrm>
          <a:prstGeom prst="rect">
            <a:avLst/>
          </a:prstGeom>
          <a:noFill/>
          <a:ln w="1905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345940" y="3435985"/>
            <a:ext cx="4568190" cy="405130"/>
          </a:xfrm>
          <a:prstGeom prst="rect">
            <a:avLst/>
          </a:prstGeom>
          <a:noFill/>
          <a:ln w="1905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3827145" y="1310005"/>
            <a:ext cx="8167370" cy="4626610"/>
            <a:chOff x="6027" y="2063"/>
            <a:chExt cx="12862" cy="7286"/>
          </a:xfrm>
        </p:grpSpPr>
        <p:grpSp>
          <p:nvGrpSpPr>
            <p:cNvPr id="11" name="组合 10"/>
            <p:cNvGrpSpPr/>
            <p:nvPr/>
          </p:nvGrpSpPr>
          <p:grpSpPr>
            <a:xfrm>
              <a:off x="6027" y="2063"/>
              <a:ext cx="12863" cy="7286"/>
              <a:chOff x="6027" y="2063"/>
              <a:chExt cx="12863" cy="7286"/>
            </a:xfrm>
          </p:grpSpPr>
          <p:sp>
            <p:nvSpPr>
              <p:cNvPr id="27" name="圆角矩形 25"/>
              <p:cNvSpPr/>
              <p:nvPr>
                <p:custDataLst>
                  <p:tags r:id="rId13"/>
                </p:custDataLst>
              </p:nvPr>
            </p:nvSpPr>
            <p:spPr>
              <a:xfrm>
                <a:off x="6027" y="2063"/>
                <a:ext cx="12353" cy="7286"/>
              </a:xfrm>
              <a:prstGeom prst="roundRect">
                <a:avLst>
                  <a:gd name="adj" fmla="val 2065"/>
                </a:avLst>
              </a:prstGeom>
              <a:noFill/>
              <a:ln w="9525" cap="flat" cmpd="sng" algn="ctr">
                <a:solidFill>
                  <a:schemeClr val="accent2"/>
                </a:solidFill>
                <a:prstDash val="dashDot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solidFill>
                      <a:srgbClr val="3C853C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5" name="矩形 24"/>
              <p:cNvSpPr/>
              <p:nvPr>
                <p:custDataLst>
                  <p:tags r:id="rId14"/>
                </p:custDataLst>
              </p:nvPr>
            </p:nvSpPr>
            <p:spPr>
              <a:xfrm>
                <a:off x="6663" y="2063"/>
                <a:ext cx="12227" cy="69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endParaRPr>
              </a:p>
              <a:p>
                <a:r>
                  <a:rPr lang="en-US" altLang="zh-CN" sz="2000" dirty="0" err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  <a:sym typeface="Arial" panose="020B0604020202020204" pitchFamily="34" charset="0"/>
                  </a:rPr>
                  <a:t>fs.readFile</a:t>
                </a:r>
                <a:r>
                  <a:rPr lang="en-US" altLang="zh-CN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  <a:sym typeface="Arial" panose="020B0604020202020204" pitchFamily="34" charset="0"/>
                  </a:rPr>
                  <a:t>(</a:t>
                </a:r>
                <a:r>
                  <a:rPr lang="en-US" altLang="zh-CN" sz="2000" dirty="0" err="1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  <a:sym typeface="Arial" panose="020B0604020202020204" pitchFamily="34" charset="0"/>
                  </a:rPr>
                  <a:t>pathname.substr</a:t>
                </a:r>
                <a:r>
                  <a:rPr lang="en-US" altLang="zh-CN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  <a:sym typeface="Arial" panose="020B0604020202020204" pitchFamily="34" charset="0"/>
                  </a:rPr>
                  <a:t>(1), </a:t>
                </a:r>
                <a:r>
                  <a:rPr lang="en-US" altLang="zh-CN" sz="16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  <a:sym typeface="Arial" panose="020B0604020202020204" pitchFamily="34" charset="0"/>
                  </a:rPr>
                  <a:t>function (err, data)</a:t>
                </a:r>
                <a:endPara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endParaRPr>
              </a:p>
              <a:p>
                <a:r>
                  <a:rPr lang="en-US" altLang="zh-CN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  <a:sym typeface="Arial" panose="020B0604020202020204" pitchFamily="34" charset="0"/>
                  </a:rPr>
                  <a:t>{</a:t>
                </a:r>
                <a:endPara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endParaRPr>
              </a:p>
              <a:p>
                <a:r>
                  <a:rPr lang="en-US" altLang="zh-CN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  <a:sym typeface="Arial" panose="020B0604020202020204" pitchFamily="34" charset="0"/>
                  </a:rPr>
                  <a:t> if (err) {</a:t>
                </a:r>
                <a:endPara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endParaRPr>
              </a:p>
              <a:p>
                <a:r>
                  <a:rPr lang="en-US" altLang="zh-CN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  <a:sym typeface="Arial" panose="020B0604020202020204" pitchFamily="34" charset="0"/>
                  </a:rPr>
                  <a:t> console.log(err);</a:t>
                </a:r>
                <a:endPara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endParaRPr>
              </a:p>
              <a:p>
                <a:r>
                  <a:rPr lang="en-US" altLang="zh-CN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  <a:sym typeface="Arial" panose="020B0604020202020204" pitchFamily="34" charset="0"/>
                  </a:rPr>
                  <a:t> </a:t>
                </a:r>
                <a:r>
                  <a:rPr lang="en-US" altLang="zh-CN" sz="2000" dirty="0" err="1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  <a:sym typeface="Arial" panose="020B0604020202020204" pitchFamily="34" charset="0"/>
                  </a:rPr>
                  <a:t>response.writeHead</a:t>
                </a:r>
                <a:r>
                  <a:rPr lang="en-US" altLang="zh-CN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  <a:sym typeface="Arial" panose="020B0604020202020204" pitchFamily="34" charset="0"/>
                  </a:rPr>
                  <a:t>(</a:t>
                </a:r>
                <a:r>
                  <a:rPr lang="en-US" altLang="zh-CN" sz="16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  <a:sym typeface="Arial" panose="020B0604020202020204" pitchFamily="34" charset="0"/>
                  </a:rPr>
                  <a:t>404, {'Content-Type': 'text/html'});</a:t>
                </a:r>
                <a:endPara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endParaRPr>
              </a:p>
              <a:p>
                <a:r>
                  <a:rPr lang="en-US" altLang="zh-CN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  <a:sym typeface="Arial" panose="020B0604020202020204" pitchFamily="34" charset="0"/>
                  </a:rPr>
                  <a:t> }else{ </a:t>
                </a:r>
                <a:endPara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endParaRPr>
              </a:p>
              <a:p>
                <a:r>
                  <a:rPr lang="en-US" altLang="zh-CN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  <a:sym typeface="Arial" panose="020B0604020202020204" pitchFamily="34" charset="0"/>
                  </a:rPr>
                  <a:t> </a:t>
                </a:r>
                <a:r>
                  <a:rPr lang="en-US" altLang="zh-CN" sz="2000" dirty="0" err="1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  <a:sym typeface="Arial" panose="020B0604020202020204" pitchFamily="34" charset="0"/>
                  </a:rPr>
                  <a:t>response.writeHead</a:t>
                </a:r>
                <a:r>
                  <a:rPr lang="en-US" altLang="zh-CN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  <a:sym typeface="Arial" panose="020B0604020202020204" pitchFamily="34" charset="0"/>
                  </a:rPr>
                  <a:t>(</a:t>
                </a:r>
                <a:r>
                  <a:rPr lang="en-US" altLang="zh-CN" sz="16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  <a:sym typeface="Arial" panose="020B0604020202020204" pitchFamily="34" charset="0"/>
                  </a:rPr>
                  <a:t>200, {'Content-Type': 'text/html'}); </a:t>
                </a:r>
                <a:endParaRPr lang="zh-CN" altLang="en-US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endParaRPr>
              </a:p>
              <a:p>
                <a:r>
                  <a:rPr lang="zh-CN" altLang="en-US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  <a:sym typeface="Arial" panose="020B0604020202020204" pitchFamily="34" charset="0"/>
                  </a:rPr>
                  <a:t> </a:t>
                </a:r>
                <a:r>
                  <a:rPr lang="en-US" altLang="zh-CN" sz="2000" dirty="0" err="1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  <a:sym typeface="Arial" panose="020B0604020202020204" pitchFamily="34" charset="0"/>
                  </a:rPr>
                  <a:t>response.write</a:t>
                </a:r>
                <a:r>
                  <a:rPr lang="en-US" altLang="zh-CN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  <a:sym typeface="Arial" panose="020B0604020202020204" pitchFamily="34" charset="0"/>
                  </a:rPr>
                  <a:t>(</a:t>
                </a:r>
                <a:r>
                  <a:rPr lang="en-US" altLang="zh-CN" sz="2000" dirty="0" err="1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  <a:sym typeface="Arial" panose="020B0604020202020204" pitchFamily="34" charset="0"/>
                  </a:rPr>
                  <a:t>data.toString</a:t>
                </a:r>
                <a:r>
                  <a:rPr lang="en-US" altLang="zh-CN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  <a:sym typeface="Arial" panose="020B0604020202020204" pitchFamily="34" charset="0"/>
                  </a:rPr>
                  <a:t>()); </a:t>
                </a:r>
                <a:endPara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endParaRPr>
              </a:p>
              <a:p>
                <a:r>
                  <a:rPr lang="en-US" altLang="zh-CN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  <a:sym typeface="Arial" panose="020B0604020202020204" pitchFamily="34" charset="0"/>
                  </a:rPr>
                  <a:t> }</a:t>
                </a:r>
                <a:endPara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endParaRPr>
              </a:p>
              <a:p>
                <a:r>
                  <a:rPr lang="en-US" altLang="zh-CN" sz="2000" dirty="0" err="1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  <a:sym typeface="Arial" panose="020B0604020202020204" pitchFamily="34" charset="0"/>
                  </a:rPr>
                  <a:t>response.end</a:t>
                </a:r>
                <a:r>
                  <a:rPr lang="en-US" altLang="zh-CN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  <a:sym typeface="Arial" panose="020B0604020202020204" pitchFamily="34" charset="0"/>
                  </a:rPr>
                  <a:t>();</a:t>
                </a:r>
                <a:endPara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endParaRPr>
              </a:p>
              <a:p>
                <a:r>
                  <a:rPr lang="en-US" altLang="zh-CN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  <a:sym typeface="Arial" panose="020B0604020202020204" pitchFamily="34" charset="0"/>
                  </a:rPr>
                  <a:t> }); </a:t>
                </a:r>
                <a:endPara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endParaRPr>
              </a:p>
              <a:p>
                <a:r>
                  <a:rPr lang="en-US" altLang="zh-CN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  <a:sym typeface="Arial" panose="020B0604020202020204" pitchFamily="34" charset="0"/>
                  </a:rPr>
                  <a:t>}).listen(8080);</a:t>
                </a:r>
                <a:endPara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endParaRPr>
              </a:p>
              <a:p>
                <a:r>
                  <a:rPr lang="en-US" altLang="zh-CN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  <a:sym typeface="Arial" panose="020B0604020202020204" pitchFamily="34" charset="0"/>
                  </a:rPr>
                  <a:t>console.log(</a:t>
                </a:r>
                <a:r>
                  <a:rPr lang="en-US" altLang="zh-CN" sz="16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  <a:sym typeface="Arial" panose="020B0604020202020204" pitchFamily="34" charset="0"/>
                  </a:rPr>
                  <a:t>'Server running at     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等线" panose="02010600030101010101" charset="-122"/>
                    <a:cs typeface="Courier New" panose="02070309020205020404" pitchFamily="49" charset="0"/>
                    <a:sym typeface="Arial" panose="020B0604020202020204" pitchFamily="34" charset="0"/>
                  </a:rPr>
                  <a:t>               </a:t>
                </a:r>
                <a:r>
                  <a:rPr lang="en-US" altLang="zh-CN" sz="16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  <a:sym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Courier New" panose="02070309020205020404" pitchFamily="49" charset="0"/>
                    <a:sym typeface="Arial" panose="020B0604020202020204" pitchFamily="34" charset="0"/>
                  </a:rPr>
                  <a:t>');</a:t>
                </a:r>
                <a:endPara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1974" y="8372"/>
              <a:ext cx="3324" cy="538"/>
            </a:xfrm>
            <a:prstGeom prst="rect">
              <a:avLst/>
            </a:prstGeom>
          </p:spPr>
        </p:pic>
      </p:grpSp>
      <p:grpSp>
        <p:nvGrpSpPr>
          <p:cNvPr id="9" name="组合 8"/>
          <p:cNvGrpSpPr/>
          <p:nvPr/>
        </p:nvGrpSpPr>
        <p:grpSpPr>
          <a:xfrm>
            <a:off x="542925" y="1249680"/>
            <a:ext cx="2297430" cy="923925"/>
            <a:chOff x="855" y="1968"/>
            <a:chExt cx="3618" cy="1455"/>
          </a:xfrm>
        </p:grpSpPr>
        <p:sp>
          <p:nvSpPr>
            <p:cNvPr id="33" name="文本框 32"/>
            <p:cNvSpPr txBox="1"/>
            <p:nvPr/>
          </p:nvSpPr>
          <p:spPr>
            <a:xfrm>
              <a:off x="1559" y="2843"/>
              <a:ext cx="2450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457200"/>
              <a:r>
                <a:rPr lang="en-US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server.js </a:t>
              </a:r>
              <a:endPara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" name="矩形 1"/>
            <p:cNvSpPr/>
            <p:nvPr>
              <p:custDataLst>
                <p:tags r:id="rId16"/>
              </p:custDataLst>
            </p:nvPr>
          </p:nvSpPr>
          <p:spPr>
            <a:xfrm>
              <a:off x="884" y="279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7"/>
              </p:custDataLst>
            </p:nvPr>
          </p:nvSpPr>
          <p:spPr bwMode="auto">
            <a:xfrm>
              <a:off x="855" y="196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678" y="1995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36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"/>
            </p:custDataLst>
          </p:nvPr>
        </p:nvSpPr>
        <p:spPr>
          <a:xfrm>
            <a:off x="707390" y="40640"/>
            <a:ext cx="47580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altLang="zh-CN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Promise/Deferred </a:t>
            </a: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模式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矩形 25"/>
          <p:cNvSpPr/>
          <p:nvPr>
            <p:custDataLst>
              <p:tags r:id="rId4"/>
            </p:custDataLst>
          </p:nvPr>
        </p:nvSpPr>
        <p:spPr>
          <a:xfrm>
            <a:off x="3567430" y="1003935"/>
            <a:ext cx="7767955" cy="5547360"/>
          </a:xfrm>
          <a:prstGeom prst="rect">
            <a:avLst/>
          </a:prstGeom>
          <a:solidFill>
            <a:schemeClr val="accent6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590925" y="1223645"/>
            <a:ext cx="8102600" cy="5344160"/>
            <a:chOff x="5655" y="1927"/>
            <a:chExt cx="12760" cy="8416"/>
          </a:xfrm>
        </p:grpSpPr>
        <p:sp>
          <p:nvSpPr>
            <p:cNvPr id="27" name="圆角矩形 25"/>
            <p:cNvSpPr/>
            <p:nvPr>
              <p:custDataLst>
                <p:tags r:id="rId5"/>
              </p:custDataLst>
            </p:nvPr>
          </p:nvSpPr>
          <p:spPr>
            <a:xfrm>
              <a:off x="5655" y="1927"/>
              <a:ext cx="12725" cy="8045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5" name="矩形 24"/>
            <p:cNvSpPr/>
            <p:nvPr>
              <p:custDataLst>
                <p:tags r:id="rId6"/>
              </p:custDataLst>
            </p:nvPr>
          </p:nvSpPr>
          <p:spPr>
            <a:xfrm>
              <a:off x="6053" y="2015"/>
              <a:ext cx="12363" cy="83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&lt;script </a:t>
              </a:r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src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="jquery.js"&gt;&lt;/script&gt;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&lt;script&gt;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function request(option) {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     var def = </a:t>
              </a:r>
              <a:r>
                <a:rPr lang="en-US" altLang="zh-CN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$.Deferred(); 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     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if (!option || !option.url) {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          throw Error('</a:t>
              </a:r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url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is undefined.');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     } 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     var _config = {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           type: 'get’,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           </a:t>
              </a:r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dataType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: 'JSON’,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           success: function (res) {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                 </a:t>
              </a:r>
              <a:r>
                <a:rPr lang="en-US" altLang="zh-CN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def.resolve</a:t>
              </a:r>
              <a:r>
                <a:rPr lang="en-US" altLang="zh-CN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(res); 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            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},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            error: function (a, b, err) {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                  </a:t>
              </a:r>
              <a:r>
                <a:rPr lang="en-US" altLang="zh-CN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def.reject</a:t>
              </a:r>
              <a:r>
                <a:rPr lang="en-US" altLang="zh-CN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(err); 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            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}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       };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 $.extend(_config, option, true);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 $.ajax(_config);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 return </a:t>
              </a:r>
              <a:r>
                <a:rPr lang="en-US" altLang="zh-CN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def.promise</a:t>
              </a:r>
              <a:r>
                <a:rPr lang="en-US" altLang="zh-CN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(); 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}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95275" y="2262505"/>
            <a:ext cx="8015605" cy="708660"/>
            <a:chOff x="465" y="3563"/>
            <a:chExt cx="12623" cy="1116"/>
          </a:xfrm>
        </p:grpSpPr>
        <p:sp>
          <p:nvSpPr>
            <p:cNvPr id="19" name="矩形 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65" y="3809"/>
              <a:ext cx="4612" cy="87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调用了 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jQuery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的 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Deferred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方法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9" name="直接连接符 5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6080" y="3589"/>
              <a:ext cx="7009" cy="0"/>
            </a:xfrm>
            <a:prstGeom prst="line">
              <a:avLst/>
            </a:prstGeom>
            <a:noFill/>
            <a:ln w="19050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直接连接符 9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V="1">
              <a:off x="6080" y="3563"/>
              <a:ext cx="0" cy="685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" name="直接连接符 76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5174" y="4248"/>
              <a:ext cx="85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直接连接符 90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>
              <a:off x="5174" y="3970"/>
              <a:ext cx="0" cy="55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" name="组合 8"/>
          <p:cNvGrpSpPr/>
          <p:nvPr/>
        </p:nvGrpSpPr>
        <p:grpSpPr>
          <a:xfrm>
            <a:off x="321945" y="3820160"/>
            <a:ext cx="8920480" cy="1304290"/>
            <a:chOff x="507" y="6016"/>
            <a:chExt cx="14048" cy="2054"/>
          </a:xfrm>
        </p:grpSpPr>
        <p:sp>
          <p:nvSpPr>
            <p:cNvPr id="37" name="矩形 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07" y="6016"/>
              <a:ext cx="4612" cy="20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通过</a:t>
              </a:r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resolve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来改变 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def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对象的状态为“</a:t>
              </a:r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成功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”</a:t>
              </a:r>
              <a:endParaRPr lang="en-US" altLang="zh-CN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endParaRPr lang="en-US" altLang="zh-CN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通过 </a:t>
              </a: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reject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来改变 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def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对象的状态为“</a:t>
              </a:r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失败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”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41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6122" y="6698"/>
              <a:ext cx="8252" cy="0"/>
            </a:xfrm>
            <a:prstGeom prst="line">
              <a:avLst/>
            </a:prstGeom>
            <a:noFill/>
            <a:ln w="19050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直接连接符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V="1">
              <a:off x="6122" y="6698"/>
              <a:ext cx="0" cy="111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直接连接符 76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5216" y="7383"/>
              <a:ext cx="85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" name="直接连接符 90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>
              <a:off x="5216" y="7105"/>
              <a:ext cx="0" cy="55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直接连接符 5"/>
            <p:cNvCxnSpPr>
              <a:cxnSpLocks noChangeShapeType="1"/>
            </p:cNvCxnSpPr>
            <p:nvPr>
              <p:custDataLst>
                <p:tags r:id="rId17"/>
              </p:custDataLst>
            </p:nvPr>
          </p:nvCxnSpPr>
          <p:spPr bwMode="auto">
            <a:xfrm flipH="1">
              <a:off x="6123" y="7894"/>
              <a:ext cx="8432" cy="0"/>
            </a:xfrm>
            <a:prstGeom prst="line">
              <a:avLst/>
            </a:prstGeom>
            <a:noFill/>
            <a:ln w="19050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" name="组合 9"/>
          <p:cNvGrpSpPr/>
          <p:nvPr/>
        </p:nvGrpSpPr>
        <p:grpSpPr>
          <a:xfrm>
            <a:off x="398145" y="5994400"/>
            <a:ext cx="5794375" cy="552450"/>
            <a:chOff x="627" y="9440"/>
            <a:chExt cx="9125" cy="870"/>
          </a:xfrm>
        </p:grpSpPr>
        <p:sp>
          <p:nvSpPr>
            <p:cNvPr id="47" name="矩形 4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627" y="9440"/>
              <a:ext cx="4612" cy="87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返回 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def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对象的承诺（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promise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）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51" name="直接连接符 5"/>
            <p:cNvCxnSpPr>
              <a:cxnSpLocks noChangeShapeType="1"/>
            </p:cNvCxnSpPr>
            <p:nvPr>
              <p:custDataLst>
                <p:tags r:id="rId19"/>
              </p:custDataLst>
            </p:nvPr>
          </p:nvCxnSpPr>
          <p:spPr bwMode="auto">
            <a:xfrm flipH="1">
              <a:off x="6242" y="9850"/>
              <a:ext cx="3511" cy="0"/>
            </a:xfrm>
            <a:prstGeom prst="line">
              <a:avLst/>
            </a:prstGeom>
            <a:noFill/>
            <a:ln w="19050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3" name="直接连接符 76"/>
            <p:cNvCxnSpPr>
              <a:cxnSpLocks noChangeShapeType="1"/>
            </p:cNvCxnSpPr>
            <p:nvPr>
              <p:custDataLst>
                <p:tags r:id="rId20"/>
              </p:custDataLst>
            </p:nvPr>
          </p:nvCxnSpPr>
          <p:spPr bwMode="auto">
            <a:xfrm flipH="1">
              <a:off x="5336" y="9853"/>
              <a:ext cx="85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0" name="直接连接符 90"/>
            <p:cNvCxnSpPr>
              <a:cxnSpLocks noChangeShapeType="1"/>
            </p:cNvCxnSpPr>
            <p:nvPr>
              <p:custDataLst>
                <p:tags r:id="rId21"/>
              </p:custDataLst>
            </p:nvPr>
          </p:nvCxnSpPr>
          <p:spPr bwMode="auto">
            <a:xfrm>
              <a:off x="5336" y="9574"/>
              <a:ext cx="0" cy="55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" name="组合 4"/>
          <p:cNvGrpSpPr/>
          <p:nvPr/>
        </p:nvGrpSpPr>
        <p:grpSpPr>
          <a:xfrm>
            <a:off x="542925" y="1249680"/>
            <a:ext cx="2297430" cy="913765"/>
            <a:chOff x="855" y="1968"/>
            <a:chExt cx="3618" cy="1439"/>
          </a:xfrm>
        </p:grpSpPr>
        <p:sp>
          <p:nvSpPr>
            <p:cNvPr id="45" name="文本框 44"/>
            <p:cNvSpPr txBox="1"/>
            <p:nvPr/>
          </p:nvSpPr>
          <p:spPr>
            <a:xfrm>
              <a:off x="1546" y="2827"/>
              <a:ext cx="2450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457200"/>
              <a:r>
                <a:rPr lang="en-US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main.html </a:t>
              </a:r>
              <a:endPara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3" name="矩形 32"/>
            <p:cNvSpPr/>
            <p:nvPr>
              <p:custDataLst>
                <p:tags r:id="rId22"/>
              </p:custDataLst>
            </p:nvPr>
          </p:nvSpPr>
          <p:spPr>
            <a:xfrm>
              <a:off x="884" y="279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" name="矩形 1"/>
            <p:cNvSpPr/>
            <p:nvPr>
              <p:custDataLst>
                <p:tags r:id="rId23"/>
              </p:custDataLst>
            </p:nvPr>
          </p:nvSpPr>
          <p:spPr bwMode="auto">
            <a:xfrm>
              <a:off x="855" y="196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TextBox 27"/>
            <p:cNvSpPr txBox="1">
              <a:spLocks noChangeArrowheads="1"/>
            </p:cNvSpPr>
            <p:nvPr/>
          </p:nvSpPr>
          <p:spPr bwMode="auto">
            <a:xfrm>
              <a:off x="1678" y="1995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2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"/>
            </p:custDataLst>
          </p:nvPr>
        </p:nvSpPr>
        <p:spPr>
          <a:xfrm>
            <a:off x="707390" y="40640"/>
            <a:ext cx="49129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altLang="zh-CN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Promise/Deferred </a:t>
            </a: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模式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矩形 25"/>
          <p:cNvSpPr/>
          <p:nvPr>
            <p:custDataLst>
              <p:tags r:id="rId4"/>
            </p:custDataLst>
          </p:nvPr>
        </p:nvSpPr>
        <p:spPr>
          <a:xfrm>
            <a:off x="3521075" y="1158875"/>
            <a:ext cx="7540625" cy="5139690"/>
          </a:xfrm>
          <a:prstGeom prst="rect">
            <a:avLst/>
          </a:prstGeom>
          <a:solidFill>
            <a:schemeClr val="accent6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544570" y="1362075"/>
            <a:ext cx="7866380" cy="4732020"/>
            <a:chOff x="5582" y="2145"/>
            <a:chExt cx="12388" cy="7452"/>
          </a:xfrm>
        </p:grpSpPr>
        <p:sp>
          <p:nvSpPr>
            <p:cNvPr id="27" name="圆角矩形 25"/>
            <p:cNvSpPr/>
            <p:nvPr>
              <p:custDataLst>
                <p:tags r:id="rId5"/>
              </p:custDataLst>
            </p:nvPr>
          </p:nvSpPr>
          <p:spPr>
            <a:xfrm>
              <a:off x="5582" y="2145"/>
              <a:ext cx="12353" cy="7453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6218" y="2732"/>
              <a:ext cx="11753" cy="60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var option = {</a:t>
              </a:r>
              <a:endPara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  url: './</a:t>
              </a:r>
              <a:r>
                <a:rPr lang="en-US" altLang="zh-CN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city.json</a:t>
              </a:r>
              <a:r>
                <a:rPr lang="en-US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'</a:t>
              </a:r>
              <a:endPara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};</a:t>
              </a:r>
              <a:endPara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request(option).then(function (data) {</a:t>
              </a:r>
              <a:endPara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  console.log(data);</a:t>
              </a:r>
              <a:endPara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}, function (err) {</a:t>
              </a:r>
              <a:endPara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     console.log(err);</a:t>
              </a:r>
              <a:endPara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})</a:t>
              </a:r>
              <a:endPara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&lt;/script&gt;</a:t>
              </a:r>
              <a:endPara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81000" y="2382520"/>
            <a:ext cx="7404735" cy="1031875"/>
            <a:chOff x="600" y="3752"/>
            <a:chExt cx="11661" cy="1625"/>
          </a:xfrm>
        </p:grpSpPr>
        <p:sp>
          <p:nvSpPr>
            <p:cNvPr id="57" name="矩形 4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00" y="3752"/>
              <a:ext cx="4356" cy="117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Promise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承诺使用</a:t>
              </a:r>
              <a:endParaRPr lang="en-US" altLang="zh-CN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成功时执行的回调函数</a:t>
              </a:r>
              <a:endParaRPr lang="en-US" altLang="zh-CN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指向</a:t>
              </a: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resolve</a:t>
              </a:r>
              <a:endPara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61" name="直接连接符 5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>
              <a:off x="5445" y="5377"/>
              <a:ext cx="681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" name="直接连接符 9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V="1">
              <a:off x="5445" y="4354"/>
              <a:ext cx="0" cy="924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3" name="直接连接符 76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5087" y="4453"/>
              <a:ext cx="358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" name="直接连接符 90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>
              <a:off x="5087" y="4203"/>
              <a:ext cx="0" cy="4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" name="组合 8"/>
          <p:cNvGrpSpPr/>
          <p:nvPr/>
        </p:nvGrpSpPr>
        <p:grpSpPr>
          <a:xfrm>
            <a:off x="381000" y="3917315"/>
            <a:ext cx="5397500" cy="645160"/>
            <a:chOff x="600" y="6169"/>
            <a:chExt cx="8500" cy="1016"/>
          </a:xfrm>
        </p:grpSpPr>
        <p:sp>
          <p:nvSpPr>
            <p:cNvPr id="65" name="矩形 4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00" y="6169"/>
              <a:ext cx="4356" cy="10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失败时执行的回调函数</a:t>
              </a:r>
              <a:endParaRPr lang="en-US" altLang="zh-CN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指向</a:t>
              </a: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reject</a:t>
              </a:r>
              <a:endPara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69" name="直接连接符 5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>
              <a:off x="5096" y="6724"/>
              <a:ext cx="4004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" name="直接连接符 90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>
              <a:off x="5069" y="6488"/>
              <a:ext cx="0" cy="472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38193" y="4925055"/>
            <a:ext cx="2987289" cy="9790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5" name="组合 4"/>
          <p:cNvGrpSpPr/>
          <p:nvPr/>
        </p:nvGrpSpPr>
        <p:grpSpPr>
          <a:xfrm>
            <a:off x="542925" y="1249680"/>
            <a:ext cx="2297430" cy="923290"/>
            <a:chOff x="855" y="1968"/>
            <a:chExt cx="3618" cy="1454"/>
          </a:xfrm>
        </p:grpSpPr>
        <p:sp>
          <p:nvSpPr>
            <p:cNvPr id="29" name="文本框 28"/>
            <p:cNvSpPr txBox="1"/>
            <p:nvPr/>
          </p:nvSpPr>
          <p:spPr>
            <a:xfrm>
              <a:off x="1551" y="2842"/>
              <a:ext cx="2450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457200"/>
              <a:r>
                <a:rPr lang="en-US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main.html </a:t>
              </a:r>
              <a:endPara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3" name="矩形 32"/>
            <p:cNvSpPr/>
            <p:nvPr>
              <p:custDataLst>
                <p:tags r:id="rId15"/>
              </p:custDataLst>
            </p:nvPr>
          </p:nvSpPr>
          <p:spPr>
            <a:xfrm>
              <a:off x="884" y="279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" name="矩形 1"/>
            <p:cNvSpPr/>
            <p:nvPr>
              <p:custDataLst>
                <p:tags r:id="rId16"/>
              </p:custDataLst>
            </p:nvPr>
          </p:nvSpPr>
          <p:spPr bwMode="auto">
            <a:xfrm>
              <a:off x="855" y="196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" name="TextBox 27"/>
            <p:cNvSpPr txBox="1">
              <a:spLocks noChangeArrowheads="1"/>
            </p:cNvSpPr>
            <p:nvPr/>
          </p:nvSpPr>
          <p:spPr bwMode="auto">
            <a:xfrm>
              <a:off x="1678" y="1995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278755" y="2562225"/>
            <a:ext cx="5262245" cy="661035"/>
            <a:chOff x="8313" y="4035"/>
            <a:chExt cx="8287" cy="1041"/>
          </a:xfrm>
        </p:grpSpPr>
        <p:sp>
          <p:nvSpPr>
            <p:cNvPr id="11" name="椭圆 10"/>
            <p:cNvSpPr/>
            <p:nvPr>
              <p:custDataLst>
                <p:tags r:id="rId3"/>
              </p:custDataLst>
            </p:nvPr>
          </p:nvSpPr>
          <p:spPr>
            <a:xfrm>
              <a:off x="8313" y="4084"/>
              <a:ext cx="993" cy="9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94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2" name="任意多边形 125"/>
            <p:cNvSpPr/>
            <p:nvPr>
              <p:custDataLst>
                <p:tags r:id="rId4"/>
              </p:custDataLst>
            </p:nvPr>
          </p:nvSpPr>
          <p:spPr bwMode="auto">
            <a:xfrm>
              <a:off x="8647" y="4316"/>
              <a:ext cx="369" cy="479"/>
            </a:xfrm>
            <a:custGeom>
              <a:avLst/>
              <a:gdLst>
                <a:gd name="connsiteX0" fmla="*/ 344255 w 438150"/>
                <a:gd name="connsiteY0" fmla="*/ 320246 h 568325"/>
                <a:gd name="connsiteX1" fmla="*/ 438150 w 438150"/>
                <a:gd name="connsiteY1" fmla="*/ 399092 h 568325"/>
                <a:gd name="connsiteX2" fmla="*/ 438150 w 438150"/>
                <a:gd name="connsiteY2" fmla="*/ 406601 h 568325"/>
                <a:gd name="connsiteX3" fmla="*/ 438150 w 438150"/>
                <a:gd name="connsiteY3" fmla="*/ 545520 h 568325"/>
                <a:gd name="connsiteX4" fmla="*/ 438150 w 438150"/>
                <a:gd name="connsiteY4" fmla="*/ 549275 h 568325"/>
                <a:gd name="connsiteX5" fmla="*/ 284162 w 438150"/>
                <a:gd name="connsiteY5" fmla="*/ 549275 h 568325"/>
                <a:gd name="connsiteX6" fmla="*/ 284162 w 438150"/>
                <a:gd name="connsiteY6" fmla="*/ 545520 h 568325"/>
                <a:gd name="connsiteX7" fmla="*/ 284162 w 438150"/>
                <a:gd name="connsiteY7" fmla="*/ 402847 h 568325"/>
                <a:gd name="connsiteX8" fmla="*/ 344255 w 438150"/>
                <a:gd name="connsiteY8" fmla="*/ 320246 h 568325"/>
                <a:gd name="connsiteX9" fmla="*/ 352879 w 438150"/>
                <a:gd name="connsiteY9" fmla="*/ 200025 h 568325"/>
                <a:gd name="connsiteX10" fmla="*/ 356621 w 438150"/>
                <a:gd name="connsiteY10" fmla="*/ 200025 h 568325"/>
                <a:gd name="connsiteX11" fmla="*/ 367847 w 438150"/>
                <a:gd name="connsiteY11" fmla="*/ 200025 h 568325"/>
                <a:gd name="connsiteX12" fmla="*/ 379072 w 438150"/>
                <a:gd name="connsiteY12" fmla="*/ 203767 h 568325"/>
                <a:gd name="connsiteX13" fmla="*/ 409008 w 438150"/>
                <a:gd name="connsiteY13" fmla="*/ 263638 h 568325"/>
                <a:gd name="connsiteX14" fmla="*/ 360363 w 438150"/>
                <a:gd name="connsiteY14" fmla="*/ 304800 h 568325"/>
                <a:gd name="connsiteX15" fmla="*/ 311717 w 438150"/>
                <a:gd name="connsiteY15" fmla="*/ 263638 h 568325"/>
                <a:gd name="connsiteX16" fmla="*/ 352879 w 438150"/>
                <a:gd name="connsiteY16" fmla="*/ 200025 h 568325"/>
                <a:gd name="connsiteX17" fmla="*/ 100853 w 438150"/>
                <a:gd name="connsiteY17" fmla="*/ 196018 h 568325"/>
                <a:gd name="connsiteX18" fmla="*/ 254000 w 438150"/>
                <a:gd name="connsiteY18" fmla="*/ 320120 h 568325"/>
                <a:gd name="connsiteX19" fmla="*/ 254000 w 438150"/>
                <a:gd name="connsiteY19" fmla="*/ 331402 h 568325"/>
                <a:gd name="connsiteX20" fmla="*/ 254000 w 438150"/>
                <a:gd name="connsiteY20" fmla="*/ 557043 h 568325"/>
                <a:gd name="connsiteX21" fmla="*/ 254000 w 438150"/>
                <a:gd name="connsiteY21" fmla="*/ 568325 h 568325"/>
                <a:gd name="connsiteX22" fmla="*/ 0 w 438150"/>
                <a:gd name="connsiteY22" fmla="*/ 568325 h 568325"/>
                <a:gd name="connsiteX23" fmla="*/ 0 w 438150"/>
                <a:gd name="connsiteY23" fmla="*/ 560804 h 568325"/>
                <a:gd name="connsiteX24" fmla="*/ 0 w 438150"/>
                <a:gd name="connsiteY24" fmla="*/ 327642 h 568325"/>
                <a:gd name="connsiteX25" fmla="*/ 100853 w 438150"/>
                <a:gd name="connsiteY25" fmla="*/ 196018 h 568325"/>
                <a:gd name="connsiteX26" fmla="*/ 112091 w 438150"/>
                <a:gd name="connsiteY26" fmla="*/ 0 h 568325"/>
                <a:gd name="connsiteX27" fmla="*/ 115818 w 438150"/>
                <a:gd name="connsiteY27" fmla="*/ 0 h 568325"/>
                <a:gd name="connsiteX28" fmla="*/ 138181 w 438150"/>
                <a:gd name="connsiteY28" fmla="*/ 0 h 568325"/>
                <a:gd name="connsiteX29" fmla="*/ 153090 w 438150"/>
                <a:gd name="connsiteY29" fmla="*/ 3762 h 568325"/>
                <a:gd name="connsiteX30" fmla="*/ 205271 w 438150"/>
                <a:gd name="connsiteY30" fmla="*/ 101566 h 568325"/>
                <a:gd name="connsiteX31" fmla="*/ 127000 w 438150"/>
                <a:gd name="connsiteY31" fmla="*/ 169276 h 568325"/>
                <a:gd name="connsiteX32" fmla="*/ 48729 w 438150"/>
                <a:gd name="connsiteY32" fmla="*/ 101566 h 568325"/>
                <a:gd name="connsiteX33" fmla="*/ 112091 w 438150"/>
                <a:gd name="connsiteY33" fmla="*/ 0 h 568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8150" h="568325">
                  <a:moveTo>
                    <a:pt x="344255" y="320246"/>
                  </a:moveTo>
                  <a:cubicBezTo>
                    <a:pt x="393080" y="312737"/>
                    <a:pt x="434394" y="346528"/>
                    <a:pt x="438150" y="399092"/>
                  </a:cubicBezTo>
                  <a:cubicBezTo>
                    <a:pt x="438150" y="399092"/>
                    <a:pt x="438150" y="402847"/>
                    <a:pt x="438150" y="406601"/>
                  </a:cubicBezTo>
                  <a:cubicBezTo>
                    <a:pt x="438150" y="451656"/>
                    <a:pt x="438150" y="496711"/>
                    <a:pt x="438150" y="545520"/>
                  </a:cubicBezTo>
                  <a:cubicBezTo>
                    <a:pt x="438150" y="545520"/>
                    <a:pt x="438150" y="545520"/>
                    <a:pt x="438150" y="549275"/>
                  </a:cubicBezTo>
                  <a:cubicBezTo>
                    <a:pt x="438150" y="549275"/>
                    <a:pt x="438150" y="549275"/>
                    <a:pt x="284162" y="549275"/>
                  </a:cubicBezTo>
                  <a:cubicBezTo>
                    <a:pt x="284162" y="549275"/>
                    <a:pt x="284162" y="545520"/>
                    <a:pt x="284162" y="545520"/>
                  </a:cubicBezTo>
                  <a:cubicBezTo>
                    <a:pt x="284162" y="496711"/>
                    <a:pt x="284162" y="451656"/>
                    <a:pt x="284162" y="402847"/>
                  </a:cubicBezTo>
                  <a:cubicBezTo>
                    <a:pt x="284162" y="361546"/>
                    <a:pt x="310453" y="327755"/>
                    <a:pt x="344255" y="320246"/>
                  </a:cubicBezTo>
                  <a:close/>
                  <a:moveTo>
                    <a:pt x="352879" y="200025"/>
                  </a:moveTo>
                  <a:cubicBezTo>
                    <a:pt x="352879" y="200025"/>
                    <a:pt x="352879" y="200025"/>
                    <a:pt x="356621" y="200025"/>
                  </a:cubicBezTo>
                  <a:cubicBezTo>
                    <a:pt x="356621" y="200025"/>
                    <a:pt x="356621" y="200025"/>
                    <a:pt x="367847" y="200025"/>
                  </a:cubicBezTo>
                  <a:cubicBezTo>
                    <a:pt x="371589" y="200025"/>
                    <a:pt x="375330" y="203767"/>
                    <a:pt x="379072" y="203767"/>
                  </a:cubicBezTo>
                  <a:cubicBezTo>
                    <a:pt x="401524" y="211251"/>
                    <a:pt x="412750" y="237445"/>
                    <a:pt x="409008" y="263638"/>
                  </a:cubicBezTo>
                  <a:cubicBezTo>
                    <a:pt x="405266" y="286090"/>
                    <a:pt x="386556" y="304800"/>
                    <a:pt x="360363" y="304800"/>
                  </a:cubicBezTo>
                  <a:cubicBezTo>
                    <a:pt x="337911" y="304800"/>
                    <a:pt x="319201" y="286090"/>
                    <a:pt x="311717" y="263638"/>
                  </a:cubicBezTo>
                  <a:cubicBezTo>
                    <a:pt x="307975" y="233703"/>
                    <a:pt x="326685" y="207509"/>
                    <a:pt x="352879" y="200025"/>
                  </a:cubicBezTo>
                  <a:close/>
                  <a:moveTo>
                    <a:pt x="100853" y="196018"/>
                  </a:moveTo>
                  <a:cubicBezTo>
                    <a:pt x="175559" y="180975"/>
                    <a:pt x="246529" y="241146"/>
                    <a:pt x="254000" y="320120"/>
                  </a:cubicBezTo>
                  <a:cubicBezTo>
                    <a:pt x="254000" y="323881"/>
                    <a:pt x="254000" y="327642"/>
                    <a:pt x="254000" y="331402"/>
                  </a:cubicBezTo>
                  <a:cubicBezTo>
                    <a:pt x="254000" y="406616"/>
                    <a:pt x="254000" y="481829"/>
                    <a:pt x="254000" y="557043"/>
                  </a:cubicBezTo>
                  <a:cubicBezTo>
                    <a:pt x="254000" y="557043"/>
                    <a:pt x="254000" y="557043"/>
                    <a:pt x="254000" y="568325"/>
                  </a:cubicBezTo>
                  <a:cubicBezTo>
                    <a:pt x="254000" y="568325"/>
                    <a:pt x="254000" y="568325"/>
                    <a:pt x="0" y="568325"/>
                  </a:cubicBezTo>
                  <a:cubicBezTo>
                    <a:pt x="0" y="564564"/>
                    <a:pt x="0" y="564564"/>
                    <a:pt x="0" y="560804"/>
                  </a:cubicBezTo>
                  <a:cubicBezTo>
                    <a:pt x="0" y="485590"/>
                    <a:pt x="0" y="406616"/>
                    <a:pt x="0" y="327642"/>
                  </a:cubicBezTo>
                  <a:cubicBezTo>
                    <a:pt x="0" y="263710"/>
                    <a:pt x="44823" y="211060"/>
                    <a:pt x="100853" y="196018"/>
                  </a:cubicBezTo>
                  <a:close/>
                  <a:moveTo>
                    <a:pt x="112091" y="0"/>
                  </a:moveTo>
                  <a:cubicBezTo>
                    <a:pt x="115818" y="0"/>
                    <a:pt x="115818" y="0"/>
                    <a:pt x="115818" y="0"/>
                  </a:cubicBezTo>
                  <a:cubicBezTo>
                    <a:pt x="115818" y="0"/>
                    <a:pt x="115818" y="0"/>
                    <a:pt x="138181" y="0"/>
                  </a:cubicBezTo>
                  <a:cubicBezTo>
                    <a:pt x="141909" y="0"/>
                    <a:pt x="149363" y="3762"/>
                    <a:pt x="153090" y="3762"/>
                  </a:cubicBezTo>
                  <a:cubicBezTo>
                    <a:pt x="190362" y="18808"/>
                    <a:pt x="212725" y="60187"/>
                    <a:pt x="205271" y="101566"/>
                  </a:cubicBezTo>
                  <a:cubicBezTo>
                    <a:pt x="197816" y="139183"/>
                    <a:pt x="164272" y="169276"/>
                    <a:pt x="127000" y="169276"/>
                  </a:cubicBezTo>
                  <a:cubicBezTo>
                    <a:pt x="89728" y="173038"/>
                    <a:pt x="56184" y="142944"/>
                    <a:pt x="48729" y="101566"/>
                  </a:cubicBezTo>
                  <a:cubicBezTo>
                    <a:pt x="41275" y="52664"/>
                    <a:pt x="71092" y="7523"/>
                    <a:pt x="1120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9" name="TextBox 14"/>
            <p:cNvSpPr txBox="1"/>
            <p:nvPr/>
          </p:nvSpPr>
          <p:spPr>
            <a:xfrm>
              <a:off x="10114" y="4035"/>
              <a:ext cx="6487" cy="8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什么是异步编程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278755" y="3928745"/>
            <a:ext cx="4617085" cy="633730"/>
            <a:chOff x="8313" y="6187"/>
            <a:chExt cx="7271" cy="998"/>
          </a:xfrm>
        </p:grpSpPr>
        <p:sp>
          <p:nvSpPr>
            <p:cNvPr id="13" name="椭圆 12"/>
            <p:cNvSpPr/>
            <p:nvPr>
              <p:custDataLst>
                <p:tags r:id="rId5"/>
              </p:custDataLst>
            </p:nvPr>
          </p:nvSpPr>
          <p:spPr>
            <a:xfrm>
              <a:off x="8313" y="6187"/>
              <a:ext cx="993" cy="9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94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5" name="Freeform 50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8570" y="6482"/>
              <a:ext cx="448" cy="448"/>
            </a:xfrm>
            <a:custGeom>
              <a:avLst/>
              <a:gdLst>
                <a:gd name="T0" fmla="*/ 92 w 184"/>
                <a:gd name="T1" fmla="*/ 184 h 184"/>
                <a:gd name="T2" fmla="*/ 184 w 184"/>
                <a:gd name="T3" fmla="*/ 92 h 184"/>
                <a:gd name="T4" fmla="*/ 173 w 184"/>
                <a:gd name="T5" fmla="*/ 49 h 184"/>
                <a:gd name="T6" fmla="*/ 171 w 184"/>
                <a:gd name="T7" fmla="*/ 49 h 184"/>
                <a:gd name="T8" fmla="*/ 170 w 184"/>
                <a:gd name="T9" fmla="*/ 49 h 184"/>
                <a:gd name="T10" fmla="*/ 158 w 184"/>
                <a:gd name="T11" fmla="*/ 48 h 184"/>
                <a:gd name="T12" fmla="*/ 149 w 184"/>
                <a:gd name="T13" fmla="*/ 56 h 184"/>
                <a:gd name="T14" fmla="*/ 160 w 184"/>
                <a:gd name="T15" fmla="*/ 92 h 184"/>
                <a:gd name="T16" fmla="*/ 92 w 184"/>
                <a:gd name="T17" fmla="*/ 160 h 184"/>
                <a:gd name="T18" fmla="*/ 24 w 184"/>
                <a:gd name="T19" fmla="*/ 92 h 184"/>
                <a:gd name="T20" fmla="*/ 92 w 184"/>
                <a:gd name="T21" fmla="*/ 24 h 184"/>
                <a:gd name="T22" fmla="*/ 128 w 184"/>
                <a:gd name="T23" fmla="*/ 35 h 184"/>
                <a:gd name="T24" fmla="*/ 135 w 184"/>
                <a:gd name="T25" fmla="*/ 27 h 184"/>
                <a:gd name="T26" fmla="*/ 134 w 184"/>
                <a:gd name="T27" fmla="*/ 14 h 184"/>
                <a:gd name="T28" fmla="*/ 134 w 184"/>
                <a:gd name="T29" fmla="*/ 10 h 184"/>
                <a:gd name="T30" fmla="*/ 92 w 184"/>
                <a:gd name="T31" fmla="*/ 0 h 184"/>
                <a:gd name="T32" fmla="*/ 0 w 184"/>
                <a:gd name="T33" fmla="*/ 92 h 184"/>
                <a:gd name="T34" fmla="*/ 92 w 184"/>
                <a:gd name="T35" fmla="*/ 184 h 184"/>
                <a:gd name="T36" fmla="*/ 92 w 184"/>
                <a:gd name="T37" fmla="*/ 184 h 184"/>
                <a:gd name="T38" fmla="*/ 92 w 184"/>
                <a:gd name="T39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4" h="184">
                  <a:moveTo>
                    <a:pt x="92" y="184"/>
                  </a:moveTo>
                  <a:cubicBezTo>
                    <a:pt x="143" y="184"/>
                    <a:pt x="184" y="143"/>
                    <a:pt x="184" y="92"/>
                  </a:cubicBezTo>
                  <a:cubicBezTo>
                    <a:pt x="184" y="76"/>
                    <a:pt x="180" y="62"/>
                    <a:pt x="173" y="49"/>
                  </a:cubicBezTo>
                  <a:cubicBezTo>
                    <a:pt x="172" y="49"/>
                    <a:pt x="172" y="49"/>
                    <a:pt x="171" y="49"/>
                  </a:cubicBezTo>
                  <a:cubicBezTo>
                    <a:pt x="170" y="49"/>
                    <a:pt x="170" y="49"/>
                    <a:pt x="170" y="49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49" y="56"/>
                    <a:pt x="149" y="56"/>
                    <a:pt x="149" y="56"/>
                  </a:cubicBezTo>
                  <a:cubicBezTo>
                    <a:pt x="156" y="67"/>
                    <a:pt x="160" y="79"/>
                    <a:pt x="160" y="92"/>
                  </a:cubicBezTo>
                  <a:cubicBezTo>
                    <a:pt x="160" y="129"/>
                    <a:pt x="129" y="160"/>
                    <a:pt x="92" y="160"/>
                  </a:cubicBezTo>
                  <a:cubicBezTo>
                    <a:pt x="55" y="160"/>
                    <a:pt x="24" y="129"/>
                    <a:pt x="24" y="92"/>
                  </a:cubicBezTo>
                  <a:cubicBezTo>
                    <a:pt x="24" y="55"/>
                    <a:pt x="55" y="24"/>
                    <a:pt x="92" y="24"/>
                  </a:cubicBezTo>
                  <a:cubicBezTo>
                    <a:pt x="105" y="24"/>
                    <a:pt x="117" y="28"/>
                    <a:pt x="128" y="35"/>
                  </a:cubicBezTo>
                  <a:cubicBezTo>
                    <a:pt x="135" y="27"/>
                    <a:pt x="135" y="27"/>
                    <a:pt x="135" y="27"/>
                  </a:cubicBezTo>
                  <a:cubicBezTo>
                    <a:pt x="134" y="14"/>
                    <a:pt x="134" y="14"/>
                    <a:pt x="134" y="14"/>
                  </a:cubicBezTo>
                  <a:cubicBezTo>
                    <a:pt x="134" y="12"/>
                    <a:pt x="134" y="11"/>
                    <a:pt x="134" y="10"/>
                  </a:cubicBezTo>
                  <a:cubicBezTo>
                    <a:pt x="122" y="4"/>
                    <a:pt x="107" y="0"/>
                    <a:pt x="92" y="0"/>
                  </a:cubicBez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lose/>
                  <a:moveTo>
                    <a:pt x="92" y="184"/>
                  </a:moveTo>
                  <a:cubicBezTo>
                    <a:pt x="92" y="184"/>
                    <a:pt x="92" y="184"/>
                    <a:pt x="92" y="184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6" name="Freeform 51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8685" y="6596"/>
              <a:ext cx="219" cy="219"/>
            </a:xfrm>
            <a:custGeom>
              <a:avLst/>
              <a:gdLst>
                <a:gd name="T0" fmla="*/ 45 w 90"/>
                <a:gd name="T1" fmla="*/ 21 h 90"/>
                <a:gd name="T2" fmla="*/ 47 w 90"/>
                <a:gd name="T3" fmla="*/ 21 h 90"/>
                <a:gd name="T4" fmla="*/ 64 w 90"/>
                <a:gd name="T5" fmla="*/ 4 h 90"/>
                <a:gd name="T6" fmla="*/ 64 w 90"/>
                <a:gd name="T7" fmla="*/ 4 h 90"/>
                <a:gd name="T8" fmla="*/ 45 w 90"/>
                <a:gd name="T9" fmla="*/ 0 h 90"/>
                <a:gd name="T10" fmla="*/ 0 w 90"/>
                <a:gd name="T11" fmla="*/ 45 h 90"/>
                <a:gd name="T12" fmla="*/ 45 w 90"/>
                <a:gd name="T13" fmla="*/ 90 h 90"/>
                <a:gd name="T14" fmla="*/ 90 w 90"/>
                <a:gd name="T15" fmla="*/ 45 h 90"/>
                <a:gd name="T16" fmla="*/ 86 w 90"/>
                <a:gd name="T17" fmla="*/ 26 h 90"/>
                <a:gd name="T18" fmla="*/ 86 w 90"/>
                <a:gd name="T19" fmla="*/ 26 h 90"/>
                <a:gd name="T20" fmla="*/ 69 w 90"/>
                <a:gd name="T21" fmla="*/ 43 h 90"/>
                <a:gd name="T22" fmla="*/ 69 w 90"/>
                <a:gd name="T23" fmla="*/ 45 h 90"/>
                <a:gd name="T24" fmla="*/ 45 w 90"/>
                <a:gd name="T25" fmla="*/ 69 h 90"/>
                <a:gd name="T26" fmla="*/ 21 w 90"/>
                <a:gd name="T27" fmla="*/ 45 h 90"/>
                <a:gd name="T28" fmla="*/ 45 w 90"/>
                <a:gd name="T29" fmla="*/ 21 h 90"/>
                <a:gd name="T30" fmla="*/ 45 w 90"/>
                <a:gd name="T31" fmla="*/ 21 h 90"/>
                <a:gd name="T32" fmla="*/ 45 w 90"/>
                <a:gd name="T33" fmla="*/ 21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0" h="90">
                  <a:moveTo>
                    <a:pt x="45" y="21"/>
                  </a:moveTo>
                  <a:cubicBezTo>
                    <a:pt x="46" y="21"/>
                    <a:pt x="46" y="21"/>
                    <a:pt x="47" y="21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58" y="1"/>
                    <a:pt x="52" y="0"/>
                    <a:pt x="45" y="0"/>
                  </a:cubicBezTo>
                  <a:cubicBezTo>
                    <a:pt x="20" y="0"/>
                    <a:pt x="0" y="20"/>
                    <a:pt x="0" y="45"/>
                  </a:cubicBezTo>
                  <a:cubicBezTo>
                    <a:pt x="0" y="70"/>
                    <a:pt x="20" y="90"/>
                    <a:pt x="45" y="90"/>
                  </a:cubicBezTo>
                  <a:cubicBezTo>
                    <a:pt x="70" y="90"/>
                    <a:pt x="90" y="70"/>
                    <a:pt x="90" y="45"/>
                  </a:cubicBezTo>
                  <a:cubicBezTo>
                    <a:pt x="90" y="38"/>
                    <a:pt x="89" y="32"/>
                    <a:pt x="86" y="26"/>
                  </a:cubicBezTo>
                  <a:cubicBezTo>
                    <a:pt x="86" y="26"/>
                    <a:pt x="86" y="26"/>
                    <a:pt x="86" y="26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69" y="44"/>
                    <a:pt x="69" y="44"/>
                    <a:pt x="69" y="45"/>
                  </a:cubicBezTo>
                  <a:cubicBezTo>
                    <a:pt x="69" y="58"/>
                    <a:pt x="58" y="69"/>
                    <a:pt x="45" y="69"/>
                  </a:cubicBezTo>
                  <a:cubicBezTo>
                    <a:pt x="32" y="69"/>
                    <a:pt x="21" y="58"/>
                    <a:pt x="21" y="45"/>
                  </a:cubicBezTo>
                  <a:cubicBezTo>
                    <a:pt x="21" y="32"/>
                    <a:pt x="32" y="21"/>
                    <a:pt x="45" y="21"/>
                  </a:cubicBezTo>
                  <a:close/>
                  <a:moveTo>
                    <a:pt x="45" y="21"/>
                  </a:moveTo>
                  <a:cubicBezTo>
                    <a:pt x="45" y="21"/>
                    <a:pt x="45" y="21"/>
                    <a:pt x="45" y="21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7" name="Freeform 52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8816" y="6436"/>
              <a:ext cx="248" cy="248"/>
            </a:xfrm>
            <a:custGeom>
              <a:avLst/>
              <a:gdLst>
                <a:gd name="T0" fmla="*/ 86 w 102"/>
                <a:gd name="T1" fmla="*/ 28 h 102"/>
                <a:gd name="T2" fmla="*/ 91 w 102"/>
                <a:gd name="T3" fmla="*/ 23 h 102"/>
                <a:gd name="T4" fmla="*/ 91 w 102"/>
                <a:gd name="T5" fmla="*/ 14 h 102"/>
                <a:gd name="T6" fmla="*/ 87 w 102"/>
                <a:gd name="T7" fmla="*/ 11 h 102"/>
                <a:gd name="T8" fmla="*/ 83 w 102"/>
                <a:gd name="T9" fmla="*/ 9 h 102"/>
                <a:gd name="T10" fmla="*/ 79 w 102"/>
                <a:gd name="T11" fmla="*/ 11 h 102"/>
                <a:gd name="T12" fmla="*/ 74 w 102"/>
                <a:gd name="T13" fmla="*/ 17 h 102"/>
                <a:gd name="T14" fmla="*/ 72 w 102"/>
                <a:gd name="T15" fmla="*/ 2 h 102"/>
                <a:gd name="T16" fmla="*/ 70 w 102"/>
                <a:gd name="T17" fmla="*/ 0 h 102"/>
                <a:gd name="T18" fmla="*/ 69 w 102"/>
                <a:gd name="T19" fmla="*/ 0 h 102"/>
                <a:gd name="T20" fmla="*/ 47 w 102"/>
                <a:gd name="T21" fmla="*/ 23 h 102"/>
                <a:gd name="T22" fmla="*/ 44 w 102"/>
                <a:gd name="T23" fmla="*/ 30 h 102"/>
                <a:gd name="T24" fmla="*/ 44 w 102"/>
                <a:gd name="T25" fmla="*/ 31 h 102"/>
                <a:gd name="T26" fmla="*/ 45 w 102"/>
                <a:gd name="T27" fmla="*/ 45 h 102"/>
                <a:gd name="T28" fmla="*/ 37 w 102"/>
                <a:gd name="T29" fmla="*/ 53 h 102"/>
                <a:gd name="T30" fmla="*/ 22 w 102"/>
                <a:gd name="T31" fmla="*/ 68 h 102"/>
                <a:gd name="T32" fmla="*/ 22 w 102"/>
                <a:gd name="T33" fmla="*/ 68 h 102"/>
                <a:gd name="T34" fmla="*/ 8 w 102"/>
                <a:gd name="T35" fmla="*/ 82 h 102"/>
                <a:gd name="T36" fmla="*/ 2 w 102"/>
                <a:gd name="T37" fmla="*/ 89 h 102"/>
                <a:gd name="T38" fmla="*/ 0 w 102"/>
                <a:gd name="T39" fmla="*/ 92 h 102"/>
                <a:gd name="T40" fmla="*/ 0 w 102"/>
                <a:gd name="T41" fmla="*/ 97 h 102"/>
                <a:gd name="T42" fmla="*/ 5 w 102"/>
                <a:gd name="T43" fmla="*/ 102 h 102"/>
                <a:gd name="T44" fmla="*/ 5 w 102"/>
                <a:gd name="T45" fmla="*/ 102 h 102"/>
                <a:gd name="T46" fmla="*/ 10 w 102"/>
                <a:gd name="T47" fmla="*/ 102 h 102"/>
                <a:gd name="T48" fmla="*/ 13 w 102"/>
                <a:gd name="T49" fmla="*/ 100 h 102"/>
                <a:gd name="T50" fmla="*/ 57 w 102"/>
                <a:gd name="T51" fmla="*/ 56 h 102"/>
                <a:gd name="T52" fmla="*/ 70 w 102"/>
                <a:gd name="T53" fmla="*/ 57 h 102"/>
                <a:gd name="T54" fmla="*/ 71 w 102"/>
                <a:gd name="T55" fmla="*/ 57 h 102"/>
                <a:gd name="T56" fmla="*/ 71 w 102"/>
                <a:gd name="T57" fmla="*/ 57 h 102"/>
                <a:gd name="T58" fmla="*/ 78 w 102"/>
                <a:gd name="T59" fmla="*/ 54 h 102"/>
                <a:gd name="T60" fmla="*/ 101 w 102"/>
                <a:gd name="T61" fmla="*/ 32 h 102"/>
                <a:gd name="T62" fmla="*/ 100 w 102"/>
                <a:gd name="T63" fmla="*/ 29 h 102"/>
                <a:gd name="T64" fmla="*/ 86 w 102"/>
                <a:gd name="T65" fmla="*/ 28 h 102"/>
                <a:gd name="T66" fmla="*/ 86 w 102"/>
                <a:gd name="T67" fmla="*/ 28 h 102"/>
                <a:gd name="T68" fmla="*/ 86 w 102"/>
                <a:gd name="T69" fmla="*/ 28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2" h="102">
                  <a:moveTo>
                    <a:pt x="86" y="28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3" y="20"/>
                    <a:pt x="93" y="17"/>
                    <a:pt x="91" y="14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0"/>
                    <a:pt x="85" y="9"/>
                    <a:pt x="83" y="9"/>
                  </a:cubicBezTo>
                  <a:cubicBezTo>
                    <a:pt x="82" y="9"/>
                    <a:pt x="80" y="10"/>
                    <a:pt x="79" y="11"/>
                  </a:cubicBezTo>
                  <a:cubicBezTo>
                    <a:pt x="74" y="17"/>
                    <a:pt x="74" y="17"/>
                    <a:pt x="74" y="17"/>
                  </a:cubicBezTo>
                  <a:cubicBezTo>
                    <a:pt x="72" y="2"/>
                    <a:pt x="72" y="2"/>
                    <a:pt x="72" y="2"/>
                  </a:cubicBezTo>
                  <a:cubicBezTo>
                    <a:pt x="72" y="0"/>
                    <a:pt x="71" y="0"/>
                    <a:pt x="70" y="0"/>
                  </a:cubicBezTo>
                  <a:cubicBezTo>
                    <a:pt x="70" y="0"/>
                    <a:pt x="69" y="0"/>
                    <a:pt x="69" y="0"/>
                  </a:cubicBezTo>
                  <a:cubicBezTo>
                    <a:pt x="47" y="23"/>
                    <a:pt x="47" y="23"/>
                    <a:pt x="47" y="23"/>
                  </a:cubicBezTo>
                  <a:cubicBezTo>
                    <a:pt x="45" y="25"/>
                    <a:pt x="44" y="28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5" y="45"/>
                    <a:pt x="45" y="45"/>
                    <a:pt x="45" y="45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2" y="89"/>
                    <a:pt x="2" y="89"/>
                    <a:pt x="2" y="89"/>
                  </a:cubicBezTo>
                  <a:cubicBezTo>
                    <a:pt x="1" y="90"/>
                    <a:pt x="0" y="91"/>
                    <a:pt x="0" y="92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0"/>
                    <a:pt x="2" y="102"/>
                    <a:pt x="5" y="102"/>
                  </a:cubicBezTo>
                  <a:cubicBezTo>
                    <a:pt x="5" y="102"/>
                    <a:pt x="5" y="102"/>
                    <a:pt x="5" y="102"/>
                  </a:cubicBezTo>
                  <a:cubicBezTo>
                    <a:pt x="10" y="102"/>
                    <a:pt x="10" y="102"/>
                    <a:pt x="10" y="102"/>
                  </a:cubicBezTo>
                  <a:cubicBezTo>
                    <a:pt x="11" y="102"/>
                    <a:pt x="12" y="101"/>
                    <a:pt x="13" y="100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74" y="57"/>
                    <a:pt x="77" y="56"/>
                    <a:pt x="78" y="54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2" y="31"/>
                    <a:pt x="101" y="29"/>
                    <a:pt x="100" y="29"/>
                  </a:cubicBezTo>
                  <a:lnTo>
                    <a:pt x="86" y="28"/>
                  </a:lnTo>
                  <a:close/>
                  <a:moveTo>
                    <a:pt x="86" y="28"/>
                  </a:moveTo>
                  <a:cubicBezTo>
                    <a:pt x="86" y="28"/>
                    <a:pt x="86" y="28"/>
                    <a:pt x="86" y="28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23" name="TextBox 14"/>
            <p:cNvSpPr txBox="1"/>
            <p:nvPr/>
          </p:nvSpPr>
          <p:spPr>
            <a:xfrm>
              <a:off x="10114" y="6313"/>
              <a:ext cx="5470" cy="8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Promise/Deferred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模式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5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íśḻïḍè"/>
          <p:cNvSpPr/>
          <p:nvPr>
            <p:custDataLst>
              <p:tags r:id="rId9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ṩḷíďè"/>
          <p:cNvSpPr/>
          <p:nvPr>
            <p:custDataLst>
              <p:tags r:id="rId10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íşļïḍê"/>
          <p:cNvSpPr/>
          <p:nvPr>
            <p:custDataLst>
              <p:tags r:id="rId11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ṡḷîḓê"/>
          <p:cNvSpPr/>
          <p:nvPr>
            <p:custDataLst>
              <p:tags r:id="rId12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íśḻîḑe"/>
          <p:cNvSpPr/>
          <p:nvPr>
            <p:custDataLst>
              <p:tags r:id="rId13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îSḷiḑé"/>
          <p:cNvSpPr/>
          <p:nvPr>
            <p:custDataLst>
              <p:tags r:id="rId14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îšľïḑé"/>
          <p:cNvSpPr/>
          <p:nvPr>
            <p:custDataLst>
              <p:tags r:id="rId15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ïṧḻïḍè"/>
          <p:cNvSpPr/>
          <p:nvPr>
            <p:custDataLst>
              <p:tags r:id="rId16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îSļîḍè"/>
          <p:cNvSpPr/>
          <p:nvPr>
            <p:custDataLst>
              <p:tags r:id="rId17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sḷîḋè"/>
          <p:cNvSpPr/>
          <p:nvPr>
            <p:custDataLst>
              <p:tags r:id="rId18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išľíḍè"/>
          <p:cNvSpPr/>
          <p:nvPr>
            <p:custDataLst>
              <p:tags r:id="rId19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ŝḷiḓê"/>
          <p:cNvSpPr/>
          <p:nvPr>
            <p:custDataLst>
              <p:tags r:id="rId20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iṡḷíďé"/>
          <p:cNvSpPr/>
          <p:nvPr>
            <p:custDataLst>
              <p:tags r:id="rId21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şļíḑè"/>
          <p:cNvSpPr/>
          <p:nvPr>
            <p:custDataLst>
              <p:tags r:id="rId22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ïşļiḑé"/>
          <p:cNvSpPr/>
          <p:nvPr>
            <p:custDataLst>
              <p:tags r:id="rId23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îśļiḓè"/>
          <p:cNvSpPr/>
          <p:nvPr>
            <p:custDataLst>
              <p:tags r:id="rId24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ṡlíḍê"/>
          <p:cNvSpPr/>
          <p:nvPr>
            <p:custDataLst>
              <p:tags r:id="rId25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íṥ1ïḍe"/>
          <p:cNvSpPr/>
          <p:nvPr>
            <p:custDataLst>
              <p:tags r:id="rId26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îślïḋe"/>
          <p:cNvSpPr/>
          <p:nvPr>
            <p:custDataLst>
              <p:tags r:id="rId27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ïşḷiḍè"/>
          <p:cNvSpPr/>
          <p:nvPr>
            <p:custDataLst>
              <p:tags r:id="rId28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îŝḻiḍê"/>
          <p:cNvSpPr/>
          <p:nvPr>
            <p:custDataLst>
              <p:tags r:id="rId29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ṧḻíḋè"/>
          <p:cNvSpPr/>
          <p:nvPr>
            <p:custDataLst>
              <p:tags r:id="rId30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ṡļïḍé"/>
          <p:cNvSpPr/>
          <p:nvPr>
            <p:custDataLst>
              <p:tags r:id="rId31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î$1ïḓè"/>
          <p:cNvSpPr/>
          <p:nvPr>
            <p:custDataLst>
              <p:tags r:id="rId32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ṩ1iḍe"/>
          <p:cNvSpPr/>
          <p:nvPr>
            <p:custDataLst>
              <p:tags r:id="rId33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ïṡļidê"/>
          <p:cNvSpPr/>
          <p:nvPr>
            <p:custDataLst>
              <p:tags r:id="rId34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íšľíḑé"/>
          <p:cNvSpPr/>
          <p:nvPr>
            <p:custDataLst>
              <p:tags r:id="rId35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išlíḑe"/>
          <p:cNvSpPr/>
          <p:nvPr>
            <p:custDataLst>
              <p:tags r:id="rId36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ïṥlîḋè"/>
          <p:cNvSpPr/>
          <p:nvPr>
            <p:custDataLst>
              <p:tags r:id="rId37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íŝḻïḍé"/>
          <p:cNvSpPr/>
          <p:nvPr>
            <p:custDataLst>
              <p:tags r:id="rId38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íṧḻiḑé"/>
          <p:cNvSpPr/>
          <p:nvPr>
            <p:custDataLst>
              <p:tags r:id="rId39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ïšḻiḑè"/>
          <p:cNvSpPr/>
          <p:nvPr>
            <p:custDataLst>
              <p:tags r:id="rId40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ïṡlíḑe"/>
          <p:cNvSpPr/>
          <p:nvPr>
            <p:custDataLst>
              <p:tags r:id="rId41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iṥlïdê"/>
          <p:cNvSpPr/>
          <p:nvPr>
            <p:custDataLst>
              <p:tags r:id="rId42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4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SLIDE_ID" val="custom20191730_3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3"/>
  <p:tag name="KSO_WM_SLIDE_INDEX" val="3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593.xml><?xml version="1.0" encoding="utf-8"?>
<p:tagLst xmlns:p="http://schemas.openxmlformats.org/presentationml/2006/main">
  <p:tag name="KSO_WM_SLIDE_ID" val="custom20191730_5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5"/>
  <p:tag name="KSO_WM_SLIDE_INDEX" val="5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5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9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4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6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66.xml><?xml version="1.0" encoding="utf-8"?>
<p:tagLst xmlns:p="http://schemas.openxmlformats.org/presentationml/2006/main">
  <p:tag name="KSO_WM_UNIT_LINE_FORE_SCHEMECOLOR_INDEX_BRIGHTNESS" val="0"/>
  <p:tag name="KSO_WM_UNIT_LINE_FORE_SCHEMECOLOR_INDEX" val="14"/>
  <p:tag name="KSO_WM_UNIT_LINE_FILL_TYPE" val="2"/>
</p:tagLst>
</file>

<file path=ppt/tags/tag667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668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66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0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671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67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3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674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7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76.xml><?xml version="1.0" encoding="utf-8"?>
<p:tagLst xmlns:p="http://schemas.openxmlformats.org/presentationml/2006/main">
  <p:tag name="KSO_WM_UNIT_LINE_FORE_SCHEMECOLOR_INDEX_BRIGHTNESS" val="0"/>
  <p:tag name="KSO_WM_UNIT_LINE_FORE_SCHEMECOLOR_INDEX" val="14"/>
  <p:tag name="KSO_WM_UNIT_LINE_FILL_TYPE" val="2"/>
</p:tagLst>
</file>

<file path=ppt/tags/tag677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678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679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68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1.xml><?xml version="1.0" encoding="utf-8"?>
<p:tagLst xmlns:p="http://schemas.openxmlformats.org/presentationml/2006/main">
  <p:tag name="KSO_WM_UNIT_LINE_FORE_SCHEMECOLOR_INDEX_BRIGHTNESS" val="0"/>
  <p:tag name="KSO_WM_UNIT_LINE_FORE_SCHEMECOLOR_INDEX" val="14"/>
  <p:tag name="KSO_WM_UNIT_LINE_FILL_TYPE" val="2"/>
</p:tagLst>
</file>

<file path=ppt/tags/tag682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683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684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685.xml><?xml version="1.0" encoding="utf-8"?>
<p:tagLst xmlns:p="http://schemas.openxmlformats.org/presentationml/2006/main">
  <p:tag name="ISLIDE.VECTOR" val="#254578;#271387;#262167;#245939;#308535;#224264;#192054;"/>
  <p:tag name="KSO_WM_SLIDE_BACKGROUND_TYPE" val="general"/>
</p:tagLst>
</file>

<file path=ppt/tags/tag686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191730_4*l_h_i*1_1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8dbdec548ca54155b23241aead9cdae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194.2856692913386,&quot;left&quot;:140.48527559055117,&quot;top&quot;:167.7,&quot;width&quot;:697.3823622047244}"/>
</p:tagLst>
</file>

<file path=ppt/tags/tag68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custom20191730_4*l_h_a*1_1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a3153d1f7d834473b98d1cf05086387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194.2856692913386,&quot;left&quot;:140.48527559055117,&quot;top&quot;:167.7,&quot;width&quot;:697.3823622047244}"/>
</p:tagLst>
</file>

<file path=ppt/tags/tag6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191730_4*l_h_i*1_2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25dee513c82d47458b20716b58f29b1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194.2856692913386,&quot;left&quot;:140.48527559055117,&quot;top&quot;:167.7,&quot;width&quot;:697.3823622047244}"/>
</p:tagLst>
</file>

<file path=ppt/tags/tag69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custom20191730_4*l_h_a*1_2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33bd53c225b9469eaf5acbd6f2fc988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194.2856692913386,&quot;left&quot;:140.48527559055117,&quot;top&quot;:167.7,&quot;width&quot;:697.3823622047244}"/>
</p:tagLst>
</file>

<file path=ppt/tags/tag691.xml><?xml version="1.0" encoding="utf-8"?>
<p:tagLst xmlns:p="http://schemas.openxmlformats.org/presentationml/2006/main">
  <p:tag name="KSO_WM_SLIDE_ID" val="custom20191730_4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5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9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7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9.xml><?xml version="1.0" encoding="utf-8"?>
<p:tagLst xmlns:p="http://schemas.openxmlformats.org/presentationml/2006/main">
  <p:tag name="KSO_WM_SLIDE_BACKGROUND_TYPE" val="general"/>
</p:tagLst>
</file>

<file path=ppt/tags/tag7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2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03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70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0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1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6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17.xml><?xml version="1.0" encoding="utf-8"?>
<p:tagLst xmlns:p="http://schemas.openxmlformats.org/presentationml/2006/main">
  <p:tag name="KSO_WM_SLIDE_BACKGROUND_TYPE" val="general"/>
</p:tagLst>
</file>

<file path=ppt/tags/tag7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1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5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2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4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5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3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4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5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6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7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5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0.xml><?xml version="1.0" encoding="utf-8"?>
<p:tagLst xmlns:p="http://schemas.openxmlformats.org/presentationml/2006/main">
  <p:tag name="KSO_WM_SLIDE_BACKGROUND_TYPE" val="general"/>
</p:tagLst>
</file>

<file path=ppt/tags/tag7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4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9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96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97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98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99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8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2.xml><?xml version="1.0" encoding="utf-8"?>
<p:tagLst xmlns:p="http://schemas.openxmlformats.org/presentationml/2006/main">
  <p:tag name="KSO_WM_SLIDE_BACKGROUND_TYPE" val="general"/>
</p:tagLst>
</file>

<file path=ppt/tags/tag8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5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80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807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80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80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81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81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81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81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81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15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816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81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8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81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20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82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22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823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824.xml><?xml version="1.0" encoding="utf-8"?>
<p:tagLst xmlns:p="http://schemas.openxmlformats.org/presentationml/2006/main">
  <p:tag name="KSO_WM_SLIDE_BACKGROUND_TYPE" val="general"/>
</p:tagLst>
</file>

<file path=ppt/tags/tag8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27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828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8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3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4"/>
  <p:tag name="KSO_WM_UNIT_TEXT_FILL_TYPE" val="1"/>
</p:tagLst>
</file>

<file path=ppt/tags/tag83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3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33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834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835.xml><?xml version="1.0" encoding="utf-8"?>
<p:tagLst xmlns:p="http://schemas.openxmlformats.org/presentationml/2006/main">
  <p:tag name="KSO_WM_SLIDE_BACKGROUND_TYPE" val="general"/>
</p:tagLst>
</file>

<file path=ppt/tags/tag8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39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840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8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4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84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4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4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4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4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84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4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5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5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5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85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5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55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856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857.xml><?xml version="1.0" encoding="utf-8"?>
<p:tagLst xmlns:p="http://schemas.openxmlformats.org/presentationml/2006/main">
  <p:tag name="KSO_WM_SLIDE_BACKGROUND_TYPE" val="general"/>
</p:tagLst>
</file>

<file path=ppt/tags/tag8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61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86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86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6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6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6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6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6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6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70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87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72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873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874.xml><?xml version="1.0" encoding="utf-8"?>
<p:tagLst xmlns:p="http://schemas.openxmlformats.org/presentationml/2006/main">
  <p:tag name="KSO_WM_SLIDE_BACKGROUND_TYPE" val="general"/>
</p:tagLst>
</file>

<file path=ppt/tags/tag8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7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78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879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88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8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88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8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8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8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8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8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8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8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9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9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9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89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9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9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96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897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898.xml><?xml version="1.0" encoding="utf-8"?>
<p:tagLst xmlns:p="http://schemas.openxmlformats.org/presentationml/2006/main">
  <p:tag name="KSO_WM_SLIDE_BACKGROUND_TYPE" val="general"/>
</p:tagLst>
</file>

<file path=ppt/tags/tag8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9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9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02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903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90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90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90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90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90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90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91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91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912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913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914.xml><?xml version="1.0" encoding="utf-8"?>
<p:tagLst xmlns:p="http://schemas.openxmlformats.org/presentationml/2006/main">
  <p:tag name="KSO_WM_SLIDE_BACKGROUND_TYPE" val="general"/>
</p:tagLst>
</file>

<file path=ppt/tags/tag9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9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91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91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91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92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92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92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92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92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925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926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927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92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2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3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3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3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3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3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3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3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3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3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3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4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4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4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4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4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4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4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4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4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4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5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51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952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953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954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955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956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957.xml><?xml version="1.0" encoding="utf-8"?>
<p:tagLst xmlns:p="http://schemas.openxmlformats.org/presentationml/2006/main">
  <p:tag name="KSO_WM_SLIDE_BACKGROUND_TYPE" val="general"/>
</p:tagLst>
</file>

<file path=ppt/tags/tag958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959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960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NjU0YmZmZGQ0MTcwNTc4ZWE1ZDViYWJhNTMzYzVhMDg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3717</Words>
  <Application>WPS 演示</Application>
  <PresentationFormat>宽屏</PresentationFormat>
  <Paragraphs>282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Lato Black</vt:lpstr>
      <vt:lpstr>Calibri</vt:lpstr>
      <vt:lpstr>Courier New</vt:lpstr>
      <vt:lpstr>等线</vt:lpstr>
      <vt:lpstr>Times New Roman</vt:lpstr>
      <vt:lpstr>Arial Unicode MS</vt:lpstr>
      <vt:lpstr>黑体</vt:lpstr>
      <vt:lpstr>Cordia New</vt:lpstr>
      <vt:lpstr>Segoe Print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Huaiy虞</cp:lastModifiedBy>
  <cp:revision>458</cp:revision>
  <dcterms:created xsi:type="dcterms:W3CDTF">2020-10-23T09:50:00Z</dcterms:created>
  <dcterms:modified xsi:type="dcterms:W3CDTF">2024-05-25T06:00:14Z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D70750293EF5418C9B8E852D3B4F66F2</vt:lpwstr>
  </property>
  <property fmtid="{D5CDD505-2E9C-101B-9397-08002B2CF9AE}" pid="3" name="KSOProductBuildVer">
    <vt:lpwstr>2052-12.1.0.16929</vt:lpwstr>
  </property>
</Properties>
</file>