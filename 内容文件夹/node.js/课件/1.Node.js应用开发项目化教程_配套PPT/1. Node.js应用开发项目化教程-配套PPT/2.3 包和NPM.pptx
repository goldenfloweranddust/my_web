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33" r:id="rId4"/>
    <p:sldId id="434" r:id="rId6"/>
    <p:sldId id="435" r:id="rId7"/>
    <p:sldId id="436" r:id="rId8"/>
    <p:sldId id="437" r:id="rId9"/>
    <p:sldId id="438" r:id="rId10"/>
    <p:sldId id="439" r:id="rId11"/>
    <p:sldId id="440" r:id="rId12"/>
    <p:sldId id="441" r:id="rId13"/>
    <p:sldId id="442" r:id="rId14"/>
    <p:sldId id="443" r:id="rId15"/>
    <p:sldId id="446" r:id="rId16"/>
    <p:sldId id="444" r:id="rId17"/>
    <p:sldId id="445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944C"/>
    <a:srgbClr val="3C853C"/>
    <a:srgbClr val="0B905F"/>
    <a:srgbClr val="333333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7" d="100"/>
          <a:sy n="47" d="100"/>
        </p:scale>
        <p:origin x="72" y="432"/>
      </p:cViewPr>
      <p:guideLst>
        <p:guide orient="horz" pos="21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870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effectLst>
              <a:outerShdw blurRad="127000" dir="8100000" algn="tr" rotWithShape="0">
                <a:prstClr val="black">
                  <a:alpha val="20000"/>
                </a:prstClr>
              </a:outerShdw>
            </a:effectLst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127000" dir="8100000" algn="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127000" dir="8100000" algn="tr" rotWithShape="0">
                  <a:prstClr val="black">
                    <a:alpha val="20000"/>
                  </a:prstClr>
                </a:outerShdw>
              </a:effectLst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1800">
          <a:latin typeface="微软雅黑" panose="020B0503020204020204" pitchFamily="34" charset="-122"/>
          <a:ea typeface="微软雅黑" panose="020B0503020204020204" pitchFamily="34" charset="-122"/>
          <a:cs typeface="+mn-ea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comb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3" Type="http://schemas.openxmlformats.org/officeDocument/2006/relationships/notesSlide" Target="../notesSlides/notesSlide2.xml"/><Relationship Id="rId82" Type="http://schemas.openxmlformats.org/officeDocument/2006/relationships/slideLayout" Target="../slideLayouts/slideLayout10.xml"/><Relationship Id="rId81" Type="http://schemas.openxmlformats.org/officeDocument/2006/relationships/tags" Target="../tags/tag668.xml"/><Relationship Id="rId80" Type="http://schemas.openxmlformats.org/officeDocument/2006/relationships/tags" Target="../tags/tag667.xml"/><Relationship Id="rId8" Type="http://schemas.openxmlformats.org/officeDocument/2006/relationships/tags" Target="../tags/tag597.xml"/><Relationship Id="rId79" Type="http://schemas.openxmlformats.org/officeDocument/2006/relationships/tags" Target="../tags/tag666.xml"/><Relationship Id="rId78" Type="http://schemas.openxmlformats.org/officeDocument/2006/relationships/tags" Target="../tags/tag665.xml"/><Relationship Id="rId77" Type="http://schemas.openxmlformats.org/officeDocument/2006/relationships/tags" Target="../tags/tag664.xml"/><Relationship Id="rId76" Type="http://schemas.openxmlformats.org/officeDocument/2006/relationships/tags" Target="../tags/tag663.xml"/><Relationship Id="rId75" Type="http://schemas.openxmlformats.org/officeDocument/2006/relationships/tags" Target="../tags/tag662.xml"/><Relationship Id="rId74" Type="http://schemas.openxmlformats.org/officeDocument/2006/relationships/tags" Target="../tags/tag661.xml"/><Relationship Id="rId73" Type="http://schemas.openxmlformats.org/officeDocument/2006/relationships/tags" Target="../tags/tag660.xml"/><Relationship Id="rId72" Type="http://schemas.openxmlformats.org/officeDocument/2006/relationships/tags" Target="../tags/tag659.xml"/><Relationship Id="rId71" Type="http://schemas.openxmlformats.org/officeDocument/2006/relationships/tags" Target="../tags/tag658.xml"/><Relationship Id="rId70" Type="http://schemas.openxmlformats.org/officeDocument/2006/relationships/tags" Target="../tags/tag657.xml"/><Relationship Id="rId7" Type="http://schemas.openxmlformats.org/officeDocument/2006/relationships/tags" Target="../tags/tag596.xml"/><Relationship Id="rId69" Type="http://schemas.openxmlformats.org/officeDocument/2006/relationships/tags" Target="../tags/tag656.xml"/><Relationship Id="rId68" Type="http://schemas.openxmlformats.org/officeDocument/2006/relationships/tags" Target="../tags/tag655.xml"/><Relationship Id="rId67" Type="http://schemas.openxmlformats.org/officeDocument/2006/relationships/tags" Target="../tags/tag654.xml"/><Relationship Id="rId66" Type="http://schemas.openxmlformats.org/officeDocument/2006/relationships/tags" Target="../tags/tag653.xml"/><Relationship Id="rId65" Type="http://schemas.openxmlformats.org/officeDocument/2006/relationships/tags" Target="../tags/tag652.xml"/><Relationship Id="rId64" Type="http://schemas.openxmlformats.org/officeDocument/2006/relationships/tags" Target="../tags/tag651.xml"/><Relationship Id="rId63" Type="http://schemas.openxmlformats.org/officeDocument/2006/relationships/tags" Target="../tags/tag650.xml"/><Relationship Id="rId62" Type="http://schemas.openxmlformats.org/officeDocument/2006/relationships/tags" Target="../tags/tag649.xml"/><Relationship Id="rId61" Type="http://schemas.openxmlformats.org/officeDocument/2006/relationships/tags" Target="../tags/tag648.xml"/><Relationship Id="rId60" Type="http://schemas.openxmlformats.org/officeDocument/2006/relationships/tags" Target="../tags/tag647.xml"/><Relationship Id="rId6" Type="http://schemas.openxmlformats.org/officeDocument/2006/relationships/image" Target="../media/image2.jpeg"/><Relationship Id="rId59" Type="http://schemas.openxmlformats.org/officeDocument/2006/relationships/tags" Target="../tags/tag646.xml"/><Relationship Id="rId58" Type="http://schemas.openxmlformats.org/officeDocument/2006/relationships/tags" Target="../tags/tag645.xml"/><Relationship Id="rId57" Type="http://schemas.openxmlformats.org/officeDocument/2006/relationships/tags" Target="../tags/tag644.xml"/><Relationship Id="rId56" Type="http://schemas.openxmlformats.org/officeDocument/2006/relationships/tags" Target="../tags/tag643.xml"/><Relationship Id="rId55" Type="http://schemas.openxmlformats.org/officeDocument/2006/relationships/tags" Target="../tags/tag642.xml"/><Relationship Id="rId54" Type="http://schemas.openxmlformats.org/officeDocument/2006/relationships/tags" Target="../tags/tag641.xml"/><Relationship Id="rId53" Type="http://schemas.openxmlformats.org/officeDocument/2006/relationships/tags" Target="../tags/tag640.xml"/><Relationship Id="rId52" Type="http://schemas.openxmlformats.org/officeDocument/2006/relationships/tags" Target="../tags/tag639.xml"/><Relationship Id="rId51" Type="http://schemas.openxmlformats.org/officeDocument/2006/relationships/tags" Target="../tags/tag638.xml"/><Relationship Id="rId50" Type="http://schemas.openxmlformats.org/officeDocument/2006/relationships/tags" Target="../tags/tag637.xml"/><Relationship Id="rId5" Type="http://schemas.openxmlformats.org/officeDocument/2006/relationships/tags" Target="../tags/tag595.xml"/><Relationship Id="rId49" Type="http://schemas.openxmlformats.org/officeDocument/2006/relationships/tags" Target="../tags/tag636.xml"/><Relationship Id="rId48" Type="http://schemas.openxmlformats.org/officeDocument/2006/relationships/tags" Target="../tags/tag635.xml"/><Relationship Id="rId47" Type="http://schemas.openxmlformats.org/officeDocument/2006/relationships/tags" Target="../tags/tag634.xml"/><Relationship Id="rId46" Type="http://schemas.openxmlformats.org/officeDocument/2006/relationships/tags" Target="../tags/tag633.xml"/><Relationship Id="rId45" Type="http://schemas.openxmlformats.org/officeDocument/2006/relationships/tags" Target="../tags/tag632.xml"/><Relationship Id="rId44" Type="http://schemas.openxmlformats.org/officeDocument/2006/relationships/tags" Target="../tags/tag631.xml"/><Relationship Id="rId43" Type="http://schemas.openxmlformats.org/officeDocument/2006/relationships/tags" Target="../tags/tag630.xml"/><Relationship Id="rId42" Type="http://schemas.openxmlformats.org/officeDocument/2006/relationships/tags" Target="../tags/tag629.xml"/><Relationship Id="rId41" Type="http://schemas.openxmlformats.org/officeDocument/2006/relationships/tags" Target="../tags/tag628.xml"/><Relationship Id="rId40" Type="http://schemas.openxmlformats.org/officeDocument/2006/relationships/tags" Target="../tags/tag627.xml"/><Relationship Id="rId4" Type="http://schemas.openxmlformats.org/officeDocument/2006/relationships/tags" Target="../tags/tag594.xml"/><Relationship Id="rId39" Type="http://schemas.openxmlformats.org/officeDocument/2006/relationships/tags" Target="../tags/tag626.xml"/><Relationship Id="rId38" Type="http://schemas.openxmlformats.org/officeDocument/2006/relationships/tags" Target="../tags/tag625.xml"/><Relationship Id="rId37" Type="http://schemas.openxmlformats.org/officeDocument/2006/relationships/tags" Target="../tags/tag624.xml"/><Relationship Id="rId36" Type="http://schemas.openxmlformats.org/officeDocument/2006/relationships/tags" Target="../tags/tag623.xml"/><Relationship Id="rId35" Type="http://schemas.openxmlformats.org/officeDocument/2006/relationships/tags" Target="../tags/tag622.xml"/><Relationship Id="rId34" Type="http://schemas.openxmlformats.org/officeDocument/2006/relationships/tags" Target="../tags/tag621.xml"/><Relationship Id="rId33" Type="http://schemas.openxmlformats.org/officeDocument/2006/relationships/tags" Target="../tags/tag620.xml"/><Relationship Id="rId32" Type="http://schemas.openxmlformats.org/officeDocument/2006/relationships/tags" Target="../tags/tag619.xml"/><Relationship Id="rId31" Type="http://schemas.openxmlformats.org/officeDocument/2006/relationships/tags" Target="../tags/tag618.xml"/><Relationship Id="rId30" Type="http://schemas.openxmlformats.org/officeDocument/2006/relationships/tags" Target="../tags/tag617.xml"/><Relationship Id="rId3" Type="http://schemas.openxmlformats.org/officeDocument/2006/relationships/image" Target="../media/image1.png"/><Relationship Id="rId29" Type="http://schemas.openxmlformats.org/officeDocument/2006/relationships/tags" Target="../tags/tag616.xml"/><Relationship Id="rId28" Type="http://schemas.openxmlformats.org/officeDocument/2006/relationships/tags" Target="../tags/tag615.xml"/><Relationship Id="rId27" Type="http://schemas.openxmlformats.org/officeDocument/2006/relationships/tags" Target="../tags/tag614.xml"/><Relationship Id="rId26" Type="http://schemas.openxmlformats.org/officeDocument/2006/relationships/tags" Target="../tags/tag613.xml"/><Relationship Id="rId25" Type="http://schemas.openxmlformats.org/officeDocument/2006/relationships/tags" Target="../tags/tag612.xml"/><Relationship Id="rId24" Type="http://schemas.openxmlformats.org/officeDocument/2006/relationships/tags" Target="../tags/tag611.xml"/><Relationship Id="rId23" Type="http://schemas.openxmlformats.org/officeDocument/2006/relationships/tags" Target="../tags/tag610.xml"/><Relationship Id="rId22" Type="http://schemas.openxmlformats.org/officeDocument/2006/relationships/tags" Target="../tags/tag609.xml"/><Relationship Id="rId21" Type="http://schemas.openxmlformats.org/officeDocument/2006/relationships/tags" Target="../tags/tag608.xml"/><Relationship Id="rId20" Type="http://schemas.openxmlformats.org/officeDocument/2006/relationships/tags" Target="../tags/tag607.xml"/><Relationship Id="rId2" Type="http://schemas.openxmlformats.org/officeDocument/2006/relationships/tags" Target="../tags/tag593.xml"/><Relationship Id="rId19" Type="http://schemas.openxmlformats.org/officeDocument/2006/relationships/tags" Target="../tags/tag606.xml"/><Relationship Id="rId18" Type="http://schemas.openxmlformats.org/officeDocument/2006/relationships/tags" Target="../tags/tag605.xml"/><Relationship Id="rId17" Type="http://schemas.openxmlformats.org/officeDocument/2006/relationships/tags" Target="../tags/tag604.xml"/><Relationship Id="rId16" Type="http://schemas.openxmlformats.org/officeDocument/2006/relationships/tags" Target="../tags/tag603.xml"/><Relationship Id="rId15" Type="http://schemas.openxmlformats.org/officeDocument/2006/relationships/tags" Target="../tags/tag602.xml"/><Relationship Id="rId14" Type="http://schemas.openxmlformats.org/officeDocument/2006/relationships/tags" Target="../tags/tag601.xml"/><Relationship Id="rId13" Type="http://schemas.openxmlformats.org/officeDocument/2006/relationships/tags" Target="../tags/tag600.xml"/><Relationship Id="rId12" Type="http://schemas.openxmlformats.org/officeDocument/2006/relationships/tags" Target="../tags/tag599.xml"/><Relationship Id="rId11" Type="http://schemas.openxmlformats.org/officeDocument/2006/relationships/tags" Target="../tags/tag598.xml"/><Relationship Id="rId10" Type="http://schemas.openxmlformats.org/officeDocument/2006/relationships/image" Target="../media/image4.jpeg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74.xml"/><Relationship Id="rId80" Type="http://schemas.openxmlformats.org/officeDocument/2006/relationships/notesSlide" Target="../notesSlides/notesSlide3.xml"/><Relationship Id="rId8" Type="http://schemas.openxmlformats.org/officeDocument/2006/relationships/tags" Target="../tags/tag673.xml"/><Relationship Id="rId79" Type="http://schemas.openxmlformats.org/officeDocument/2006/relationships/slideLayout" Target="../slideLayouts/slideLayout10.xml"/><Relationship Id="rId78" Type="http://schemas.openxmlformats.org/officeDocument/2006/relationships/tags" Target="../tags/tag743.xml"/><Relationship Id="rId77" Type="http://schemas.openxmlformats.org/officeDocument/2006/relationships/tags" Target="../tags/tag742.xml"/><Relationship Id="rId76" Type="http://schemas.openxmlformats.org/officeDocument/2006/relationships/tags" Target="../tags/tag741.xml"/><Relationship Id="rId75" Type="http://schemas.openxmlformats.org/officeDocument/2006/relationships/tags" Target="../tags/tag740.xml"/><Relationship Id="rId74" Type="http://schemas.openxmlformats.org/officeDocument/2006/relationships/tags" Target="../tags/tag739.xml"/><Relationship Id="rId73" Type="http://schemas.openxmlformats.org/officeDocument/2006/relationships/tags" Target="../tags/tag738.xml"/><Relationship Id="rId72" Type="http://schemas.openxmlformats.org/officeDocument/2006/relationships/tags" Target="../tags/tag737.xml"/><Relationship Id="rId71" Type="http://schemas.openxmlformats.org/officeDocument/2006/relationships/tags" Target="../tags/tag736.xml"/><Relationship Id="rId70" Type="http://schemas.openxmlformats.org/officeDocument/2006/relationships/tags" Target="../tags/tag735.xml"/><Relationship Id="rId7" Type="http://schemas.openxmlformats.org/officeDocument/2006/relationships/tags" Target="../tags/tag672.xml"/><Relationship Id="rId69" Type="http://schemas.openxmlformats.org/officeDocument/2006/relationships/tags" Target="../tags/tag734.xml"/><Relationship Id="rId68" Type="http://schemas.openxmlformats.org/officeDocument/2006/relationships/tags" Target="../tags/tag733.xml"/><Relationship Id="rId67" Type="http://schemas.openxmlformats.org/officeDocument/2006/relationships/tags" Target="../tags/tag732.xml"/><Relationship Id="rId66" Type="http://schemas.openxmlformats.org/officeDocument/2006/relationships/tags" Target="../tags/tag731.xml"/><Relationship Id="rId65" Type="http://schemas.openxmlformats.org/officeDocument/2006/relationships/tags" Target="../tags/tag730.xml"/><Relationship Id="rId64" Type="http://schemas.openxmlformats.org/officeDocument/2006/relationships/tags" Target="../tags/tag729.xml"/><Relationship Id="rId63" Type="http://schemas.openxmlformats.org/officeDocument/2006/relationships/tags" Target="../tags/tag728.xml"/><Relationship Id="rId62" Type="http://schemas.openxmlformats.org/officeDocument/2006/relationships/tags" Target="../tags/tag727.xml"/><Relationship Id="rId61" Type="http://schemas.openxmlformats.org/officeDocument/2006/relationships/tags" Target="../tags/tag726.xml"/><Relationship Id="rId60" Type="http://schemas.openxmlformats.org/officeDocument/2006/relationships/tags" Target="../tags/tag725.xml"/><Relationship Id="rId6" Type="http://schemas.openxmlformats.org/officeDocument/2006/relationships/tags" Target="../tags/tag671.xml"/><Relationship Id="rId59" Type="http://schemas.openxmlformats.org/officeDocument/2006/relationships/tags" Target="../tags/tag724.xml"/><Relationship Id="rId58" Type="http://schemas.openxmlformats.org/officeDocument/2006/relationships/tags" Target="../tags/tag723.xml"/><Relationship Id="rId57" Type="http://schemas.openxmlformats.org/officeDocument/2006/relationships/tags" Target="../tags/tag722.xml"/><Relationship Id="rId56" Type="http://schemas.openxmlformats.org/officeDocument/2006/relationships/tags" Target="../tags/tag721.xml"/><Relationship Id="rId55" Type="http://schemas.openxmlformats.org/officeDocument/2006/relationships/tags" Target="../tags/tag720.xml"/><Relationship Id="rId54" Type="http://schemas.openxmlformats.org/officeDocument/2006/relationships/tags" Target="../tags/tag719.xml"/><Relationship Id="rId53" Type="http://schemas.openxmlformats.org/officeDocument/2006/relationships/tags" Target="../tags/tag718.xml"/><Relationship Id="rId52" Type="http://schemas.openxmlformats.org/officeDocument/2006/relationships/tags" Target="../tags/tag717.xml"/><Relationship Id="rId51" Type="http://schemas.openxmlformats.org/officeDocument/2006/relationships/tags" Target="../tags/tag716.xml"/><Relationship Id="rId50" Type="http://schemas.openxmlformats.org/officeDocument/2006/relationships/tags" Target="../tags/tag715.xml"/><Relationship Id="rId5" Type="http://schemas.openxmlformats.org/officeDocument/2006/relationships/image" Target="../media/image1.png"/><Relationship Id="rId49" Type="http://schemas.openxmlformats.org/officeDocument/2006/relationships/tags" Target="../tags/tag714.xml"/><Relationship Id="rId48" Type="http://schemas.openxmlformats.org/officeDocument/2006/relationships/tags" Target="../tags/tag713.xml"/><Relationship Id="rId47" Type="http://schemas.openxmlformats.org/officeDocument/2006/relationships/tags" Target="../tags/tag712.xml"/><Relationship Id="rId46" Type="http://schemas.openxmlformats.org/officeDocument/2006/relationships/tags" Target="../tags/tag711.xml"/><Relationship Id="rId45" Type="http://schemas.openxmlformats.org/officeDocument/2006/relationships/tags" Target="../tags/tag710.xml"/><Relationship Id="rId44" Type="http://schemas.openxmlformats.org/officeDocument/2006/relationships/tags" Target="../tags/tag709.xml"/><Relationship Id="rId43" Type="http://schemas.openxmlformats.org/officeDocument/2006/relationships/tags" Target="../tags/tag708.xml"/><Relationship Id="rId42" Type="http://schemas.openxmlformats.org/officeDocument/2006/relationships/tags" Target="../tags/tag707.xml"/><Relationship Id="rId41" Type="http://schemas.openxmlformats.org/officeDocument/2006/relationships/tags" Target="../tags/tag706.xml"/><Relationship Id="rId40" Type="http://schemas.openxmlformats.org/officeDocument/2006/relationships/tags" Target="../tags/tag705.xml"/><Relationship Id="rId4" Type="http://schemas.openxmlformats.org/officeDocument/2006/relationships/image" Target="../media/image6.png"/><Relationship Id="rId39" Type="http://schemas.openxmlformats.org/officeDocument/2006/relationships/tags" Target="../tags/tag704.xml"/><Relationship Id="rId38" Type="http://schemas.openxmlformats.org/officeDocument/2006/relationships/tags" Target="../tags/tag703.xml"/><Relationship Id="rId37" Type="http://schemas.openxmlformats.org/officeDocument/2006/relationships/tags" Target="../tags/tag702.xml"/><Relationship Id="rId36" Type="http://schemas.openxmlformats.org/officeDocument/2006/relationships/tags" Target="../tags/tag701.xml"/><Relationship Id="rId35" Type="http://schemas.openxmlformats.org/officeDocument/2006/relationships/tags" Target="../tags/tag700.xml"/><Relationship Id="rId34" Type="http://schemas.openxmlformats.org/officeDocument/2006/relationships/tags" Target="../tags/tag699.xml"/><Relationship Id="rId33" Type="http://schemas.openxmlformats.org/officeDocument/2006/relationships/tags" Target="../tags/tag698.xml"/><Relationship Id="rId32" Type="http://schemas.openxmlformats.org/officeDocument/2006/relationships/tags" Target="../tags/tag697.xml"/><Relationship Id="rId31" Type="http://schemas.openxmlformats.org/officeDocument/2006/relationships/tags" Target="../tags/tag696.xml"/><Relationship Id="rId30" Type="http://schemas.openxmlformats.org/officeDocument/2006/relationships/tags" Target="../tags/tag695.xml"/><Relationship Id="rId3" Type="http://schemas.openxmlformats.org/officeDocument/2006/relationships/image" Target="../media/image5.jpeg"/><Relationship Id="rId29" Type="http://schemas.openxmlformats.org/officeDocument/2006/relationships/tags" Target="../tags/tag694.xml"/><Relationship Id="rId28" Type="http://schemas.openxmlformats.org/officeDocument/2006/relationships/tags" Target="../tags/tag693.xml"/><Relationship Id="rId27" Type="http://schemas.openxmlformats.org/officeDocument/2006/relationships/tags" Target="../tags/tag692.xml"/><Relationship Id="rId26" Type="http://schemas.openxmlformats.org/officeDocument/2006/relationships/tags" Target="../tags/tag691.xml"/><Relationship Id="rId25" Type="http://schemas.openxmlformats.org/officeDocument/2006/relationships/tags" Target="../tags/tag690.xml"/><Relationship Id="rId24" Type="http://schemas.openxmlformats.org/officeDocument/2006/relationships/tags" Target="../tags/tag689.xml"/><Relationship Id="rId23" Type="http://schemas.openxmlformats.org/officeDocument/2006/relationships/tags" Target="../tags/tag688.xml"/><Relationship Id="rId22" Type="http://schemas.openxmlformats.org/officeDocument/2006/relationships/tags" Target="../tags/tag687.xml"/><Relationship Id="rId21" Type="http://schemas.openxmlformats.org/officeDocument/2006/relationships/tags" Target="../tags/tag686.xml"/><Relationship Id="rId20" Type="http://schemas.openxmlformats.org/officeDocument/2006/relationships/tags" Target="../tags/tag685.xml"/><Relationship Id="rId2" Type="http://schemas.openxmlformats.org/officeDocument/2006/relationships/tags" Target="../tags/tag670.xml"/><Relationship Id="rId19" Type="http://schemas.openxmlformats.org/officeDocument/2006/relationships/tags" Target="../tags/tag684.xml"/><Relationship Id="rId18" Type="http://schemas.openxmlformats.org/officeDocument/2006/relationships/tags" Target="../tags/tag683.xml"/><Relationship Id="rId17" Type="http://schemas.openxmlformats.org/officeDocument/2006/relationships/tags" Target="../tags/tag682.xml"/><Relationship Id="rId16" Type="http://schemas.openxmlformats.org/officeDocument/2006/relationships/tags" Target="../tags/tag681.xml"/><Relationship Id="rId15" Type="http://schemas.openxmlformats.org/officeDocument/2006/relationships/tags" Target="../tags/tag680.xml"/><Relationship Id="rId14" Type="http://schemas.openxmlformats.org/officeDocument/2006/relationships/tags" Target="../tags/tag679.xml"/><Relationship Id="rId13" Type="http://schemas.openxmlformats.org/officeDocument/2006/relationships/tags" Target="../tags/tag678.xml"/><Relationship Id="rId12" Type="http://schemas.openxmlformats.org/officeDocument/2006/relationships/tags" Target="../tags/tag677.xml"/><Relationship Id="rId11" Type="http://schemas.openxmlformats.org/officeDocument/2006/relationships/tags" Target="../tags/tag676.xml"/><Relationship Id="rId10" Type="http://schemas.openxmlformats.org/officeDocument/2006/relationships/tags" Target="../tags/tag675.xml"/><Relationship Id="rId1" Type="http://schemas.openxmlformats.org/officeDocument/2006/relationships/tags" Target="../tags/tag66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tags" Target="../tags/tag751.xml"/><Relationship Id="rId7" Type="http://schemas.openxmlformats.org/officeDocument/2006/relationships/tags" Target="../tags/tag750.xml"/><Relationship Id="rId6" Type="http://schemas.openxmlformats.org/officeDocument/2006/relationships/tags" Target="../tags/tag749.xml"/><Relationship Id="rId5" Type="http://schemas.openxmlformats.org/officeDocument/2006/relationships/tags" Target="../tags/tag748.xml"/><Relationship Id="rId4" Type="http://schemas.openxmlformats.org/officeDocument/2006/relationships/tags" Target="../tags/tag747.xml"/><Relationship Id="rId3" Type="http://schemas.openxmlformats.org/officeDocument/2006/relationships/tags" Target="../tags/tag746.xml"/><Relationship Id="rId2" Type="http://schemas.openxmlformats.org/officeDocument/2006/relationships/tags" Target="../tags/tag745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74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58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tags" Target="../tags/tag757.xml"/><Relationship Id="rId5" Type="http://schemas.openxmlformats.org/officeDocument/2006/relationships/tags" Target="../tags/tag756.xml"/><Relationship Id="rId4" Type="http://schemas.openxmlformats.org/officeDocument/2006/relationships/tags" Target="../tags/tag755.xml"/><Relationship Id="rId3" Type="http://schemas.openxmlformats.org/officeDocument/2006/relationships/tags" Target="../tags/tag754.xml"/><Relationship Id="rId2" Type="http://schemas.openxmlformats.org/officeDocument/2006/relationships/tags" Target="../tags/tag753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759.xml"/><Relationship Id="rId10" Type="http://schemas.openxmlformats.org/officeDocument/2006/relationships/image" Target="../media/image9.png"/><Relationship Id="rId1" Type="http://schemas.openxmlformats.org/officeDocument/2006/relationships/tags" Target="../tags/tag75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763.xml"/><Relationship Id="rId4" Type="http://schemas.openxmlformats.org/officeDocument/2006/relationships/image" Target="../media/image10.png"/><Relationship Id="rId3" Type="http://schemas.openxmlformats.org/officeDocument/2006/relationships/tags" Target="../tags/tag762.xml"/><Relationship Id="rId2" Type="http://schemas.openxmlformats.org/officeDocument/2006/relationships/tags" Target="../tags/tag761.xml"/><Relationship Id="rId1" Type="http://schemas.openxmlformats.org/officeDocument/2006/relationships/tags" Target="../tags/tag760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767.xml"/><Relationship Id="rId4" Type="http://schemas.openxmlformats.org/officeDocument/2006/relationships/image" Target="../media/image11.png"/><Relationship Id="rId3" Type="http://schemas.openxmlformats.org/officeDocument/2006/relationships/tags" Target="../tags/tag766.xml"/><Relationship Id="rId2" Type="http://schemas.openxmlformats.org/officeDocument/2006/relationships/tags" Target="../tags/tag765.xml"/><Relationship Id="rId1" Type="http://schemas.openxmlformats.org/officeDocument/2006/relationships/tags" Target="../tags/tag76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73.xml"/><Relationship Id="rId8" Type="http://schemas.openxmlformats.org/officeDocument/2006/relationships/image" Target="../media/image12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tags" Target="../tags/tag772.xml"/><Relationship Id="rId4" Type="http://schemas.openxmlformats.org/officeDocument/2006/relationships/tags" Target="../tags/tag771.xml"/><Relationship Id="rId3" Type="http://schemas.openxmlformats.org/officeDocument/2006/relationships/tags" Target="../tags/tag770.xml"/><Relationship Id="rId2" Type="http://schemas.openxmlformats.org/officeDocument/2006/relationships/tags" Target="../tags/tag769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775.xml"/><Relationship Id="rId10" Type="http://schemas.openxmlformats.org/officeDocument/2006/relationships/tags" Target="../tags/tag774.xml"/><Relationship Id="rId1" Type="http://schemas.openxmlformats.org/officeDocument/2006/relationships/tags" Target="../tags/tag76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83.xml"/><Relationship Id="rId8" Type="http://schemas.openxmlformats.org/officeDocument/2006/relationships/tags" Target="../tags/tag782.xml"/><Relationship Id="rId7" Type="http://schemas.openxmlformats.org/officeDocument/2006/relationships/tags" Target="../tags/tag781.xml"/><Relationship Id="rId6" Type="http://schemas.openxmlformats.org/officeDocument/2006/relationships/tags" Target="../tags/tag780.xml"/><Relationship Id="rId5" Type="http://schemas.openxmlformats.org/officeDocument/2006/relationships/tags" Target="../tags/tag779.xml"/><Relationship Id="rId4" Type="http://schemas.openxmlformats.org/officeDocument/2006/relationships/tags" Target="../tags/tag778.xml"/><Relationship Id="rId3" Type="http://schemas.openxmlformats.org/officeDocument/2006/relationships/tags" Target="../tags/tag777.xml"/><Relationship Id="rId2" Type="http://schemas.openxmlformats.org/officeDocument/2006/relationships/tags" Target="../tags/tag776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784.xml"/><Relationship Id="rId10" Type="http://schemas.openxmlformats.org/officeDocument/2006/relationships/image" Target="../media/image13.png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93.xml"/><Relationship Id="rId8" Type="http://schemas.openxmlformats.org/officeDocument/2006/relationships/tags" Target="../tags/tag792.xml"/><Relationship Id="rId7" Type="http://schemas.openxmlformats.org/officeDocument/2006/relationships/tags" Target="../tags/tag791.xml"/><Relationship Id="rId6" Type="http://schemas.openxmlformats.org/officeDocument/2006/relationships/tags" Target="../tags/tag790.xml"/><Relationship Id="rId5" Type="http://schemas.openxmlformats.org/officeDocument/2006/relationships/tags" Target="../tags/tag789.xml"/><Relationship Id="rId4" Type="http://schemas.openxmlformats.org/officeDocument/2006/relationships/tags" Target="../tags/tag788.xml"/><Relationship Id="rId3" Type="http://schemas.openxmlformats.org/officeDocument/2006/relationships/tags" Target="../tags/tag787.xml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786.xml"/><Relationship Id="rId19" Type="http://schemas.openxmlformats.org/officeDocument/2006/relationships/tags" Target="../tags/tag800.xml"/><Relationship Id="rId18" Type="http://schemas.openxmlformats.org/officeDocument/2006/relationships/image" Target="../media/image16.png"/><Relationship Id="rId17" Type="http://schemas.openxmlformats.org/officeDocument/2006/relationships/tags" Target="../tags/tag799.xml"/><Relationship Id="rId16" Type="http://schemas.openxmlformats.org/officeDocument/2006/relationships/tags" Target="../tags/tag798.xml"/><Relationship Id="rId15" Type="http://schemas.openxmlformats.org/officeDocument/2006/relationships/tags" Target="../tags/tag797.xml"/><Relationship Id="rId14" Type="http://schemas.openxmlformats.org/officeDocument/2006/relationships/tags" Target="../tags/tag796.xml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tags" Target="../tags/tag795.xml"/><Relationship Id="rId10" Type="http://schemas.openxmlformats.org/officeDocument/2006/relationships/tags" Target="../tags/tag794.xml"/><Relationship Id="rId1" Type="http://schemas.openxmlformats.org/officeDocument/2006/relationships/tags" Target="../tags/tag78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09.xml"/><Relationship Id="rId8" Type="http://schemas.openxmlformats.org/officeDocument/2006/relationships/tags" Target="../tags/tag808.xml"/><Relationship Id="rId7" Type="http://schemas.openxmlformats.org/officeDocument/2006/relationships/tags" Target="../tags/tag807.xml"/><Relationship Id="rId6" Type="http://schemas.openxmlformats.org/officeDocument/2006/relationships/tags" Target="../tags/tag806.xml"/><Relationship Id="rId5" Type="http://schemas.openxmlformats.org/officeDocument/2006/relationships/tags" Target="../tags/tag805.xml"/><Relationship Id="rId4" Type="http://schemas.openxmlformats.org/officeDocument/2006/relationships/tags" Target="../tags/tag804.xml"/><Relationship Id="rId3" Type="http://schemas.openxmlformats.org/officeDocument/2006/relationships/tags" Target="../tags/tag803.xml"/><Relationship Id="rId24" Type="http://schemas.openxmlformats.org/officeDocument/2006/relationships/notesSlide" Target="../notesSlides/notesSlide11.xml"/><Relationship Id="rId23" Type="http://schemas.openxmlformats.org/officeDocument/2006/relationships/slideLayout" Target="../slideLayouts/slideLayout10.xml"/><Relationship Id="rId22" Type="http://schemas.openxmlformats.org/officeDocument/2006/relationships/tags" Target="../tags/tag821.xml"/><Relationship Id="rId21" Type="http://schemas.openxmlformats.org/officeDocument/2006/relationships/image" Target="../media/image17.png"/><Relationship Id="rId20" Type="http://schemas.openxmlformats.org/officeDocument/2006/relationships/tags" Target="../tags/tag820.xml"/><Relationship Id="rId2" Type="http://schemas.openxmlformats.org/officeDocument/2006/relationships/tags" Target="../tags/tag802.xml"/><Relationship Id="rId19" Type="http://schemas.openxmlformats.org/officeDocument/2006/relationships/tags" Target="../tags/tag819.xml"/><Relationship Id="rId18" Type="http://schemas.openxmlformats.org/officeDocument/2006/relationships/tags" Target="../tags/tag818.xml"/><Relationship Id="rId17" Type="http://schemas.openxmlformats.org/officeDocument/2006/relationships/tags" Target="../tags/tag817.xml"/><Relationship Id="rId16" Type="http://schemas.openxmlformats.org/officeDocument/2006/relationships/tags" Target="../tags/tag816.xml"/><Relationship Id="rId15" Type="http://schemas.openxmlformats.org/officeDocument/2006/relationships/tags" Target="../tags/tag815.xml"/><Relationship Id="rId14" Type="http://schemas.openxmlformats.org/officeDocument/2006/relationships/tags" Target="../tags/tag814.xml"/><Relationship Id="rId13" Type="http://schemas.openxmlformats.org/officeDocument/2006/relationships/tags" Target="../tags/tag813.xml"/><Relationship Id="rId12" Type="http://schemas.openxmlformats.org/officeDocument/2006/relationships/tags" Target="../tags/tag812.xml"/><Relationship Id="rId11" Type="http://schemas.openxmlformats.org/officeDocument/2006/relationships/tags" Target="../tags/tag811.xml"/><Relationship Id="rId10" Type="http://schemas.openxmlformats.org/officeDocument/2006/relationships/tags" Target="../tags/tag810.xml"/><Relationship Id="rId1" Type="http://schemas.openxmlformats.org/officeDocument/2006/relationships/tags" Target="../tags/tag80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28.xml"/><Relationship Id="rId8" Type="http://schemas.openxmlformats.org/officeDocument/2006/relationships/tags" Target="../tags/tag827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tags" Target="../tags/tag826.xml"/><Relationship Id="rId4" Type="http://schemas.openxmlformats.org/officeDocument/2006/relationships/tags" Target="../tags/tag825.xml"/><Relationship Id="rId3" Type="http://schemas.openxmlformats.org/officeDocument/2006/relationships/tags" Target="../tags/tag824.xml"/><Relationship Id="rId2" Type="http://schemas.openxmlformats.org/officeDocument/2006/relationships/tags" Target="../tags/tag823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829.xml"/><Relationship Id="rId10" Type="http://schemas.openxmlformats.org/officeDocument/2006/relationships/image" Target="../media/image18.GIF"/><Relationship Id="rId1" Type="http://schemas.openxmlformats.org/officeDocument/2006/relationships/tags" Target="../tags/tag82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38.xml"/><Relationship Id="rId8" Type="http://schemas.openxmlformats.org/officeDocument/2006/relationships/tags" Target="../tags/tag837.xml"/><Relationship Id="rId7" Type="http://schemas.openxmlformats.org/officeDocument/2006/relationships/tags" Target="../tags/tag836.xml"/><Relationship Id="rId6" Type="http://schemas.openxmlformats.org/officeDocument/2006/relationships/tags" Target="../tags/tag835.xml"/><Relationship Id="rId5" Type="http://schemas.openxmlformats.org/officeDocument/2006/relationships/tags" Target="../tags/tag834.xml"/><Relationship Id="rId40" Type="http://schemas.openxmlformats.org/officeDocument/2006/relationships/notesSlide" Target="../notesSlides/notesSlide13.xml"/><Relationship Id="rId4" Type="http://schemas.openxmlformats.org/officeDocument/2006/relationships/tags" Target="../tags/tag833.xml"/><Relationship Id="rId39" Type="http://schemas.openxmlformats.org/officeDocument/2006/relationships/slideLayout" Target="../slideLayouts/slideLayout10.xml"/><Relationship Id="rId38" Type="http://schemas.openxmlformats.org/officeDocument/2006/relationships/tags" Target="../tags/tag867.xml"/><Relationship Id="rId37" Type="http://schemas.openxmlformats.org/officeDocument/2006/relationships/tags" Target="../tags/tag866.xml"/><Relationship Id="rId36" Type="http://schemas.openxmlformats.org/officeDocument/2006/relationships/tags" Target="../tags/tag865.xml"/><Relationship Id="rId35" Type="http://schemas.openxmlformats.org/officeDocument/2006/relationships/tags" Target="../tags/tag864.xml"/><Relationship Id="rId34" Type="http://schemas.openxmlformats.org/officeDocument/2006/relationships/tags" Target="../tags/tag863.xml"/><Relationship Id="rId33" Type="http://schemas.openxmlformats.org/officeDocument/2006/relationships/tags" Target="../tags/tag862.xml"/><Relationship Id="rId32" Type="http://schemas.openxmlformats.org/officeDocument/2006/relationships/tags" Target="../tags/tag861.xml"/><Relationship Id="rId31" Type="http://schemas.openxmlformats.org/officeDocument/2006/relationships/tags" Target="../tags/tag860.xml"/><Relationship Id="rId30" Type="http://schemas.openxmlformats.org/officeDocument/2006/relationships/tags" Target="../tags/tag859.xml"/><Relationship Id="rId3" Type="http://schemas.openxmlformats.org/officeDocument/2006/relationships/tags" Target="../tags/tag832.xml"/><Relationship Id="rId29" Type="http://schemas.openxmlformats.org/officeDocument/2006/relationships/tags" Target="../tags/tag858.xml"/><Relationship Id="rId28" Type="http://schemas.openxmlformats.org/officeDocument/2006/relationships/tags" Target="../tags/tag857.xml"/><Relationship Id="rId27" Type="http://schemas.openxmlformats.org/officeDocument/2006/relationships/tags" Target="../tags/tag856.xml"/><Relationship Id="rId26" Type="http://schemas.openxmlformats.org/officeDocument/2006/relationships/tags" Target="../tags/tag855.xml"/><Relationship Id="rId25" Type="http://schemas.openxmlformats.org/officeDocument/2006/relationships/tags" Target="../tags/tag854.xml"/><Relationship Id="rId24" Type="http://schemas.openxmlformats.org/officeDocument/2006/relationships/tags" Target="../tags/tag853.xml"/><Relationship Id="rId23" Type="http://schemas.openxmlformats.org/officeDocument/2006/relationships/tags" Target="../tags/tag852.xml"/><Relationship Id="rId22" Type="http://schemas.openxmlformats.org/officeDocument/2006/relationships/tags" Target="../tags/tag851.xml"/><Relationship Id="rId21" Type="http://schemas.openxmlformats.org/officeDocument/2006/relationships/tags" Target="../tags/tag850.xml"/><Relationship Id="rId20" Type="http://schemas.openxmlformats.org/officeDocument/2006/relationships/tags" Target="../tags/tag849.xml"/><Relationship Id="rId2" Type="http://schemas.openxmlformats.org/officeDocument/2006/relationships/tags" Target="../tags/tag831.xml"/><Relationship Id="rId19" Type="http://schemas.openxmlformats.org/officeDocument/2006/relationships/tags" Target="../tags/tag848.xml"/><Relationship Id="rId18" Type="http://schemas.openxmlformats.org/officeDocument/2006/relationships/tags" Target="../tags/tag847.xml"/><Relationship Id="rId17" Type="http://schemas.openxmlformats.org/officeDocument/2006/relationships/tags" Target="../tags/tag846.xml"/><Relationship Id="rId16" Type="http://schemas.openxmlformats.org/officeDocument/2006/relationships/tags" Target="../tags/tag845.xml"/><Relationship Id="rId15" Type="http://schemas.openxmlformats.org/officeDocument/2006/relationships/tags" Target="../tags/tag844.xml"/><Relationship Id="rId14" Type="http://schemas.openxmlformats.org/officeDocument/2006/relationships/tags" Target="../tags/tag843.xml"/><Relationship Id="rId13" Type="http://schemas.openxmlformats.org/officeDocument/2006/relationships/tags" Target="../tags/tag842.xml"/><Relationship Id="rId12" Type="http://schemas.openxmlformats.org/officeDocument/2006/relationships/tags" Target="../tags/tag841.xml"/><Relationship Id="rId11" Type="http://schemas.openxmlformats.org/officeDocument/2006/relationships/tags" Target="../tags/tag840.xml"/><Relationship Id="rId10" Type="http://schemas.openxmlformats.org/officeDocument/2006/relationships/tags" Target="../tags/tag839.xml"/><Relationship Id="rId1" Type="http://schemas.openxmlformats.org/officeDocument/2006/relationships/tags" Target="../tags/tag83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69.xml"/><Relationship Id="rId1" Type="http://schemas.openxmlformats.org/officeDocument/2006/relationships/tags" Target="../tags/tag8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包与NPM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PA-îṩlîďe"/>
          <p:cNvSpPr/>
          <p:nvPr>
            <p:custDataLst>
              <p:tags r:id="rId4"/>
            </p:custDataLst>
          </p:nvPr>
        </p:nvSpPr>
        <p:spPr>
          <a:xfrm>
            <a:off x="555625" y="1136650"/>
            <a:ext cx="3030855" cy="494030"/>
          </a:xfrm>
          <a:prstGeom prst="roundRect">
            <a:avLst>
              <a:gd name="adj" fmla="val 5380"/>
            </a:avLst>
          </a:prstGeom>
          <a:gradFill>
            <a:gsLst>
              <a:gs pos="0">
                <a:schemeClr val="accent1">
                  <a:alpha val="98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en-US" altLang="zh-CN" sz="1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8" name="PA-文本框 55"/>
          <p:cNvSpPr txBox="1"/>
          <p:nvPr>
            <p:custDataLst>
              <p:tags r:id="rId5"/>
            </p:custDataLst>
          </p:nvPr>
        </p:nvSpPr>
        <p:spPr>
          <a:xfrm>
            <a:off x="1649095" y="1193800"/>
            <a:ext cx="843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书  包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5" y="1619250"/>
            <a:ext cx="3030855" cy="3030855"/>
          </a:xfrm>
          <a:prstGeom prst="rect">
            <a:avLst/>
          </a:prstGeom>
        </p:spPr>
      </p:pic>
      <p:sp>
        <p:nvSpPr>
          <p:cNvPr id="116" name="PA-îṩlîďe"/>
          <p:cNvSpPr/>
          <p:nvPr>
            <p:custDataLst>
              <p:tags r:id="rId7"/>
            </p:custDataLst>
          </p:nvPr>
        </p:nvSpPr>
        <p:spPr>
          <a:xfrm>
            <a:off x="8606155" y="1136650"/>
            <a:ext cx="2821940" cy="511175"/>
          </a:xfrm>
          <a:prstGeom prst="roundRect">
            <a:avLst>
              <a:gd name="adj" fmla="val 5380"/>
            </a:avLst>
          </a:prstGeom>
          <a:gradFill>
            <a:gsLst>
              <a:gs pos="0">
                <a:schemeClr val="accent1">
                  <a:alpha val="98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en-US" altLang="zh-CN" sz="1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9" name="PA-文本框 55"/>
          <p:cNvSpPr txBox="1"/>
          <p:nvPr>
            <p:custDataLst>
              <p:tags r:id="rId8"/>
            </p:custDataLst>
          </p:nvPr>
        </p:nvSpPr>
        <p:spPr>
          <a:xfrm>
            <a:off x="9624695" y="1186815"/>
            <a:ext cx="7848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肉 包 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6155" y="1583690"/>
            <a:ext cx="2821940" cy="2821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8620" y="2311400"/>
            <a:ext cx="3484880" cy="2613660"/>
          </a:xfrm>
          <a:prstGeom prst="rect">
            <a:avLst/>
          </a:prstGeom>
        </p:spPr>
      </p:pic>
      <p:sp>
        <p:nvSpPr>
          <p:cNvPr id="31" name="PA-îṩlîďe"/>
          <p:cNvSpPr/>
          <p:nvPr>
            <p:custDataLst>
              <p:tags r:id="rId11"/>
            </p:custDataLst>
          </p:nvPr>
        </p:nvSpPr>
        <p:spPr>
          <a:xfrm>
            <a:off x="4198620" y="1818640"/>
            <a:ext cx="3484880" cy="494030"/>
          </a:xfrm>
          <a:prstGeom prst="roundRect">
            <a:avLst>
              <a:gd name="adj" fmla="val 5380"/>
            </a:avLst>
          </a:prstGeom>
          <a:gradFill>
            <a:gsLst>
              <a:gs pos="0">
                <a:schemeClr val="accent1">
                  <a:alpha val="98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en-US" altLang="zh-CN" sz="1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PA-文本框 55"/>
          <p:cNvSpPr txBox="1"/>
          <p:nvPr>
            <p:custDataLst>
              <p:tags r:id="rId12"/>
            </p:custDataLst>
          </p:nvPr>
        </p:nvSpPr>
        <p:spPr>
          <a:xfrm>
            <a:off x="5697855" y="1896110"/>
            <a:ext cx="79629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包 裹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47825" y="5358130"/>
            <a:ext cx="9265285" cy="1196975"/>
            <a:chOff x="2595" y="8438"/>
            <a:chExt cx="14591" cy="1885"/>
          </a:xfrm>
        </p:grpSpPr>
        <p:sp>
          <p:nvSpPr>
            <p:cNvPr id="35" name="TextBox 3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595" y="8932"/>
              <a:ext cx="1459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Node.js中所说的包又是指什么呢？</a:t>
              </a:r>
              <a:endParaRPr lang="en-US" alt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ï$líḍe"/>
            <p:cNvSpPr/>
            <p:nvPr>
              <p:custDataLst>
                <p:tags r:id="rId14"/>
              </p:custDataLst>
            </p:nvPr>
          </p:nvSpPr>
          <p:spPr bwMode="auto">
            <a:xfrm>
              <a:off x="4384" y="9330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îşľîḋé"/>
            <p:cNvSpPr/>
            <p:nvPr>
              <p:custDataLst>
                <p:tags r:id="rId15"/>
              </p:custDataLst>
            </p:nvPr>
          </p:nvSpPr>
          <p:spPr bwMode="auto">
            <a:xfrm>
              <a:off x="3902" y="10241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îśḷïḋé"/>
            <p:cNvSpPr/>
            <p:nvPr>
              <p:custDataLst>
                <p:tags r:id="rId16"/>
              </p:custDataLst>
            </p:nvPr>
          </p:nvSpPr>
          <p:spPr bwMode="auto">
            <a:xfrm>
              <a:off x="4208" y="9419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iṩḷïďê"/>
            <p:cNvSpPr/>
            <p:nvPr>
              <p:custDataLst>
                <p:tags r:id="rId17"/>
              </p:custDataLst>
            </p:nvPr>
          </p:nvSpPr>
          <p:spPr bwMode="auto">
            <a:xfrm>
              <a:off x="4396" y="9444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îsľîḋé"/>
            <p:cNvSpPr/>
            <p:nvPr>
              <p:custDataLst>
                <p:tags r:id="rId18"/>
              </p:custDataLst>
            </p:nvPr>
          </p:nvSpPr>
          <p:spPr bwMode="auto">
            <a:xfrm>
              <a:off x="4051" y="9497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ïsḻïdê"/>
            <p:cNvSpPr/>
            <p:nvPr>
              <p:custDataLst>
                <p:tags r:id="rId19"/>
              </p:custDataLst>
            </p:nvPr>
          </p:nvSpPr>
          <p:spPr bwMode="auto">
            <a:xfrm>
              <a:off x="4065" y="9493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iS1îḍê"/>
            <p:cNvSpPr/>
            <p:nvPr>
              <p:custDataLst>
                <p:tags r:id="rId20"/>
              </p:custDataLst>
            </p:nvPr>
          </p:nvSpPr>
          <p:spPr bwMode="auto">
            <a:xfrm>
              <a:off x="4063" y="9582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işļíḓé"/>
            <p:cNvSpPr/>
            <p:nvPr>
              <p:custDataLst>
                <p:tags r:id="rId21"/>
              </p:custDataLst>
            </p:nvPr>
          </p:nvSpPr>
          <p:spPr bwMode="auto">
            <a:xfrm>
              <a:off x="4053" y="9544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iŝ1îḓé"/>
            <p:cNvSpPr/>
            <p:nvPr>
              <p:custDataLst>
                <p:tags r:id="rId22"/>
              </p:custDataLst>
            </p:nvPr>
          </p:nvSpPr>
          <p:spPr bwMode="auto">
            <a:xfrm>
              <a:off x="4138" y="9818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íşlíḑè"/>
            <p:cNvSpPr/>
            <p:nvPr>
              <p:custDataLst>
                <p:tags r:id="rId23"/>
              </p:custDataLst>
            </p:nvPr>
          </p:nvSpPr>
          <p:spPr bwMode="auto">
            <a:xfrm>
              <a:off x="4198" y="10238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î$ļïḓe"/>
            <p:cNvSpPr/>
            <p:nvPr>
              <p:custDataLst>
                <p:tags r:id="rId24"/>
              </p:custDataLst>
            </p:nvPr>
          </p:nvSpPr>
          <p:spPr bwMode="auto">
            <a:xfrm>
              <a:off x="4005" y="9818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ïŝlïḓe"/>
            <p:cNvSpPr/>
            <p:nvPr>
              <p:custDataLst>
                <p:tags r:id="rId25"/>
              </p:custDataLst>
            </p:nvPr>
          </p:nvSpPr>
          <p:spPr bwMode="auto">
            <a:xfrm>
              <a:off x="4065" y="10237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îṡḻîḓê"/>
            <p:cNvSpPr/>
            <p:nvPr>
              <p:custDataLst>
                <p:tags r:id="rId26"/>
              </p:custDataLst>
            </p:nvPr>
          </p:nvSpPr>
          <p:spPr bwMode="auto">
            <a:xfrm>
              <a:off x="3955" y="9816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ísľïḍé"/>
            <p:cNvSpPr/>
            <p:nvPr>
              <p:custDataLst>
                <p:tags r:id="rId27"/>
              </p:custDataLst>
            </p:nvPr>
          </p:nvSpPr>
          <p:spPr bwMode="auto">
            <a:xfrm>
              <a:off x="3976" y="9864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îṡľiḓe"/>
            <p:cNvSpPr/>
            <p:nvPr>
              <p:custDataLst>
                <p:tags r:id="rId28"/>
              </p:custDataLst>
            </p:nvPr>
          </p:nvSpPr>
          <p:spPr bwMode="auto">
            <a:xfrm>
              <a:off x="4044" y="9876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chemeClr val="accent6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îšľîdè"/>
            <p:cNvSpPr/>
            <p:nvPr>
              <p:custDataLst>
                <p:tags r:id="rId29"/>
              </p:custDataLst>
            </p:nvPr>
          </p:nvSpPr>
          <p:spPr bwMode="auto">
            <a:xfrm>
              <a:off x="4121" y="9876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íṡlîḓe"/>
            <p:cNvSpPr/>
            <p:nvPr>
              <p:custDataLst>
                <p:tags r:id="rId30"/>
              </p:custDataLst>
            </p:nvPr>
          </p:nvSpPr>
          <p:spPr bwMode="auto">
            <a:xfrm>
              <a:off x="4158" y="9864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ís1ïďè"/>
            <p:cNvSpPr/>
            <p:nvPr>
              <p:custDataLst>
                <p:tags r:id="rId31"/>
              </p:custDataLst>
            </p:nvPr>
          </p:nvSpPr>
          <p:spPr bwMode="auto">
            <a:xfrm>
              <a:off x="4200" y="9852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îṣ1íďé"/>
            <p:cNvSpPr/>
            <p:nvPr>
              <p:custDataLst>
                <p:tags r:id="rId32"/>
              </p:custDataLst>
            </p:nvPr>
          </p:nvSpPr>
          <p:spPr bwMode="auto">
            <a:xfrm>
              <a:off x="4242" y="9831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accent6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ïṧḷiḋè"/>
            <p:cNvSpPr/>
            <p:nvPr>
              <p:custDataLst>
                <p:tags r:id="rId33"/>
              </p:custDataLst>
            </p:nvPr>
          </p:nvSpPr>
          <p:spPr bwMode="auto">
            <a:xfrm>
              <a:off x="3976" y="9543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ïṥ1iḍê"/>
            <p:cNvSpPr/>
            <p:nvPr>
              <p:custDataLst>
                <p:tags r:id="rId34"/>
              </p:custDataLst>
            </p:nvPr>
          </p:nvSpPr>
          <p:spPr bwMode="auto">
            <a:xfrm>
              <a:off x="4031" y="9551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îşlîḍè"/>
            <p:cNvSpPr/>
            <p:nvPr>
              <p:custDataLst>
                <p:tags r:id="rId35"/>
              </p:custDataLst>
            </p:nvPr>
          </p:nvSpPr>
          <p:spPr bwMode="auto">
            <a:xfrm>
              <a:off x="4127" y="9536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îṧľíḋe"/>
            <p:cNvSpPr/>
            <p:nvPr>
              <p:custDataLst>
                <p:tags r:id="rId36"/>
              </p:custDataLst>
            </p:nvPr>
          </p:nvSpPr>
          <p:spPr bwMode="auto">
            <a:xfrm>
              <a:off x="4128" y="9749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îṥļiḍe"/>
            <p:cNvSpPr/>
            <p:nvPr>
              <p:custDataLst>
                <p:tags r:id="rId37"/>
              </p:custDataLst>
            </p:nvPr>
          </p:nvSpPr>
          <p:spPr bwMode="auto">
            <a:xfrm>
              <a:off x="4134" y="9782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i$ḻïḓè"/>
            <p:cNvSpPr/>
            <p:nvPr>
              <p:custDataLst>
                <p:tags r:id="rId38"/>
              </p:custDataLst>
            </p:nvPr>
          </p:nvSpPr>
          <p:spPr bwMode="auto">
            <a:xfrm>
              <a:off x="4141" y="9815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íś1iḓe"/>
            <p:cNvSpPr/>
            <p:nvPr>
              <p:custDataLst>
                <p:tags r:id="rId39"/>
              </p:custDataLst>
            </p:nvPr>
          </p:nvSpPr>
          <p:spPr bwMode="auto">
            <a:xfrm>
              <a:off x="3788" y="9065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ïṩḷiḋê"/>
            <p:cNvSpPr/>
            <p:nvPr>
              <p:custDataLst>
                <p:tags r:id="rId40"/>
              </p:custDataLst>
            </p:nvPr>
          </p:nvSpPr>
          <p:spPr bwMode="auto">
            <a:xfrm>
              <a:off x="3917" y="9457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4" name="iSlîḓe"/>
            <p:cNvSpPr/>
            <p:nvPr>
              <p:custDataLst>
                <p:tags r:id="rId41"/>
              </p:custDataLst>
            </p:nvPr>
          </p:nvSpPr>
          <p:spPr bwMode="auto">
            <a:xfrm>
              <a:off x="4030" y="9429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iṣľîḍé"/>
            <p:cNvSpPr/>
            <p:nvPr>
              <p:custDataLst>
                <p:tags r:id="rId42"/>
              </p:custDataLst>
            </p:nvPr>
          </p:nvSpPr>
          <p:spPr bwMode="auto">
            <a:xfrm>
              <a:off x="4042" y="9425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îṧ1ïdè"/>
            <p:cNvSpPr/>
            <p:nvPr>
              <p:custDataLst>
                <p:tags r:id="rId43"/>
              </p:custDataLst>
            </p:nvPr>
          </p:nvSpPr>
          <p:spPr bwMode="auto">
            <a:xfrm>
              <a:off x="4058" y="9415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iṧlïḋe"/>
            <p:cNvSpPr/>
            <p:nvPr>
              <p:custDataLst>
                <p:tags r:id="rId44"/>
              </p:custDataLst>
            </p:nvPr>
          </p:nvSpPr>
          <p:spPr bwMode="auto">
            <a:xfrm>
              <a:off x="4172" y="9376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íṣ1íḍê"/>
            <p:cNvSpPr/>
            <p:nvPr>
              <p:custDataLst>
                <p:tags r:id="rId45"/>
              </p:custDataLst>
            </p:nvPr>
          </p:nvSpPr>
          <p:spPr bwMode="auto">
            <a:xfrm>
              <a:off x="4186" y="9371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îṡľîďè"/>
            <p:cNvSpPr/>
            <p:nvPr>
              <p:custDataLst>
                <p:tags r:id="rId46"/>
              </p:custDataLst>
            </p:nvPr>
          </p:nvSpPr>
          <p:spPr bwMode="auto">
            <a:xfrm>
              <a:off x="4200" y="9373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ïśľîḓe"/>
            <p:cNvSpPr/>
            <p:nvPr>
              <p:custDataLst>
                <p:tags r:id="rId47"/>
              </p:custDataLst>
            </p:nvPr>
          </p:nvSpPr>
          <p:spPr bwMode="auto">
            <a:xfrm>
              <a:off x="4146" y="9301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ïšḻíḋê"/>
            <p:cNvSpPr/>
            <p:nvPr>
              <p:custDataLst>
                <p:tags r:id="rId48"/>
              </p:custDataLst>
            </p:nvPr>
          </p:nvSpPr>
          <p:spPr bwMode="auto">
            <a:xfrm>
              <a:off x="4171" y="9306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işľídè"/>
            <p:cNvSpPr/>
            <p:nvPr>
              <p:custDataLst>
                <p:tags r:id="rId49"/>
              </p:custDataLst>
            </p:nvPr>
          </p:nvSpPr>
          <p:spPr bwMode="auto">
            <a:xfrm>
              <a:off x="4001" y="9342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îsḷiḍe"/>
            <p:cNvSpPr/>
            <p:nvPr>
              <p:custDataLst>
                <p:tags r:id="rId50"/>
              </p:custDataLst>
            </p:nvPr>
          </p:nvSpPr>
          <p:spPr bwMode="auto">
            <a:xfrm>
              <a:off x="4027" y="9349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iṧlîde"/>
            <p:cNvSpPr/>
            <p:nvPr>
              <p:custDataLst>
                <p:tags r:id="rId51"/>
              </p:custDataLst>
            </p:nvPr>
          </p:nvSpPr>
          <p:spPr bwMode="auto">
            <a:xfrm>
              <a:off x="3986" y="9293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ísḷîdé"/>
            <p:cNvSpPr/>
            <p:nvPr>
              <p:custDataLst>
                <p:tags r:id="rId52"/>
              </p:custDataLst>
            </p:nvPr>
          </p:nvSpPr>
          <p:spPr bwMode="auto">
            <a:xfrm>
              <a:off x="4111" y="9244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ïṡ1idè"/>
            <p:cNvSpPr/>
            <p:nvPr>
              <p:custDataLst>
                <p:tags r:id="rId53"/>
              </p:custDataLst>
            </p:nvPr>
          </p:nvSpPr>
          <p:spPr bwMode="auto">
            <a:xfrm>
              <a:off x="4089" y="9432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işliḋè"/>
            <p:cNvSpPr/>
            <p:nvPr>
              <p:custDataLst>
                <p:tags r:id="rId54"/>
              </p:custDataLst>
            </p:nvPr>
          </p:nvSpPr>
          <p:spPr bwMode="auto">
            <a:xfrm>
              <a:off x="3693" y="8980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8" name="íslïďê"/>
            <p:cNvSpPr/>
            <p:nvPr>
              <p:custDataLst>
                <p:tags r:id="rId55"/>
              </p:custDataLst>
            </p:nvPr>
          </p:nvSpPr>
          <p:spPr bwMode="auto">
            <a:xfrm>
              <a:off x="3844" y="9285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îṣḻíḑe"/>
            <p:cNvSpPr/>
            <p:nvPr>
              <p:custDataLst>
                <p:tags r:id="rId56"/>
              </p:custDataLst>
            </p:nvPr>
          </p:nvSpPr>
          <p:spPr bwMode="auto">
            <a:xfrm>
              <a:off x="3782" y="9379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ïśḷïde"/>
            <p:cNvSpPr/>
            <p:nvPr>
              <p:custDataLst>
                <p:tags r:id="rId57"/>
              </p:custDataLst>
            </p:nvPr>
          </p:nvSpPr>
          <p:spPr bwMode="auto">
            <a:xfrm>
              <a:off x="3883" y="9413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iṡḷîḑê"/>
            <p:cNvSpPr/>
            <p:nvPr>
              <p:custDataLst>
                <p:tags r:id="rId58"/>
              </p:custDataLst>
            </p:nvPr>
          </p:nvSpPr>
          <p:spPr bwMode="auto">
            <a:xfrm>
              <a:off x="3679" y="9158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íṩ1ídè"/>
            <p:cNvSpPr/>
            <p:nvPr>
              <p:custDataLst>
                <p:tags r:id="rId59"/>
              </p:custDataLst>
            </p:nvPr>
          </p:nvSpPr>
          <p:spPr bwMode="auto">
            <a:xfrm>
              <a:off x="3749" y="8758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3" name="ïSļîḋê"/>
            <p:cNvSpPr/>
            <p:nvPr>
              <p:custDataLst>
                <p:tags r:id="rId60"/>
              </p:custDataLst>
            </p:nvPr>
          </p:nvSpPr>
          <p:spPr bwMode="auto">
            <a:xfrm>
              <a:off x="4704" y="10096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ïś1iďé"/>
            <p:cNvSpPr/>
            <p:nvPr>
              <p:custDataLst>
                <p:tags r:id="rId61"/>
              </p:custDataLst>
            </p:nvPr>
          </p:nvSpPr>
          <p:spPr bwMode="auto">
            <a:xfrm>
              <a:off x="4922" y="8438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îṩḷïḋê"/>
            <p:cNvSpPr/>
            <p:nvPr>
              <p:custDataLst>
                <p:tags r:id="rId62"/>
              </p:custDataLst>
            </p:nvPr>
          </p:nvSpPr>
          <p:spPr bwMode="auto">
            <a:xfrm>
              <a:off x="4660" y="8507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6" name="îṡḷiďê"/>
            <p:cNvSpPr/>
            <p:nvPr>
              <p:custDataLst>
                <p:tags r:id="rId63"/>
              </p:custDataLst>
            </p:nvPr>
          </p:nvSpPr>
          <p:spPr bwMode="auto">
            <a:xfrm>
              <a:off x="4660" y="8507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îṧļîḑè"/>
            <p:cNvSpPr/>
            <p:nvPr>
              <p:custDataLst>
                <p:tags r:id="rId64"/>
              </p:custDataLst>
            </p:nvPr>
          </p:nvSpPr>
          <p:spPr bwMode="auto">
            <a:xfrm>
              <a:off x="4665" y="8507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îṡļîḑè"/>
            <p:cNvSpPr/>
            <p:nvPr>
              <p:custDataLst>
                <p:tags r:id="rId65"/>
              </p:custDataLst>
            </p:nvPr>
          </p:nvSpPr>
          <p:spPr bwMode="auto">
            <a:xfrm>
              <a:off x="4665" y="8507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í$1ïďê"/>
            <p:cNvSpPr/>
            <p:nvPr>
              <p:custDataLst>
                <p:tags r:id="rId66"/>
              </p:custDataLst>
            </p:nvPr>
          </p:nvSpPr>
          <p:spPr bwMode="auto">
            <a:xfrm>
              <a:off x="4667" y="9171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isľíďe"/>
            <p:cNvSpPr/>
            <p:nvPr>
              <p:custDataLst>
                <p:tags r:id="rId67"/>
              </p:custDataLst>
            </p:nvPr>
          </p:nvSpPr>
          <p:spPr bwMode="auto">
            <a:xfrm>
              <a:off x="4672" y="9171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ïṡlíḓé"/>
            <p:cNvSpPr/>
            <p:nvPr>
              <p:custDataLst>
                <p:tags r:id="rId68"/>
              </p:custDataLst>
            </p:nvPr>
          </p:nvSpPr>
          <p:spPr bwMode="auto">
            <a:xfrm>
              <a:off x="4613" y="8839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2" name="îŝ1îdè"/>
            <p:cNvSpPr/>
            <p:nvPr>
              <p:custDataLst>
                <p:tags r:id="rId69"/>
              </p:custDataLst>
            </p:nvPr>
          </p:nvSpPr>
          <p:spPr bwMode="auto">
            <a:xfrm>
              <a:off x="4621" y="8835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íśḷîḍé"/>
            <p:cNvSpPr/>
            <p:nvPr>
              <p:custDataLst>
                <p:tags r:id="rId70"/>
              </p:custDataLst>
            </p:nvPr>
          </p:nvSpPr>
          <p:spPr bwMode="auto">
            <a:xfrm>
              <a:off x="4604" y="9483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4" name="ï$ḻíḑe"/>
            <p:cNvSpPr/>
            <p:nvPr>
              <p:custDataLst>
                <p:tags r:id="rId71"/>
              </p:custDataLst>
            </p:nvPr>
          </p:nvSpPr>
          <p:spPr bwMode="auto">
            <a:xfrm>
              <a:off x="4610" y="9476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îŝľïďê"/>
            <p:cNvSpPr/>
            <p:nvPr>
              <p:custDataLst>
                <p:tags r:id="rId72"/>
              </p:custDataLst>
            </p:nvPr>
          </p:nvSpPr>
          <p:spPr bwMode="auto">
            <a:xfrm>
              <a:off x="4922" y="8758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6" name="íṡḷíḑe"/>
            <p:cNvSpPr/>
            <p:nvPr>
              <p:custDataLst>
                <p:tags r:id="rId73"/>
              </p:custDataLst>
            </p:nvPr>
          </p:nvSpPr>
          <p:spPr bwMode="auto">
            <a:xfrm>
              <a:off x="4922" y="8758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7" name="iśļïďê"/>
            <p:cNvSpPr/>
            <p:nvPr>
              <p:custDataLst>
                <p:tags r:id="rId74"/>
              </p:custDataLst>
            </p:nvPr>
          </p:nvSpPr>
          <p:spPr bwMode="auto">
            <a:xfrm>
              <a:off x="4922" y="8740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íṧlîḍé"/>
            <p:cNvSpPr/>
            <p:nvPr>
              <p:custDataLst>
                <p:tags r:id="rId75"/>
              </p:custDataLst>
            </p:nvPr>
          </p:nvSpPr>
          <p:spPr bwMode="auto">
            <a:xfrm>
              <a:off x="4922" y="8740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iṩļïḍê"/>
            <p:cNvSpPr/>
            <p:nvPr>
              <p:custDataLst>
                <p:tags r:id="rId76"/>
              </p:custDataLst>
            </p:nvPr>
          </p:nvSpPr>
          <p:spPr bwMode="auto">
            <a:xfrm>
              <a:off x="4922" y="8742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íŝḻiḑe"/>
            <p:cNvSpPr/>
            <p:nvPr>
              <p:custDataLst>
                <p:tags r:id="rId77"/>
              </p:custDataLst>
            </p:nvPr>
          </p:nvSpPr>
          <p:spPr bwMode="auto">
            <a:xfrm>
              <a:off x="4922" y="8742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1" name="iṣḷíḋé"/>
            <p:cNvSpPr/>
            <p:nvPr>
              <p:custDataLst>
                <p:tags r:id="rId78"/>
              </p:custDataLst>
            </p:nvPr>
          </p:nvSpPr>
          <p:spPr bwMode="auto">
            <a:xfrm>
              <a:off x="4922" y="9055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7" name="îSḷíḍe"/>
            <p:cNvSpPr/>
            <p:nvPr>
              <p:custDataLst>
                <p:tags r:id="rId79"/>
              </p:custDataLst>
            </p:nvPr>
          </p:nvSpPr>
          <p:spPr bwMode="auto">
            <a:xfrm>
              <a:off x="4922" y="9376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0" name="ïşliďê"/>
            <p:cNvSpPr/>
            <p:nvPr>
              <p:custDataLst>
                <p:tags r:id="rId80"/>
              </p:custDataLst>
            </p:nvPr>
          </p:nvSpPr>
          <p:spPr bwMode="auto">
            <a:xfrm>
              <a:off x="4922" y="9708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52" y="1217432"/>
            <a:ext cx="6105266" cy="254386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053" y="3274302"/>
            <a:ext cx="4762500" cy="2867025"/>
          </a:xfrm>
          <a:prstGeom prst="rect">
            <a:avLst/>
          </a:prstGeom>
        </p:spPr>
      </p:pic>
      <p:pic>
        <p:nvPicPr>
          <p:cNvPr id="93" name="图片 92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3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882380" y="1685290"/>
            <a:ext cx="3523615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endParaRPr lang="en-US" altLang="zh-CN" sz="10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" panose="020F0502020204030203" charset="0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051206" y="1779905"/>
            <a:ext cx="4645593" cy="784225"/>
            <a:chOff x="11126" y="2803"/>
            <a:chExt cx="8179" cy="1235"/>
          </a:xfrm>
        </p:grpSpPr>
        <p:sp>
          <p:nvSpPr>
            <p:cNvPr id="98" name="TextBox 3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1126" y="2803"/>
              <a:ext cx="8179" cy="1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altLang="zh-CN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</a:t>
              </a:r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中的包</a:t>
              </a:r>
              <a:endPara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eaLnBrk="1" hangingPunct="1"/>
              <a:r>
                <a:rPr lang="en-US" altLang="zh-CN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文件夹</a:t>
              </a:r>
              <a:r>
                <a:rPr lang="en-US" altLang="zh-CN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</a:t>
              </a:r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</a:t>
              </a:r>
              <a:endPara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6" name="Freeform 8"/>
            <p:cNvSpPr/>
            <p:nvPr>
              <p:custDataLst>
                <p:tags r:id="rId8"/>
              </p:custDataLst>
            </p:nvPr>
          </p:nvSpPr>
          <p:spPr bwMode="auto">
            <a:xfrm>
              <a:off x="12206" y="3027"/>
              <a:ext cx="791" cy="87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7" name="Freeform 14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12402" y="3173"/>
              <a:ext cx="405" cy="530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311275" y="4707890"/>
            <a:ext cx="5139690" cy="1196975"/>
            <a:chOff x="2065" y="7414"/>
            <a:chExt cx="8094" cy="1885"/>
          </a:xfrm>
        </p:grpSpPr>
        <p:sp>
          <p:nvSpPr>
            <p:cNvPr id="101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065" y="8044"/>
              <a:ext cx="8095" cy="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那</a:t>
              </a: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NPM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是什么呢？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3" name="ï$líḍe"/>
            <p:cNvSpPr/>
            <p:nvPr>
              <p:custDataLst>
                <p:tags r:id="rId11"/>
              </p:custDataLst>
            </p:nvPr>
          </p:nvSpPr>
          <p:spPr bwMode="auto">
            <a:xfrm>
              <a:off x="2956" y="8306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îşľîḋé"/>
            <p:cNvSpPr/>
            <p:nvPr>
              <p:custDataLst>
                <p:tags r:id="rId12"/>
              </p:custDataLst>
            </p:nvPr>
          </p:nvSpPr>
          <p:spPr bwMode="auto">
            <a:xfrm>
              <a:off x="2474" y="9217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5" name="îśḷïḋé"/>
            <p:cNvSpPr/>
            <p:nvPr>
              <p:custDataLst>
                <p:tags r:id="rId13"/>
              </p:custDataLst>
            </p:nvPr>
          </p:nvSpPr>
          <p:spPr bwMode="auto">
            <a:xfrm>
              <a:off x="2780" y="8395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6" name="iṩḷïďê"/>
            <p:cNvSpPr/>
            <p:nvPr>
              <p:custDataLst>
                <p:tags r:id="rId14"/>
              </p:custDataLst>
            </p:nvPr>
          </p:nvSpPr>
          <p:spPr bwMode="auto">
            <a:xfrm>
              <a:off x="2968" y="8420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7" name="îsľîḋé"/>
            <p:cNvSpPr/>
            <p:nvPr>
              <p:custDataLst>
                <p:tags r:id="rId15"/>
              </p:custDataLst>
            </p:nvPr>
          </p:nvSpPr>
          <p:spPr bwMode="auto">
            <a:xfrm>
              <a:off x="2623" y="8473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8" name="ïsḻïdê"/>
            <p:cNvSpPr/>
            <p:nvPr>
              <p:custDataLst>
                <p:tags r:id="rId16"/>
              </p:custDataLst>
            </p:nvPr>
          </p:nvSpPr>
          <p:spPr bwMode="auto">
            <a:xfrm>
              <a:off x="2637" y="8469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9" name="iS1îḍê"/>
            <p:cNvSpPr/>
            <p:nvPr>
              <p:custDataLst>
                <p:tags r:id="rId17"/>
              </p:custDataLst>
            </p:nvPr>
          </p:nvSpPr>
          <p:spPr bwMode="auto">
            <a:xfrm>
              <a:off x="2635" y="8558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0" name="işļíḓé"/>
            <p:cNvSpPr/>
            <p:nvPr>
              <p:custDataLst>
                <p:tags r:id="rId18"/>
              </p:custDataLst>
            </p:nvPr>
          </p:nvSpPr>
          <p:spPr bwMode="auto">
            <a:xfrm>
              <a:off x="2625" y="8520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1" name="iŝ1îḓé"/>
            <p:cNvSpPr/>
            <p:nvPr>
              <p:custDataLst>
                <p:tags r:id="rId19"/>
              </p:custDataLst>
            </p:nvPr>
          </p:nvSpPr>
          <p:spPr bwMode="auto">
            <a:xfrm>
              <a:off x="2710" y="8794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2" name="íşlíḑè"/>
            <p:cNvSpPr/>
            <p:nvPr>
              <p:custDataLst>
                <p:tags r:id="rId20"/>
              </p:custDataLst>
            </p:nvPr>
          </p:nvSpPr>
          <p:spPr bwMode="auto">
            <a:xfrm>
              <a:off x="2770" y="9214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3" name="î$ļïḓe"/>
            <p:cNvSpPr/>
            <p:nvPr>
              <p:custDataLst>
                <p:tags r:id="rId21"/>
              </p:custDataLst>
            </p:nvPr>
          </p:nvSpPr>
          <p:spPr bwMode="auto">
            <a:xfrm>
              <a:off x="2577" y="8794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4" name="ïŝlïḓe"/>
            <p:cNvSpPr/>
            <p:nvPr>
              <p:custDataLst>
                <p:tags r:id="rId22"/>
              </p:custDataLst>
            </p:nvPr>
          </p:nvSpPr>
          <p:spPr bwMode="auto">
            <a:xfrm>
              <a:off x="2637" y="9213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5" name="îṡḻîḓê"/>
            <p:cNvSpPr/>
            <p:nvPr>
              <p:custDataLst>
                <p:tags r:id="rId23"/>
              </p:custDataLst>
            </p:nvPr>
          </p:nvSpPr>
          <p:spPr bwMode="auto">
            <a:xfrm>
              <a:off x="2527" y="8792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6" name="ísľïḍé"/>
            <p:cNvSpPr/>
            <p:nvPr>
              <p:custDataLst>
                <p:tags r:id="rId24"/>
              </p:custDataLst>
            </p:nvPr>
          </p:nvSpPr>
          <p:spPr bwMode="auto">
            <a:xfrm>
              <a:off x="2548" y="8840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7" name="îṡľiḓe"/>
            <p:cNvSpPr/>
            <p:nvPr>
              <p:custDataLst>
                <p:tags r:id="rId25"/>
              </p:custDataLst>
            </p:nvPr>
          </p:nvSpPr>
          <p:spPr bwMode="auto">
            <a:xfrm>
              <a:off x="2616" y="8852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chemeClr val="accent6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8" name="îšľîdè"/>
            <p:cNvSpPr/>
            <p:nvPr>
              <p:custDataLst>
                <p:tags r:id="rId26"/>
              </p:custDataLst>
            </p:nvPr>
          </p:nvSpPr>
          <p:spPr bwMode="auto">
            <a:xfrm>
              <a:off x="2693" y="8852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9" name="íṡlîḓe"/>
            <p:cNvSpPr/>
            <p:nvPr>
              <p:custDataLst>
                <p:tags r:id="rId27"/>
              </p:custDataLst>
            </p:nvPr>
          </p:nvSpPr>
          <p:spPr bwMode="auto">
            <a:xfrm>
              <a:off x="2730" y="8840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0" name="ís1ïďè"/>
            <p:cNvSpPr/>
            <p:nvPr>
              <p:custDataLst>
                <p:tags r:id="rId28"/>
              </p:custDataLst>
            </p:nvPr>
          </p:nvSpPr>
          <p:spPr bwMode="auto">
            <a:xfrm>
              <a:off x="2772" y="8828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chemeClr val="accent6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1" name="îṣ1íďé"/>
            <p:cNvSpPr/>
            <p:nvPr>
              <p:custDataLst>
                <p:tags r:id="rId29"/>
              </p:custDataLst>
            </p:nvPr>
          </p:nvSpPr>
          <p:spPr bwMode="auto">
            <a:xfrm>
              <a:off x="2814" y="8807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2" name="ïṧḷiḋè"/>
            <p:cNvSpPr/>
            <p:nvPr>
              <p:custDataLst>
                <p:tags r:id="rId30"/>
              </p:custDataLst>
            </p:nvPr>
          </p:nvSpPr>
          <p:spPr bwMode="auto">
            <a:xfrm>
              <a:off x="2548" y="8519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3" name="ïṥ1iḍê"/>
            <p:cNvSpPr/>
            <p:nvPr>
              <p:custDataLst>
                <p:tags r:id="rId31"/>
              </p:custDataLst>
            </p:nvPr>
          </p:nvSpPr>
          <p:spPr bwMode="auto">
            <a:xfrm>
              <a:off x="2603" y="8527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4" name="îşlîḍè"/>
            <p:cNvSpPr/>
            <p:nvPr>
              <p:custDataLst>
                <p:tags r:id="rId32"/>
              </p:custDataLst>
            </p:nvPr>
          </p:nvSpPr>
          <p:spPr bwMode="auto">
            <a:xfrm>
              <a:off x="2699" y="8512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5" name="îṧľíḋe"/>
            <p:cNvSpPr/>
            <p:nvPr>
              <p:custDataLst>
                <p:tags r:id="rId33"/>
              </p:custDataLst>
            </p:nvPr>
          </p:nvSpPr>
          <p:spPr bwMode="auto">
            <a:xfrm>
              <a:off x="2700" y="8725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6" name="îṥļiḍe"/>
            <p:cNvSpPr/>
            <p:nvPr>
              <p:custDataLst>
                <p:tags r:id="rId34"/>
              </p:custDataLst>
            </p:nvPr>
          </p:nvSpPr>
          <p:spPr bwMode="auto">
            <a:xfrm>
              <a:off x="2706" y="8758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7" name="i$ḻïḓè"/>
            <p:cNvSpPr/>
            <p:nvPr>
              <p:custDataLst>
                <p:tags r:id="rId35"/>
              </p:custDataLst>
            </p:nvPr>
          </p:nvSpPr>
          <p:spPr bwMode="auto">
            <a:xfrm>
              <a:off x="2713" y="8791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8" name="íś1iḓe"/>
            <p:cNvSpPr/>
            <p:nvPr>
              <p:custDataLst>
                <p:tags r:id="rId36"/>
              </p:custDataLst>
            </p:nvPr>
          </p:nvSpPr>
          <p:spPr bwMode="auto">
            <a:xfrm>
              <a:off x="2360" y="8041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9" name="ïṩḷiḋê"/>
            <p:cNvSpPr/>
            <p:nvPr>
              <p:custDataLst>
                <p:tags r:id="rId37"/>
              </p:custDataLst>
            </p:nvPr>
          </p:nvSpPr>
          <p:spPr bwMode="auto">
            <a:xfrm>
              <a:off x="2489" y="8433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0" name="iSlîḓe"/>
            <p:cNvSpPr/>
            <p:nvPr>
              <p:custDataLst>
                <p:tags r:id="rId38"/>
              </p:custDataLst>
            </p:nvPr>
          </p:nvSpPr>
          <p:spPr bwMode="auto">
            <a:xfrm>
              <a:off x="2602" y="8405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1" name="iṣľîḍé"/>
            <p:cNvSpPr/>
            <p:nvPr>
              <p:custDataLst>
                <p:tags r:id="rId39"/>
              </p:custDataLst>
            </p:nvPr>
          </p:nvSpPr>
          <p:spPr bwMode="auto">
            <a:xfrm>
              <a:off x="2614" y="8401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2" name="îṧ1ïdè"/>
            <p:cNvSpPr/>
            <p:nvPr>
              <p:custDataLst>
                <p:tags r:id="rId40"/>
              </p:custDataLst>
            </p:nvPr>
          </p:nvSpPr>
          <p:spPr bwMode="auto">
            <a:xfrm>
              <a:off x="2630" y="8391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3" name="iṧlïḋe"/>
            <p:cNvSpPr/>
            <p:nvPr>
              <p:custDataLst>
                <p:tags r:id="rId41"/>
              </p:custDataLst>
            </p:nvPr>
          </p:nvSpPr>
          <p:spPr bwMode="auto">
            <a:xfrm>
              <a:off x="2744" y="8352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4" name="íṣ1íḍê"/>
            <p:cNvSpPr/>
            <p:nvPr>
              <p:custDataLst>
                <p:tags r:id="rId42"/>
              </p:custDataLst>
            </p:nvPr>
          </p:nvSpPr>
          <p:spPr bwMode="auto">
            <a:xfrm>
              <a:off x="2758" y="8347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5" name="îṡľîďè"/>
            <p:cNvSpPr/>
            <p:nvPr>
              <p:custDataLst>
                <p:tags r:id="rId43"/>
              </p:custDataLst>
            </p:nvPr>
          </p:nvSpPr>
          <p:spPr bwMode="auto">
            <a:xfrm>
              <a:off x="2772" y="8349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6" name="ïśľîḓe"/>
            <p:cNvSpPr/>
            <p:nvPr>
              <p:custDataLst>
                <p:tags r:id="rId44"/>
              </p:custDataLst>
            </p:nvPr>
          </p:nvSpPr>
          <p:spPr bwMode="auto">
            <a:xfrm>
              <a:off x="2718" y="8277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7" name="ïšḻíḋê"/>
            <p:cNvSpPr/>
            <p:nvPr>
              <p:custDataLst>
                <p:tags r:id="rId45"/>
              </p:custDataLst>
            </p:nvPr>
          </p:nvSpPr>
          <p:spPr bwMode="auto">
            <a:xfrm>
              <a:off x="2743" y="8282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8" name="işľídè"/>
            <p:cNvSpPr/>
            <p:nvPr>
              <p:custDataLst>
                <p:tags r:id="rId46"/>
              </p:custDataLst>
            </p:nvPr>
          </p:nvSpPr>
          <p:spPr bwMode="auto">
            <a:xfrm>
              <a:off x="2573" y="8318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9" name="îsḷiḍe"/>
            <p:cNvSpPr/>
            <p:nvPr>
              <p:custDataLst>
                <p:tags r:id="rId47"/>
              </p:custDataLst>
            </p:nvPr>
          </p:nvSpPr>
          <p:spPr bwMode="auto">
            <a:xfrm>
              <a:off x="2599" y="8325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0" name="iṧlîde"/>
            <p:cNvSpPr/>
            <p:nvPr>
              <p:custDataLst>
                <p:tags r:id="rId48"/>
              </p:custDataLst>
            </p:nvPr>
          </p:nvSpPr>
          <p:spPr bwMode="auto">
            <a:xfrm>
              <a:off x="2558" y="8269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1" name="ísḷîdé"/>
            <p:cNvSpPr/>
            <p:nvPr>
              <p:custDataLst>
                <p:tags r:id="rId49"/>
              </p:custDataLst>
            </p:nvPr>
          </p:nvSpPr>
          <p:spPr bwMode="auto">
            <a:xfrm>
              <a:off x="2683" y="8220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2" name="ïṡ1idè"/>
            <p:cNvSpPr/>
            <p:nvPr>
              <p:custDataLst>
                <p:tags r:id="rId50"/>
              </p:custDataLst>
            </p:nvPr>
          </p:nvSpPr>
          <p:spPr bwMode="auto">
            <a:xfrm>
              <a:off x="2661" y="8408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3" name="işliḋè"/>
            <p:cNvSpPr/>
            <p:nvPr>
              <p:custDataLst>
                <p:tags r:id="rId51"/>
              </p:custDataLst>
            </p:nvPr>
          </p:nvSpPr>
          <p:spPr bwMode="auto">
            <a:xfrm>
              <a:off x="2265" y="7956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4" name="íslïďê"/>
            <p:cNvSpPr/>
            <p:nvPr>
              <p:custDataLst>
                <p:tags r:id="rId52"/>
              </p:custDataLst>
            </p:nvPr>
          </p:nvSpPr>
          <p:spPr bwMode="auto">
            <a:xfrm>
              <a:off x="2416" y="8261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5" name="îṣḻíḑe"/>
            <p:cNvSpPr/>
            <p:nvPr>
              <p:custDataLst>
                <p:tags r:id="rId53"/>
              </p:custDataLst>
            </p:nvPr>
          </p:nvSpPr>
          <p:spPr bwMode="auto">
            <a:xfrm>
              <a:off x="2354" y="8355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6" name="ïśḷïde"/>
            <p:cNvSpPr/>
            <p:nvPr>
              <p:custDataLst>
                <p:tags r:id="rId54"/>
              </p:custDataLst>
            </p:nvPr>
          </p:nvSpPr>
          <p:spPr bwMode="auto">
            <a:xfrm>
              <a:off x="2455" y="8389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7" name="iṡḷîḑê"/>
            <p:cNvSpPr/>
            <p:nvPr>
              <p:custDataLst>
                <p:tags r:id="rId55"/>
              </p:custDataLst>
            </p:nvPr>
          </p:nvSpPr>
          <p:spPr bwMode="auto">
            <a:xfrm>
              <a:off x="2251" y="8134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8" name="íṩ1ídè"/>
            <p:cNvSpPr/>
            <p:nvPr>
              <p:custDataLst>
                <p:tags r:id="rId56"/>
              </p:custDataLst>
            </p:nvPr>
          </p:nvSpPr>
          <p:spPr bwMode="auto">
            <a:xfrm>
              <a:off x="2321" y="7734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9" name="ïSļîḋê"/>
            <p:cNvSpPr/>
            <p:nvPr>
              <p:custDataLst>
                <p:tags r:id="rId57"/>
              </p:custDataLst>
            </p:nvPr>
          </p:nvSpPr>
          <p:spPr bwMode="auto">
            <a:xfrm>
              <a:off x="3276" y="9072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0" name="ïś1iďé"/>
            <p:cNvSpPr/>
            <p:nvPr>
              <p:custDataLst>
                <p:tags r:id="rId58"/>
              </p:custDataLst>
            </p:nvPr>
          </p:nvSpPr>
          <p:spPr bwMode="auto">
            <a:xfrm>
              <a:off x="3494" y="7414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1" name="îṩḷïḋê"/>
            <p:cNvSpPr/>
            <p:nvPr>
              <p:custDataLst>
                <p:tags r:id="rId59"/>
              </p:custDataLst>
            </p:nvPr>
          </p:nvSpPr>
          <p:spPr bwMode="auto">
            <a:xfrm>
              <a:off x="3232" y="7483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2" name="îṡḷiďê"/>
            <p:cNvSpPr/>
            <p:nvPr>
              <p:custDataLst>
                <p:tags r:id="rId60"/>
              </p:custDataLst>
            </p:nvPr>
          </p:nvSpPr>
          <p:spPr bwMode="auto">
            <a:xfrm>
              <a:off x="3232" y="7483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3" name="îṧļîḑè"/>
            <p:cNvSpPr/>
            <p:nvPr>
              <p:custDataLst>
                <p:tags r:id="rId61"/>
              </p:custDataLst>
            </p:nvPr>
          </p:nvSpPr>
          <p:spPr bwMode="auto">
            <a:xfrm>
              <a:off x="3237" y="7483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4" name="îṡļîḑè"/>
            <p:cNvSpPr/>
            <p:nvPr>
              <p:custDataLst>
                <p:tags r:id="rId62"/>
              </p:custDataLst>
            </p:nvPr>
          </p:nvSpPr>
          <p:spPr bwMode="auto">
            <a:xfrm>
              <a:off x="3237" y="7483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5" name="í$1ïďê"/>
            <p:cNvSpPr/>
            <p:nvPr>
              <p:custDataLst>
                <p:tags r:id="rId63"/>
              </p:custDataLst>
            </p:nvPr>
          </p:nvSpPr>
          <p:spPr bwMode="auto">
            <a:xfrm>
              <a:off x="3239" y="8147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6" name="isľíďe"/>
            <p:cNvSpPr/>
            <p:nvPr>
              <p:custDataLst>
                <p:tags r:id="rId64"/>
              </p:custDataLst>
            </p:nvPr>
          </p:nvSpPr>
          <p:spPr bwMode="auto">
            <a:xfrm>
              <a:off x="3244" y="8147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7" name="ïṡlíḓé"/>
            <p:cNvSpPr/>
            <p:nvPr>
              <p:custDataLst>
                <p:tags r:id="rId65"/>
              </p:custDataLst>
            </p:nvPr>
          </p:nvSpPr>
          <p:spPr bwMode="auto">
            <a:xfrm>
              <a:off x="3185" y="7815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8" name="îŝ1îdè"/>
            <p:cNvSpPr/>
            <p:nvPr>
              <p:custDataLst>
                <p:tags r:id="rId66"/>
              </p:custDataLst>
            </p:nvPr>
          </p:nvSpPr>
          <p:spPr bwMode="auto">
            <a:xfrm>
              <a:off x="3193" y="7811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9" name="íśḷîḍé"/>
            <p:cNvSpPr/>
            <p:nvPr>
              <p:custDataLst>
                <p:tags r:id="rId67"/>
              </p:custDataLst>
            </p:nvPr>
          </p:nvSpPr>
          <p:spPr bwMode="auto">
            <a:xfrm>
              <a:off x="3176" y="8459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0" name="ï$ḻíḑe"/>
            <p:cNvSpPr/>
            <p:nvPr>
              <p:custDataLst>
                <p:tags r:id="rId68"/>
              </p:custDataLst>
            </p:nvPr>
          </p:nvSpPr>
          <p:spPr bwMode="auto">
            <a:xfrm>
              <a:off x="3182" y="8452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1" name="îŝľïďê"/>
            <p:cNvSpPr/>
            <p:nvPr>
              <p:custDataLst>
                <p:tags r:id="rId69"/>
              </p:custDataLst>
            </p:nvPr>
          </p:nvSpPr>
          <p:spPr bwMode="auto">
            <a:xfrm>
              <a:off x="3494" y="7734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2" name="íṡḷíḑe"/>
            <p:cNvSpPr/>
            <p:nvPr>
              <p:custDataLst>
                <p:tags r:id="rId70"/>
              </p:custDataLst>
            </p:nvPr>
          </p:nvSpPr>
          <p:spPr bwMode="auto">
            <a:xfrm>
              <a:off x="3494" y="7734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3" name="iśļïďê"/>
            <p:cNvSpPr/>
            <p:nvPr>
              <p:custDataLst>
                <p:tags r:id="rId71"/>
              </p:custDataLst>
            </p:nvPr>
          </p:nvSpPr>
          <p:spPr bwMode="auto">
            <a:xfrm>
              <a:off x="3494" y="7716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4" name="íṧlîḍé"/>
            <p:cNvSpPr/>
            <p:nvPr>
              <p:custDataLst>
                <p:tags r:id="rId72"/>
              </p:custDataLst>
            </p:nvPr>
          </p:nvSpPr>
          <p:spPr bwMode="auto">
            <a:xfrm>
              <a:off x="3494" y="7716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5" name="iṩļïḍê"/>
            <p:cNvSpPr/>
            <p:nvPr>
              <p:custDataLst>
                <p:tags r:id="rId73"/>
              </p:custDataLst>
            </p:nvPr>
          </p:nvSpPr>
          <p:spPr bwMode="auto">
            <a:xfrm>
              <a:off x="3494" y="7718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6" name="íŝḻiḑe"/>
            <p:cNvSpPr/>
            <p:nvPr>
              <p:custDataLst>
                <p:tags r:id="rId74"/>
              </p:custDataLst>
            </p:nvPr>
          </p:nvSpPr>
          <p:spPr bwMode="auto">
            <a:xfrm>
              <a:off x="3494" y="7718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7" name="iṣḷíḋé"/>
            <p:cNvSpPr/>
            <p:nvPr>
              <p:custDataLst>
                <p:tags r:id="rId75"/>
              </p:custDataLst>
            </p:nvPr>
          </p:nvSpPr>
          <p:spPr bwMode="auto">
            <a:xfrm>
              <a:off x="3494" y="8031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8" name="îSḷíḍe"/>
            <p:cNvSpPr/>
            <p:nvPr>
              <p:custDataLst>
                <p:tags r:id="rId76"/>
              </p:custDataLst>
            </p:nvPr>
          </p:nvSpPr>
          <p:spPr bwMode="auto">
            <a:xfrm>
              <a:off x="3494" y="8352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9" name="ïşliďê"/>
            <p:cNvSpPr/>
            <p:nvPr>
              <p:custDataLst>
                <p:tags r:id="rId77"/>
              </p:custDataLst>
            </p:nvPr>
          </p:nvSpPr>
          <p:spPr bwMode="auto">
            <a:xfrm>
              <a:off x="3494" y="8684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7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2997835" y="3072130"/>
            <a:ext cx="3020695" cy="698500"/>
            <a:chOff x="4721" y="4838"/>
            <a:chExt cx="4757" cy="1100"/>
          </a:xfrm>
        </p:grpSpPr>
        <p:sp>
          <p:nvSpPr>
            <p:cNvPr id="19" name="矩形 18"/>
            <p:cNvSpPr/>
            <p:nvPr>
              <p:custDataLst>
                <p:tags r:id="rId3"/>
              </p:custDataLst>
            </p:nvPr>
          </p:nvSpPr>
          <p:spPr>
            <a:xfrm>
              <a:off x="4721" y="4838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4"/>
              </p:custDataLst>
            </p:nvPr>
          </p:nvSpPr>
          <p:spPr>
            <a:xfrm>
              <a:off x="5994" y="5013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包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7258685" y="3072130"/>
            <a:ext cx="3020695" cy="698500"/>
            <a:chOff x="11431" y="4838"/>
            <a:chExt cx="4757" cy="1100"/>
          </a:xfrm>
        </p:grpSpPr>
        <p:sp>
          <p:nvSpPr>
            <p:cNvPr id="22" name="矩形 21"/>
            <p:cNvSpPr/>
            <p:nvPr>
              <p:custDataLst>
                <p:tags r:id="rId6"/>
              </p:custDataLst>
            </p:nvPr>
          </p:nvSpPr>
          <p:spPr>
            <a:xfrm>
              <a:off x="11431" y="4838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12704" y="5013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NPM</a:t>
              </a:r>
              <a:endParaRPr lang="en-US" altLang="zh-CN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包的定义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187325" y="2292350"/>
            <a:ext cx="11817350" cy="4003675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4"/>
            </p:custDataLst>
          </p:nvPr>
        </p:nvSpPr>
        <p:spPr>
          <a:xfrm>
            <a:off x="187325" y="1804035"/>
            <a:ext cx="1345565" cy="351028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5"/>
            </p:custDataLst>
          </p:nvPr>
        </p:nvSpPr>
        <p:spPr>
          <a:xfrm>
            <a:off x="1532890" y="1792605"/>
            <a:ext cx="177800" cy="3521075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6"/>
            </p:custDataLst>
          </p:nvPr>
        </p:nvSpPr>
        <p:spPr>
          <a:xfrm>
            <a:off x="2117974" y="1959331"/>
            <a:ext cx="304326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3C853C"/>
              </a:buClr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中的包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5607" y="3143885"/>
            <a:ext cx="569913" cy="569913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2017920" y="2514512"/>
            <a:ext cx="6286631" cy="279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200000"/>
              </a:lnSpc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包是包含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js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文件和其他附加信息的整体，某种意义上来说，包是模块的集合。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模块是按照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CommonJS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规范写的</a:t>
            </a:r>
            <a:r>
              <a:rPr lang="en-US" altLang="zh-CN" sz="2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js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文件，Node.js中的包也有自己的规范。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0003" y="2644786"/>
            <a:ext cx="2308153" cy="2308153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包的结构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6" name="圆角矩形 8"/>
          <p:cNvSpPr/>
          <p:nvPr>
            <p:custDataLst>
              <p:tags r:id="rId3"/>
            </p:custDataLst>
          </p:nvPr>
        </p:nvSpPr>
        <p:spPr>
          <a:xfrm>
            <a:off x="1057749" y="1173967"/>
            <a:ext cx="8715091" cy="584775"/>
          </a:xfrm>
          <a:prstGeom prst="roundRect">
            <a:avLst>
              <a:gd name="adj" fmla="val 14029"/>
            </a:avLst>
          </a:prstGeom>
          <a:solidFill>
            <a:schemeClr val="accent2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遵循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CommonJS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包规范的包目录应该包含对应的文件：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73655"/>
            <a:ext cx="8629015" cy="2305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1" name="文本框 80"/>
          <p:cNvSpPr txBox="1"/>
          <p:nvPr/>
        </p:nvSpPr>
        <p:spPr>
          <a:xfrm>
            <a:off x="1057963" y="1889555"/>
            <a:ext cx="6094428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包目录结构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  <p:bldP spid="8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包描述文件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6" name="圆角矩形 8"/>
          <p:cNvSpPr/>
          <p:nvPr>
            <p:custDataLst>
              <p:tags r:id="rId3"/>
            </p:custDataLst>
          </p:nvPr>
        </p:nvSpPr>
        <p:spPr>
          <a:xfrm>
            <a:off x="884555" y="1174115"/>
            <a:ext cx="4554855" cy="584835"/>
          </a:xfrm>
          <a:prstGeom prst="roundRect">
            <a:avLst>
              <a:gd name="adj" fmla="val 14029"/>
            </a:avLst>
          </a:prstGeom>
          <a:solidFill>
            <a:schemeClr val="accent2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4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包描述文件 </a:t>
            </a:r>
            <a:r>
              <a:rPr lang="en-US" altLang="zh-CN" sz="24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package.json  :</a:t>
            </a:r>
            <a:endParaRPr lang="en-US" altLang="zh-CN" sz="24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081" y="2848447"/>
            <a:ext cx="8224896" cy="3171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960081" y="1924090"/>
            <a:ext cx="9224054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用于记录非代码相关的信息，记录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npm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对包管理的信息，是包的重要组成部分。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096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187325" y="1104900"/>
            <a:ext cx="11817350" cy="5175885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4"/>
            </p:custDataLst>
          </p:nvPr>
        </p:nvSpPr>
        <p:spPr>
          <a:xfrm>
            <a:off x="576580" y="1120140"/>
            <a:ext cx="956310" cy="519747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5"/>
            </p:custDataLst>
          </p:nvPr>
        </p:nvSpPr>
        <p:spPr>
          <a:xfrm>
            <a:off x="1532890" y="1124585"/>
            <a:ext cx="231140" cy="5172710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328" y="3143991"/>
            <a:ext cx="569913" cy="56991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2817" y="2635356"/>
            <a:ext cx="2611948" cy="2611948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1945646" y="2065402"/>
            <a:ext cx="7071286" cy="364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组织了自身的核心模块，这部分不需要我们管理。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在是使用第三方文件模块时，模块之间彼此独立，并不能直接的互相引用。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通过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实现对包的管理，解决包之间的依赖关系，从而形成模块之间的“纽带”。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1902460" y="1437640"/>
            <a:ext cx="961199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NPM(Node.js Package Manager) 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包管理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器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096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圆角矩形 29"/>
          <p:cNvSpPr/>
          <p:nvPr>
            <p:custDataLst>
              <p:tags r:id="rId4"/>
            </p:custDataLst>
          </p:nvPr>
        </p:nvSpPr>
        <p:spPr>
          <a:xfrm>
            <a:off x="693420" y="1260475"/>
            <a:ext cx="2724150" cy="4954905"/>
          </a:xfrm>
          <a:prstGeom prst="roundRect">
            <a:avLst>
              <a:gd name="adj" fmla="val 7822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>
            <a:outerShdw blurRad="127000" dir="81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7" name="圆角矩形 6"/>
          <p:cNvSpPr/>
          <p:nvPr>
            <p:custDataLst>
              <p:tags r:id="rId5"/>
            </p:custDataLst>
          </p:nvPr>
        </p:nvSpPr>
        <p:spPr>
          <a:xfrm>
            <a:off x="693420" y="1658620"/>
            <a:ext cx="908050" cy="1005840"/>
          </a:xfrm>
          <a:custGeom>
            <a:avLst/>
            <a:gdLst/>
            <a:ahLst/>
            <a:cxnLst/>
            <a:rect l="l" t="t" r="r" b="b"/>
            <a:pathLst>
              <a:path w="792088" h="876875">
                <a:moveTo>
                  <a:pt x="0" y="0"/>
                </a:moveTo>
                <a:lnTo>
                  <a:pt x="723499" y="0"/>
                </a:lnTo>
                <a:cubicBezTo>
                  <a:pt x="761380" y="0"/>
                  <a:pt x="792088" y="30708"/>
                  <a:pt x="792088" y="68589"/>
                </a:cubicBezTo>
                <a:lnTo>
                  <a:pt x="792088" y="808286"/>
                </a:lnTo>
                <a:cubicBezTo>
                  <a:pt x="792088" y="846167"/>
                  <a:pt x="761380" y="876875"/>
                  <a:pt x="723499" y="876875"/>
                </a:cubicBezTo>
                <a:lnTo>
                  <a:pt x="0" y="876875"/>
                </a:lnTo>
                <a:close/>
              </a:path>
            </a:pathLst>
          </a:custGeom>
          <a:solidFill>
            <a:schemeClr val="lt1">
              <a:lumMod val="50000"/>
            </a:schemeClr>
          </a:solidFill>
          <a:ln>
            <a:noFill/>
          </a:ln>
          <a:effectLst>
            <a:outerShdw blurRad="127000" dir="81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8" name="TextBox 31"/>
          <p:cNvSpPr txBox="1"/>
          <p:nvPr>
            <p:custDataLst>
              <p:tags r:id="rId6"/>
            </p:custDataLst>
          </p:nvPr>
        </p:nvSpPr>
        <p:spPr>
          <a:xfrm>
            <a:off x="803910" y="1861185"/>
            <a:ext cx="686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01</a:t>
            </a:r>
            <a:endParaRPr lang="en-US" altLang="zh-CN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9" name="TextBox 32"/>
          <p:cNvSpPr txBox="1"/>
          <p:nvPr>
            <p:custDataLst>
              <p:tags r:id="rId7"/>
            </p:custDataLst>
          </p:nvPr>
        </p:nvSpPr>
        <p:spPr>
          <a:xfrm>
            <a:off x="749300" y="2927350"/>
            <a:ext cx="2668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常见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指令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" name="TextBox 33"/>
          <p:cNvSpPr txBox="1"/>
          <p:nvPr>
            <p:custDataLst>
              <p:tags r:id="rId8"/>
            </p:custDataLst>
          </p:nvPr>
        </p:nvSpPr>
        <p:spPr>
          <a:xfrm>
            <a:off x="803910" y="3535680"/>
            <a:ext cx="254254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让用户从</a:t>
            </a:r>
            <a:r>
              <a:rPr lang="en-US" altLang="zh-CN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r>
              <a:rPr lang="zh-CN" altLang="en-US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服务器下载第三方包到本地使用。</a:t>
            </a:r>
            <a:endParaRPr lang="zh-CN" altLang="en-US" dirty="0"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31" name="图表 30"/>
          <p:cNvGraphicFramePr/>
          <p:nvPr/>
        </p:nvGraphicFramePr>
        <p:xfrm>
          <a:off x="1360805" y="4811395"/>
          <a:ext cx="1389380" cy="926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Freeform 11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2005965" y="1797050"/>
            <a:ext cx="699135" cy="697230"/>
          </a:xfrm>
          <a:custGeom>
            <a:avLst/>
            <a:gdLst>
              <a:gd name="T0" fmla="*/ 292 w 384"/>
              <a:gd name="T1" fmla="*/ 325 h 383"/>
              <a:gd name="T2" fmla="*/ 336 w 384"/>
              <a:gd name="T3" fmla="*/ 360 h 383"/>
              <a:gd name="T4" fmla="*/ 359 w 384"/>
              <a:gd name="T5" fmla="*/ 344 h 383"/>
              <a:gd name="T6" fmla="*/ 354 w 384"/>
              <a:gd name="T7" fmla="*/ 318 h 383"/>
              <a:gd name="T8" fmla="*/ 31 w 384"/>
              <a:gd name="T9" fmla="*/ 318 h 383"/>
              <a:gd name="T10" fmla="*/ 25 w 384"/>
              <a:gd name="T11" fmla="*/ 344 h 383"/>
              <a:gd name="T12" fmla="*/ 48 w 384"/>
              <a:gd name="T13" fmla="*/ 360 h 383"/>
              <a:gd name="T14" fmla="*/ 92 w 384"/>
              <a:gd name="T15" fmla="*/ 325 h 383"/>
              <a:gd name="T16" fmla="*/ 285 w 384"/>
              <a:gd name="T17" fmla="*/ 216 h 383"/>
              <a:gd name="T18" fmla="*/ 339 w 384"/>
              <a:gd name="T19" fmla="*/ 271 h 383"/>
              <a:gd name="T20" fmla="*/ 384 w 384"/>
              <a:gd name="T21" fmla="*/ 328 h 383"/>
              <a:gd name="T22" fmla="*/ 370 w 384"/>
              <a:gd name="T23" fmla="*/ 369 h 383"/>
              <a:gd name="T24" fmla="*/ 329 w 384"/>
              <a:gd name="T25" fmla="*/ 383 h 383"/>
              <a:gd name="T26" fmla="*/ 272 w 384"/>
              <a:gd name="T27" fmla="*/ 338 h 383"/>
              <a:gd name="T28" fmla="*/ 216 w 384"/>
              <a:gd name="T29" fmla="*/ 284 h 383"/>
              <a:gd name="T30" fmla="*/ 275 w 384"/>
              <a:gd name="T31" fmla="*/ 240 h 383"/>
              <a:gd name="T32" fmla="*/ 99 w 384"/>
              <a:gd name="T33" fmla="*/ 216 h 383"/>
              <a:gd name="T34" fmla="*/ 144 w 384"/>
              <a:gd name="T35" fmla="*/ 274 h 383"/>
              <a:gd name="T36" fmla="*/ 139 w 384"/>
              <a:gd name="T37" fmla="*/ 350 h 383"/>
              <a:gd name="T38" fmla="*/ 69 w 384"/>
              <a:gd name="T39" fmla="*/ 379 h 383"/>
              <a:gd name="T40" fmla="*/ 26 w 384"/>
              <a:gd name="T41" fmla="*/ 379 h 383"/>
              <a:gd name="T42" fmla="*/ 0 w 384"/>
              <a:gd name="T43" fmla="*/ 343 h 383"/>
              <a:gd name="T44" fmla="*/ 13 w 384"/>
              <a:gd name="T45" fmla="*/ 302 h 383"/>
              <a:gd name="T46" fmla="*/ 26 w 384"/>
              <a:gd name="T47" fmla="*/ 216 h 383"/>
              <a:gd name="T48" fmla="*/ 319 w 384"/>
              <a:gd name="T49" fmla="*/ 30 h 383"/>
              <a:gd name="T50" fmla="*/ 326 w 384"/>
              <a:gd name="T51" fmla="*/ 91 h 383"/>
              <a:gd name="T52" fmla="*/ 360 w 384"/>
              <a:gd name="T53" fmla="*/ 48 h 383"/>
              <a:gd name="T54" fmla="*/ 345 w 384"/>
              <a:gd name="T55" fmla="*/ 25 h 383"/>
              <a:gd name="T56" fmla="*/ 38 w 384"/>
              <a:gd name="T57" fmla="*/ 25 h 383"/>
              <a:gd name="T58" fmla="*/ 24 w 384"/>
              <a:gd name="T59" fmla="*/ 48 h 383"/>
              <a:gd name="T60" fmla="*/ 57 w 384"/>
              <a:gd name="T61" fmla="*/ 91 h 383"/>
              <a:gd name="T62" fmla="*/ 64 w 384"/>
              <a:gd name="T63" fmla="*/ 30 h 383"/>
              <a:gd name="T64" fmla="*/ 329 w 384"/>
              <a:gd name="T65" fmla="*/ 0 h 383"/>
              <a:gd name="T66" fmla="*/ 370 w 384"/>
              <a:gd name="T67" fmla="*/ 13 h 383"/>
              <a:gd name="T68" fmla="*/ 384 w 384"/>
              <a:gd name="T69" fmla="*/ 55 h 383"/>
              <a:gd name="T70" fmla="*/ 339 w 384"/>
              <a:gd name="T71" fmla="*/ 112 h 383"/>
              <a:gd name="T72" fmla="*/ 285 w 384"/>
              <a:gd name="T73" fmla="*/ 167 h 383"/>
              <a:gd name="T74" fmla="*/ 239 w 384"/>
              <a:gd name="T75" fmla="*/ 109 h 383"/>
              <a:gd name="T76" fmla="*/ 244 w 384"/>
              <a:gd name="T77" fmla="*/ 32 h 383"/>
              <a:gd name="T78" fmla="*/ 314 w 384"/>
              <a:gd name="T79" fmla="*/ 5 h 383"/>
              <a:gd name="T80" fmla="*/ 55 w 384"/>
              <a:gd name="T81" fmla="*/ 0 h 383"/>
              <a:gd name="T82" fmla="*/ 112 w 384"/>
              <a:gd name="T83" fmla="*/ 44 h 383"/>
              <a:gd name="T84" fmla="*/ 168 w 384"/>
              <a:gd name="T85" fmla="*/ 99 h 383"/>
              <a:gd name="T86" fmla="*/ 108 w 384"/>
              <a:gd name="T87" fmla="*/ 144 h 383"/>
              <a:gd name="T88" fmla="*/ 33 w 384"/>
              <a:gd name="T89" fmla="*/ 138 h 383"/>
              <a:gd name="T90" fmla="*/ 5 w 384"/>
              <a:gd name="T91" fmla="*/ 69 h 383"/>
              <a:gd name="T92" fmla="*/ 5 w 384"/>
              <a:gd name="T93" fmla="*/ 26 h 383"/>
              <a:gd name="T94" fmla="*/ 41 w 384"/>
              <a:gd name="T95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84" h="383">
                <a:moveTo>
                  <a:pt x="326" y="292"/>
                </a:moveTo>
                <a:lnTo>
                  <a:pt x="311" y="310"/>
                </a:lnTo>
                <a:lnTo>
                  <a:pt x="292" y="325"/>
                </a:lnTo>
                <a:lnTo>
                  <a:pt x="319" y="353"/>
                </a:lnTo>
                <a:lnTo>
                  <a:pt x="328" y="358"/>
                </a:lnTo>
                <a:lnTo>
                  <a:pt x="336" y="360"/>
                </a:lnTo>
                <a:lnTo>
                  <a:pt x="345" y="358"/>
                </a:lnTo>
                <a:lnTo>
                  <a:pt x="354" y="353"/>
                </a:lnTo>
                <a:lnTo>
                  <a:pt x="359" y="344"/>
                </a:lnTo>
                <a:lnTo>
                  <a:pt x="360" y="336"/>
                </a:lnTo>
                <a:lnTo>
                  <a:pt x="359" y="327"/>
                </a:lnTo>
                <a:lnTo>
                  <a:pt x="354" y="318"/>
                </a:lnTo>
                <a:lnTo>
                  <a:pt x="326" y="292"/>
                </a:lnTo>
                <a:close/>
                <a:moveTo>
                  <a:pt x="57" y="292"/>
                </a:moveTo>
                <a:lnTo>
                  <a:pt x="31" y="318"/>
                </a:lnTo>
                <a:lnTo>
                  <a:pt x="25" y="327"/>
                </a:lnTo>
                <a:lnTo>
                  <a:pt x="24" y="336"/>
                </a:lnTo>
                <a:lnTo>
                  <a:pt x="25" y="344"/>
                </a:lnTo>
                <a:lnTo>
                  <a:pt x="31" y="353"/>
                </a:lnTo>
                <a:lnTo>
                  <a:pt x="38" y="358"/>
                </a:lnTo>
                <a:lnTo>
                  <a:pt x="48" y="360"/>
                </a:lnTo>
                <a:lnTo>
                  <a:pt x="57" y="358"/>
                </a:lnTo>
                <a:lnTo>
                  <a:pt x="64" y="353"/>
                </a:lnTo>
                <a:lnTo>
                  <a:pt x="92" y="325"/>
                </a:lnTo>
                <a:lnTo>
                  <a:pt x="74" y="310"/>
                </a:lnTo>
                <a:lnTo>
                  <a:pt x="57" y="292"/>
                </a:lnTo>
                <a:close/>
                <a:moveTo>
                  <a:pt x="285" y="216"/>
                </a:moveTo>
                <a:lnTo>
                  <a:pt x="359" y="216"/>
                </a:lnTo>
                <a:lnTo>
                  <a:pt x="351" y="244"/>
                </a:lnTo>
                <a:lnTo>
                  <a:pt x="339" y="271"/>
                </a:lnTo>
                <a:lnTo>
                  <a:pt x="370" y="302"/>
                </a:lnTo>
                <a:lnTo>
                  <a:pt x="379" y="315"/>
                </a:lnTo>
                <a:lnTo>
                  <a:pt x="384" y="328"/>
                </a:lnTo>
                <a:lnTo>
                  <a:pt x="384" y="343"/>
                </a:lnTo>
                <a:lnTo>
                  <a:pt x="379" y="358"/>
                </a:lnTo>
                <a:lnTo>
                  <a:pt x="370" y="369"/>
                </a:lnTo>
                <a:lnTo>
                  <a:pt x="357" y="379"/>
                </a:lnTo>
                <a:lnTo>
                  <a:pt x="343" y="383"/>
                </a:lnTo>
                <a:lnTo>
                  <a:pt x="329" y="383"/>
                </a:lnTo>
                <a:lnTo>
                  <a:pt x="314" y="379"/>
                </a:lnTo>
                <a:lnTo>
                  <a:pt x="303" y="369"/>
                </a:lnTo>
                <a:lnTo>
                  <a:pt x="272" y="338"/>
                </a:lnTo>
                <a:lnTo>
                  <a:pt x="244" y="350"/>
                </a:lnTo>
                <a:lnTo>
                  <a:pt x="216" y="358"/>
                </a:lnTo>
                <a:lnTo>
                  <a:pt x="216" y="284"/>
                </a:lnTo>
                <a:lnTo>
                  <a:pt x="239" y="274"/>
                </a:lnTo>
                <a:lnTo>
                  <a:pt x="260" y="259"/>
                </a:lnTo>
                <a:lnTo>
                  <a:pt x="275" y="240"/>
                </a:lnTo>
                <a:lnTo>
                  <a:pt x="285" y="216"/>
                </a:lnTo>
                <a:close/>
                <a:moveTo>
                  <a:pt x="26" y="216"/>
                </a:moveTo>
                <a:lnTo>
                  <a:pt x="99" y="216"/>
                </a:lnTo>
                <a:lnTo>
                  <a:pt x="108" y="240"/>
                </a:lnTo>
                <a:lnTo>
                  <a:pt x="124" y="259"/>
                </a:lnTo>
                <a:lnTo>
                  <a:pt x="144" y="274"/>
                </a:lnTo>
                <a:lnTo>
                  <a:pt x="168" y="284"/>
                </a:lnTo>
                <a:lnTo>
                  <a:pt x="168" y="358"/>
                </a:lnTo>
                <a:lnTo>
                  <a:pt x="139" y="350"/>
                </a:lnTo>
                <a:lnTo>
                  <a:pt x="112" y="338"/>
                </a:lnTo>
                <a:lnTo>
                  <a:pt x="81" y="369"/>
                </a:lnTo>
                <a:lnTo>
                  <a:pt x="69" y="379"/>
                </a:lnTo>
                <a:lnTo>
                  <a:pt x="55" y="383"/>
                </a:lnTo>
                <a:lnTo>
                  <a:pt x="41" y="383"/>
                </a:lnTo>
                <a:lnTo>
                  <a:pt x="26" y="379"/>
                </a:lnTo>
                <a:lnTo>
                  <a:pt x="13" y="369"/>
                </a:lnTo>
                <a:lnTo>
                  <a:pt x="5" y="358"/>
                </a:lnTo>
                <a:lnTo>
                  <a:pt x="0" y="343"/>
                </a:lnTo>
                <a:lnTo>
                  <a:pt x="0" y="328"/>
                </a:lnTo>
                <a:lnTo>
                  <a:pt x="5" y="315"/>
                </a:lnTo>
                <a:lnTo>
                  <a:pt x="13" y="302"/>
                </a:lnTo>
                <a:lnTo>
                  <a:pt x="44" y="271"/>
                </a:lnTo>
                <a:lnTo>
                  <a:pt x="33" y="244"/>
                </a:lnTo>
                <a:lnTo>
                  <a:pt x="26" y="216"/>
                </a:lnTo>
                <a:close/>
                <a:moveTo>
                  <a:pt x="336" y="23"/>
                </a:moveTo>
                <a:lnTo>
                  <a:pt x="328" y="25"/>
                </a:lnTo>
                <a:lnTo>
                  <a:pt x="319" y="30"/>
                </a:lnTo>
                <a:lnTo>
                  <a:pt x="292" y="57"/>
                </a:lnTo>
                <a:lnTo>
                  <a:pt x="311" y="73"/>
                </a:lnTo>
                <a:lnTo>
                  <a:pt x="326" y="91"/>
                </a:lnTo>
                <a:lnTo>
                  <a:pt x="354" y="65"/>
                </a:lnTo>
                <a:lnTo>
                  <a:pt x="359" y="56"/>
                </a:lnTo>
                <a:lnTo>
                  <a:pt x="360" y="48"/>
                </a:lnTo>
                <a:lnTo>
                  <a:pt x="359" y="38"/>
                </a:lnTo>
                <a:lnTo>
                  <a:pt x="354" y="30"/>
                </a:lnTo>
                <a:lnTo>
                  <a:pt x="345" y="25"/>
                </a:lnTo>
                <a:lnTo>
                  <a:pt x="336" y="23"/>
                </a:lnTo>
                <a:close/>
                <a:moveTo>
                  <a:pt x="48" y="23"/>
                </a:moveTo>
                <a:lnTo>
                  <a:pt x="38" y="25"/>
                </a:lnTo>
                <a:lnTo>
                  <a:pt x="31" y="30"/>
                </a:lnTo>
                <a:lnTo>
                  <a:pt x="25" y="38"/>
                </a:lnTo>
                <a:lnTo>
                  <a:pt x="24" y="48"/>
                </a:lnTo>
                <a:lnTo>
                  <a:pt x="25" y="56"/>
                </a:lnTo>
                <a:lnTo>
                  <a:pt x="31" y="65"/>
                </a:lnTo>
                <a:lnTo>
                  <a:pt x="57" y="91"/>
                </a:lnTo>
                <a:lnTo>
                  <a:pt x="74" y="73"/>
                </a:lnTo>
                <a:lnTo>
                  <a:pt x="92" y="57"/>
                </a:lnTo>
                <a:lnTo>
                  <a:pt x="64" y="30"/>
                </a:lnTo>
                <a:lnTo>
                  <a:pt x="57" y="25"/>
                </a:lnTo>
                <a:lnTo>
                  <a:pt x="48" y="23"/>
                </a:lnTo>
                <a:close/>
                <a:moveTo>
                  <a:pt x="329" y="0"/>
                </a:moveTo>
                <a:lnTo>
                  <a:pt x="343" y="0"/>
                </a:lnTo>
                <a:lnTo>
                  <a:pt x="357" y="5"/>
                </a:lnTo>
                <a:lnTo>
                  <a:pt x="370" y="13"/>
                </a:lnTo>
                <a:lnTo>
                  <a:pt x="379" y="26"/>
                </a:lnTo>
                <a:lnTo>
                  <a:pt x="384" y="40"/>
                </a:lnTo>
                <a:lnTo>
                  <a:pt x="384" y="55"/>
                </a:lnTo>
                <a:lnTo>
                  <a:pt x="379" y="69"/>
                </a:lnTo>
                <a:lnTo>
                  <a:pt x="370" y="81"/>
                </a:lnTo>
                <a:lnTo>
                  <a:pt x="339" y="112"/>
                </a:lnTo>
                <a:lnTo>
                  <a:pt x="351" y="138"/>
                </a:lnTo>
                <a:lnTo>
                  <a:pt x="359" y="167"/>
                </a:lnTo>
                <a:lnTo>
                  <a:pt x="285" y="167"/>
                </a:lnTo>
                <a:lnTo>
                  <a:pt x="275" y="144"/>
                </a:lnTo>
                <a:lnTo>
                  <a:pt x="260" y="124"/>
                </a:lnTo>
                <a:lnTo>
                  <a:pt x="239" y="109"/>
                </a:lnTo>
                <a:lnTo>
                  <a:pt x="216" y="99"/>
                </a:lnTo>
                <a:lnTo>
                  <a:pt x="216" y="25"/>
                </a:lnTo>
                <a:lnTo>
                  <a:pt x="244" y="32"/>
                </a:lnTo>
                <a:lnTo>
                  <a:pt x="272" y="44"/>
                </a:lnTo>
                <a:lnTo>
                  <a:pt x="303" y="13"/>
                </a:lnTo>
                <a:lnTo>
                  <a:pt x="314" y="5"/>
                </a:lnTo>
                <a:lnTo>
                  <a:pt x="329" y="0"/>
                </a:lnTo>
                <a:close/>
                <a:moveTo>
                  <a:pt x="41" y="0"/>
                </a:moveTo>
                <a:lnTo>
                  <a:pt x="55" y="0"/>
                </a:lnTo>
                <a:lnTo>
                  <a:pt x="69" y="5"/>
                </a:lnTo>
                <a:lnTo>
                  <a:pt x="81" y="13"/>
                </a:lnTo>
                <a:lnTo>
                  <a:pt x="112" y="44"/>
                </a:lnTo>
                <a:lnTo>
                  <a:pt x="139" y="32"/>
                </a:lnTo>
                <a:lnTo>
                  <a:pt x="168" y="25"/>
                </a:lnTo>
                <a:lnTo>
                  <a:pt x="168" y="99"/>
                </a:lnTo>
                <a:lnTo>
                  <a:pt x="144" y="109"/>
                </a:lnTo>
                <a:lnTo>
                  <a:pt x="124" y="124"/>
                </a:lnTo>
                <a:lnTo>
                  <a:pt x="108" y="144"/>
                </a:lnTo>
                <a:lnTo>
                  <a:pt x="99" y="167"/>
                </a:lnTo>
                <a:lnTo>
                  <a:pt x="26" y="167"/>
                </a:lnTo>
                <a:lnTo>
                  <a:pt x="33" y="138"/>
                </a:lnTo>
                <a:lnTo>
                  <a:pt x="44" y="112"/>
                </a:lnTo>
                <a:lnTo>
                  <a:pt x="13" y="81"/>
                </a:lnTo>
                <a:lnTo>
                  <a:pt x="5" y="69"/>
                </a:lnTo>
                <a:lnTo>
                  <a:pt x="0" y="55"/>
                </a:lnTo>
                <a:lnTo>
                  <a:pt x="0" y="40"/>
                </a:lnTo>
                <a:lnTo>
                  <a:pt x="5" y="26"/>
                </a:lnTo>
                <a:lnTo>
                  <a:pt x="13" y="13"/>
                </a:lnTo>
                <a:lnTo>
                  <a:pt x="26" y="5"/>
                </a:lnTo>
                <a:lnTo>
                  <a:pt x="41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121882" tIns="60941" rIns="121882" bIns="60941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531" y="1498866"/>
            <a:ext cx="7567316" cy="4477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矩形 1"/>
          <p:cNvSpPr/>
          <p:nvPr/>
        </p:nvSpPr>
        <p:spPr>
          <a:xfrm>
            <a:off x="3873500" y="3093720"/>
            <a:ext cx="7099935" cy="30734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rgbClr val="FF0000"/>
                </a:solidFill>
              </a:rPr>
              <a:t>                               </a:t>
            </a:r>
            <a:r>
              <a:rPr lang="zh-CN" altLang="en-US" b="1">
                <a:solidFill>
                  <a:srgbClr val="FF0000"/>
                </a:solidFill>
              </a:rPr>
              <a:t>全局</a:t>
            </a:r>
            <a:r>
              <a:rPr lang="zh-CN" altLang="en-US" b="1">
                <a:solidFill>
                  <a:srgbClr val="FF0000"/>
                </a:solidFill>
              </a:rPr>
              <a:t>安装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73500" y="2186940"/>
            <a:ext cx="7099935" cy="30734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                           </a:t>
            </a:r>
            <a:r>
              <a:rPr lang="en-US" altLang="zh-CN" b="1">
                <a:solidFill>
                  <a:srgbClr val="FF0000"/>
                </a:solidFill>
              </a:rPr>
              <a:t>    </a:t>
            </a:r>
            <a:r>
              <a:rPr lang="zh-CN" altLang="en-US" b="1">
                <a:solidFill>
                  <a:srgbClr val="FF0000"/>
                </a:solidFill>
              </a:rPr>
              <a:t>局部安装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en-US" altLang="zh-CN"/>
              <a:t>             </a:t>
            </a:r>
            <a:endParaRPr lang="en-US" altLang="zh-CN"/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" grpId="0" animBg="1"/>
      <p:bldP spid="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315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的使用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73" name="ïsľïḋé"/>
          <p:cNvCxnSpPr/>
          <p:nvPr>
            <p:custDataLst>
              <p:tags r:id="rId3"/>
            </p:custDataLst>
          </p:nvPr>
        </p:nvCxnSpPr>
        <p:spPr>
          <a:xfrm>
            <a:off x="1971675" y="2288540"/>
            <a:ext cx="0" cy="440499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íś1îḍé"/>
          <p:cNvSpPr/>
          <p:nvPr>
            <p:custDataLst>
              <p:tags r:id="rId4"/>
            </p:custDataLst>
          </p:nvPr>
        </p:nvSpPr>
        <p:spPr>
          <a:xfrm>
            <a:off x="1911350" y="2598420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ś1îḍé"/>
          <p:cNvSpPr/>
          <p:nvPr>
            <p:custDataLst>
              <p:tags r:id="rId5"/>
            </p:custDataLst>
          </p:nvPr>
        </p:nvSpPr>
        <p:spPr>
          <a:xfrm>
            <a:off x="1923415" y="4667885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iṧļíḋe"/>
          <p:cNvSpPr/>
          <p:nvPr>
            <p:custDataLst>
              <p:tags r:id="rId6"/>
            </p:custDataLst>
          </p:nvPr>
        </p:nvSpPr>
        <p:spPr>
          <a:xfrm>
            <a:off x="1739265" y="1873885"/>
            <a:ext cx="464185" cy="464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7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1"/>
          <p:cNvSpPr/>
          <p:nvPr>
            <p:custDataLst>
              <p:tags r:id="rId7"/>
            </p:custDataLst>
          </p:nvPr>
        </p:nvSpPr>
        <p:spPr bwMode="auto">
          <a:xfrm>
            <a:off x="5810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6" name="TextBox 27"/>
          <p:cNvSpPr txBox="1">
            <a:spLocks noChangeArrowheads="1"/>
          </p:cNvSpPr>
          <p:nvPr/>
        </p:nvSpPr>
        <p:spPr bwMode="auto">
          <a:xfrm>
            <a:off x="1321435" y="1257300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iconfont-1187-868615"/>
          <p:cNvSpPr/>
          <p:nvPr>
            <p:custDataLst>
              <p:tags r:id="rId8"/>
            </p:custDataLst>
          </p:nvPr>
        </p:nvSpPr>
        <p:spPr>
          <a:xfrm>
            <a:off x="511175" y="105092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7" name="文本框 96"/>
          <p:cNvSpPr txBox="1"/>
          <p:nvPr>
            <p:custDataLst>
              <p:tags r:id="rId9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全局安装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express-generator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包，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创建命令行工具。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41270" y="1858645"/>
            <a:ext cx="8114665" cy="2265045"/>
            <a:chOff x="4002" y="2927"/>
            <a:chExt cx="12779" cy="3567"/>
          </a:xfrm>
        </p:grpSpPr>
        <p:sp>
          <p:nvSpPr>
            <p:cNvPr id="64" name="文本框 63"/>
            <p:cNvSpPr txBox="1"/>
            <p:nvPr>
              <p:custDataLst>
                <p:tags r:id="rId10"/>
              </p:custDataLst>
            </p:nvPr>
          </p:nvSpPr>
          <p:spPr>
            <a:xfrm>
              <a:off x="5268" y="2927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任意地方打开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CMD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窗口，输入以下命令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圆角矩形 52"/>
            <p:cNvSpPr/>
            <p:nvPr>
              <p:custDataLst>
                <p:tags r:id="rId11"/>
              </p:custDataLst>
            </p:nvPr>
          </p:nvSpPr>
          <p:spPr>
            <a:xfrm>
              <a:off x="4116" y="3043"/>
              <a:ext cx="955" cy="54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071" y="3525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npm install express express-generator –g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002" y="4316"/>
              <a:ext cx="12779" cy="2178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2541270" y="4299585"/>
            <a:ext cx="7591425" cy="1229360"/>
            <a:chOff x="4002" y="6771"/>
            <a:chExt cx="11955" cy="193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192" y="7654"/>
              <a:ext cx="7765" cy="1053"/>
            </a:xfrm>
            <a:prstGeom prst="rect">
              <a:avLst/>
            </a:prstGeom>
          </p:spPr>
        </p:pic>
        <p:sp>
          <p:nvSpPr>
            <p:cNvPr id="38" name="文本框 37"/>
            <p:cNvSpPr txBox="1"/>
            <p:nvPr>
              <p:custDataLst>
                <p:tags r:id="rId14"/>
              </p:custDataLst>
            </p:nvPr>
          </p:nvSpPr>
          <p:spPr>
            <a:xfrm>
              <a:off x="5155" y="6771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包安装完成后，</a:t>
              </a:r>
              <a:r>
                <a:rPr lang="zh-CN" altLang="en-US" sz="1800" b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可以通过命令查看包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的位置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52"/>
            <p:cNvSpPr/>
            <p:nvPr/>
          </p:nvSpPr>
          <p:spPr>
            <a:xfrm>
              <a:off x="4002" y="6972"/>
              <a:ext cx="955" cy="544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5201" y="7363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npm root –g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sp>
        <p:nvSpPr>
          <p:cNvPr id="28" name="iṣḷiďê"/>
          <p:cNvSpPr/>
          <p:nvPr>
            <p:custDataLst>
              <p:tags r:id="rId15"/>
            </p:custDataLst>
          </p:nvPr>
        </p:nvSpPr>
        <p:spPr bwMode="auto">
          <a:xfrm>
            <a:off x="1833172" y="1965585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íś1îḍé"/>
          <p:cNvSpPr/>
          <p:nvPr>
            <p:custDataLst>
              <p:tags r:id="rId16"/>
            </p:custDataLst>
          </p:nvPr>
        </p:nvSpPr>
        <p:spPr>
          <a:xfrm>
            <a:off x="1923415" y="5994400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541270" y="5535930"/>
            <a:ext cx="7519670" cy="1062990"/>
            <a:chOff x="4002" y="8718"/>
            <a:chExt cx="11842" cy="1674"/>
          </a:xfrm>
        </p:grpSpPr>
        <p:grpSp>
          <p:nvGrpSpPr>
            <p:cNvPr id="9" name="组合 8"/>
            <p:cNvGrpSpPr/>
            <p:nvPr/>
          </p:nvGrpSpPr>
          <p:grpSpPr>
            <a:xfrm>
              <a:off x="4002" y="8718"/>
              <a:ext cx="11842" cy="1411"/>
              <a:chOff x="4002" y="6754"/>
              <a:chExt cx="11842" cy="1411"/>
            </a:xfrm>
          </p:grpSpPr>
          <p:sp>
            <p:nvSpPr>
              <p:cNvPr id="11" name="文本框 10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5155" y="6754"/>
                <a:ext cx="10689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使用全部安装包提供的命令行</a:t>
                </a:r>
                <a:r>
                  <a:rPr lang="zh-CN" altLang="en-US" sz="1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工具</a:t>
                </a:r>
                <a:endPara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圆角矩形 52"/>
              <p:cNvSpPr/>
              <p:nvPr/>
            </p:nvSpPr>
            <p:spPr>
              <a:xfrm>
                <a:off x="4002" y="6972"/>
                <a:ext cx="955" cy="544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0000" lnSpcReduction="20000"/>
              </a:bodyPr>
              <a:lstStyle/>
              <a:p>
                <a:pPr algn="ctr" defTabSz="913765"/>
                <a:r>
                  <a:rPr lang="en-US" altLang="zh-CN" sz="1600" b="1" spc="3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5201" y="7367"/>
                <a:ext cx="10240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marL="0" lvl="1">
                  <a:lnSpc>
                    <a:spcPct val="150000"/>
                  </a:lnSpc>
                  <a:spcBef>
                    <a:spcPct val="20000"/>
                  </a:spcBef>
                </a:pPr>
                <a:r>
                  <a:rPr lang="en-US" altLang="zh-CN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</a:rPr>
                  <a:t>express -</a:t>
                </a:r>
                <a:r>
                  <a:rPr lang="en-US" altLang="zh-CN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</a:rPr>
                  <a:t>v</a:t>
                </a:r>
                <a:endPara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</p:grp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8"/>
            <a:srcRect t="47005" r="26043" b="24308"/>
            <a:stretch>
              <a:fillRect/>
            </a:stretch>
          </p:blipFill>
          <p:spPr>
            <a:xfrm>
              <a:off x="8192" y="9643"/>
              <a:ext cx="5322" cy="749"/>
            </a:xfrm>
            <a:prstGeom prst="rect">
              <a:avLst/>
            </a:prstGeom>
          </p:spPr>
        </p:pic>
      </p:grp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315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的使用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914140" y="1780540"/>
            <a:ext cx="7446645" cy="941705"/>
            <a:chOff x="6164" y="2804"/>
            <a:chExt cx="11727" cy="1483"/>
          </a:xfrm>
        </p:grpSpPr>
        <p:sp>
          <p:nvSpPr>
            <p:cNvPr id="64" name="文本框 63"/>
            <p:cNvSpPr txBox="1"/>
            <p:nvPr>
              <p:custDataLst>
                <p:tags r:id="rId3"/>
              </p:custDataLst>
            </p:nvPr>
          </p:nvSpPr>
          <p:spPr>
            <a:xfrm>
              <a:off x="7202" y="2804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在项目中下载并安装模块</a:t>
              </a:r>
              <a:r>
                <a:rPr lang="en-US" altLang="zh-CN" sz="18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mysql</a:t>
              </a:r>
              <a:endParaRPr lang="en-US" altLang="zh-CN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圆角矩形 52"/>
            <p:cNvSpPr/>
            <p:nvPr>
              <p:custDataLst>
                <p:tags r:id="rId4"/>
              </p:custDataLst>
            </p:nvPr>
          </p:nvSpPr>
          <p:spPr>
            <a:xfrm>
              <a:off x="6164" y="3043"/>
              <a:ext cx="955" cy="54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 lnSpcReduction="2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7120" y="3489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i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npm install </a:t>
              </a:r>
              <a:r>
                <a:rPr lang="en-US" altLang="zh-CN" b="1" i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mysql</a:t>
              </a:r>
              <a:endParaRPr lang="en-US" altLang="zh-CN" b="1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cxnSp>
        <p:nvCxnSpPr>
          <p:cNvPr id="73" name="ïsľïḋé"/>
          <p:cNvCxnSpPr/>
          <p:nvPr>
            <p:custDataLst>
              <p:tags r:id="rId5"/>
            </p:custDataLst>
          </p:nvPr>
        </p:nvCxnSpPr>
        <p:spPr>
          <a:xfrm>
            <a:off x="3477895" y="2165985"/>
            <a:ext cx="0" cy="397319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íś1îḍé"/>
          <p:cNvSpPr/>
          <p:nvPr>
            <p:custDataLst>
              <p:tags r:id="rId6"/>
            </p:custDataLst>
          </p:nvPr>
        </p:nvSpPr>
        <p:spPr>
          <a:xfrm>
            <a:off x="3417570" y="2475865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ś1îḍé"/>
          <p:cNvSpPr/>
          <p:nvPr>
            <p:custDataLst>
              <p:tags r:id="rId7"/>
            </p:custDataLst>
          </p:nvPr>
        </p:nvSpPr>
        <p:spPr>
          <a:xfrm>
            <a:off x="3430270" y="4545330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iṧļíḋe"/>
          <p:cNvSpPr/>
          <p:nvPr>
            <p:custDataLst>
              <p:tags r:id="rId8"/>
            </p:custDataLst>
          </p:nvPr>
        </p:nvSpPr>
        <p:spPr>
          <a:xfrm>
            <a:off x="3246120" y="1751330"/>
            <a:ext cx="464185" cy="464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7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1"/>
          <p:cNvSpPr/>
          <p:nvPr>
            <p:custDataLst>
              <p:tags r:id="rId9"/>
            </p:custDataLst>
          </p:nvPr>
        </p:nvSpPr>
        <p:spPr bwMode="auto">
          <a:xfrm>
            <a:off x="5810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6" name="TextBox 27"/>
          <p:cNvSpPr txBox="1">
            <a:spLocks noChangeArrowheads="1"/>
          </p:cNvSpPr>
          <p:nvPr/>
        </p:nvSpPr>
        <p:spPr bwMode="auto">
          <a:xfrm>
            <a:off x="1321435" y="1257300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iconfont-1187-868615"/>
          <p:cNvSpPr/>
          <p:nvPr>
            <p:custDataLst>
              <p:tags r:id="rId10"/>
            </p:custDataLst>
          </p:nvPr>
        </p:nvSpPr>
        <p:spPr>
          <a:xfrm>
            <a:off x="511175" y="105092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7" name="文本框 96"/>
          <p:cNvSpPr txBox="1"/>
          <p:nvPr>
            <p:custDataLst>
              <p:tags r:id="rId11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局部安装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包，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在当前目录下保存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，并输出依赖包查找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路径。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45745" y="3199130"/>
            <a:ext cx="7594600" cy="1913890"/>
            <a:chOff x="387" y="6670"/>
            <a:chExt cx="11960" cy="3014"/>
          </a:xfrm>
        </p:grpSpPr>
        <p:sp>
          <p:nvSpPr>
            <p:cNvPr id="3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87" y="6670"/>
              <a:ext cx="4607" cy="23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加载安装好的包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mysql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2.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module.paths 返回了依赖包查找的路径集合。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6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6524" y="8884"/>
              <a:ext cx="5763" cy="3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6524" y="7839"/>
              <a:ext cx="0" cy="184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263" y="7870"/>
              <a:ext cx="12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5235" y="7270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5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6589" y="9659"/>
              <a:ext cx="575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3" name="iṣḷiďê"/>
          <p:cNvSpPr/>
          <p:nvPr>
            <p:custDataLst>
              <p:tags r:id="rId18"/>
            </p:custDataLst>
          </p:nvPr>
        </p:nvSpPr>
        <p:spPr bwMode="auto">
          <a:xfrm>
            <a:off x="3353946" y="1872013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914140" y="3125470"/>
            <a:ext cx="7518400" cy="2943860"/>
            <a:chOff x="6164" y="4922"/>
            <a:chExt cx="11840" cy="4636"/>
          </a:xfrm>
        </p:grpSpPr>
        <p:grpSp>
          <p:nvGrpSpPr>
            <p:cNvPr id="11" name="组合 10"/>
            <p:cNvGrpSpPr/>
            <p:nvPr/>
          </p:nvGrpSpPr>
          <p:grpSpPr>
            <a:xfrm>
              <a:off x="6164" y="4922"/>
              <a:ext cx="11841" cy="4636"/>
              <a:chOff x="6164" y="4922"/>
              <a:chExt cx="11841" cy="4636"/>
            </a:xfrm>
          </p:grpSpPr>
          <p:sp>
            <p:nvSpPr>
              <p:cNvPr id="38" name="文本框 37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317" y="4922"/>
                <a:ext cx="10689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编写文件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index.js</a:t>
                </a:r>
                <a:r>
                  <a:rPr lang="zh-CN" altLang="en-US" sz="18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endParaRPr lang="zh-CN" altLang="en-US" sz="18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9" name="圆角矩形 52"/>
              <p:cNvSpPr/>
              <p:nvPr/>
            </p:nvSpPr>
            <p:spPr>
              <a:xfrm>
                <a:off x="6164" y="5146"/>
                <a:ext cx="955" cy="544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0000" lnSpcReduction="20000"/>
              </a:bodyPr>
              <a:lstStyle/>
              <a:p>
                <a:pPr algn="ctr" defTabSz="913765"/>
                <a:r>
                  <a:rPr lang="en-US" altLang="zh-CN" sz="1600" b="1" spc="3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圆角矩形 2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849" y="6082"/>
                <a:ext cx="10712" cy="3477"/>
              </a:xfrm>
              <a:prstGeom prst="roundRect">
                <a:avLst>
                  <a:gd name="adj" fmla="val 2065"/>
                </a:avLst>
              </a:prstGeom>
              <a:noFill/>
              <a:ln w="9525" cap="flat" cmpd="sng" algn="ctr">
                <a:solidFill>
                  <a:schemeClr val="accent2"/>
                </a:solidFill>
                <a:prstDash val="dashDot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marL="0" marR="0" lvl="0" indent="0" algn="ctr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solidFill>
                      <a:srgbClr val="3C853C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" name="文本框 39"/>
            <p:cNvSpPr txBox="1"/>
            <p:nvPr/>
          </p:nvSpPr>
          <p:spPr>
            <a:xfrm>
              <a:off x="6986" y="6395"/>
              <a:ext cx="11019" cy="23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mysql = require('mysql');  //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加载依赖包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console.log(module.paths);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635" y="5317490"/>
            <a:ext cx="4292600" cy="742950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096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187325" y="1104900"/>
            <a:ext cx="11817350" cy="5175885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4"/>
            </p:custDataLst>
          </p:nvPr>
        </p:nvSpPr>
        <p:spPr>
          <a:xfrm>
            <a:off x="576580" y="1120140"/>
            <a:ext cx="956310" cy="519747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5"/>
            </p:custDataLst>
          </p:nvPr>
        </p:nvSpPr>
        <p:spPr>
          <a:xfrm>
            <a:off x="1532890" y="1146175"/>
            <a:ext cx="231140" cy="5172710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328" y="3143991"/>
            <a:ext cx="569913" cy="569913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1927225" y="1854200"/>
            <a:ext cx="7312025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require()在加载包时，首先会判断其是否为核心模块，若是核心模块（Node.js 安装时自动保护），则自动加载；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若不是核心模块，那么就查找当前目录下的 node_modules 文件夹是否已下载该模块。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若当前目录下没有该模块，则到其父目录中的 node_modules 查找下载的包，一直递归到项目包所在的根目录下</a:t>
            </a:r>
            <a:r>
              <a:rPr 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若能找到，程序不会报错；若找不到，则程序会报错并提示包未安装。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1902609" y="937103"/>
            <a:ext cx="6768423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包加载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规则：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0"/>
        </p:blipFill>
        <p:spPr>
          <a:xfrm>
            <a:off x="9239885" y="2359025"/>
            <a:ext cx="2625725" cy="246126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20310" y="1531620"/>
            <a:ext cx="6393180" cy="1975485"/>
            <a:chOff x="7906" y="2786"/>
            <a:chExt cx="10068" cy="3111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7906" y="3886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4"/>
              </p:custDataLst>
            </p:nvPr>
          </p:nvSpPr>
          <p:spPr bwMode="auto">
            <a:xfrm>
              <a:off x="8240" y="4119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9327" y="2786"/>
              <a:ext cx="8647" cy="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包和</a:t>
              </a:r>
              <a:r>
                <a:rPr lang="en-US" altLang="zh-CN" sz="2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NPM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i="0" u="none" strike="noStrike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某种意义上来说，包是模块的集合。</a:t>
              </a:r>
              <a:endParaRPr kumimoji="0" lang="en-US" sz="1800" i="0" u="none" strike="noStrike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i="0" u="none" strike="noStrike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模块是按照CommonJS规范写的js文件。</a:t>
              </a:r>
              <a:endParaRPr kumimoji="0" lang="en-US" sz="1800" i="0" u="none" strike="noStrike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i="0" u="none" strike="noStrike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通过NPM实现对包的管理，解决包之间的依赖关系。</a:t>
              </a:r>
              <a:endParaRPr kumimoji="0" lang="en-US" sz="1800" i="0" u="none" strike="noStrike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endParaRPr kumimoji="0" lang="en-US" sz="1800" i="0" u="none" strike="noStrike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038090" y="3957320"/>
            <a:ext cx="5057775" cy="1800225"/>
            <a:chOff x="7934" y="5518"/>
            <a:chExt cx="7965" cy="2835"/>
          </a:xfrm>
        </p:grpSpPr>
        <p:sp>
          <p:nvSpPr>
            <p:cNvPr id="13" name="椭圆 12"/>
            <p:cNvSpPr/>
            <p:nvPr>
              <p:custDataLst>
                <p:tags r:id="rId5"/>
              </p:custDataLst>
            </p:nvPr>
          </p:nvSpPr>
          <p:spPr>
            <a:xfrm>
              <a:off x="7934" y="619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5" name="Freeform 5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191" y="6475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6" name="Freeform 5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306" y="6589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437" y="6429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9327" y="5518"/>
              <a:ext cx="6572" cy="28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NPM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命令的使用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第三方包的安装方式有 2 种：</a:t>
              </a:r>
              <a:endParaRPr kumimoji="0" lang="en-US" sz="1800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--全局安装 </a:t>
              </a:r>
              <a:r>
                <a:rPr kumimoji="0" lang="en-US" sz="1800" b="1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-g</a:t>
              </a:r>
              <a:r>
                <a:rPr kumimoji="0" lang="zh-CN" altLang="en-US" sz="180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：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创建命令行工具。</a:t>
              </a:r>
              <a:endParaRPr kumimoji="0" lang="en-US" sz="1800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--局部安装</a:t>
              </a:r>
              <a:r>
                <a:rPr kumimoji="0" lang="zh-CN" altLang="en-US" sz="180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：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在当前目录下保存。</a:t>
              </a:r>
              <a:endParaRPr kumimoji="0" lang="zh-CN" altLang="en-US" sz="1800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9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0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ļïḍê"/>
          <p:cNvSpPr/>
          <p:nvPr/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ṡḷîḓê"/>
          <p:cNvSpPr/>
          <p:nvPr>
            <p:custDataLst>
              <p:tags r:id="rId11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íśḻîḑe"/>
          <p:cNvSpPr/>
          <p:nvPr>
            <p:custDataLst>
              <p:tags r:id="rId12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iḑé"/>
          <p:cNvSpPr/>
          <p:nvPr>
            <p:custDataLst>
              <p:tags r:id="rId13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šľïḑé"/>
          <p:cNvSpPr/>
          <p:nvPr>
            <p:custDataLst>
              <p:tags r:id="rId14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ïṧḻïḍè"/>
          <p:cNvSpPr/>
          <p:nvPr>
            <p:custDataLst>
              <p:tags r:id="rId15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Sļîḍè"/>
          <p:cNvSpPr/>
          <p:nvPr>
            <p:custDataLst>
              <p:tags r:id="rId16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ḷîḋè"/>
          <p:cNvSpPr/>
          <p:nvPr>
            <p:custDataLst>
              <p:tags r:id="rId17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išľíḍè"/>
          <p:cNvSpPr/>
          <p:nvPr>
            <p:custDataLst>
              <p:tags r:id="rId18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ŝḷiḓê"/>
          <p:cNvSpPr/>
          <p:nvPr>
            <p:custDataLst>
              <p:tags r:id="rId19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iṡḷíďé"/>
          <p:cNvSpPr/>
          <p:nvPr>
            <p:custDataLst>
              <p:tags r:id="rId20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îşļíḑè"/>
          <p:cNvSpPr/>
          <p:nvPr>
            <p:custDataLst>
              <p:tags r:id="rId21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ïşļiḑé"/>
          <p:cNvSpPr/>
          <p:nvPr>
            <p:custDataLst>
              <p:tags r:id="rId22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îśļiḓè"/>
          <p:cNvSpPr/>
          <p:nvPr>
            <p:custDataLst>
              <p:tags r:id="rId23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ṡlíḍê"/>
          <p:cNvSpPr/>
          <p:nvPr>
            <p:custDataLst>
              <p:tags r:id="rId24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1ïḍe"/>
          <p:cNvSpPr/>
          <p:nvPr>
            <p:custDataLst>
              <p:tags r:id="rId25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îślïḋe"/>
          <p:cNvSpPr/>
          <p:nvPr>
            <p:custDataLst>
              <p:tags r:id="rId26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ïşḷiḍè"/>
          <p:cNvSpPr/>
          <p:nvPr>
            <p:custDataLst>
              <p:tags r:id="rId27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îŝḻiḍê"/>
          <p:cNvSpPr/>
          <p:nvPr>
            <p:custDataLst>
              <p:tags r:id="rId28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ṧḻíḋè"/>
          <p:cNvSpPr/>
          <p:nvPr>
            <p:custDataLst>
              <p:tags r:id="rId29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ṡļïḍé"/>
          <p:cNvSpPr/>
          <p:nvPr>
            <p:custDataLst>
              <p:tags r:id="rId30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î$1ïḓè"/>
          <p:cNvSpPr/>
          <p:nvPr>
            <p:custDataLst>
              <p:tags r:id="rId31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iṩ1iḍe"/>
          <p:cNvSpPr/>
          <p:nvPr>
            <p:custDataLst>
              <p:tags r:id="rId32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ïṡļidê"/>
          <p:cNvSpPr/>
          <p:nvPr>
            <p:custDataLst>
              <p:tags r:id="rId33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íšľíḑé"/>
          <p:cNvSpPr/>
          <p:nvPr>
            <p:custDataLst>
              <p:tags r:id="rId34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šlíḑe"/>
          <p:cNvSpPr/>
          <p:nvPr>
            <p:custDataLst>
              <p:tags r:id="rId35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ṥlîḋè"/>
          <p:cNvSpPr/>
          <p:nvPr>
            <p:custDataLst>
              <p:tags r:id="rId36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ŝḻïḍé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íṧḻiḑé"/>
          <p:cNvSpPr/>
          <p:nvPr/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šḻiḑè"/>
          <p:cNvSpPr/>
          <p:nvPr/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ṡlíḑe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iṥlïdê"/>
          <p:cNvSpPr/>
          <p:nvPr>
            <p:custDataLst>
              <p:tags r:id="rId37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PA" val="v5.2.10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02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595.xml><?xml version="1.0" encoding="utf-8"?>
<p:tagLst xmlns:p="http://schemas.openxmlformats.org/presentationml/2006/main">
  <p:tag name="PA" val="v5.2.10"/>
</p:tagLst>
</file>

<file path=ppt/tags/tag596.xml><?xml version="1.0" encoding="utf-8"?>
<p:tagLst xmlns:p="http://schemas.openxmlformats.org/presentationml/2006/main">
  <p:tag name="PA" val="v5.2.10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02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597.xml><?xml version="1.0" encoding="utf-8"?>
<p:tagLst xmlns:p="http://schemas.openxmlformats.org/presentationml/2006/main">
  <p:tag name="PA" val="v5.2.10"/>
</p:tagLst>
</file>

<file path=ppt/tags/tag598.xml><?xml version="1.0" encoding="utf-8"?>
<p:tagLst xmlns:p="http://schemas.openxmlformats.org/presentationml/2006/main">
  <p:tag name="PA" val="v5.2.10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02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599.xml><?xml version="1.0" encoding="utf-8"?>
<p:tagLst xmlns:p="http://schemas.openxmlformats.org/presentationml/2006/main">
  <p:tag name="PA" val="v5.2.10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SLIDE_BACKGROUND_TYPE" val="general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SLIDE_BACKGROUND_TYPE" val="general"/>
</p:tagLst>
</file>

<file path=ppt/tags/tag74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745.xml><?xml version="1.0" encoding="utf-8"?>
<p:tagLst xmlns:p="http://schemas.openxmlformats.org/presentationml/2006/main">
  <p:tag name="KSO_WM_DIAGRAM_VIRTUALLY_FRAME" val="{&quot;height&quot;:194.2832283464567,&quot;left&quot;:140.48527559055117,&quot;top&quot;:167.7024409448819,&quot;width&quot;:697.3823622047244}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4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74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4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748.xml><?xml version="1.0" encoding="utf-8"?>
<p:tagLst xmlns:p="http://schemas.openxmlformats.org/presentationml/2006/main">
  <p:tag name="KSO_WM_DIAGRAM_VIRTUALLY_FRAME" val="{&quot;height&quot;:194.2832283464567,&quot;left&quot;:140.48527559055117,&quot;top&quot;:167.7024409448819,&quot;width&quot;:697.3823622047244}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4*l_h_i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75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4*l_h_a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751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SLIDE_BACKGROUND_TYPE" val="general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3.xml><?xml version="1.0" encoding="utf-8"?>
<p:tagLst xmlns:p="http://schemas.openxmlformats.org/presentationml/2006/main">
  <p:tag name="KSO_WM_SLIDE_BACKGROUND_TYPE" val="general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7.xml><?xml version="1.0" encoding="utf-8"?>
<p:tagLst xmlns:p="http://schemas.openxmlformats.org/presentationml/2006/main">
  <p:tag name="KSO_WM_SLIDE_BACKGROUND_TYPE" val="general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SLIDE_BACKGROUND_TYPE" val="general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FILL_FORE_SCHEMECOLOR_INDEX_2_BRIGHTNESS" val="-0.05"/>
  <p:tag name="KSO_WM_UNIT_FILL_FORE_SCHEMECOLOR_INDEX_2" val="14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779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8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p="http://schemas.openxmlformats.org/presentationml/2006/main">
  <p:tag name="KSO_WM_SLIDE_BACKGROUND_TYPE" val="general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9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SLIDE_BACKGROUND_TYPE" val="general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805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0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10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8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2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21.xml><?xml version="1.0" encoding="utf-8"?>
<p:tagLst xmlns:p="http://schemas.openxmlformats.org/presentationml/2006/main">
  <p:tag name="KSO_WM_SLIDE_BACKGROUND_TYPE" val="general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6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9.xml><?xml version="1.0" encoding="utf-8"?>
<p:tagLst xmlns:p="http://schemas.openxmlformats.org/presentationml/2006/main">
  <p:tag name="KSO_WM_SLIDE_BACKGROUND_TYPE" val="general"/>
</p:tagLst>
</file>

<file path=ppt/tags/tag8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6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67.xml><?xml version="1.0" encoding="utf-8"?>
<p:tagLst xmlns:p="http://schemas.openxmlformats.org/presentationml/2006/main">
  <p:tag name="KSO_WM_SLIDE_BACKGROUND_TYPE" val="general"/>
</p:tagLst>
</file>

<file path=ppt/tags/tag868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69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70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1220</Words>
  <Application>WPS 演示</Application>
  <PresentationFormat>宽屏</PresentationFormat>
  <Paragraphs>140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Courier New</vt:lpstr>
      <vt:lpstr>Arial Unicode MS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TXY</cp:lastModifiedBy>
  <cp:revision>373</cp:revision>
  <dcterms:created xsi:type="dcterms:W3CDTF">2020-10-23T09:50:00Z</dcterms:created>
  <dcterms:modified xsi:type="dcterms:W3CDTF">2024-07-26T12:25:22Z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CBCED589BF574800A145C10A12ED9491</vt:lpwstr>
  </property>
  <property fmtid="{D5CDD505-2E9C-101B-9397-08002B2CF9AE}" pid="3" name="KSOProductBuildVer">
    <vt:lpwstr>2052-12.1.0.17147</vt:lpwstr>
  </property>
</Properties>
</file>