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6" r:id="rId10"/>
    <p:sldId id="460" r:id="rId11"/>
    <p:sldId id="447" r:id="rId12"/>
    <p:sldId id="448" r:id="rId13"/>
    <p:sldId id="449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59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4C944C"/>
    <a:srgbClr val="B12C1B"/>
    <a:srgbClr val="00000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8B58294-7C98-454F-8B8E-5373267BDF32}" styleName="{385b2ea8-0d66-414d-9127-dde3b277f022}">
    <a:wholeTbl>
      <a:tcTxStyle>
        <a:fontRef idx="none">
          <a:prstClr val="black"/>
        </a:fontRef>
      </a:tcTxStyle>
      <a:tcStyle>
        <a:tcBdr>
          <a:top>
            <a:ln w="76200" cmpd="sng">
              <a:solidFill>
                <a:srgbClr val="53CED5"/>
              </a:solidFill>
            </a:ln>
          </a:top>
          <a:bottom>
            <a:ln w="76200" cmpd="sng">
              <a:solidFill>
                <a:srgbClr val="53CED5"/>
              </a:solidFill>
            </a:ln>
          </a:bottom>
        </a:tcBdr>
        <a:fill>
          <a:solidFill>
            <a:srgbClr val="FFFFFF"/>
          </a:solidFill>
        </a:fill>
      </a:tcStyle>
    </a:wholeTbl>
    <a:band1H>
      <a:tcTxStyle>
        <a:fontRef idx="none">
          <a:prstClr val="black"/>
        </a:fontRef>
      </a:tcTxStyle>
      <a:tcStyle>
        <a:tcBdr/>
        <a:fill>
          <a:solidFill>
            <a:srgbClr val="DEF6F7"/>
          </a:solidFill>
        </a:fill>
      </a:tcStyle>
    </a:band1H>
    <a:firstRow>
      <a:tcTxStyle>
        <a:fontRef idx="none">
          <a:prstClr val="black"/>
        </a:fontRef>
      </a:tcTxStyle>
      <a:tcStyle>
        <a:tcBdr/>
        <a:fill>
          <a:solidFill>
            <a:srgbClr val="53CE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74" y="72"/>
      </p:cViewPr>
      <p:guideLst>
        <p:guide orient="horz" pos="2167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837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tags" Target="../tags/tag594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595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04.xml"/><Relationship Id="rId8" Type="http://schemas.openxmlformats.org/officeDocument/2006/relationships/tags" Target="../tags/tag603.xml"/><Relationship Id="rId7" Type="http://schemas.openxmlformats.org/officeDocument/2006/relationships/tags" Target="../tags/tag602.xml"/><Relationship Id="rId6" Type="http://schemas.openxmlformats.org/officeDocument/2006/relationships/tags" Target="../tags/tag601.xml"/><Relationship Id="rId5" Type="http://schemas.openxmlformats.org/officeDocument/2006/relationships/tags" Target="../tags/tag600.xml"/><Relationship Id="rId4" Type="http://schemas.openxmlformats.org/officeDocument/2006/relationships/tags" Target="../tags/tag599.xml"/><Relationship Id="rId3" Type="http://schemas.openxmlformats.org/officeDocument/2006/relationships/tags" Target="../tags/tag598.xml"/><Relationship Id="rId2" Type="http://schemas.openxmlformats.org/officeDocument/2006/relationships/tags" Target="../tags/tag597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606.xml"/><Relationship Id="rId10" Type="http://schemas.openxmlformats.org/officeDocument/2006/relationships/tags" Target="../tags/tag605.xml"/><Relationship Id="rId1" Type="http://schemas.openxmlformats.org/officeDocument/2006/relationships/tags" Target="../tags/tag59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3.xml"/><Relationship Id="rId8" Type="http://schemas.openxmlformats.org/officeDocument/2006/relationships/tags" Target="../tags/tag6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tags" Target="../tags/tag611.xml"/><Relationship Id="rId4" Type="http://schemas.openxmlformats.org/officeDocument/2006/relationships/tags" Target="../tags/tag610.xml"/><Relationship Id="rId3" Type="http://schemas.openxmlformats.org/officeDocument/2006/relationships/tags" Target="../tags/tag609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608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620.xml"/><Relationship Id="rId17" Type="http://schemas.openxmlformats.org/officeDocument/2006/relationships/tags" Target="../tags/tag619.xml"/><Relationship Id="rId16" Type="http://schemas.openxmlformats.org/officeDocument/2006/relationships/tags" Target="../tags/tag618.xml"/><Relationship Id="rId15" Type="http://schemas.openxmlformats.org/officeDocument/2006/relationships/tags" Target="../tags/tag617.xml"/><Relationship Id="rId14" Type="http://schemas.openxmlformats.org/officeDocument/2006/relationships/tags" Target="../tags/tag616.xml"/><Relationship Id="rId13" Type="http://schemas.microsoft.com/office/2007/relationships/hdphoto" Target="../media/image10.wdp"/><Relationship Id="rId12" Type="http://schemas.openxmlformats.org/officeDocument/2006/relationships/image" Target="../media/image9.png"/><Relationship Id="rId11" Type="http://schemas.openxmlformats.org/officeDocument/2006/relationships/tags" Target="../tags/tag615.xml"/><Relationship Id="rId10" Type="http://schemas.openxmlformats.org/officeDocument/2006/relationships/tags" Target="../tags/tag614.xml"/><Relationship Id="rId1" Type="http://schemas.openxmlformats.org/officeDocument/2006/relationships/tags" Target="../tags/tag60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image" Target="../media/image12.jpeg"/><Relationship Id="rId7" Type="http://schemas.openxmlformats.org/officeDocument/2006/relationships/tags" Target="../tags/tag626.xml"/><Relationship Id="rId6" Type="http://schemas.openxmlformats.org/officeDocument/2006/relationships/tags" Target="../tags/tag625.xml"/><Relationship Id="rId5" Type="http://schemas.openxmlformats.org/officeDocument/2006/relationships/tags" Target="../tags/tag624.xml"/><Relationship Id="rId4" Type="http://schemas.openxmlformats.org/officeDocument/2006/relationships/tags" Target="../tags/tag623.xml"/><Relationship Id="rId3" Type="http://schemas.openxmlformats.org/officeDocument/2006/relationships/image" Target="../media/image11.jpeg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640.xml"/><Relationship Id="rId23" Type="http://schemas.openxmlformats.org/officeDocument/2006/relationships/tags" Target="../tags/tag639.xml"/><Relationship Id="rId22" Type="http://schemas.openxmlformats.org/officeDocument/2006/relationships/image" Target="../media/image14.jpeg"/><Relationship Id="rId21" Type="http://schemas.openxmlformats.org/officeDocument/2006/relationships/tags" Target="../tags/tag638.xml"/><Relationship Id="rId20" Type="http://schemas.openxmlformats.org/officeDocument/2006/relationships/tags" Target="../tags/tag637.xml"/><Relationship Id="rId2" Type="http://schemas.openxmlformats.org/officeDocument/2006/relationships/tags" Target="../tags/tag622.xml"/><Relationship Id="rId19" Type="http://schemas.openxmlformats.org/officeDocument/2006/relationships/tags" Target="../tags/tag636.xml"/><Relationship Id="rId18" Type="http://schemas.openxmlformats.org/officeDocument/2006/relationships/tags" Target="../tags/tag635.xml"/><Relationship Id="rId17" Type="http://schemas.openxmlformats.org/officeDocument/2006/relationships/tags" Target="../tags/tag634.xml"/><Relationship Id="rId16" Type="http://schemas.openxmlformats.org/officeDocument/2006/relationships/tags" Target="../tags/tag633.xml"/><Relationship Id="rId15" Type="http://schemas.openxmlformats.org/officeDocument/2006/relationships/tags" Target="../tags/tag632.xml"/><Relationship Id="rId14" Type="http://schemas.openxmlformats.org/officeDocument/2006/relationships/tags" Target="../tags/tag631.xml"/><Relationship Id="rId13" Type="http://schemas.openxmlformats.org/officeDocument/2006/relationships/tags" Target="../tags/tag630.xml"/><Relationship Id="rId12" Type="http://schemas.openxmlformats.org/officeDocument/2006/relationships/tags" Target="../tags/tag629.xml"/><Relationship Id="rId11" Type="http://schemas.openxmlformats.org/officeDocument/2006/relationships/tags" Target="../tags/tag628.xml"/><Relationship Id="rId10" Type="http://schemas.openxmlformats.org/officeDocument/2006/relationships/tags" Target="../tags/tag627.xml"/><Relationship Id="rId1" Type="http://schemas.openxmlformats.org/officeDocument/2006/relationships/tags" Target="../tags/tag62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46.xml"/><Relationship Id="rId6" Type="http://schemas.openxmlformats.org/officeDocument/2006/relationships/tags" Target="../tags/tag645.xml"/><Relationship Id="rId5" Type="http://schemas.openxmlformats.org/officeDocument/2006/relationships/tags" Target="../tags/tag644.xml"/><Relationship Id="rId4" Type="http://schemas.openxmlformats.org/officeDocument/2006/relationships/tags" Target="../tags/tag643.xml"/><Relationship Id="rId3" Type="http://schemas.openxmlformats.org/officeDocument/2006/relationships/image" Target="../media/image15.png"/><Relationship Id="rId2" Type="http://schemas.openxmlformats.org/officeDocument/2006/relationships/tags" Target="../tags/tag642.xml"/><Relationship Id="rId1" Type="http://schemas.openxmlformats.org/officeDocument/2006/relationships/tags" Target="../tags/tag64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650.xml"/><Relationship Id="rId4" Type="http://schemas.openxmlformats.org/officeDocument/2006/relationships/tags" Target="../tags/tag649.xml"/><Relationship Id="rId3" Type="http://schemas.openxmlformats.org/officeDocument/2006/relationships/tags" Target="../tags/tag648.xml"/><Relationship Id="rId2" Type="http://schemas.openxmlformats.org/officeDocument/2006/relationships/tags" Target="../tags/tag647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55.xml"/><Relationship Id="rId5" Type="http://schemas.openxmlformats.org/officeDocument/2006/relationships/tags" Target="../tags/tag654.xml"/><Relationship Id="rId4" Type="http://schemas.openxmlformats.org/officeDocument/2006/relationships/image" Target="../media/image17.png"/><Relationship Id="rId3" Type="http://schemas.openxmlformats.org/officeDocument/2006/relationships/tags" Target="../tags/tag653.xml"/><Relationship Id="rId2" Type="http://schemas.openxmlformats.org/officeDocument/2006/relationships/tags" Target="../tags/tag652.xml"/><Relationship Id="rId1" Type="http://schemas.openxmlformats.org/officeDocument/2006/relationships/tags" Target="../tags/tag65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660.xml"/><Relationship Id="rId4" Type="http://schemas.openxmlformats.org/officeDocument/2006/relationships/tags" Target="../tags/tag659.xml"/><Relationship Id="rId3" Type="http://schemas.openxmlformats.org/officeDocument/2006/relationships/tags" Target="../tags/tag658.xml"/><Relationship Id="rId2" Type="http://schemas.openxmlformats.org/officeDocument/2006/relationships/tags" Target="../tags/tag657.xml"/><Relationship Id="rId1" Type="http://schemas.openxmlformats.org/officeDocument/2006/relationships/tags" Target="../tags/tag65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image" Target="../media/image12.jpeg"/><Relationship Id="rId7" Type="http://schemas.openxmlformats.org/officeDocument/2006/relationships/image" Target="../media/image11.jpeg"/><Relationship Id="rId6" Type="http://schemas.openxmlformats.org/officeDocument/2006/relationships/tags" Target="../tags/tag665.xml"/><Relationship Id="rId5" Type="http://schemas.openxmlformats.org/officeDocument/2006/relationships/tags" Target="../tags/tag664.xml"/><Relationship Id="rId4" Type="http://schemas.openxmlformats.org/officeDocument/2006/relationships/tags" Target="../tags/tag663.xml"/><Relationship Id="rId3" Type="http://schemas.openxmlformats.org/officeDocument/2006/relationships/image" Target="../media/image18.png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680.xml"/><Relationship Id="rId23" Type="http://schemas.openxmlformats.org/officeDocument/2006/relationships/tags" Target="../tags/tag679.xml"/><Relationship Id="rId22" Type="http://schemas.openxmlformats.org/officeDocument/2006/relationships/tags" Target="../tags/tag678.xml"/><Relationship Id="rId21" Type="http://schemas.openxmlformats.org/officeDocument/2006/relationships/tags" Target="../tags/tag677.xml"/><Relationship Id="rId20" Type="http://schemas.openxmlformats.org/officeDocument/2006/relationships/tags" Target="../tags/tag676.xml"/><Relationship Id="rId2" Type="http://schemas.openxmlformats.org/officeDocument/2006/relationships/tags" Target="../tags/tag662.xml"/><Relationship Id="rId19" Type="http://schemas.openxmlformats.org/officeDocument/2006/relationships/tags" Target="../tags/tag675.xml"/><Relationship Id="rId18" Type="http://schemas.openxmlformats.org/officeDocument/2006/relationships/tags" Target="../tags/tag674.xml"/><Relationship Id="rId17" Type="http://schemas.openxmlformats.org/officeDocument/2006/relationships/tags" Target="../tags/tag673.xml"/><Relationship Id="rId16" Type="http://schemas.openxmlformats.org/officeDocument/2006/relationships/tags" Target="../tags/tag672.xml"/><Relationship Id="rId15" Type="http://schemas.openxmlformats.org/officeDocument/2006/relationships/tags" Target="../tags/tag671.xml"/><Relationship Id="rId14" Type="http://schemas.openxmlformats.org/officeDocument/2006/relationships/tags" Target="../tags/tag670.xml"/><Relationship Id="rId13" Type="http://schemas.openxmlformats.org/officeDocument/2006/relationships/tags" Target="../tags/tag669.xml"/><Relationship Id="rId12" Type="http://schemas.openxmlformats.org/officeDocument/2006/relationships/tags" Target="../tags/tag668.xml"/><Relationship Id="rId11" Type="http://schemas.openxmlformats.org/officeDocument/2006/relationships/tags" Target="../tags/tag667.xml"/><Relationship Id="rId10" Type="http://schemas.openxmlformats.org/officeDocument/2006/relationships/tags" Target="../tags/tag666.xml"/><Relationship Id="rId1" Type="http://schemas.openxmlformats.org/officeDocument/2006/relationships/tags" Target="../tags/tag66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89.xml"/><Relationship Id="rId8" Type="http://schemas.openxmlformats.org/officeDocument/2006/relationships/tags" Target="../tags/tag688.xml"/><Relationship Id="rId7" Type="http://schemas.openxmlformats.org/officeDocument/2006/relationships/tags" Target="../tags/tag687.xml"/><Relationship Id="rId6" Type="http://schemas.openxmlformats.org/officeDocument/2006/relationships/tags" Target="../tags/tag686.xml"/><Relationship Id="rId5" Type="http://schemas.openxmlformats.org/officeDocument/2006/relationships/tags" Target="../tags/tag685.xml"/><Relationship Id="rId4" Type="http://schemas.openxmlformats.org/officeDocument/2006/relationships/tags" Target="../tags/tag684.xml"/><Relationship Id="rId3" Type="http://schemas.openxmlformats.org/officeDocument/2006/relationships/tags" Target="../tags/tag683.xml"/><Relationship Id="rId25" Type="http://schemas.openxmlformats.org/officeDocument/2006/relationships/notesSlide" Target="../notesSlides/notesSlide5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703.xml"/><Relationship Id="rId22" Type="http://schemas.openxmlformats.org/officeDocument/2006/relationships/tags" Target="../tags/tag702.xml"/><Relationship Id="rId21" Type="http://schemas.openxmlformats.org/officeDocument/2006/relationships/tags" Target="../tags/tag701.xml"/><Relationship Id="rId20" Type="http://schemas.openxmlformats.org/officeDocument/2006/relationships/tags" Target="../tags/tag700.xml"/><Relationship Id="rId2" Type="http://schemas.openxmlformats.org/officeDocument/2006/relationships/tags" Target="../tags/tag682.xml"/><Relationship Id="rId19" Type="http://schemas.openxmlformats.org/officeDocument/2006/relationships/tags" Target="../tags/tag699.xml"/><Relationship Id="rId18" Type="http://schemas.openxmlformats.org/officeDocument/2006/relationships/tags" Target="../tags/tag698.xml"/><Relationship Id="rId17" Type="http://schemas.openxmlformats.org/officeDocument/2006/relationships/tags" Target="../tags/tag697.xml"/><Relationship Id="rId16" Type="http://schemas.openxmlformats.org/officeDocument/2006/relationships/tags" Target="../tags/tag696.xml"/><Relationship Id="rId15" Type="http://schemas.openxmlformats.org/officeDocument/2006/relationships/tags" Target="../tags/tag695.xml"/><Relationship Id="rId14" Type="http://schemas.openxmlformats.org/officeDocument/2006/relationships/tags" Target="../tags/tag694.xml"/><Relationship Id="rId13" Type="http://schemas.openxmlformats.org/officeDocument/2006/relationships/tags" Target="../tags/tag693.xml"/><Relationship Id="rId12" Type="http://schemas.openxmlformats.org/officeDocument/2006/relationships/tags" Target="../tags/tag692.xml"/><Relationship Id="rId11" Type="http://schemas.openxmlformats.org/officeDocument/2006/relationships/tags" Target="../tags/tag691.xml"/><Relationship Id="rId10" Type="http://schemas.openxmlformats.org/officeDocument/2006/relationships/tags" Target="../tags/tag690.xml"/><Relationship Id="rId1" Type="http://schemas.openxmlformats.org/officeDocument/2006/relationships/tags" Target="../tags/tag68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710.xml"/><Relationship Id="rId7" Type="http://schemas.openxmlformats.org/officeDocument/2006/relationships/tags" Target="../tags/tag709.xml"/><Relationship Id="rId6" Type="http://schemas.openxmlformats.org/officeDocument/2006/relationships/tags" Target="../tags/tag708.xml"/><Relationship Id="rId5" Type="http://schemas.openxmlformats.org/officeDocument/2006/relationships/image" Target="../media/image19.png"/><Relationship Id="rId4" Type="http://schemas.openxmlformats.org/officeDocument/2006/relationships/tags" Target="../tags/tag707.xml"/><Relationship Id="rId3" Type="http://schemas.openxmlformats.org/officeDocument/2006/relationships/tags" Target="../tags/tag706.xml"/><Relationship Id="rId2" Type="http://schemas.openxmlformats.org/officeDocument/2006/relationships/tags" Target="../tags/tag705.xml"/><Relationship Id="rId1" Type="http://schemas.openxmlformats.org/officeDocument/2006/relationships/tags" Target="../tags/tag70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717.xml"/><Relationship Id="rId7" Type="http://schemas.openxmlformats.org/officeDocument/2006/relationships/tags" Target="../tags/tag716.xml"/><Relationship Id="rId6" Type="http://schemas.openxmlformats.org/officeDocument/2006/relationships/tags" Target="../tags/tag715.xml"/><Relationship Id="rId5" Type="http://schemas.openxmlformats.org/officeDocument/2006/relationships/image" Target="../media/image20.png"/><Relationship Id="rId4" Type="http://schemas.openxmlformats.org/officeDocument/2006/relationships/tags" Target="../tags/tag714.xml"/><Relationship Id="rId3" Type="http://schemas.openxmlformats.org/officeDocument/2006/relationships/tags" Target="../tags/tag713.xml"/><Relationship Id="rId2" Type="http://schemas.openxmlformats.org/officeDocument/2006/relationships/tags" Target="../tags/tag712.xml"/><Relationship Id="rId1" Type="http://schemas.openxmlformats.org/officeDocument/2006/relationships/tags" Target="../tags/tag71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724.xml"/><Relationship Id="rId7" Type="http://schemas.openxmlformats.org/officeDocument/2006/relationships/tags" Target="../tags/tag723.xml"/><Relationship Id="rId6" Type="http://schemas.openxmlformats.org/officeDocument/2006/relationships/tags" Target="../tags/tag722.xml"/><Relationship Id="rId5" Type="http://schemas.openxmlformats.org/officeDocument/2006/relationships/image" Target="../media/image21.png"/><Relationship Id="rId4" Type="http://schemas.openxmlformats.org/officeDocument/2006/relationships/tags" Target="../tags/tag721.xml"/><Relationship Id="rId3" Type="http://schemas.openxmlformats.org/officeDocument/2006/relationships/tags" Target="../tags/tag720.xml"/><Relationship Id="rId2" Type="http://schemas.openxmlformats.org/officeDocument/2006/relationships/tags" Target="../tags/tag719.xml"/><Relationship Id="rId1" Type="http://schemas.openxmlformats.org/officeDocument/2006/relationships/tags" Target="../tags/tag71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tags" Target="../tags/tag729.xml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tags" Target="../tags/tag728.xml"/><Relationship Id="rId3" Type="http://schemas.openxmlformats.org/officeDocument/2006/relationships/tags" Target="../tags/tag727.xml"/><Relationship Id="rId2" Type="http://schemas.openxmlformats.org/officeDocument/2006/relationships/tags" Target="../tags/tag726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30.xml"/><Relationship Id="rId11" Type="http://schemas.openxmlformats.org/officeDocument/2006/relationships/image" Target="../media/image18.png"/><Relationship Id="rId10" Type="http://schemas.openxmlformats.org/officeDocument/2006/relationships/image" Target="../media/image26.png"/><Relationship Id="rId1" Type="http://schemas.openxmlformats.org/officeDocument/2006/relationships/tags" Target="../tags/tag72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39.xml"/><Relationship Id="rId8" Type="http://schemas.openxmlformats.org/officeDocument/2006/relationships/tags" Target="../tags/tag738.xml"/><Relationship Id="rId7" Type="http://schemas.openxmlformats.org/officeDocument/2006/relationships/tags" Target="../tags/tag737.xml"/><Relationship Id="rId6" Type="http://schemas.openxmlformats.org/officeDocument/2006/relationships/tags" Target="../tags/tag736.xml"/><Relationship Id="rId5" Type="http://schemas.openxmlformats.org/officeDocument/2006/relationships/tags" Target="../tags/tag735.xml"/><Relationship Id="rId4" Type="http://schemas.openxmlformats.org/officeDocument/2006/relationships/tags" Target="../tags/tag734.xml"/><Relationship Id="rId3" Type="http://schemas.openxmlformats.org/officeDocument/2006/relationships/tags" Target="../tags/tag733.xml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753.xml"/><Relationship Id="rId22" Type="http://schemas.openxmlformats.org/officeDocument/2006/relationships/tags" Target="../tags/tag752.xml"/><Relationship Id="rId21" Type="http://schemas.openxmlformats.org/officeDocument/2006/relationships/tags" Target="../tags/tag751.xml"/><Relationship Id="rId20" Type="http://schemas.openxmlformats.org/officeDocument/2006/relationships/tags" Target="../tags/tag750.xml"/><Relationship Id="rId2" Type="http://schemas.openxmlformats.org/officeDocument/2006/relationships/tags" Target="../tags/tag732.xml"/><Relationship Id="rId19" Type="http://schemas.openxmlformats.org/officeDocument/2006/relationships/tags" Target="../tags/tag749.xml"/><Relationship Id="rId18" Type="http://schemas.openxmlformats.org/officeDocument/2006/relationships/tags" Target="../tags/tag748.xml"/><Relationship Id="rId17" Type="http://schemas.openxmlformats.org/officeDocument/2006/relationships/tags" Target="../tags/tag747.xml"/><Relationship Id="rId16" Type="http://schemas.openxmlformats.org/officeDocument/2006/relationships/tags" Target="../tags/tag746.xml"/><Relationship Id="rId15" Type="http://schemas.openxmlformats.org/officeDocument/2006/relationships/tags" Target="../tags/tag745.xml"/><Relationship Id="rId14" Type="http://schemas.openxmlformats.org/officeDocument/2006/relationships/tags" Target="../tags/tag744.xml"/><Relationship Id="rId13" Type="http://schemas.openxmlformats.org/officeDocument/2006/relationships/tags" Target="../tags/tag743.xml"/><Relationship Id="rId12" Type="http://schemas.openxmlformats.org/officeDocument/2006/relationships/tags" Target="../tags/tag742.xml"/><Relationship Id="rId11" Type="http://schemas.openxmlformats.org/officeDocument/2006/relationships/tags" Target="../tags/tag741.xml"/><Relationship Id="rId10" Type="http://schemas.openxmlformats.org/officeDocument/2006/relationships/tags" Target="../tags/tag740.xml"/><Relationship Id="rId1" Type="http://schemas.openxmlformats.org/officeDocument/2006/relationships/tags" Target="../tags/tag73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760.xml"/><Relationship Id="rId7" Type="http://schemas.openxmlformats.org/officeDocument/2006/relationships/tags" Target="../tags/tag759.xml"/><Relationship Id="rId6" Type="http://schemas.openxmlformats.org/officeDocument/2006/relationships/tags" Target="../tags/tag758.xml"/><Relationship Id="rId5" Type="http://schemas.openxmlformats.org/officeDocument/2006/relationships/image" Target="../media/image27.png"/><Relationship Id="rId4" Type="http://schemas.openxmlformats.org/officeDocument/2006/relationships/tags" Target="../tags/tag757.xml"/><Relationship Id="rId3" Type="http://schemas.openxmlformats.org/officeDocument/2006/relationships/tags" Target="../tags/tag756.xml"/><Relationship Id="rId2" Type="http://schemas.openxmlformats.org/officeDocument/2006/relationships/tags" Target="../tags/tag755.xml"/><Relationship Id="rId1" Type="http://schemas.openxmlformats.org/officeDocument/2006/relationships/tags" Target="../tags/tag75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69.xml"/><Relationship Id="rId8" Type="http://schemas.openxmlformats.org/officeDocument/2006/relationships/tags" Target="../tags/tag768.xml"/><Relationship Id="rId7" Type="http://schemas.openxmlformats.org/officeDocument/2006/relationships/tags" Target="../tags/tag767.xml"/><Relationship Id="rId6" Type="http://schemas.openxmlformats.org/officeDocument/2006/relationships/tags" Target="../tags/tag766.xml"/><Relationship Id="rId5" Type="http://schemas.openxmlformats.org/officeDocument/2006/relationships/tags" Target="../tags/tag765.xml"/><Relationship Id="rId4" Type="http://schemas.openxmlformats.org/officeDocument/2006/relationships/tags" Target="../tags/tag764.xml"/><Relationship Id="rId3" Type="http://schemas.openxmlformats.org/officeDocument/2006/relationships/tags" Target="../tags/tag763.xml"/><Relationship Id="rId29" Type="http://schemas.openxmlformats.org/officeDocument/2006/relationships/notesSlide" Target="../notesSlides/notesSlide7.xml"/><Relationship Id="rId28" Type="http://schemas.openxmlformats.org/officeDocument/2006/relationships/slideLayout" Target="../slideLayouts/slideLayout11.xml"/><Relationship Id="rId27" Type="http://schemas.openxmlformats.org/officeDocument/2006/relationships/tags" Target="../tags/tag787.xml"/><Relationship Id="rId26" Type="http://schemas.openxmlformats.org/officeDocument/2006/relationships/tags" Target="../tags/tag786.xml"/><Relationship Id="rId25" Type="http://schemas.openxmlformats.org/officeDocument/2006/relationships/tags" Target="../tags/tag785.xml"/><Relationship Id="rId24" Type="http://schemas.openxmlformats.org/officeDocument/2006/relationships/tags" Target="../tags/tag784.xml"/><Relationship Id="rId23" Type="http://schemas.openxmlformats.org/officeDocument/2006/relationships/tags" Target="../tags/tag783.xml"/><Relationship Id="rId22" Type="http://schemas.openxmlformats.org/officeDocument/2006/relationships/tags" Target="../tags/tag782.xml"/><Relationship Id="rId21" Type="http://schemas.openxmlformats.org/officeDocument/2006/relationships/tags" Target="../tags/tag781.xml"/><Relationship Id="rId20" Type="http://schemas.openxmlformats.org/officeDocument/2006/relationships/tags" Target="../tags/tag780.xml"/><Relationship Id="rId2" Type="http://schemas.openxmlformats.org/officeDocument/2006/relationships/tags" Target="../tags/tag762.xml"/><Relationship Id="rId19" Type="http://schemas.openxmlformats.org/officeDocument/2006/relationships/tags" Target="../tags/tag779.xml"/><Relationship Id="rId18" Type="http://schemas.openxmlformats.org/officeDocument/2006/relationships/tags" Target="../tags/tag778.xml"/><Relationship Id="rId17" Type="http://schemas.openxmlformats.org/officeDocument/2006/relationships/tags" Target="../tags/tag777.xml"/><Relationship Id="rId16" Type="http://schemas.openxmlformats.org/officeDocument/2006/relationships/tags" Target="../tags/tag776.xml"/><Relationship Id="rId15" Type="http://schemas.openxmlformats.org/officeDocument/2006/relationships/tags" Target="../tags/tag775.xml"/><Relationship Id="rId14" Type="http://schemas.openxmlformats.org/officeDocument/2006/relationships/tags" Target="../tags/tag774.xml"/><Relationship Id="rId13" Type="http://schemas.openxmlformats.org/officeDocument/2006/relationships/tags" Target="../tags/tag773.xml"/><Relationship Id="rId12" Type="http://schemas.openxmlformats.org/officeDocument/2006/relationships/tags" Target="../tags/tag772.xml"/><Relationship Id="rId11" Type="http://schemas.openxmlformats.org/officeDocument/2006/relationships/tags" Target="../tags/tag771.xml"/><Relationship Id="rId10" Type="http://schemas.openxmlformats.org/officeDocument/2006/relationships/tags" Target="../tags/tag770.xml"/><Relationship Id="rId1" Type="http://schemas.openxmlformats.org/officeDocument/2006/relationships/tags" Target="../tags/tag76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796.xml"/><Relationship Id="rId8" Type="http://schemas.openxmlformats.org/officeDocument/2006/relationships/tags" Target="../tags/tag795.xml"/><Relationship Id="rId7" Type="http://schemas.openxmlformats.org/officeDocument/2006/relationships/tags" Target="../tags/tag794.xml"/><Relationship Id="rId6" Type="http://schemas.openxmlformats.org/officeDocument/2006/relationships/tags" Target="../tags/tag793.xml"/><Relationship Id="rId5" Type="http://schemas.openxmlformats.org/officeDocument/2006/relationships/tags" Target="../tags/tag792.xml"/><Relationship Id="rId49" Type="http://schemas.openxmlformats.org/officeDocument/2006/relationships/notesSlide" Target="../notesSlides/notesSlide8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834.xml"/><Relationship Id="rId46" Type="http://schemas.openxmlformats.org/officeDocument/2006/relationships/tags" Target="../tags/tag833.xml"/><Relationship Id="rId45" Type="http://schemas.openxmlformats.org/officeDocument/2006/relationships/tags" Target="../tags/tag832.xml"/><Relationship Id="rId44" Type="http://schemas.openxmlformats.org/officeDocument/2006/relationships/tags" Target="../tags/tag831.xml"/><Relationship Id="rId43" Type="http://schemas.openxmlformats.org/officeDocument/2006/relationships/tags" Target="../tags/tag830.xml"/><Relationship Id="rId42" Type="http://schemas.openxmlformats.org/officeDocument/2006/relationships/tags" Target="../tags/tag829.xml"/><Relationship Id="rId41" Type="http://schemas.openxmlformats.org/officeDocument/2006/relationships/tags" Target="../tags/tag828.xml"/><Relationship Id="rId40" Type="http://schemas.openxmlformats.org/officeDocument/2006/relationships/tags" Target="../tags/tag827.xml"/><Relationship Id="rId4" Type="http://schemas.openxmlformats.org/officeDocument/2006/relationships/tags" Target="../tags/tag791.xml"/><Relationship Id="rId39" Type="http://schemas.openxmlformats.org/officeDocument/2006/relationships/tags" Target="../tags/tag826.xml"/><Relationship Id="rId38" Type="http://schemas.openxmlformats.org/officeDocument/2006/relationships/tags" Target="../tags/tag825.xml"/><Relationship Id="rId37" Type="http://schemas.openxmlformats.org/officeDocument/2006/relationships/tags" Target="../tags/tag824.xml"/><Relationship Id="rId36" Type="http://schemas.openxmlformats.org/officeDocument/2006/relationships/tags" Target="../tags/tag823.xml"/><Relationship Id="rId35" Type="http://schemas.openxmlformats.org/officeDocument/2006/relationships/tags" Target="../tags/tag822.xml"/><Relationship Id="rId34" Type="http://schemas.openxmlformats.org/officeDocument/2006/relationships/tags" Target="../tags/tag821.xml"/><Relationship Id="rId33" Type="http://schemas.openxmlformats.org/officeDocument/2006/relationships/tags" Target="../tags/tag820.xml"/><Relationship Id="rId32" Type="http://schemas.openxmlformats.org/officeDocument/2006/relationships/tags" Target="../tags/tag819.xml"/><Relationship Id="rId31" Type="http://schemas.openxmlformats.org/officeDocument/2006/relationships/tags" Target="../tags/tag818.xml"/><Relationship Id="rId30" Type="http://schemas.openxmlformats.org/officeDocument/2006/relationships/tags" Target="../tags/tag817.xml"/><Relationship Id="rId3" Type="http://schemas.openxmlformats.org/officeDocument/2006/relationships/tags" Target="../tags/tag790.xml"/><Relationship Id="rId29" Type="http://schemas.openxmlformats.org/officeDocument/2006/relationships/tags" Target="../tags/tag816.xml"/><Relationship Id="rId28" Type="http://schemas.openxmlformats.org/officeDocument/2006/relationships/tags" Target="../tags/tag815.xml"/><Relationship Id="rId27" Type="http://schemas.openxmlformats.org/officeDocument/2006/relationships/tags" Target="../tags/tag814.xml"/><Relationship Id="rId26" Type="http://schemas.openxmlformats.org/officeDocument/2006/relationships/tags" Target="../tags/tag813.xml"/><Relationship Id="rId25" Type="http://schemas.openxmlformats.org/officeDocument/2006/relationships/tags" Target="../tags/tag812.xml"/><Relationship Id="rId24" Type="http://schemas.openxmlformats.org/officeDocument/2006/relationships/tags" Target="../tags/tag811.xml"/><Relationship Id="rId23" Type="http://schemas.openxmlformats.org/officeDocument/2006/relationships/tags" Target="../tags/tag810.xml"/><Relationship Id="rId22" Type="http://schemas.openxmlformats.org/officeDocument/2006/relationships/tags" Target="../tags/tag809.xml"/><Relationship Id="rId21" Type="http://schemas.openxmlformats.org/officeDocument/2006/relationships/tags" Target="../tags/tag808.xml"/><Relationship Id="rId20" Type="http://schemas.openxmlformats.org/officeDocument/2006/relationships/tags" Target="../tags/tag807.xml"/><Relationship Id="rId2" Type="http://schemas.openxmlformats.org/officeDocument/2006/relationships/tags" Target="../tags/tag789.xml"/><Relationship Id="rId19" Type="http://schemas.openxmlformats.org/officeDocument/2006/relationships/tags" Target="../tags/tag806.xml"/><Relationship Id="rId18" Type="http://schemas.openxmlformats.org/officeDocument/2006/relationships/tags" Target="../tags/tag805.xml"/><Relationship Id="rId17" Type="http://schemas.openxmlformats.org/officeDocument/2006/relationships/tags" Target="../tags/tag804.xml"/><Relationship Id="rId16" Type="http://schemas.openxmlformats.org/officeDocument/2006/relationships/tags" Target="../tags/tag803.xml"/><Relationship Id="rId15" Type="http://schemas.openxmlformats.org/officeDocument/2006/relationships/tags" Target="../tags/tag802.xml"/><Relationship Id="rId14" Type="http://schemas.openxmlformats.org/officeDocument/2006/relationships/tags" Target="../tags/tag801.xml"/><Relationship Id="rId13" Type="http://schemas.openxmlformats.org/officeDocument/2006/relationships/tags" Target="../tags/tag800.xml"/><Relationship Id="rId12" Type="http://schemas.openxmlformats.org/officeDocument/2006/relationships/tags" Target="../tags/tag799.xml"/><Relationship Id="rId11" Type="http://schemas.openxmlformats.org/officeDocument/2006/relationships/tags" Target="../tags/tag798.xml"/><Relationship Id="rId10" Type="http://schemas.openxmlformats.org/officeDocument/2006/relationships/tags" Target="../tags/tag797.xml"/><Relationship Id="rId1" Type="http://schemas.openxmlformats.org/officeDocument/2006/relationships/tags" Target="../tags/tag788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36.xml"/><Relationship Id="rId1" Type="http://schemas.openxmlformats.org/officeDocument/2006/relationships/tags" Target="../tags/tag8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36859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MySQL常用语句</a:t>
            </a:r>
            <a:endParaRPr lang="en-US" altLang="zh-CN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TextBox 3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01758" y="5347539"/>
            <a:ext cx="357241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数据库数据管理功能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/>
          <a:srcRect l="2576" t="14954" r="3162" b="16297"/>
          <a:stretch>
            <a:fillRect/>
          </a:stretch>
        </p:blipFill>
        <p:spPr>
          <a:xfrm>
            <a:off x="7627620" y="1785620"/>
            <a:ext cx="3946525" cy="295656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021" y="1596992"/>
            <a:ext cx="2657046" cy="28524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2" t="33790" r="18478" b="35120"/>
          <a:stretch>
            <a:fillRect/>
          </a:stretch>
        </p:blipFill>
        <p:spPr>
          <a:xfrm>
            <a:off x="6315075" y="2893434"/>
            <a:ext cx="1137266" cy="535566"/>
          </a:xfrm>
          <a:prstGeom prst="rect">
            <a:avLst/>
          </a:prstGeom>
        </p:spPr>
      </p:pic>
      <p:pic>
        <p:nvPicPr>
          <p:cNvPr id="293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430" y="2138045"/>
            <a:ext cx="5663565" cy="238061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2" name="组合 1"/>
          <p:cNvGrpSpPr/>
          <p:nvPr/>
        </p:nvGrpSpPr>
        <p:grpSpPr>
          <a:xfrm>
            <a:off x="828652" y="4987740"/>
            <a:ext cx="4832089" cy="1196731"/>
            <a:chOff x="2643438" y="4764377"/>
            <a:chExt cx="4832089" cy="1196731"/>
          </a:xfrm>
        </p:grpSpPr>
        <p:sp>
          <p:nvSpPr>
            <p:cNvPr id="10" name="TextBox 31"/>
            <p:cNvSpPr txBox="1">
              <a:spLocks noChangeArrowheads="1"/>
            </p:cNvSpPr>
            <p:nvPr/>
          </p:nvSpPr>
          <p:spPr bwMode="auto">
            <a:xfrm>
              <a:off x="3732894" y="5119448"/>
              <a:ext cx="3742633" cy="477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网页数据管理功能</a:t>
              </a:r>
              <a:endPara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460" name="组合 45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2643438" y="4764377"/>
              <a:ext cx="1053301" cy="1196731"/>
              <a:chOff x="3990181" y="1352129"/>
              <a:chExt cx="4211637" cy="4785146"/>
            </a:xfrm>
          </p:grpSpPr>
          <p:sp>
            <p:nvSpPr>
              <p:cNvPr id="11" name="ï$líḍe"/>
              <p:cNvSpPr/>
              <p:nvPr/>
            </p:nvSpPr>
            <p:spPr bwMode="auto">
              <a:xfrm>
                <a:off x="5780459" y="3616271"/>
                <a:ext cx="284540" cy="342112"/>
              </a:xfrm>
              <a:custGeom>
                <a:avLst/>
                <a:gdLst>
                  <a:gd name="T0" fmla="*/ 86 w 153"/>
                  <a:gd name="T1" fmla="*/ 184 h 184"/>
                  <a:gd name="T2" fmla="*/ 88 w 153"/>
                  <a:gd name="T3" fmla="*/ 172 h 184"/>
                  <a:gd name="T4" fmla="*/ 153 w 153"/>
                  <a:gd name="T5" fmla="*/ 119 h 184"/>
                  <a:gd name="T6" fmla="*/ 124 w 153"/>
                  <a:gd name="T7" fmla="*/ 108 h 184"/>
                  <a:gd name="T8" fmla="*/ 99 w 153"/>
                  <a:gd name="T9" fmla="*/ 126 h 184"/>
                  <a:gd name="T10" fmla="*/ 112 w 153"/>
                  <a:gd name="T11" fmla="*/ 52 h 184"/>
                  <a:gd name="T12" fmla="*/ 86 w 153"/>
                  <a:gd name="T13" fmla="*/ 25 h 184"/>
                  <a:gd name="T14" fmla="*/ 72 w 153"/>
                  <a:gd name="T15" fmla="*/ 72 h 184"/>
                  <a:gd name="T16" fmla="*/ 58 w 153"/>
                  <a:gd name="T17" fmla="*/ 25 h 184"/>
                  <a:gd name="T18" fmla="*/ 37 w 153"/>
                  <a:gd name="T19" fmla="*/ 20 h 184"/>
                  <a:gd name="T20" fmla="*/ 34 w 153"/>
                  <a:gd name="T21" fmla="*/ 44 h 184"/>
                  <a:gd name="T22" fmla="*/ 35 w 153"/>
                  <a:gd name="T23" fmla="*/ 80 h 184"/>
                  <a:gd name="T24" fmla="*/ 3 w 153"/>
                  <a:gd name="T25" fmla="*/ 46 h 184"/>
                  <a:gd name="T26" fmla="*/ 10 w 153"/>
                  <a:gd name="T27" fmla="*/ 111 h 184"/>
                  <a:gd name="T28" fmla="*/ 10 w 153"/>
                  <a:gd name="T29" fmla="*/ 153 h 184"/>
                  <a:gd name="T30" fmla="*/ 10 w 153"/>
                  <a:gd name="T31" fmla="*/ 155 h 184"/>
                  <a:gd name="T32" fmla="*/ 86 w 153"/>
                  <a:gd name="T3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184">
                    <a:moveTo>
                      <a:pt x="86" y="184"/>
                    </a:moveTo>
                    <a:cubicBezTo>
                      <a:pt x="87" y="180"/>
                      <a:pt x="88" y="176"/>
                      <a:pt x="88" y="172"/>
                    </a:cubicBezTo>
                    <a:cubicBezTo>
                      <a:pt x="104" y="156"/>
                      <a:pt x="131" y="130"/>
                      <a:pt x="153" y="119"/>
                    </a:cubicBezTo>
                    <a:cubicBezTo>
                      <a:pt x="153" y="119"/>
                      <a:pt x="153" y="93"/>
                      <a:pt x="124" y="108"/>
                    </a:cubicBezTo>
                    <a:cubicBezTo>
                      <a:pt x="106" y="117"/>
                      <a:pt x="100" y="123"/>
                      <a:pt x="99" y="126"/>
                    </a:cubicBezTo>
                    <a:cubicBezTo>
                      <a:pt x="101" y="116"/>
                      <a:pt x="106" y="83"/>
                      <a:pt x="112" y="52"/>
                    </a:cubicBezTo>
                    <a:cubicBezTo>
                      <a:pt x="121" y="3"/>
                      <a:pt x="90" y="0"/>
                      <a:pt x="86" y="25"/>
                    </a:cubicBezTo>
                    <a:cubicBezTo>
                      <a:pt x="84" y="41"/>
                      <a:pt x="74" y="79"/>
                      <a:pt x="72" y="72"/>
                    </a:cubicBezTo>
                    <a:cubicBezTo>
                      <a:pt x="65" y="43"/>
                      <a:pt x="61" y="31"/>
                      <a:pt x="58" y="25"/>
                    </a:cubicBezTo>
                    <a:cubicBezTo>
                      <a:pt x="54" y="15"/>
                      <a:pt x="43" y="14"/>
                      <a:pt x="37" y="20"/>
                    </a:cubicBezTo>
                    <a:cubicBezTo>
                      <a:pt x="33" y="24"/>
                      <a:pt x="31" y="33"/>
                      <a:pt x="34" y="44"/>
                    </a:cubicBezTo>
                    <a:cubicBezTo>
                      <a:pt x="40" y="68"/>
                      <a:pt x="35" y="80"/>
                      <a:pt x="35" y="80"/>
                    </a:cubicBezTo>
                    <a:cubicBezTo>
                      <a:pt x="35" y="80"/>
                      <a:pt x="21" y="24"/>
                      <a:pt x="3" y="46"/>
                    </a:cubicBezTo>
                    <a:cubicBezTo>
                      <a:pt x="0" y="51"/>
                      <a:pt x="10" y="111"/>
                      <a:pt x="10" y="111"/>
                    </a:cubicBezTo>
                    <a:cubicBezTo>
                      <a:pt x="11" y="128"/>
                      <a:pt x="10" y="140"/>
                      <a:pt x="10" y="153"/>
                    </a:cubicBezTo>
                    <a:cubicBezTo>
                      <a:pt x="10" y="153"/>
                      <a:pt x="10" y="154"/>
                      <a:pt x="10" y="155"/>
                    </a:cubicBezTo>
                    <a:cubicBezTo>
                      <a:pt x="36" y="158"/>
                      <a:pt x="62" y="169"/>
                      <a:pt x="86" y="184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îşľîḋé"/>
              <p:cNvSpPr/>
              <p:nvPr/>
            </p:nvSpPr>
            <p:spPr bwMode="auto">
              <a:xfrm>
                <a:off x="4557047" y="5929129"/>
                <a:ext cx="1330806" cy="208146"/>
              </a:xfrm>
              <a:prstGeom prst="ellipse">
                <a:avLst/>
              </a:pr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îśḷïḋé"/>
              <p:cNvSpPr/>
              <p:nvPr/>
            </p:nvSpPr>
            <p:spPr bwMode="auto">
              <a:xfrm>
                <a:off x="5334273" y="3843239"/>
                <a:ext cx="615581" cy="552473"/>
              </a:xfrm>
              <a:custGeom>
                <a:avLst/>
                <a:gdLst>
                  <a:gd name="T0" fmla="*/ 249 w 331"/>
                  <a:gd name="T1" fmla="*/ 30 h 298"/>
                  <a:gd name="T2" fmla="*/ 1 w 331"/>
                  <a:gd name="T3" fmla="*/ 189 h 298"/>
                  <a:gd name="T4" fmla="*/ 5 w 331"/>
                  <a:gd name="T5" fmla="*/ 297 h 298"/>
                  <a:gd name="T6" fmla="*/ 9 w 331"/>
                  <a:gd name="T7" fmla="*/ 298 h 298"/>
                  <a:gd name="T8" fmla="*/ 331 w 331"/>
                  <a:gd name="T9" fmla="*/ 47 h 298"/>
                  <a:gd name="T10" fmla="*/ 249 w 331"/>
                  <a:gd name="T11" fmla="*/ 3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1" h="298">
                    <a:moveTo>
                      <a:pt x="249" y="30"/>
                    </a:moveTo>
                    <a:cubicBezTo>
                      <a:pt x="225" y="139"/>
                      <a:pt x="85" y="176"/>
                      <a:pt x="1" y="189"/>
                    </a:cubicBezTo>
                    <a:cubicBezTo>
                      <a:pt x="0" y="225"/>
                      <a:pt x="2" y="261"/>
                      <a:pt x="5" y="297"/>
                    </a:cubicBezTo>
                    <a:cubicBezTo>
                      <a:pt x="8" y="298"/>
                      <a:pt x="9" y="298"/>
                      <a:pt x="9" y="298"/>
                    </a:cubicBezTo>
                    <a:cubicBezTo>
                      <a:pt x="252" y="297"/>
                      <a:pt x="331" y="47"/>
                      <a:pt x="331" y="47"/>
                    </a:cubicBezTo>
                    <a:cubicBezTo>
                      <a:pt x="307" y="0"/>
                      <a:pt x="249" y="30"/>
                      <a:pt x="249" y="3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iṩḷïďê"/>
              <p:cNvSpPr/>
              <p:nvPr/>
            </p:nvSpPr>
            <p:spPr bwMode="auto">
              <a:xfrm>
                <a:off x="5810352" y="3906347"/>
                <a:ext cx="40965" cy="38751"/>
              </a:xfrm>
              <a:custGeom>
                <a:avLst/>
                <a:gdLst>
                  <a:gd name="T0" fmla="*/ 3 w 22"/>
                  <a:gd name="T1" fmla="*/ 17 h 21"/>
                  <a:gd name="T2" fmla="*/ 16 w 22"/>
                  <a:gd name="T3" fmla="*/ 17 h 21"/>
                  <a:gd name="T4" fmla="*/ 19 w 22"/>
                  <a:gd name="T5" fmla="*/ 4 h 21"/>
                  <a:gd name="T6" fmla="*/ 6 w 22"/>
                  <a:gd name="T7" fmla="*/ 3 h 21"/>
                  <a:gd name="T8" fmla="*/ 3 w 22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3" y="17"/>
                    </a:moveTo>
                    <a:cubicBezTo>
                      <a:pt x="6" y="20"/>
                      <a:pt x="12" y="21"/>
                      <a:pt x="16" y="17"/>
                    </a:cubicBezTo>
                    <a:cubicBezTo>
                      <a:pt x="21" y="14"/>
                      <a:pt x="22" y="8"/>
                      <a:pt x="19" y="4"/>
                    </a:cubicBezTo>
                    <a:cubicBezTo>
                      <a:pt x="17" y="0"/>
                      <a:pt x="11" y="0"/>
                      <a:pt x="6" y="3"/>
                    </a:cubicBezTo>
                    <a:cubicBezTo>
                      <a:pt x="1" y="7"/>
                      <a:pt x="0" y="13"/>
                      <a:pt x="3" y="17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îsľîḋé"/>
              <p:cNvSpPr/>
              <p:nvPr/>
            </p:nvSpPr>
            <p:spPr bwMode="auto">
              <a:xfrm>
                <a:off x="4934589" y="4041421"/>
                <a:ext cx="222539" cy="246897"/>
              </a:xfrm>
              <a:custGeom>
                <a:avLst/>
                <a:gdLst>
                  <a:gd name="T0" fmla="*/ 0 w 120"/>
                  <a:gd name="T1" fmla="*/ 34 h 133"/>
                  <a:gd name="T2" fmla="*/ 9 w 120"/>
                  <a:gd name="T3" fmla="*/ 82 h 133"/>
                  <a:gd name="T4" fmla="*/ 68 w 120"/>
                  <a:gd name="T5" fmla="*/ 130 h 133"/>
                  <a:gd name="T6" fmla="*/ 120 w 120"/>
                  <a:gd name="T7" fmla="*/ 81 h 133"/>
                  <a:gd name="T8" fmla="*/ 106 w 120"/>
                  <a:gd name="T9" fmla="*/ 36 h 133"/>
                  <a:gd name="T10" fmla="*/ 0 w 120"/>
                  <a:gd name="T11" fmla="*/ 3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133">
                    <a:moveTo>
                      <a:pt x="0" y="34"/>
                    </a:moveTo>
                    <a:cubicBezTo>
                      <a:pt x="0" y="34"/>
                      <a:pt x="11" y="75"/>
                      <a:pt x="9" y="82"/>
                    </a:cubicBezTo>
                    <a:cubicBezTo>
                      <a:pt x="9" y="82"/>
                      <a:pt x="17" y="133"/>
                      <a:pt x="68" y="130"/>
                    </a:cubicBezTo>
                    <a:cubicBezTo>
                      <a:pt x="119" y="127"/>
                      <a:pt x="120" y="81"/>
                      <a:pt x="120" y="81"/>
                    </a:cubicBezTo>
                    <a:cubicBezTo>
                      <a:pt x="120" y="81"/>
                      <a:pt x="109" y="47"/>
                      <a:pt x="106" y="36"/>
                    </a:cubicBezTo>
                    <a:cubicBezTo>
                      <a:pt x="103" y="25"/>
                      <a:pt x="63" y="0"/>
                      <a:pt x="0" y="34"/>
                    </a:cubicBezTo>
                    <a:close/>
                  </a:path>
                </a:pathLst>
              </a:custGeom>
              <a:solidFill>
                <a:srgbClr val="F4C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ïsḻïdê"/>
              <p:cNvSpPr/>
              <p:nvPr/>
            </p:nvSpPr>
            <p:spPr bwMode="auto">
              <a:xfrm>
                <a:off x="4971125" y="4030349"/>
                <a:ext cx="179360" cy="202610"/>
              </a:xfrm>
              <a:custGeom>
                <a:avLst/>
                <a:gdLst>
                  <a:gd name="T0" fmla="*/ 0 w 96"/>
                  <a:gd name="T1" fmla="*/ 35 h 109"/>
                  <a:gd name="T2" fmla="*/ 96 w 96"/>
                  <a:gd name="T3" fmla="*/ 75 h 109"/>
                  <a:gd name="T4" fmla="*/ 87 w 96"/>
                  <a:gd name="T5" fmla="*/ 45 h 109"/>
                  <a:gd name="T6" fmla="*/ 0 w 96"/>
                  <a:gd name="T7" fmla="*/ 3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109">
                    <a:moveTo>
                      <a:pt x="0" y="35"/>
                    </a:moveTo>
                    <a:cubicBezTo>
                      <a:pt x="0" y="35"/>
                      <a:pt x="22" y="109"/>
                      <a:pt x="96" y="75"/>
                    </a:cubicBezTo>
                    <a:cubicBezTo>
                      <a:pt x="96" y="75"/>
                      <a:pt x="87" y="51"/>
                      <a:pt x="87" y="45"/>
                    </a:cubicBezTo>
                    <a:cubicBezTo>
                      <a:pt x="86" y="39"/>
                      <a:pt x="63" y="0"/>
                      <a:pt x="0" y="35"/>
                    </a:cubicBezTo>
                    <a:close/>
                  </a:path>
                </a:pathLst>
              </a:custGeom>
              <a:solidFill>
                <a:srgbClr val="F4C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iS1îḍê"/>
              <p:cNvSpPr/>
              <p:nvPr/>
            </p:nvSpPr>
            <p:spPr bwMode="auto">
              <a:xfrm>
                <a:off x="4964482" y="4257317"/>
                <a:ext cx="191539" cy="389720"/>
              </a:xfrm>
              <a:custGeom>
                <a:avLst/>
                <a:gdLst>
                  <a:gd name="T0" fmla="*/ 0 w 103"/>
                  <a:gd name="T1" fmla="*/ 8 h 210"/>
                  <a:gd name="T2" fmla="*/ 94 w 103"/>
                  <a:gd name="T3" fmla="*/ 210 h 210"/>
                  <a:gd name="T4" fmla="*/ 103 w 103"/>
                  <a:gd name="T5" fmla="*/ 0 h 210"/>
                  <a:gd name="T6" fmla="*/ 61 w 103"/>
                  <a:gd name="T7" fmla="*/ 21 h 210"/>
                  <a:gd name="T8" fmla="*/ 0 w 103"/>
                  <a:gd name="T9" fmla="*/ 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0">
                    <a:moveTo>
                      <a:pt x="0" y="8"/>
                    </a:moveTo>
                    <a:cubicBezTo>
                      <a:pt x="29" y="84"/>
                      <a:pt x="94" y="210"/>
                      <a:pt x="94" y="210"/>
                    </a:cubicBezTo>
                    <a:cubicBezTo>
                      <a:pt x="96" y="202"/>
                      <a:pt x="100" y="74"/>
                      <a:pt x="103" y="0"/>
                    </a:cubicBezTo>
                    <a:cubicBezTo>
                      <a:pt x="93" y="10"/>
                      <a:pt x="78" y="18"/>
                      <a:pt x="61" y="21"/>
                    </a:cubicBezTo>
                    <a:cubicBezTo>
                      <a:pt x="37" y="25"/>
                      <a:pt x="15" y="20"/>
                      <a:pt x="0" y="8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işļíḓé"/>
              <p:cNvSpPr/>
              <p:nvPr/>
            </p:nvSpPr>
            <p:spPr bwMode="auto">
              <a:xfrm>
                <a:off x="4940124" y="4158780"/>
                <a:ext cx="221432" cy="145038"/>
              </a:xfrm>
              <a:custGeom>
                <a:avLst/>
                <a:gdLst>
                  <a:gd name="T0" fmla="*/ 117 w 119"/>
                  <a:gd name="T1" fmla="*/ 1 h 78"/>
                  <a:gd name="T2" fmla="*/ 69 w 119"/>
                  <a:gd name="T3" fmla="*/ 58 h 78"/>
                  <a:gd name="T4" fmla="*/ 4 w 119"/>
                  <a:gd name="T5" fmla="*/ 25 h 78"/>
                  <a:gd name="T6" fmla="*/ 0 w 119"/>
                  <a:gd name="T7" fmla="*/ 23 h 78"/>
                  <a:gd name="T8" fmla="*/ 13 w 119"/>
                  <a:gd name="T9" fmla="*/ 61 h 78"/>
                  <a:gd name="T10" fmla="*/ 74 w 119"/>
                  <a:gd name="T11" fmla="*/ 74 h 78"/>
                  <a:gd name="T12" fmla="*/ 116 w 119"/>
                  <a:gd name="T13" fmla="*/ 53 h 78"/>
                  <a:gd name="T14" fmla="*/ 118 w 119"/>
                  <a:gd name="T15" fmla="*/ 0 h 78"/>
                  <a:gd name="T16" fmla="*/ 117 w 119"/>
                  <a:gd name="T17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78">
                    <a:moveTo>
                      <a:pt x="117" y="1"/>
                    </a:moveTo>
                    <a:cubicBezTo>
                      <a:pt x="119" y="28"/>
                      <a:pt x="98" y="52"/>
                      <a:pt x="69" y="58"/>
                    </a:cubicBezTo>
                    <a:cubicBezTo>
                      <a:pt x="40" y="63"/>
                      <a:pt x="13" y="49"/>
                      <a:pt x="4" y="25"/>
                    </a:cubicBezTo>
                    <a:cubicBezTo>
                      <a:pt x="2" y="24"/>
                      <a:pt x="0" y="23"/>
                      <a:pt x="0" y="23"/>
                    </a:cubicBezTo>
                    <a:cubicBezTo>
                      <a:pt x="3" y="32"/>
                      <a:pt x="7" y="45"/>
                      <a:pt x="13" y="61"/>
                    </a:cubicBezTo>
                    <a:cubicBezTo>
                      <a:pt x="28" y="73"/>
                      <a:pt x="50" y="78"/>
                      <a:pt x="74" y="74"/>
                    </a:cubicBezTo>
                    <a:cubicBezTo>
                      <a:pt x="91" y="71"/>
                      <a:pt x="106" y="63"/>
                      <a:pt x="116" y="53"/>
                    </a:cubicBezTo>
                    <a:cubicBezTo>
                      <a:pt x="117" y="22"/>
                      <a:pt x="118" y="0"/>
                      <a:pt x="118" y="0"/>
                    </a:cubicBez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" name="iŝ1îḓé"/>
              <p:cNvSpPr/>
              <p:nvPr/>
            </p:nvSpPr>
            <p:spPr bwMode="auto">
              <a:xfrm>
                <a:off x="5156021" y="4856291"/>
                <a:ext cx="466114" cy="1086124"/>
              </a:xfrm>
              <a:custGeom>
                <a:avLst/>
                <a:gdLst>
                  <a:gd name="T0" fmla="*/ 168 w 251"/>
                  <a:gd name="T1" fmla="*/ 577 h 585"/>
                  <a:gd name="T2" fmla="*/ 139 w 251"/>
                  <a:gd name="T3" fmla="*/ 531 h 585"/>
                  <a:gd name="T4" fmla="*/ 208 w 251"/>
                  <a:gd name="T5" fmla="*/ 361 h 585"/>
                  <a:gd name="T6" fmla="*/ 180 w 251"/>
                  <a:gd name="T7" fmla="*/ 21 h 585"/>
                  <a:gd name="T8" fmla="*/ 49 w 251"/>
                  <a:gd name="T9" fmla="*/ 147 h 585"/>
                  <a:gd name="T10" fmla="*/ 92 w 251"/>
                  <a:gd name="T11" fmla="*/ 518 h 585"/>
                  <a:gd name="T12" fmla="*/ 84 w 251"/>
                  <a:gd name="T13" fmla="*/ 574 h 585"/>
                  <a:gd name="T14" fmla="*/ 168 w 251"/>
                  <a:gd name="T15" fmla="*/ 57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5">
                    <a:moveTo>
                      <a:pt x="168" y="577"/>
                    </a:moveTo>
                    <a:cubicBezTo>
                      <a:pt x="139" y="531"/>
                      <a:pt x="139" y="531"/>
                      <a:pt x="139" y="531"/>
                    </a:cubicBezTo>
                    <a:cubicBezTo>
                      <a:pt x="139" y="531"/>
                      <a:pt x="164" y="500"/>
                      <a:pt x="208" y="361"/>
                    </a:cubicBezTo>
                    <a:cubicBezTo>
                      <a:pt x="251" y="222"/>
                      <a:pt x="180" y="21"/>
                      <a:pt x="180" y="21"/>
                    </a:cubicBezTo>
                    <a:cubicBezTo>
                      <a:pt x="90" y="0"/>
                      <a:pt x="0" y="87"/>
                      <a:pt x="49" y="147"/>
                    </a:cubicBezTo>
                    <a:cubicBezTo>
                      <a:pt x="99" y="207"/>
                      <a:pt x="103" y="474"/>
                      <a:pt x="92" y="518"/>
                    </a:cubicBezTo>
                    <a:cubicBezTo>
                      <a:pt x="88" y="535"/>
                      <a:pt x="85" y="556"/>
                      <a:pt x="84" y="574"/>
                    </a:cubicBezTo>
                    <a:cubicBezTo>
                      <a:pt x="112" y="585"/>
                      <a:pt x="140" y="584"/>
                      <a:pt x="168" y="577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íşlíḑè"/>
              <p:cNvSpPr/>
              <p:nvPr/>
            </p:nvSpPr>
            <p:spPr bwMode="auto">
              <a:xfrm>
                <a:off x="5307702" y="5921379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19 w 121"/>
                  <a:gd name="T7" fmla="*/ 32 h 59"/>
                  <a:gd name="T8" fmla="*/ 52 w 121"/>
                  <a:gd name="T9" fmla="*/ 55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3" y="43"/>
                      <a:pt x="19" y="32"/>
                    </a:cubicBezTo>
                    <a:cubicBezTo>
                      <a:pt x="25" y="22"/>
                      <a:pt x="52" y="55"/>
                      <a:pt x="52" y="55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î$ļïḓe"/>
              <p:cNvSpPr/>
              <p:nvPr/>
            </p:nvSpPr>
            <p:spPr bwMode="auto">
              <a:xfrm>
                <a:off x="4817230" y="4854076"/>
                <a:ext cx="467222" cy="1083910"/>
              </a:xfrm>
              <a:custGeom>
                <a:avLst/>
                <a:gdLst>
                  <a:gd name="T0" fmla="*/ 168 w 251"/>
                  <a:gd name="T1" fmla="*/ 576 h 584"/>
                  <a:gd name="T2" fmla="*/ 140 w 251"/>
                  <a:gd name="T3" fmla="*/ 531 h 584"/>
                  <a:gd name="T4" fmla="*/ 208 w 251"/>
                  <a:gd name="T5" fmla="*/ 360 h 584"/>
                  <a:gd name="T6" fmla="*/ 181 w 251"/>
                  <a:gd name="T7" fmla="*/ 20 h 584"/>
                  <a:gd name="T8" fmla="*/ 50 w 251"/>
                  <a:gd name="T9" fmla="*/ 146 h 584"/>
                  <a:gd name="T10" fmla="*/ 92 w 251"/>
                  <a:gd name="T11" fmla="*/ 517 h 584"/>
                  <a:gd name="T12" fmla="*/ 84 w 251"/>
                  <a:gd name="T13" fmla="*/ 573 h 584"/>
                  <a:gd name="T14" fmla="*/ 168 w 251"/>
                  <a:gd name="T15" fmla="*/ 576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4">
                    <a:moveTo>
                      <a:pt x="168" y="576"/>
                    </a:moveTo>
                    <a:cubicBezTo>
                      <a:pt x="140" y="531"/>
                      <a:pt x="140" y="531"/>
                      <a:pt x="140" y="531"/>
                    </a:cubicBezTo>
                    <a:cubicBezTo>
                      <a:pt x="140" y="531"/>
                      <a:pt x="164" y="500"/>
                      <a:pt x="208" y="360"/>
                    </a:cubicBezTo>
                    <a:cubicBezTo>
                      <a:pt x="251" y="221"/>
                      <a:pt x="181" y="20"/>
                      <a:pt x="181" y="20"/>
                    </a:cubicBezTo>
                    <a:cubicBezTo>
                      <a:pt x="90" y="0"/>
                      <a:pt x="0" y="86"/>
                      <a:pt x="50" y="146"/>
                    </a:cubicBezTo>
                    <a:cubicBezTo>
                      <a:pt x="99" y="206"/>
                      <a:pt x="103" y="473"/>
                      <a:pt x="92" y="517"/>
                    </a:cubicBezTo>
                    <a:cubicBezTo>
                      <a:pt x="88" y="535"/>
                      <a:pt x="85" y="555"/>
                      <a:pt x="84" y="573"/>
                    </a:cubicBezTo>
                    <a:cubicBezTo>
                      <a:pt x="112" y="584"/>
                      <a:pt x="140" y="583"/>
                      <a:pt x="168" y="576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ïŝlïḓe"/>
              <p:cNvSpPr/>
              <p:nvPr/>
            </p:nvSpPr>
            <p:spPr bwMode="auto">
              <a:xfrm>
                <a:off x="4970018" y="5918057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20 w 121"/>
                  <a:gd name="T7" fmla="*/ 33 h 59"/>
                  <a:gd name="T8" fmla="*/ 52 w 121"/>
                  <a:gd name="T9" fmla="*/ 56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4" y="43"/>
                      <a:pt x="20" y="33"/>
                    </a:cubicBezTo>
                    <a:cubicBezTo>
                      <a:pt x="25" y="22"/>
                      <a:pt x="52" y="56"/>
                      <a:pt x="52" y="5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îṡḻîḓê"/>
              <p:cNvSpPr/>
              <p:nvPr/>
            </p:nvSpPr>
            <p:spPr bwMode="auto">
              <a:xfrm>
                <a:off x="4691013" y="4850755"/>
                <a:ext cx="1102731" cy="972087"/>
              </a:xfrm>
              <a:custGeom>
                <a:avLst/>
                <a:gdLst>
                  <a:gd name="T0" fmla="*/ 115 w 593"/>
                  <a:gd name="T1" fmla="*/ 56 h 524"/>
                  <a:gd name="T2" fmla="*/ 0 w 593"/>
                  <a:gd name="T3" fmla="*/ 264 h 524"/>
                  <a:gd name="T4" fmla="*/ 593 w 593"/>
                  <a:gd name="T5" fmla="*/ 162 h 524"/>
                  <a:gd name="T6" fmla="*/ 426 w 593"/>
                  <a:gd name="T7" fmla="*/ 0 h 524"/>
                  <a:gd name="T8" fmla="*/ 115 w 593"/>
                  <a:gd name="T9" fmla="*/ 56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524">
                    <a:moveTo>
                      <a:pt x="115" y="56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348" y="524"/>
                      <a:pt x="593" y="162"/>
                    </a:cubicBezTo>
                    <a:cubicBezTo>
                      <a:pt x="426" y="0"/>
                      <a:pt x="426" y="0"/>
                      <a:pt x="426" y="0"/>
                    </a:cubicBezTo>
                    <a:lnTo>
                      <a:pt x="115" y="56"/>
                    </a:ln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ísľïḍé"/>
              <p:cNvSpPr/>
              <p:nvPr/>
            </p:nvSpPr>
            <p:spPr bwMode="auto">
              <a:xfrm>
                <a:off x="4743050" y="4971435"/>
                <a:ext cx="256861" cy="504865"/>
              </a:xfrm>
              <a:custGeom>
                <a:avLst/>
                <a:gdLst>
                  <a:gd name="T0" fmla="*/ 117 w 138"/>
                  <a:gd name="T1" fmla="*/ 0 h 272"/>
                  <a:gd name="T2" fmla="*/ 0 w 138"/>
                  <a:gd name="T3" fmla="*/ 230 h 272"/>
                  <a:gd name="T4" fmla="*/ 52 w 138"/>
                  <a:gd name="T5" fmla="*/ 256 h 272"/>
                  <a:gd name="T6" fmla="*/ 138 w 138"/>
                  <a:gd name="T7" fmla="*/ 4 h 272"/>
                  <a:gd name="T8" fmla="*/ 117 w 138"/>
                  <a:gd name="T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272">
                    <a:moveTo>
                      <a:pt x="117" y="0"/>
                    </a:move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30"/>
                      <a:pt x="7" y="272"/>
                      <a:pt x="52" y="256"/>
                    </a:cubicBezTo>
                    <a:cubicBezTo>
                      <a:pt x="138" y="4"/>
                      <a:pt x="138" y="4"/>
                      <a:pt x="138" y="4"/>
                    </a:cubicBezTo>
                    <a:cubicBezTo>
                      <a:pt x="131" y="3"/>
                      <a:pt x="124" y="1"/>
                      <a:pt x="11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îṡľiḓe"/>
              <p:cNvSpPr/>
              <p:nvPr/>
            </p:nvSpPr>
            <p:spPr bwMode="auto">
              <a:xfrm>
                <a:off x="4915767" y="5003543"/>
                <a:ext cx="156110" cy="533651"/>
              </a:xfrm>
              <a:custGeom>
                <a:avLst/>
                <a:gdLst>
                  <a:gd name="T0" fmla="*/ 67 w 84"/>
                  <a:gd name="T1" fmla="*/ 0 h 288"/>
                  <a:gd name="T2" fmla="*/ 0 w 84"/>
                  <a:gd name="T3" fmla="*/ 258 h 288"/>
                  <a:gd name="T4" fmla="*/ 65 w 84"/>
                  <a:gd name="T5" fmla="*/ 272 h 288"/>
                  <a:gd name="T6" fmla="*/ 84 w 84"/>
                  <a:gd name="T7" fmla="*/ 1 h 288"/>
                  <a:gd name="T8" fmla="*/ 67 w 84"/>
                  <a:gd name="T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288">
                    <a:moveTo>
                      <a:pt x="67" y="0"/>
                    </a:move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8"/>
                      <a:pt x="13" y="288"/>
                      <a:pt x="65" y="27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79" y="1"/>
                      <a:pt x="73" y="1"/>
                      <a:pt x="6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îšľîdè"/>
              <p:cNvSpPr/>
              <p:nvPr/>
            </p:nvSpPr>
            <p:spPr bwMode="auto">
              <a:xfrm>
                <a:off x="5112841" y="5003543"/>
                <a:ext cx="117359" cy="549151"/>
              </a:xfrm>
              <a:custGeom>
                <a:avLst/>
                <a:gdLst>
                  <a:gd name="T0" fmla="*/ 3 w 63"/>
                  <a:gd name="T1" fmla="*/ 1 h 296"/>
                  <a:gd name="T2" fmla="*/ 0 w 63"/>
                  <a:gd name="T3" fmla="*/ 279 h 296"/>
                  <a:gd name="T4" fmla="*/ 63 w 63"/>
                  <a:gd name="T5" fmla="*/ 275 h 296"/>
                  <a:gd name="T6" fmla="*/ 23 w 63"/>
                  <a:gd name="T7" fmla="*/ 0 h 296"/>
                  <a:gd name="T8" fmla="*/ 3 w 63"/>
                  <a:gd name="T9" fmla="*/ 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96">
                    <a:moveTo>
                      <a:pt x="3" y="1"/>
                    </a:moveTo>
                    <a:cubicBezTo>
                      <a:pt x="0" y="279"/>
                      <a:pt x="0" y="279"/>
                      <a:pt x="0" y="279"/>
                    </a:cubicBezTo>
                    <a:cubicBezTo>
                      <a:pt x="0" y="279"/>
                      <a:pt x="29" y="296"/>
                      <a:pt x="63" y="27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0"/>
                      <a:pt x="11" y="1"/>
                      <a:pt x="3" y="1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íṡlîḓe"/>
              <p:cNvSpPr/>
              <p:nvPr/>
            </p:nvSpPr>
            <p:spPr bwMode="auto">
              <a:xfrm>
                <a:off x="5205843" y="4971435"/>
                <a:ext cx="252433" cy="548044"/>
              </a:xfrm>
              <a:custGeom>
                <a:avLst/>
                <a:gdLst>
                  <a:gd name="T0" fmla="*/ 0 w 136"/>
                  <a:gd name="T1" fmla="*/ 5 h 295"/>
                  <a:gd name="T2" fmla="*/ 77 w 136"/>
                  <a:gd name="T3" fmla="*/ 287 h 295"/>
                  <a:gd name="T4" fmla="*/ 136 w 136"/>
                  <a:gd name="T5" fmla="*/ 265 h 295"/>
                  <a:gd name="T6" fmla="*/ 25 w 136"/>
                  <a:gd name="T7" fmla="*/ 0 h 295"/>
                  <a:gd name="T8" fmla="*/ 0 w 136"/>
                  <a:gd name="T9" fmla="*/ 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295">
                    <a:moveTo>
                      <a:pt x="0" y="5"/>
                    </a:move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110" y="295"/>
                      <a:pt x="136" y="26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7" y="2"/>
                      <a:pt x="9" y="4"/>
                      <a:pt x="0" y="5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ís1ïďè"/>
              <p:cNvSpPr/>
              <p:nvPr/>
            </p:nvSpPr>
            <p:spPr bwMode="auto">
              <a:xfrm>
                <a:off x="5313237" y="4940435"/>
                <a:ext cx="331041" cy="474972"/>
              </a:xfrm>
              <a:custGeom>
                <a:avLst/>
                <a:gdLst>
                  <a:gd name="T0" fmla="*/ 24 w 178"/>
                  <a:gd name="T1" fmla="*/ 0 h 256"/>
                  <a:gd name="T2" fmla="*/ 0 w 178"/>
                  <a:gd name="T3" fmla="*/ 10 h 256"/>
                  <a:gd name="T4" fmla="*/ 127 w 178"/>
                  <a:gd name="T5" fmla="*/ 256 h 256"/>
                  <a:gd name="T6" fmla="*/ 178 w 178"/>
                  <a:gd name="T7" fmla="*/ 220 h 256"/>
                  <a:gd name="T8" fmla="*/ 24 w 178"/>
                  <a:gd name="T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56">
                    <a:moveTo>
                      <a:pt x="24" y="0"/>
                    </a:moveTo>
                    <a:cubicBezTo>
                      <a:pt x="16" y="3"/>
                      <a:pt x="8" y="7"/>
                      <a:pt x="0" y="10"/>
                    </a:cubicBezTo>
                    <a:cubicBezTo>
                      <a:pt x="127" y="256"/>
                      <a:pt x="127" y="256"/>
                      <a:pt x="127" y="256"/>
                    </a:cubicBezTo>
                    <a:cubicBezTo>
                      <a:pt x="127" y="256"/>
                      <a:pt x="160" y="255"/>
                      <a:pt x="178" y="22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îṣ1íďé"/>
              <p:cNvSpPr/>
              <p:nvPr/>
            </p:nvSpPr>
            <p:spPr bwMode="auto">
              <a:xfrm>
                <a:off x="5419525" y="4889506"/>
                <a:ext cx="356506" cy="386399"/>
              </a:xfrm>
              <a:custGeom>
                <a:avLst/>
                <a:gdLst>
                  <a:gd name="T0" fmla="*/ 20 w 192"/>
                  <a:gd name="T1" fmla="*/ 0 h 208"/>
                  <a:gd name="T2" fmla="*/ 0 w 192"/>
                  <a:gd name="T3" fmla="*/ 16 h 208"/>
                  <a:gd name="T4" fmla="*/ 155 w 192"/>
                  <a:gd name="T5" fmla="*/ 208 h 208"/>
                  <a:gd name="T6" fmla="*/ 192 w 192"/>
                  <a:gd name="T7" fmla="*/ 157 h 208"/>
                  <a:gd name="T8" fmla="*/ 20 w 192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208">
                    <a:moveTo>
                      <a:pt x="20" y="0"/>
                    </a:moveTo>
                    <a:cubicBezTo>
                      <a:pt x="14" y="6"/>
                      <a:pt x="7" y="11"/>
                      <a:pt x="0" y="16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5" y="208"/>
                      <a:pt x="187" y="197"/>
                      <a:pt x="192" y="157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ïṧḷiḋè"/>
              <p:cNvSpPr/>
              <p:nvPr/>
            </p:nvSpPr>
            <p:spPr bwMode="auto">
              <a:xfrm>
                <a:off x="4745264" y="4156566"/>
                <a:ext cx="797155" cy="894585"/>
              </a:xfrm>
              <a:custGeom>
                <a:avLst/>
                <a:gdLst>
                  <a:gd name="T0" fmla="*/ 0 w 429"/>
                  <a:gd name="T1" fmla="*/ 70 h 482"/>
                  <a:gd name="T2" fmla="*/ 111 w 429"/>
                  <a:gd name="T3" fmla="*/ 20 h 482"/>
                  <a:gd name="T4" fmla="*/ 211 w 429"/>
                  <a:gd name="T5" fmla="*/ 255 h 482"/>
                  <a:gd name="T6" fmla="*/ 218 w 429"/>
                  <a:gd name="T7" fmla="*/ 0 h 482"/>
                  <a:gd name="T8" fmla="*/ 352 w 429"/>
                  <a:gd name="T9" fmla="*/ 10 h 482"/>
                  <a:gd name="T10" fmla="*/ 360 w 429"/>
                  <a:gd name="T11" fmla="*/ 276 h 482"/>
                  <a:gd name="T12" fmla="*/ 429 w 429"/>
                  <a:gd name="T13" fmla="*/ 373 h 482"/>
                  <a:gd name="T14" fmla="*/ 50 w 429"/>
                  <a:gd name="T15" fmla="*/ 450 h 482"/>
                  <a:gd name="T16" fmla="*/ 0 w 429"/>
                  <a:gd name="T17" fmla="*/ 7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482">
                    <a:moveTo>
                      <a:pt x="0" y="7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211" y="255"/>
                      <a:pt x="211" y="255"/>
                      <a:pt x="211" y="255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352" y="10"/>
                      <a:pt x="352" y="10"/>
                      <a:pt x="352" y="10"/>
                    </a:cubicBezTo>
                    <a:cubicBezTo>
                      <a:pt x="352" y="10"/>
                      <a:pt x="333" y="217"/>
                      <a:pt x="360" y="276"/>
                    </a:cubicBezTo>
                    <a:cubicBezTo>
                      <a:pt x="387" y="336"/>
                      <a:pt x="429" y="373"/>
                      <a:pt x="429" y="373"/>
                    </a:cubicBezTo>
                    <a:cubicBezTo>
                      <a:pt x="320" y="461"/>
                      <a:pt x="196" y="482"/>
                      <a:pt x="50" y="450"/>
                    </a:cubicBezTo>
                    <a:cubicBezTo>
                      <a:pt x="50" y="450"/>
                      <a:pt x="124" y="332"/>
                      <a:pt x="0" y="7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ïṥ1iḍê"/>
              <p:cNvSpPr/>
              <p:nvPr/>
            </p:nvSpPr>
            <p:spPr bwMode="auto">
              <a:xfrm>
                <a:off x="4882552" y="4177602"/>
                <a:ext cx="254647" cy="452828"/>
              </a:xfrm>
              <a:custGeom>
                <a:avLst/>
                <a:gdLst>
                  <a:gd name="T0" fmla="*/ 36 w 137"/>
                  <a:gd name="T1" fmla="*/ 0 h 244"/>
                  <a:gd name="T2" fmla="*/ 8 w 137"/>
                  <a:gd name="T3" fmla="*/ 18 h 244"/>
                  <a:gd name="T4" fmla="*/ 0 w 137"/>
                  <a:gd name="T5" fmla="*/ 104 h 244"/>
                  <a:gd name="T6" fmla="*/ 53 w 137"/>
                  <a:gd name="T7" fmla="*/ 91 h 244"/>
                  <a:gd name="T8" fmla="*/ 32 w 137"/>
                  <a:gd name="T9" fmla="*/ 155 h 244"/>
                  <a:gd name="T10" fmla="*/ 137 w 137"/>
                  <a:gd name="T11" fmla="*/ 244 h 244"/>
                  <a:gd name="T12" fmla="*/ 36 w 137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244">
                    <a:moveTo>
                      <a:pt x="36" y="0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3" y="91"/>
                      <a:pt x="53" y="91"/>
                      <a:pt x="53" y="91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137" y="244"/>
                      <a:pt x="137" y="244"/>
                      <a:pt x="137" y="244"/>
                    </a:cubicBezTo>
                    <a:cubicBezTo>
                      <a:pt x="137" y="244"/>
                      <a:pt x="64" y="46"/>
                      <a:pt x="36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îşlîḍè"/>
              <p:cNvSpPr/>
              <p:nvPr/>
            </p:nvSpPr>
            <p:spPr bwMode="auto">
              <a:xfrm>
                <a:off x="5127234" y="4139958"/>
                <a:ext cx="150574" cy="490472"/>
              </a:xfrm>
              <a:custGeom>
                <a:avLst/>
                <a:gdLst>
                  <a:gd name="T0" fmla="*/ 10 w 81"/>
                  <a:gd name="T1" fmla="*/ 0 h 264"/>
                  <a:gd name="T2" fmla="*/ 42 w 81"/>
                  <a:gd name="T3" fmla="*/ 6 h 264"/>
                  <a:gd name="T4" fmla="*/ 81 w 81"/>
                  <a:gd name="T5" fmla="*/ 83 h 264"/>
                  <a:gd name="T6" fmla="*/ 27 w 81"/>
                  <a:gd name="T7" fmla="*/ 90 h 264"/>
                  <a:gd name="T8" fmla="*/ 70 w 81"/>
                  <a:gd name="T9" fmla="*/ 143 h 264"/>
                  <a:gd name="T10" fmla="*/ 5 w 81"/>
                  <a:gd name="T11" fmla="*/ 264 h 264"/>
                  <a:gd name="T12" fmla="*/ 10 w 81"/>
                  <a:gd name="T13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64">
                    <a:moveTo>
                      <a:pt x="10" y="0"/>
                    </a:moveTo>
                    <a:cubicBezTo>
                      <a:pt x="42" y="6"/>
                      <a:pt x="42" y="6"/>
                      <a:pt x="42" y="6"/>
                    </a:cubicBezTo>
                    <a:cubicBezTo>
                      <a:pt x="81" y="83"/>
                      <a:pt x="81" y="83"/>
                      <a:pt x="81" y="83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70" y="143"/>
                      <a:pt x="70" y="143"/>
                      <a:pt x="70" y="143"/>
                    </a:cubicBezTo>
                    <a:cubicBezTo>
                      <a:pt x="5" y="264"/>
                      <a:pt x="5" y="264"/>
                      <a:pt x="5" y="264"/>
                    </a:cubicBezTo>
                    <a:cubicBezTo>
                      <a:pt x="5" y="264"/>
                      <a:pt x="0" y="53"/>
                      <a:pt x="10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îṧľíḋe"/>
              <p:cNvSpPr/>
              <p:nvPr/>
            </p:nvSpPr>
            <p:spPr bwMode="auto">
              <a:xfrm>
                <a:off x="5129449" y="4680252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2"/>
                      <a:pt x="16" y="17"/>
                      <a:pt x="11" y="18"/>
                    </a:cubicBezTo>
                    <a:cubicBezTo>
                      <a:pt x="7" y="19"/>
                      <a:pt x="2" y="16"/>
                      <a:pt x="1" y="11"/>
                    </a:cubicBezTo>
                    <a:cubicBezTo>
                      <a:pt x="0" y="6"/>
                      <a:pt x="4" y="2"/>
                      <a:pt x="8" y="1"/>
                    </a:cubicBezTo>
                    <a:cubicBezTo>
                      <a:pt x="13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îṥļiḍe"/>
              <p:cNvSpPr/>
              <p:nvPr/>
            </p:nvSpPr>
            <p:spPr bwMode="auto">
              <a:xfrm>
                <a:off x="5146056" y="4763289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3"/>
                      <a:pt x="16" y="17"/>
                      <a:pt x="11" y="18"/>
                    </a:cubicBezTo>
                    <a:cubicBezTo>
                      <a:pt x="6" y="19"/>
                      <a:pt x="2" y="16"/>
                      <a:pt x="1" y="11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i$ḻïḓè"/>
              <p:cNvSpPr/>
              <p:nvPr/>
            </p:nvSpPr>
            <p:spPr bwMode="auto">
              <a:xfrm>
                <a:off x="5162664" y="4848541"/>
                <a:ext cx="34322" cy="35429"/>
              </a:xfrm>
              <a:custGeom>
                <a:avLst/>
                <a:gdLst>
                  <a:gd name="T0" fmla="*/ 18 w 18"/>
                  <a:gd name="T1" fmla="*/ 8 h 19"/>
                  <a:gd name="T2" fmla="*/ 11 w 18"/>
                  <a:gd name="T3" fmla="*/ 18 h 19"/>
                  <a:gd name="T4" fmla="*/ 1 w 18"/>
                  <a:gd name="T5" fmla="*/ 11 h 19"/>
                  <a:gd name="T6" fmla="*/ 7 w 18"/>
                  <a:gd name="T7" fmla="*/ 1 h 19"/>
                  <a:gd name="T8" fmla="*/ 18 w 18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8" y="8"/>
                    </a:moveTo>
                    <a:cubicBezTo>
                      <a:pt x="18" y="12"/>
                      <a:pt x="15" y="17"/>
                      <a:pt x="11" y="18"/>
                    </a:cubicBezTo>
                    <a:cubicBezTo>
                      <a:pt x="6" y="19"/>
                      <a:pt x="1" y="16"/>
                      <a:pt x="1" y="11"/>
                    </a:cubicBezTo>
                    <a:cubicBezTo>
                      <a:pt x="0" y="6"/>
                      <a:pt x="3" y="2"/>
                      <a:pt x="7" y="1"/>
                    </a:cubicBezTo>
                    <a:cubicBezTo>
                      <a:pt x="12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7" name="íś1iḓe"/>
              <p:cNvSpPr/>
              <p:nvPr/>
            </p:nvSpPr>
            <p:spPr bwMode="auto">
              <a:xfrm>
                <a:off x="4266971" y="2943118"/>
                <a:ext cx="1245555" cy="1279877"/>
              </a:xfrm>
              <a:custGeom>
                <a:avLst/>
                <a:gdLst>
                  <a:gd name="T0" fmla="*/ 479 w 670"/>
                  <a:gd name="T1" fmla="*/ 77 h 690"/>
                  <a:gd name="T2" fmla="*/ 645 w 670"/>
                  <a:gd name="T3" fmla="*/ 475 h 690"/>
                  <a:gd name="T4" fmla="*/ 541 w 670"/>
                  <a:gd name="T5" fmla="*/ 634 h 690"/>
                  <a:gd name="T6" fmla="*/ 246 w 670"/>
                  <a:gd name="T7" fmla="*/ 623 h 690"/>
                  <a:gd name="T8" fmla="*/ 67 w 670"/>
                  <a:gd name="T9" fmla="*/ 197 h 690"/>
                  <a:gd name="T10" fmla="*/ 479 w 670"/>
                  <a:gd name="T11" fmla="*/ 77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690">
                    <a:moveTo>
                      <a:pt x="479" y="77"/>
                    </a:moveTo>
                    <a:cubicBezTo>
                      <a:pt x="479" y="77"/>
                      <a:pt x="621" y="410"/>
                      <a:pt x="645" y="475"/>
                    </a:cubicBezTo>
                    <a:cubicBezTo>
                      <a:pt x="670" y="541"/>
                      <a:pt x="541" y="634"/>
                      <a:pt x="541" y="634"/>
                    </a:cubicBezTo>
                    <a:cubicBezTo>
                      <a:pt x="541" y="634"/>
                      <a:pt x="375" y="690"/>
                      <a:pt x="246" y="623"/>
                    </a:cubicBezTo>
                    <a:cubicBezTo>
                      <a:pt x="95" y="544"/>
                      <a:pt x="0" y="400"/>
                      <a:pt x="67" y="197"/>
                    </a:cubicBezTo>
                    <a:cubicBezTo>
                      <a:pt x="131" y="0"/>
                      <a:pt x="456" y="16"/>
                      <a:pt x="479" y="77"/>
                    </a:cubicBezTo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ïṩḷiḋê"/>
              <p:cNvSpPr/>
              <p:nvPr/>
            </p:nvSpPr>
            <p:spPr bwMode="auto">
              <a:xfrm>
                <a:off x="4594690" y="3939562"/>
                <a:ext cx="55358" cy="57572"/>
              </a:xfrm>
              <a:custGeom>
                <a:avLst/>
                <a:gdLst>
                  <a:gd name="T0" fmla="*/ 28 w 30"/>
                  <a:gd name="T1" fmla="*/ 11 h 31"/>
                  <a:gd name="T2" fmla="*/ 19 w 30"/>
                  <a:gd name="T3" fmla="*/ 28 h 31"/>
                  <a:gd name="T4" fmla="*/ 2 w 30"/>
                  <a:gd name="T5" fmla="*/ 19 h 31"/>
                  <a:gd name="T6" fmla="*/ 11 w 30"/>
                  <a:gd name="T7" fmla="*/ 2 h 31"/>
                  <a:gd name="T8" fmla="*/ 28 w 30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8" y="11"/>
                    </a:moveTo>
                    <a:cubicBezTo>
                      <a:pt x="30" y="18"/>
                      <a:pt x="26" y="26"/>
                      <a:pt x="19" y="28"/>
                    </a:cubicBezTo>
                    <a:cubicBezTo>
                      <a:pt x="12" y="31"/>
                      <a:pt x="4" y="27"/>
                      <a:pt x="2" y="19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8" y="0"/>
                      <a:pt x="26" y="4"/>
                      <a:pt x="28" y="11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iSlîḓe"/>
              <p:cNvSpPr/>
              <p:nvPr/>
            </p:nvSpPr>
            <p:spPr bwMode="auto">
              <a:xfrm>
                <a:off x="4880338" y="3867597"/>
                <a:ext cx="50929" cy="44286"/>
              </a:xfrm>
              <a:custGeom>
                <a:avLst/>
                <a:gdLst>
                  <a:gd name="T0" fmla="*/ 26 w 27"/>
                  <a:gd name="T1" fmla="*/ 0 h 24"/>
                  <a:gd name="T2" fmla="*/ 26 w 27"/>
                  <a:gd name="T3" fmla="*/ 0 h 24"/>
                  <a:gd name="T4" fmla="*/ 13 w 27"/>
                  <a:gd name="T5" fmla="*/ 10 h 24"/>
                  <a:gd name="T6" fmla="*/ 0 w 27"/>
                  <a:gd name="T7" fmla="*/ 24 h 24"/>
                  <a:gd name="T8" fmla="*/ 0 w 27"/>
                  <a:gd name="T9" fmla="*/ 24 h 24"/>
                  <a:gd name="T10" fmla="*/ 11 w 27"/>
                  <a:gd name="T11" fmla="*/ 16 h 24"/>
                  <a:gd name="T12" fmla="*/ 27 w 27"/>
                  <a:gd name="T13" fmla="*/ 1 h 24"/>
                  <a:gd name="T14" fmla="*/ 26 w 27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24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2"/>
                      <a:pt x="17" y="6"/>
                      <a:pt x="13" y="10"/>
                    </a:cubicBezTo>
                    <a:cubicBezTo>
                      <a:pt x="9" y="14"/>
                      <a:pt x="4" y="19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2"/>
                      <a:pt x="8" y="19"/>
                      <a:pt x="11" y="16"/>
                    </a:cubicBezTo>
                    <a:cubicBezTo>
                      <a:pt x="16" y="11"/>
                      <a:pt x="22" y="6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0" name="iṣľîḍé"/>
              <p:cNvSpPr/>
              <p:nvPr/>
            </p:nvSpPr>
            <p:spPr bwMode="auto">
              <a:xfrm>
                <a:off x="4912445" y="3856525"/>
                <a:ext cx="49822" cy="50929"/>
              </a:xfrm>
              <a:custGeom>
                <a:avLst/>
                <a:gdLst>
                  <a:gd name="T0" fmla="*/ 26 w 27"/>
                  <a:gd name="T1" fmla="*/ 0 h 28"/>
                  <a:gd name="T2" fmla="*/ 26 w 27"/>
                  <a:gd name="T3" fmla="*/ 0 h 28"/>
                  <a:gd name="T4" fmla="*/ 13 w 27"/>
                  <a:gd name="T5" fmla="*/ 13 h 28"/>
                  <a:gd name="T6" fmla="*/ 0 w 27"/>
                  <a:gd name="T7" fmla="*/ 28 h 28"/>
                  <a:gd name="T8" fmla="*/ 0 w 27"/>
                  <a:gd name="T9" fmla="*/ 28 h 28"/>
                  <a:gd name="T10" fmla="*/ 1 w 27"/>
                  <a:gd name="T11" fmla="*/ 28 h 28"/>
                  <a:gd name="T12" fmla="*/ 13 w 27"/>
                  <a:gd name="T13" fmla="*/ 16 h 28"/>
                  <a:gd name="T14" fmla="*/ 27 w 27"/>
                  <a:gd name="T15" fmla="*/ 1 h 28"/>
                  <a:gd name="T16" fmla="*/ 26 w 2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3"/>
                      <a:pt x="17" y="9"/>
                      <a:pt x="13" y="13"/>
                    </a:cubicBezTo>
                    <a:cubicBezTo>
                      <a:pt x="9" y="18"/>
                      <a:pt x="4" y="22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5" y="25"/>
                      <a:pt x="9" y="20"/>
                      <a:pt x="13" y="16"/>
                    </a:cubicBezTo>
                    <a:cubicBezTo>
                      <a:pt x="18" y="11"/>
                      <a:pt x="24" y="7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îṧ1ïdè"/>
              <p:cNvSpPr/>
              <p:nvPr/>
            </p:nvSpPr>
            <p:spPr bwMode="auto">
              <a:xfrm>
                <a:off x="4953410" y="3832168"/>
                <a:ext cx="55358" cy="63108"/>
              </a:xfrm>
              <a:custGeom>
                <a:avLst/>
                <a:gdLst>
                  <a:gd name="T0" fmla="*/ 29 w 30"/>
                  <a:gd name="T1" fmla="*/ 0 h 34"/>
                  <a:gd name="T2" fmla="*/ 28 w 30"/>
                  <a:gd name="T3" fmla="*/ 0 h 34"/>
                  <a:gd name="T4" fmla="*/ 13 w 30"/>
                  <a:gd name="T5" fmla="*/ 15 h 34"/>
                  <a:gd name="T6" fmla="*/ 0 w 30"/>
                  <a:gd name="T7" fmla="*/ 33 h 34"/>
                  <a:gd name="T8" fmla="*/ 0 w 30"/>
                  <a:gd name="T9" fmla="*/ 34 h 34"/>
                  <a:gd name="T10" fmla="*/ 2 w 30"/>
                  <a:gd name="T11" fmla="*/ 33 h 34"/>
                  <a:gd name="T12" fmla="*/ 16 w 30"/>
                  <a:gd name="T13" fmla="*/ 15 h 34"/>
                  <a:gd name="T14" fmla="*/ 29 w 30"/>
                  <a:gd name="T15" fmla="*/ 1 h 34"/>
                  <a:gd name="T16" fmla="*/ 29 w 30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4">
                    <a:moveTo>
                      <a:pt x="29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7" y="10"/>
                      <a:pt x="13" y="15"/>
                    </a:cubicBezTo>
                    <a:cubicBezTo>
                      <a:pt x="8" y="21"/>
                      <a:pt x="3" y="27"/>
                      <a:pt x="0" y="3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1" y="34"/>
                      <a:pt x="2" y="33"/>
                    </a:cubicBezTo>
                    <a:cubicBezTo>
                      <a:pt x="6" y="27"/>
                      <a:pt x="11" y="21"/>
                      <a:pt x="16" y="15"/>
                    </a:cubicBezTo>
                    <a:cubicBezTo>
                      <a:pt x="21" y="10"/>
                      <a:pt x="26" y="6"/>
                      <a:pt x="29" y="1"/>
                    </a:cubicBezTo>
                    <a:cubicBezTo>
                      <a:pt x="30" y="0"/>
                      <a:pt x="29" y="0"/>
                      <a:pt x="29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2" name="iṧlïḋe"/>
              <p:cNvSpPr/>
              <p:nvPr/>
            </p:nvSpPr>
            <p:spPr bwMode="auto">
              <a:xfrm>
                <a:off x="5241272" y="3733630"/>
                <a:ext cx="63108" cy="63108"/>
              </a:xfrm>
              <a:custGeom>
                <a:avLst/>
                <a:gdLst>
                  <a:gd name="T0" fmla="*/ 33 w 34"/>
                  <a:gd name="T1" fmla="*/ 0 h 34"/>
                  <a:gd name="T2" fmla="*/ 33 w 34"/>
                  <a:gd name="T3" fmla="*/ 0 h 34"/>
                  <a:gd name="T4" fmla="*/ 20 w 34"/>
                  <a:gd name="T5" fmla="*/ 14 h 34"/>
                  <a:gd name="T6" fmla="*/ 1 w 34"/>
                  <a:gd name="T7" fmla="*/ 32 h 34"/>
                  <a:gd name="T8" fmla="*/ 1 w 34"/>
                  <a:gd name="T9" fmla="*/ 34 h 34"/>
                  <a:gd name="T10" fmla="*/ 1 w 34"/>
                  <a:gd name="T11" fmla="*/ 34 h 34"/>
                  <a:gd name="T12" fmla="*/ 18 w 34"/>
                  <a:gd name="T13" fmla="*/ 19 h 34"/>
                  <a:gd name="T14" fmla="*/ 34 w 34"/>
                  <a:gd name="T15" fmla="*/ 0 h 34"/>
                  <a:gd name="T16" fmla="*/ 33 w 3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28" y="4"/>
                      <a:pt x="24" y="9"/>
                      <a:pt x="20" y="14"/>
                    </a:cubicBezTo>
                    <a:cubicBezTo>
                      <a:pt x="14" y="21"/>
                      <a:pt x="8" y="27"/>
                      <a:pt x="1" y="32"/>
                    </a:cubicBezTo>
                    <a:cubicBezTo>
                      <a:pt x="0" y="33"/>
                      <a:pt x="0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8" y="30"/>
                      <a:pt x="13" y="25"/>
                      <a:pt x="18" y="19"/>
                    </a:cubicBezTo>
                    <a:cubicBezTo>
                      <a:pt x="23" y="13"/>
                      <a:pt x="29" y="7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íṣ1íḍê"/>
              <p:cNvSpPr/>
              <p:nvPr/>
            </p:nvSpPr>
            <p:spPr bwMode="auto">
              <a:xfrm>
                <a:off x="5277808" y="3720344"/>
                <a:ext cx="64215" cy="68644"/>
              </a:xfrm>
              <a:custGeom>
                <a:avLst/>
                <a:gdLst>
                  <a:gd name="T0" fmla="*/ 33 w 34"/>
                  <a:gd name="T1" fmla="*/ 0 h 37"/>
                  <a:gd name="T2" fmla="*/ 32 w 34"/>
                  <a:gd name="T3" fmla="*/ 0 h 37"/>
                  <a:gd name="T4" fmla="*/ 14 w 34"/>
                  <a:gd name="T5" fmla="*/ 18 h 37"/>
                  <a:gd name="T6" fmla="*/ 0 w 34"/>
                  <a:gd name="T7" fmla="*/ 37 h 37"/>
                  <a:gd name="T8" fmla="*/ 1 w 34"/>
                  <a:gd name="T9" fmla="*/ 37 h 37"/>
                  <a:gd name="T10" fmla="*/ 1 w 34"/>
                  <a:gd name="T11" fmla="*/ 37 h 37"/>
                  <a:gd name="T12" fmla="*/ 18 w 34"/>
                  <a:gd name="T13" fmla="*/ 17 h 37"/>
                  <a:gd name="T14" fmla="*/ 33 w 34"/>
                  <a:gd name="T15" fmla="*/ 1 h 37"/>
                  <a:gd name="T16" fmla="*/ 33 w 34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7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5" y="5"/>
                      <a:pt x="19" y="12"/>
                      <a:pt x="14" y="18"/>
                    </a:cubicBezTo>
                    <a:cubicBezTo>
                      <a:pt x="9" y="24"/>
                      <a:pt x="4" y="30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7" y="31"/>
                      <a:pt x="12" y="24"/>
                      <a:pt x="18" y="17"/>
                    </a:cubicBezTo>
                    <a:cubicBezTo>
                      <a:pt x="23" y="12"/>
                      <a:pt x="29" y="7"/>
                      <a:pt x="33" y="1"/>
                    </a:cubicBezTo>
                    <a:cubicBezTo>
                      <a:pt x="34" y="0"/>
                      <a:pt x="33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4" name="îṡľîďè"/>
              <p:cNvSpPr/>
              <p:nvPr/>
            </p:nvSpPr>
            <p:spPr bwMode="auto">
              <a:xfrm>
                <a:off x="5312130" y="3725880"/>
                <a:ext cx="53144" cy="52037"/>
              </a:xfrm>
              <a:custGeom>
                <a:avLst/>
                <a:gdLst>
                  <a:gd name="T0" fmla="*/ 27 w 29"/>
                  <a:gd name="T1" fmla="*/ 0 h 28"/>
                  <a:gd name="T2" fmla="*/ 26 w 29"/>
                  <a:gd name="T3" fmla="*/ 0 h 28"/>
                  <a:gd name="T4" fmla="*/ 0 w 29"/>
                  <a:gd name="T5" fmla="*/ 27 h 28"/>
                  <a:gd name="T6" fmla="*/ 1 w 29"/>
                  <a:gd name="T7" fmla="*/ 28 h 28"/>
                  <a:gd name="T8" fmla="*/ 1 w 29"/>
                  <a:gd name="T9" fmla="*/ 28 h 28"/>
                  <a:gd name="T10" fmla="*/ 28 w 29"/>
                  <a:gd name="T11" fmla="*/ 1 h 28"/>
                  <a:gd name="T12" fmla="*/ 27 w 29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8">
                    <a:moveTo>
                      <a:pt x="27" y="0"/>
                    </a:moveTo>
                    <a:cubicBezTo>
                      <a:pt x="27" y="0"/>
                      <a:pt x="27" y="0"/>
                      <a:pt x="26" y="0"/>
                    </a:cubicBezTo>
                    <a:cubicBezTo>
                      <a:pt x="16" y="7"/>
                      <a:pt x="9" y="18"/>
                      <a:pt x="0" y="27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1" y="20"/>
                      <a:pt x="20" y="11"/>
                      <a:pt x="28" y="1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5" name="ïśľîḓe"/>
              <p:cNvSpPr/>
              <p:nvPr/>
            </p:nvSpPr>
            <p:spPr bwMode="auto">
              <a:xfrm>
                <a:off x="5175949" y="3542092"/>
                <a:ext cx="171610" cy="191539"/>
              </a:xfrm>
              <a:custGeom>
                <a:avLst/>
                <a:gdLst>
                  <a:gd name="T0" fmla="*/ 9 w 92"/>
                  <a:gd name="T1" fmla="*/ 66 h 103"/>
                  <a:gd name="T2" fmla="*/ 62 w 92"/>
                  <a:gd name="T3" fmla="*/ 95 h 103"/>
                  <a:gd name="T4" fmla="*/ 82 w 92"/>
                  <a:gd name="T5" fmla="*/ 37 h 103"/>
                  <a:gd name="T6" fmla="*/ 29 w 92"/>
                  <a:gd name="T7" fmla="*/ 8 h 103"/>
                  <a:gd name="T8" fmla="*/ 9 w 92"/>
                  <a:gd name="T9" fmla="*/ 6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103">
                    <a:moveTo>
                      <a:pt x="9" y="66"/>
                    </a:moveTo>
                    <a:cubicBezTo>
                      <a:pt x="18" y="90"/>
                      <a:pt x="42" y="103"/>
                      <a:pt x="62" y="95"/>
                    </a:cubicBezTo>
                    <a:cubicBezTo>
                      <a:pt x="83" y="87"/>
                      <a:pt x="92" y="61"/>
                      <a:pt x="82" y="37"/>
                    </a:cubicBezTo>
                    <a:cubicBezTo>
                      <a:pt x="73" y="13"/>
                      <a:pt x="49" y="0"/>
                      <a:pt x="29" y="8"/>
                    </a:cubicBezTo>
                    <a:cubicBezTo>
                      <a:pt x="9" y="16"/>
                      <a:pt x="0" y="42"/>
                      <a:pt x="9" y="66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" name="ïšḻíḋê"/>
              <p:cNvSpPr/>
              <p:nvPr/>
            </p:nvSpPr>
            <p:spPr bwMode="auto">
              <a:xfrm>
                <a:off x="5237950" y="3555378"/>
                <a:ext cx="71965" cy="79716"/>
              </a:xfrm>
              <a:custGeom>
                <a:avLst/>
                <a:gdLst>
                  <a:gd name="T0" fmla="*/ 4 w 39"/>
                  <a:gd name="T1" fmla="*/ 27 h 43"/>
                  <a:gd name="T2" fmla="*/ 26 w 39"/>
                  <a:gd name="T3" fmla="*/ 40 h 43"/>
                  <a:gd name="T4" fmla="*/ 35 w 39"/>
                  <a:gd name="T5" fmla="*/ 15 h 43"/>
                  <a:gd name="T6" fmla="*/ 12 w 39"/>
                  <a:gd name="T7" fmla="*/ 3 h 43"/>
                  <a:gd name="T8" fmla="*/ 4 w 39"/>
                  <a:gd name="T9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3">
                    <a:moveTo>
                      <a:pt x="4" y="27"/>
                    </a:moveTo>
                    <a:cubicBezTo>
                      <a:pt x="8" y="37"/>
                      <a:pt x="18" y="43"/>
                      <a:pt x="26" y="40"/>
                    </a:cubicBezTo>
                    <a:cubicBezTo>
                      <a:pt x="35" y="36"/>
                      <a:pt x="39" y="25"/>
                      <a:pt x="35" y="15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4" y="6"/>
                      <a:pt x="0" y="17"/>
                      <a:pt x="4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" name="işľídè"/>
              <p:cNvSpPr/>
              <p:nvPr/>
            </p:nvSpPr>
            <p:spPr bwMode="auto">
              <a:xfrm>
                <a:off x="4808372" y="3646165"/>
                <a:ext cx="176038" cy="197074"/>
              </a:xfrm>
              <a:custGeom>
                <a:avLst/>
                <a:gdLst>
                  <a:gd name="T0" fmla="*/ 9 w 95"/>
                  <a:gd name="T1" fmla="*/ 68 h 106"/>
                  <a:gd name="T2" fmla="*/ 65 w 95"/>
                  <a:gd name="T3" fmla="*/ 98 h 106"/>
                  <a:gd name="T4" fmla="*/ 85 w 95"/>
                  <a:gd name="T5" fmla="*/ 38 h 106"/>
                  <a:gd name="T6" fmla="*/ 30 w 95"/>
                  <a:gd name="T7" fmla="*/ 8 h 106"/>
                  <a:gd name="T8" fmla="*/ 9 w 95"/>
                  <a:gd name="T9" fmla="*/ 6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6">
                    <a:moveTo>
                      <a:pt x="9" y="68"/>
                    </a:moveTo>
                    <a:cubicBezTo>
                      <a:pt x="19" y="93"/>
                      <a:pt x="44" y="106"/>
                      <a:pt x="65" y="98"/>
                    </a:cubicBezTo>
                    <a:cubicBezTo>
                      <a:pt x="86" y="90"/>
                      <a:pt x="95" y="63"/>
                      <a:pt x="85" y="38"/>
                    </a:cubicBezTo>
                    <a:cubicBezTo>
                      <a:pt x="76" y="14"/>
                      <a:pt x="51" y="0"/>
                      <a:pt x="30" y="8"/>
                    </a:cubicBezTo>
                    <a:cubicBezTo>
                      <a:pt x="9" y="16"/>
                      <a:pt x="0" y="43"/>
                      <a:pt x="9" y="68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" name="îsḷiḍe"/>
              <p:cNvSpPr/>
              <p:nvPr/>
            </p:nvSpPr>
            <p:spPr bwMode="auto">
              <a:xfrm>
                <a:off x="4874802" y="3664986"/>
                <a:ext cx="70858" cy="79716"/>
              </a:xfrm>
              <a:custGeom>
                <a:avLst/>
                <a:gdLst>
                  <a:gd name="T0" fmla="*/ 4 w 38"/>
                  <a:gd name="T1" fmla="*/ 28 h 43"/>
                  <a:gd name="T2" fmla="*/ 26 w 38"/>
                  <a:gd name="T3" fmla="*/ 40 h 43"/>
                  <a:gd name="T4" fmla="*/ 35 w 38"/>
                  <a:gd name="T5" fmla="*/ 16 h 43"/>
                  <a:gd name="T6" fmla="*/ 12 w 38"/>
                  <a:gd name="T7" fmla="*/ 3 h 43"/>
                  <a:gd name="T8" fmla="*/ 4 w 38"/>
                  <a:gd name="T9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3">
                    <a:moveTo>
                      <a:pt x="4" y="28"/>
                    </a:moveTo>
                    <a:cubicBezTo>
                      <a:pt x="8" y="38"/>
                      <a:pt x="18" y="43"/>
                      <a:pt x="26" y="40"/>
                    </a:cubicBezTo>
                    <a:cubicBezTo>
                      <a:pt x="35" y="36"/>
                      <a:pt x="38" y="26"/>
                      <a:pt x="35" y="16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3" y="7"/>
                      <a:pt x="0" y="18"/>
                      <a:pt x="4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" name="iṧlîde"/>
              <p:cNvSpPr/>
              <p:nvPr/>
            </p:nvSpPr>
            <p:spPr bwMode="auto">
              <a:xfrm>
                <a:off x="4768515" y="3522163"/>
                <a:ext cx="162753" cy="116252"/>
              </a:xfrm>
              <a:custGeom>
                <a:avLst/>
                <a:gdLst>
                  <a:gd name="T0" fmla="*/ 81 w 87"/>
                  <a:gd name="T1" fmla="*/ 0 h 63"/>
                  <a:gd name="T2" fmla="*/ 73 w 87"/>
                  <a:gd name="T3" fmla="*/ 4 h 63"/>
                  <a:gd name="T4" fmla="*/ 73 w 87"/>
                  <a:gd name="T5" fmla="*/ 6 h 63"/>
                  <a:gd name="T6" fmla="*/ 49 w 87"/>
                  <a:gd name="T7" fmla="*/ 53 h 63"/>
                  <a:gd name="T8" fmla="*/ 39 w 87"/>
                  <a:gd name="T9" fmla="*/ 55 h 63"/>
                  <a:gd name="T10" fmla="*/ 9 w 87"/>
                  <a:gd name="T11" fmla="*/ 39 h 63"/>
                  <a:gd name="T12" fmla="*/ 8 w 87"/>
                  <a:gd name="T13" fmla="*/ 38 h 63"/>
                  <a:gd name="T14" fmla="*/ 6 w 87"/>
                  <a:gd name="T15" fmla="*/ 39 h 63"/>
                  <a:gd name="T16" fmla="*/ 4 w 87"/>
                  <a:gd name="T17" fmla="*/ 39 h 63"/>
                  <a:gd name="T18" fmla="*/ 0 w 87"/>
                  <a:gd name="T19" fmla="*/ 41 h 63"/>
                  <a:gd name="T20" fmla="*/ 1 w 87"/>
                  <a:gd name="T21" fmla="*/ 43 h 63"/>
                  <a:gd name="T22" fmla="*/ 39 w 87"/>
                  <a:gd name="T23" fmla="*/ 63 h 63"/>
                  <a:gd name="T24" fmla="*/ 51 w 87"/>
                  <a:gd name="T25" fmla="*/ 61 h 63"/>
                  <a:gd name="T26" fmla="*/ 81 w 87"/>
                  <a:gd name="T27" fmla="*/ 3 h 63"/>
                  <a:gd name="T28" fmla="*/ 81 w 87"/>
                  <a:gd name="T2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63">
                    <a:moveTo>
                      <a:pt x="81" y="0"/>
                    </a:moveTo>
                    <a:cubicBezTo>
                      <a:pt x="73" y="4"/>
                      <a:pt x="73" y="4"/>
                      <a:pt x="73" y="4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8" y="27"/>
                      <a:pt x="67" y="48"/>
                      <a:pt x="49" y="53"/>
                    </a:cubicBezTo>
                    <a:cubicBezTo>
                      <a:pt x="46" y="54"/>
                      <a:pt x="42" y="55"/>
                      <a:pt x="39" y="55"/>
                    </a:cubicBezTo>
                    <a:cubicBezTo>
                      <a:pt x="28" y="55"/>
                      <a:pt x="17" y="49"/>
                      <a:pt x="9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5" y="39"/>
                      <a:pt x="5" y="39"/>
                      <a:pt x="4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1" y="56"/>
                      <a:pt x="25" y="63"/>
                      <a:pt x="39" y="63"/>
                    </a:cubicBezTo>
                    <a:cubicBezTo>
                      <a:pt x="43" y="63"/>
                      <a:pt x="47" y="62"/>
                      <a:pt x="51" y="61"/>
                    </a:cubicBezTo>
                    <a:cubicBezTo>
                      <a:pt x="74" y="54"/>
                      <a:pt x="87" y="29"/>
                      <a:pt x="81" y="3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ísḷîdé"/>
              <p:cNvSpPr/>
              <p:nvPr/>
            </p:nvSpPr>
            <p:spPr bwMode="auto">
              <a:xfrm>
                <a:off x="5087377" y="3397054"/>
                <a:ext cx="138395" cy="111823"/>
              </a:xfrm>
              <a:custGeom>
                <a:avLst/>
                <a:gdLst>
                  <a:gd name="T0" fmla="*/ 74 w 75"/>
                  <a:gd name="T1" fmla="*/ 21 h 60"/>
                  <a:gd name="T2" fmla="*/ 38 w 75"/>
                  <a:gd name="T3" fmla="*/ 0 h 60"/>
                  <a:gd name="T4" fmla="*/ 29 w 75"/>
                  <a:gd name="T5" fmla="*/ 1 h 60"/>
                  <a:gd name="T6" fmla="*/ 6 w 75"/>
                  <a:gd name="T7" fmla="*/ 58 h 60"/>
                  <a:gd name="T8" fmla="*/ 7 w 75"/>
                  <a:gd name="T9" fmla="*/ 60 h 60"/>
                  <a:gd name="T10" fmla="*/ 14 w 75"/>
                  <a:gd name="T11" fmla="*/ 56 h 60"/>
                  <a:gd name="T12" fmla="*/ 13 w 75"/>
                  <a:gd name="T13" fmla="*/ 55 h 60"/>
                  <a:gd name="T14" fmla="*/ 32 w 75"/>
                  <a:gd name="T15" fmla="*/ 9 h 60"/>
                  <a:gd name="T16" fmla="*/ 67 w 75"/>
                  <a:gd name="T17" fmla="*/ 25 h 60"/>
                  <a:gd name="T18" fmla="*/ 68 w 75"/>
                  <a:gd name="T19" fmla="*/ 26 h 60"/>
                  <a:gd name="T20" fmla="*/ 69 w 75"/>
                  <a:gd name="T21" fmla="*/ 26 h 60"/>
                  <a:gd name="T22" fmla="*/ 71 w 75"/>
                  <a:gd name="T23" fmla="*/ 25 h 60"/>
                  <a:gd name="T24" fmla="*/ 75 w 75"/>
                  <a:gd name="T25" fmla="*/ 23 h 60"/>
                  <a:gd name="T26" fmla="*/ 74 w 75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60">
                    <a:moveTo>
                      <a:pt x="74" y="21"/>
                    </a:moveTo>
                    <a:cubicBezTo>
                      <a:pt x="64" y="8"/>
                      <a:pt x="51" y="0"/>
                      <a:pt x="38" y="0"/>
                    </a:cubicBezTo>
                    <a:cubicBezTo>
                      <a:pt x="35" y="0"/>
                      <a:pt x="32" y="0"/>
                      <a:pt x="29" y="1"/>
                    </a:cubicBezTo>
                    <a:cubicBezTo>
                      <a:pt x="10" y="7"/>
                      <a:pt x="0" y="32"/>
                      <a:pt x="6" y="5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9" y="34"/>
                      <a:pt x="17" y="14"/>
                      <a:pt x="32" y="9"/>
                    </a:cubicBezTo>
                    <a:cubicBezTo>
                      <a:pt x="44" y="5"/>
                      <a:pt x="57" y="12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0" y="25"/>
                      <a:pt x="71" y="25"/>
                      <a:pt x="71" y="25"/>
                    </a:cubicBezTo>
                    <a:cubicBezTo>
                      <a:pt x="75" y="23"/>
                      <a:pt x="75" y="23"/>
                      <a:pt x="75" y="23"/>
                    </a:cubicBez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" name="ïṡ1idè"/>
              <p:cNvSpPr/>
              <p:nvPr/>
            </p:nvSpPr>
            <p:spPr bwMode="auto">
              <a:xfrm>
                <a:off x="5030911" y="3876454"/>
                <a:ext cx="286754" cy="115145"/>
              </a:xfrm>
              <a:custGeom>
                <a:avLst/>
                <a:gdLst>
                  <a:gd name="T0" fmla="*/ 152 w 154"/>
                  <a:gd name="T1" fmla="*/ 1 h 62"/>
                  <a:gd name="T2" fmla="*/ 109 w 154"/>
                  <a:gd name="T3" fmla="*/ 39 h 62"/>
                  <a:gd name="T4" fmla="*/ 66 w 154"/>
                  <a:gd name="T5" fmla="*/ 36 h 62"/>
                  <a:gd name="T6" fmla="*/ 1 w 154"/>
                  <a:gd name="T7" fmla="*/ 60 h 62"/>
                  <a:gd name="T8" fmla="*/ 4 w 154"/>
                  <a:gd name="T9" fmla="*/ 61 h 62"/>
                  <a:gd name="T10" fmla="*/ 60 w 154"/>
                  <a:gd name="T11" fmla="*/ 40 h 62"/>
                  <a:gd name="T12" fmla="*/ 107 w 154"/>
                  <a:gd name="T13" fmla="*/ 43 h 62"/>
                  <a:gd name="T14" fmla="*/ 154 w 154"/>
                  <a:gd name="T15" fmla="*/ 1 h 62"/>
                  <a:gd name="T16" fmla="*/ 152 w 154"/>
                  <a:gd name="T17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" h="62">
                    <a:moveTo>
                      <a:pt x="152" y="1"/>
                    </a:moveTo>
                    <a:cubicBezTo>
                      <a:pt x="143" y="22"/>
                      <a:pt x="134" y="37"/>
                      <a:pt x="109" y="39"/>
                    </a:cubicBezTo>
                    <a:cubicBezTo>
                      <a:pt x="95" y="40"/>
                      <a:pt x="80" y="37"/>
                      <a:pt x="66" y="36"/>
                    </a:cubicBezTo>
                    <a:cubicBezTo>
                      <a:pt x="43" y="34"/>
                      <a:pt x="13" y="38"/>
                      <a:pt x="1" y="60"/>
                    </a:cubicBezTo>
                    <a:cubicBezTo>
                      <a:pt x="0" y="62"/>
                      <a:pt x="3" y="61"/>
                      <a:pt x="4" y="61"/>
                    </a:cubicBezTo>
                    <a:cubicBezTo>
                      <a:pt x="22" y="46"/>
                      <a:pt x="37" y="39"/>
                      <a:pt x="60" y="40"/>
                    </a:cubicBezTo>
                    <a:cubicBezTo>
                      <a:pt x="76" y="41"/>
                      <a:pt x="92" y="43"/>
                      <a:pt x="107" y="43"/>
                    </a:cubicBezTo>
                    <a:cubicBezTo>
                      <a:pt x="133" y="42"/>
                      <a:pt x="150" y="26"/>
                      <a:pt x="154" y="1"/>
                    </a:cubicBezTo>
                    <a:cubicBezTo>
                      <a:pt x="154" y="0"/>
                      <a:pt x="152" y="0"/>
                      <a:pt x="152" y="1"/>
                    </a:cubicBez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" name="işliḋè"/>
              <p:cNvSpPr/>
              <p:nvPr/>
            </p:nvSpPr>
            <p:spPr bwMode="auto">
              <a:xfrm>
                <a:off x="4025610" y="2727222"/>
                <a:ext cx="1355164" cy="1978495"/>
              </a:xfrm>
              <a:custGeom>
                <a:avLst/>
                <a:gdLst>
                  <a:gd name="T0" fmla="*/ 307 w 729"/>
                  <a:gd name="T1" fmla="*/ 559 h 1066"/>
                  <a:gd name="T2" fmla="*/ 384 w 729"/>
                  <a:gd name="T3" fmla="*/ 318 h 1066"/>
                  <a:gd name="T4" fmla="*/ 729 w 729"/>
                  <a:gd name="T5" fmla="*/ 295 h 1066"/>
                  <a:gd name="T6" fmla="*/ 286 w 729"/>
                  <a:gd name="T7" fmla="*/ 86 h 1066"/>
                  <a:gd name="T8" fmla="*/ 162 w 729"/>
                  <a:gd name="T9" fmla="*/ 239 h 1066"/>
                  <a:gd name="T10" fmla="*/ 83 w 729"/>
                  <a:gd name="T11" fmla="*/ 608 h 1066"/>
                  <a:gd name="T12" fmla="*/ 236 w 729"/>
                  <a:gd name="T13" fmla="*/ 895 h 1066"/>
                  <a:gd name="T14" fmla="*/ 113 w 729"/>
                  <a:gd name="T15" fmla="*/ 962 h 1066"/>
                  <a:gd name="T16" fmla="*/ 371 w 729"/>
                  <a:gd name="T17" fmla="*/ 781 h 1066"/>
                  <a:gd name="T18" fmla="*/ 321 w 729"/>
                  <a:gd name="T19" fmla="*/ 680 h 1066"/>
                  <a:gd name="T20" fmla="*/ 259 w 729"/>
                  <a:gd name="T21" fmla="*/ 595 h 1066"/>
                  <a:gd name="T22" fmla="*/ 307 w 729"/>
                  <a:gd name="T23" fmla="*/ 559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9" h="1066">
                    <a:moveTo>
                      <a:pt x="307" y="559"/>
                    </a:moveTo>
                    <a:cubicBezTo>
                      <a:pt x="348" y="528"/>
                      <a:pt x="376" y="371"/>
                      <a:pt x="384" y="318"/>
                    </a:cubicBezTo>
                    <a:cubicBezTo>
                      <a:pt x="455" y="344"/>
                      <a:pt x="588" y="373"/>
                      <a:pt x="729" y="295"/>
                    </a:cubicBezTo>
                    <a:cubicBezTo>
                      <a:pt x="729" y="295"/>
                      <a:pt x="674" y="0"/>
                      <a:pt x="286" y="86"/>
                    </a:cubicBezTo>
                    <a:cubicBezTo>
                      <a:pt x="150" y="116"/>
                      <a:pt x="142" y="212"/>
                      <a:pt x="162" y="239"/>
                    </a:cubicBezTo>
                    <a:cubicBezTo>
                      <a:pt x="9" y="291"/>
                      <a:pt x="0" y="464"/>
                      <a:pt x="83" y="608"/>
                    </a:cubicBezTo>
                    <a:cubicBezTo>
                      <a:pt x="209" y="824"/>
                      <a:pt x="227" y="815"/>
                      <a:pt x="236" y="895"/>
                    </a:cubicBezTo>
                    <a:cubicBezTo>
                      <a:pt x="246" y="975"/>
                      <a:pt x="113" y="962"/>
                      <a:pt x="113" y="962"/>
                    </a:cubicBezTo>
                    <a:cubicBezTo>
                      <a:pt x="304" y="1066"/>
                      <a:pt x="381" y="833"/>
                      <a:pt x="371" y="781"/>
                    </a:cubicBezTo>
                    <a:cubicBezTo>
                      <a:pt x="361" y="729"/>
                      <a:pt x="321" y="680"/>
                      <a:pt x="321" y="680"/>
                    </a:cubicBezTo>
                    <a:cubicBezTo>
                      <a:pt x="267" y="681"/>
                      <a:pt x="255" y="635"/>
                      <a:pt x="259" y="595"/>
                    </a:cubicBezTo>
                    <a:cubicBezTo>
                      <a:pt x="262" y="556"/>
                      <a:pt x="307" y="559"/>
                      <a:pt x="307" y="559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3" name="íslïďê"/>
              <p:cNvSpPr/>
              <p:nvPr/>
            </p:nvSpPr>
            <p:spPr bwMode="auto">
              <a:xfrm>
                <a:off x="4409795" y="3503341"/>
                <a:ext cx="327719" cy="347648"/>
              </a:xfrm>
              <a:custGeom>
                <a:avLst/>
                <a:gdLst>
                  <a:gd name="T0" fmla="*/ 15 w 176"/>
                  <a:gd name="T1" fmla="*/ 167 h 187"/>
                  <a:gd name="T2" fmla="*/ 8 w 176"/>
                  <a:gd name="T3" fmla="*/ 142 h 187"/>
                  <a:gd name="T4" fmla="*/ 0 w 176"/>
                  <a:gd name="T5" fmla="*/ 112 h 187"/>
                  <a:gd name="T6" fmla="*/ 0 w 176"/>
                  <a:gd name="T7" fmla="*/ 110 h 187"/>
                  <a:gd name="T8" fmla="*/ 12 w 176"/>
                  <a:gd name="T9" fmla="*/ 87 h 187"/>
                  <a:gd name="T10" fmla="*/ 28 w 176"/>
                  <a:gd name="T11" fmla="*/ 71 h 187"/>
                  <a:gd name="T12" fmla="*/ 59 w 176"/>
                  <a:gd name="T13" fmla="*/ 60 h 187"/>
                  <a:gd name="T14" fmla="*/ 80 w 176"/>
                  <a:gd name="T15" fmla="*/ 21 h 187"/>
                  <a:gd name="T16" fmla="*/ 106 w 176"/>
                  <a:gd name="T17" fmla="*/ 44 h 187"/>
                  <a:gd name="T18" fmla="*/ 109 w 176"/>
                  <a:gd name="T19" fmla="*/ 94 h 187"/>
                  <a:gd name="T20" fmla="*/ 136 w 176"/>
                  <a:gd name="T21" fmla="*/ 87 h 187"/>
                  <a:gd name="T22" fmla="*/ 176 w 176"/>
                  <a:gd name="T23" fmla="*/ 103 h 187"/>
                  <a:gd name="T24" fmla="*/ 81 w 176"/>
                  <a:gd name="T25" fmla="*/ 185 h 187"/>
                  <a:gd name="T26" fmla="*/ 15 w 176"/>
                  <a:gd name="T27" fmla="*/ 16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6" h="187">
                    <a:moveTo>
                      <a:pt x="15" y="167"/>
                    </a:moveTo>
                    <a:cubicBezTo>
                      <a:pt x="8" y="142"/>
                      <a:pt x="8" y="142"/>
                      <a:pt x="8" y="142"/>
                    </a:cubicBezTo>
                    <a:cubicBezTo>
                      <a:pt x="6" y="133"/>
                      <a:pt x="4" y="123"/>
                      <a:pt x="0" y="112"/>
                    </a:cubicBezTo>
                    <a:cubicBezTo>
                      <a:pt x="0" y="112"/>
                      <a:pt x="0" y="111"/>
                      <a:pt x="0" y="110"/>
                    </a:cubicBezTo>
                    <a:cubicBezTo>
                      <a:pt x="1" y="102"/>
                      <a:pt x="5" y="93"/>
                      <a:pt x="12" y="87"/>
                    </a:cubicBezTo>
                    <a:cubicBezTo>
                      <a:pt x="20" y="82"/>
                      <a:pt x="23" y="77"/>
                      <a:pt x="28" y="71"/>
                    </a:cubicBezTo>
                    <a:cubicBezTo>
                      <a:pt x="42" y="57"/>
                      <a:pt x="58" y="61"/>
                      <a:pt x="59" y="60"/>
                    </a:cubicBezTo>
                    <a:cubicBezTo>
                      <a:pt x="60" y="59"/>
                      <a:pt x="51" y="45"/>
                      <a:pt x="80" y="21"/>
                    </a:cubicBezTo>
                    <a:cubicBezTo>
                      <a:pt x="106" y="0"/>
                      <a:pt x="147" y="16"/>
                      <a:pt x="106" y="44"/>
                    </a:cubicBezTo>
                    <a:cubicBezTo>
                      <a:pt x="79" y="63"/>
                      <a:pt x="99" y="88"/>
                      <a:pt x="109" y="94"/>
                    </a:cubicBezTo>
                    <a:cubicBezTo>
                      <a:pt x="117" y="95"/>
                      <a:pt x="117" y="95"/>
                      <a:pt x="136" y="87"/>
                    </a:cubicBezTo>
                    <a:cubicBezTo>
                      <a:pt x="167" y="73"/>
                      <a:pt x="176" y="103"/>
                      <a:pt x="176" y="103"/>
                    </a:cubicBezTo>
                    <a:cubicBezTo>
                      <a:pt x="140" y="106"/>
                      <a:pt x="96" y="164"/>
                      <a:pt x="81" y="185"/>
                    </a:cubicBezTo>
                    <a:cubicBezTo>
                      <a:pt x="50" y="187"/>
                      <a:pt x="45" y="176"/>
                      <a:pt x="15" y="167"/>
                    </a:cubicBezTo>
                    <a:close/>
                  </a:path>
                </a:pathLst>
              </a:custGeom>
              <a:solidFill>
                <a:srgbClr val="EAC9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4" name="îṣḻíḑe"/>
              <p:cNvSpPr/>
              <p:nvPr/>
            </p:nvSpPr>
            <p:spPr bwMode="auto">
              <a:xfrm>
                <a:off x="4252578" y="3741381"/>
                <a:ext cx="592331" cy="815977"/>
              </a:xfrm>
              <a:custGeom>
                <a:avLst/>
                <a:gdLst>
                  <a:gd name="T0" fmla="*/ 170 w 319"/>
                  <a:gd name="T1" fmla="*/ 57 h 440"/>
                  <a:gd name="T2" fmla="*/ 265 w 319"/>
                  <a:gd name="T3" fmla="*/ 294 h 440"/>
                  <a:gd name="T4" fmla="*/ 297 w 319"/>
                  <a:gd name="T5" fmla="*/ 363 h 440"/>
                  <a:gd name="T6" fmla="*/ 319 w 319"/>
                  <a:gd name="T7" fmla="*/ 440 h 440"/>
                  <a:gd name="T8" fmla="*/ 95 w 319"/>
                  <a:gd name="T9" fmla="*/ 22 h 440"/>
                  <a:gd name="T10" fmla="*/ 170 w 319"/>
                  <a:gd name="T11" fmla="*/ 57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440">
                    <a:moveTo>
                      <a:pt x="170" y="57"/>
                    </a:moveTo>
                    <a:cubicBezTo>
                      <a:pt x="159" y="167"/>
                      <a:pt x="211" y="292"/>
                      <a:pt x="265" y="294"/>
                    </a:cubicBezTo>
                    <a:cubicBezTo>
                      <a:pt x="265" y="294"/>
                      <a:pt x="282" y="316"/>
                      <a:pt x="297" y="363"/>
                    </a:cubicBezTo>
                    <a:cubicBezTo>
                      <a:pt x="313" y="410"/>
                      <a:pt x="319" y="440"/>
                      <a:pt x="319" y="440"/>
                    </a:cubicBezTo>
                    <a:cubicBezTo>
                      <a:pt x="0" y="408"/>
                      <a:pt x="95" y="22"/>
                      <a:pt x="95" y="22"/>
                    </a:cubicBezTo>
                    <a:cubicBezTo>
                      <a:pt x="139" y="0"/>
                      <a:pt x="170" y="57"/>
                      <a:pt x="170" y="57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5" name="ïśḷïde"/>
              <p:cNvSpPr/>
              <p:nvPr/>
            </p:nvSpPr>
            <p:spPr bwMode="auto">
              <a:xfrm>
                <a:off x="4508332" y="3826632"/>
                <a:ext cx="35429" cy="40965"/>
              </a:xfrm>
              <a:custGeom>
                <a:avLst/>
                <a:gdLst>
                  <a:gd name="T0" fmla="*/ 13 w 19"/>
                  <a:gd name="T1" fmla="*/ 20 h 22"/>
                  <a:gd name="T2" fmla="*/ 2 w 19"/>
                  <a:gd name="T3" fmla="*/ 13 h 22"/>
                  <a:gd name="T4" fmla="*/ 6 w 19"/>
                  <a:gd name="T5" fmla="*/ 1 h 22"/>
                  <a:gd name="T6" fmla="*/ 18 w 19"/>
                  <a:gd name="T7" fmla="*/ 9 h 22"/>
                  <a:gd name="T8" fmla="*/ 13 w 19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3" y="20"/>
                    </a:moveTo>
                    <a:cubicBezTo>
                      <a:pt x="9" y="22"/>
                      <a:pt x="4" y="18"/>
                      <a:pt x="2" y="13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1" y="0"/>
                      <a:pt x="16" y="3"/>
                      <a:pt x="18" y="9"/>
                    </a:cubicBezTo>
                    <a:cubicBezTo>
                      <a:pt x="19" y="14"/>
                      <a:pt x="18" y="19"/>
                      <a:pt x="13" y="2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iṡḷîḑê"/>
              <p:cNvSpPr/>
              <p:nvPr/>
            </p:nvSpPr>
            <p:spPr bwMode="auto">
              <a:xfrm>
                <a:off x="3990181" y="3178943"/>
                <a:ext cx="414078" cy="667618"/>
              </a:xfrm>
              <a:custGeom>
                <a:avLst/>
                <a:gdLst>
                  <a:gd name="T0" fmla="*/ 170 w 223"/>
                  <a:gd name="T1" fmla="*/ 0 h 360"/>
                  <a:gd name="T2" fmla="*/ 223 w 223"/>
                  <a:gd name="T3" fmla="*/ 360 h 360"/>
                  <a:gd name="T4" fmla="*/ 170 w 223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" h="360">
                    <a:moveTo>
                      <a:pt x="170" y="0"/>
                    </a:moveTo>
                    <a:cubicBezTo>
                      <a:pt x="170" y="0"/>
                      <a:pt x="0" y="234"/>
                      <a:pt x="223" y="360"/>
                    </a:cubicBezTo>
                    <a:cubicBezTo>
                      <a:pt x="223" y="360"/>
                      <a:pt x="72" y="251"/>
                      <a:pt x="170" y="0"/>
                    </a:cubicBezTo>
                    <a:close/>
                  </a:path>
                </a:pathLst>
              </a:custGeom>
              <a:solidFill>
                <a:srgbClr val="E58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7" name="íṩ1ídè"/>
              <p:cNvSpPr/>
              <p:nvPr/>
            </p:nvSpPr>
            <p:spPr bwMode="auto">
              <a:xfrm>
                <a:off x="4167327" y="2163677"/>
                <a:ext cx="406328" cy="626653"/>
              </a:xfrm>
              <a:custGeom>
                <a:avLst/>
                <a:gdLst>
                  <a:gd name="T0" fmla="*/ 0 w 219"/>
                  <a:gd name="T1" fmla="*/ 81 h 338"/>
                  <a:gd name="T2" fmla="*/ 86 w 219"/>
                  <a:gd name="T3" fmla="*/ 18 h 338"/>
                  <a:gd name="T4" fmla="*/ 210 w 219"/>
                  <a:gd name="T5" fmla="*/ 67 h 338"/>
                  <a:gd name="T6" fmla="*/ 169 w 219"/>
                  <a:gd name="T7" fmla="*/ 170 h 338"/>
                  <a:gd name="T8" fmla="*/ 160 w 219"/>
                  <a:gd name="T9" fmla="*/ 226 h 338"/>
                  <a:gd name="T10" fmla="*/ 157 w 219"/>
                  <a:gd name="T11" fmla="*/ 230 h 338"/>
                  <a:gd name="T12" fmla="*/ 100 w 219"/>
                  <a:gd name="T13" fmla="*/ 187 h 338"/>
                  <a:gd name="T14" fmla="*/ 116 w 219"/>
                  <a:gd name="T15" fmla="*/ 87 h 338"/>
                  <a:gd name="T16" fmla="*/ 63 w 219"/>
                  <a:gd name="T17" fmla="*/ 46 h 338"/>
                  <a:gd name="T18" fmla="*/ 39 w 219"/>
                  <a:gd name="T19" fmla="*/ 124 h 338"/>
                  <a:gd name="T20" fmla="*/ 34 w 219"/>
                  <a:gd name="T21" fmla="*/ 125 h 338"/>
                  <a:gd name="T22" fmla="*/ 0 w 219"/>
                  <a:gd name="T23" fmla="*/ 81 h 338"/>
                  <a:gd name="T24" fmla="*/ 120 w 219"/>
                  <a:gd name="T25" fmla="*/ 304 h 338"/>
                  <a:gd name="T26" fmla="*/ 149 w 219"/>
                  <a:gd name="T27" fmla="*/ 254 h 338"/>
                  <a:gd name="T28" fmla="*/ 198 w 219"/>
                  <a:gd name="T29" fmla="*/ 283 h 338"/>
                  <a:gd name="T30" fmla="*/ 170 w 219"/>
                  <a:gd name="T31" fmla="*/ 332 h 338"/>
                  <a:gd name="T32" fmla="*/ 120 w 219"/>
                  <a:gd name="T33" fmla="*/ 304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9" h="338">
                    <a:moveTo>
                      <a:pt x="0" y="81"/>
                    </a:moveTo>
                    <a:cubicBezTo>
                      <a:pt x="7" y="55"/>
                      <a:pt x="38" y="30"/>
                      <a:pt x="86" y="18"/>
                    </a:cubicBezTo>
                    <a:cubicBezTo>
                      <a:pt x="153" y="0"/>
                      <a:pt x="198" y="18"/>
                      <a:pt x="210" y="67"/>
                    </a:cubicBezTo>
                    <a:cubicBezTo>
                      <a:pt x="219" y="102"/>
                      <a:pt x="205" y="127"/>
                      <a:pt x="169" y="170"/>
                    </a:cubicBezTo>
                    <a:cubicBezTo>
                      <a:pt x="155" y="188"/>
                      <a:pt x="141" y="204"/>
                      <a:pt x="160" y="226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30" y="230"/>
                      <a:pt x="104" y="217"/>
                      <a:pt x="100" y="187"/>
                    </a:cubicBezTo>
                    <a:cubicBezTo>
                      <a:pt x="94" y="150"/>
                      <a:pt x="131" y="142"/>
                      <a:pt x="116" y="87"/>
                    </a:cubicBezTo>
                    <a:cubicBezTo>
                      <a:pt x="107" y="55"/>
                      <a:pt x="89" y="40"/>
                      <a:pt x="63" y="46"/>
                    </a:cubicBezTo>
                    <a:cubicBezTo>
                      <a:pt x="37" y="53"/>
                      <a:pt x="27" y="78"/>
                      <a:pt x="39" y="124"/>
                    </a:cubicBezTo>
                    <a:cubicBezTo>
                      <a:pt x="34" y="125"/>
                      <a:pt x="34" y="125"/>
                      <a:pt x="34" y="125"/>
                    </a:cubicBezTo>
                    <a:lnTo>
                      <a:pt x="0" y="81"/>
                    </a:lnTo>
                    <a:close/>
                    <a:moveTo>
                      <a:pt x="120" y="304"/>
                    </a:moveTo>
                    <a:cubicBezTo>
                      <a:pt x="115" y="282"/>
                      <a:pt x="128" y="260"/>
                      <a:pt x="149" y="254"/>
                    </a:cubicBezTo>
                    <a:cubicBezTo>
                      <a:pt x="171" y="249"/>
                      <a:pt x="192" y="262"/>
                      <a:pt x="198" y="283"/>
                    </a:cubicBezTo>
                    <a:cubicBezTo>
                      <a:pt x="204" y="305"/>
                      <a:pt x="191" y="327"/>
                      <a:pt x="170" y="332"/>
                    </a:cubicBezTo>
                    <a:cubicBezTo>
                      <a:pt x="148" y="338"/>
                      <a:pt x="126" y="325"/>
                      <a:pt x="120" y="304"/>
                    </a:cubicBezTo>
                    <a:close/>
                  </a:path>
                </a:pathLst>
              </a:custGeom>
              <a:solidFill>
                <a:srgbClr val="769C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" name="ïSļîḋê"/>
              <p:cNvSpPr/>
              <p:nvPr/>
            </p:nvSpPr>
            <p:spPr bwMode="auto">
              <a:xfrm>
                <a:off x="6592007" y="5561552"/>
                <a:ext cx="1330806" cy="208146"/>
              </a:xfrm>
              <a:custGeom>
                <a:avLst/>
                <a:gdLst>
                  <a:gd name="T0" fmla="*/ 398 w 716"/>
                  <a:gd name="T1" fmla="*/ 0 h 112"/>
                  <a:gd name="T2" fmla="*/ 398 w 716"/>
                  <a:gd name="T3" fmla="*/ 36 h 112"/>
                  <a:gd name="T4" fmla="*/ 397 w 716"/>
                  <a:gd name="T5" fmla="*/ 49 h 112"/>
                  <a:gd name="T6" fmla="*/ 397 w 716"/>
                  <a:gd name="T7" fmla="*/ 49 h 112"/>
                  <a:gd name="T8" fmla="*/ 367 w 716"/>
                  <a:gd name="T9" fmla="*/ 49 h 112"/>
                  <a:gd name="T10" fmla="*/ 326 w 716"/>
                  <a:gd name="T11" fmla="*/ 49 h 112"/>
                  <a:gd name="T12" fmla="*/ 298 w 716"/>
                  <a:gd name="T13" fmla="*/ 49 h 112"/>
                  <a:gd name="T14" fmla="*/ 298 w 716"/>
                  <a:gd name="T15" fmla="*/ 0 h 112"/>
                  <a:gd name="T16" fmla="*/ 0 w 716"/>
                  <a:gd name="T17" fmla="*/ 56 h 112"/>
                  <a:gd name="T18" fmla="*/ 358 w 716"/>
                  <a:gd name="T19" fmla="*/ 112 h 112"/>
                  <a:gd name="T20" fmla="*/ 716 w 716"/>
                  <a:gd name="T21" fmla="*/ 56 h 112"/>
                  <a:gd name="T22" fmla="*/ 398 w 716"/>
                  <a:gd name="T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6" h="112">
                    <a:moveTo>
                      <a:pt x="398" y="0"/>
                    </a:moveTo>
                    <a:cubicBezTo>
                      <a:pt x="398" y="36"/>
                      <a:pt x="398" y="36"/>
                      <a:pt x="398" y="36"/>
                    </a:cubicBezTo>
                    <a:cubicBezTo>
                      <a:pt x="398" y="40"/>
                      <a:pt x="397" y="45"/>
                      <a:pt x="397" y="49"/>
                    </a:cubicBezTo>
                    <a:cubicBezTo>
                      <a:pt x="397" y="49"/>
                      <a:pt x="397" y="49"/>
                      <a:pt x="397" y="49"/>
                    </a:cubicBezTo>
                    <a:cubicBezTo>
                      <a:pt x="367" y="49"/>
                      <a:pt x="367" y="49"/>
                      <a:pt x="367" y="49"/>
                    </a:cubicBezTo>
                    <a:cubicBezTo>
                      <a:pt x="326" y="49"/>
                      <a:pt x="326" y="49"/>
                      <a:pt x="326" y="49"/>
                    </a:cubicBezTo>
                    <a:cubicBezTo>
                      <a:pt x="298" y="49"/>
                      <a:pt x="298" y="49"/>
                      <a:pt x="298" y="49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129" y="5"/>
                      <a:pt x="0" y="28"/>
                      <a:pt x="0" y="56"/>
                    </a:cubicBezTo>
                    <a:cubicBezTo>
                      <a:pt x="0" y="87"/>
                      <a:pt x="161" y="112"/>
                      <a:pt x="358" y="112"/>
                    </a:cubicBezTo>
                    <a:cubicBezTo>
                      <a:pt x="556" y="112"/>
                      <a:pt x="716" y="87"/>
                      <a:pt x="716" y="56"/>
                    </a:cubicBezTo>
                    <a:cubicBezTo>
                      <a:pt x="716" y="27"/>
                      <a:pt x="577" y="3"/>
                      <a:pt x="398" y="0"/>
                    </a:cubicBezTo>
                  </a:path>
                </a:pathLst>
              </a:cu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" name="ïś1iďé"/>
              <p:cNvSpPr/>
              <p:nvPr/>
            </p:nvSpPr>
            <p:spPr bwMode="auto">
              <a:xfrm>
                <a:off x="7146694" y="1352129"/>
                <a:ext cx="186003" cy="4300210"/>
              </a:xfrm>
              <a:custGeom>
                <a:avLst/>
                <a:gdLst>
                  <a:gd name="T0" fmla="*/ 60 w 100"/>
                  <a:gd name="T1" fmla="*/ 0 h 2317"/>
                  <a:gd name="T2" fmla="*/ 28 w 100"/>
                  <a:gd name="T3" fmla="*/ 0 h 2317"/>
                  <a:gd name="T4" fmla="*/ 0 w 100"/>
                  <a:gd name="T5" fmla="*/ 0 h 2317"/>
                  <a:gd name="T6" fmla="*/ 0 w 100"/>
                  <a:gd name="T7" fmla="*/ 2317 h 2317"/>
                  <a:gd name="T8" fmla="*/ 28 w 100"/>
                  <a:gd name="T9" fmla="*/ 2317 h 2317"/>
                  <a:gd name="T10" fmla="*/ 69 w 100"/>
                  <a:gd name="T11" fmla="*/ 2317 h 2317"/>
                  <a:gd name="T12" fmla="*/ 99 w 100"/>
                  <a:gd name="T13" fmla="*/ 2317 h 2317"/>
                  <a:gd name="T14" fmla="*/ 99 w 100"/>
                  <a:gd name="T15" fmla="*/ 2317 h 2317"/>
                  <a:gd name="T16" fmla="*/ 100 w 100"/>
                  <a:gd name="T17" fmla="*/ 2304 h 2317"/>
                  <a:gd name="T18" fmla="*/ 100 w 100"/>
                  <a:gd name="T19" fmla="*/ 0 h 2317"/>
                  <a:gd name="T20" fmla="*/ 60 w 100"/>
                  <a:gd name="T21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2317">
                    <a:moveTo>
                      <a:pt x="60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17"/>
                      <a:pt x="0" y="2317"/>
                      <a:pt x="0" y="2317"/>
                    </a:cubicBezTo>
                    <a:cubicBezTo>
                      <a:pt x="28" y="2317"/>
                      <a:pt x="28" y="2317"/>
                      <a:pt x="28" y="2317"/>
                    </a:cubicBezTo>
                    <a:cubicBezTo>
                      <a:pt x="69" y="2317"/>
                      <a:pt x="69" y="2317"/>
                      <a:pt x="6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3"/>
                      <a:pt x="100" y="2308"/>
                      <a:pt x="100" y="230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064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" name="îṩḷïḋ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" name="îṡḷiď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" name="îṧ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" name="îṡ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í$1ïďê"/>
              <p:cNvSpPr/>
              <p:nvPr/>
            </p:nvSpPr>
            <p:spPr bwMode="auto">
              <a:xfrm>
                <a:off x="6497899" y="3212158"/>
                <a:ext cx="1703919" cy="639939"/>
              </a:xfrm>
              <a:custGeom>
                <a:avLst/>
                <a:gdLst>
                  <a:gd name="T0" fmla="*/ 1509 w 1539"/>
                  <a:gd name="T1" fmla="*/ 293 h 578"/>
                  <a:gd name="T2" fmla="*/ 1539 w 1539"/>
                  <a:gd name="T3" fmla="*/ 261 h 578"/>
                  <a:gd name="T4" fmla="*/ 1153 w 1539"/>
                  <a:gd name="T5" fmla="*/ 0 h 578"/>
                  <a:gd name="T6" fmla="*/ 1141 w 1539"/>
                  <a:gd name="T7" fmla="*/ 12 h 578"/>
                  <a:gd name="T8" fmla="*/ 1146 w 1539"/>
                  <a:gd name="T9" fmla="*/ 147 h 578"/>
                  <a:gd name="T10" fmla="*/ 13 w 1539"/>
                  <a:gd name="T11" fmla="*/ 136 h 578"/>
                  <a:gd name="T12" fmla="*/ 0 w 1539"/>
                  <a:gd name="T13" fmla="*/ 151 h 578"/>
                  <a:gd name="T14" fmla="*/ 12 w 1539"/>
                  <a:gd name="T15" fmla="*/ 531 h 578"/>
                  <a:gd name="T16" fmla="*/ 1156 w 1539"/>
                  <a:gd name="T17" fmla="*/ 439 h 578"/>
                  <a:gd name="T18" fmla="*/ 1162 w 1539"/>
                  <a:gd name="T19" fmla="*/ 578 h 578"/>
                  <a:gd name="T20" fmla="*/ 1509 w 1539"/>
                  <a:gd name="T21" fmla="*/ 29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578">
                    <a:moveTo>
                      <a:pt x="1509" y="293"/>
                    </a:moveTo>
                    <a:lnTo>
                      <a:pt x="1539" y="261"/>
                    </a:lnTo>
                    <a:lnTo>
                      <a:pt x="1153" y="0"/>
                    </a:lnTo>
                    <a:lnTo>
                      <a:pt x="1141" y="12"/>
                    </a:lnTo>
                    <a:lnTo>
                      <a:pt x="1146" y="147"/>
                    </a:lnTo>
                    <a:lnTo>
                      <a:pt x="13" y="136"/>
                    </a:lnTo>
                    <a:lnTo>
                      <a:pt x="0" y="151"/>
                    </a:lnTo>
                    <a:lnTo>
                      <a:pt x="12" y="531"/>
                    </a:lnTo>
                    <a:lnTo>
                      <a:pt x="1156" y="439"/>
                    </a:lnTo>
                    <a:lnTo>
                      <a:pt x="1162" y="578"/>
                    </a:lnTo>
                    <a:lnTo>
                      <a:pt x="1509" y="29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5" name="isľíďe"/>
              <p:cNvSpPr/>
              <p:nvPr/>
            </p:nvSpPr>
            <p:spPr bwMode="auto">
              <a:xfrm>
                <a:off x="6512292" y="3212158"/>
                <a:ext cx="1689526" cy="606724"/>
              </a:xfrm>
              <a:custGeom>
                <a:avLst/>
                <a:gdLst>
                  <a:gd name="T0" fmla="*/ 1526 w 1526"/>
                  <a:gd name="T1" fmla="*/ 261 h 548"/>
                  <a:gd name="T2" fmla="*/ 1140 w 1526"/>
                  <a:gd name="T3" fmla="*/ 0 h 548"/>
                  <a:gd name="T4" fmla="*/ 1145 w 1526"/>
                  <a:gd name="T5" fmla="*/ 147 h 548"/>
                  <a:gd name="T6" fmla="*/ 0 w 1526"/>
                  <a:gd name="T7" fmla="*/ 136 h 548"/>
                  <a:gd name="T8" fmla="*/ 12 w 1526"/>
                  <a:gd name="T9" fmla="*/ 504 h 548"/>
                  <a:gd name="T10" fmla="*/ 1155 w 1526"/>
                  <a:gd name="T11" fmla="*/ 414 h 548"/>
                  <a:gd name="T12" fmla="*/ 1159 w 1526"/>
                  <a:gd name="T13" fmla="*/ 548 h 548"/>
                  <a:gd name="T14" fmla="*/ 1526 w 1526"/>
                  <a:gd name="T15" fmla="*/ 26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6" h="548">
                    <a:moveTo>
                      <a:pt x="1526" y="261"/>
                    </a:moveTo>
                    <a:lnTo>
                      <a:pt x="1140" y="0"/>
                    </a:lnTo>
                    <a:lnTo>
                      <a:pt x="1145" y="147"/>
                    </a:lnTo>
                    <a:lnTo>
                      <a:pt x="0" y="136"/>
                    </a:lnTo>
                    <a:lnTo>
                      <a:pt x="12" y="504"/>
                    </a:lnTo>
                    <a:lnTo>
                      <a:pt x="1155" y="414"/>
                    </a:lnTo>
                    <a:lnTo>
                      <a:pt x="1159" y="548"/>
                    </a:lnTo>
                    <a:lnTo>
                      <a:pt x="1526" y="2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6" name="ïṡlíḓé"/>
              <p:cNvSpPr/>
              <p:nvPr/>
            </p:nvSpPr>
            <p:spPr bwMode="auto">
              <a:xfrm>
                <a:off x="6361718" y="2369609"/>
                <a:ext cx="1708348" cy="763940"/>
              </a:xfrm>
              <a:custGeom>
                <a:avLst/>
                <a:gdLst>
                  <a:gd name="T0" fmla="*/ 0 w 1543"/>
                  <a:gd name="T1" fmla="*/ 191 h 690"/>
                  <a:gd name="T2" fmla="*/ 427 w 1543"/>
                  <a:gd name="T3" fmla="*/ 0 h 690"/>
                  <a:gd name="T4" fmla="*/ 437 w 1543"/>
                  <a:gd name="T5" fmla="*/ 13 h 690"/>
                  <a:gd name="T6" fmla="*/ 408 w 1543"/>
                  <a:gd name="T7" fmla="*/ 147 h 690"/>
                  <a:gd name="T8" fmla="*/ 1543 w 1543"/>
                  <a:gd name="T9" fmla="*/ 327 h 690"/>
                  <a:gd name="T10" fmla="*/ 1468 w 1543"/>
                  <a:gd name="T11" fmla="*/ 690 h 690"/>
                  <a:gd name="T12" fmla="*/ 358 w 1543"/>
                  <a:gd name="T13" fmla="*/ 405 h 690"/>
                  <a:gd name="T14" fmla="*/ 324 w 1543"/>
                  <a:gd name="T15" fmla="*/ 561 h 690"/>
                  <a:gd name="T16" fmla="*/ 0 w 1543"/>
                  <a:gd name="T17" fmla="*/ 191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3" h="690">
                    <a:moveTo>
                      <a:pt x="0" y="191"/>
                    </a:moveTo>
                    <a:lnTo>
                      <a:pt x="427" y="0"/>
                    </a:lnTo>
                    <a:lnTo>
                      <a:pt x="437" y="13"/>
                    </a:lnTo>
                    <a:lnTo>
                      <a:pt x="408" y="147"/>
                    </a:lnTo>
                    <a:lnTo>
                      <a:pt x="1543" y="327"/>
                    </a:lnTo>
                    <a:lnTo>
                      <a:pt x="1468" y="690"/>
                    </a:lnTo>
                    <a:lnTo>
                      <a:pt x="358" y="405"/>
                    </a:lnTo>
                    <a:lnTo>
                      <a:pt x="324" y="561"/>
                    </a:lnTo>
                    <a:lnTo>
                      <a:pt x="0" y="191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7" name="îŝ1îdè"/>
              <p:cNvSpPr/>
              <p:nvPr/>
            </p:nvSpPr>
            <p:spPr bwMode="auto">
              <a:xfrm>
                <a:off x="6382754" y="2359645"/>
                <a:ext cx="1690633" cy="750655"/>
              </a:xfrm>
              <a:custGeom>
                <a:avLst/>
                <a:gdLst>
                  <a:gd name="T0" fmla="*/ 0 w 1527"/>
                  <a:gd name="T1" fmla="*/ 192 h 678"/>
                  <a:gd name="T2" fmla="*/ 312 w 1527"/>
                  <a:gd name="T3" fmla="*/ 539 h 678"/>
                  <a:gd name="T4" fmla="*/ 342 w 1527"/>
                  <a:gd name="T5" fmla="*/ 393 h 678"/>
                  <a:gd name="T6" fmla="*/ 1452 w 1527"/>
                  <a:gd name="T7" fmla="*/ 678 h 678"/>
                  <a:gd name="T8" fmla="*/ 1527 w 1527"/>
                  <a:gd name="T9" fmla="*/ 317 h 678"/>
                  <a:gd name="T10" fmla="*/ 398 w 1527"/>
                  <a:gd name="T11" fmla="*/ 133 h 678"/>
                  <a:gd name="T12" fmla="*/ 426 w 1527"/>
                  <a:gd name="T13" fmla="*/ 0 h 678"/>
                  <a:gd name="T14" fmla="*/ 0 w 1527"/>
                  <a:gd name="T15" fmla="*/ 192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7" h="678">
                    <a:moveTo>
                      <a:pt x="0" y="192"/>
                    </a:moveTo>
                    <a:lnTo>
                      <a:pt x="312" y="539"/>
                    </a:lnTo>
                    <a:lnTo>
                      <a:pt x="342" y="393"/>
                    </a:lnTo>
                    <a:lnTo>
                      <a:pt x="1452" y="678"/>
                    </a:lnTo>
                    <a:lnTo>
                      <a:pt x="1527" y="317"/>
                    </a:lnTo>
                    <a:lnTo>
                      <a:pt x="398" y="133"/>
                    </a:lnTo>
                    <a:lnTo>
                      <a:pt x="426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8" name="íśḷîḍé"/>
              <p:cNvSpPr/>
              <p:nvPr/>
            </p:nvSpPr>
            <p:spPr bwMode="auto">
              <a:xfrm>
                <a:off x="6339575" y="4004885"/>
                <a:ext cx="1687312" cy="877978"/>
              </a:xfrm>
              <a:custGeom>
                <a:avLst/>
                <a:gdLst>
                  <a:gd name="T0" fmla="*/ 0 w 1524"/>
                  <a:gd name="T1" fmla="*/ 623 h 793"/>
                  <a:gd name="T2" fmla="*/ 280 w 1524"/>
                  <a:gd name="T3" fmla="*/ 251 h 793"/>
                  <a:gd name="T4" fmla="*/ 296 w 1524"/>
                  <a:gd name="T5" fmla="*/ 258 h 793"/>
                  <a:gd name="T6" fmla="*/ 334 w 1524"/>
                  <a:gd name="T7" fmla="*/ 387 h 793"/>
                  <a:gd name="T8" fmla="*/ 1417 w 1524"/>
                  <a:gd name="T9" fmla="*/ 0 h 793"/>
                  <a:gd name="T10" fmla="*/ 1524 w 1524"/>
                  <a:gd name="T11" fmla="*/ 355 h 793"/>
                  <a:gd name="T12" fmla="*/ 416 w 1524"/>
                  <a:gd name="T13" fmla="*/ 638 h 793"/>
                  <a:gd name="T14" fmla="*/ 462 w 1524"/>
                  <a:gd name="T15" fmla="*/ 793 h 793"/>
                  <a:gd name="T16" fmla="*/ 0 w 1524"/>
                  <a:gd name="T17" fmla="*/ 623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4" h="793">
                    <a:moveTo>
                      <a:pt x="0" y="623"/>
                    </a:moveTo>
                    <a:lnTo>
                      <a:pt x="280" y="251"/>
                    </a:lnTo>
                    <a:lnTo>
                      <a:pt x="296" y="258"/>
                    </a:lnTo>
                    <a:lnTo>
                      <a:pt x="334" y="387"/>
                    </a:lnTo>
                    <a:lnTo>
                      <a:pt x="1417" y="0"/>
                    </a:lnTo>
                    <a:lnTo>
                      <a:pt x="1524" y="355"/>
                    </a:lnTo>
                    <a:lnTo>
                      <a:pt x="416" y="638"/>
                    </a:lnTo>
                    <a:lnTo>
                      <a:pt x="462" y="793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ï$ḻíḑe"/>
              <p:cNvSpPr/>
              <p:nvPr/>
            </p:nvSpPr>
            <p:spPr bwMode="auto">
              <a:xfrm>
                <a:off x="6352861" y="3986063"/>
                <a:ext cx="1668490" cy="859156"/>
              </a:xfrm>
              <a:custGeom>
                <a:avLst/>
                <a:gdLst>
                  <a:gd name="T0" fmla="*/ 0 w 1507"/>
                  <a:gd name="T1" fmla="*/ 623 h 776"/>
                  <a:gd name="T2" fmla="*/ 440 w 1507"/>
                  <a:gd name="T3" fmla="*/ 776 h 776"/>
                  <a:gd name="T4" fmla="*/ 398 w 1507"/>
                  <a:gd name="T5" fmla="*/ 635 h 776"/>
                  <a:gd name="T6" fmla="*/ 1507 w 1507"/>
                  <a:gd name="T7" fmla="*/ 352 h 776"/>
                  <a:gd name="T8" fmla="*/ 1400 w 1507"/>
                  <a:gd name="T9" fmla="*/ 0 h 776"/>
                  <a:gd name="T10" fmla="*/ 320 w 1507"/>
                  <a:gd name="T11" fmla="*/ 380 h 776"/>
                  <a:gd name="T12" fmla="*/ 280 w 1507"/>
                  <a:gd name="T13" fmla="*/ 251 h 776"/>
                  <a:gd name="T14" fmla="*/ 0 w 1507"/>
                  <a:gd name="T15" fmla="*/ 623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7" h="776">
                    <a:moveTo>
                      <a:pt x="0" y="623"/>
                    </a:moveTo>
                    <a:lnTo>
                      <a:pt x="440" y="776"/>
                    </a:lnTo>
                    <a:lnTo>
                      <a:pt x="398" y="635"/>
                    </a:lnTo>
                    <a:lnTo>
                      <a:pt x="1507" y="352"/>
                    </a:lnTo>
                    <a:lnTo>
                      <a:pt x="1400" y="0"/>
                    </a:lnTo>
                    <a:lnTo>
                      <a:pt x="320" y="380"/>
                    </a:lnTo>
                    <a:lnTo>
                      <a:pt x="280" y="251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0" name="îŝľïďê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1" name="íṡḷíḑe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2" name="iśļïďê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3" name="íṧlîḍé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4" name="iṩļïḍê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5" name="íŝḻiḑe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6" name="iṣḷíḋé"/>
              <p:cNvSpPr/>
              <p:nvPr/>
            </p:nvSpPr>
            <p:spPr bwMode="auto">
              <a:xfrm>
                <a:off x="7146694" y="2918761"/>
                <a:ext cx="183789" cy="63108"/>
              </a:xfrm>
              <a:custGeom>
                <a:avLst/>
                <a:gdLst>
                  <a:gd name="T0" fmla="*/ 0 w 166"/>
                  <a:gd name="T1" fmla="*/ 57 h 57"/>
                  <a:gd name="T2" fmla="*/ 47 w 166"/>
                  <a:gd name="T3" fmla="*/ 23 h 57"/>
                  <a:gd name="T4" fmla="*/ 166 w 166"/>
                  <a:gd name="T5" fmla="*/ 42 h 57"/>
                  <a:gd name="T6" fmla="*/ 47 w 166"/>
                  <a:gd name="T7" fmla="*/ 12 h 57"/>
                  <a:gd name="T8" fmla="*/ 0 w 166"/>
                  <a:gd name="T9" fmla="*/ 0 h 57"/>
                  <a:gd name="T10" fmla="*/ 0 w 166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57">
                    <a:moveTo>
                      <a:pt x="0" y="57"/>
                    </a:moveTo>
                    <a:lnTo>
                      <a:pt x="47" y="23"/>
                    </a:lnTo>
                    <a:lnTo>
                      <a:pt x="166" y="42"/>
                    </a:lnTo>
                    <a:lnTo>
                      <a:pt x="47" y="12"/>
                    </a:lnTo>
                    <a:lnTo>
                      <a:pt x="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7" name="îSḷíḍe"/>
              <p:cNvSpPr/>
              <p:nvPr/>
            </p:nvSpPr>
            <p:spPr bwMode="auto">
              <a:xfrm>
                <a:off x="7146694" y="3733630"/>
                <a:ext cx="183789" cy="79716"/>
              </a:xfrm>
              <a:custGeom>
                <a:avLst/>
                <a:gdLst>
                  <a:gd name="T0" fmla="*/ 0 w 166"/>
                  <a:gd name="T1" fmla="*/ 72 h 72"/>
                  <a:gd name="T2" fmla="*/ 47 w 166"/>
                  <a:gd name="T3" fmla="*/ 30 h 72"/>
                  <a:gd name="T4" fmla="*/ 166 w 166"/>
                  <a:gd name="T5" fmla="*/ 0 h 72"/>
                  <a:gd name="T6" fmla="*/ 47 w 166"/>
                  <a:gd name="T7" fmla="*/ 10 h 72"/>
                  <a:gd name="T8" fmla="*/ 0 w 166"/>
                  <a:gd name="T9" fmla="*/ 13 h 72"/>
                  <a:gd name="T10" fmla="*/ 0 w 166"/>
                  <a:gd name="T1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72">
                    <a:moveTo>
                      <a:pt x="0" y="72"/>
                    </a:moveTo>
                    <a:lnTo>
                      <a:pt x="47" y="30"/>
                    </a:lnTo>
                    <a:lnTo>
                      <a:pt x="166" y="0"/>
                    </a:lnTo>
                    <a:lnTo>
                      <a:pt x="47" y="10"/>
                    </a:lnTo>
                    <a:lnTo>
                      <a:pt x="0" y="13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9" name="ïşliďê"/>
              <p:cNvSpPr/>
              <p:nvPr/>
            </p:nvSpPr>
            <p:spPr bwMode="auto">
              <a:xfrm>
                <a:off x="7146694" y="4576179"/>
                <a:ext cx="183789" cy="104073"/>
              </a:xfrm>
              <a:custGeom>
                <a:avLst/>
                <a:gdLst>
                  <a:gd name="T0" fmla="*/ 0 w 166"/>
                  <a:gd name="T1" fmla="*/ 94 h 94"/>
                  <a:gd name="T2" fmla="*/ 47 w 166"/>
                  <a:gd name="T3" fmla="*/ 45 h 94"/>
                  <a:gd name="T4" fmla="*/ 166 w 166"/>
                  <a:gd name="T5" fmla="*/ 0 h 94"/>
                  <a:gd name="T6" fmla="*/ 47 w 166"/>
                  <a:gd name="T7" fmla="*/ 30 h 94"/>
                  <a:gd name="T8" fmla="*/ 0 w 166"/>
                  <a:gd name="T9" fmla="*/ 44 h 94"/>
                  <a:gd name="T10" fmla="*/ 0 w 16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94">
                    <a:moveTo>
                      <a:pt x="0" y="94"/>
                    </a:moveTo>
                    <a:lnTo>
                      <a:pt x="47" y="45"/>
                    </a:lnTo>
                    <a:lnTo>
                      <a:pt x="166" y="0"/>
                    </a:lnTo>
                    <a:lnTo>
                      <a:pt x="47" y="30"/>
                    </a:lnTo>
                    <a:lnTo>
                      <a:pt x="0" y="44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4400" b="1" strike="noStrike" baseline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1652270" y="2775585"/>
            <a:ext cx="3020695" cy="698500"/>
            <a:chOff x="2602" y="4371"/>
            <a:chExt cx="4757" cy="1100"/>
          </a:xfrm>
        </p:grpSpPr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2602" y="4371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3875" y="4546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 lnSpcReduction="10000"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24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创建数据库</a:t>
              </a:r>
              <a:endParaRPr lang="zh-CN" altLang="en-US" sz="24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5317490" y="2775585"/>
            <a:ext cx="3020695" cy="698500"/>
            <a:chOff x="8374" y="4371"/>
            <a:chExt cx="4757" cy="1100"/>
          </a:xfrm>
        </p:grpSpPr>
        <p:sp>
          <p:nvSpPr>
            <p:cNvPr id="19" name="矩形 18"/>
            <p:cNvSpPr/>
            <p:nvPr>
              <p:custDataLst>
                <p:tags r:id="rId6"/>
              </p:custDataLst>
            </p:nvPr>
          </p:nvSpPr>
          <p:spPr>
            <a:xfrm>
              <a:off x="8374" y="4371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7"/>
              </p:custDataLst>
            </p:nvPr>
          </p:nvSpPr>
          <p:spPr>
            <a:xfrm>
              <a:off x="9647" y="4546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 lnSpcReduction="10000"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24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创建表</a:t>
              </a:r>
              <a:endParaRPr lang="zh-CN" altLang="en-US" sz="24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8"/>
            </p:custDataLst>
          </p:nvPr>
        </p:nvGrpSpPr>
        <p:grpSpPr>
          <a:xfrm>
            <a:off x="8270240" y="2775585"/>
            <a:ext cx="3020695" cy="698500"/>
            <a:chOff x="13024" y="4371"/>
            <a:chExt cx="4757" cy="1100"/>
          </a:xfrm>
        </p:grpSpPr>
        <p:sp>
          <p:nvSpPr>
            <p:cNvPr id="22" name="矩形 21"/>
            <p:cNvSpPr/>
            <p:nvPr>
              <p:custDataLst>
                <p:tags r:id="rId9"/>
              </p:custDataLst>
            </p:nvPr>
          </p:nvSpPr>
          <p:spPr>
            <a:xfrm>
              <a:off x="13024" y="4371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0"/>
              </p:custDataLst>
            </p:nvPr>
          </p:nvSpPr>
          <p:spPr>
            <a:xfrm>
              <a:off x="14297" y="4546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 lnSpcReduction="10000"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24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数据操作</a:t>
              </a:r>
              <a:endParaRPr lang="zh-CN" altLang="en-US" sz="24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209006" y="1958898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>
            <p:custDataLst>
              <p:tags r:id="rId4"/>
            </p:custDataLst>
          </p:nvPr>
        </p:nvSpPr>
        <p:spPr>
          <a:xfrm>
            <a:off x="209006" y="1965448"/>
            <a:ext cx="1345474" cy="363530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5" name="矩形: 圆角 34"/>
          <p:cNvSpPr/>
          <p:nvPr>
            <p:custDataLst>
              <p:tags r:id="rId5"/>
            </p:custDataLst>
          </p:nvPr>
        </p:nvSpPr>
        <p:spPr>
          <a:xfrm>
            <a:off x="1554479" y="1968648"/>
            <a:ext cx="231289" cy="3618039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2026970" y="1975503"/>
            <a:ext cx="6001897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数据库概述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存储数据的仓库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其本质是一个文件系统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数据按照特定的格式进行存储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用户可以对数据进行增删改查操作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68970" y="2188845"/>
            <a:ext cx="3763645" cy="3389630"/>
            <a:chOff x="13022" y="3447"/>
            <a:chExt cx="5927" cy="5338"/>
          </a:xfrm>
        </p:grpSpPr>
        <p:sp>
          <p:nvSpPr>
            <p:cNvPr id="10" name="í$ḷíḓê"/>
            <p:cNvSpPr/>
            <p:nvPr>
              <p:custDataLst>
                <p:tags r:id="rId8"/>
              </p:custDataLst>
            </p:nvPr>
          </p:nvSpPr>
          <p:spPr>
            <a:xfrm rot="2682786" flipH="1" flipV="1">
              <a:off x="13022" y="3447"/>
              <a:ext cx="5339" cy="5339"/>
            </a:xfrm>
            <a:prstGeom prst="arc">
              <a:avLst/>
            </a:prstGeom>
            <a:noFill/>
            <a:ln w="12700" cap="rnd">
              <a:solidFill>
                <a:schemeClr val="accent1"/>
              </a:solidFill>
              <a:prstDash val="solid"/>
              <a:round/>
              <a:tailEnd type="triangle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iśḻîḑè"/>
            <p:cNvSpPr/>
            <p:nvPr>
              <p:custDataLst>
                <p:tags r:id="rId9"/>
              </p:custDataLst>
            </p:nvPr>
          </p:nvSpPr>
          <p:spPr>
            <a:xfrm rot="20896223">
              <a:off x="17793" y="5715"/>
              <a:ext cx="1156" cy="1156"/>
            </a:xfrm>
            <a:prstGeom prst="ellipse">
              <a:avLst/>
            </a:prstGeom>
            <a:solidFill>
              <a:schemeClr val="accent5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ïS1íḓe"/>
            <p:cNvSpPr txBox="1"/>
            <p:nvPr>
              <p:custDataLst>
                <p:tags r:id="rId10"/>
              </p:custDataLst>
            </p:nvPr>
          </p:nvSpPr>
          <p:spPr>
            <a:xfrm>
              <a:off x="18126" y="6023"/>
              <a:ext cx="473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i="1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*</a:t>
              </a:r>
              <a:endParaRPr lang="zh-CN" altLang="en-US" b="1" i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ísļîḋé"/>
            <p:cNvSpPr/>
            <p:nvPr>
              <p:custDataLst>
                <p:tags r:id="rId11"/>
              </p:custDataLst>
            </p:nvPr>
          </p:nvSpPr>
          <p:spPr>
            <a:xfrm>
              <a:off x="13518" y="3943"/>
              <a:ext cx="4348" cy="4348"/>
            </a:xfrm>
            <a:prstGeom prst="ellipse">
              <a:avLst/>
            </a:prstGeom>
            <a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colorTemperature colorTemp="72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îṩ1íḑé"/>
            <p:cNvSpPr/>
            <p:nvPr>
              <p:custDataLst>
                <p:tags r:id="rId14"/>
              </p:custDataLst>
            </p:nvPr>
          </p:nvSpPr>
          <p:spPr>
            <a:xfrm rot="20896223">
              <a:off x="13022" y="3447"/>
              <a:ext cx="5339" cy="5339"/>
            </a:xfrm>
            <a:prstGeom prst="arc">
              <a:avLst/>
            </a:prstGeom>
            <a:noFill/>
            <a:ln w="12700" cap="rnd">
              <a:solidFill>
                <a:schemeClr val="accent1"/>
              </a:solidFill>
              <a:prstDash val="solid"/>
              <a:round/>
              <a:tailEnd type="triangle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iśľiḑè"/>
            <p:cNvSpPr/>
            <p:nvPr>
              <p:custDataLst>
                <p:tags r:id="rId15"/>
              </p:custDataLst>
            </p:nvPr>
          </p:nvSpPr>
          <p:spPr>
            <a:xfrm rot="17344574" flipH="1" flipV="1">
              <a:off x="13022" y="3447"/>
              <a:ext cx="5339" cy="5339"/>
            </a:xfrm>
            <a:prstGeom prst="arc">
              <a:avLst/>
            </a:prstGeom>
            <a:noFill/>
            <a:ln w="12700" cap="rnd">
              <a:solidFill>
                <a:schemeClr val="accent1"/>
              </a:solidFill>
              <a:prstDash val="solid"/>
              <a:round/>
              <a:tailEnd type="triangle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i$ľïďê"/>
            <p:cNvSpPr txBox="1"/>
            <p:nvPr>
              <p:custDataLst>
                <p:tags r:id="rId16"/>
              </p:custDataLst>
            </p:nvPr>
          </p:nvSpPr>
          <p:spPr>
            <a:xfrm>
              <a:off x="13988" y="8176"/>
              <a:ext cx="473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i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*</a:t>
              </a:r>
              <a:endParaRPr lang="zh-CN" altLang="en-US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îśľidè"/>
            <p:cNvSpPr txBox="1"/>
            <p:nvPr>
              <p:custDataLst>
                <p:tags r:id="rId17"/>
              </p:custDataLst>
            </p:nvPr>
          </p:nvSpPr>
          <p:spPr>
            <a:xfrm>
              <a:off x="14046" y="3519"/>
              <a:ext cx="473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i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*</a:t>
              </a:r>
              <a:endParaRPr lang="zh-CN" altLang="en-US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28652" y="20049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创建数据库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5" grpId="0" bldLvl="0" animBg="1"/>
      <p:bldP spid="3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创建数据库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4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2178685" y="4822190"/>
            <a:ext cx="720725" cy="868045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4348480" y="4852670"/>
            <a:ext cx="721995" cy="84455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6" name="直接连接符 85"/>
          <p:cNvCxnSpPr/>
          <p:nvPr>
            <p:custDataLst>
              <p:tags r:id="rId4"/>
            </p:custDataLst>
          </p:nvPr>
        </p:nvCxnSpPr>
        <p:spPr>
          <a:xfrm>
            <a:off x="2525395" y="4596130"/>
            <a:ext cx="2232660" cy="1333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>
            <p:custDataLst>
              <p:tags r:id="rId5"/>
            </p:custDataLst>
          </p:nvPr>
        </p:nvCxnSpPr>
        <p:spPr>
          <a:xfrm>
            <a:off x="2531110" y="4594225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>
            <p:custDataLst>
              <p:tags r:id="rId6"/>
            </p:custDataLst>
          </p:nvPr>
        </p:nvCxnSpPr>
        <p:spPr>
          <a:xfrm>
            <a:off x="4737100" y="4609465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>
            <p:custDataLst>
              <p:tags r:id="rId7"/>
            </p:custDataLst>
          </p:nvPr>
        </p:nvCxnSpPr>
        <p:spPr>
          <a:xfrm>
            <a:off x="3642995" y="4196080"/>
            <a:ext cx="0" cy="72009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90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3173730" y="4828540"/>
            <a:ext cx="887095" cy="84455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C:\Users\TXY\Desktop\微课-home\gif\a1.jpg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93780" y="1561902"/>
            <a:ext cx="1249455" cy="124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3" descr="C:\Users\TXY\Desktop\微课-home\gif\a2.jpg"/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3" t="6767" r="52645" b="50000"/>
          <a:stretch>
            <a:fillRect/>
          </a:stretch>
        </p:blipFill>
        <p:spPr bwMode="auto">
          <a:xfrm>
            <a:off x="988275" y="3502878"/>
            <a:ext cx="900062" cy="89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3" descr="C:\Users\TXY\Desktop\微课-home\gif\a2.jpg"/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3" t="6767" r="52645" b="50000"/>
          <a:stretch>
            <a:fillRect/>
          </a:stretch>
        </p:blipFill>
        <p:spPr bwMode="auto">
          <a:xfrm>
            <a:off x="5480628" y="3494740"/>
            <a:ext cx="936824" cy="93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4" descr="C:\Users\TXY\Desktop\微课-home\gif\a2.jpg"/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0" t="49154" r="13600" b="8166"/>
          <a:stretch>
            <a:fillRect/>
          </a:stretch>
        </p:blipFill>
        <p:spPr bwMode="auto">
          <a:xfrm>
            <a:off x="3179456" y="3315940"/>
            <a:ext cx="983940" cy="97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5" name="直接连接符 94"/>
          <p:cNvCxnSpPr/>
          <p:nvPr>
            <p:custDataLst>
              <p:tags r:id="rId10"/>
            </p:custDataLst>
          </p:nvPr>
        </p:nvCxnSpPr>
        <p:spPr>
          <a:xfrm flipH="1">
            <a:off x="3671426" y="2804681"/>
            <a:ext cx="12294" cy="569271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>
            <p:custDataLst>
              <p:tags r:id="rId11"/>
            </p:custDataLst>
          </p:nvPr>
        </p:nvCxnSpPr>
        <p:spPr>
          <a:xfrm flipV="1">
            <a:off x="1430655" y="3140075"/>
            <a:ext cx="4513580" cy="254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>
            <p:custDataLst>
              <p:tags r:id="rId12"/>
            </p:custDataLst>
          </p:nvPr>
        </p:nvCxnSpPr>
        <p:spPr>
          <a:xfrm>
            <a:off x="1444625" y="3142615"/>
            <a:ext cx="0" cy="37147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>
            <p:custDataLst>
              <p:tags r:id="rId13"/>
            </p:custDataLst>
          </p:nvPr>
        </p:nvCxnSpPr>
        <p:spPr>
          <a:xfrm>
            <a:off x="5923915" y="3145155"/>
            <a:ext cx="0" cy="37147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>
            <p:custDataLst>
              <p:tags r:id="rId14"/>
            </p:custDataLst>
          </p:nvPr>
        </p:nvCxnSpPr>
        <p:spPr>
          <a:xfrm>
            <a:off x="943610" y="4541520"/>
            <a:ext cx="8274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>
            <p:custDataLst>
              <p:tags r:id="rId15"/>
            </p:custDataLst>
          </p:nvPr>
        </p:nvCxnSpPr>
        <p:spPr>
          <a:xfrm>
            <a:off x="963295" y="4541520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>
            <p:custDataLst>
              <p:tags r:id="rId16"/>
            </p:custDataLst>
          </p:nvPr>
        </p:nvCxnSpPr>
        <p:spPr>
          <a:xfrm>
            <a:off x="1755140" y="4541520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07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5160010" y="4791075"/>
            <a:ext cx="720725" cy="868045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5956935" y="4889500"/>
            <a:ext cx="721995" cy="84455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直接连接符 111"/>
          <p:cNvCxnSpPr/>
          <p:nvPr>
            <p:custDataLst>
              <p:tags r:id="rId17"/>
            </p:custDataLst>
          </p:nvPr>
        </p:nvCxnSpPr>
        <p:spPr>
          <a:xfrm>
            <a:off x="5520055" y="4595495"/>
            <a:ext cx="8274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>
            <p:custDataLst>
              <p:tags r:id="rId18"/>
            </p:custDataLst>
          </p:nvPr>
        </p:nvCxnSpPr>
        <p:spPr>
          <a:xfrm>
            <a:off x="5539105" y="4595495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>
            <p:custDataLst>
              <p:tags r:id="rId19"/>
            </p:custDataLst>
          </p:nvPr>
        </p:nvCxnSpPr>
        <p:spPr>
          <a:xfrm>
            <a:off x="6337300" y="4595495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>
            <p:custDataLst>
              <p:tags r:id="rId20"/>
            </p:custDataLst>
          </p:nvPr>
        </p:nvCxnSpPr>
        <p:spPr>
          <a:xfrm>
            <a:off x="5880100" y="4371340"/>
            <a:ext cx="0" cy="2159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01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1405890" y="4680585"/>
            <a:ext cx="721995" cy="84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5" name="直接连接符 114"/>
          <p:cNvCxnSpPr/>
          <p:nvPr>
            <p:custDataLst>
              <p:tags r:id="rId21"/>
            </p:custDataLst>
          </p:nvPr>
        </p:nvCxnSpPr>
        <p:spPr>
          <a:xfrm>
            <a:off x="1379220" y="4309110"/>
            <a:ext cx="0" cy="24892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16" name="图片 115"/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3044578">
            <a:off x="2528935" y="1756316"/>
            <a:ext cx="528004" cy="656304"/>
          </a:xfrm>
          <a:prstGeom prst="rect">
            <a:avLst/>
          </a:prstGeom>
        </p:spPr>
      </p:pic>
      <p:sp>
        <p:nvSpPr>
          <p:cNvPr id="52" name="TextBox 52"/>
          <p:cNvSpPr txBox="1"/>
          <p:nvPr/>
        </p:nvSpPr>
        <p:spPr>
          <a:xfrm>
            <a:off x="4018256" y="2055332"/>
            <a:ext cx="866249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914400"/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23163" y="3731947"/>
            <a:ext cx="866249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914400"/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TextBox 52"/>
          <p:cNvSpPr txBox="1"/>
          <p:nvPr/>
        </p:nvSpPr>
        <p:spPr>
          <a:xfrm>
            <a:off x="3873775" y="5243123"/>
            <a:ext cx="350731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914400"/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表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圆角矩形 8"/>
          <p:cNvSpPr/>
          <p:nvPr>
            <p:custDataLst>
              <p:tags r:id="rId23"/>
            </p:custDataLst>
          </p:nvPr>
        </p:nvSpPr>
        <p:spPr>
          <a:xfrm>
            <a:off x="2105462" y="5800995"/>
            <a:ext cx="7981076" cy="455289"/>
          </a:xfrm>
          <a:prstGeom prst="roundRect">
            <a:avLst>
              <a:gd name="adj" fmla="val 14029"/>
            </a:avLst>
          </a:prstGeom>
          <a:solidFill>
            <a:schemeClr val="accent2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Structured Query Language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） 结构化查询语言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7151854" y="1916711"/>
            <a:ext cx="4244941" cy="556683"/>
            <a:chOff x="7494380" y="3012090"/>
            <a:chExt cx="4244941" cy="556683"/>
          </a:xfrm>
        </p:grpSpPr>
        <p:sp>
          <p:nvSpPr>
            <p:cNvPr id="2" name="圆角矩形 8"/>
            <p:cNvSpPr/>
            <p:nvPr/>
          </p:nvSpPr>
          <p:spPr>
            <a:xfrm>
              <a:off x="8360708" y="3032539"/>
              <a:ext cx="3378613" cy="455289"/>
            </a:xfrm>
            <a:prstGeom prst="roundRect">
              <a:avLst>
                <a:gd name="adj" fmla="val 14029"/>
              </a:avLst>
            </a:prstGeom>
            <a:solidFill>
              <a:srgbClr val="3C853C"/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安装</a:t>
              </a:r>
              <a:r>
                <a:rPr lang="zh-CN" altLang="en-US" sz="2000" b="1" kern="0" noProof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数据库管理程序的电脑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19" name="Group 5"/>
            <p:cNvGrpSpPr/>
            <p:nvPr/>
          </p:nvGrpSpPr>
          <p:grpSpPr>
            <a:xfrm>
              <a:off x="7494380" y="3012090"/>
              <a:ext cx="556539" cy="556683"/>
              <a:chOff x="8101927" y="3389071"/>
              <a:chExt cx="556538" cy="556683"/>
            </a:xfrm>
          </p:grpSpPr>
          <p:sp>
            <p:nvSpPr>
              <p:cNvPr id="3" name="Oval 100"/>
              <p:cNvSpPr/>
              <p:nvPr/>
            </p:nvSpPr>
            <p:spPr bwMode="auto">
              <a:xfrm flipH="1">
                <a:off x="8101927" y="3389071"/>
                <a:ext cx="556538" cy="556683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" name="Freeform 73"/>
              <p:cNvSpPr>
                <a:spLocks noChangeAspect="1" noChangeArrowheads="1"/>
              </p:cNvSpPr>
              <p:nvPr/>
            </p:nvSpPr>
            <p:spPr bwMode="auto">
              <a:xfrm>
                <a:off x="8257463" y="3520519"/>
                <a:ext cx="245465" cy="293785"/>
              </a:xfrm>
              <a:custGeom>
                <a:avLst/>
                <a:gdLst>
                  <a:gd name="connsiteX0" fmla="*/ 206367 w 449768"/>
                  <a:gd name="connsiteY0" fmla="*/ 423375 h 538305"/>
                  <a:gd name="connsiteX1" fmla="*/ 208536 w 449768"/>
                  <a:gd name="connsiteY1" fmla="*/ 434347 h 538305"/>
                  <a:gd name="connsiteX2" fmla="*/ 136133 w 449768"/>
                  <a:gd name="connsiteY2" fmla="*/ 527584 h 538305"/>
                  <a:gd name="connsiteX3" fmla="*/ 120760 w 449768"/>
                  <a:gd name="connsiteY3" fmla="*/ 517169 h 538305"/>
                  <a:gd name="connsiteX4" fmla="*/ 192667 w 449768"/>
                  <a:gd name="connsiteY4" fmla="*/ 423933 h 538305"/>
                  <a:gd name="connsiteX5" fmla="*/ 206367 w 449768"/>
                  <a:gd name="connsiteY5" fmla="*/ 423375 h 538305"/>
                  <a:gd name="connsiteX6" fmla="*/ 158371 w 449768"/>
                  <a:gd name="connsiteY6" fmla="*/ 386315 h 538305"/>
                  <a:gd name="connsiteX7" fmla="*/ 160292 w 449768"/>
                  <a:gd name="connsiteY7" fmla="*/ 397002 h 538305"/>
                  <a:gd name="connsiteX8" fmla="*/ 51725 w 449768"/>
                  <a:gd name="connsiteY8" fmla="*/ 536376 h 538305"/>
                  <a:gd name="connsiteX9" fmla="*/ 41315 w 449768"/>
                  <a:gd name="connsiteY9" fmla="*/ 525997 h 538305"/>
                  <a:gd name="connsiteX10" fmla="*/ 144924 w 449768"/>
                  <a:gd name="connsiteY10" fmla="*/ 387118 h 538305"/>
                  <a:gd name="connsiteX11" fmla="*/ 158371 w 449768"/>
                  <a:gd name="connsiteY11" fmla="*/ 386315 h 538305"/>
                  <a:gd name="connsiteX12" fmla="*/ 112005 w 449768"/>
                  <a:gd name="connsiteY12" fmla="*/ 349971 h 538305"/>
                  <a:gd name="connsiteX13" fmla="*/ 113740 w 449768"/>
                  <a:gd name="connsiteY13" fmla="*/ 362927 h 538305"/>
                  <a:gd name="connsiteX14" fmla="*/ 41338 w 449768"/>
                  <a:gd name="connsiteY14" fmla="*/ 455221 h 538305"/>
                  <a:gd name="connsiteX15" fmla="*/ 25965 w 449768"/>
                  <a:gd name="connsiteY15" fmla="*/ 444857 h 538305"/>
                  <a:gd name="connsiteX16" fmla="*/ 98367 w 449768"/>
                  <a:gd name="connsiteY16" fmla="*/ 352562 h 538305"/>
                  <a:gd name="connsiteX17" fmla="*/ 112005 w 449768"/>
                  <a:gd name="connsiteY17" fmla="*/ 349971 h 538305"/>
                  <a:gd name="connsiteX18" fmla="*/ 287508 w 449768"/>
                  <a:gd name="connsiteY18" fmla="*/ 153269 h 538305"/>
                  <a:gd name="connsiteX19" fmla="*/ 261020 w 449768"/>
                  <a:gd name="connsiteY19" fmla="*/ 165441 h 538305"/>
                  <a:gd name="connsiteX20" fmla="*/ 255548 w 449768"/>
                  <a:gd name="connsiteY20" fmla="*/ 175874 h 538305"/>
                  <a:gd name="connsiteX21" fmla="*/ 276441 w 449768"/>
                  <a:gd name="connsiteY21" fmla="*/ 232511 h 538305"/>
                  <a:gd name="connsiteX22" fmla="*/ 328174 w 449768"/>
                  <a:gd name="connsiteY22" fmla="*/ 227543 h 538305"/>
                  <a:gd name="connsiteX23" fmla="*/ 333645 w 449768"/>
                  <a:gd name="connsiteY23" fmla="*/ 217110 h 538305"/>
                  <a:gd name="connsiteX24" fmla="*/ 317727 w 449768"/>
                  <a:gd name="connsiteY24" fmla="*/ 160472 h 538305"/>
                  <a:gd name="connsiteX25" fmla="*/ 287508 w 449768"/>
                  <a:gd name="connsiteY25" fmla="*/ 153269 h 538305"/>
                  <a:gd name="connsiteX26" fmla="*/ 437111 w 449768"/>
                  <a:gd name="connsiteY26" fmla="*/ 0 h 538305"/>
                  <a:gd name="connsiteX27" fmla="*/ 442086 w 449768"/>
                  <a:gd name="connsiteY27" fmla="*/ 0 h 538305"/>
                  <a:gd name="connsiteX28" fmla="*/ 447557 w 449768"/>
                  <a:gd name="connsiteY28" fmla="*/ 4968 h 538305"/>
                  <a:gd name="connsiteX29" fmla="*/ 447557 w 449768"/>
                  <a:gd name="connsiteY29" fmla="*/ 9937 h 538305"/>
                  <a:gd name="connsiteX30" fmla="*/ 447557 w 449768"/>
                  <a:gd name="connsiteY30" fmla="*/ 20370 h 538305"/>
                  <a:gd name="connsiteX31" fmla="*/ 447557 w 449768"/>
                  <a:gd name="connsiteY31" fmla="*/ 46204 h 538305"/>
                  <a:gd name="connsiteX32" fmla="*/ 442086 w 449768"/>
                  <a:gd name="connsiteY32" fmla="*/ 103338 h 538305"/>
                  <a:gd name="connsiteX33" fmla="*/ 442086 w 449768"/>
                  <a:gd name="connsiteY33" fmla="*/ 113771 h 538305"/>
                  <a:gd name="connsiteX34" fmla="*/ 437111 w 449768"/>
                  <a:gd name="connsiteY34" fmla="*/ 134141 h 538305"/>
                  <a:gd name="connsiteX35" fmla="*/ 421194 w 449768"/>
                  <a:gd name="connsiteY35" fmla="*/ 175874 h 538305"/>
                  <a:gd name="connsiteX36" fmla="*/ 354040 w 449768"/>
                  <a:gd name="connsiteY36" fmla="*/ 289645 h 538305"/>
                  <a:gd name="connsiteX37" fmla="*/ 344091 w 449768"/>
                  <a:gd name="connsiteY37" fmla="*/ 325913 h 538305"/>
                  <a:gd name="connsiteX38" fmla="*/ 276441 w 449768"/>
                  <a:gd name="connsiteY38" fmla="*/ 506754 h 538305"/>
                  <a:gd name="connsiteX39" fmla="*/ 261020 w 449768"/>
                  <a:gd name="connsiteY39" fmla="*/ 496321 h 538305"/>
                  <a:gd name="connsiteX40" fmla="*/ 17278 w 449768"/>
                  <a:gd name="connsiteY40" fmla="*/ 310511 h 538305"/>
                  <a:gd name="connsiteX41" fmla="*/ 1858 w 449768"/>
                  <a:gd name="connsiteY41" fmla="*/ 289645 h 538305"/>
                  <a:gd name="connsiteX42" fmla="*/ 162528 w 449768"/>
                  <a:gd name="connsiteY42" fmla="*/ 186307 h 538305"/>
                  <a:gd name="connsiteX43" fmla="*/ 193369 w 449768"/>
                  <a:gd name="connsiteY43" fmla="*/ 165441 h 538305"/>
                  <a:gd name="connsiteX44" fmla="*/ 312753 w 449768"/>
                  <a:gd name="connsiteY44" fmla="*/ 51669 h 538305"/>
                  <a:gd name="connsiteX45" fmla="*/ 400799 w 449768"/>
                  <a:gd name="connsiteY45" fmla="*/ 9937 h 538305"/>
                  <a:gd name="connsiteX46" fmla="*/ 426665 w 449768"/>
                  <a:gd name="connsiteY46" fmla="*/ 4968 h 538305"/>
                  <a:gd name="connsiteX47" fmla="*/ 437111 w 449768"/>
                  <a:gd name="connsiteY47" fmla="*/ 0 h 53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49768" h="538305">
                    <a:moveTo>
                      <a:pt x="206367" y="423375"/>
                    </a:moveTo>
                    <a:cubicBezTo>
                      <a:pt x="209652" y="425297"/>
                      <a:pt x="211016" y="429140"/>
                      <a:pt x="208536" y="434347"/>
                    </a:cubicBezTo>
                    <a:cubicBezTo>
                      <a:pt x="198122" y="460136"/>
                      <a:pt x="172335" y="506754"/>
                      <a:pt x="136133" y="527584"/>
                    </a:cubicBezTo>
                    <a:cubicBezTo>
                      <a:pt x="125719" y="532543"/>
                      <a:pt x="115305" y="527584"/>
                      <a:pt x="120760" y="517169"/>
                    </a:cubicBezTo>
                    <a:cubicBezTo>
                      <a:pt x="130678" y="491380"/>
                      <a:pt x="151507" y="450217"/>
                      <a:pt x="192667" y="423933"/>
                    </a:cubicBezTo>
                    <a:cubicBezTo>
                      <a:pt x="197874" y="421453"/>
                      <a:pt x="203081" y="421453"/>
                      <a:pt x="206367" y="423375"/>
                    </a:cubicBezTo>
                    <a:close/>
                    <a:moveTo>
                      <a:pt x="158371" y="386315"/>
                    </a:moveTo>
                    <a:cubicBezTo>
                      <a:pt x="161532" y="388230"/>
                      <a:pt x="162771" y="392060"/>
                      <a:pt x="160292" y="397002"/>
                    </a:cubicBezTo>
                    <a:cubicBezTo>
                      <a:pt x="144924" y="433081"/>
                      <a:pt x="113693" y="500297"/>
                      <a:pt x="51725" y="536376"/>
                    </a:cubicBezTo>
                    <a:cubicBezTo>
                      <a:pt x="41315" y="541318"/>
                      <a:pt x="36357" y="536376"/>
                      <a:pt x="41315" y="525997"/>
                    </a:cubicBezTo>
                    <a:cubicBezTo>
                      <a:pt x="51725" y="489918"/>
                      <a:pt x="82957" y="422702"/>
                      <a:pt x="144924" y="387118"/>
                    </a:cubicBezTo>
                    <a:cubicBezTo>
                      <a:pt x="150130" y="384399"/>
                      <a:pt x="155211" y="384399"/>
                      <a:pt x="158371" y="386315"/>
                    </a:cubicBezTo>
                    <a:close/>
                    <a:moveTo>
                      <a:pt x="112005" y="349971"/>
                    </a:moveTo>
                    <a:cubicBezTo>
                      <a:pt x="115228" y="352562"/>
                      <a:pt x="116468" y="357744"/>
                      <a:pt x="113740" y="362927"/>
                    </a:cubicBezTo>
                    <a:cubicBezTo>
                      <a:pt x="103326" y="388591"/>
                      <a:pt x="77539" y="429556"/>
                      <a:pt x="41338" y="455221"/>
                    </a:cubicBezTo>
                    <a:cubicBezTo>
                      <a:pt x="25965" y="460157"/>
                      <a:pt x="21006" y="455221"/>
                      <a:pt x="25965" y="444857"/>
                    </a:cubicBezTo>
                    <a:cubicBezTo>
                      <a:pt x="36379" y="419192"/>
                      <a:pt x="57207" y="378227"/>
                      <a:pt x="98367" y="352562"/>
                    </a:cubicBezTo>
                    <a:cubicBezTo>
                      <a:pt x="103574" y="347380"/>
                      <a:pt x="108781" y="347380"/>
                      <a:pt x="112005" y="349971"/>
                    </a:cubicBezTo>
                    <a:close/>
                    <a:moveTo>
                      <a:pt x="287508" y="153269"/>
                    </a:moveTo>
                    <a:cubicBezTo>
                      <a:pt x="277809" y="153890"/>
                      <a:pt x="268730" y="157740"/>
                      <a:pt x="261020" y="165441"/>
                    </a:cubicBezTo>
                    <a:cubicBezTo>
                      <a:pt x="261020" y="170409"/>
                      <a:pt x="261020" y="170409"/>
                      <a:pt x="255548" y="175874"/>
                    </a:cubicBezTo>
                    <a:cubicBezTo>
                      <a:pt x="245600" y="196243"/>
                      <a:pt x="250574" y="222575"/>
                      <a:pt x="276441" y="232511"/>
                    </a:cubicBezTo>
                    <a:cubicBezTo>
                      <a:pt x="291861" y="242944"/>
                      <a:pt x="317727" y="242944"/>
                      <a:pt x="328174" y="227543"/>
                    </a:cubicBezTo>
                    <a:cubicBezTo>
                      <a:pt x="333645" y="222575"/>
                      <a:pt x="333645" y="222575"/>
                      <a:pt x="333645" y="217110"/>
                    </a:cubicBezTo>
                    <a:cubicBezTo>
                      <a:pt x="349066" y="196243"/>
                      <a:pt x="338620" y="170409"/>
                      <a:pt x="317727" y="160472"/>
                    </a:cubicBezTo>
                    <a:cubicBezTo>
                      <a:pt x="307530" y="155256"/>
                      <a:pt x="297208" y="152648"/>
                      <a:pt x="287508" y="153269"/>
                    </a:cubicBezTo>
                    <a:close/>
                    <a:moveTo>
                      <a:pt x="437111" y="0"/>
                    </a:moveTo>
                    <a:lnTo>
                      <a:pt x="442086" y="0"/>
                    </a:lnTo>
                    <a:cubicBezTo>
                      <a:pt x="447557" y="0"/>
                      <a:pt x="452532" y="0"/>
                      <a:pt x="447557" y="4968"/>
                    </a:cubicBezTo>
                    <a:lnTo>
                      <a:pt x="447557" y="9937"/>
                    </a:lnTo>
                    <a:cubicBezTo>
                      <a:pt x="452532" y="15402"/>
                      <a:pt x="447557" y="15402"/>
                      <a:pt x="447557" y="20370"/>
                    </a:cubicBezTo>
                    <a:cubicBezTo>
                      <a:pt x="447557" y="25835"/>
                      <a:pt x="447557" y="36268"/>
                      <a:pt x="447557" y="46204"/>
                    </a:cubicBezTo>
                    <a:cubicBezTo>
                      <a:pt x="447557" y="62102"/>
                      <a:pt x="447557" y="82472"/>
                      <a:pt x="442086" y="103338"/>
                    </a:cubicBezTo>
                    <a:cubicBezTo>
                      <a:pt x="442086" y="108306"/>
                      <a:pt x="442086" y="108306"/>
                      <a:pt x="442086" y="113771"/>
                    </a:cubicBezTo>
                    <a:cubicBezTo>
                      <a:pt x="437111" y="124205"/>
                      <a:pt x="437111" y="129173"/>
                      <a:pt x="437111" y="134141"/>
                    </a:cubicBezTo>
                    <a:cubicBezTo>
                      <a:pt x="431640" y="150039"/>
                      <a:pt x="426665" y="165441"/>
                      <a:pt x="421194" y="175874"/>
                    </a:cubicBezTo>
                    <a:cubicBezTo>
                      <a:pt x="406271" y="212141"/>
                      <a:pt x="385378" y="248409"/>
                      <a:pt x="354040" y="289645"/>
                    </a:cubicBezTo>
                    <a:cubicBezTo>
                      <a:pt x="349066" y="294613"/>
                      <a:pt x="344091" y="315479"/>
                      <a:pt x="344091" y="325913"/>
                    </a:cubicBezTo>
                    <a:cubicBezTo>
                      <a:pt x="354040" y="367148"/>
                      <a:pt x="359512" y="460053"/>
                      <a:pt x="276441" y="506754"/>
                    </a:cubicBezTo>
                    <a:cubicBezTo>
                      <a:pt x="265994" y="517187"/>
                      <a:pt x="255548" y="512219"/>
                      <a:pt x="261020" y="496321"/>
                    </a:cubicBezTo>
                    <a:cubicBezTo>
                      <a:pt x="261020" y="439684"/>
                      <a:pt x="240128" y="305046"/>
                      <a:pt x="17278" y="310511"/>
                    </a:cubicBezTo>
                    <a:cubicBezTo>
                      <a:pt x="1858" y="310511"/>
                      <a:pt x="-3117" y="300078"/>
                      <a:pt x="1858" y="289645"/>
                    </a:cubicBezTo>
                    <a:cubicBezTo>
                      <a:pt x="17278" y="253377"/>
                      <a:pt x="59062" y="180842"/>
                      <a:pt x="162528" y="186307"/>
                    </a:cubicBezTo>
                    <a:cubicBezTo>
                      <a:pt x="172975" y="186307"/>
                      <a:pt x="188395" y="175874"/>
                      <a:pt x="193369" y="165441"/>
                    </a:cubicBezTo>
                    <a:cubicBezTo>
                      <a:pt x="214261" y="139606"/>
                      <a:pt x="250574" y="87937"/>
                      <a:pt x="312753" y="51669"/>
                    </a:cubicBezTo>
                    <a:cubicBezTo>
                      <a:pt x="349066" y="25835"/>
                      <a:pt x="379907" y="15402"/>
                      <a:pt x="400799" y="9937"/>
                    </a:cubicBezTo>
                    <a:cubicBezTo>
                      <a:pt x="416219" y="9937"/>
                      <a:pt x="426665" y="9937"/>
                      <a:pt x="426665" y="4968"/>
                    </a:cubicBezTo>
                    <a:cubicBezTo>
                      <a:pt x="431640" y="4968"/>
                      <a:pt x="431640" y="0"/>
                      <a:pt x="43711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p>
                <a:pPr>
                  <a:defRPr/>
                </a:pPr>
                <a:endParaRPr 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22" name="组合 121"/>
          <p:cNvGrpSpPr/>
          <p:nvPr/>
        </p:nvGrpSpPr>
        <p:grpSpPr>
          <a:xfrm>
            <a:off x="7151852" y="3335086"/>
            <a:ext cx="4244941" cy="556683"/>
            <a:chOff x="7494378" y="4457778"/>
            <a:chExt cx="4244941" cy="556683"/>
          </a:xfrm>
        </p:grpSpPr>
        <p:sp>
          <p:nvSpPr>
            <p:cNvPr id="5" name="圆角矩形 12"/>
            <p:cNvSpPr/>
            <p:nvPr/>
          </p:nvSpPr>
          <p:spPr>
            <a:xfrm>
              <a:off x="8360709" y="4487667"/>
              <a:ext cx="3378610" cy="455289"/>
            </a:xfrm>
            <a:prstGeom prst="roundRect">
              <a:avLst>
                <a:gd name="adj" fmla="val 14029"/>
              </a:avLst>
            </a:prstGeom>
            <a:solidFill>
              <a:srgbClr val="3C853C"/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778495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针对不同应用创建数据库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24" name="Group 6"/>
            <p:cNvGrpSpPr/>
            <p:nvPr/>
          </p:nvGrpSpPr>
          <p:grpSpPr>
            <a:xfrm>
              <a:off x="7494378" y="4457778"/>
              <a:ext cx="556539" cy="556683"/>
              <a:chOff x="7826160" y="4837168"/>
              <a:chExt cx="556538" cy="556683"/>
            </a:xfrm>
          </p:grpSpPr>
          <p:sp>
            <p:nvSpPr>
              <p:cNvPr id="6" name="Oval 106"/>
              <p:cNvSpPr/>
              <p:nvPr/>
            </p:nvSpPr>
            <p:spPr bwMode="auto">
              <a:xfrm flipH="1">
                <a:off x="7826160" y="4837168"/>
                <a:ext cx="556538" cy="556683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Shape 3659"/>
              <p:cNvSpPr/>
              <p:nvPr/>
            </p:nvSpPr>
            <p:spPr>
              <a:xfrm>
                <a:off x="7943126" y="4950636"/>
                <a:ext cx="339319" cy="318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3" h="21440" extrusionOk="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p>
                <a:pPr lvl="0"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27" name="组合 126"/>
          <p:cNvGrpSpPr/>
          <p:nvPr/>
        </p:nvGrpSpPr>
        <p:grpSpPr>
          <a:xfrm>
            <a:off x="7151852" y="4705190"/>
            <a:ext cx="4244941" cy="556683"/>
            <a:chOff x="7494380" y="3012090"/>
            <a:chExt cx="4244941" cy="556683"/>
          </a:xfrm>
        </p:grpSpPr>
        <p:sp>
          <p:nvSpPr>
            <p:cNvPr id="10" name="圆角矩形 8"/>
            <p:cNvSpPr/>
            <p:nvPr/>
          </p:nvSpPr>
          <p:spPr>
            <a:xfrm>
              <a:off x="8360708" y="3032539"/>
              <a:ext cx="3378613" cy="455289"/>
            </a:xfrm>
            <a:prstGeom prst="roundRect">
              <a:avLst>
                <a:gd name="adj" fmla="val 14029"/>
              </a:avLst>
            </a:prstGeom>
            <a:solidFill>
              <a:srgbClr val="3C853C"/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kern="0" noProof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以表为单位存储数据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29" name="Group 5"/>
            <p:cNvGrpSpPr/>
            <p:nvPr/>
          </p:nvGrpSpPr>
          <p:grpSpPr>
            <a:xfrm>
              <a:off x="7494380" y="3012090"/>
              <a:ext cx="556539" cy="556683"/>
              <a:chOff x="8101927" y="3389071"/>
              <a:chExt cx="556538" cy="556683"/>
            </a:xfrm>
          </p:grpSpPr>
          <p:sp>
            <p:nvSpPr>
              <p:cNvPr id="11" name="Oval 100"/>
              <p:cNvSpPr/>
              <p:nvPr/>
            </p:nvSpPr>
            <p:spPr bwMode="auto">
              <a:xfrm flipH="1">
                <a:off x="8101927" y="3389071"/>
                <a:ext cx="556538" cy="556683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73"/>
              <p:cNvSpPr>
                <a:spLocks noChangeAspect="1" noChangeArrowheads="1"/>
              </p:cNvSpPr>
              <p:nvPr/>
            </p:nvSpPr>
            <p:spPr bwMode="auto">
              <a:xfrm>
                <a:off x="8257463" y="3520519"/>
                <a:ext cx="245465" cy="293785"/>
              </a:xfrm>
              <a:custGeom>
                <a:avLst/>
                <a:gdLst>
                  <a:gd name="connsiteX0" fmla="*/ 206367 w 449768"/>
                  <a:gd name="connsiteY0" fmla="*/ 423375 h 538305"/>
                  <a:gd name="connsiteX1" fmla="*/ 208536 w 449768"/>
                  <a:gd name="connsiteY1" fmla="*/ 434347 h 538305"/>
                  <a:gd name="connsiteX2" fmla="*/ 136133 w 449768"/>
                  <a:gd name="connsiteY2" fmla="*/ 527584 h 538305"/>
                  <a:gd name="connsiteX3" fmla="*/ 120760 w 449768"/>
                  <a:gd name="connsiteY3" fmla="*/ 517169 h 538305"/>
                  <a:gd name="connsiteX4" fmla="*/ 192667 w 449768"/>
                  <a:gd name="connsiteY4" fmla="*/ 423933 h 538305"/>
                  <a:gd name="connsiteX5" fmla="*/ 206367 w 449768"/>
                  <a:gd name="connsiteY5" fmla="*/ 423375 h 538305"/>
                  <a:gd name="connsiteX6" fmla="*/ 158371 w 449768"/>
                  <a:gd name="connsiteY6" fmla="*/ 386315 h 538305"/>
                  <a:gd name="connsiteX7" fmla="*/ 160292 w 449768"/>
                  <a:gd name="connsiteY7" fmla="*/ 397002 h 538305"/>
                  <a:gd name="connsiteX8" fmla="*/ 51725 w 449768"/>
                  <a:gd name="connsiteY8" fmla="*/ 536376 h 538305"/>
                  <a:gd name="connsiteX9" fmla="*/ 41315 w 449768"/>
                  <a:gd name="connsiteY9" fmla="*/ 525997 h 538305"/>
                  <a:gd name="connsiteX10" fmla="*/ 144924 w 449768"/>
                  <a:gd name="connsiteY10" fmla="*/ 387118 h 538305"/>
                  <a:gd name="connsiteX11" fmla="*/ 158371 w 449768"/>
                  <a:gd name="connsiteY11" fmla="*/ 386315 h 538305"/>
                  <a:gd name="connsiteX12" fmla="*/ 112005 w 449768"/>
                  <a:gd name="connsiteY12" fmla="*/ 349971 h 538305"/>
                  <a:gd name="connsiteX13" fmla="*/ 113740 w 449768"/>
                  <a:gd name="connsiteY13" fmla="*/ 362927 h 538305"/>
                  <a:gd name="connsiteX14" fmla="*/ 41338 w 449768"/>
                  <a:gd name="connsiteY14" fmla="*/ 455221 h 538305"/>
                  <a:gd name="connsiteX15" fmla="*/ 25965 w 449768"/>
                  <a:gd name="connsiteY15" fmla="*/ 444857 h 538305"/>
                  <a:gd name="connsiteX16" fmla="*/ 98367 w 449768"/>
                  <a:gd name="connsiteY16" fmla="*/ 352562 h 538305"/>
                  <a:gd name="connsiteX17" fmla="*/ 112005 w 449768"/>
                  <a:gd name="connsiteY17" fmla="*/ 349971 h 538305"/>
                  <a:gd name="connsiteX18" fmla="*/ 287508 w 449768"/>
                  <a:gd name="connsiteY18" fmla="*/ 153269 h 538305"/>
                  <a:gd name="connsiteX19" fmla="*/ 261020 w 449768"/>
                  <a:gd name="connsiteY19" fmla="*/ 165441 h 538305"/>
                  <a:gd name="connsiteX20" fmla="*/ 255548 w 449768"/>
                  <a:gd name="connsiteY20" fmla="*/ 175874 h 538305"/>
                  <a:gd name="connsiteX21" fmla="*/ 276441 w 449768"/>
                  <a:gd name="connsiteY21" fmla="*/ 232511 h 538305"/>
                  <a:gd name="connsiteX22" fmla="*/ 328174 w 449768"/>
                  <a:gd name="connsiteY22" fmla="*/ 227543 h 538305"/>
                  <a:gd name="connsiteX23" fmla="*/ 333645 w 449768"/>
                  <a:gd name="connsiteY23" fmla="*/ 217110 h 538305"/>
                  <a:gd name="connsiteX24" fmla="*/ 317727 w 449768"/>
                  <a:gd name="connsiteY24" fmla="*/ 160472 h 538305"/>
                  <a:gd name="connsiteX25" fmla="*/ 287508 w 449768"/>
                  <a:gd name="connsiteY25" fmla="*/ 153269 h 538305"/>
                  <a:gd name="connsiteX26" fmla="*/ 437111 w 449768"/>
                  <a:gd name="connsiteY26" fmla="*/ 0 h 538305"/>
                  <a:gd name="connsiteX27" fmla="*/ 442086 w 449768"/>
                  <a:gd name="connsiteY27" fmla="*/ 0 h 538305"/>
                  <a:gd name="connsiteX28" fmla="*/ 447557 w 449768"/>
                  <a:gd name="connsiteY28" fmla="*/ 4968 h 538305"/>
                  <a:gd name="connsiteX29" fmla="*/ 447557 w 449768"/>
                  <a:gd name="connsiteY29" fmla="*/ 9937 h 538305"/>
                  <a:gd name="connsiteX30" fmla="*/ 447557 w 449768"/>
                  <a:gd name="connsiteY30" fmla="*/ 20370 h 538305"/>
                  <a:gd name="connsiteX31" fmla="*/ 447557 w 449768"/>
                  <a:gd name="connsiteY31" fmla="*/ 46204 h 538305"/>
                  <a:gd name="connsiteX32" fmla="*/ 442086 w 449768"/>
                  <a:gd name="connsiteY32" fmla="*/ 103338 h 538305"/>
                  <a:gd name="connsiteX33" fmla="*/ 442086 w 449768"/>
                  <a:gd name="connsiteY33" fmla="*/ 113771 h 538305"/>
                  <a:gd name="connsiteX34" fmla="*/ 437111 w 449768"/>
                  <a:gd name="connsiteY34" fmla="*/ 134141 h 538305"/>
                  <a:gd name="connsiteX35" fmla="*/ 421194 w 449768"/>
                  <a:gd name="connsiteY35" fmla="*/ 175874 h 538305"/>
                  <a:gd name="connsiteX36" fmla="*/ 354040 w 449768"/>
                  <a:gd name="connsiteY36" fmla="*/ 289645 h 538305"/>
                  <a:gd name="connsiteX37" fmla="*/ 344091 w 449768"/>
                  <a:gd name="connsiteY37" fmla="*/ 325913 h 538305"/>
                  <a:gd name="connsiteX38" fmla="*/ 276441 w 449768"/>
                  <a:gd name="connsiteY38" fmla="*/ 506754 h 538305"/>
                  <a:gd name="connsiteX39" fmla="*/ 261020 w 449768"/>
                  <a:gd name="connsiteY39" fmla="*/ 496321 h 538305"/>
                  <a:gd name="connsiteX40" fmla="*/ 17278 w 449768"/>
                  <a:gd name="connsiteY40" fmla="*/ 310511 h 538305"/>
                  <a:gd name="connsiteX41" fmla="*/ 1858 w 449768"/>
                  <a:gd name="connsiteY41" fmla="*/ 289645 h 538305"/>
                  <a:gd name="connsiteX42" fmla="*/ 162528 w 449768"/>
                  <a:gd name="connsiteY42" fmla="*/ 186307 h 538305"/>
                  <a:gd name="connsiteX43" fmla="*/ 193369 w 449768"/>
                  <a:gd name="connsiteY43" fmla="*/ 165441 h 538305"/>
                  <a:gd name="connsiteX44" fmla="*/ 312753 w 449768"/>
                  <a:gd name="connsiteY44" fmla="*/ 51669 h 538305"/>
                  <a:gd name="connsiteX45" fmla="*/ 400799 w 449768"/>
                  <a:gd name="connsiteY45" fmla="*/ 9937 h 538305"/>
                  <a:gd name="connsiteX46" fmla="*/ 426665 w 449768"/>
                  <a:gd name="connsiteY46" fmla="*/ 4968 h 538305"/>
                  <a:gd name="connsiteX47" fmla="*/ 437111 w 449768"/>
                  <a:gd name="connsiteY47" fmla="*/ 0 h 53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49768" h="538305">
                    <a:moveTo>
                      <a:pt x="206367" y="423375"/>
                    </a:moveTo>
                    <a:cubicBezTo>
                      <a:pt x="209652" y="425297"/>
                      <a:pt x="211016" y="429140"/>
                      <a:pt x="208536" y="434347"/>
                    </a:cubicBezTo>
                    <a:cubicBezTo>
                      <a:pt x="198122" y="460136"/>
                      <a:pt x="172335" y="506754"/>
                      <a:pt x="136133" y="527584"/>
                    </a:cubicBezTo>
                    <a:cubicBezTo>
                      <a:pt x="125719" y="532543"/>
                      <a:pt x="115305" y="527584"/>
                      <a:pt x="120760" y="517169"/>
                    </a:cubicBezTo>
                    <a:cubicBezTo>
                      <a:pt x="130678" y="491380"/>
                      <a:pt x="151507" y="450217"/>
                      <a:pt x="192667" y="423933"/>
                    </a:cubicBezTo>
                    <a:cubicBezTo>
                      <a:pt x="197874" y="421453"/>
                      <a:pt x="203081" y="421453"/>
                      <a:pt x="206367" y="423375"/>
                    </a:cubicBezTo>
                    <a:close/>
                    <a:moveTo>
                      <a:pt x="158371" y="386315"/>
                    </a:moveTo>
                    <a:cubicBezTo>
                      <a:pt x="161532" y="388230"/>
                      <a:pt x="162771" y="392060"/>
                      <a:pt x="160292" y="397002"/>
                    </a:cubicBezTo>
                    <a:cubicBezTo>
                      <a:pt x="144924" y="433081"/>
                      <a:pt x="113693" y="500297"/>
                      <a:pt x="51725" y="536376"/>
                    </a:cubicBezTo>
                    <a:cubicBezTo>
                      <a:pt x="41315" y="541318"/>
                      <a:pt x="36357" y="536376"/>
                      <a:pt x="41315" y="525997"/>
                    </a:cubicBezTo>
                    <a:cubicBezTo>
                      <a:pt x="51725" y="489918"/>
                      <a:pt x="82957" y="422702"/>
                      <a:pt x="144924" y="387118"/>
                    </a:cubicBezTo>
                    <a:cubicBezTo>
                      <a:pt x="150130" y="384399"/>
                      <a:pt x="155211" y="384399"/>
                      <a:pt x="158371" y="386315"/>
                    </a:cubicBezTo>
                    <a:close/>
                    <a:moveTo>
                      <a:pt x="112005" y="349971"/>
                    </a:moveTo>
                    <a:cubicBezTo>
                      <a:pt x="115228" y="352562"/>
                      <a:pt x="116468" y="357744"/>
                      <a:pt x="113740" y="362927"/>
                    </a:cubicBezTo>
                    <a:cubicBezTo>
                      <a:pt x="103326" y="388591"/>
                      <a:pt x="77539" y="429556"/>
                      <a:pt x="41338" y="455221"/>
                    </a:cubicBezTo>
                    <a:cubicBezTo>
                      <a:pt x="25965" y="460157"/>
                      <a:pt x="21006" y="455221"/>
                      <a:pt x="25965" y="444857"/>
                    </a:cubicBezTo>
                    <a:cubicBezTo>
                      <a:pt x="36379" y="419192"/>
                      <a:pt x="57207" y="378227"/>
                      <a:pt x="98367" y="352562"/>
                    </a:cubicBezTo>
                    <a:cubicBezTo>
                      <a:pt x="103574" y="347380"/>
                      <a:pt x="108781" y="347380"/>
                      <a:pt x="112005" y="349971"/>
                    </a:cubicBezTo>
                    <a:close/>
                    <a:moveTo>
                      <a:pt x="287508" y="153269"/>
                    </a:moveTo>
                    <a:cubicBezTo>
                      <a:pt x="277809" y="153890"/>
                      <a:pt x="268730" y="157740"/>
                      <a:pt x="261020" y="165441"/>
                    </a:cubicBezTo>
                    <a:cubicBezTo>
                      <a:pt x="261020" y="170409"/>
                      <a:pt x="261020" y="170409"/>
                      <a:pt x="255548" y="175874"/>
                    </a:cubicBezTo>
                    <a:cubicBezTo>
                      <a:pt x="245600" y="196243"/>
                      <a:pt x="250574" y="222575"/>
                      <a:pt x="276441" y="232511"/>
                    </a:cubicBezTo>
                    <a:cubicBezTo>
                      <a:pt x="291861" y="242944"/>
                      <a:pt x="317727" y="242944"/>
                      <a:pt x="328174" y="227543"/>
                    </a:cubicBezTo>
                    <a:cubicBezTo>
                      <a:pt x="333645" y="222575"/>
                      <a:pt x="333645" y="222575"/>
                      <a:pt x="333645" y="217110"/>
                    </a:cubicBezTo>
                    <a:cubicBezTo>
                      <a:pt x="349066" y="196243"/>
                      <a:pt x="338620" y="170409"/>
                      <a:pt x="317727" y="160472"/>
                    </a:cubicBezTo>
                    <a:cubicBezTo>
                      <a:pt x="307530" y="155256"/>
                      <a:pt x="297208" y="152648"/>
                      <a:pt x="287508" y="153269"/>
                    </a:cubicBezTo>
                    <a:close/>
                    <a:moveTo>
                      <a:pt x="437111" y="0"/>
                    </a:moveTo>
                    <a:lnTo>
                      <a:pt x="442086" y="0"/>
                    </a:lnTo>
                    <a:cubicBezTo>
                      <a:pt x="447557" y="0"/>
                      <a:pt x="452532" y="0"/>
                      <a:pt x="447557" y="4968"/>
                    </a:cubicBezTo>
                    <a:lnTo>
                      <a:pt x="447557" y="9937"/>
                    </a:lnTo>
                    <a:cubicBezTo>
                      <a:pt x="452532" y="15402"/>
                      <a:pt x="447557" y="15402"/>
                      <a:pt x="447557" y="20370"/>
                    </a:cubicBezTo>
                    <a:cubicBezTo>
                      <a:pt x="447557" y="25835"/>
                      <a:pt x="447557" y="36268"/>
                      <a:pt x="447557" y="46204"/>
                    </a:cubicBezTo>
                    <a:cubicBezTo>
                      <a:pt x="447557" y="62102"/>
                      <a:pt x="447557" y="82472"/>
                      <a:pt x="442086" y="103338"/>
                    </a:cubicBezTo>
                    <a:cubicBezTo>
                      <a:pt x="442086" y="108306"/>
                      <a:pt x="442086" y="108306"/>
                      <a:pt x="442086" y="113771"/>
                    </a:cubicBezTo>
                    <a:cubicBezTo>
                      <a:pt x="437111" y="124205"/>
                      <a:pt x="437111" y="129173"/>
                      <a:pt x="437111" y="134141"/>
                    </a:cubicBezTo>
                    <a:cubicBezTo>
                      <a:pt x="431640" y="150039"/>
                      <a:pt x="426665" y="165441"/>
                      <a:pt x="421194" y="175874"/>
                    </a:cubicBezTo>
                    <a:cubicBezTo>
                      <a:pt x="406271" y="212141"/>
                      <a:pt x="385378" y="248409"/>
                      <a:pt x="354040" y="289645"/>
                    </a:cubicBezTo>
                    <a:cubicBezTo>
                      <a:pt x="349066" y="294613"/>
                      <a:pt x="344091" y="315479"/>
                      <a:pt x="344091" y="325913"/>
                    </a:cubicBezTo>
                    <a:cubicBezTo>
                      <a:pt x="354040" y="367148"/>
                      <a:pt x="359512" y="460053"/>
                      <a:pt x="276441" y="506754"/>
                    </a:cubicBezTo>
                    <a:cubicBezTo>
                      <a:pt x="265994" y="517187"/>
                      <a:pt x="255548" y="512219"/>
                      <a:pt x="261020" y="496321"/>
                    </a:cubicBezTo>
                    <a:cubicBezTo>
                      <a:pt x="261020" y="439684"/>
                      <a:pt x="240128" y="305046"/>
                      <a:pt x="17278" y="310511"/>
                    </a:cubicBezTo>
                    <a:cubicBezTo>
                      <a:pt x="1858" y="310511"/>
                      <a:pt x="-3117" y="300078"/>
                      <a:pt x="1858" y="289645"/>
                    </a:cubicBezTo>
                    <a:cubicBezTo>
                      <a:pt x="17278" y="253377"/>
                      <a:pt x="59062" y="180842"/>
                      <a:pt x="162528" y="186307"/>
                    </a:cubicBezTo>
                    <a:cubicBezTo>
                      <a:pt x="172975" y="186307"/>
                      <a:pt x="188395" y="175874"/>
                      <a:pt x="193369" y="165441"/>
                    </a:cubicBezTo>
                    <a:cubicBezTo>
                      <a:pt x="214261" y="139606"/>
                      <a:pt x="250574" y="87937"/>
                      <a:pt x="312753" y="51669"/>
                    </a:cubicBezTo>
                    <a:cubicBezTo>
                      <a:pt x="349066" y="25835"/>
                      <a:pt x="379907" y="15402"/>
                      <a:pt x="400799" y="9937"/>
                    </a:cubicBezTo>
                    <a:cubicBezTo>
                      <a:pt x="416219" y="9937"/>
                      <a:pt x="426665" y="9937"/>
                      <a:pt x="426665" y="4968"/>
                    </a:cubicBezTo>
                    <a:cubicBezTo>
                      <a:pt x="431640" y="4968"/>
                      <a:pt x="431640" y="0"/>
                      <a:pt x="43711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p>
                <a:pPr>
                  <a:defRPr/>
                </a:pPr>
                <a:endParaRPr 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0.00209 L 3.54167E-6 0.2643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0.26435 L 0.01106 0.4837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7" y="10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创建数据库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819" y="2395564"/>
            <a:ext cx="3299872" cy="3222275"/>
          </a:xfrm>
          <a:prstGeom prst="rect">
            <a:avLst/>
          </a:prstGeom>
        </p:spPr>
      </p:pic>
      <p:sp>
        <p:nvSpPr>
          <p:cNvPr id="44" name="圆角矩形 227"/>
          <p:cNvSpPr/>
          <p:nvPr>
            <p:custDataLst>
              <p:tags r:id="rId4"/>
            </p:custDataLst>
          </p:nvPr>
        </p:nvSpPr>
        <p:spPr>
          <a:xfrm>
            <a:off x="620395" y="2200275"/>
            <a:ext cx="7651115" cy="3441065"/>
          </a:xfrm>
          <a:prstGeom prst="roundRect">
            <a:avLst>
              <a:gd name="adj" fmla="val 11847"/>
            </a:avLst>
          </a:prstGeom>
          <a:solidFill>
            <a:srgbClr val="F7F7F7"/>
          </a:solidFill>
          <a:ln w="9525" cap="flat">
            <a:solidFill>
              <a:schemeClr val="lt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10" b="0" i="0" u="none" strike="noStrike" kern="1200" cap="none" spc="0" normalizeH="0" baseline="0" noProof="0" dirty="0">
              <a:ln>
                <a:noFill/>
              </a:ln>
              <a:solidFill>
                <a:srgbClr val="3E393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365849" y="2715918"/>
            <a:ext cx="7650804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3400" fontAlgn="auto">
              <a:lnSpc>
                <a:spcPct val="150000"/>
              </a:lnSpc>
            </a:pPr>
            <a:r>
              <a:rPr lang="en-US" altLang="zh-CN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CREATE DATABASE [IF NOT EXISTS] &lt;</a:t>
            </a:r>
            <a:r>
              <a:rPr lang="zh-CN" altLang="en-US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数据库名</a:t>
            </a:r>
            <a:r>
              <a:rPr lang="en-US" altLang="zh-CN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  <a:endParaRPr lang="en-US" altLang="zh-CN" sz="2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50000"/>
              </a:lnSpc>
            </a:pPr>
            <a:r>
              <a:rPr lang="en-US" altLang="zh-CN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[DEFAULT CHARACTER SET &lt;</a:t>
            </a:r>
            <a:r>
              <a:rPr lang="zh-CN" altLang="en-US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字符集名</a:t>
            </a:r>
            <a:r>
              <a:rPr lang="en-US" altLang="zh-CN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&gt;]</a:t>
            </a:r>
            <a:endParaRPr lang="en-US" altLang="zh-CN" sz="2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50000"/>
              </a:lnSpc>
            </a:pPr>
            <a:r>
              <a:rPr lang="en-US" altLang="zh-CN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[DEFAULT COLLATE &lt;</a:t>
            </a:r>
            <a:r>
              <a:rPr lang="zh-CN" altLang="en-US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排序规则名</a:t>
            </a:r>
            <a:r>
              <a:rPr lang="en-US" altLang="zh-CN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&gt;]</a:t>
            </a:r>
            <a:endParaRPr lang="en-US" altLang="zh-CN" sz="2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6934" y="1987191"/>
            <a:ext cx="2896948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基本语法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365760" y="4736465"/>
            <a:ext cx="5603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533400" fontAlgn="auto">
              <a:lnSpc>
                <a:spcPct val="150000"/>
              </a:lnSpc>
            </a:pPr>
            <a:r>
              <a:rPr lang="en-US" altLang="zh-CN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 &lt;</a:t>
            </a:r>
            <a:r>
              <a:rPr lang="zh-CN" altLang="en-US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数据库名</a:t>
            </a:r>
            <a:r>
              <a:rPr lang="en-US" altLang="zh-CN" sz="2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  <a:endParaRPr lang="en-US" altLang="zh-CN" sz="2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475" y="1710690"/>
            <a:ext cx="8435340" cy="32219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创建表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830070" y="1688465"/>
            <a:ext cx="8533130" cy="6845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830070" y="2922905"/>
            <a:ext cx="8587740" cy="28130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056765" y="2425065"/>
            <a:ext cx="454025" cy="233235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81664" y="1826226"/>
            <a:ext cx="914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0681664" y="2846120"/>
            <a:ext cx="914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46326" y="3761373"/>
            <a:ext cx="1146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键值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唯一性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圆角矩形 8"/>
          <p:cNvSpPr/>
          <p:nvPr>
            <p:custDataLst>
              <p:tags r:id="rId4"/>
            </p:custDataLst>
          </p:nvPr>
        </p:nvSpPr>
        <p:spPr>
          <a:xfrm>
            <a:off x="4710261" y="5658405"/>
            <a:ext cx="3267846" cy="455289"/>
          </a:xfrm>
          <a:prstGeom prst="roundRect">
            <a:avLst>
              <a:gd name="adj" fmla="val 14029"/>
            </a:avLst>
          </a:prstGeom>
          <a:solidFill>
            <a:schemeClr val="accent2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数据表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  <p:bldP spid="60" grpId="0" bldLvl="0" animBg="1"/>
      <p:bldP spid="4" grpId="0"/>
      <p:bldP spid="64" grpId="0"/>
      <p:bldP spid="65" grpId="0"/>
      <p:bldP spid="7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创建表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圆角矩形 227"/>
          <p:cNvSpPr/>
          <p:nvPr>
            <p:custDataLst>
              <p:tags r:id="rId3"/>
            </p:custDataLst>
          </p:nvPr>
        </p:nvSpPr>
        <p:spPr>
          <a:xfrm>
            <a:off x="620395" y="2200275"/>
            <a:ext cx="6807200" cy="3441065"/>
          </a:xfrm>
          <a:prstGeom prst="roundRect">
            <a:avLst>
              <a:gd name="adj" fmla="val 11847"/>
            </a:avLst>
          </a:prstGeom>
          <a:solidFill>
            <a:srgbClr val="F7F7F7"/>
          </a:solidFill>
          <a:ln w="9525" cap="flat">
            <a:solidFill>
              <a:schemeClr val="lt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10" b="0" i="0" u="none" strike="noStrike" kern="1200" cap="none" spc="0" normalizeH="0" baseline="0" noProof="0" dirty="0">
              <a:ln>
                <a:noFill/>
              </a:ln>
              <a:solidFill>
                <a:srgbClr val="3E393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20395" y="1986915"/>
            <a:ext cx="291274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基本语法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765" y="2381087"/>
            <a:ext cx="2734249" cy="2734249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060986" y="2807012"/>
            <a:ext cx="625928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CREATE TABLE [IF NOT EXISTS] &lt;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(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字段名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],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字段名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],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字段名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[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存储引擎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[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表字符集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5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4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创建表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181735" y="1048385"/>
            <a:ext cx="31616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常用数据类型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09479" y="1841149"/>
          <a:ext cx="10233802" cy="4262034"/>
        </p:xfrm>
        <a:graphic>
          <a:graphicData uri="http://schemas.openxmlformats.org/drawingml/2006/table">
            <a:tbl>
              <a:tblPr firstRow="1" bandRow="1">
                <a:tableStyleId>{F8B58294-7C98-454F-8B8E-5373267BDF32}</a:tableStyleId>
              </a:tblPr>
              <a:tblGrid>
                <a:gridCol w="1468995"/>
                <a:gridCol w="2073085"/>
                <a:gridCol w="3345861"/>
                <a:gridCol w="3345861"/>
              </a:tblGrid>
              <a:tr h="469070"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zh-CN" altLang="en-US" sz="1800" kern="1200" dirty="0"/>
                        <a:t>类型</a:t>
                      </a:r>
                      <a:endParaRPr lang="zh-CN" altLang="en-US" sz="1800" kern="1200" dirty="0"/>
                    </a:p>
                  </a:txBody>
                  <a:tcPr marL="12915" marR="12915" marT="12915" marB="12915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zh-CN" altLang="en-US" sz="1800" kern="1200" dirty="0"/>
                        <a:t>大小</a:t>
                      </a:r>
                      <a:endParaRPr lang="zh-CN" altLang="en-US" sz="1800" kern="1200" dirty="0"/>
                    </a:p>
                  </a:txBody>
                  <a:tcPr marL="12915" marR="12915" marT="12915" marB="12915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zh-CN" altLang="en-US" sz="1800" kern="1200" dirty="0"/>
                        <a:t>说明</a:t>
                      </a:r>
                      <a:endParaRPr lang="zh-CN" altLang="en-US" sz="1800" kern="1200" dirty="0"/>
                    </a:p>
                  </a:txBody>
                  <a:tcPr marL="12915" marR="12915" marT="12915" marB="12915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zh-CN" altLang="en-US" sz="1800" kern="1200" dirty="0"/>
                        <a:t>常用描述</a:t>
                      </a:r>
                      <a:endParaRPr lang="zh-CN" altLang="en-US" sz="1800" kern="1200" dirty="0"/>
                    </a:p>
                  </a:txBody>
                  <a:tcPr marL="12915" marR="12915" marT="12915" marB="12915" anchor="ctr"/>
                </a:tc>
              </a:tr>
              <a:tr h="545028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 err="1"/>
                        <a:t>tinyint</a:t>
                      </a:r>
                      <a:endParaRPr lang="en-US" sz="1800" kern="1200" dirty="0" err="1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1 byte</a:t>
                      </a:r>
                      <a:endParaRPr lang="en-US" sz="1800" kern="1200" dirty="0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小整数值（</a:t>
                      </a:r>
                      <a:r>
                        <a:rPr lang="en-US" altLang="zh-CN" sz="1800" kern="1200" dirty="0"/>
                        <a:t>0</a:t>
                      </a:r>
                      <a:r>
                        <a:rPr lang="zh-CN" altLang="en-US" sz="1800" kern="1200" dirty="0"/>
                        <a:t>，</a:t>
                      </a:r>
                      <a:r>
                        <a:rPr lang="en-US" altLang="zh-CN" sz="1800" kern="1200" dirty="0"/>
                        <a:t>255</a:t>
                      </a:r>
                      <a:r>
                        <a:rPr lang="zh-CN" altLang="en-US" sz="1800" kern="1200" dirty="0"/>
                        <a:t>）</a:t>
                      </a:r>
                      <a:endParaRPr lang="zh-CN" altLang="en-US" sz="1800" kern="1200" dirty="0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年龄、班级人数等</a:t>
                      </a:r>
                      <a:endParaRPr lang="zh-CN" altLang="en-US" sz="1800" kern="1200" dirty="0"/>
                    </a:p>
                  </a:txBody>
                  <a:tcPr marL="21524" marR="21524" marT="30134" marB="30134" anchor="ctr"/>
                </a:tc>
              </a:tr>
              <a:tr h="59729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int</a:t>
                      </a:r>
                      <a:endParaRPr lang="en-US" sz="1800" kern="1200" dirty="0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4 bytes</a:t>
                      </a:r>
                      <a:endParaRPr lang="en-US" sz="1800" kern="1200" dirty="0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大整数值</a:t>
                      </a:r>
                      <a:endParaRPr lang="zh-CN" altLang="en-US" sz="1800" kern="1200" dirty="0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学校人数、商品存库量等</a:t>
                      </a:r>
                      <a:endParaRPr lang="zh-CN" altLang="en-US" sz="1800" kern="1200" dirty="0"/>
                    </a:p>
                  </a:txBody>
                  <a:tcPr marL="21524" marR="21524" marT="30134" marB="30134" anchor="ctr"/>
                </a:tc>
              </a:tr>
              <a:tr h="53914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float</a:t>
                      </a:r>
                      <a:endParaRPr lang="en-US" sz="1800" kern="1200" dirty="0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4 bytes</a:t>
                      </a:r>
                      <a:endParaRPr lang="en-US" sz="1800" kern="1200" dirty="0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单精度浮点数值</a:t>
                      </a:r>
                      <a:endParaRPr lang="zh-CN" altLang="en-US" sz="1800" kern="1200" dirty="0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身高、学费、商品价格等</a:t>
                      </a:r>
                      <a:endParaRPr lang="zh-CN" altLang="en-US" sz="1800" kern="1200" dirty="0"/>
                    </a:p>
                  </a:txBody>
                  <a:tcPr marL="21524" marR="21524" marT="30134" marB="30134" anchor="ctr"/>
                </a:tc>
              </a:tr>
              <a:tr h="476637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date</a:t>
                      </a:r>
                      <a:endParaRPr lang="en-US" sz="1800" kern="1200" dirty="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altLang="zh-CN" sz="1800" kern="1200" dirty="0"/>
                        <a:t>3</a:t>
                      </a:r>
                      <a:endParaRPr lang="en-US" altLang="zh-CN" sz="1800" kern="1200" dirty="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200" dirty="0"/>
                        <a:t>日期值（</a:t>
                      </a:r>
                      <a:r>
                        <a:rPr lang="en-US" altLang="zh-CN" sz="1800" kern="1200" dirty="0"/>
                        <a:t>YYYY-MM-DD</a:t>
                      </a:r>
                      <a:r>
                        <a:rPr lang="zh-CN" altLang="en-US" sz="1800" kern="1200" dirty="0"/>
                        <a:t>）</a:t>
                      </a:r>
                      <a:endParaRPr lang="zh-CN" altLang="en-US" sz="1800" kern="1200" dirty="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200" dirty="0"/>
                        <a:t>出生日期、商品入库日期等</a:t>
                      </a:r>
                      <a:endParaRPr lang="zh-CN" altLang="en-US" sz="1800" kern="1200" dirty="0"/>
                    </a:p>
                  </a:txBody>
                  <a:tcPr marL="47625" marR="47625" marT="66675" marB="66675" anchor="ctr"/>
                </a:tc>
              </a:tr>
              <a:tr h="517949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char</a:t>
                      </a:r>
                      <a:endParaRPr lang="en-US" sz="1800" kern="1200" dirty="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/>
                        <a:t>0-255 bytes</a:t>
                      </a:r>
                      <a:endParaRPr lang="en-US" sz="1800" kern="120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定长字符串 ，不足补空格占位</a:t>
                      </a:r>
                      <a:endParaRPr lang="zh-CN" altLang="en-US" sz="1800" kern="1200" dirty="0"/>
                    </a:p>
                  </a:txBody>
                  <a:tcPr marL="21524" marR="21524" marT="30134" marB="30134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性别、身份证号、订单编号等</a:t>
                      </a:r>
                      <a:endParaRPr lang="zh-CN" altLang="en-US" sz="1800" kern="1200" dirty="0"/>
                    </a:p>
                  </a:txBody>
                  <a:tcPr marL="21524" marR="21524" marT="30134" marB="30134" anchor="ctr"/>
                </a:tc>
              </a:tr>
              <a:tr h="560678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varchar</a:t>
                      </a:r>
                      <a:endParaRPr lang="en-US" sz="1800" kern="1200" dirty="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/>
                        <a:t>0-65535 bytes</a:t>
                      </a:r>
                      <a:endParaRPr lang="en-US" sz="1800" kern="120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变长字符串，按内容实际长度</a:t>
                      </a:r>
                      <a:endParaRPr lang="zh-CN" altLang="en-US" sz="1800" kern="1200" dirty="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用户名、收货地址等</a:t>
                      </a:r>
                      <a:endParaRPr lang="zh-CN" altLang="en-US" sz="1800" kern="1200" dirty="0"/>
                    </a:p>
                  </a:txBody>
                  <a:tcPr marL="47625" marR="47625" marT="66675" marB="66675" anchor="ctr"/>
                </a:tc>
              </a:tr>
              <a:tr h="556237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text</a:t>
                      </a:r>
                      <a:endParaRPr lang="en-US" sz="1800" kern="1200" dirty="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/>
                        <a:t>0-65535 bytes</a:t>
                      </a:r>
                      <a:endParaRPr lang="en-US" sz="1800" kern="1200" dirty="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长文本数据</a:t>
                      </a:r>
                      <a:endParaRPr lang="zh-CN" altLang="en-US" sz="1800" kern="1200" dirty="0"/>
                    </a:p>
                  </a:txBody>
                  <a:tcPr marL="47625" marR="47625" marT="66675" marB="66675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800" kern="1200" dirty="0"/>
                        <a:t>商品详情、发表留言等</a:t>
                      </a:r>
                      <a:endParaRPr lang="zh-CN" altLang="en-US" sz="1800" kern="1200" dirty="0"/>
                    </a:p>
                  </a:txBody>
                  <a:tcPr marL="47625" marR="47625" marT="66675" marB="66675" anchor="ctr"/>
                </a:tc>
              </a:tr>
            </a:tbl>
          </a:graphicData>
        </a:graphic>
      </p:graphicFrame>
      <p:sp>
        <p:nvSpPr>
          <p:cNvPr id="3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435" y="3435350"/>
            <a:ext cx="5568315" cy="170561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3" name="组合 2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28" name="矩形 1"/>
            <p:cNvSpPr/>
            <p:nvPr>
              <p:custDataLst>
                <p:tags r:id="rId4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iconfont-1187-868615"/>
            <p:cNvSpPr/>
            <p:nvPr>
              <p:custDataLst>
                <p:tags r:id="rId5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118533" y="1286033"/>
            <a:ext cx="878273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本地服务器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localhost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创建数据库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，并在其中创建表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5130" y="2085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创建数据库和表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42925" y="2153285"/>
            <a:ext cx="5026660" cy="3634740"/>
            <a:chOff x="855" y="3391"/>
            <a:chExt cx="7916" cy="5724"/>
          </a:xfrm>
        </p:grpSpPr>
        <p:cxnSp>
          <p:nvCxnSpPr>
            <p:cNvPr id="41" name="直接连接符 40"/>
            <p:cNvCxnSpPr/>
            <p:nvPr>
              <p:custDataLst>
                <p:tags r:id="rId6"/>
              </p:custDataLst>
            </p:nvPr>
          </p:nvCxnSpPr>
          <p:spPr>
            <a:xfrm>
              <a:off x="4542" y="6897"/>
              <a:ext cx="0" cy="103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pic>
          <p:nvPicPr>
            <p:cNvPr id="42" name="Picture 6" descr="C:\Users\TXY\Desktop\微课\gif\db0.jpg"/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E6F0FA"/>
                </a:clrFrom>
                <a:clrTo>
                  <a:srgbClr val="E6F0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925" t="8785" r="29613" b="64502"/>
            <a:stretch>
              <a:fillRect/>
            </a:stretch>
          </p:blipFill>
          <p:spPr bwMode="auto">
            <a:xfrm>
              <a:off x="3894" y="7802"/>
              <a:ext cx="1225" cy="120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3" name="Picture 2" descr="C:\Users\TXY\Desktop\微课-home\gif\a1.jpg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701" y="3391"/>
              <a:ext cx="1652" cy="15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3" descr="C:\Users\TXY\Desktop\微课-home\gif\a2.jpg"/>
            <p:cNvPicPr>
              <a:picLocks noChangeAspect="1" noChangeArrowheads="1"/>
            </p:cNvPicPr>
            <p:nvPr/>
          </p:nvPicPr>
          <p:blipFill rotWithShape="1"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73" t="6767" r="52645" b="50000"/>
            <a:stretch>
              <a:fillRect/>
            </a:stretch>
          </p:blipFill>
          <p:spPr bwMode="auto">
            <a:xfrm>
              <a:off x="877" y="5922"/>
              <a:ext cx="1243" cy="1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3" descr="C:\Users\TXY\Desktop\微课-home\gif\a2.jpg"/>
            <p:cNvPicPr>
              <a:picLocks noChangeAspect="1" noChangeArrowheads="1"/>
            </p:cNvPicPr>
            <p:nvPr/>
          </p:nvPicPr>
          <p:blipFill rotWithShape="1"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73" t="6767" r="52645" b="50000"/>
            <a:stretch>
              <a:fillRect/>
            </a:stretch>
          </p:blipFill>
          <p:spPr bwMode="auto">
            <a:xfrm>
              <a:off x="7080" y="5910"/>
              <a:ext cx="1293" cy="13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" descr="C:\Users\TXY\Desktop\微课-home\gif\a2.jpg"/>
            <p:cNvPicPr>
              <a:picLocks noChangeAspect="1" noChangeArrowheads="1"/>
            </p:cNvPicPr>
            <p:nvPr/>
          </p:nvPicPr>
          <p:blipFill rotWithShape="1"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400" t="49154" r="13600" b="8166"/>
            <a:stretch>
              <a:fillRect/>
            </a:stretch>
          </p:blipFill>
          <p:spPr bwMode="auto">
            <a:xfrm>
              <a:off x="3902" y="5654"/>
              <a:ext cx="1358" cy="13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0" name="直接连接符 49"/>
            <p:cNvCxnSpPr/>
            <p:nvPr>
              <p:custDataLst>
                <p:tags r:id="rId10"/>
              </p:custDataLst>
            </p:nvPr>
          </p:nvCxnSpPr>
          <p:spPr>
            <a:xfrm flipH="1">
              <a:off x="4582" y="4802"/>
              <a:ext cx="17" cy="815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>
              <p:custDataLst>
                <p:tags r:id="rId11"/>
              </p:custDataLst>
            </p:nvPr>
          </p:nvCxnSpPr>
          <p:spPr>
            <a:xfrm flipV="1">
              <a:off x="1488" y="5403"/>
              <a:ext cx="6232" cy="4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12"/>
              </p:custDataLst>
            </p:nvPr>
          </p:nvCxnSpPr>
          <p:spPr>
            <a:xfrm>
              <a:off x="1507" y="5407"/>
              <a:ext cx="0" cy="53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13"/>
              </p:custDataLst>
            </p:nvPr>
          </p:nvCxnSpPr>
          <p:spPr>
            <a:xfrm>
              <a:off x="7692" y="5410"/>
              <a:ext cx="0" cy="53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>
              <p:custDataLst>
                <p:tags r:id="rId14"/>
              </p:custDataLst>
            </p:nvPr>
          </p:nvCxnSpPr>
          <p:spPr>
            <a:xfrm>
              <a:off x="855" y="7513"/>
              <a:ext cx="1142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>
              <p:custDataLst>
                <p:tags r:id="rId15"/>
              </p:custDataLst>
            </p:nvPr>
          </p:nvCxnSpPr>
          <p:spPr>
            <a:xfrm>
              <a:off x="862" y="7513"/>
              <a:ext cx="0" cy="31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>
              <p:custDataLst>
                <p:tags r:id="rId16"/>
              </p:custDataLst>
            </p:nvPr>
          </p:nvCxnSpPr>
          <p:spPr>
            <a:xfrm>
              <a:off x="1975" y="7513"/>
              <a:ext cx="0" cy="31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pic>
          <p:nvPicPr>
            <p:cNvPr id="62" name="Picture 6" descr="C:\Users\TXY\Desktop\微课\gif\db0.jpg"/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E6F0FA"/>
                </a:clrFrom>
                <a:clrTo>
                  <a:srgbClr val="E6F0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925" t="8785" r="29613" b="64502"/>
            <a:stretch>
              <a:fillRect/>
            </a:stretch>
          </p:blipFill>
          <p:spPr bwMode="auto">
            <a:xfrm>
              <a:off x="6675" y="7767"/>
              <a:ext cx="995" cy="1242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C:\Users\TXY\Desktop\微课\gif\db0.jpg"/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E6F0FA"/>
                </a:clrFrom>
                <a:clrTo>
                  <a:srgbClr val="E6F0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925" t="8785" r="29613" b="64502"/>
            <a:stretch>
              <a:fillRect/>
            </a:stretch>
          </p:blipFill>
          <p:spPr bwMode="auto">
            <a:xfrm>
              <a:off x="7775" y="7907"/>
              <a:ext cx="997" cy="1209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7" name="直接连接符 66"/>
            <p:cNvCxnSpPr/>
            <p:nvPr>
              <p:custDataLst>
                <p:tags r:id="rId17"/>
              </p:custDataLst>
            </p:nvPr>
          </p:nvCxnSpPr>
          <p:spPr>
            <a:xfrm>
              <a:off x="7172" y="7487"/>
              <a:ext cx="1142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>
              <p:custDataLst>
                <p:tags r:id="rId18"/>
              </p:custDataLst>
            </p:nvPr>
          </p:nvCxnSpPr>
          <p:spPr>
            <a:xfrm>
              <a:off x="7198" y="7487"/>
              <a:ext cx="0" cy="315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>
              <p:custDataLst>
                <p:tags r:id="rId19"/>
              </p:custDataLst>
            </p:nvPr>
          </p:nvCxnSpPr>
          <p:spPr>
            <a:xfrm>
              <a:off x="8300" y="7487"/>
              <a:ext cx="0" cy="315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>
              <p:custDataLst>
                <p:tags r:id="rId20"/>
              </p:custDataLst>
            </p:nvPr>
          </p:nvCxnSpPr>
          <p:spPr>
            <a:xfrm>
              <a:off x="7669" y="7166"/>
              <a:ext cx="0" cy="309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>
              <p:custDataLst>
                <p:tags r:id="rId21"/>
              </p:custDataLst>
            </p:nvPr>
          </p:nvCxnSpPr>
          <p:spPr>
            <a:xfrm>
              <a:off x="1456" y="7139"/>
              <a:ext cx="0" cy="356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72" name="TextBox 52"/>
            <p:cNvSpPr txBox="1"/>
            <p:nvPr/>
          </p:nvSpPr>
          <p:spPr>
            <a:xfrm>
              <a:off x="5384" y="3910"/>
              <a:ext cx="1503" cy="3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400"/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localhost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TextBox 52"/>
            <p:cNvSpPr txBox="1"/>
            <p:nvPr/>
          </p:nvSpPr>
          <p:spPr>
            <a:xfrm>
              <a:off x="4582" y="6199"/>
              <a:ext cx="2164" cy="3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914400"/>
              <a:r>
                <a:rPr lang="en-US" altLang="zh-CN" sz="14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DuDainfo</a:t>
              </a:r>
              <a:endParaRPr lang="en-US" altLang="zh-CN" sz="1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TextBox 52"/>
            <p:cNvSpPr txBox="1"/>
            <p:nvPr/>
          </p:nvSpPr>
          <p:spPr>
            <a:xfrm>
              <a:off x="5146" y="8325"/>
              <a:ext cx="1250" cy="67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400"/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product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defTabSz="914400"/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6" name="矩形 45"/>
          <p:cNvSpPr/>
          <p:nvPr>
            <p:custDataLst>
              <p:tags r:id="rId22"/>
            </p:custDataLst>
          </p:nvPr>
        </p:nvSpPr>
        <p:spPr>
          <a:xfrm>
            <a:off x="6095365" y="3752215"/>
            <a:ext cx="751205" cy="138874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>
            <p:custDataLst>
              <p:tags r:id="rId23"/>
            </p:custDataLst>
          </p:nvPr>
        </p:nvSpPr>
        <p:spPr>
          <a:xfrm>
            <a:off x="6847205" y="3739515"/>
            <a:ext cx="4650105" cy="140144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6" grpId="0" bldLvl="0" animBg="1"/>
      <p:bldP spid="4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创建数据库和表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22250" y="2479675"/>
            <a:ext cx="6405245" cy="767080"/>
            <a:chOff x="350" y="3905"/>
            <a:chExt cx="10087" cy="1208"/>
          </a:xfrm>
        </p:grpSpPr>
        <p:sp>
          <p:nvSpPr>
            <p:cNvPr id="47" name="矩形 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50" y="4415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product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1" name="直接连接符 5"/>
            <p:cNvCxnSpPr>
              <a:cxnSpLocks noChangeShapeType="1"/>
            </p:cNvCxnSpPr>
            <p:nvPr>
              <p:custDataLst>
                <p:tags r:id="rId4"/>
              </p:custDataLst>
            </p:nvPr>
          </p:nvCxnSpPr>
          <p:spPr bwMode="auto">
            <a:xfrm flipH="1" flipV="1">
              <a:off x="5109" y="3922"/>
              <a:ext cx="532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9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109" y="3905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76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 flipV="1">
              <a:off x="4717" y="474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接连接符 90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717" y="4408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4" name="矩形 53"/>
          <p:cNvSpPr/>
          <p:nvPr/>
        </p:nvSpPr>
        <p:spPr>
          <a:xfrm>
            <a:off x="3521690" y="937895"/>
            <a:ext cx="7689042" cy="4826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521690" y="1485310"/>
            <a:ext cx="7689042" cy="4826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301365" y="934085"/>
            <a:ext cx="8136890" cy="5600700"/>
            <a:chOff x="5199" y="1471"/>
            <a:chExt cx="12814" cy="8820"/>
          </a:xfrm>
        </p:grpSpPr>
        <p:sp>
          <p:nvSpPr>
            <p:cNvPr id="43" name="矩形 42"/>
            <p:cNvSpPr/>
            <p:nvPr>
              <p:custDataLst>
                <p:tags r:id="rId8"/>
              </p:custDataLst>
            </p:nvPr>
          </p:nvSpPr>
          <p:spPr>
            <a:xfrm>
              <a:off x="5711" y="1471"/>
              <a:ext cx="12302" cy="88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CREATE DATABASE DuDaInfo DEFAULT CHARACTER SET utf8;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USE 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DuDaInfo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CREATE TABLE product(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id mediumint unsigned NOT NULL AUTO_INCREMENT,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name varchar(150) NOT NULL,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cat_id smallint NOT NULL DEFAULT 0,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size varchar(20),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price decimal(10,2) unsigned NOT NULL DEFAULT 0.00,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image varchar(100) ,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content longtext,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keywords varchar(255),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add_time date,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sort tinyint unsigned NOT NULL DEFAULT 0,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 indent="457200" fontAlgn="auto"/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PRIMARY KEY (id)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) ENGINE=MyISAM DEFAULT CHARSET=utf8;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9"/>
              </p:custDataLst>
            </p:nvPr>
          </p:nvSpPr>
          <p:spPr>
            <a:xfrm>
              <a:off x="5877" y="2115"/>
              <a:ext cx="12068" cy="8176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10"/>
              </p:custDataLst>
            </p:nvPr>
          </p:nvSpPr>
          <p:spPr>
            <a:xfrm>
              <a:off x="5199" y="1471"/>
              <a:ext cx="12746" cy="8548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6" name="矩形 55"/>
          <p:cNvSpPr/>
          <p:nvPr/>
        </p:nvSpPr>
        <p:spPr>
          <a:xfrm>
            <a:off x="3527425" y="2105660"/>
            <a:ext cx="7689215" cy="40919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1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2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1290" y="1257935"/>
            <a:ext cx="7533640" cy="1101725"/>
            <a:chOff x="254" y="1981"/>
            <a:chExt cx="11864" cy="1735"/>
          </a:xfrm>
        </p:grpSpPr>
        <p:cxnSp>
          <p:nvCxnSpPr>
            <p:cNvPr id="39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620" y="3346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接连接符 5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012" y="1998"/>
              <a:ext cx="710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012" y="1981"/>
              <a:ext cx="0" cy="14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矩形 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" y="3018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数据库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DuDaInfo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" name="直接连接符 90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 flipV="1">
              <a:off x="4620" y="303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" name="组合 16"/>
          <p:cNvGrpSpPr/>
          <p:nvPr/>
        </p:nvGrpSpPr>
        <p:grpSpPr>
          <a:xfrm>
            <a:off x="222250" y="5370195"/>
            <a:ext cx="8781415" cy="767080"/>
            <a:chOff x="350" y="8457"/>
            <a:chExt cx="13829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50" y="8457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存储引擎和字符集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5109" y="9665"/>
              <a:ext cx="907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 flipH="1" flipV="1">
              <a:off x="5109" y="882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4717" y="882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H="1">
              <a:off x="4717" y="849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ldLvl="0" animBg="1"/>
      <p:bldP spid="55" grpId="0" bldLvl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数据操作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181735" y="1048385"/>
            <a:ext cx="31616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插入表数据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20395" y="1986915"/>
            <a:ext cx="8096250" cy="3654425"/>
            <a:chOff x="977" y="3129"/>
            <a:chExt cx="12426" cy="5755"/>
          </a:xfrm>
        </p:grpSpPr>
        <p:sp>
          <p:nvSpPr>
            <p:cNvPr id="44" name="圆角矩形 227"/>
            <p:cNvSpPr/>
            <p:nvPr>
              <p:custDataLst>
                <p:tags r:id="rId4"/>
              </p:custDataLst>
            </p:nvPr>
          </p:nvSpPr>
          <p:spPr>
            <a:xfrm>
              <a:off x="977" y="3465"/>
              <a:ext cx="12426" cy="5419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77" y="3129"/>
              <a:ext cx="4587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基本语法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552" y="2502014"/>
            <a:ext cx="2837281" cy="2837281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51790" y="2959100"/>
            <a:ext cx="81883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3400" fontAlgn="auto"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INSERT 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[INTO] &lt;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[( </a:t>
            </a:r>
            <a:r>
              <a:rPr lang="zh-CN" altLang="en-US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字段名</a:t>
            </a:r>
            <a:r>
              <a:rPr lang="en-US" altLang="zh-CN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1, </a:t>
            </a:r>
            <a:r>
              <a:rPr lang="zh-CN" altLang="en-US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字段名</a:t>
            </a:r>
            <a:r>
              <a:rPr lang="en-US" altLang="zh-CN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2, ... , </a:t>
            </a:r>
            <a:r>
              <a:rPr lang="zh-CN" altLang="en-US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字段名</a:t>
            </a:r>
            <a:r>
              <a:rPr lang="en-US" altLang="zh-CN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)]</a:t>
            </a:r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50000"/>
              </a:lnSpc>
            </a:pP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 | VALUES ( 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1, 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2, ... , 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)</a:t>
            </a:r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数据操作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181735" y="1048385"/>
            <a:ext cx="31616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修改表数据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20395" y="1986915"/>
            <a:ext cx="8333740" cy="3654425"/>
            <a:chOff x="977" y="3129"/>
            <a:chExt cx="12658" cy="5755"/>
          </a:xfrm>
        </p:grpSpPr>
        <p:sp>
          <p:nvSpPr>
            <p:cNvPr id="44" name="圆角矩形 227"/>
            <p:cNvSpPr/>
            <p:nvPr>
              <p:custDataLst>
                <p:tags r:id="rId4"/>
              </p:custDataLst>
            </p:nvPr>
          </p:nvSpPr>
          <p:spPr>
            <a:xfrm>
              <a:off x="977" y="3465"/>
              <a:ext cx="12658" cy="5419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77" y="3129"/>
              <a:ext cx="4587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基本语法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019" y="2356523"/>
            <a:ext cx="2428319" cy="2874921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65760" y="2834640"/>
            <a:ext cx="84099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3400" fontAlgn="auto"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UPDATE</a:t>
            </a:r>
            <a:r>
              <a:rPr lang="en-US" altLang="zh-CN" sz="28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&lt;</a:t>
            </a:r>
            <a:r>
              <a:rPr lang="zh-CN" altLang="en-US" sz="28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r>
              <a:rPr lang="en-US" altLang="zh-CN" sz="28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  <a:endParaRPr lang="en-US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50000"/>
              </a:lnSpc>
            </a:pPr>
            <a:r>
              <a:rPr lang="en-US" altLang="zh-CN" sz="28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</a:t>
            </a:r>
            <a:r>
              <a:rPr lang="zh-CN" altLang="en-US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字段名</a:t>
            </a:r>
            <a:r>
              <a:rPr lang="en-US" altLang="zh-CN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1=</a:t>
            </a:r>
            <a:r>
              <a:rPr lang="zh-CN" altLang="en-US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[, </a:t>
            </a:r>
            <a:r>
              <a:rPr lang="zh-CN" altLang="en-US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字段名</a:t>
            </a:r>
            <a:r>
              <a:rPr lang="en-US" altLang="zh-CN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2=</a:t>
            </a:r>
            <a:r>
              <a:rPr lang="zh-CN" altLang="en-US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… , </a:t>
            </a:r>
            <a:r>
              <a:rPr lang="zh-CN" altLang="en-US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字段名</a:t>
            </a:r>
            <a:r>
              <a:rPr lang="en-US" altLang="zh-CN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n=</a:t>
            </a:r>
            <a:r>
              <a:rPr lang="zh-CN" altLang="en-US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0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n]</a:t>
            </a:r>
            <a:endParaRPr lang="en-US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50000"/>
              </a:lnSpc>
            </a:pP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[WHERE &lt;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&gt;]</a:t>
            </a:r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数据操作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181735" y="1048385"/>
            <a:ext cx="31616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删除表数据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20395" y="1986915"/>
            <a:ext cx="6946900" cy="3653790"/>
            <a:chOff x="977" y="3129"/>
            <a:chExt cx="10940" cy="5754"/>
          </a:xfrm>
        </p:grpSpPr>
        <p:sp>
          <p:nvSpPr>
            <p:cNvPr id="44" name="圆角矩形 227"/>
            <p:cNvSpPr/>
            <p:nvPr>
              <p:custDataLst>
                <p:tags r:id="rId4"/>
              </p:custDataLst>
            </p:nvPr>
          </p:nvSpPr>
          <p:spPr>
            <a:xfrm>
              <a:off x="977" y="3465"/>
              <a:ext cx="10941" cy="5419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77" y="3129"/>
              <a:ext cx="4587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基本语法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614" y="2020636"/>
            <a:ext cx="3256667" cy="3256667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933614" y="3048804"/>
            <a:ext cx="516238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3400" fontAlgn="auto"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DELETE 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&lt;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50000"/>
              </a:lnSpc>
            </a:pP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[WHERE &lt;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&gt;]</a:t>
            </a:r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28" name="矩形 1"/>
            <p:cNvSpPr/>
            <p:nvPr>
              <p:custDataLst>
                <p:tags r:id="rId3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iconfont-1187-868615"/>
            <p:cNvSpPr/>
            <p:nvPr>
              <p:custDataLst>
                <p:tags r:id="rId4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118533" y="1298175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语句对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中数据进行增删改查操作。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数据操作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284095" y="4087495"/>
            <a:ext cx="6936740" cy="1981200"/>
            <a:chOff x="3597" y="6437"/>
            <a:chExt cx="10924" cy="3120"/>
          </a:xfrm>
        </p:grpSpPr>
        <p:pic>
          <p:nvPicPr>
            <p:cNvPr id="45" name="图片 4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7" t="33405" r="50655" b="34534"/>
            <a:stretch>
              <a:fillRect/>
            </a:stretch>
          </p:blipFill>
          <p:spPr>
            <a:xfrm>
              <a:off x="4179" y="6899"/>
              <a:ext cx="2136" cy="2196"/>
            </a:xfrm>
            <a:prstGeom prst="rect">
              <a:avLst/>
            </a:prstGeom>
          </p:spPr>
        </p:pic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249" t="68318" r="10732" b="1373"/>
            <a:stretch>
              <a:fillRect/>
            </a:stretch>
          </p:blipFill>
          <p:spPr>
            <a:xfrm>
              <a:off x="9317" y="6842"/>
              <a:ext cx="2087" cy="2384"/>
            </a:xfrm>
            <a:prstGeom prst="rect">
              <a:avLst/>
            </a:prstGeom>
          </p:spPr>
        </p:pic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23" t="1518" r="8926" b="66420"/>
            <a:stretch>
              <a:fillRect/>
            </a:stretch>
          </p:blipFill>
          <p:spPr>
            <a:xfrm>
              <a:off x="11934" y="7015"/>
              <a:ext cx="2087" cy="2302"/>
            </a:xfrm>
            <a:prstGeom prst="rect">
              <a:avLst/>
            </a:prstGeom>
          </p:spPr>
        </p:pic>
        <p:sp>
          <p:nvSpPr>
            <p:cNvPr id="71" name="矩形: 圆角 70"/>
            <p:cNvSpPr/>
            <p:nvPr>
              <p:custDataLst>
                <p:tags r:id="rId8"/>
              </p:custDataLst>
            </p:nvPr>
          </p:nvSpPr>
          <p:spPr>
            <a:xfrm>
              <a:off x="3597" y="6437"/>
              <a:ext cx="10924" cy="3120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6" name="图片 75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67" t="67937" r="57326" b="3177"/>
            <a:stretch>
              <a:fillRect/>
            </a:stretch>
          </p:blipFill>
          <p:spPr>
            <a:xfrm>
              <a:off x="6725" y="6804"/>
              <a:ext cx="2063" cy="2288"/>
            </a:xfrm>
            <a:prstGeom prst="rect">
              <a:avLst/>
            </a:prstGeom>
          </p:spPr>
        </p:pic>
        <p:pic>
          <p:nvPicPr>
            <p:cNvPr id="77" name="图片 76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1" y="8034"/>
              <a:ext cx="934" cy="934"/>
            </a:xfrm>
            <a:prstGeom prst="rect">
              <a:avLst/>
            </a:prstGeom>
          </p:spPr>
        </p:pic>
      </p:grpSp>
      <p:pic>
        <p:nvPicPr>
          <p:cNvPr id="3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1450" y="1824990"/>
            <a:ext cx="5999480" cy="197993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数据操作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01365" y="1204595"/>
            <a:ext cx="8093710" cy="4958080"/>
            <a:chOff x="5199" y="1897"/>
            <a:chExt cx="12746" cy="7808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2030"/>
              <a:ext cx="12068" cy="7614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7808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643" y="2221"/>
              <a:ext cx="12302" cy="71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INSERT INTO product VALUES </a:t>
              </a:r>
              <a:endPara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(1, 'PC008-1 BENZ.with diode', 1, '93mm', 2000.00, 'images/pro-1.jpg', </a:t>
              </a:r>
              <a:endPara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'PC008-1 BENZ.with diode', 'PC008-1 BENZ.with diode', '2022-10-11', 10), </a:t>
              </a:r>
              <a:endPara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(2, 'PC008-3A', 1, '101mm', 599.00, 'images/pro-2.jpg', 'PC008-3A', </a:t>
              </a:r>
              <a:endPara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'PC008-3A', '2022-10-15', 10), </a:t>
              </a:r>
              <a:endPara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(3, 'PC009-6 with diode', 2, '94mm', 1399.00, 'images/pro-3.jpg', 'PC009-6 </a:t>
              </a:r>
              <a:endPara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with diode', 'PC009-6 with diode', '2022-11-15', 10), </a:t>
              </a:r>
              <a:endPara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(4, 'PC009-3ZZ', 2, '101mm', 999.00, 'images/pro-4.jpg', 'PC009-3ZZ', </a:t>
              </a:r>
              <a:endPara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sz="16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'PC009-3ZZ', '2022-12-31', 10);</a:t>
              </a:r>
              <a:endPara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UPDATE product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SET size='76mm', price=796.5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WHERE id=4;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DELETE FROM product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WHERE id=4;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04470" y="4799965"/>
            <a:ext cx="5587365" cy="767080"/>
            <a:chOff x="322" y="7559"/>
            <a:chExt cx="8799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22" y="7559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Delete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删除记录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081" y="8767"/>
              <a:ext cx="404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5081" y="7929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792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689" y="759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236220" y="3712210"/>
            <a:ext cx="5295265" cy="767080"/>
            <a:chOff x="372" y="5846"/>
            <a:chExt cx="8339" cy="1208"/>
          </a:xfrm>
        </p:grpSpPr>
        <p:sp>
          <p:nvSpPr>
            <p:cNvPr id="47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72" y="5846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Update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修改记录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1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5131" y="7054"/>
              <a:ext cx="358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5131" y="6216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739" y="6216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739" y="5880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4" name="矩形 53"/>
          <p:cNvSpPr/>
          <p:nvPr/>
        </p:nvSpPr>
        <p:spPr>
          <a:xfrm>
            <a:off x="3597275" y="1288415"/>
            <a:ext cx="7355205" cy="25184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586480" y="4064635"/>
            <a:ext cx="7369175" cy="9950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597275" y="5151755"/>
            <a:ext cx="7380605" cy="7346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6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4470" y="1699260"/>
            <a:ext cx="5704205" cy="767080"/>
            <a:chOff x="322" y="2676"/>
            <a:chExt cx="8983" cy="1208"/>
          </a:xfrm>
        </p:grpSpPr>
        <p:sp>
          <p:nvSpPr>
            <p:cNvPr id="32" name="矩形 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22" y="3186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Insert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添加记录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7" name="直接连接符 5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5081" y="2676"/>
              <a:ext cx="422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 flipH="1">
              <a:off x="5081" y="2676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76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H="1" flipV="1">
              <a:off x="4689" y="3514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" name="直接连接符 90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H="1">
              <a:off x="4684" y="3190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ldLvl="0" animBg="1"/>
      <p:bldP spid="55" grpId="0" bldLvl="0" animBg="1"/>
      <p:bldP spid="5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数据操作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181735" y="1048385"/>
            <a:ext cx="31616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查询表数据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28675" y="1987550"/>
            <a:ext cx="6947535" cy="3904023"/>
            <a:chOff x="977" y="3129"/>
            <a:chExt cx="10941" cy="5755"/>
          </a:xfrm>
        </p:grpSpPr>
        <p:sp>
          <p:nvSpPr>
            <p:cNvPr id="44" name="圆角矩形 227"/>
            <p:cNvSpPr/>
            <p:nvPr>
              <p:custDataLst>
                <p:tags r:id="rId4"/>
              </p:custDataLst>
            </p:nvPr>
          </p:nvSpPr>
          <p:spPr>
            <a:xfrm>
              <a:off x="977" y="3465"/>
              <a:ext cx="10941" cy="5419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77" y="3129"/>
              <a:ext cx="4587" cy="54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基本语法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356" y="2356523"/>
            <a:ext cx="2861925" cy="28619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474793" y="2660008"/>
            <a:ext cx="69477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3400" fontAlgn="auto">
              <a:lnSpc>
                <a:spcPct val="125000"/>
              </a:lnSpc>
            </a:pPr>
            <a:r>
              <a:rPr lang="en-US" altLang="zh-CN" sz="2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[ALL | DISTINCT] * | 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字段列表</a:t>
            </a:r>
            <a:endParaRPr lang="zh-CN" altLang="en-US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25000"/>
              </a:lnSpc>
            </a:pP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endParaRPr lang="zh-CN" altLang="en-US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25000"/>
              </a:lnSpc>
            </a:pP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[WHERE &lt;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查询条件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&gt;]</a:t>
            </a:r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25000"/>
              </a:lnSpc>
            </a:pP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[GROUP BY 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分组字段 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[HAVING &lt;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分组条件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&gt;]]</a:t>
            </a:r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25000"/>
              </a:lnSpc>
            </a:pP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[ORDER BY 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排序字段 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[ASC | DESC] ]</a:t>
            </a:r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33400" fontAlgn="auto">
              <a:lnSpc>
                <a:spcPct val="125000"/>
              </a:lnSpc>
            </a:pP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[LIMIT [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初始位置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,] </a:t>
            </a:r>
            <a:r>
              <a:rPr lang="zh-CN" altLang="en-US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记录数</a:t>
            </a:r>
            <a:r>
              <a:rPr lang="en-US" altLang="zh-CN" sz="24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endParaRPr lang="en-US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10172701" y="3048000"/>
            <a:ext cx="72389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8991600" y="2876550"/>
            <a:ext cx="3371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数据操作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01365" y="1204595"/>
            <a:ext cx="8093710" cy="4897120"/>
            <a:chOff x="5199" y="1897"/>
            <a:chExt cx="12746" cy="7712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473" y="1897"/>
              <a:ext cx="12068" cy="7712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7712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643" y="2229"/>
              <a:ext cx="12302" cy="721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SELECT * FROM product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WHERE 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add_time&gt;='2022-1-1' AND add_time&lt;='2022-12-31'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SELECT * FROM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product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WHERE 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add_time&gt;='2022-1-1' AND add_time&lt;='2022-12-31'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ORDER BY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price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DESC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SELECT * FROM product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WHERE 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add_time&gt;='2022-1-1' AND add_time&lt;='2022-12-31'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ORDER BY price DESC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LIMIT 0, 2;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SELECT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cat_id,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count(*) FROM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product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WHERE 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add_time&gt;='2022-1-1' AND add_time&lt;='2022-12-31'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GROUP BY cat_id;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05740" y="3945255"/>
            <a:ext cx="5587365" cy="766445"/>
            <a:chOff x="289" y="8030"/>
            <a:chExt cx="8799" cy="1207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89" y="8030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limit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记录条数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048" y="9237"/>
              <a:ext cx="404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5048" y="8399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56" y="839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656" y="806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04470" y="1720850"/>
            <a:ext cx="5704205" cy="767080"/>
            <a:chOff x="322" y="2727"/>
            <a:chExt cx="8983" cy="1208"/>
          </a:xfrm>
        </p:grpSpPr>
        <p:sp>
          <p:nvSpPr>
            <p:cNvPr id="32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22" y="3237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select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查询记录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7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081" y="2727"/>
              <a:ext cx="422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272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4689" y="3565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196850" y="2604135"/>
            <a:ext cx="5295265" cy="766445"/>
            <a:chOff x="289" y="5913"/>
            <a:chExt cx="8339" cy="1207"/>
          </a:xfrm>
        </p:grpSpPr>
        <p:sp>
          <p:nvSpPr>
            <p:cNvPr id="55" name="矩形 4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89" y="5913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order by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排序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0" name="直接连接符 5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 flipV="1">
              <a:off x="5048" y="7120"/>
              <a:ext cx="358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直接连接符 9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 flipV="1">
              <a:off x="5048" y="6282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直接连接符 76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4656" y="62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直接连接符 90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4656" y="5946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4" name="矩形 63"/>
          <p:cNvSpPr/>
          <p:nvPr/>
        </p:nvSpPr>
        <p:spPr>
          <a:xfrm>
            <a:off x="3583305" y="1410970"/>
            <a:ext cx="7134225" cy="6985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582670" y="2487930"/>
            <a:ext cx="7108190" cy="9251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594735" y="3587115"/>
            <a:ext cx="7091045" cy="116395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3583305" y="4890770"/>
            <a:ext cx="7101840" cy="9823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2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2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5740" y="5074285"/>
            <a:ext cx="5295265" cy="767080"/>
            <a:chOff x="322" y="4211"/>
            <a:chExt cx="8339" cy="1208"/>
          </a:xfrm>
        </p:grpSpPr>
        <p:sp>
          <p:nvSpPr>
            <p:cNvPr id="47" name="矩形 4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22" y="4211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group by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分组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2" name="直接连接符 9"/>
            <p:cNvCxnSpPr>
              <a:cxnSpLocks noChangeShapeType="1"/>
            </p:cNvCxnSpPr>
            <p:nvPr>
              <p:custDataLst>
                <p:tags r:id="rId23"/>
              </p:custDataLst>
            </p:nvPr>
          </p:nvCxnSpPr>
          <p:spPr bwMode="auto">
            <a:xfrm flipH="1" flipV="1">
              <a:off x="5081" y="4581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76"/>
            <p:cNvCxnSpPr>
              <a:cxnSpLocks noChangeShapeType="1"/>
            </p:cNvCxnSpPr>
            <p:nvPr>
              <p:custDataLst>
                <p:tags r:id="rId24"/>
              </p:custDataLst>
            </p:nvPr>
          </p:nvCxnSpPr>
          <p:spPr bwMode="auto">
            <a:xfrm flipH="1">
              <a:off x="4689" y="4581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接连接符 90"/>
            <p:cNvCxnSpPr>
              <a:cxnSpLocks noChangeShapeType="1"/>
            </p:cNvCxnSpPr>
            <p:nvPr>
              <p:custDataLst>
                <p:tags r:id="rId25"/>
              </p:custDataLst>
            </p:nvPr>
          </p:nvCxnSpPr>
          <p:spPr bwMode="auto">
            <a:xfrm flipH="1">
              <a:off x="4689" y="4245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直接连接符 5"/>
            <p:cNvCxnSpPr>
              <a:cxnSpLocks noChangeShapeType="1"/>
            </p:cNvCxnSpPr>
            <p:nvPr>
              <p:custDataLst>
                <p:tags r:id="rId26"/>
              </p:custDataLst>
            </p:nvPr>
          </p:nvCxnSpPr>
          <p:spPr bwMode="auto">
            <a:xfrm flipH="1" flipV="1">
              <a:off x="5081" y="5419"/>
              <a:ext cx="358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2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bldLvl="0" animBg="1"/>
      <p:bldP spid="65" grpId="0" bldLvl="0" animBg="1"/>
      <p:bldP spid="66" grpId="0" bldLvl="0" animBg="1"/>
      <p:bldP spid="6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98745" y="1586865"/>
            <a:ext cx="3706495" cy="1036320"/>
            <a:chOff x="8187" y="2499"/>
            <a:chExt cx="5837" cy="1632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8187" y="3073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331" y="3217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9124" y="2499"/>
              <a:ext cx="4901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创建数据库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reate database  </a:t>
              </a:r>
              <a:r>
                <a:rPr lang="en-US" altLang="zh-CN" sz="18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dbname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;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198745" y="2878455"/>
            <a:ext cx="6032500" cy="1866900"/>
            <a:chOff x="8187" y="4533"/>
            <a:chExt cx="9500" cy="2940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8187" y="5362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8314" y="5510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9095" y="4533"/>
              <a:ext cx="8593" cy="2941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创建表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reate table </a:t>
              </a:r>
              <a:r>
                <a:rPr lang="en-US" altLang="zh-CN" sz="18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tablename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...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198745" y="4709160"/>
            <a:ext cx="3874770" cy="1442720"/>
            <a:chOff x="8187" y="7416"/>
            <a:chExt cx="6102" cy="2272"/>
          </a:xfrm>
        </p:grpSpPr>
        <p:sp>
          <p:nvSpPr>
            <p:cNvPr id="91" name="圆角矩形 133"/>
            <p:cNvSpPr/>
            <p:nvPr>
              <p:custDataLst>
                <p:tags r:id="rId10"/>
              </p:custDataLst>
            </p:nvPr>
          </p:nvSpPr>
          <p:spPr>
            <a:xfrm>
              <a:off x="8187" y="7907"/>
              <a:ext cx="509" cy="509"/>
            </a:xfrm>
            <a:prstGeom prst="roundRect">
              <a:avLst/>
            </a:prstGeom>
            <a:solidFill>
              <a:srgbClr val="4C944C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任意多边形 134"/>
            <p:cNvSpPr/>
            <p:nvPr>
              <p:custDataLst>
                <p:tags r:id="rId11"/>
              </p:custDataLst>
            </p:nvPr>
          </p:nvSpPr>
          <p:spPr>
            <a:xfrm>
              <a:off x="8331" y="8055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矩形 80"/>
            <p:cNvSpPr/>
            <p:nvPr>
              <p:custDataLst>
                <p:tags r:id="rId12"/>
              </p:custDataLst>
            </p:nvPr>
          </p:nvSpPr>
          <p:spPr>
            <a:xfrm>
              <a:off x="9165" y="7416"/>
              <a:ext cx="5124" cy="2272"/>
            </a:xfrm>
            <a:prstGeom prst="rect">
              <a:avLst/>
            </a:prstGeom>
          </p:spPr>
          <p:txBody>
            <a:bodyPr wrap="square" lIns="68559" tIns="34280" rIns="68559" bIns="3428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数据操作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insert / delete / update / select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3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4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5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6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7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8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9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20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21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22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3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4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5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6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7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8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9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30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31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32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3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4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5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6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7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8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9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40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41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42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3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4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5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6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596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7.xml><?xml version="1.0" encoding="utf-8"?>
<p:tagLst xmlns:p="http://schemas.openxmlformats.org/presentationml/2006/main">
  <p:tag name="KSO_WM_DIAGRAM_VIRTUALLY_FRAME" val="{&quot;height&quot;:194.3016535433071,&quot;left&quot;:114.88527559055115,&quot;top&quot;:210.03401574803146,&quot;width&quot;:774.182283464567}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3*l_h_i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3016535433071,&quot;left&quot;:114.88527559055115,&quot;top&quot;:210.03401574803146,&quot;width&quot;:774.182283464567}"/>
</p:tagLst>
</file>

<file path=ppt/tags/tag59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3*l_h_a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3016535433071,&quot;left&quot;:114.88527559055115,&quot;top&quot;:210.03401574803146,&quot;width&quot;:774.182283464567}"/>
</p:tagLst>
</file>

<file path=ppt/tags/tag600.xml><?xml version="1.0" encoding="utf-8"?>
<p:tagLst xmlns:p="http://schemas.openxmlformats.org/presentationml/2006/main">
  <p:tag name="KSO_WM_DIAGRAM_VIRTUALLY_FRAME" val="{&quot;height&quot;:194.3016535433071,&quot;left&quot;:114.88527559055115,&quot;top&quot;:210.03401574803146,&quot;width&quot;:774.182283464567}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3*l_h_i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3016535433071,&quot;left&quot;:114.88527559055115,&quot;top&quot;:210.03401574803146,&quot;width&quot;:774.182283464567}"/>
</p:tagLst>
</file>

<file path=ppt/tags/tag60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3*l_h_a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3016535433071,&quot;left&quot;:114.88527559055115,&quot;top&quot;:210.03401574803146,&quot;width&quot;:774.182283464567}"/>
</p:tagLst>
</file>

<file path=ppt/tags/tag603.xml><?xml version="1.0" encoding="utf-8"?>
<p:tagLst xmlns:p="http://schemas.openxmlformats.org/presentationml/2006/main">
  <p:tag name="KSO_WM_DIAGRAM_VIRTUALLY_FRAME" val="{&quot;height&quot;:194.3016535433071,&quot;left&quot;:114.88527559055115,&quot;top&quot;:210.03401574803146,&quot;width&quot;:774.182283464567}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3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3016535433071,&quot;left&quot;:114.88527559055115,&quot;top&quot;:210.03401574803146,&quot;width&quot;:774.182283464567}"/>
</p:tagLst>
</file>

<file path=ppt/tags/tag60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3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3016535433071,&quot;left&quot;:114.88527559055115,&quot;top&quot;:210.03401574803146,&quot;width&quot;:774.182283464567}"/>
</p:tagLst>
</file>

<file path=ppt/tags/tag606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61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6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SLIDE_BACKGROUND_TYPE" val="general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4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64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7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8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9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9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3.xml><?xml version="1.0" encoding="utf-8"?>
<p:tagLst xmlns:p="http://schemas.openxmlformats.org/presentationml/2006/main">
  <p:tag name="KSO_WM_SLIDE_BACKGROUND_TYPE" val="general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4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7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1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4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3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3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4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SLIDE_BACKGROUND_TYPE" val="general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6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8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7.xml><?xml version="1.0" encoding="utf-8"?>
<p:tagLst xmlns:p="http://schemas.openxmlformats.org/presentationml/2006/main">
  <p:tag name="KSO_WM_SLIDE_BACKGROUND_TYPE" val="general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04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34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35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36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37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  <p:tag name="resource_record_key" val="{&quot;29&quot;:[20458315],&quot;65&quot;:[20191730]}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2824</Words>
  <Application>WPS 演示</Application>
  <PresentationFormat>宽屏</PresentationFormat>
  <Paragraphs>319</Paragraphs>
  <Slides>20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Helvetica Light</vt:lpstr>
      <vt:lpstr>Arial Unicode MS</vt:lpstr>
      <vt:lpstr>黑体</vt:lpstr>
      <vt:lpstr>Courier New</vt:lpstr>
      <vt:lpstr>等线</vt:lpstr>
      <vt:lpstr>Calibri Light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419</cp:revision>
  <dcterms:created xsi:type="dcterms:W3CDTF">2020-10-23T09:50:00Z</dcterms:created>
  <dcterms:modified xsi:type="dcterms:W3CDTF">2024-08-07T06:34:44Z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A8408C01BA2844D2B4135E40B85A07CB_12</vt:lpwstr>
  </property>
  <property fmtid="{D5CDD505-2E9C-101B-9397-08002B2CF9AE}" pid="3" name="KSOProductBuildVer">
    <vt:lpwstr>2052-12.1.0.17147</vt:lpwstr>
  </property>
</Properties>
</file>