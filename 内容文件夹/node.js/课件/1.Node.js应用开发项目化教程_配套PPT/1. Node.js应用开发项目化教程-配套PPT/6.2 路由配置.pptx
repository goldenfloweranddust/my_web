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5"/>
  </p:handoutMasterIdLst>
  <p:sldIdLst>
    <p:sldId id="452" r:id="rId4"/>
    <p:sldId id="471" r:id="rId6"/>
    <p:sldId id="453" r:id="rId7"/>
    <p:sldId id="454" r:id="rId8"/>
    <p:sldId id="491" r:id="rId9"/>
    <p:sldId id="456" r:id="rId10"/>
    <p:sldId id="457" r:id="rId11"/>
    <p:sldId id="458" r:id="rId12"/>
    <p:sldId id="463" r:id="rId13"/>
    <p:sldId id="459" r:id="rId14"/>
    <p:sldId id="460" r:id="rId15"/>
    <p:sldId id="461" r:id="rId16"/>
    <p:sldId id="462" r:id="rId17"/>
    <p:sldId id="464" r:id="rId18"/>
    <p:sldId id="465" r:id="rId19"/>
    <p:sldId id="466" r:id="rId20"/>
    <p:sldId id="467" r:id="rId21"/>
    <p:sldId id="468" r:id="rId22"/>
    <p:sldId id="469" r:id="rId23"/>
    <p:sldId id="470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D642D"/>
    <a:srgbClr val="4C944C"/>
    <a:srgbClr val="AFABAB"/>
    <a:srgbClr val="333333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148"/>
        <p:guide pos="38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gs" Target="tags/tag893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52B671-6A2F-4DC9-AEB1-E3846852B9D2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B8DAE4-355D-4650-A00F-B683A29878F2}">
      <dgm:prSet phldrT="[文本]"/>
      <dgm:spPr/>
      <dgm:t>
        <a:bodyPr/>
        <a:lstStyle/>
        <a:p>
          <a:r>
            <a:rPr lang="en-US" altLang="zh-CN" dirty="0"/>
            <a:t>routes</a:t>
          </a:r>
          <a:endParaRPr lang="zh-CN" altLang="en-US" dirty="0"/>
        </a:p>
      </dgm:t>
    </dgm:pt>
    <dgm:pt modelId="{CD19651B-F294-4DDF-873C-28DC8E8A36CA}" cxnId="{EAA2BA6B-D687-4F14-B25F-74073DE4354C}" type="parTrans">
      <dgm:prSet/>
      <dgm:spPr/>
      <dgm:t>
        <a:bodyPr/>
        <a:lstStyle/>
        <a:p>
          <a:endParaRPr lang="zh-CN" altLang="en-US"/>
        </a:p>
      </dgm:t>
    </dgm:pt>
    <dgm:pt modelId="{C5B8A063-8750-4096-A662-C6C68CD5419F}" cxnId="{EAA2BA6B-D687-4F14-B25F-74073DE4354C}" type="sibTrans">
      <dgm:prSet/>
      <dgm:spPr/>
      <dgm:t>
        <a:bodyPr/>
        <a:lstStyle/>
        <a:p>
          <a:endParaRPr lang="zh-CN" altLang="en-US"/>
        </a:p>
      </dgm:t>
    </dgm:pt>
    <dgm:pt modelId="{0B76117D-0180-406F-A8E9-E3403A8E1FAE}">
      <dgm:prSet phldrT="[文本]"/>
      <dgm:spPr/>
      <dgm:t>
        <a:bodyPr/>
        <a:lstStyle/>
        <a:p>
          <a:r>
            <a:rPr lang="en-US" altLang="zh-CN" dirty="0"/>
            <a:t>index.js</a:t>
          </a:r>
          <a:endParaRPr lang="zh-CN" altLang="en-US" dirty="0"/>
        </a:p>
      </dgm:t>
    </dgm:pt>
    <dgm:pt modelId="{442BAF58-04D4-40D9-B296-EFBDC0EC45F3}" cxnId="{8BB23EF8-B367-4AE9-A6D9-85137B01E593}" type="parTrans">
      <dgm:prSet/>
      <dgm:spPr/>
      <dgm:t>
        <a:bodyPr/>
        <a:lstStyle/>
        <a:p>
          <a:endParaRPr lang="zh-CN" altLang="en-US"/>
        </a:p>
      </dgm:t>
    </dgm:pt>
    <dgm:pt modelId="{2FD3309E-E849-4C79-B6B5-7D0F9C100AD0}" cxnId="{8BB23EF8-B367-4AE9-A6D9-85137B01E593}" type="sibTrans">
      <dgm:prSet/>
      <dgm:spPr/>
      <dgm:t>
        <a:bodyPr/>
        <a:lstStyle/>
        <a:p>
          <a:endParaRPr lang="zh-CN" altLang="en-US"/>
        </a:p>
      </dgm:t>
    </dgm:pt>
    <dgm:pt modelId="{B6D73017-F43C-4B55-BDDF-52F52CE34C33}">
      <dgm:prSet phldrT="[文本]"/>
      <dgm:spPr/>
      <dgm:t>
        <a:bodyPr/>
        <a:lstStyle/>
        <a:p>
          <a:r>
            <a:rPr lang="en-US" altLang="zh-CN" dirty="0"/>
            <a:t>users.js</a:t>
          </a:r>
          <a:endParaRPr lang="zh-CN" altLang="en-US" dirty="0"/>
        </a:p>
      </dgm:t>
    </dgm:pt>
    <dgm:pt modelId="{039AB730-24EB-4CE0-90AD-CC24FE808BCA}" cxnId="{BD1CC8F9-CF65-4487-B08A-A1A1D6826B54}" type="parTrans">
      <dgm:prSet/>
      <dgm:spPr/>
      <dgm:t>
        <a:bodyPr/>
        <a:lstStyle/>
        <a:p>
          <a:endParaRPr lang="zh-CN" altLang="en-US"/>
        </a:p>
      </dgm:t>
    </dgm:pt>
    <dgm:pt modelId="{13EC7DD2-56F0-431C-B767-62E432E27E96}" cxnId="{BD1CC8F9-CF65-4487-B08A-A1A1D6826B54}" type="sibTrans">
      <dgm:prSet/>
      <dgm:spPr/>
      <dgm:t>
        <a:bodyPr/>
        <a:lstStyle/>
        <a:p>
          <a:endParaRPr lang="zh-CN" altLang="en-US"/>
        </a:p>
      </dgm:t>
    </dgm:pt>
    <dgm:pt modelId="{D6D574EB-84FD-4BD6-9D3F-10D61AFFBB0A}" type="pres">
      <dgm:prSet presAssocID="{5652B671-6A2F-4DC9-AEB1-E3846852B9D2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548BB78-78E3-4FC3-92C7-CD373326FFB2}" type="pres">
      <dgm:prSet presAssocID="{6BB8DAE4-355D-4650-A00F-B683A29878F2}" presName="hierRoot1" presStyleCnt="0">
        <dgm:presLayoutVars>
          <dgm:hierBranch val="init"/>
        </dgm:presLayoutVars>
      </dgm:prSet>
      <dgm:spPr/>
    </dgm:pt>
    <dgm:pt modelId="{F219B3F9-D415-43BB-9BEA-2EA76DD56D18}" type="pres">
      <dgm:prSet presAssocID="{6BB8DAE4-355D-4650-A00F-B683A29878F2}" presName="rootComposite1" presStyleCnt="0"/>
      <dgm:spPr/>
    </dgm:pt>
    <dgm:pt modelId="{5763B786-6B38-4F9A-9112-E2CBBA5FD840}" type="pres">
      <dgm:prSet presAssocID="{6BB8DAE4-355D-4650-A00F-B683A29878F2}" presName="rootText1" presStyleLbl="alignAcc1" presStyleIdx="0" presStyleCnt="0">
        <dgm:presLayoutVars>
          <dgm:chPref val="3"/>
        </dgm:presLayoutVars>
      </dgm:prSet>
      <dgm:spPr/>
    </dgm:pt>
    <dgm:pt modelId="{1F8F25B7-6298-48A7-8566-2D661674EC22}" type="pres">
      <dgm:prSet presAssocID="{6BB8DAE4-355D-4650-A00F-B683A29878F2}" presName="topArc1" presStyleLbl="parChTrans1D1" presStyleIdx="0" presStyleCnt="6"/>
      <dgm:spPr/>
    </dgm:pt>
    <dgm:pt modelId="{D99DF4C6-56E2-4255-AD78-F1D7FE176031}" type="pres">
      <dgm:prSet presAssocID="{6BB8DAE4-355D-4650-A00F-B683A29878F2}" presName="bottomArc1" presStyleLbl="parChTrans1D1" presStyleIdx="1" presStyleCnt="6"/>
      <dgm:spPr/>
    </dgm:pt>
    <dgm:pt modelId="{EA081718-C686-4AF5-98C4-C65F031A70B1}" type="pres">
      <dgm:prSet presAssocID="{6BB8DAE4-355D-4650-A00F-B683A29878F2}" presName="topConnNode1" presStyleLbl="node1" presStyleIdx="0" presStyleCnt="0"/>
      <dgm:spPr/>
    </dgm:pt>
    <dgm:pt modelId="{22B72106-6AAF-4406-A7D5-FE587E53F110}" type="pres">
      <dgm:prSet presAssocID="{6BB8DAE4-355D-4650-A00F-B683A29878F2}" presName="hierChild2" presStyleCnt="0"/>
      <dgm:spPr/>
    </dgm:pt>
    <dgm:pt modelId="{01B18006-29F4-40F1-A533-B487A6970B00}" type="pres">
      <dgm:prSet presAssocID="{442BAF58-04D4-40D9-B296-EFBDC0EC45F3}" presName="Name28" presStyleLbl="parChTrans1D2" presStyleIdx="0" presStyleCnt="2"/>
      <dgm:spPr/>
    </dgm:pt>
    <dgm:pt modelId="{8772C403-CCE3-4503-884A-5DA64FA99D15}" type="pres">
      <dgm:prSet presAssocID="{0B76117D-0180-406F-A8E9-E3403A8E1FAE}" presName="hierRoot2" presStyleCnt="0">
        <dgm:presLayoutVars>
          <dgm:hierBranch val="init"/>
        </dgm:presLayoutVars>
      </dgm:prSet>
      <dgm:spPr/>
    </dgm:pt>
    <dgm:pt modelId="{74EF816B-D44A-46AA-8C10-3F3D383A4F11}" type="pres">
      <dgm:prSet presAssocID="{0B76117D-0180-406F-A8E9-E3403A8E1FAE}" presName="rootComposite2" presStyleCnt="0"/>
      <dgm:spPr/>
    </dgm:pt>
    <dgm:pt modelId="{71205C4B-0773-4934-A96F-CAF8711916DD}" type="pres">
      <dgm:prSet presAssocID="{0B76117D-0180-406F-A8E9-E3403A8E1FAE}" presName="rootText2" presStyleLbl="alignAcc1" presStyleIdx="0" presStyleCnt="0">
        <dgm:presLayoutVars>
          <dgm:chPref val="3"/>
        </dgm:presLayoutVars>
      </dgm:prSet>
      <dgm:spPr/>
    </dgm:pt>
    <dgm:pt modelId="{1FBF5F39-C2D9-489E-B7DC-3482A06F3B2A}" type="pres">
      <dgm:prSet presAssocID="{0B76117D-0180-406F-A8E9-E3403A8E1FAE}" presName="topArc2" presStyleLbl="parChTrans1D1" presStyleIdx="2" presStyleCnt="6"/>
      <dgm:spPr/>
    </dgm:pt>
    <dgm:pt modelId="{8F95638F-A476-470F-8261-76622EDE6453}" type="pres">
      <dgm:prSet presAssocID="{0B76117D-0180-406F-A8E9-E3403A8E1FAE}" presName="bottomArc2" presStyleLbl="parChTrans1D1" presStyleIdx="3" presStyleCnt="6"/>
      <dgm:spPr/>
    </dgm:pt>
    <dgm:pt modelId="{B1938CD8-5B2D-438F-A4F8-A725E43E037F}" type="pres">
      <dgm:prSet presAssocID="{0B76117D-0180-406F-A8E9-E3403A8E1FAE}" presName="topConnNode2" presStyleLbl="node2" presStyleIdx="0" presStyleCnt="0"/>
      <dgm:spPr/>
    </dgm:pt>
    <dgm:pt modelId="{6292BBC7-A2B9-4AA8-9805-DB247AAA783C}" type="pres">
      <dgm:prSet presAssocID="{0B76117D-0180-406F-A8E9-E3403A8E1FAE}" presName="hierChild4" presStyleCnt="0"/>
      <dgm:spPr/>
    </dgm:pt>
    <dgm:pt modelId="{638C542A-CACA-4D7A-9395-7860068CB960}" type="pres">
      <dgm:prSet presAssocID="{0B76117D-0180-406F-A8E9-E3403A8E1FAE}" presName="hierChild5" presStyleCnt="0"/>
      <dgm:spPr/>
    </dgm:pt>
    <dgm:pt modelId="{2342D3B3-DCF0-423F-8B75-FE809FA510E3}" type="pres">
      <dgm:prSet presAssocID="{039AB730-24EB-4CE0-90AD-CC24FE808BCA}" presName="Name28" presStyleLbl="parChTrans1D2" presStyleIdx="1" presStyleCnt="2"/>
      <dgm:spPr/>
    </dgm:pt>
    <dgm:pt modelId="{C24BD44A-2730-4D76-97D2-5269FCFC4616}" type="pres">
      <dgm:prSet presAssocID="{B6D73017-F43C-4B55-BDDF-52F52CE34C33}" presName="hierRoot2" presStyleCnt="0">
        <dgm:presLayoutVars>
          <dgm:hierBranch val="init"/>
        </dgm:presLayoutVars>
      </dgm:prSet>
      <dgm:spPr/>
    </dgm:pt>
    <dgm:pt modelId="{410E4BE3-0370-4915-89A6-7C590F08FBD3}" type="pres">
      <dgm:prSet presAssocID="{B6D73017-F43C-4B55-BDDF-52F52CE34C33}" presName="rootComposite2" presStyleCnt="0"/>
      <dgm:spPr/>
    </dgm:pt>
    <dgm:pt modelId="{B509EF13-BE82-496D-82BA-78C850EA816D}" type="pres">
      <dgm:prSet presAssocID="{B6D73017-F43C-4B55-BDDF-52F52CE34C33}" presName="rootText2" presStyleLbl="alignAcc1" presStyleIdx="0" presStyleCnt="0">
        <dgm:presLayoutVars>
          <dgm:chPref val="3"/>
        </dgm:presLayoutVars>
      </dgm:prSet>
      <dgm:spPr/>
    </dgm:pt>
    <dgm:pt modelId="{BD44E2F6-3B87-4C77-93ED-056ABFE27AAD}" type="pres">
      <dgm:prSet presAssocID="{B6D73017-F43C-4B55-BDDF-52F52CE34C33}" presName="topArc2" presStyleLbl="parChTrans1D1" presStyleIdx="4" presStyleCnt="6"/>
      <dgm:spPr/>
    </dgm:pt>
    <dgm:pt modelId="{D3DC4D46-2ADF-404F-9B9A-F4C19A7E286A}" type="pres">
      <dgm:prSet presAssocID="{B6D73017-F43C-4B55-BDDF-52F52CE34C33}" presName="bottomArc2" presStyleLbl="parChTrans1D1" presStyleIdx="5" presStyleCnt="6"/>
      <dgm:spPr/>
    </dgm:pt>
    <dgm:pt modelId="{A2D0BAD7-5DCD-456B-9A2C-BDA969572BD0}" type="pres">
      <dgm:prSet presAssocID="{B6D73017-F43C-4B55-BDDF-52F52CE34C33}" presName="topConnNode2" presStyleLbl="node2" presStyleIdx="0" presStyleCnt="0"/>
      <dgm:spPr/>
    </dgm:pt>
    <dgm:pt modelId="{7DCFFA5C-F9A6-4E0C-BE42-68156D06576A}" type="pres">
      <dgm:prSet presAssocID="{B6D73017-F43C-4B55-BDDF-52F52CE34C33}" presName="hierChild4" presStyleCnt="0"/>
      <dgm:spPr/>
    </dgm:pt>
    <dgm:pt modelId="{2A3E4569-D35C-490E-ADAD-0E15D8A45B06}" type="pres">
      <dgm:prSet presAssocID="{B6D73017-F43C-4B55-BDDF-52F52CE34C33}" presName="hierChild5" presStyleCnt="0"/>
      <dgm:spPr/>
    </dgm:pt>
    <dgm:pt modelId="{EC53F203-F780-4329-9889-947558B1D477}" type="pres">
      <dgm:prSet presAssocID="{6BB8DAE4-355D-4650-A00F-B683A29878F2}" presName="hierChild3" presStyleCnt="0"/>
      <dgm:spPr/>
    </dgm:pt>
  </dgm:ptLst>
  <dgm:cxnLst>
    <dgm:cxn modelId="{4F02342A-FEB8-4508-A22E-577F9C12A815}" type="presOf" srcId="{442BAF58-04D4-40D9-B296-EFBDC0EC45F3}" destId="{01B18006-29F4-40F1-A533-B487A6970B00}" srcOrd="0" destOrd="0" presId="urn:microsoft.com/office/officeart/2008/layout/HalfCircleOrganizationChart"/>
    <dgm:cxn modelId="{70751C2F-F09A-4D76-9CFF-9DA588C7C54B}" type="presOf" srcId="{6BB8DAE4-355D-4650-A00F-B683A29878F2}" destId="{EA081718-C686-4AF5-98C4-C65F031A70B1}" srcOrd="1" destOrd="0" presId="urn:microsoft.com/office/officeart/2008/layout/HalfCircleOrganizationChart"/>
    <dgm:cxn modelId="{EAA2BA6B-D687-4F14-B25F-74073DE4354C}" srcId="{5652B671-6A2F-4DC9-AEB1-E3846852B9D2}" destId="{6BB8DAE4-355D-4650-A00F-B683A29878F2}" srcOrd="0" destOrd="0" parTransId="{CD19651B-F294-4DDF-873C-28DC8E8A36CA}" sibTransId="{C5B8A063-8750-4096-A662-C6C68CD5419F}"/>
    <dgm:cxn modelId="{A7144E55-C999-4973-9F86-793EA9B10669}" type="presOf" srcId="{B6D73017-F43C-4B55-BDDF-52F52CE34C33}" destId="{A2D0BAD7-5DCD-456B-9A2C-BDA969572BD0}" srcOrd="1" destOrd="0" presId="urn:microsoft.com/office/officeart/2008/layout/HalfCircleOrganizationChart"/>
    <dgm:cxn modelId="{03FFB855-493F-40A3-B697-D807919C2303}" type="presOf" srcId="{0B76117D-0180-406F-A8E9-E3403A8E1FAE}" destId="{B1938CD8-5B2D-438F-A4F8-A725E43E037F}" srcOrd="1" destOrd="0" presId="urn:microsoft.com/office/officeart/2008/layout/HalfCircleOrganizationChart"/>
    <dgm:cxn modelId="{F57546AD-AC7E-429F-ACE7-782870DDCDA0}" type="presOf" srcId="{5652B671-6A2F-4DC9-AEB1-E3846852B9D2}" destId="{D6D574EB-84FD-4BD6-9D3F-10D61AFFBB0A}" srcOrd="0" destOrd="0" presId="urn:microsoft.com/office/officeart/2008/layout/HalfCircleOrganizationChart"/>
    <dgm:cxn modelId="{A77225B9-C4EA-4DA2-8DC7-EABA3336B9A6}" type="presOf" srcId="{0B76117D-0180-406F-A8E9-E3403A8E1FAE}" destId="{71205C4B-0773-4934-A96F-CAF8711916DD}" srcOrd="0" destOrd="0" presId="urn:microsoft.com/office/officeart/2008/layout/HalfCircleOrganizationChart"/>
    <dgm:cxn modelId="{C1E583BE-E730-4735-8796-65B5EE6EA4A6}" type="presOf" srcId="{039AB730-24EB-4CE0-90AD-CC24FE808BCA}" destId="{2342D3B3-DCF0-423F-8B75-FE809FA510E3}" srcOrd="0" destOrd="0" presId="urn:microsoft.com/office/officeart/2008/layout/HalfCircleOrganizationChart"/>
    <dgm:cxn modelId="{F505CCD2-D09A-4032-8B47-B1CD5AB880E2}" type="presOf" srcId="{6BB8DAE4-355D-4650-A00F-B683A29878F2}" destId="{5763B786-6B38-4F9A-9112-E2CBBA5FD840}" srcOrd="0" destOrd="0" presId="urn:microsoft.com/office/officeart/2008/layout/HalfCircleOrganizationChart"/>
    <dgm:cxn modelId="{DE9D84F3-660A-45CA-BF6C-F4CF0ECAB35B}" type="presOf" srcId="{B6D73017-F43C-4B55-BDDF-52F52CE34C33}" destId="{B509EF13-BE82-496D-82BA-78C850EA816D}" srcOrd="0" destOrd="0" presId="urn:microsoft.com/office/officeart/2008/layout/HalfCircleOrganizationChart"/>
    <dgm:cxn modelId="{8BB23EF8-B367-4AE9-A6D9-85137B01E593}" srcId="{6BB8DAE4-355D-4650-A00F-B683A29878F2}" destId="{0B76117D-0180-406F-A8E9-E3403A8E1FAE}" srcOrd="0" destOrd="0" parTransId="{442BAF58-04D4-40D9-B296-EFBDC0EC45F3}" sibTransId="{2FD3309E-E849-4C79-B6B5-7D0F9C100AD0}"/>
    <dgm:cxn modelId="{BD1CC8F9-CF65-4487-B08A-A1A1D6826B54}" srcId="{6BB8DAE4-355D-4650-A00F-B683A29878F2}" destId="{B6D73017-F43C-4B55-BDDF-52F52CE34C33}" srcOrd="1" destOrd="0" parTransId="{039AB730-24EB-4CE0-90AD-CC24FE808BCA}" sibTransId="{13EC7DD2-56F0-431C-B767-62E432E27E96}"/>
    <dgm:cxn modelId="{66537410-310D-4809-AA37-8103869275AA}" type="presParOf" srcId="{D6D574EB-84FD-4BD6-9D3F-10D61AFFBB0A}" destId="{D548BB78-78E3-4FC3-92C7-CD373326FFB2}" srcOrd="0" destOrd="0" presId="urn:microsoft.com/office/officeart/2008/layout/HalfCircleOrganizationChart"/>
    <dgm:cxn modelId="{91C83B17-33F2-4850-92EC-20929B64186A}" type="presParOf" srcId="{D548BB78-78E3-4FC3-92C7-CD373326FFB2}" destId="{F219B3F9-D415-43BB-9BEA-2EA76DD56D18}" srcOrd="0" destOrd="0" presId="urn:microsoft.com/office/officeart/2008/layout/HalfCircleOrganizationChart"/>
    <dgm:cxn modelId="{CD21EB3E-557D-496E-93E3-FE069B799808}" type="presParOf" srcId="{F219B3F9-D415-43BB-9BEA-2EA76DD56D18}" destId="{5763B786-6B38-4F9A-9112-E2CBBA5FD840}" srcOrd="0" destOrd="0" presId="urn:microsoft.com/office/officeart/2008/layout/HalfCircleOrganizationChart"/>
    <dgm:cxn modelId="{9CC224A1-02C5-442E-961E-A3FCF21F235B}" type="presParOf" srcId="{F219B3F9-D415-43BB-9BEA-2EA76DD56D18}" destId="{1F8F25B7-6298-48A7-8566-2D661674EC22}" srcOrd="1" destOrd="0" presId="urn:microsoft.com/office/officeart/2008/layout/HalfCircleOrganizationChart"/>
    <dgm:cxn modelId="{17BBC528-7CB2-47BF-89EF-A5A57044F336}" type="presParOf" srcId="{F219B3F9-D415-43BB-9BEA-2EA76DD56D18}" destId="{D99DF4C6-56E2-4255-AD78-F1D7FE176031}" srcOrd="2" destOrd="0" presId="urn:microsoft.com/office/officeart/2008/layout/HalfCircleOrganizationChart"/>
    <dgm:cxn modelId="{AE371220-4CF1-40F7-8421-0F0C1ABC6464}" type="presParOf" srcId="{F219B3F9-D415-43BB-9BEA-2EA76DD56D18}" destId="{EA081718-C686-4AF5-98C4-C65F031A70B1}" srcOrd="3" destOrd="0" presId="urn:microsoft.com/office/officeart/2008/layout/HalfCircleOrganizationChart"/>
    <dgm:cxn modelId="{C99FEEBC-A3D8-4BE1-BA4F-73A145AC1AD4}" type="presParOf" srcId="{D548BB78-78E3-4FC3-92C7-CD373326FFB2}" destId="{22B72106-6AAF-4406-A7D5-FE587E53F110}" srcOrd="1" destOrd="0" presId="urn:microsoft.com/office/officeart/2008/layout/HalfCircleOrganizationChart"/>
    <dgm:cxn modelId="{96AED2AE-608B-4E1F-88B9-4C206B6BE817}" type="presParOf" srcId="{22B72106-6AAF-4406-A7D5-FE587E53F110}" destId="{01B18006-29F4-40F1-A533-B487A6970B00}" srcOrd="0" destOrd="0" presId="urn:microsoft.com/office/officeart/2008/layout/HalfCircleOrganizationChart"/>
    <dgm:cxn modelId="{DA3ADA0B-A8F1-4908-BBCF-13796A12DBCC}" type="presParOf" srcId="{22B72106-6AAF-4406-A7D5-FE587E53F110}" destId="{8772C403-CCE3-4503-884A-5DA64FA99D15}" srcOrd="1" destOrd="0" presId="urn:microsoft.com/office/officeart/2008/layout/HalfCircleOrganizationChart"/>
    <dgm:cxn modelId="{716266DB-C6DD-45AD-A1E2-5134706DE03F}" type="presParOf" srcId="{8772C403-CCE3-4503-884A-5DA64FA99D15}" destId="{74EF816B-D44A-46AA-8C10-3F3D383A4F11}" srcOrd="0" destOrd="0" presId="urn:microsoft.com/office/officeart/2008/layout/HalfCircleOrganizationChart"/>
    <dgm:cxn modelId="{85341C0D-6ADE-4F56-9D57-7A1D5A3E96EB}" type="presParOf" srcId="{74EF816B-D44A-46AA-8C10-3F3D383A4F11}" destId="{71205C4B-0773-4934-A96F-CAF8711916DD}" srcOrd="0" destOrd="0" presId="urn:microsoft.com/office/officeart/2008/layout/HalfCircleOrganizationChart"/>
    <dgm:cxn modelId="{B90B04BF-D746-4358-A32A-AE3E822CCCBC}" type="presParOf" srcId="{74EF816B-D44A-46AA-8C10-3F3D383A4F11}" destId="{1FBF5F39-C2D9-489E-B7DC-3482A06F3B2A}" srcOrd="1" destOrd="0" presId="urn:microsoft.com/office/officeart/2008/layout/HalfCircleOrganizationChart"/>
    <dgm:cxn modelId="{ABF65BB6-CCA1-426E-9F2C-AD93E1A3079B}" type="presParOf" srcId="{74EF816B-D44A-46AA-8C10-3F3D383A4F11}" destId="{8F95638F-A476-470F-8261-76622EDE6453}" srcOrd="2" destOrd="0" presId="urn:microsoft.com/office/officeart/2008/layout/HalfCircleOrganizationChart"/>
    <dgm:cxn modelId="{7488853C-74C4-43D2-876B-8BD6BF61B501}" type="presParOf" srcId="{74EF816B-D44A-46AA-8C10-3F3D383A4F11}" destId="{B1938CD8-5B2D-438F-A4F8-A725E43E037F}" srcOrd="3" destOrd="0" presId="urn:microsoft.com/office/officeart/2008/layout/HalfCircleOrganizationChart"/>
    <dgm:cxn modelId="{EF95DA10-F3B8-428C-B55B-2C766FF54A75}" type="presParOf" srcId="{8772C403-CCE3-4503-884A-5DA64FA99D15}" destId="{6292BBC7-A2B9-4AA8-9805-DB247AAA783C}" srcOrd="1" destOrd="0" presId="urn:microsoft.com/office/officeart/2008/layout/HalfCircleOrganizationChart"/>
    <dgm:cxn modelId="{23FAA010-6981-47D1-8F8B-51998A746407}" type="presParOf" srcId="{8772C403-CCE3-4503-884A-5DA64FA99D15}" destId="{638C542A-CACA-4D7A-9395-7860068CB960}" srcOrd="2" destOrd="0" presId="urn:microsoft.com/office/officeart/2008/layout/HalfCircleOrganizationChart"/>
    <dgm:cxn modelId="{330F3582-D705-4ADE-8713-CA319AC9A5A8}" type="presParOf" srcId="{22B72106-6AAF-4406-A7D5-FE587E53F110}" destId="{2342D3B3-DCF0-423F-8B75-FE809FA510E3}" srcOrd="2" destOrd="0" presId="urn:microsoft.com/office/officeart/2008/layout/HalfCircleOrganizationChart"/>
    <dgm:cxn modelId="{69E5C220-4C34-40A8-ABDA-AE470DE635A0}" type="presParOf" srcId="{22B72106-6AAF-4406-A7D5-FE587E53F110}" destId="{C24BD44A-2730-4D76-97D2-5269FCFC4616}" srcOrd="3" destOrd="0" presId="urn:microsoft.com/office/officeart/2008/layout/HalfCircleOrganizationChart"/>
    <dgm:cxn modelId="{23121554-D0C9-4025-A452-93CA4EB8444D}" type="presParOf" srcId="{C24BD44A-2730-4D76-97D2-5269FCFC4616}" destId="{410E4BE3-0370-4915-89A6-7C590F08FBD3}" srcOrd="0" destOrd="0" presId="urn:microsoft.com/office/officeart/2008/layout/HalfCircleOrganizationChart"/>
    <dgm:cxn modelId="{3B008EEF-AB21-4A0C-BEBE-364602F16C0E}" type="presParOf" srcId="{410E4BE3-0370-4915-89A6-7C590F08FBD3}" destId="{B509EF13-BE82-496D-82BA-78C850EA816D}" srcOrd="0" destOrd="0" presId="urn:microsoft.com/office/officeart/2008/layout/HalfCircleOrganizationChart"/>
    <dgm:cxn modelId="{E2B710AF-9D76-4855-B9EA-1DFAB08312BD}" type="presParOf" srcId="{410E4BE3-0370-4915-89A6-7C590F08FBD3}" destId="{BD44E2F6-3B87-4C77-93ED-056ABFE27AAD}" srcOrd="1" destOrd="0" presId="urn:microsoft.com/office/officeart/2008/layout/HalfCircleOrganizationChart"/>
    <dgm:cxn modelId="{B90C2A89-2EB3-4865-A5AA-6BCF1AA05305}" type="presParOf" srcId="{410E4BE3-0370-4915-89A6-7C590F08FBD3}" destId="{D3DC4D46-2ADF-404F-9B9A-F4C19A7E286A}" srcOrd="2" destOrd="0" presId="urn:microsoft.com/office/officeart/2008/layout/HalfCircleOrganizationChart"/>
    <dgm:cxn modelId="{EAFBE089-6780-4A1B-AD0F-BE2CB178BCE6}" type="presParOf" srcId="{410E4BE3-0370-4915-89A6-7C590F08FBD3}" destId="{A2D0BAD7-5DCD-456B-9A2C-BDA969572BD0}" srcOrd="3" destOrd="0" presId="urn:microsoft.com/office/officeart/2008/layout/HalfCircleOrganizationChart"/>
    <dgm:cxn modelId="{F516032E-961C-45E1-901A-A0CBB22350C4}" type="presParOf" srcId="{C24BD44A-2730-4D76-97D2-5269FCFC4616}" destId="{7DCFFA5C-F9A6-4E0C-BE42-68156D06576A}" srcOrd="1" destOrd="0" presId="urn:microsoft.com/office/officeart/2008/layout/HalfCircleOrganizationChart"/>
    <dgm:cxn modelId="{7F8AB8E7-2FCF-4551-8180-21A7ADAB09E5}" type="presParOf" srcId="{C24BD44A-2730-4D76-97D2-5269FCFC4616}" destId="{2A3E4569-D35C-490E-ADAD-0E15D8A45B06}" srcOrd="2" destOrd="0" presId="urn:microsoft.com/office/officeart/2008/layout/HalfCircleOrganizationChart"/>
    <dgm:cxn modelId="{97E53901-9C44-46B6-98C1-632E5D9337AC}" type="presParOf" srcId="{D548BB78-78E3-4FC3-92C7-CD373326FFB2}" destId="{EC53F203-F780-4329-9889-947558B1D477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529062" cy="2861787"/>
        <a:chOff x="0" y="0"/>
        <a:chExt cx="3529062" cy="2861787"/>
      </a:xfrm>
    </dsp:grpSpPr>
    <dsp:sp modelId="{01B18006-29F4-40F1-A533-B487A6970B00}">
      <dsp:nvSpPr>
        <dsp:cNvPr id="7" name="任意多边形 6"/>
        <dsp:cNvSpPr/>
      </dsp:nvSpPr>
      <dsp:spPr bwMode="white">
        <a:xfrm>
          <a:off x="798430" y="1263223"/>
          <a:ext cx="966101" cy="335341"/>
        </a:xfrm>
        <a:custGeom>
          <a:avLst/>
          <a:gdLst/>
          <a:ahLst/>
          <a:cxnLst/>
          <a:pathLst>
            <a:path w="1521" h="528">
              <a:moveTo>
                <a:pt x="1521" y="0"/>
              </a:moveTo>
              <a:lnTo>
                <a:pt x="1521" y="264"/>
              </a:lnTo>
              <a:lnTo>
                <a:pt x="0" y="264"/>
              </a:lnTo>
              <a:lnTo>
                <a:pt x="0" y="528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798430" y="1263223"/>
        <a:ext cx="966101" cy="335341"/>
      </dsp:txXfrm>
    </dsp:sp>
    <dsp:sp modelId="{2342D3B3-DCF0-423F-8B75-FE809FA510E3}">
      <dsp:nvSpPr>
        <dsp:cNvPr id="12" name="任意多边形 11"/>
        <dsp:cNvSpPr/>
      </dsp:nvSpPr>
      <dsp:spPr bwMode="white">
        <a:xfrm>
          <a:off x="1764531" y="1263223"/>
          <a:ext cx="966101" cy="335341"/>
        </a:xfrm>
        <a:custGeom>
          <a:avLst/>
          <a:gdLst/>
          <a:ahLst/>
          <a:cxnLst/>
          <a:pathLst>
            <a:path w="1521" h="528">
              <a:moveTo>
                <a:pt x="0" y="0"/>
              </a:moveTo>
              <a:lnTo>
                <a:pt x="0" y="264"/>
              </a:lnTo>
              <a:lnTo>
                <a:pt x="1521" y="264"/>
              </a:lnTo>
              <a:lnTo>
                <a:pt x="1521" y="528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764531" y="1263223"/>
        <a:ext cx="966101" cy="335341"/>
      </dsp:txXfrm>
    </dsp:sp>
    <dsp:sp modelId="{1F8F25B7-6298-48A7-8566-2D661674EC22}">
      <dsp:nvSpPr>
        <dsp:cNvPr id="4" name="弧形 3"/>
        <dsp:cNvSpPr/>
      </dsp:nvSpPr>
      <dsp:spPr bwMode="white">
        <a:xfrm>
          <a:off x="1365316" y="464793"/>
          <a:ext cx="798430" cy="79843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365316" y="464793"/>
        <a:ext cx="798430" cy="798430"/>
      </dsp:txXfrm>
    </dsp:sp>
    <dsp:sp modelId="{D99DF4C6-56E2-4255-AD78-F1D7FE176031}">
      <dsp:nvSpPr>
        <dsp:cNvPr id="5" name="弧形 4"/>
        <dsp:cNvSpPr/>
      </dsp:nvSpPr>
      <dsp:spPr bwMode="white">
        <a:xfrm>
          <a:off x="1365316" y="464793"/>
          <a:ext cx="798430" cy="79843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365316" y="464793"/>
        <a:ext cx="798430" cy="798430"/>
      </dsp:txXfrm>
    </dsp:sp>
    <dsp:sp modelId="{1FBF5F39-C2D9-489E-B7DC-3482A06F3B2A}">
      <dsp:nvSpPr>
        <dsp:cNvPr id="9" name="弧形 8"/>
        <dsp:cNvSpPr/>
      </dsp:nvSpPr>
      <dsp:spPr bwMode="white">
        <a:xfrm>
          <a:off x="399215" y="1598564"/>
          <a:ext cx="798430" cy="79843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99215" y="1598564"/>
        <a:ext cx="798430" cy="798430"/>
      </dsp:txXfrm>
    </dsp:sp>
    <dsp:sp modelId="{8F95638F-A476-470F-8261-76622EDE6453}">
      <dsp:nvSpPr>
        <dsp:cNvPr id="10" name="弧形 9"/>
        <dsp:cNvSpPr/>
      </dsp:nvSpPr>
      <dsp:spPr bwMode="white">
        <a:xfrm>
          <a:off x="399215" y="1598564"/>
          <a:ext cx="798430" cy="79843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99215" y="1598564"/>
        <a:ext cx="798430" cy="798430"/>
      </dsp:txXfrm>
    </dsp:sp>
    <dsp:sp modelId="{BD44E2F6-3B87-4C77-93ED-056ABFE27AAD}">
      <dsp:nvSpPr>
        <dsp:cNvPr id="14" name="弧形 13"/>
        <dsp:cNvSpPr/>
      </dsp:nvSpPr>
      <dsp:spPr bwMode="white">
        <a:xfrm>
          <a:off x="2331417" y="1598564"/>
          <a:ext cx="798430" cy="79843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331417" y="1598564"/>
        <a:ext cx="798430" cy="798430"/>
      </dsp:txXfrm>
    </dsp:sp>
    <dsp:sp modelId="{D3DC4D46-2ADF-404F-9B9A-F4C19A7E286A}">
      <dsp:nvSpPr>
        <dsp:cNvPr id="15" name="弧形 14"/>
        <dsp:cNvSpPr/>
      </dsp:nvSpPr>
      <dsp:spPr bwMode="white">
        <a:xfrm>
          <a:off x="2331417" y="1598564"/>
          <a:ext cx="798430" cy="79843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331417" y="1598564"/>
        <a:ext cx="798430" cy="798430"/>
      </dsp:txXfrm>
    </dsp:sp>
    <dsp:sp modelId="{5763B786-6B38-4F9A-9112-E2CBBA5FD840}">
      <dsp:nvSpPr>
        <dsp:cNvPr id="3" name="矩形 2"/>
        <dsp:cNvSpPr/>
      </dsp:nvSpPr>
      <dsp:spPr bwMode="white">
        <a:xfrm>
          <a:off x="966101" y="608510"/>
          <a:ext cx="1596861" cy="510995"/>
        </a:xfrm>
        <a:prstGeom prst="rect">
          <a:avLst/>
        </a:prstGeom>
        <a:noFill/>
        <a:ln>
          <a:noFill/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9050" tIns="19050" rIns="19050" bIns="1905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dk1"/>
              </a:solidFill>
            </a:rPr>
            <a:t>routes</a:t>
          </a:r>
          <a:endParaRPr lang="zh-CN" altLang="en-US" dirty="0">
            <a:solidFill>
              <a:schemeClr val="dk1"/>
            </a:solidFill>
          </a:endParaRPr>
        </a:p>
      </dsp:txBody>
      <dsp:txXfrm>
        <a:off x="966101" y="608510"/>
        <a:ext cx="1596861" cy="510995"/>
      </dsp:txXfrm>
    </dsp:sp>
    <dsp:sp modelId="{EA081718-C686-4AF5-98C4-C65F031A70B1}">
      <dsp:nvSpPr>
        <dsp:cNvPr id="6" name="矩形 5" hidden="1"/>
        <dsp:cNvSpPr/>
      </dsp:nvSpPr>
      <dsp:spPr bwMode="white">
        <a:xfrm>
          <a:off x="1461127" y="464793"/>
          <a:ext cx="606807" cy="14371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61127" y="464793"/>
        <a:ext cx="606807" cy="143717"/>
      </dsp:txXfrm>
    </dsp:sp>
    <dsp:sp modelId="{71205C4B-0773-4934-A96F-CAF8711916DD}">
      <dsp:nvSpPr>
        <dsp:cNvPr id="8" name="矩形 7"/>
        <dsp:cNvSpPr/>
      </dsp:nvSpPr>
      <dsp:spPr bwMode="white">
        <a:xfrm>
          <a:off x="0" y="1742281"/>
          <a:ext cx="1596861" cy="510995"/>
        </a:xfrm>
        <a:prstGeom prst="rect">
          <a:avLst/>
        </a:prstGeom>
        <a:noFill/>
        <a:ln>
          <a:noFill/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9050" tIns="19050" rIns="19050" bIns="1905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dk1"/>
              </a:solidFill>
            </a:rPr>
            <a:t>index.js</a:t>
          </a:r>
          <a:endParaRPr lang="zh-CN" altLang="en-US" dirty="0">
            <a:solidFill>
              <a:schemeClr val="dk1"/>
            </a:solidFill>
          </a:endParaRPr>
        </a:p>
      </dsp:txBody>
      <dsp:txXfrm>
        <a:off x="0" y="1742281"/>
        <a:ext cx="1596861" cy="510995"/>
      </dsp:txXfrm>
    </dsp:sp>
    <dsp:sp modelId="{B1938CD8-5B2D-438F-A4F8-A725E43E037F}">
      <dsp:nvSpPr>
        <dsp:cNvPr id="11" name="矩形 10" hidden="1"/>
        <dsp:cNvSpPr/>
      </dsp:nvSpPr>
      <dsp:spPr bwMode="white">
        <a:xfrm>
          <a:off x="495027" y="1598564"/>
          <a:ext cx="606807" cy="14371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95027" y="1598564"/>
        <a:ext cx="606807" cy="143717"/>
      </dsp:txXfrm>
    </dsp:sp>
    <dsp:sp modelId="{B509EF13-BE82-496D-82BA-78C850EA816D}">
      <dsp:nvSpPr>
        <dsp:cNvPr id="13" name="矩形 12"/>
        <dsp:cNvSpPr/>
      </dsp:nvSpPr>
      <dsp:spPr bwMode="white">
        <a:xfrm>
          <a:off x="1932201" y="1742281"/>
          <a:ext cx="1596861" cy="510995"/>
        </a:xfrm>
        <a:prstGeom prst="rect">
          <a:avLst/>
        </a:prstGeom>
        <a:noFill/>
        <a:ln>
          <a:noFill/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9050" tIns="19050" rIns="19050" bIns="1905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dk1"/>
              </a:solidFill>
            </a:rPr>
            <a:t>users.js</a:t>
          </a:r>
          <a:endParaRPr lang="zh-CN" altLang="en-US" dirty="0">
            <a:solidFill>
              <a:schemeClr val="dk1"/>
            </a:solidFill>
          </a:endParaRPr>
        </a:p>
      </dsp:txBody>
      <dsp:txXfrm>
        <a:off x="1932201" y="1742281"/>
        <a:ext cx="1596861" cy="510995"/>
      </dsp:txXfrm>
    </dsp:sp>
    <dsp:sp modelId="{A2D0BAD7-5DCD-456B-9A2C-BDA969572BD0}">
      <dsp:nvSpPr>
        <dsp:cNvPr id="16" name="矩形 15" hidden="1"/>
        <dsp:cNvSpPr/>
      </dsp:nvSpPr>
      <dsp:spPr bwMode="white">
        <a:xfrm>
          <a:off x="2427228" y="1598564"/>
          <a:ext cx="606807" cy="14371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427228" y="1598564"/>
        <a:ext cx="606807" cy="143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18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2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srcNode" val="bottomArc1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if name="Name33" axis="par" ptType="asst" func="cnt" op="equ" val="1">
                          <dgm:alg type="conn">
                            <dgm:param type="srcNode" val="bottomArc3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34">
                          <dgm:alg type="conn">
                            <dgm:param type="srcNode" val="bottomArc2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srcNode" val="bottomArc1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srcNode" val="bottomArc3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if>
                            <dgm:else name="Name41">
                              <dgm:alg type="conn">
                                <dgm:param type="srcNode" val="bottomArc2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srcNode" val="bottomArc1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srcNode" val="bottomArc3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if>
                                <dgm:else name="Name48">
                                  <dgm:alg type="conn">
                                    <dgm:param type="srcNode" val="bottomArc2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srcNode" val="bottomArc1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srcNode" val="bottomArc3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if>
                                <dgm:else name="Name53">
                                  <dgm:alg type="conn">
                                    <dgm:param type="srcNode" val="bottomArc2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srcNode" val="bottomArc1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if>
                        <dgm:if name="Name57" axis="par" ptType="asst" func="cnt" op="equ" val="1">
                          <dgm:alg type="conn">
                            <dgm:param type="srcNode" val="bottomArc3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if>
                        <dgm:else name="Name58">
                          <dgm:alg type="conn">
                            <dgm:param type="srcNode" val="bottomArc2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srcNode" val="bottomArc1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if>
                    <dgm:if name="Name104" axis="par" ptType="asst" func="cnt" op="equ" val="1">
                      <dgm:alg type="conn">
                        <dgm:param type="srcNode" val="bottomArc3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if>
                    <dgm:else name="Name105">
                      <dgm:alg type="conn">
                        <dgm:param type="srcNode" val="bottomArc2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2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597.xml"/><Relationship Id="rId7" Type="http://schemas.openxmlformats.org/officeDocument/2006/relationships/image" Target="../media/image2.png"/><Relationship Id="rId6" Type="http://schemas.openxmlformats.org/officeDocument/2006/relationships/tags" Target="../tags/tag596.xml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05.xml"/><Relationship Id="rId8" Type="http://schemas.openxmlformats.org/officeDocument/2006/relationships/tags" Target="../tags/tag604.xml"/><Relationship Id="rId7" Type="http://schemas.openxmlformats.org/officeDocument/2006/relationships/tags" Target="../tags/tag603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" Type="http://schemas.openxmlformats.org/officeDocument/2006/relationships/image" Target="../media/image3.png"/><Relationship Id="rId3" Type="http://schemas.openxmlformats.org/officeDocument/2006/relationships/tags" Target="../tags/tag600.xml"/><Relationship Id="rId2" Type="http://schemas.openxmlformats.org/officeDocument/2006/relationships/tags" Target="../tags/tag599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08.xml"/><Relationship Id="rId12" Type="http://schemas.openxmlformats.org/officeDocument/2006/relationships/tags" Target="../tags/tag607.xml"/><Relationship Id="rId11" Type="http://schemas.openxmlformats.org/officeDocument/2006/relationships/image" Target="../media/image4.png"/><Relationship Id="rId10" Type="http://schemas.openxmlformats.org/officeDocument/2006/relationships/tags" Target="../tags/tag606.xml"/><Relationship Id="rId1" Type="http://schemas.openxmlformats.org/officeDocument/2006/relationships/tags" Target="../tags/tag59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16.xml"/><Relationship Id="rId7" Type="http://schemas.openxmlformats.org/officeDocument/2006/relationships/tags" Target="../tags/tag615.xml"/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620.xml"/><Relationship Id="rId3" Type="http://schemas.openxmlformats.org/officeDocument/2006/relationships/tags" Target="../tags/tag619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1.xml"/><Relationship Id="rId26" Type="http://schemas.openxmlformats.org/officeDocument/2006/relationships/tags" Target="../tags/tag639.xml"/><Relationship Id="rId25" Type="http://schemas.openxmlformats.org/officeDocument/2006/relationships/tags" Target="../tags/tag638.xml"/><Relationship Id="rId24" Type="http://schemas.openxmlformats.org/officeDocument/2006/relationships/tags" Target="../tags/tag637.xml"/><Relationship Id="rId23" Type="http://schemas.openxmlformats.org/officeDocument/2006/relationships/tags" Target="../tags/tag636.xml"/><Relationship Id="rId22" Type="http://schemas.openxmlformats.org/officeDocument/2006/relationships/tags" Target="../tags/tag635.xml"/><Relationship Id="rId21" Type="http://schemas.openxmlformats.org/officeDocument/2006/relationships/tags" Target="../tags/tag634.xml"/><Relationship Id="rId20" Type="http://schemas.openxmlformats.org/officeDocument/2006/relationships/image" Target="../media/image3.png"/><Relationship Id="rId2" Type="http://schemas.openxmlformats.org/officeDocument/2006/relationships/tags" Target="../tags/tag618.xml"/><Relationship Id="rId19" Type="http://schemas.openxmlformats.org/officeDocument/2006/relationships/tags" Target="../tags/tag633.xml"/><Relationship Id="rId18" Type="http://schemas.openxmlformats.org/officeDocument/2006/relationships/tags" Target="../tags/tag632.xml"/><Relationship Id="rId17" Type="http://schemas.openxmlformats.org/officeDocument/2006/relationships/tags" Target="../tags/tag631.xml"/><Relationship Id="rId16" Type="http://schemas.openxmlformats.org/officeDocument/2006/relationships/tags" Target="../tags/tag630.xml"/><Relationship Id="rId15" Type="http://schemas.openxmlformats.org/officeDocument/2006/relationships/tags" Target="../tags/tag629.xml"/><Relationship Id="rId14" Type="http://schemas.openxmlformats.org/officeDocument/2006/relationships/tags" Target="../tags/tag628.xml"/><Relationship Id="rId13" Type="http://schemas.openxmlformats.org/officeDocument/2006/relationships/tags" Target="../tags/tag627.xml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tags" Target="../tags/tag6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tags" Target="../tags/tag647.xml"/><Relationship Id="rId7" Type="http://schemas.openxmlformats.org/officeDocument/2006/relationships/tags" Target="../tags/tag646.xml"/><Relationship Id="rId6" Type="http://schemas.openxmlformats.org/officeDocument/2006/relationships/tags" Target="../tags/tag645.xml"/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tags" Target="../tags/tag641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49.xml"/><Relationship Id="rId1" Type="http://schemas.openxmlformats.org/officeDocument/2006/relationships/tags" Target="../tags/tag64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8.xml"/><Relationship Id="rId8" Type="http://schemas.openxmlformats.org/officeDocument/2006/relationships/tags" Target="../tags/tag657.xml"/><Relationship Id="rId7" Type="http://schemas.openxmlformats.org/officeDocument/2006/relationships/tags" Target="../tags/tag656.xml"/><Relationship Id="rId6" Type="http://schemas.openxmlformats.org/officeDocument/2006/relationships/tags" Target="../tags/tag655.xml"/><Relationship Id="rId5" Type="http://schemas.openxmlformats.org/officeDocument/2006/relationships/tags" Target="../tags/tag654.xml"/><Relationship Id="rId4" Type="http://schemas.openxmlformats.org/officeDocument/2006/relationships/tags" Target="../tags/tag653.xml"/><Relationship Id="rId3" Type="http://schemas.openxmlformats.org/officeDocument/2006/relationships/tags" Target="../tags/tag652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51.xml"/><Relationship Id="rId19" Type="http://schemas.openxmlformats.org/officeDocument/2006/relationships/tags" Target="../tags/tag668.xml"/><Relationship Id="rId18" Type="http://schemas.openxmlformats.org/officeDocument/2006/relationships/tags" Target="../tags/tag667.xml"/><Relationship Id="rId17" Type="http://schemas.openxmlformats.org/officeDocument/2006/relationships/tags" Target="../tags/tag666.xml"/><Relationship Id="rId16" Type="http://schemas.openxmlformats.org/officeDocument/2006/relationships/tags" Target="../tags/tag665.xml"/><Relationship Id="rId15" Type="http://schemas.openxmlformats.org/officeDocument/2006/relationships/tags" Target="../tags/tag664.xml"/><Relationship Id="rId14" Type="http://schemas.openxmlformats.org/officeDocument/2006/relationships/tags" Target="../tags/tag663.xml"/><Relationship Id="rId13" Type="http://schemas.openxmlformats.org/officeDocument/2006/relationships/tags" Target="../tags/tag662.xml"/><Relationship Id="rId12" Type="http://schemas.openxmlformats.org/officeDocument/2006/relationships/tags" Target="../tags/tag661.xml"/><Relationship Id="rId11" Type="http://schemas.openxmlformats.org/officeDocument/2006/relationships/tags" Target="../tags/tag660.xml"/><Relationship Id="rId10" Type="http://schemas.openxmlformats.org/officeDocument/2006/relationships/tags" Target="../tags/tag659.xml"/><Relationship Id="rId1" Type="http://schemas.openxmlformats.org/officeDocument/2006/relationships/tags" Target="../tags/tag6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77.xml"/><Relationship Id="rId8" Type="http://schemas.openxmlformats.org/officeDocument/2006/relationships/tags" Target="../tags/tag676.xml"/><Relationship Id="rId7" Type="http://schemas.openxmlformats.org/officeDocument/2006/relationships/tags" Target="../tags/tag675.xml"/><Relationship Id="rId6" Type="http://schemas.openxmlformats.org/officeDocument/2006/relationships/tags" Target="../tags/tag674.xml"/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670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85.xml"/><Relationship Id="rId17" Type="http://schemas.openxmlformats.org/officeDocument/2006/relationships/tags" Target="../tags/tag684.xml"/><Relationship Id="rId16" Type="http://schemas.openxmlformats.org/officeDocument/2006/relationships/tags" Target="../tags/tag683.xml"/><Relationship Id="rId15" Type="http://schemas.openxmlformats.org/officeDocument/2006/relationships/tags" Target="../tags/tag682.xml"/><Relationship Id="rId14" Type="http://schemas.openxmlformats.org/officeDocument/2006/relationships/image" Target="../media/image7.png"/><Relationship Id="rId13" Type="http://schemas.openxmlformats.org/officeDocument/2006/relationships/tags" Target="../tags/tag681.xml"/><Relationship Id="rId12" Type="http://schemas.openxmlformats.org/officeDocument/2006/relationships/tags" Target="../tags/tag680.xml"/><Relationship Id="rId11" Type="http://schemas.openxmlformats.org/officeDocument/2006/relationships/tags" Target="../tags/tag679.xml"/><Relationship Id="rId10" Type="http://schemas.openxmlformats.org/officeDocument/2006/relationships/tags" Target="../tags/tag678.xml"/><Relationship Id="rId1" Type="http://schemas.openxmlformats.org/officeDocument/2006/relationships/tags" Target="../tags/tag66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09.xml"/><Relationship Id="rId23" Type="http://schemas.openxmlformats.org/officeDocument/2006/relationships/tags" Target="../tags/tag708.xml"/><Relationship Id="rId22" Type="http://schemas.openxmlformats.org/officeDocument/2006/relationships/tags" Target="../tags/tag707.xml"/><Relationship Id="rId21" Type="http://schemas.openxmlformats.org/officeDocument/2006/relationships/tags" Target="../tags/tag706.xml"/><Relationship Id="rId20" Type="http://schemas.openxmlformats.org/officeDocument/2006/relationships/tags" Target="../tags/tag705.xml"/><Relationship Id="rId2" Type="http://schemas.openxmlformats.org/officeDocument/2006/relationships/tags" Target="../tags/tag687.xml"/><Relationship Id="rId19" Type="http://schemas.openxmlformats.org/officeDocument/2006/relationships/tags" Target="../tags/tag704.xml"/><Relationship Id="rId18" Type="http://schemas.openxmlformats.org/officeDocument/2006/relationships/tags" Target="../tags/tag703.xml"/><Relationship Id="rId17" Type="http://schemas.openxmlformats.org/officeDocument/2006/relationships/tags" Target="../tags/tag702.xml"/><Relationship Id="rId16" Type="http://schemas.openxmlformats.org/officeDocument/2006/relationships/tags" Target="../tags/tag701.xml"/><Relationship Id="rId15" Type="http://schemas.openxmlformats.org/officeDocument/2006/relationships/tags" Target="../tags/tag700.xml"/><Relationship Id="rId14" Type="http://schemas.openxmlformats.org/officeDocument/2006/relationships/tags" Target="../tags/tag699.xml"/><Relationship Id="rId13" Type="http://schemas.openxmlformats.org/officeDocument/2006/relationships/tags" Target="../tags/tag698.xml"/><Relationship Id="rId12" Type="http://schemas.openxmlformats.org/officeDocument/2006/relationships/tags" Target="../tags/tag697.xml"/><Relationship Id="rId11" Type="http://schemas.openxmlformats.org/officeDocument/2006/relationships/tags" Target="../tags/tag696.xml"/><Relationship Id="rId10" Type="http://schemas.openxmlformats.org/officeDocument/2006/relationships/tags" Target="../tags/tag695.xml"/><Relationship Id="rId1" Type="http://schemas.openxmlformats.org/officeDocument/2006/relationships/tags" Target="../tags/tag68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8.xml"/><Relationship Id="rId8" Type="http://schemas.openxmlformats.org/officeDocument/2006/relationships/tags" Target="../tags/tag717.xml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tags" Target="../tags/tag713.xml"/><Relationship Id="rId3" Type="http://schemas.openxmlformats.org/officeDocument/2006/relationships/tags" Target="../tags/tag712.xml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32.xml"/><Relationship Id="rId22" Type="http://schemas.openxmlformats.org/officeDocument/2006/relationships/tags" Target="../tags/tag731.xml"/><Relationship Id="rId21" Type="http://schemas.openxmlformats.org/officeDocument/2006/relationships/tags" Target="../tags/tag730.xml"/><Relationship Id="rId20" Type="http://schemas.openxmlformats.org/officeDocument/2006/relationships/tags" Target="../tags/tag729.xml"/><Relationship Id="rId2" Type="http://schemas.openxmlformats.org/officeDocument/2006/relationships/tags" Target="../tags/tag711.xml"/><Relationship Id="rId19" Type="http://schemas.openxmlformats.org/officeDocument/2006/relationships/tags" Target="../tags/tag728.xml"/><Relationship Id="rId18" Type="http://schemas.openxmlformats.org/officeDocument/2006/relationships/tags" Target="../tags/tag727.xml"/><Relationship Id="rId17" Type="http://schemas.openxmlformats.org/officeDocument/2006/relationships/tags" Target="../tags/tag726.xml"/><Relationship Id="rId16" Type="http://schemas.openxmlformats.org/officeDocument/2006/relationships/tags" Target="../tags/tag725.xml"/><Relationship Id="rId15" Type="http://schemas.openxmlformats.org/officeDocument/2006/relationships/tags" Target="../tags/tag724.xml"/><Relationship Id="rId14" Type="http://schemas.openxmlformats.org/officeDocument/2006/relationships/tags" Target="../tags/tag723.xml"/><Relationship Id="rId13" Type="http://schemas.openxmlformats.org/officeDocument/2006/relationships/tags" Target="../tags/tag722.xml"/><Relationship Id="rId12" Type="http://schemas.openxmlformats.org/officeDocument/2006/relationships/tags" Target="../tags/tag721.xml"/><Relationship Id="rId11" Type="http://schemas.openxmlformats.org/officeDocument/2006/relationships/tags" Target="../tags/tag720.xml"/><Relationship Id="rId10" Type="http://schemas.openxmlformats.org/officeDocument/2006/relationships/tags" Target="../tags/tag719.xml"/><Relationship Id="rId1" Type="http://schemas.openxmlformats.org/officeDocument/2006/relationships/tags" Target="../tags/tag7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tags" Target="../tags/tag740.xml"/><Relationship Id="rId7" Type="http://schemas.openxmlformats.org/officeDocument/2006/relationships/tags" Target="../tags/tag739.xml"/><Relationship Id="rId6" Type="http://schemas.openxmlformats.org/officeDocument/2006/relationships/tags" Target="../tags/tag738.xml"/><Relationship Id="rId5" Type="http://schemas.openxmlformats.org/officeDocument/2006/relationships/tags" Target="../tags/tag737.xml"/><Relationship Id="rId4" Type="http://schemas.openxmlformats.org/officeDocument/2006/relationships/tags" Target="../tags/tag736.xml"/><Relationship Id="rId31" Type="http://schemas.openxmlformats.org/officeDocument/2006/relationships/notesSlide" Target="../notesSlides/notesSlide11.xml"/><Relationship Id="rId30" Type="http://schemas.openxmlformats.org/officeDocument/2006/relationships/slideLayout" Target="../slideLayouts/slideLayout11.xml"/><Relationship Id="rId3" Type="http://schemas.openxmlformats.org/officeDocument/2006/relationships/tags" Target="../tags/tag735.xml"/><Relationship Id="rId29" Type="http://schemas.openxmlformats.org/officeDocument/2006/relationships/tags" Target="../tags/tag761.xml"/><Relationship Id="rId28" Type="http://schemas.openxmlformats.org/officeDocument/2006/relationships/tags" Target="../tags/tag760.xml"/><Relationship Id="rId27" Type="http://schemas.openxmlformats.org/officeDocument/2006/relationships/tags" Target="../tags/tag759.xml"/><Relationship Id="rId26" Type="http://schemas.openxmlformats.org/officeDocument/2006/relationships/tags" Target="../tags/tag758.xml"/><Relationship Id="rId25" Type="http://schemas.openxmlformats.org/officeDocument/2006/relationships/tags" Target="../tags/tag757.xml"/><Relationship Id="rId24" Type="http://schemas.openxmlformats.org/officeDocument/2006/relationships/tags" Target="../tags/tag756.xml"/><Relationship Id="rId23" Type="http://schemas.openxmlformats.org/officeDocument/2006/relationships/tags" Target="../tags/tag755.xml"/><Relationship Id="rId22" Type="http://schemas.openxmlformats.org/officeDocument/2006/relationships/tags" Target="../tags/tag754.xml"/><Relationship Id="rId21" Type="http://schemas.openxmlformats.org/officeDocument/2006/relationships/tags" Target="../tags/tag753.xml"/><Relationship Id="rId20" Type="http://schemas.openxmlformats.org/officeDocument/2006/relationships/tags" Target="../tags/tag752.xml"/><Relationship Id="rId2" Type="http://schemas.openxmlformats.org/officeDocument/2006/relationships/tags" Target="../tags/tag734.xml"/><Relationship Id="rId19" Type="http://schemas.openxmlformats.org/officeDocument/2006/relationships/tags" Target="../tags/tag751.xml"/><Relationship Id="rId18" Type="http://schemas.openxmlformats.org/officeDocument/2006/relationships/tags" Target="../tags/tag750.xml"/><Relationship Id="rId17" Type="http://schemas.openxmlformats.org/officeDocument/2006/relationships/tags" Target="../tags/tag749.xml"/><Relationship Id="rId16" Type="http://schemas.openxmlformats.org/officeDocument/2006/relationships/tags" Target="../tags/tag748.xml"/><Relationship Id="rId15" Type="http://schemas.openxmlformats.org/officeDocument/2006/relationships/tags" Target="../tags/tag747.xml"/><Relationship Id="rId14" Type="http://schemas.openxmlformats.org/officeDocument/2006/relationships/tags" Target="../tags/tag746.xml"/><Relationship Id="rId13" Type="http://schemas.openxmlformats.org/officeDocument/2006/relationships/tags" Target="../tags/tag745.xml"/><Relationship Id="rId12" Type="http://schemas.openxmlformats.org/officeDocument/2006/relationships/tags" Target="../tags/tag744.xml"/><Relationship Id="rId11" Type="http://schemas.openxmlformats.org/officeDocument/2006/relationships/tags" Target="../tags/tag743.xml"/><Relationship Id="rId10" Type="http://schemas.openxmlformats.org/officeDocument/2006/relationships/tags" Target="../tags/tag742.xml"/><Relationship Id="rId1" Type="http://schemas.openxmlformats.org/officeDocument/2006/relationships/tags" Target="../tags/tag73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0.xml"/><Relationship Id="rId8" Type="http://schemas.openxmlformats.org/officeDocument/2006/relationships/tags" Target="../tags/tag769.xml"/><Relationship Id="rId7" Type="http://schemas.openxmlformats.org/officeDocument/2006/relationships/tags" Target="../tags/tag768.xml"/><Relationship Id="rId6" Type="http://schemas.openxmlformats.org/officeDocument/2006/relationships/tags" Target="../tags/tag767.xml"/><Relationship Id="rId5" Type="http://schemas.openxmlformats.org/officeDocument/2006/relationships/tags" Target="../tags/tag766.xml"/><Relationship Id="rId4" Type="http://schemas.openxmlformats.org/officeDocument/2006/relationships/tags" Target="../tags/tag765.xml"/><Relationship Id="rId3" Type="http://schemas.openxmlformats.org/officeDocument/2006/relationships/tags" Target="../tags/tag764.xml"/><Relationship Id="rId20" Type="http://schemas.openxmlformats.org/officeDocument/2006/relationships/notesSlide" Target="../notesSlides/notesSlide12.xml"/><Relationship Id="rId2" Type="http://schemas.openxmlformats.org/officeDocument/2006/relationships/tags" Target="../tags/tag763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79.xml"/><Relationship Id="rId17" Type="http://schemas.openxmlformats.org/officeDocument/2006/relationships/tags" Target="../tags/tag778.xml"/><Relationship Id="rId16" Type="http://schemas.openxmlformats.org/officeDocument/2006/relationships/tags" Target="../tags/tag777.xml"/><Relationship Id="rId15" Type="http://schemas.openxmlformats.org/officeDocument/2006/relationships/tags" Target="../tags/tag776.xml"/><Relationship Id="rId14" Type="http://schemas.openxmlformats.org/officeDocument/2006/relationships/tags" Target="../tags/tag775.xml"/><Relationship Id="rId13" Type="http://schemas.openxmlformats.org/officeDocument/2006/relationships/tags" Target="../tags/tag774.xml"/><Relationship Id="rId12" Type="http://schemas.openxmlformats.org/officeDocument/2006/relationships/tags" Target="../tags/tag773.xml"/><Relationship Id="rId11" Type="http://schemas.openxmlformats.org/officeDocument/2006/relationships/tags" Target="../tags/tag772.xml"/><Relationship Id="rId10" Type="http://schemas.openxmlformats.org/officeDocument/2006/relationships/tags" Target="../tags/tag771.xml"/><Relationship Id="rId1" Type="http://schemas.openxmlformats.org/officeDocument/2006/relationships/tags" Target="../tags/tag76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7.xml"/><Relationship Id="rId8" Type="http://schemas.openxmlformats.org/officeDocument/2006/relationships/tags" Target="../tags/tag786.xml"/><Relationship Id="rId7" Type="http://schemas.openxmlformats.org/officeDocument/2006/relationships/tags" Target="../tags/tag785.xml"/><Relationship Id="rId6" Type="http://schemas.openxmlformats.org/officeDocument/2006/relationships/tags" Target="../tags/tag784.xml"/><Relationship Id="rId5" Type="http://schemas.openxmlformats.org/officeDocument/2006/relationships/image" Target="../media/image8.png"/><Relationship Id="rId4" Type="http://schemas.openxmlformats.org/officeDocument/2006/relationships/tags" Target="../tags/tag783.xml"/><Relationship Id="rId3" Type="http://schemas.openxmlformats.org/officeDocument/2006/relationships/tags" Target="../tags/tag782.xml"/><Relationship Id="rId2" Type="http://schemas.openxmlformats.org/officeDocument/2006/relationships/tags" Target="../tags/tag781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92.xml"/><Relationship Id="rId13" Type="http://schemas.openxmlformats.org/officeDocument/2006/relationships/tags" Target="../tags/tag791.xml"/><Relationship Id="rId12" Type="http://schemas.openxmlformats.org/officeDocument/2006/relationships/tags" Target="../tags/tag790.xml"/><Relationship Id="rId11" Type="http://schemas.openxmlformats.org/officeDocument/2006/relationships/tags" Target="../tags/tag789.xml"/><Relationship Id="rId10" Type="http://schemas.openxmlformats.org/officeDocument/2006/relationships/tags" Target="../tags/tag788.xml"/><Relationship Id="rId1" Type="http://schemas.openxmlformats.org/officeDocument/2006/relationships/tags" Target="../tags/tag78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9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tags" Target="../tags/tag795.xml"/><Relationship Id="rId2" Type="http://schemas.openxmlformats.org/officeDocument/2006/relationships/tags" Target="../tags/tag794.xml"/><Relationship Id="rId1" Type="http://schemas.openxmlformats.org/officeDocument/2006/relationships/tags" Target="../tags/tag793.xml"/></Relationships>
</file>

<file path=ppt/slides/_rels/slide15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8" Type="http://schemas.openxmlformats.org/officeDocument/2006/relationships/diagramColors" Target="../diagrams/colors1.xml"/><Relationship Id="rId7" Type="http://schemas.openxmlformats.org/officeDocument/2006/relationships/diagramQuickStyle" Target="../diagrams/quickStyle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tags" Target="../tags/tag800.xml"/><Relationship Id="rId3" Type="http://schemas.openxmlformats.org/officeDocument/2006/relationships/tags" Target="../tags/tag799.xml"/><Relationship Id="rId2" Type="http://schemas.openxmlformats.org/officeDocument/2006/relationships/tags" Target="../tags/tag798.xml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801.xml"/><Relationship Id="rId1" Type="http://schemas.openxmlformats.org/officeDocument/2006/relationships/tags" Target="../tags/tag79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806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tags" Target="../tags/tag805.xml"/><Relationship Id="rId3" Type="http://schemas.openxmlformats.org/officeDocument/2006/relationships/tags" Target="../tags/tag804.xml"/><Relationship Id="rId2" Type="http://schemas.openxmlformats.org/officeDocument/2006/relationships/tags" Target="../tags/tag803.xml"/><Relationship Id="rId1" Type="http://schemas.openxmlformats.org/officeDocument/2006/relationships/tags" Target="../tags/tag80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15.xml"/><Relationship Id="rId8" Type="http://schemas.openxmlformats.org/officeDocument/2006/relationships/tags" Target="../tags/tag814.xml"/><Relationship Id="rId7" Type="http://schemas.openxmlformats.org/officeDocument/2006/relationships/tags" Target="../tags/tag813.xml"/><Relationship Id="rId6" Type="http://schemas.openxmlformats.org/officeDocument/2006/relationships/tags" Target="../tags/tag812.xml"/><Relationship Id="rId5" Type="http://schemas.openxmlformats.org/officeDocument/2006/relationships/tags" Target="../tags/tag811.xml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808.xml"/><Relationship Id="rId19" Type="http://schemas.openxmlformats.org/officeDocument/2006/relationships/tags" Target="../tags/tag825.xml"/><Relationship Id="rId18" Type="http://schemas.openxmlformats.org/officeDocument/2006/relationships/tags" Target="../tags/tag824.xml"/><Relationship Id="rId17" Type="http://schemas.openxmlformats.org/officeDocument/2006/relationships/tags" Target="../tags/tag823.xml"/><Relationship Id="rId16" Type="http://schemas.openxmlformats.org/officeDocument/2006/relationships/tags" Target="../tags/tag822.xml"/><Relationship Id="rId15" Type="http://schemas.openxmlformats.org/officeDocument/2006/relationships/tags" Target="../tags/tag821.xml"/><Relationship Id="rId14" Type="http://schemas.openxmlformats.org/officeDocument/2006/relationships/tags" Target="../tags/tag820.xml"/><Relationship Id="rId13" Type="http://schemas.openxmlformats.org/officeDocument/2006/relationships/tags" Target="../tags/tag819.xml"/><Relationship Id="rId12" Type="http://schemas.openxmlformats.org/officeDocument/2006/relationships/tags" Target="../tags/tag818.xml"/><Relationship Id="rId11" Type="http://schemas.openxmlformats.org/officeDocument/2006/relationships/tags" Target="../tags/tag817.xml"/><Relationship Id="rId10" Type="http://schemas.openxmlformats.org/officeDocument/2006/relationships/tags" Target="../tags/tag816.xml"/><Relationship Id="rId1" Type="http://schemas.openxmlformats.org/officeDocument/2006/relationships/tags" Target="../tags/tag80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33.xml"/><Relationship Id="rId8" Type="http://schemas.openxmlformats.org/officeDocument/2006/relationships/tags" Target="../tags/tag832.xml"/><Relationship Id="rId7" Type="http://schemas.openxmlformats.org/officeDocument/2006/relationships/tags" Target="../tags/tag831.xml"/><Relationship Id="rId6" Type="http://schemas.openxmlformats.org/officeDocument/2006/relationships/tags" Target="../tags/tag830.xml"/><Relationship Id="rId5" Type="http://schemas.openxmlformats.org/officeDocument/2006/relationships/image" Target="../media/image12.jpeg"/><Relationship Id="rId4" Type="http://schemas.openxmlformats.org/officeDocument/2006/relationships/tags" Target="../tags/tag829.xml"/><Relationship Id="rId3" Type="http://schemas.openxmlformats.org/officeDocument/2006/relationships/tags" Target="../tags/tag828.xml"/><Relationship Id="rId21" Type="http://schemas.openxmlformats.org/officeDocument/2006/relationships/notesSlide" Target="../notesSlides/notesSlide18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827.xml"/><Relationship Id="rId19" Type="http://schemas.openxmlformats.org/officeDocument/2006/relationships/tags" Target="../tags/tag843.xml"/><Relationship Id="rId18" Type="http://schemas.openxmlformats.org/officeDocument/2006/relationships/tags" Target="../tags/tag842.xml"/><Relationship Id="rId17" Type="http://schemas.openxmlformats.org/officeDocument/2006/relationships/tags" Target="../tags/tag841.xml"/><Relationship Id="rId16" Type="http://schemas.openxmlformats.org/officeDocument/2006/relationships/tags" Target="../tags/tag840.xml"/><Relationship Id="rId15" Type="http://schemas.openxmlformats.org/officeDocument/2006/relationships/tags" Target="../tags/tag839.xml"/><Relationship Id="rId14" Type="http://schemas.openxmlformats.org/officeDocument/2006/relationships/tags" Target="../tags/tag838.xml"/><Relationship Id="rId13" Type="http://schemas.openxmlformats.org/officeDocument/2006/relationships/tags" Target="../tags/tag837.xml"/><Relationship Id="rId12" Type="http://schemas.openxmlformats.org/officeDocument/2006/relationships/tags" Target="../tags/tag836.xml"/><Relationship Id="rId11" Type="http://schemas.openxmlformats.org/officeDocument/2006/relationships/tags" Target="../tags/tag835.xml"/><Relationship Id="rId10" Type="http://schemas.openxmlformats.org/officeDocument/2006/relationships/tags" Target="../tags/tag834.xml"/><Relationship Id="rId1" Type="http://schemas.openxmlformats.org/officeDocument/2006/relationships/tags" Target="../tags/tag82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52.xml"/><Relationship Id="rId8" Type="http://schemas.openxmlformats.org/officeDocument/2006/relationships/tags" Target="../tags/tag851.xml"/><Relationship Id="rId7" Type="http://schemas.openxmlformats.org/officeDocument/2006/relationships/tags" Target="../tags/tag850.xml"/><Relationship Id="rId6" Type="http://schemas.openxmlformats.org/officeDocument/2006/relationships/tags" Target="../tags/tag849.xml"/><Relationship Id="rId5" Type="http://schemas.openxmlformats.org/officeDocument/2006/relationships/tags" Target="../tags/tag848.xml"/><Relationship Id="rId49" Type="http://schemas.openxmlformats.org/officeDocument/2006/relationships/notesSlide" Target="../notesSlides/notesSlide19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90.xml"/><Relationship Id="rId46" Type="http://schemas.openxmlformats.org/officeDocument/2006/relationships/tags" Target="../tags/tag889.xml"/><Relationship Id="rId45" Type="http://schemas.openxmlformats.org/officeDocument/2006/relationships/tags" Target="../tags/tag888.xml"/><Relationship Id="rId44" Type="http://schemas.openxmlformats.org/officeDocument/2006/relationships/tags" Target="../tags/tag887.xml"/><Relationship Id="rId43" Type="http://schemas.openxmlformats.org/officeDocument/2006/relationships/tags" Target="../tags/tag886.xml"/><Relationship Id="rId42" Type="http://schemas.openxmlformats.org/officeDocument/2006/relationships/tags" Target="../tags/tag885.xml"/><Relationship Id="rId41" Type="http://schemas.openxmlformats.org/officeDocument/2006/relationships/tags" Target="../tags/tag884.xml"/><Relationship Id="rId40" Type="http://schemas.openxmlformats.org/officeDocument/2006/relationships/tags" Target="../tags/tag883.xml"/><Relationship Id="rId4" Type="http://schemas.openxmlformats.org/officeDocument/2006/relationships/tags" Target="../tags/tag847.xml"/><Relationship Id="rId39" Type="http://schemas.openxmlformats.org/officeDocument/2006/relationships/tags" Target="../tags/tag882.xml"/><Relationship Id="rId38" Type="http://schemas.openxmlformats.org/officeDocument/2006/relationships/tags" Target="../tags/tag881.xml"/><Relationship Id="rId37" Type="http://schemas.openxmlformats.org/officeDocument/2006/relationships/tags" Target="../tags/tag880.xml"/><Relationship Id="rId36" Type="http://schemas.openxmlformats.org/officeDocument/2006/relationships/tags" Target="../tags/tag879.xml"/><Relationship Id="rId35" Type="http://schemas.openxmlformats.org/officeDocument/2006/relationships/tags" Target="../tags/tag878.xml"/><Relationship Id="rId34" Type="http://schemas.openxmlformats.org/officeDocument/2006/relationships/tags" Target="../tags/tag877.xml"/><Relationship Id="rId33" Type="http://schemas.openxmlformats.org/officeDocument/2006/relationships/tags" Target="../tags/tag876.xml"/><Relationship Id="rId32" Type="http://schemas.openxmlformats.org/officeDocument/2006/relationships/tags" Target="../tags/tag875.xml"/><Relationship Id="rId31" Type="http://schemas.openxmlformats.org/officeDocument/2006/relationships/tags" Target="../tags/tag874.xml"/><Relationship Id="rId30" Type="http://schemas.openxmlformats.org/officeDocument/2006/relationships/tags" Target="../tags/tag873.xml"/><Relationship Id="rId3" Type="http://schemas.openxmlformats.org/officeDocument/2006/relationships/tags" Target="../tags/tag846.xml"/><Relationship Id="rId29" Type="http://schemas.openxmlformats.org/officeDocument/2006/relationships/tags" Target="../tags/tag872.xml"/><Relationship Id="rId28" Type="http://schemas.openxmlformats.org/officeDocument/2006/relationships/tags" Target="../tags/tag871.xml"/><Relationship Id="rId27" Type="http://schemas.openxmlformats.org/officeDocument/2006/relationships/tags" Target="../tags/tag870.xml"/><Relationship Id="rId26" Type="http://schemas.openxmlformats.org/officeDocument/2006/relationships/tags" Target="../tags/tag869.xml"/><Relationship Id="rId25" Type="http://schemas.openxmlformats.org/officeDocument/2006/relationships/tags" Target="../tags/tag868.xml"/><Relationship Id="rId24" Type="http://schemas.openxmlformats.org/officeDocument/2006/relationships/tags" Target="../tags/tag867.xml"/><Relationship Id="rId23" Type="http://schemas.openxmlformats.org/officeDocument/2006/relationships/tags" Target="../tags/tag866.xml"/><Relationship Id="rId22" Type="http://schemas.openxmlformats.org/officeDocument/2006/relationships/tags" Target="../tags/tag865.xml"/><Relationship Id="rId21" Type="http://schemas.openxmlformats.org/officeDocument/2006/relationships/tags" Target="../tags/tag864.xml"/><Relationship Id="rId20" Type="http://schemas.openxmlformats.org/officeDocument/2006/relationships/tags" Target="../tags/tag863.xml"/><Relationship Id="rId2" Type="http://schemas.openxmlformats.org/officeDocument/2006/relationships/tags" Target="../tags/tag845.xml"/><Relationship Id="rId19" Type="http://schemas.openxmlformats.org/officeDocument/2006/relationships/tags" Target="../tags/tag862.xml"/><Relationship Id="rId18" Type="http://schemas.openxmlformats.org/officeDocument/2006/relationships/tags" Target="../tags/tag861.xml"/><Relationship Id="rId17" Type="http://schemas.openxmlformats.org/officeDocument/2006/relationships/tags" Target="../tags/tag860.xml"/><Relationship Id="rId16" Type="http://schemas.openxmlformats.org/officeDocument/2006/relationships/tags" Target="../tags/tag859.xml"/><Relationship Id="rId15" Type="http://schemas.openxmlformats.org/officeDocument/2006/relationships/tags" Target="../tags/tag858.xml"/><Relationship Id="rId14" Type="http://schemas.openxmlformats.org/officeDocument/2006/relationships/tags" Target="../tags/tag857.xml"/><Relationship Id="rId13" Type="http://schemas.openxmlformats.org/officeDocument/2006/relationships/tags" Target="../tags/tag856.xml"/><Relationship Id="rId12" Type="http://schemas.openxmlformats.org/officeDocument/2006/relationships/tags" Target="../tags/tag855.xml"/><Relationship Id="rId11" Type="http://schemas.openxmlformats.org/officeDocument/2006/relationships/tags" Target="../tags/tag854.xml"/><Relationship Id="rId10" Type="http://schemas.openxmlformats.org/officeDocument/2006/relationships/tags" Target="../tags/tag853.xml"/><Relationship Id="rId1" Type="http://schemas.openxmlformats.org/officeDocument/2006/relationships/tags" Target="../tags/tag84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92.xml"/><Relationship Id="rId1" Type="http://schemas.openxmlformats.org/officeDocument/2006/relationships/tags" Target="../tags/tag8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路由配置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Administrator/Desktop/千库网_手机数字键盘_元素编号12911135.png千库网_手机数字键盘_元素编号1291113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16855" y="1271270"/>
            <a:ext cx="4267835" cy="4267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05150" y="5766435"/>
            <a:ext cx="5476240" cy="471170"/>
            <a:chOff x="9493" y="9474"/>
            <a:chExt cx="8781" cy="742"/>
          </a:xfrm>
        </p:grpSpPr>
        <p:sp>
          <p:nvSpPr>
            <p:cNvPr id="12" name="任意多边形 228"/>
            <p:cNvSpPr/>
            <p:nvPr>
              <p:custDataLst>
                <p:tags r:id="rId4"/>
              </p:custDataLst>
            </p:nvPr>
          </p:nvSpPr>
          <p:spPr>
            <a:xfrm>
              <a:off x="9493" y="9474"/>
              <a:ext cx="8781" cy="742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792" y="9535"/>
              <a:ext cx="8236" cy="651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现实生活中的路由：按键与服务之间的映射关系..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4" name="PA-îṩlîďe"/>
          <p:cNvSpPr/>
          <p:nvPr>
            <p:custDataLst>
              <p:tags r:id="rId5"/>
            </p:custDataLst>
          </p:nvPr>
        </p:nvSpPr>
        <p:spPr>
          <a:xfrm>
            <a:off x="5278120" y="737870"/>
            <a:ext cx="4383405" cy="494030"/>
          </a:xfrm>
          <a:prstGeom prst="round2SameRect">
            <a:avLst/>
          </a:prstGeom>
          <a:gradFill>
            <a:gsLst>
              <a:gs pos="0">
                <a:schemeClr val="accent1">
                  <a:alpha val="98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en-US" altLang="zh-CN" sz="1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PA-文本框 55"/>
          <p:cNvSpPr txBox="1"/>
          <p:nvPr>
            <p:custDataLst>
              <p:tags r:id="rId6"/>
            </p:custDataLst>
          </p:nvPr>
        </p:nvSpPr>
        <p:spPr>
          <a:xfrm>
            <a:off x="6127115" y="841375"/>
            <a:ext cx="3190875" cy="378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不同按键，呼叫不同功能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 descr="千库网_扁平风客服人物元素_元素编号12456360"/>
          <p:cNvPicPr>
            <a:picLocks noChangeAspect="1"/>
          </p:cNvPicPr>
          <p:nvPr/>
        </p:nvPicPr>
        <p:blipFill>
          <a:blip r:embed="rId7"/>
          <a:srcRect t="4598" r="5779" b="4662"/>
          <a:stretch>
            <a:fillRect/>
          </a:stretch>
        </p:blipFill>
        <p:spPr>
          <a:xfrm>
            <a:off x="1143000" y="1225550"/>
            <a:ext cx="3961130" cy="38144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89760" y="5446395"/>
            <a:ext cx="8164830" cy="860425"/>
            <a:chOff x="7783" y="9141"/>
            <a:chExt cx="12858" cy="1355"/>
          </a:xfrm>
        </p:grpSpPr>
        <p:sp>
          <p:nvSpPr>
            <p:cNvPr id="12" name="任意多边形 228"/>
            <p:cNvSpPr/>
            <p:nvPr>
              <p:custDataLst>
                <p:tags r:id="rId3"/>
              </p:custDataLst>
            </p:nvPr>
          </p:nvSpPr>
          <p:spPr>
            <a:xfrm>
              <a:off x="7783" y="9141"/>
              <a:ext cx="12858" cy="1355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783" y="9290"/>
              <a:ext cx="124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路由：将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客户端请求映射为服务器的响应操作..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通过合理地设计路由，可以实现页面跳转、接口调用等各种需求..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748670" y="1878871"/>
            <a:ext cx="8664694" cy="2513423"/>
            <a:chOff x="2754" y="4593"/>
            <a:chExt cx="13645" cy="3958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 rotWithShape="1">
            <a:blip r:embed="rId4"/>
            <a:srcRect l="1506" t="9134" r="87579" b="60782"/>
            <a:stretch>
              <a:fillRect/>
            </a:stretch>
          </p:blipFill>
          <p:spPr>
            <a:xfrm>
              <a:off x="2811" y="4922"/>
              <a:ext cx="1700" cy="158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 rotWithShape="1">
            <a:blip r:embed="rId4"/>
            <a:srcRect l="1506" t="9134" r="87579" b="60782"/>
            <a:stretch>
              <a:fillRect/>
            </a:stretch>
          </p:blipFill>
          <p:spPr>
            <a:xfrm>
              <a:off x="2754" y="6969"/>
              <a:ext cx="1700" cy="158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1" name="矩形: 圆角 37"/>
            <p:cNvSpPr/>
            <p:nvPr>
              <p:custDataLst>
                <p:tags r:id="rId5"/>
              </p:custDataLst>
            </p:nvPr>
          </p:nvSpPr>
          <p:spPr>
            <a:xfrm>
              <a:off x="6530" y="5429"/>
              <a:ext cx="4019" cy="3122"/>
            </a:xfrm>
            <a:prstGeom prst="roundRect">
              <a:avLst/>
            </a:prstGeom>
            <a:noFill/>
            <a:ln w="28575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矩形: 圆角 38"/>
            <p:cNvSpPr/>
            <p:nvPr>
              <p:custDataLst>
                <p:tags r:id="rId6"/>
              </p:custDataLst>
            </p:nvPr>
          </p:nvSpPr>
          <p:spPr>
            <a:xfrm>
              <a:off x="7108" y="6047"/>
              <a:ext cx="2784" cy="751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URI</a:t>
              </a:r>
              <a:endParaRPr lang="en-US" altLang="zh-CN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矩形: 圆角 39"/>
            <p:cNvSpPr/>
            <p:nvPr>
              <p:custDataLst>
                <p:tags r:id="rId7"/>
              </p:custDataLst>
            </p:nvPr>
          </p:nvSpPr>
          <p:spPr>
            <a:xfrm>
              <a:off x="7140" y="7211"/>
              <a:ext cx="2784" cy="751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</a:t>
              </a:r>
              <a:r>
                <a:rPr lang="zh-CN" altLang="en-US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请求</a:t>
              </a:r>
              <a:endParaRPr lang="zh-CN" altLang="en-US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4" name="直接箭头连接符 63"/>
            <p:cNvCxnSpPr/>
            <p:nvPr>
              <p:custDataLst>
                <p:tags r:id="rId8"/>
              </p:custDataLst>
            </p:nvPr>
          </p:nvCxnSpPr>
          <p:spPr>
            <a:xfrm>
              <a:off x="4526" y="5867"/>
              <a:ext cx="1974" cy="406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>
              <p:custDataLst>
                <p:tags r:id="rId9"/>
              </p:custDataLst>
            </p:nvPr>
          </p:nvCxnSpPr>
          <p:spPr>
            <a:xfrm flipV="1">
              <a:off x="4556" y="7572"/>
              <a:ext cx="1974" cy="406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>
              <a:off x="11074" y="6479"/>
              <a:ext cx="2302" cy="0"/>
            </a:xfrm>
            <a:prstGeom prst="straightConnector1">
              <a:avLst/>
            </a:prstGeom>
            <a:ln w="28575">
              <a:solidFill>
                <a:srgbClr val="D1644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H="1">
              <a:off x="11074" y="7465"/>
              <a:ext cx="2208" cy="0"/>
            </a:xfrm>
            <a:prstGeom prst="straightConnector1">
              <a:avLst/>
            </a:prstGeom>
            <a:ln w="28575">
              <a:solidFill>
                <a:srgbClr val="D1644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416" y="4593"/>
              <a:ext cx="1700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Server</a:t>
              </a:r>
              <a:endPara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11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81" y="5190"/>
              <a:ext cx="4018" cy="3361"/>
            </a:xfrm>
            <a:prstGeom prst="rect">
              <a:avLst/>
            </a:prstGeom>
          </p:spPr>
        </p:pic>
        <p:sp>
          <p:nvSpPr>
            <p:cNvPr id="70" name="TextBox 3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78" y="4643"/>
              <a:ext cx="3536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端点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Endpoint</a:t>
              </a: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871980" y="3082925"/>
            <a:ext cx="3020695" cy="698500"/>
            <a:chOff x="2948" y="4855"/>
            <a:chExt cx="4757" cy="110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路由</a:t>
              </a:r>
              <a:r>
                <a:rPr lang="zh-CN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简介</a:t>
              </a:r>
              <a:endParaRPr lang="zh-CN" altLang="zh-CN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1655" y="3082925"/>
            <a:ext cx="3485515" cy="698500"/>
            <a:chOff x="12853" y="4855"/>
            <a:chExt cx="5489" cy="11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2853" y="4855"/>
              <a:ext cx="1101" cy="1101"/>
            </a:xfrm>
            <a:prstGeom prst="rect">
              <a:avLst/>
            </a:prstGeom>
            <a:solidFill>
              <a:srgbClr val="15C2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4126" y="5030"/>
              <a:ext cx="4217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模块化路由</a:t>
              </a:r>
              <a:endParaRPr lang="zh-CN" altLang="en-US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078730" y="3082925"/>
            <a:ext cx="3020695" cy="698500"/>
            <a:chOff x="7998" y="4855"/>
            <a:chExt cx="4757" cy="1100"/>
          </a:xfrm>
        </p:grpSpPr>
        <p:sp>
          <p:nvSpPr>
            <p:cNvPr id="6" name="矩形 5"/>
            <p:cNvSpPr/>
            <p:nvPr>
              <p:custDataLst>
                <p:tags r:id="rId6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7"/>
              </p:custDataLst>
            </p:nvPr>
          </p:nvSpPr>
          <p:spPr>
            <a:xfrm>
              <a:off x="927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app级别路由</a:t>
              </a:r>
              <a:endParaRPr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995507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路由介绍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4"/>
            </p:custDataLst>
          </p:nvPr>
        </p:nvSpPr>
        <p:spPr>
          <a:xfrm>
            <a:off x="209006" y="1266626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23" name="图形 2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650" y="1341987"/>
            <a:ext cx="569913" cy="569913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1748790" y="1387475"/>
            <a:ext cx="198818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路由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14700" y="1217295"/>
            <a:ext cx="8506432" cy="903605"/>
            <a:chOff x="5220" y="1917"/>
            <a:chExt cx="14025" cy="1423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5249" y="1917"/>
              <a:ext cx="12976" cy="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路由是指根据用户请求来决定服务器应如何响应的过程</a:t>
              </a:r>
              <a:r>
                <a:rPr 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9"/>
              </p:custDataLst>
            </p:nvPr>
          </p:nvSpPr>
          <p:spPr>
            <a:xfrm>
              <a:off x="5220" y="2539"/>
              <a:ext cx="14025" cy="801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服务器根据客户端路由请求路径和请求方法，将请求分发到相应的处理函数</a:t>
              </a:r>
              <a:r>
                <a:rPr 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" name="矩形: 圆角 21"/>
          <p:cNvSpPr/>
          <p:nvPr>
            <p:custDataLst>
              <p:tags r:id="rId10"/>
            </p:custDataLst>
          </p:nvPr>
        </p:nvSpPr>
        <p:spPr>
          <a:xfrm>
            <a:off x="1554479" y="1269827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67030" y="2444115"/>
            <a:ext cx="10861040" cy="3886835"/>
            <a:chOff x="1170" y="3699"/>
            <a:chExt cx="17104" cy="6121"/>
          </a:xfrm>
        </p:grpSpPr>
        <p:sp>
          <p:nvSpPr>
            <p:cNvPr id="10" name="矩形: 圆角 9"/>
            <p:cNvSpPr/>
            <p:nvPr>
              <p:custDataLst>
                <p:tags r:id="rId11"/>
              </p:custDataLst>
            </p:nvPr>
          </p:nvSpPr>
          <p:spPr>
            <a:xfrm>
              <a:off x="8536" y="3699"/>
              <a:ext cx="2128" cy="2916"/>
            </a:xfrm>
            <a:prstGeom prst="roundRect">
              <a:avLst/>
            </a:prstGeom>
            <a:noFill/>
            <a:ln w="38100">
              <a:solidFill>
                <a:schemeClr val="l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170" y="3716"/>
              <a:ext cx="17104" cy="6104"/>
              <a:chOff x="1170" y="3716"/>
              <a:chExt cx="17104" cy="6104"/>
            </a:xfrm>
          </p:grpSpPr>
          <p:sp>
            <p:nvSpPr>
              <p:cNvPr id="5" name="矩形: 圆角 37"/>
              <p:cNvSpPr/>
              <p:nvPr>
                <p:custDataLst>
                  <p:tags r:id="rId12"/>
                </p:custDataLst>
              </p:nvPr>
            </p:nvSpPr>
            <p:spPr>
              <a:xfrm>
                <a:off x="6366" y="4269"/>
                <a:ext cx="11908" cy="5551"/>
              </a:xfrm>
              <a:prstGeom prst="roundRect">
                <a:avLst/>
              </a:prstGeom>
              <a:noFill/>
              <a:ln w="28575"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" name="矩形: 圆角 39"/>
              <p:cNvSpPr/>
              <p:nvPr>
                <p:custDataLst>
                  <p:tags r:id="rId13"/>
                </p:custDataLst>
              </p:nvPr>
            </p:nvSpPr>
            <p:spPr>
              <a:xfrm>
                <a:off x="4246" y="5507"/>
                <a:ext cx="1784" cy="622"/>
              </a:xfrm>
              <a:prstGeom prst="roundRect">
                <a:avLst/>
              </a:prstGeom>
              <a:solidFill>
                <a:schemeClr val="dk1">
                  <a:lumMod val="75000"/>
                  <a:lumOff val="25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请求</a:t>
                </a:r>
                <a:endParaRPr lang="zh-CN" altLang="en-US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3" name="直接箭头连接符 2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3857" y="6168"/>
                <a:ext cx="2554" cy="603"/>
              </a:xfrm>
              <a:prstGeom prst="straightConnector1">
                <a:avLst/>
              </a:prstGeom>
              <a:ln w="28575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>
                <p:custDataLst>
                  <p:tags r:id="rId15"/>
                </p:custDataLst>
              </p:nvPr>
            </p:nvCxnSpPr>
            <p:spPr>
              <a:xfrm flipH="1" flipV="1">
                <a:off x="3765" y="7180"/>
                <a:ext cx="2594" cy="854"/>
              </a:xfrm>
              <a:prstGeom prst="straightConnector1">
                <a:avLst/>
              </a:prstGeom>
              <a:ln w="28575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31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0230" y="3716"/>
                <a:ext cx="3536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Express</a:t>
                </a:r>
                <a:r>
                  <a: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服务器</a:t>
                </a:r>
                <a:endPara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矩形: 圆角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4246" y="7979"/>
                <a:ext cx="1784" cy="678"/>
              </a:xfrm>
              <a:prstGeom prst="roundRect">
                <a:avLst/>
              </a:prstGeom>
              <a:solidFill>
                <a:schemeClr val="dk1">
                  <a:lumMod val="75000"/>
                  <a:lumOff val="25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响应</a:t>
                </a:r>
                <a:endParaRPr lang="zh-CN" altLang="en-US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TextBox 31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4040" y="4560"/>
                <a:ext cx="2192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r" eaLnBrk="1" hangingPunct="1"/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处理</a:t>
                </a:r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函数</a:t>
                </a:r>
                <a:endPara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7584" y="8823"/>
                <a:ext cx="4411" cy="52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其他</a:t>
                </a:r>
                <a:r>
                  <a:rPr lang="zh-CN" altLang="en-US">
                    <a:solidFill>
                      <a:schemeClr val="tx1"/>
                    </a:solidFill>
                  </a:rPr>
                  <a:t>路由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31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 rot="5400000">
                <a:off x="5563" y="6844"/>
                <a:ext cx="3118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r" eaLnBrk="1" hangingPunct="1"/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从上到下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进行匹配</a:t>
                </a:r>
                <a:endParaRPr lang="zh-CN" altLang="en-US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1170" y="5845"/>
                <a:ext cx="2738" cy="2166"/>
                <a:chOff x="1692" y="5899"/>
                <a:chExt cx="2738" cy="2166"/>
              </a:xfrm>
            </p:grpSpPr>
            <p:pic>
              <p:nvPicPr>
                <p:cNvPr id="13" name="图片 12"/>
                <p:cNvPicPr>
                  <a:picLocks noChangeAspect="1"/>
                </p:cNvPicPr>
                <p:nvPr/>
              </p:nvPicPr>
              <p:blipFill rotWithShape="1">
                <a:blip r:embed="rId20"/>
                <a:srcRect l="1506" t="9134" r="87579" b="60782"/>
                <a:stretch>
                  <a:fillRect/>
                </a:stretch>
              </p:blipFill>
              <p:spPr>
                <a:xfrm>
                  <a:off x="2382" y="5899"/>
                  <a:ext cx="1700" cy="1582"/>
                </a:xfrm>
                <a:prstGeom prst="rect">
                  <a:avLst/>
                </a:prstGeom>
                <a:ln>
                  <a:noFill/>
                </a:ln>
                <a:effectLst>
                  <a:softEdge rad="112500"/>
                </a:effectLst>
              </p:spPr>
            </p:pic>
            <p:sp>
              <p:nvSpPr>
                <p:cNvPr id="55" name="TextBox 31"/>
                <p:cNvSpPr txBox="1">
                  <a:spLocks noChangeArrowhead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1692" y="7509"/>
                  <a:ext cx="2739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45799" tIns="22900" rIns="45799" bIns="22900"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  <a:cs typeface="MS PGothic" panose="020B0600070205080204" charset="-128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5pPr>
                  <a:lvl6pPr marL="2514600" indent="-228600" defTabSz="182753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6pPr>
                  <a:lvl7pPr marL="2971800" indent="-228600" defTabSz="182753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7pPr>
                  <a:lvl8pPr marL="3429000" indent="-228600" defTabSz="182753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8pPr>
                  <a:lvl9pPr marL="3886200" indent="-228600" defTabSz="182753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Lato Light" charset="0"/>
                      <a:ea typeface="MS PGothic" panose="020B0600070205080204" charset="-128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Arial" panose="020B0604020202020204" pitchFamily="34" charset="0"/>
                    </a:rPr>
                    <a:t>客户</a:t>
                  </a:r>
                  <a:r>
                    <a:rPr lang="zh-CN" altLang="en-US" sz="2000" b="1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Arial" panose="020B0604020202020204" pitchFamily="34" charset="0"/>
                    </a:rPr>
                    <a:t>端</a:t>
                  </a:r>
                  <a:endPara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cxnSp>
          <p:nvCxnSpPr>
            <p:cNvPr id="14" name="直接箭头连接符 13"/>
            <p:cNvCxnSpPr/>
            <p:nvPr/>
          </p:nvCxnSpPr>
          <p:spPr>
            <a:xfrm flipH="1">
              <a:off x="6631" y="5053"/>
              <a:ext cx="4" cy="43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7716" y="5510"/>
              <a:ext cx="4239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app.</a:t>
              </a:r>
              <a:r>
                <a:rPr lang="en-US" altLang="zh-CN">
                  <a:solidFill>
                    <a:srgbClr val="FF0000"/>
                  </a:solidFill>
                </a:rPr>
                <a:t>get</a:t>
              </a:r>
              <a:r>
                <a:rPr lang="en-US" altLang="zh-CN">
                  <a:solidFill>
                    <a:schemeClr val="tx1"/>
                  </a:solidFill>
                </a:rPr>
                <a:t>(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</a:t>
              </a:r>
              <a:r>
                <a:rPr lang="en-US" altLang="zh-CN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/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', fun1</a:t>
              </a:r>
              <a:r>
                <a:rPr lang="en-US" altLang="zh-CN">
                  <a:solidFill>
                    <a:schemeClr val="tx1"/>
                  </a:solidFill>
                </a:rPr>
                <a:t>)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691" y="6606"/>
              <a:ext cx="4273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app.</a:t>
              </a:r>
              <a:r>
                <a:rPr lang="en-US" altLang="zh-CN">
                  <a:solidFill>
                    <a:srgbClr val="FF0000"/>
                  </a:solidFill>
                </a:rPr>
                <a:t>get</a:t>
              </a:r>
              <a:r>
                <a:rPr lang="en-US" altLang="zh-CN">
                  <a:solidFill>
                    <a:schemeClr val="tx1"/>
                  </a:solidFill>
                </a:rPr>
                <a:t>(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</a:t>
              </a:r>
              <a:r>
                <a:rPr lang="en-US" altLang="zh-CN" sz="14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/product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', fun2</a:t>
              </a:r>
              <a:r>
                <a:rPr lang="en-US" altLang="zh-CN">
                  <a:solidFill>
                    <a:schemeClr val="tx1"/>
                  </a:solidFill>
                </a:rPr>
                <a:t>)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7674" y="7685"/>
              <a:ext cx="4273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app.</a:t>
              </a:r>
              <a:r>
                <a:rPr lang="en-US" altLang="zh-CN">
                  <a:solidFill>
                    <a:schemeClr val="tx1"/>
                  </a:solidFill>
                </a:rPr>
                <a:t>post(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</a:t>
              </a:r>
              <a:r>
                <a:rPr lang="en-US" altLang="zh-CN" sz="14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/login</a:t>
              </a:r>
              <a:r>
                <a:rPr lang="en-US" altLang="zh-CN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', fun3</a:t>
              </a:r>
              <a:r>
                <a:rPr lang="en-US" altLang="zh-CN">
                  <a:solidFill>
                    <a:schemeClr val="tx1"/>
                  </a:solidFill>
                </a:rPr>
                <a:t>)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2807" y="5371"/>
              <a:ext cx="5344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fun1(req,res){ // </a:t>
              </a:r>
              <a:r>
                <a:rPr lang="zh-CN" altLang="en-US">
                  <a:solidFill>
                    <a:schemeClr val="tx1"/>
                  </a:solidFill>
                </a:rPr>
                <a:t>处理请求代码</a:t>
              </a:r>
              <a:r>
                <a:rPr lang="en-US" altLang="zh-CN">
                  <a:solidFill>
                    <a:schemeClr val="tx1"/>
                  </a:solidFill>
                </a:rPr>
                <a:t>}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2803" y="6782"/>
              <a:ext cx="5344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fun2(req,res){ // </a:t>
              </a:r>
              <a:r>
                <a:rPr lang="zh-CN" altLang="en-US">
                  <a:solidFill>
                    <a:schemeClr val="tx1"/>
                  </a:solidFill>
                </a:rPr>
                <a:t>处理请求代码</a:t>
              </a:r>
              <a:r>
                <a:rPr lang="en-US" altLang="zh-CN">
                  <a:solidFill>
                    <a:schemeClr val="tx1"/>
                  </a:solidFill>
                </a:rPr>
                <a:t>}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2842" y="8211"/>
              <a:ext cx="5344" cy="6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fun3(req,res){ // </a:t>
              </a:r>
              <a:r>
                <a:rPr lang="zh-CN" altLang="en-US">
                  <a:solidFill>
                    <a:schemeClr val="tx1"/>
                  </a:solidFill>
                </a:rPr>
                <a:t>处理请求代码</a:t>
              </a:r>
              <a:r>
                <a:rPr lang="en-US" altLang="zh-CN">
                  <a:solidFill>
                    <a:schemeClr val="tx1"/>
                  </a:solidFill>
                </a:rPr>
                <a:t>}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Box 3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952" y="4560"/>
              <a:ext cx="1278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路由</a:t>
              </a:r>
              <a:endPara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33" name="曲线连接符 32"/>
            <p:cNvCxnSpPr>
              <a:stCxn id="15" idx="3"/>
              <a:endCxn id="16" idx="1"/>
            </p:cNvCxnSpPr>
            <p:nvPr/>
          </p:nvCxnSpPr>
          <p:spPr>
            <a:xfrm flipV="1">
              <a:off x="11955" y="5677"/>
              <a:ext cx="852" cy="13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曲线连接符 33"/>
            <p:cNvCxnSpPr>
              <a:stCxn id="17" idx="3"/>
              <a:endCxn id="27" idx="1"/>
            </p:cNvCxnSpPr>
            <p:nvPr/>
          </p:nvCxnSpPr>
          <p:spPr>
            <a:xfrm>
              <a:off x="11964" y="6912"/>
              <a:ext cx="839" cy="176"/>
            </a:xfrm>
            <a:prstGeom prst="curvedConnector3">
              <a:avLst>
                <a:gd name="adj1" fmla="val 5006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曲线连接符 34"/>
            <p:cNvCxnSpPr>
              <a:stCxn id="18" idx="3"/>
              <a:endCxn id="31" idx="1"/>
            </p:cNvCxnSpPr>
            <p:nvPr/>
          </p:nvCxnSpPr>
          <p:spPr>
            <a:xfrm>
              <a:off x="11947" y="7991"/>
              <a:ext cx="895" cy="526"/>
            </a:xfrm>
            <a:prstGeom prst="curvedConnector3">
              <a:avLst>
                <a:gd name="adj1" fmla="val 50056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TextBox 3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1507" y="5816"/>
              <a:ext cx="1278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分发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TextBox 3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1507" y="7090"/>
              <a:ext cx="1278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分发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TextBox 3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564" y="8090"/>
              <a:ext cx="1278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分发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</p:grpSp>
    </p:spTree>
    <p:custDataLst>
      <p:tags r:id="rId2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295186" y="4581552"/>
            <a:ext cx="841852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请求路径为“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”，也就是网站根目录或首页，请求方法为“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”，则写为：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07795" y="4942205"/>
            <a:ext cx="7962265" cy="1478915"/>
            <a:chOff x="2095" y="7709"/>
            <a:chExt cx="12539" cy="2329"/>
          </a:xfrm>
        </p:grpSpPr>
        <p:sp>
          <p:nvSpPr>
            <p:cNvPr id="50" name="矩形 49"/>
            <p:cNvSpPr/>
            <p:nvPr>
              <p:custDataLst>
                <p:tags r:id="rId4"/>
              </p:custDataLst>
            </p:nvPr>
          </p:nvSpPr>
          <p:spPr>
            <a:xfrm>
              <a:off x="2095" y="7797"/>
              <a:ext cx="12539" cy="2241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2793" y="7709"/>
              <a:ext cx="9598" cy="2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</a:t>
              </a:r>
              <a:r>
                <a:rPr lang="en-US" altLang="zh-CN" sz="1800" b="1" kern="0" dirty="0" err="1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get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req,res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){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indent="203200"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('This is home page!')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42736" y="1617216"/>
            <a:ext cx="609452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7465" indent="496570" algn="just">
              <a:lnSpc>
                <a:spcPct val="150000"/>
              </a:lnSpc>
            </a:pPr>
            <a:r>
              <a:rPr lang="en-US" altLang="zh-CN" sz="20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app.METHOD</a:t>
            </a:r>
            <a:r>
              <a:rPr lang="en-US" altLang="zh-CN" sz="20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(PATH, HANDLER)</a:t>
            </a:r>
            <a:endParaRPr lang="en-US" altLang="zh-CN" sz="2000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7"/>
            </p:custDataLst>
          </p:nvPr>
        </p:nvGraphicFramePr>
        <p:xfrm>
          <a:off x="1414145" y="2250440"/>
          <a:ext cx="7955915" cy="2078990"/>
        </p:xfrm>
        <a:graphic>
          <a:graphicData uri="http://schemas.openxmlformats.org/drawingml/2006/table">
            <a:tbl>
              <a:tblPr firstRow="1" bandRow="1"/>
              <a:tblGrid>
                <a:gridCol w="1025525"/>
                <a:gridCol w="6930390"/>
              </a:tblGrid>
              <a:tr h="4229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名称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4121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app</a:t>
                      </a:r>
                      <a:endParaRPr lang="en-US" altLang="en-US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express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应用实例</a:t>
                      </a:r>
                      <a:endParaRPr lang="zh-CN" altLang="zh-CN" sz="1400" b="1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08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METHOD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请求方法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，支持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get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post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put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delete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等所有的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请求方法，注意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小写</a:t>
                      </a:r>
                      <a:endParaRPr lang="zh-CN" altLang="zh-CN" sz="1400" b="1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1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PATH</a:t>
                      </a:r>
                      <a:endParaRPr lang="en-US" altLang="en-US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请求路径</a:t>
                      </a:r>
                      <a:endParaRPr lang="zh-CN" altLang="en-US" sz="1400" b="1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HANDLER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路由匹配的时候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执行的函数</a:t>
                      </a:r>
                      <a:endParaRPr lang="zh-CN" altLang="zh-CN" sz="1400" b="1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184275" y="1052195"/>
            <a:ext cx="362394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app.js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文件中定义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级别路由..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椭圆 41"/>
          <p:cNvSpPr/>
          <p:nvPr>
            <p:custDataLst>
              <p:tags r:id="rId3"/>
            </p:custDataLst>
          </p:nvPr>
        </p:nvSpPr>
        <p:spPr>
          <a:xfrm>
            <a:off x="9060844" y="2583664"/>
            <a:ext cx="412528" cy="333574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椭圆 38"/>
          <p:cNvSpPr/>
          <p:nvPr>
            <p:custDataLst>
              <p:tags r:id="rId4"/>
            </p:custDataLst>
          </p:nvPr>
        </p:nvSpPr>
        <p:spPr>
          <a:xfrm>
            <a:off x="2499360" y="2555875"/>
            <a:ext cx="412750" cy="389255"/>
          </a:xfrm>
          <a:custGeom>
            <a:avLst/>
            <a:gdLst>
              <a:gd name="connsiteX0" fmla="*/ 255815 w 338138"/>
              <a:gd name="connsiteY0" fmla="*/ 276225 h 319088"/>
              <a:gd name="connsiteX1" fmla="*/ 267653 w 338138"/>
              <a:gd name="connsiteY1" fmla="*/ 282720 h 319088"/>
              <a:gd name="connsiteX2" fmla="*/ 275546 w 338138"/>
              <a:gd name="connsiteY2" fmla="*/ 282720 h 319088"/>
              <a:gd name="connsiteX3" fmla="*/ 287384 w 338138"/>
              <a:gd name="connsiteY3" fmla="*/ 276225 h 319088"/>
              <a:gd name="connsiteX4" fmla="*/ 290015 w 338138"/>
              <a:gd name="connsiteY4" fmla="*/ 277524 h 319088"/>
              <a:gd name="connsiteX5" fmla="*/ 295276 w 338138"/>
              <a:gd name="connsiteY5" fmla="*/ 284018 h 319088"/>
              <a:gd name="connsiteX6" fmla="*/ 295276 w 338138"/>
              <a:gd name="connsiteY6" fmla="*/ 315191 h 319088"/>
              <a:gd name="connsiteX7" fmla="*/ 271600 w 338138"/>
              <a:gd name="connsiteY7" fmla="*/ 319088 h 319088"/>
              <a:gd name="connsiteX8" fmla="*/ 249238 w 338138"/>
              <a:gd name="connsiteY8" fmla="*/ 315191 h 319088"/>
              <a:gd name="connsiteX9" fmla="*/ 249238 w 338138"/>
              <a:gd name="connsiteY9" fmla="*/ 284018 h 319088"/>
              <a:gd name="connsiteX10" fmla="*/ 253184 w 338138"/>
              <a:gd name="connsiteY10" fmla="*/ 277524 h 319088"/>
              <a:gd name="connsiteX11" fmla="*/ 255815 w 338138"/>
              <a:gd name="connsiteY11" fmla="*/ 276225 h 319088"/>
              <a:gd name="connsiteX12" fmla="*/ 50755 w 338138"/>
              <a:gd name="connsiteY12" fmla="*/ 276225 h 319088"/>
              <a:gd name="connsiteX13" fmla="*/ 62593 w 338138"/>
              <a:gd name="connsiteY13" fmla="*/ 282720 h 319088"/>
              <a:gd name="connsiteX14" fmla="*/ 70486 w 338138"/>
              <a:gd name="connsiteY14" fmla="*/ 282720 h 319088"/>
              <a:gd name="connsiteX15" fmla="*/ 82324 w 338138"/>
              <a:gd name="connsiteY15" fmla="*/ 276225 h 319088"/>
              <a:gd name="connsiteX16" fmla="*/ 84955 w 338138"/>
              <a:gd name="connsiteY16" fmla="*/ 277524 h 319088"/>
              <a:gd name="connsiteX17" fmla="*/ 88901 w 338138"/>
              <a:gd name="connsiteY17" fmla="*/ 284018 h 319088"/>
              <a:gd name="connsiteX18" fmla="*/ 88901 w 338138"/>
              <a:gd name="connsiteY18" fmla="*/ 315191 h 319088"/>
              <a:gd name="connsiteX19" fmla="*/ 66539 w 338138"/>
              <a:gd name="connsiteY19" fmla="*/ 319088 h 319088"/>
              <a:gd name="connsiteX20" fmla="*/ 42863 w 338138"/>
              <a:gd name="connsiteY20" fmla="*/ 315191 h 319088"/>
              <a:gd name="connsiteX21" fmla="*/ 42863 w 338138"/>
              <a:gd name="connsiteY21" fmla="*/ 284018 h 319088"/>
              <a:gd name="connsiteX22" fmla="*/ 48124 w 338138"/>
              <a:gd name="connsiteY22" fmla="*/ 277524 h 319088"/>
              <a:gd name="connsiteX23" fmla="*/ 50755 w 338138"/>
              <a:gd name="connsiteY23" fmla="*/ 276225 h 319088"/>
              <a:gd name="connsiteX24" fmla="*/ 273050 w 338138"/>
              <a:gd name="connsiteY24" fmla="*/ 214313 h 319088"/>
              <a:gd name="connsiteX25" fmla="*/ 282575 w 338138"/>
              <a:gd name="connsiteY25" fmla="*/ 224632 h 319088"/>
              <a:gd name="connsiteX26" fmla="*/ 273050 w 338138"/>
              <a:gd name="connsiteY26" fmla="*/ 234951 h 319088"/>
              <a:gd name="connsiteX27" fmla="*/ 263525 w 338138"/>
              <a:gd name="connsiteY27" fmla="*/ 224632 h 319088"/>
              <a:gd name="connsiteX28" fmla="*/ 273050 w 338138"/>
              <a:gd name="connsiteY28" fmla="*/ 214313 h 319088"/>
              <a:gd name="connsiteX29" fmla="*/ 65882 w 338138"/>
              <a:gd name="connsiteY29" fmla="*/ 214313 h 319088"/>
              <a:gd name="connsiteX30" fmla="*/ 76201 w 338138"/>
              <a:gd name="connsiteY30" fmla="*/ 224632 h 319088"/>
              <a:gd name="connsiteX31" fmla="*/ 65882 w 338138"/>
              <a:gd name="connsiteY31" fmla="*/ 234951 h 319088"/>
              <a:gd name="connsiteX32" fmla="*/ 55563 w 338138"/>
              <a:gd name="connsiteY32" fmla="*/ 224632 h 319088"/>
              <a:gd name="connsiteX33" fmla="*/ 65882 w 338138"/>
              <a:gd name="connsiteY33" fmla="*/ 214313 h 319088"/>
              <a:gd name="connsiteX34" fmla="*/ 272257 w 338138"/>
              <a:gd name="connsiteY34" fmla="*/ 196850 h 319088"/>
              <a:gd name="connsiteX35" fmla="*/ 244475 w 338138"/>
              <a:gd name="connsiteY35" fmla="*/ 224632 h 319088"/>
              <a:gd name="connsiteX36" fmla="*/ 272257 w 338138"/>
              <a:gd name="connsiteY36" fmla="*/ 252414 h 319088"/>
              <a:gd name="connsiteX37" fmla="*/ 300039 w 338138"/>
              <a:gd name="connsiteY37" fmla="*/ 224632 h 319088"/>
              <a:gd name="connsiteX38" fmla="*/ 272257 w 338138"/>
              <a:gd name="connsiteY38" fmla="*/ 196850 h 319088"/>
              <a:gd name="connsiteX39" fmla="*/ 65882 w 338138"/>
              <a:gd name="connsiteY39" fmla="*/ 196850 h 319088"/>
              <a:gd name="connsiteX40" fmla="*/ 38100 w 338138"/>
              <a:gd name="connsiteY40" fmla="*/ 224632 h 319088"/>
              <a:gd name="connsiteX41" fmla="*/ 65882 w 338138"/>
              <a:gd name="connsiteY41" fmla="*/ 252414 h 319088"/>
              <a:gd name="connsiteX42" fmla="*/ 93664 w 338138"/>
              <a:gd name="connsiteY42" fmla="*/ 224632 h 319088"/>
              <a:gd name="connsiteX43" fmla="*/ 65882 w 338138"/>
              <a:gd name="connsiteY43" fmla="*/ 196850 h 319088"/>
              <a:gd name="connsiteX44" fmla="*/ 272257 w 338138"/>
              <a:gd name="connsiteY44" fmla="*/ 187325 h 319088"/>
              <a:gd name="connsiteX45" fmla="*/ 338138 w 338138"/>
              <a:gd name="connsiteY45" fmla="*/ 253322 h 319088"/>
              <a:gd name="connsiteX46" fmla="*/ 313103 w 338138"/>
              <a:gd name="connsiteY46" fmla="*/ 304800 h 319088"/>
              <a:gd name="connsiteX47" fmla="*/ 313103 w 338138"/>
              <a:gd name="connsiteY47" fmla="*/ 283681 h 319088"/>
              <a:gd name="connsiteX48" fmla="*/ 295974 w 338138"/>
              <a:gd name="connsiteY48" fmla="*/ 259922 h 319088"/>
              <a:gd name="connsiteX49" fmla="*/ 290704 w 338138"/>
              <a:gd name="connsiteY49" fmla="*/ 258602 h 319088"/>
              <a:gd name="connsiteX50" fmla="*/ 284115 w 338138"/>
              <a:gd name="connsiteY50" fmla="*/ 258602 h 319088"/>
              <a:gd name="connsiteX51" fmla="*/ 272257 w 338138"/>
              <a:gd name="connsiteY51" fmla="*/ 265202 h 319088"/>
              <a:gd name="connsiteX52" fmla="*/ 260398 w 338138"/>
              <a:gd name="connsiteY52" fmla="*/ 258602 h 319088"/>
              <a:gd name="connsiteX53" fmla="*/ 255128 w 338138"/>
              <a:gd name="connsiteY53" fmla="*/ 258602 h 319088"/>
              <a:gd name="connsiteX54" fmla="*/ 248539 w 338138"/>
              <a:gd name="connsiteY54" fmla="*/ 259922 h 319088"/>
              <a:gd name="connsiteX55" fmla="*/ 232728 w 338138"/>
              <a:gd name="connsiteY55" fmla="*/ 283681 h 319088"/>
              <a:gd name="connsiteX56" fmla="*/ 232728 w 338138"/>
              <a:gd name="connsiteY56" fmla="*/ 304800 h 319088"/>
              <a:gd name="connsiteX57" fmla="*/ 206375 w 338138"/>
              <a:gd name="connsiteY57" fmla="*/ 253322 h 319088"/>
              <a:gd name="connsiteX58" fmla="*/ 272257 w 338138"/>
              <a:gd name="connsiteY58" fmla="*/ 187325 h 319088"/>
              <a:gd name="connsiteX59" fmla="*/ 65881 w 338138"/>
              <a:gd name="connsiteY59" fmla="*/ 187325 h 319088"/>
              <a:gd name="connsiteX60" fmla="*/ 131763 w 338138"/>
              <a:gd name="connsiteY60" fmla="*/ 253322 h 319088"/>
              <a:gd name="connsiteX61" fmla="*/ 105410 w 338138"/>
              <a:gd name="connsiteY61" fmla="*/ 304800 h 319088"/>
              <a:gd name="connsiteX62" fmla="*/ 105410 w 338138"/>
              <a:gd name="connsiteY62" fmla="*/ 283681 h 319088"/>
              <a:gd name="connsiteX63" fmla="*/ 89599 w 338138"/>
              <a:gd name="connsiteY63" fmla="*/ 259922 h 319088"/>
              <a:gd name="connsiteX64" fmla="*/ 83010 w 338138"/>
              <a:gd name="connsiteY64" fmla="*/ 258602 h 319088"/>
              <a:gd name="connsiteX65" fmla="*/ 77740 w 338138"/>
              <a:gd name="connsiteY65" fmla="*/ 258602 h 319088"/>
              <a:gd name="connsiteX66" fmla="*/ 65881 w 338138"/>
              <a:gd name="connsiteY66" fmla="*/ 265202 h 319088"/>
              <a:gd name="connsiteX67" fmla="*/ 54023 w 338138"/>
              <a:gd name="connsiteY67" fmla="*/ 258602 h 319088"/>
              <a:gd name="connsiteX68" fmla="*/ 47434 w 338138"/>
              <a:gd name="connsiteY68" fmla="*/ 258602 h 319088"/>
              <a:gd name="connsiteX69" fmla="*/ 42164 w 338138"/>
              <a:gd name="connsiteY69" fmla="*/ 259922 h 319088"/>
              <a:gd name="connsiteX70" fmla="*/ 25035 w 338138"/>
              <a:gd name="connsiteY70" fmla="*/ 283681 h 319088"/>
              <a:gd name="connsiteX71" fmla="*/ 25035 w 338138"/>
              <a:gd name="connsiteY71" fmla="*/ 304800 h 319088"/>
              <a:gd name="connsiteX72" fmla="*/ 0 w 338138"/>
              <a:gd name="connsiteY72" fmla="*/ 253322 h 319088"/>
              <a:gd name="connsiteX73" fmla="*/ 65881 w 338138"/>
              <a:gd name="connsiteY73" fmla="*/ 187325 h 319088"/>
              <a:gd name="connsiteX74" fmla="*/ 159754 w 338138"/>
              <a:gd name="connsiteY74" fmla="*/ 149225 h 319088"/>
              <a:gd name="connsiteX75" fmla="*/ 169069 w 338138"/>
              <a:gd name="connsiteY75" fmla="*/ 149225 h 319088"/>
              <a:gd name="connsiteX76" fmla="*/ 178384 w 338138"/>
              <a:gd name="connsiteY76" fmla="*/ 149225 h 319088"/>
              <a:gd name="connsiteX77" fmla="*/ 178384 w 338138"/>
              <a:gd name="connsiteY77" fmla="*/ 175331 h 319088"/>
              <a:gd name="connsiteX78" fmla="*/ 214313 w 338138"/>
              <a:gd name="connsiteY78" fmla="*/ 193605 h 319088"/>
              <a:gd name="connsiteX79" fmla="*/ 202337 w 338138"/>
              <a:gd name="connsiteY79" fmla="*/ 207963 h 319088"/>
              <a:gd name="connsiteX80" fmla="*/ 169069 w 338138"/>
              <a:gd name="connsiteY80" fmla="*/ 190994 h 319088"/>
              <a:gd name="connsiteX81" fmla="*/ 135802 w 338138"/>
              <a:gd name="connsiteY81" fmla="*/ 207963 h 319088"/>
              <a:gd name="connsiteX82" fmla="*/ 123825 w 338138"/>
              <a:gd name="connsiteY82" fmla="*/ 193605 h 319088"/>
              <a:gd name="connsiteX83" fmla="*/ 159754 w 338138"/>
              <a:gd name="connsiteY83" fmla="*/ 175331 h 319088"/>
              <a:gd name="connsiteX84" fmla="*/ 159754 w 338138"/>
              <a:gd name="connsiteY84" fmla="*/ 149225 h 319088"/>
              <a:gd name="connsiteX85" fmla="*/ 154175 w 338138"/>
              <a:gd name="connsiteY85" fmla="*/ 88900 h 319088"/>
              <a:gd name="connsiteX86" fmla="*/ 165941 w 338138"/>
              <a:gd name="connsiteY86" fmla="*/ 95394 h 319088"/>
              <a:gd name="connsiteX87" fmla="*/ 173785 w 338138"/>
              <a:gd name="connsiteY87" fmla="*/ 95394 h 319088"/>
              <a:gd name="connsiteX88" fmla="*/ 185551 w 338138"/>
              <a:gd name="connsiteY88" fmla="*/ 88900 h 319088"/>
              <a:gd name="connsiteX89" fmla="*/ 188166 w 338138"/>
              <a:gd name="connsiteY89" fmla="*/ 90199 h 319088"/>
              <a:gd name="connsiteX90" fmla="*/ 192088 w 338138"/>
              <a:gd name="connsiteY90" fmla="*/ 96693 h 319088"/>
              <a:gd name="connsiteX91" fmla="*/ 192088 w 338138"/>
              <a:gd name="connsiteY91" fmla="*/ 126567 h 319088"/>
              <a:gd name="connsiteX92" fmla="*/ 169863 w 338138"/>
              <a:gd name="connsiteY92" fmla="*/ 131763 h 319088"/>
              <a:gd name="connsiteX93" fmla="*/ 147638 w 338138"/>
              <a:gd name="connsiteY93" fmla="*/ 126567 h 319088"/>
              <a:gd name="connsiteX94" fmla="*/ 147638 w 338138"/>
              <a:gd name="connsiteY94" fmla="*/ 96693 h 319088"/>
              <a:gd name="connsiteX95" fmla="*/ 151560 w 338138"/>
              <a:gd name="connsiteY95" fmla="*/ 90199 h 319088"/>
              <a:gd name="connsiteX96" fmla="*/ 154175 w 338138"/>
              <a:gd name="connsiteY96" fmla="*/ 88900 h 319088"/>
              <a:gd name="connsiteX97" fmla="*/ 169069 w 338138"/>
              <a:gd name="connsiteY97" fmla="*/ 26988 h 319088"/>
              <a:gd name="connsiteX98" fmla="*/ 179388 w 338138"/>
              <a:gd name="connsiteY98" fmla="*/ 36513 h 319088"/>
              <a:gd name="connsiteX99" fmla="*/ 169069 w 338138"/>
              <a:gd name="connsiteY99" fmla="*/ 46038 h 319088"/>
              <a:gd name="connsiteX100" fmla="*/ 158750 w 338138"/>
              <a:gd name="connsiteY100" fmla="*/ 36513 h 319088"/>
              <a:gd name="connsiteX101" fmla="*/ 169069 w 338138"/>
              <a:gd name="connsiteY101" fmla="*/ 26988 h 319088"/>
              <a:gd name="connsiteX102" fmla="*/ 169070 w 338138"/>
              <a:gd name="connsiteY102" fmla="*/ 9525 h 319088"/>
              <a:gd name="connsiteX103" fmla="*/ 141288 w 338138"/>
              <a:gd name="connsiteY103" fmla="*/ 37307 h 319088"/>
              <a:gd name="connsiteX104" fmla="*/ 169070 w 338138"/>
              <a:gd name="connsiteY104" fmla="*/ 65089 h 319088"/>
              <a:gd name="connsiteX105" fmla="*/ 196852 w 338138"/>
              <a:gd name="connsiteY105" fmla="*/ 37307 h 319088"/>
              <a:gd name="connsiteX106" fmla="*/ 169070 w 338138"/>
              <a:gd name="connsiteY106" fmla="*/ 9525 h 319088"/>
              <a:gd name="connsiteX107" fmla="*/ 169070 w 338138"/>
              <a:gd name="connsiteY107" fmla="*/ 0 h 319088"/>
              <a:gd name="connsiteX108" fmla="*/ 234951 w 338138"/>
              <a:gd name="connsiteY108" fmla="*/ 65997 h 319088"/>
              <a:gd name="connsiteX109" fmla="*/ 209916 w 338138"/>
              <a:gd name="connsiteY109" fmla="*/ 117475 h 319088"/>
              <a:gd name="connsiteX110" fmla="*/ 209916 w 338138"/>
              <a:gd name="connsiteY110" fmla="*/ 96356 h 319088"/>
              <a:gd name="connsiteX111" fmla="*/ 192787 w 338138"/>
              <a:gd name="connsiteY111" fmla="*/ 72597 h 319088"/>
              <a:gd name="connsiteX112" fmla="*/ 187517 w 338138"/>
              <a:gd name="connsiteY112" fmla="*/ 71277 h 319088"/>
              <a:gd name="connsiteX113" fmla="*/ 180928 w 338138"/>
              <a:gd name="connsiteY113" fmla="*/ 71277 h 319088"/>
              <a:gd name="connsiteX114" fmla="*/ 169070 w 338138"/>
              <a:gd name="connsiteY114" fmla="*/ 76557 h 319088"/>
              <a:gd name="connsiteX115" fmla="*/ 157211 w 338138"/>
              <a:gd name="connsiteY115" fmla="*/ 71277 h 319088"/>
              <a:gd name="connsiteX116" fmla="*/ 150623 w 338138"/>
              <a:gd name="connsiteY116" fmla="*/ 71277 h 319088"/>
              <a:gd name="connsiteX117" fmla="*/ 145352 w 338138"/>
              <a:gd name="connsiteY117" fmla="*/ 72597 h 319088"/>
              <a:gd name="connsiteX118" fmla="*/ 128223 w 338138"/>
              <a:gd name="connsiteY118" fmla="*/ 96356 h 319088"/>
              <a:gd name="connsiteX119" fmla="*/ 128223 w 338138"/>
              <a:gd name="connsiteY119" fmla="*/ 117475 h 319088"/>
              <a:gd name="connsiteX120" fmla="*/ 103188 w 338138"/>
              <a:gd name="connsiteY120" fmla="*/ 65997 h 319088"/>
              <a:gd name="connsiteX121" fmla="*/ 169070 w 338138"/>
              <a:gd name="connsiteY121" fmla="*/ 0 h 3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319088">
                <a:moveTo>
                  <a:pt x="255815" y="276225"/>
                </a:moveTo>
                <a:cubicBezTo>
                  <a:pt x="255815" y="276225"/>
                  <a:pt x="255815" y="276225"/>
                  <a:pt x="267653" y="282720"/>
                </a:cubicBezTo>
                <a:cubicBezTo>
                  <a:pt x="270284" y="284018"/>
                  <a:pt x="272915" y="284018"/>
                  <a:pt x="275546" y="282720"/>
                </a:cubicBezTo>
                <a:cubicBezTo>
                  <a:pt x="275546" y="282720"/>
                  <a:pt x="275546" y="282720"/>
                  <a:pt x="287384" y="276225"/>
                </a:cubicBezTo>
                <a:cubicBezTo>
                  <a:pt x="287384" y="276225"/>
                  <a:pt x="287384" y="276225"/>
                  <a:pt x="290015" y="277524"/>
                </a:cubicBezTo>
                <a:cubicBezTo>
                  <a:pt x="292646" y="278823"/>
                  <a:pt x="295276" y="281421"/>
                  <a:pt x="295276" y="284018"/>
                </a:cubicBezTo>
                <a:cubicBezTo>
                  <a:pt x="295276" y="284018"/>
                  <a:pt x="295276" y="284018"/>
                  <a:pt x="295276" y="315191"/>
                </a:cubicBezTo>
                <a:cubicBezTo>
                  <a:pt x="287384" y="317789"/>
                  <a:pt x="279492" y="319088"/>
                  <a:pt x="271600" y="319088"/>
                </a:cubicBezTo>
                <a:cubicBezTo>
                  <a:pt x="263707" y="319088"/>
                  <a:pt x="255815" y="317789"/>
                  <a:pt x="249238" y="315191"/>
                </a:cubicBezTo>
                <a:cubicBezTo>
                  <a:pt x="249238" y="315191"/>
                  <a:pt x="249238" y="315191"/>
                  <a:pt x="249238" y="284018"/>
                </a:cubicBezTo>
                <a:cubicBezTo>
                  <a:pt x="249238" y="281421"/>
                  <a:pt x="250554" y="278823"/>
                  <a:pt x="253184" y="277524"/>
                </a:cubicBezTo>
                <a:cubicBezTo>
                  <a:pt x="253184" y="277524"/>
                  <a:pt x="253184" y="277524"/>
                  <a:pt x="255815" y="276225"/>
                </a:cubicBezTo>
                <a:close/>
                <a:moveTo>
                  <a:pt x="50755" y="276225"/>
                </a:moveTo>
                <a:cubicBezTo>
                  <a:pt x="50755" y="276225"/>
                  <a:pt x="50755" y="276225"/>
                  <a:pt x="62593" y="282720"/>
                </a:cubicBezTo>
                <a:cubicBezTo>
                  <a:pt x="65224" y="284018"/>
                  <a:pt x="67855" y="284018"/>
                  <a:pt x="70486" y="282720"/>
                </a:cubicBezTo>
                <a:cubicBezTo>
                  <a:pt x="70486" y="282720"/>
                  <a:pt x="70486" y="282720"/>
                  <a:pt x="82324" y="276225"/>
                </a:cubicBezTo>
                <a:cubicBezTo>
                  <a:pt x="82324" y="276225"/>
                  <a:pt x="82324" y="276225"/>
                  <a:pt x="84955" y="277524"/>
                </a:cubicBezTo>
                <a:cubicBezTo>
                  <a:pt x="87585" y="278823"/>
                  <a:pt x="88901" y="281421"/>
                  <a:pt x="88901" y="284018"/>
                </a:cubicBezTo>
                <a:cubicBezTo>
                  <a:pt x="88901" y="284018"/>
                  <a:pt x="88901" y="284018"/>
                  <a:pt x="88901" y="315191"/>
                </a:cubicBezTo>
                <a:cubicBezTo>
                  <a:pt x="82324" y="317789"/>
                  <a:pt x="74432" y="319088"/>
                  <a:pt x="66539" y="319088"/>
                </a:cubicBezTo>
                <a:cubicBezTo>
                  <a:pt x="58647" y="319088"/>
                  <a:pt x="50755" y="317789"/>
                  <a:pt x="42863" y="315191"/>
                </a:cubicBezTo>
                <a:cubicBezTo>
                  <a:pt x="42863" y="315191"/>
                  <a:pt x="42863" y="315191"/>
                  <a:pt x="42863" y="284018"/>
                </a:cubicBezTo>
                <a:cubicBezTo>
                  <a:pt x="42863" y="281421"/>
                  <a:pt x="45493" y="278823"/>
                  <a:pt x="48124" y="277524"/>
                </a:cubicBezTo>
                <a:cubicBezTo>
                  <a:pt x="48124" y="277524"/>
                  <a:pt x="48124" y="277524"/>
                  <a:pt x="50755" y="276225"/>
                </a:cubicBezTo>
                <a:close/>
                <a:moveTo>
                  <a:pt x="273050" y="214313"/>
                </a:moveTo>
                <a:cubicBezTo>
                  <a:pt x="278311" y="214313"/>
                  <a:pt x="282575" y="218933"/>
                  <a:pt x="282575" y="224632"/>
                </a:cubicBezTo>
                <a:cubicBezTo>
                  <a:pt x="282575" y="230331"/>
                  <a:pt x="278311" y="234951"/>
                  <a:pt x="273050" y="234951"/>
                </a:cubicBezTo>
                <a:cubicBezTo>
                  <a:pt x="267789" y="234951"/>
                  <a:pt x="263525" y="230331"/>
                  <a:pt x="263525" y="224632"/>
                </a:cubicBezTo>
                <a:cubicBezTo>
                  <a:pt x="263525" y="218933"/>
                  <a:pt x="267789" y="214313"/>
                  <a:pt x="273050" y="214313"/>
                </a:cubicBezTo>
                <a:close/>
                <a:moveTo>
                  <a:pt x="65882" y="214313"/>
                </a:moveTo>
                <a:cubicBezTo>
                  <a:pt x="71581" y="214313"/>
                  <a:pt x="76201" y="218933"/>
                  <a:pt x="76201" y="224632"/>
                </a:cubicBezTo>
                <a:cubicBezTo>
                  <a:pt x="76201" y="230331"/>
                  <a:pt x="71581" y="234951"/>
                  <a:pt x="65882" y="234951"/>
                </a:cubicBezTo>
                <a:cubicBezTo>
                  <a:pt x="60183" y="234951"/>
                  <a:pt x="55563" y="230331"/>
                  <a:pt x="55563" y="224632"/>
                </a:cubicBezTo>
                <a:cubicBezTo>
                  <a:pt x="55563" y="218933"/>
                  <a:pt x="60183" y="214313"/>
                  <a:pt x="65882" y="214313"/>
                </a:cubicBezTo>
                <a:close/>
                <a:moveTo>
                  <a:pt x="272257" y="196850"/>
                </a:moveTo>
                <a:cubicBezTo>
                  <a:pt x="256913" y="196850"/>
                  <a:pt x="244475" y="209288"/>
                  <a:pt x="244475" y="224632"/>
                </a:cubicBezTo>
                <a:cubicBezTo>
                  <a:pt x="244475" y="239976"/>
                  <a:pt x="256913" y="252414"/>
                  <a:pt x="272257" y="252414"/>
                </a:cubicBezTo>
                <a:cubicBezTo>
                  <a:pt x="287601" y="252414"/>
                  <a:pt x="300039" y="239976"/>
                  <a:pt x="300039" y="224632"/>
                </a:cubicBezTo>
                <a:cubicBezTo>
                  <a:pt x="300039" y="209288"/>
                  <a:pt x="287601" y="196850"/>
                  <a:pt x="272257" y="196850"/>
                </a:cubicBezTo>
                <a:close/>
                <a:moveTo>
                  <a:pt x="65882" y="196850"/>
                </a:moveTo>
                <a:cubicBezTo>
                  <a:pt x="50538" y="196850"/>
                  <a:pt x="38100" y="209288"/>
                  <a:pt x="38100" y="224632"/>
                </a:cubicBezTo>
                <a:cubicBezTo>
                  <a:pt x="38100" y="239976"/>
                  <a:pt x="50538" y="252414"/>
                  <a:pt x="65882" y="252414"/>
                </a:cubicBezTo>
                <a:cubicBezTo>
                  <a:pt x="81226" y="252414"/>
                  <a:pt x="93664" y="239976"/>
                  <a:pt x="93664" y="224632"/>
                </a:cubicBezTo>
                <a:cubicBezTo>
                  <a:pt x="93664" y="209288"/>
                  <a:pt x="81226" y="196850"/>
                  <a:pt x="65882" y="196850"/>
                </a:cubicBezTo>
                <a:close/>
                <a:moveTo>
                  <a:pt x="272257" y="187325"/>
                </a:moveTo>
                <a:cubicBezTo>
                  <a:pt x="309150" y="187325"/>
                  <a:pt x="338138" y="217684"/>
                  <a:pt x="338138" y="253322"/>
                </a:cubicBezTo>
                <a:cubicBezTo>
                  <a:pt x="338138" y="274441"/>
                  <a:pt x="328915" y="292921"/>
                  <a:pt x="313103" y="304800"/>
                </a:cubicBezTo>
                <a:cubicBezTo>
                  <a:pt x="313103" y="304800"/>
                  <a:pt x="313103" y="304800"/>
                  <a:pt x="313103" y="283681"/>
                </a:cubicBezTo>
                <a:cubicBezTo>
                  <a:pt x="313103" y="273121"/>
                  <a:pt x="306515" y="263882"/>
                  <a:pt x="295974" y="259922"/>
                </a:cubicBezTo>
                <a:cubicBezTo>
                  <a:pt x="295974" y="259922"/>
                  <a:pt x="290704" y="258602"/>
                  <a:pt x="290704" y="258602"/>
                </a:cubicBezTo>
                <a:cubicBezTo>
                  <a:pt x="288068" y="257282"/>
                  <a:pt x="286751" y="258602"/>
                  <a:pt x="284115" y="258602"/>
                </a:cubicBezTo>
                <a:cubicBezTo>
                  <a:pt x="284115" y="258602"/>
                  <a:pt x="284115" y="258602"/>
                  <a:pt x="272257" y="265202"/>
                </a:cubicBezTo>
                <a:cubicBezTo>
                  <a:pt x="272257" y="265202"/>
                  <a:pt x="272257" y="265202"/>
                  <a:pt x="260398" y="258602"/>
                </a:cubicBezTo>
                <a:cubicBezTo>
                  <a:pt x="259080" y="258602"/>
                  <a:pt x="256445" y="257282"/>
                  <a:pt x="255128" y="258602"/>
                </a:cubicBezTo>
                <a:cubicBezTo>
                  <a:pt x="255128" y="258602"/>
                  <a:pt x="248539" y="259922"/>
                  <a:pt x="248539" y="259922"/>
                </a:cubicBezTo>
                <a:cubicBezTo>
                  <a:pt x="239316" y="263882"/>
                  <a:pt x="232728" y="273121"/>
                  <a:pt x="232728" y="283681"/>
                </a:cubicBezTo>
                <a:cubicBezTo>
                  <a:pt x="232728" y="283681"/>
                  <a:pt x="232728" y="283681"/>
                  <a:pt x="232728" y="304800"/>
                </a:cubicBezTo>
                <a:cubicBezTo>
                  <a:pt x="216916" y="292921"/>
                  <a:pt x="206375" y="274441"/>
                  <a:pt x="206375" y="253322"/>
                </a:cubicBezTo>
                <a:cubicBezTo>
                  <a:pt x="206375" y="217684"/>
                  <a:pt x="236681" y="187325"/>
                  <a:pt x="272257" y="187325"/>
                </a:cubicBezTo>
                <a:close/>
                <a:moveTo>
                  <a:pt x="65881" y="187325"/>
                </a:moveTo>
                <a:cubicBezTo>
                  <a:pt x="101457" y="187325"/>
                  <a:pt x="131763" y="217684"/>
                  <a:pt x="131763" y="253322"/>
                </a:cubicBezTo>
                <a:cubicBezTo>
                  <a:pt x="131763" y="274441"/>
                  <a:pt x="121222" y="292921"/>
                  <a:pt x="105410" y="304800"/>
                </a:cubicBezTo>
                <a:cubicBezTo>
                  <a:pt x="105410" y="304800"/>
                  <a:pt x="105410" y="304800"/>
                  <a:pt x="105410" y="283681"/>
                </a:cubicBezTo>
                <a:cubicBezTo>
                  <a:pt x="105410" y="273121"/>
                  <a:pt x="98822" y="263882"/>
                  <a:pt x="89599" y="259922"/>
                </a:cubicBezTo>
                <a:cubicBezTo>
                  <a:pt x="89599" y="259922"/>
                  <a:pt x="83010" y="258602"/>
                  <a:pt x="83010" y="258602"/>
                </a:cubicBezTo>
                <a:cubicBezTo>
                  <a:pt x="81693" y="257282"/>
                  <a:pt x="79058" y="258602"/>
                  <a:pt x="77740" y="258602"/>
                </a:cubicBezTo>
                <a:cubicBezTo>
                  <a:pt x="77740" y="258602"/>
                  <a:pt x="77740" y="258602"/>
                  <a:pt x="65881" y="265202"/>
                </a:cubicBezTo>
                <a:cubicBezTo>
                  <a:pt x="65881" y="265202"/>
                  <a:pt x="65881" y="265202"/>
                  <a:pt x="54023" y="258602"/>
                </a:cubicBezTo>
                <a:cubicBezTo>
                  <a:pt x="51387" y="258602"/>
                  <a:pt x="50070" y="257282"/>
                  <a:pt x="47434" y="258602"/>
                </a:cubicBezTo>
                <a:cubicBezTo>
                  <a:pt x="47434" y="258602"/>
                  <a:pt x="42164" y="259922"/>
                  <a:pt x="42164" y="259922"/>
                </a:cubicBezTo>
                <a:cubicBezTo>
                  <a:pt x="31623" y="263882"/>
                  <a:pt x="25035" y="273121"/>
                  <a:pt x="25035" y="283681"/>
                </a:cubicBezTo>
                <a:cubicBezTo>
                  <a:pt x="25035" y="283681"/>
                  <a:pt x="25035" y="283681"/>
                  <a:pt x="25035" y="304800"/>
                </a:cubicBezTo>
                <a:cubicBezTo>
                  <a:pt x="9223" y="292921"/>
                  <a:pt x="0" y="274441"/>
                  <a:pt x="0" y="253322"/>
                </a:cubicBezTo>
                <a:cubicBezTo>
                  <a:pt x="0" y="217684"/>
                  <a:pt x="28988" y="187325"/>
                  <a:pt x="65881" y="187325"/>
                </a:cubicBezTo>
                <a:close/>
                <a:moveTo>
                  <a:pt x="159754" y="149225"/>
                </a:moveTo>
                <a:cubicBezTo>
                  <a:pt x="163746" y="149225"/>
                  <a:pt x="166408" y="149225"/>
                  <a:pt x="169069" y="149225"/>
                </a:cubicBezTo>
                <a:cubicBezTo>
                  <a:pt x="171731" y="149225"/>
                  <a:pt x="174392" y="149225"/>
                  <a:pt x="178384" y="149225"/>
                </a:cubicBezTo>
                <a:cubicBezTo>
                  <a:pt x="178384" y="149225"/>
                  <a:pt x="178384" y="149225"/>
                  <a:pt x="178384" y="175331"/>
                </a:cubicBezTo>
                <a:lnTo>
                  <a:pt x="214313" y="193605"/>
                </a:lnTo>
                <a:cubicBezTo>
                  <a:pt x="210321" y="197521"/>
                  <a:pt x="206329" y="202742"/>
                  <a:pt x="202337" y="207963"/>
                </a:cubicBezTo>
                <a:cubicBezTo>
                  <a:pt x="202337" y="207963"/>
                  <a:pt x="202337" y="207963"/>
                  <a:pt x="169069" y="190994"/>
                </a:cubicBezTo>
                <a:cubicBezTo>
                  <a:pt x="169069" y="190994"/>
                  <a:pt x="169069" y="190994"/>
                  <a:pt x="135802" y="207963"/>
                </a:cubicBezTo>
                <a:cubicBezTo>
                  <a:pt x="131809" y="202742"/>
                  <a:pt x="127817" y="197521"/>
                  <a:pt x="123825" y="193605"/>
                </a:cubicBezTo>
                <a:cubicBezTo>
                  <a:pt x="123825" y="193605"/>
                  <a:pt x="123825" y="193605"/>
                  <a:pt x="159754" y="175331"/>
                </a:cubicBezTo>
                <a:cubicBezTo>
                  <a:pt x="159754" y="175331"/>
                  <a:pt x="159754" y="175331"/>
                  <a:pt x="159754" y="149225"/>
                </a:cubicBezTo>
                <a:close/>
                <a:moveTo>
                  <a:pt x="154175" y="88900"/>
                </a:moveTo>
                <a:cubicBezTo>
                  <a:pt x="154175" y="88900"/>
                  <a:pt x="154175" y="88900"/>
                  <a:pt x="165941" y="95394"/>
                </a:cubicBezTo>
                <a:cubicBezTo>
                  <a:pt x="168556" y="95394"/>
                  <a:pt x="171171" y="95394"/>
                  <a:pt x="173785" y="95394"/>
                </a:cubicBezTo>
                <a:cubicBezTo>
                  <a:pt x="173785" y="95394"/>
                  <a:pt x="173785" y="95394"/>
                  <a:pt x="185551" y="88900"/>
                </a:cubicBezTo>
                <a:lnTo>
                  <a:pt x="188166" y="90199"/>
                </a:lnTo>
                <a:cubicBezTo>
                  <a:pt x="190781" y="90199"/>
                  <a:pt x="192088" y="92797"/>
                  <a:pt x="192088" y="96693"/>
                </a:cubicBezTo>
                <a:cubicBezTo>
                  <a:pt x="192088" y="96693"/>
                  <a:pt x="192088" y="96693"/>
                  <a:pt x="192088" y="126567"/>
                </a:cubicBezTo>
                <a:cubicBezTo>
                  <a:pt x="185551" y="129165"/>
                  <a:pt x="177707" y="131763"/>
                  <a:pt x="169863" y="131763"/>
                </a:cubicBezTo>
                <a:cubicBezTo>
                  <a:pt x="162019" y="131763"/>
                  <a:pt x="154175" y="129165"/>
                  <a:pt x="147638" y="126567"/>
                </a:cubicBezTo>
                <a:cubicBezTo>
                  <a:pt x="147638" y="126567"/>
                  <a:pt x="147638" y="126567"/>
                  <a:pt x="147638" y="96693"/>
                </a:cubicBezTo>
                <a:cubicBezTo>
                  <a:pt x="147638" y="92797"/>
                  <a:pt x="148946" y="90199"/>
                  <a:pt x="151560" y="90199"/>
                </a:cubicBezTo>
                <a:cubicBezTo>
                  <a:pt x="151560" y="90199"/>
                  <a:pt x="151560" y="90199"/>
                  <a:pt x="154175" y="88900"/>
                </a:cubicBezTo>
                <a:close/>
                <a:moveTo>
                  <a:pt x="169069" y="26988"/>
                </a:moveTo>
                <a:cubicBezTo>
                  <a:pt x="174768" y="26988"/>
                  <a:pt x="179388" y="31252"/>
                  <a:pt x="179388" y="36513"/>
                </a:cubicBezTo>
                <a:cubicBezTo>
                  <a:pt x="179388" y="41774"/>
                  <a:pt x="174768" y="46038"/>
                  <a:pt x="169069" y="46038"/>
                </a:cubicBezTo>
                <a:cubicBezTo>
                  <a:pt x="163370" y="46038"/>
                  <a:pt x="158750" y="41774"/>
                  <a:pt x="158750" y="36513"/>
                </a:cubicBezTo>
                <a:cubicBezTo>
                  <a:pt x="158750" y="31252"/>
                  <a:pt x="163370" y="26988"/>
                  <a:pt x="169069" y="26988"/>
                </a:cubicBezTo>
                <a:close/>
                <a:moveTo>
                  <a:pt x="169070" y="9525"/>
                </a:moveTo>
                <a:cubicBezTo>
                  <a:pt x="153726" y="9525"/>
                  <a:pt x="141288" y="21963"/>
                  <a:pt x="141288" y="37307"/>
                </a:cubicBezTo>
                <a:cubicBezTo>
                  <a:pt x="141288" y="52651"/>
                  <a:pt x="153726" y="65089"/>
                  <a:pt x="169070" y="65089"/>
                </a:cubicBezTo>
                <a:cubicBezTo>
                  <a:pt x="184414" y="65089"/>
                  <a:pt x="196852" y="52651"/>
                  <a:pt x="196852" y="37307"/>
                </a:cubicBezTo>
                <a:cubicBezTo>
                  <a:pt x="196852" y="21963"/>
                  <a:pt x="184414" y="9525"/>
                  <a:pt x="169070" y="9525"/>
                </a:cubicBezTo>
                <a:close/>
                <a:moveTo>
                  <a:pt x="169070" y="0"/>
                </a:moveTo>
                <a:cubicBezTo>
                  <a:pt x="204646" y="0"/>
                  <a:pt x="234951" y="29039"/>
                  <a:pt x="234951" y="65997"/>
                </a:cubicBezTo>
                <a:cubicBezTo>
                  <a:pt x="234951" y="87116"/>
                  <a:pt x="224410" y="105595"/>
                  <a:pt x="209916" y="117475"/>
                </a:cubicBezTo>
                <a:cubicBezTo>
                  <a:pt x="209916" y="117475"/>
                  <a:pt x="209916" y="117475"/>
                  <a:pt x="209916" y="96356"/>
                </a:cubicBezTo>
                <a:cubicBezTo>
                  <a:pt x="209916" y="85796"/>
                  <a:pt x="203328" y="75237"/>
                  <a:pt x="192787" y="72597"/>
                </a:cubicBezTo>
                <a:cubicBezTo>
                  <a:pt x="192787" y="72597"/>
                  <a:pt x="187517" y="71277"/>
                  <a:pt x="187517" y="71277"/>
                </a:cubicBezTo>
                <a:cubicBezTo>
                  <a:pt x="184881" y="69957"/>
                  <a:pt x="182246" y="69957"/>
                  <a:pt x="180928" y="71277"/>
                </a:cubicBezTo>
                <a:cubicBezTo>
                  <a:pt x="180928" y="71277"/>
                  <a:pt x="180928" y="71277"/>
                  <a:pt x="169070" y="76557"/>
                </a:cubicBezTo>
                <a:cubicBezTo>
                  <a:pt x="169070" y="76557"/>
                  <a:pt x="169070" y="76557"/>
                  <a:pt x="157211" y="71277"/>
                </a:cubicBezTo>
                <a:cubicBezTo>
                  <a:pt x="155893" y="69957"/>
                  <a:pt x="153258" y="69957"/>
                  <a:pt x="150623" y="71277"/>
                </a:cubicBezTo>
                <a:cubicBezTo>
                  <a:pt x="150623" y="71277"/>
                  <a:pt x="145352" y="72597"/>
                  <a:pt x="145352" y="72597"/>
                </a:cubicBezTo>
                <a:cubicBezTo>
                  <a:pt x="134811" y="75237"/>
                  <a:pt x="128223" y="85796"/>
                  <a:pt x="128223" y="96356"/>
                </a:cubicBezTo>
                <a:cubicBezTo>
                  <a:pt x="128223" y="96356"/>
                  <a:pt x="128223" y="96356"/>
                  <a:pt x="128223" y="117475"/>
                </a:cubicBezTo>
                <a:cubicBezTo>
                  <a:pt x="113729" y="105595"/>
                  <a:pt x="103188" y="87116"/>
                  <a:pt x="103188" y="65997"/>
                </a:cubicBezTo>
                <a:cubicBezTo>
                  <a:pt x="103188" y="29039"/>
                  <a:pt x="133494" y="0"/>
                  <a:pt x="1690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9125" y="2583815"/>
            <a:ext cx="3515995" cy="3262630"/>
            <a:chOff x="975" y="4613"/>
            <a:chExt cx="5537" cy="5138"/>
          </a:xfrm>
        </p:grpSpPr>
        <p:sp>
          <p:nvSpPr>
            <p:cNvPr id="32" name="任意多边形: 形状 4"/>
            <p:cNvSpPr/>
            <p:nvPr>
              <p:custDataLst>
                <p:tags r:id="rId5"/>
              </p:custDataLst>
            </p:nvPr>
          </p:nvSpPr>
          <p:spPr bwMode="auto">
            <a:xfrm>
              <a:off x="1349" y="4613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6"/>
              </p:custDataLst>
            </p:nvPr>
          </p:nvSpPr>
          <p:spPr>
            <a:xfrm>
              <a:off x="1713" y="7572"/>
              <a:ext cx="4258" cy="21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express </a:t>
              </a: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myapp</a:t>
              </a: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cd </a:t>
              </a: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myapp</a:t>
              </a:r>
              <a:endPara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</a:t>
              </a: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install</a:t>
              </a:r>
              <a:endPara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2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75" y="6589"/>
              <a:ext cx="3890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Char char="Ø"/>
              </a:pPr>
              <a:r>
                <a:rPr lang="zh-CN" altLang="zh-CN" sz="16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搭建项目环境，</a:t>
              </a:r>
              <a:endPara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Bef>
                  <a:spcPts val="395"/>
                </a:spcBef>
              </a:pPr>
              <a:r>
                <a:rPr lang="zh-CN" altLang="zh-CN" sz="16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安装依赖包</a:t>
              </a:r>
              <a:endParaRPr lang="zh-CN" altLang="zh-CN" sz="16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38" name="椭圆 39"/>
          <p:cNvSpPr/>
          <p:nvPr>
            <p:custDataLst>
              <p:tags r:id="rId8"/>
            </p:custDataLst>
          </p:nvPr>
        </p:nvSpPr>
        <p:spPr>
          <a:xfrm>
            <a:off x="4660900" y="2557780"/>
            <a:ext cx="412750" cy="385445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58745" y="2583815"/>
            <a:ext cx="3841115" cy="1878965"/>
            <a:chOff x="4187" y="4613"/>
            <a:chExt cx="6049" cy="2959"/>
          </a:xfrm>
        </p:grpSpPr>
        <p:sp>
          <p:nvSpPr>
            <p:cNvPr id="37" name="任意多边形: 形状 2"/>
            <p:cNvSpPr/>
            <p:nvPr>
              <p:custDataLst>
                <p:tags r:id="rId9"/>
              </p:custDataLst>
            </p:nvPr>
          </p:nvSpPr>
          <p:spPr bwMode="auto">
            <a:xfrm>
              <a:off x="5073" y="4613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Rectangle 2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187" y="6564"/>
              <a:ext cx="5581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Char char="Ø"/>
              </a:pP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</a:t>
              </a:r>
              <a:r>
                <a:rPr lang="en-US" altLang="zh-CN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app.js</a:t>
              </a: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文件，</a:t>
              </a:r>
              <a:endPara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  <a:spcBef>
                  <a:spcPts val="395"/>
                </a:spcBef>
              </a:pP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定义</a:t>
              </a:r>
              <a:r>
                <a:rPr lang="en-US" altLang="zh-CN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</a:t>
              </a: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级别路由</a:t>
              </a:r>
              <a:endPara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3" name="椭圆 40"/>
          <p:cNvSpPr/>
          <p:nvPr>
            <p:custDataLst>
              <p:tags r:id="rId11"/>
            </p:custDataLst>
          </p:nvPr>
        </p:nvSpPr>
        <p:spPr>
          <a:xfrm>
            <a:off x="6809105" y="2546985"/>
            <a:ext cx="412750" cy="406400"/>
          </a:xfrm>
          <a:custGeom>
            <a:avLst/>
            <a:gdLst>
              <a:gd name="connsiteX0" fmla="*/ 155534 w 331788"/>
              <a:gd name="connsiteY0" fmla="*/ 53107 h 327025"/>
              <a:gd name="connsiteX1" fmla="*/ 176255 w 331788"/>
              <a:gd name="connsiteY1" fmla="*/ 53107 h 327025"/>
              <a:gd name="connsiteX2" fmla="*/ 283746 w 331788"/>
              <a:gd name="connsiteY2" fmla="*/ 141384 h 327025"/>
              <a:gd name="connsiteX3" fmla="*/ 288926 w 331788"/>
              <a:gd name="connsiteY3" fmla="*/ 154366 h 327025"/>
              <a:gd name="connsiteX4" fmla="*/ 288926 w 331788"/>
              <a:gd name="connsiteY4" fmla="*/ 310149 h 327025"/>
              <a:gd name="connsiteX5" fmla="*/ 273385 w 331788"/>
              <a:gd name="connsiteY5" fmla="*/ 327025 h 327025"/>
              <a:gd name="connsiteX6" fmla="*/ 207337 w 331788"/>
              <a:gd name="connsiteY6" fmla="*/ 327025 h 327025"/>
              <a:gd name="connsiteX7" fmla="*/ 207337 w 331788"/>
              <a:gd name="connsiteY7" fmla="*/ 234854 h 327025"/>
              <a:gd name="connsiteX8" fmla="*/ 195681 w 331788"/>
              <a:gd name="connsiteY8" fmla="*/ 223170 h 327025"/>
              <a:gd name="connsiteX9" fmla="*/ 136108 w 331788"/>
              <a:gd name="connsiteY9" fmla="*/ 223170 h 327025"/>
              <a:gd name="connsiteX10" fmla="*/ 124452 w 331788"/>
              <a:gd name="connsiteY10" fmla="*/ 234854 h 327025"/>
              <a:gd name="connsiteX11" fmla="*/ 124452 w 331788"/>
              <a:gd name="connsiteY11" fmla="*/ 327025 h 327025"/>
              <a:gd name="connsiteX12" fmla="*/ 58404 w 331788"/>
              <a:gd name="connsiteY12" fmla="*/ 327025 h 327025"/>
              <a:gd name="connsiteX13" fmla="*/ 42863 w 331788"/>
              <a:gd name="connsiteY13" fmla="*/ 310149 h 327025"/>
              <a:gd name="connsiteX14" fmla="*/ 42863 w 331788"/>
              <a:gd name="connsiteY14" fmla="*/ 154366 h 327025"/>
              <a:gd name="connsiteX15" fmla="*/ 48043 w 331788"/>
              <a:gd name="connsiteY15" fmla="*/ 141384 h 327025"/>
              <a:gd name="connsiteX16" fmla="*/ 155534 w 331788"/>
              <a:gd name="connsiteY16" fmla="*/ 53107 h 327025"/>
              <a:gd name="connsiteX17" fmla="*/ 165894 w 331788"/>
              <a:gd name="connsiteY17" fmla="*/ 0 h 327025"/>
              <a:gd name="connsiteX18" fmla="*/ 189223 w 331788"/>
              <a:gd name="connsiteY18" fmla="*/ 9125 h 327025"/>
              <a:gd name="connsiteX19" fmla="*/ 325308 w 331788"/>
              <a:gd name="connsiteY19" fmla="*/ 117321 h 327025"/>
              <a:gd name="connsiteX20" fmla="*/ 331788 w 331788"/>
              <a:gd name="connsiteY20" fmla="*/ 130356 h 327025"/>
              <a:gd name="connsiteX21" fmla="*/ 331788 w 331788"/>
              <a:gd name="connsiteY21" fmla="*/ 143392 h 327025"/>
              <a:gd name="connsiteX22" fmla="*/ 314940 w 331788"/>
              <a:gd name="connsiteY22" fmla="*/ 160338 h 327025"/>
              <a:gd name="connsiteX23" fmla="*/ 298091 w 331788"/>
              <a:gd name="connsiteY23" fmla="*/ 143392 h 327025"/>
              <a:gd name="connsiteX24" fmla="*/ 298091 w 331788"/>
              <a:gd name="connsiteY24" fmla="*/ 139481 h 327025"/>
              <a:gd name="connsiteX25" fmla="*/ 176263 w 331788"/>
              <a:gd name="connsiteY25" fmla="*/ 41714 h 327025"/>
              <a:gd name="connsiteX26" fmla="*/ 165894 w 331788"/>
              <a:gd name="connsiteY26" fmla="*/ 37804 h 327025"/>
              <a:gd name="connsiteX27" fmla="*/ 155526 w 331788"/>
              <a:gd name="connsiteY27" fmla="*/ 41714 h 327025"/>
              <a:gd name="connsiteX28" fmla="*/ 33697 w 331788"/>
              <a:gd name="connsiteY28" fmla="*/ 139481 h 327025"/>
              <a:gd name="connsiteX29" fmla="*/ 33697 w 331788"/>
              <a:gd name="connsiteY29" fmla="*/ 143392 h 327025"/>
              <a:gd name="connsiteX30" fmla="*/ 16849 w 331788"/>
              <a:gd name="connsiteY30" fmla="*/ 160338 h 327025"/>
              <a:gd name="connsiteX31" fmla="*/ 0 w 331788"/>
              <a:gd name="connsiteY31" fmla="*/ 143392 h 327025"/>
              <a:gd name="connsiteX32" fmla="*/ 0 w 331788"/>
              <a:gd name="connsiteY32" fmla="*/ 130356 h 327025"/>
              <a:gd name="connsiteX33" fmla="*/ 6480 w 331788"/>
              <a:gd name="connsiteY33" fmla="*/ 117321 h 327025"/>
              <a:gd name="connsiteX34" fmla="*/ 142565 w 331788"/>
              <a:gd name="connsiteY34" fmla="*/ 9125 h 327025"/>
              <a:gd name="connsiteX35" fmla="*/ 165894 w 331788"/>
              <a:gd name="connsiteY35" fmla="*/ 0 h 32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327025">
                <a:moveTo>
                  <a:pt x="155534" y="53107"/>
                </a:moveTo>
                <a:cubicBezTo>
                  <a:pt x="162009" y="49212"/>
                  <a:pt x="169780" y="49212"/>
                  <a:pt x="176255" y="53107"/>
                </a:cubicBezTo>
                <a:cubicBezTo>
                  <a:pt x="176255" y="53107"/>
                  <a:pt x="176255" y="53107"/>
                  <a:pt x="283746" y="141384"/>
                </a:cubicBezTo>
                <a:cubicBezTo>
                  <a:pt x="286336" y="143980"/>
                  <a:pt x="288926" y="149173"/>
                  <a:pt x="288926" y="154366"/>
                </a:cubicBezTo>
                <a:cubicBezTo>
                  <a:pt x="288926" y="154366"/>
                  <a:pt x="288926" y="154366"/>
                  <a:pt x="288926" y="310149"/>
                </a:cubicBezTo>
                <a:cubicBezTo>
                  <a:pt x="288926" y="319236"/>
                  <a:pt x="282451" y="327025"/>
                  <a:pt x="273385" y="327025"/>
                </a:cubicBezTo>
                <a:cubicBezTo>
                  <a:pt x="273385" y="327025"/>
                  <a:pt x="273385" y="327025"/>
                  <a:pt x="207337" y="327025"/>
                </a:cubicBezTo>
                <a:cubicBezTo>
                  <a:pt x="207337" y="327025"/>
                  <a:pt x="207337" y="327025"/>
                  <a:pt x="207337" y="234854"/>
                </a:cubicBezTo>
                <a:cubicBezTo>
                  <a:pt x="207337" y="228363"/>
                  <a:pt x="202157" y="223170"/>
                  <a:pt x="195681" y="223170"/>
                </a:cubicBezTo>
                <a:cubicBezTo>
                  <a:pt x="195681" y="223170"/>
                  <a:pt x="195681" y="223170"/>
                  <a:pt x="136108" y="223170"/>
                </a:cubicBezTo>
                <a:cubicBezTo>
                  <a:pt x="129633" y="223170"/>
                  <a:pt x="124452" y="228363"/>
                  <a:pt x="124452" y="234854"/>
                </a:cubicBezTo>
                <a:cubicBezTo>
                  <a:pt x="124452" y="234854"/>
                  <a:pt x="124452" y="234854"/>
                  <a:pt x="124452" y="327025"/>
                </a:cubicBezTo>
                <a:cubicBezTo>
                  <a:pt x="124452" y="327025"/>
                  <a:pt x="124452" y="327025"/>
                  <a:pt x="58404" y="327025"/>
                </a:cubicBezTo>
                <a:cubicBezTo>
                  <a:pt x="49338" y="327025"/>
                  <a:pt x="42863" y="319236"/>
                  <a:pt x="42863" y="310149"/>
                </a:cubicBezTo>
                <a:cubicBezTo>
                  <a:pt x="42863" y="310149"/>
                  <a:pt x="42863" y="310149"/>
                  <a:pt x="42863" y="154366"/>
                </a:cubicBezTo>
                <a:cubicBezTo>
                  <a:pt x="42863" y="149173"/>
                  <a:pt x="45453" y="143980"/>
                  <a:pt x="48043" y="141384"/>
                </a:cubicBezTo>
                <a:cubicBezTo>
                  <a:pt x="48043" y="141384"/>
                  <a:pt x="48043" y="141384"/>
                  <a:pt x="155534" y="53107"/>
                </a:cubicBezTo>
                <a:close/>
                <a:moveTo>
                  <a:pt x="165894" y="0"/>
                </a:moveTo>
                <a:cubicBezTo>
                  <a:pt x="173670" y="0"/>
                  <a:pt x="182743" y="2607"/>
                  <a:pt x="189223" y="9125"/>
                </a:cubicBezTo>
                <a:cubicBezTo>
                  <a:pt x="189223" y="9125"/>
                  <a:pt x="189223" y="9125"/>
                  <a:pt x="325308" y="117321"/>
                </a:cubicBezTo>
                <a:cubicBezTo>
                  <a:pt x="329196" y="121231"/>
                  <a:pt x="331788" y="126446"/>
                  <a:pt x="331788" y="130356"/>
                </a:cubicBezTo>
                <a:cubicBezTo>
                  <a:pt x="331788" y="130356"/>
                  <a:pt x="331788" y="138178"/>
                  <a:pt x="331788" y="143392"/>
                </a:cubicBezTo>
                <a:cubicBezTo>
                  <a:pt x="331788" y="152517"/>
                  <a:pt x="324012" y="160338"/>
                  <a:pt x="314940" y="160338"/>
                </a:cubicBezTo>
                <a:cubicBezTo>
                  <a:pt x="305867" y="160338"/>
                  <a:pt x="298091" y="152517"/>
                  <a:pt x="298091" y="143392"/>
                </a:cubicBezTo>
                <a:cubicBezTo>
                  <a:pt x="298091" y="142088"/>
                  <a:pt x="298091" y="140785"/>
                  <a:pt x="298091" y="139481"/>
                </a:cubicBezTo>
                <a:cubicBezTo>
                  <a:pt x="298091" y="139481"/>
                  <a:pt x="298091" y="139481"/>
                  <a:pt x="176263" y="41714"/>
                </a:cubicBezTo>
                <a:cubicBezTo>
                  <a:pt x="176263" y="41714"/>
                  <a:pt x="171078" y="37804"/>
                  <a:pt x="165894" y="37804"/>
                </a:cubicBezTo>
                <a:cubicBezTo>
                  <a:pt x="160710" y="37804"/>
                  <a:pt x="155526" y="41714"/>
                  <a:pt x="155526" y="41714"/>
                </a:cubicBezTo>
                <a:cubicBezTo>
                  <a:pt x="155526" y="41714"/>
                  <a:pt x="155526" y="41714"/>
                  <a:pt x="33697" y="139481"/>
                </a:cubicBezTo>
                <a:cubicBezTo>
                  <a:pt x="33697" y="140785"/>
                  <a:pt x="33697" y="142088"/>
                  <a:pt x="33697" y="143392"/>
                </a:cubicBezTo>
                <a:cubicBezTo>
                  <a:pt x="33697" y="152517"/>
                  <a:pt x="25921" y="160338"/>
                  <a:pt x="16849" y="160338"/>
                </a:cubicBezTo>
                <a:cubicBezTo>
                  <a:pt x="7776" y="160338"/>
                  <a:pt x="0" y="152517"/>
                  <a:pt x="0" y="143392"/>
                </a:cubicBezTo>
                <a:cubicBezTo>
                  <a:pt x="0" y="138178"/>
                  <a:pt x="0" y="130356"/>
                  <a:pt x="0" y="130356"/>
                </a:cubicBezTo>
                <a:cubicBezTo>
                  <a:pt x="0" y="126446"/>
                  <a:pt x="2592" y="121231"/>
                  <a:pt x="6480" y="117321"/>
                </a:cubicBezTo>
                <a:cubicBezTo>
                  <a:pt x="6480" y="117321"/>
                  <a:pt x="6480" y="117321"/>
                  <a:pt x="142565" y="9125"/>
                </a:cubicBezTo>
                <a:cubicBezTo>
                  <a:pt x="149046" y="2607"/>
                  <a:pt x="158118" y="0"/>
                  <a:pt x="165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99430" y="2583815"/>
            <a:ext cx="3278505" cy="2006600"/>
            <a:chOff x="8818" y="4613"/>
            <a:chExt cx="5163" cy="3160"/>
          </a:xfrm>
        </p:grpSpPr>
        <p:sp>
          <p:nvSpPr>
            <p:cNvPr id="42" name="任意多边形: 形状 3"/>
            <p:cNvSpPr/>
            <p:nvPr>
              <p:custDataLst>
                <p:tags r:id="rId12"/>
              </p:custDataLst>
            </p:nvPr>
          </p:nvSpPr>
          <p:spPr bwMode="auto">
            <a:xfrm>
              <a:off x="8818" y="4613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3"/>
              </p:custDataLst>
            </p:nvPr>
          </p:nvSpPr>
          <p:spPr>
            <a:xfrm>
              <a:off x="9604" y="7048"/>
              <a:ext cx="33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</a:t>
              </a: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start</a:t>
              </a:r>
              <a:endPara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2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160" y="6624"/>
              <a:ext cx="2595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Char char="Ø"/>
              </a:pPr>
              <a:r>
                <a:rPr lang="zh-CN" altLang="en-US" sz="157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启动项目应用</a:t>
              </a:r>
              <a:endParaRPr lang="zh-CN" altLang="en-US" sz="15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962265" y="2583815"/>
            <a:ext cx="3278505" cy="1888490"/>
            <a:chOff x="12539" y="4613"/>
            <a:chExt cx="5163" cy="2974"/>
          </a:xfrm>
        </p:grpSpPr>
        <p:sp>
          <p:nvSpPr>
            <p:cNvPr id="48" name="Rectangle 2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2760" y="6589"/>
              <a:ext cx="3422" cy="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Char char="Ø"/>
              </a:pPr>
              <a:r>
                <a:rPr lang="zh-CN" altLang="en-US" sz="157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测试运行</a:t>
              </a:r>
              <a:endParaRPr lang="zh-CN" altLang="en-US" sz="15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None/>
              </a:pPr>
              <a:r>
                <a:rPr lang="zh-CN" altLang="en-US" sz="157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打开浏览器查看</a:t>
              </a:r>
              <a:r>
                <a:rPr lang="zh-CN" altLang="en-US" sz="157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页面</a:t>
              </a:r>
              <a:endParaRPr lang="zh-CN" altLang="en-US" sz="15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9" name="任意多边形: 形状 2"/>
            <p:cNvSpPr/>
            <p:nvPr>
              <p:custDataLst>
                <p:tags r:id="rId16"/>
              </p:custDataLst>
            </p:nvPr>
          </p:nvSpPr>
          <p:spPr bwMode="auto">
            <a:xfrm>
              <a:off x="12539" y="4613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8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矩形 49"/>
          <p:cNvSpPr/>
          <p:nvPr>
            <p:custDataLst>
              <p:tags r:id="rId3"/>
            </p:custDataLst>
          </p:nvPr>
        </p:nvSpPr>
        <p:spPr>
          <a:xfrm>
            <a:off x="3302000" y="1393190"/>
            <a:ext cx="8085455" cy="436118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圆角矩形 25"/>
          <p:cNvSpPr/>
          <p:nvPr>
            <p:custDataLst>
              <p:tags r:id="rId4"/>
            </p:custDataLst>
          </p:nvPr>
        </p:nvSpPr>
        <p:spPr>
          <a:xfrm>
            <a:off x="3301365" y="1365885"/>
            <a:ext cx="8093710" cy="438848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矩形 51"/>
          <p:cNvSpPr/>
          <p:nvPr>
            <p:custDataLst>
              <p:tags r:id="rId5"/>
            </p:custDataLst>
          </p:nvPr>
        </p:nvSpPr>
        <p:spPr>
          <a:xfrm>
            <a:off x="3621491" y="1333241"/>
            <a:ext cx="6090699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express = require('express');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path = require('path');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cookieParser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require('cookie-parser');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logger = require('</a:t>
            </a:r>
            <a:r>
              <a:rPr lang="en-US" altLang="zh-CN" sz="20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morgan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indexRouter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require('./routes/index');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usersRouter</a:t>
            </a: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require('./routes/users');</a:t>
            </a:r>
            <a:endParaRPr lang="zh-CN" altLang="zh-CN" sz="32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app = express();</a:t>
            </a:r>
            <a:endParaRPr lang="en-US" altLang="zh-CN" sz="20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6570" y="4910455"/>
            <a:ext cx="3051810" cy="443230"/>
            <a:chOff x="782" y="7733"/>
            <a:chExt cx="4806" cy="698"/>
          </a:xfrm>
        </p:grpSpPr>
        <p:sp>
          <p:nvSpPr>
            <p:cNvPr id="62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82" y="7733"/>
              <a:ext cx="400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定义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级别路由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8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906" y="8068"/>
              <a:ext cx="682" cy="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906" y="773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2" name="文本框 71"/>
          <p:cNvSpPr txBox="1"/>
          <p:nvPr>
            <p:custDataLst>
              <p:tags r:id="rId9"/>
            </p:custDataLst>
          </p:nvPr>
        </p:nvSpPr>
        <p:spPr>
          <a:xfrm>
            <a:off x="457478" y="1887784"/>
            <a:ext cx="238301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app.js-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项目入口文件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0"/>
            </p:custDataLst>
          </p:nvPr>
        </p:nvSpPr>
        <p:spPr>
          <a:xfrm>
            <a:off x="3613785" y="4642485"/>
            <a:ext cx="3424555" cy="3797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lang="en-US" altLang="zh-CN" sz="1800" b="1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app.get('/', (req, res)=&gt; {</a:t>
            </a:r>
            <a:endParaRPr lang="en-US" altLang="zh-CN" sz="1800" b="1" kern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6" name="文本框 75"/>
          <p:cNvSpPr txBox="1"/>
          <p:nvPr>
            <p:custDataLst>
              <p:tags r:id="rId11"/>
            </p:custDataLst>
          </p:nvPr>
        </p:nvSpPr>
        <p:spPr>
          <a:xfrm>
            <a:off x="3614420" y="5018405"/>
            <a:ext cx="3423920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0">
                <a:solidFill>
                  <a:srgbClr val="FF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res.send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('hello world')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12"/>
            </p:custDataLst>
          </p:nvPr>
        </p:nvSpPr>
        <p:spPr>
          <a:xfrm>
            <a:off x="3613785" y="5304155"/>
            <a:ext cx="3424555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0">
                <a:solidFill>
                  <a:srgbClr val="FF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})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3"/>
            </p:custDataLst>
          </p:nvPr>
        </p:nvSpPr>
        <p:spPr>
          <a:xfrm>
            <a:off x="3301295" y="5954179"/>
            <a:ext cx="609452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5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注意：加底色的代码，在后续知识点讲解中可以被替换</a:t>
            </a:r>
            <a:r>
              <a:rPr lang="zh-CN" altLang="en-US" sz="15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</a:t>
            </a:r>
            <a:endParaRPr lang="zh-CN" altLang="en-US" sz="15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394075" y="4656455"/>
            <a:ext cx="3826510" cy="990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/>
          <p:nvPr/>
        </p:nvPicPr>
        <p:blipFill>
          <a:blip r:embed="rId14"/>
          <a:stretch>
            <a:fillRect/>
          </a:stretch>
        </p:blipFill>
        <p:spPr>
          <a:xfrm>
            <a:off x="7377648" y="4514694"/>
            <a:ext cx="3961765" cy="1132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9" name="组合 8"/>
          <p:cNvGrpSpPr/>
          <p:nvPr/>
        </p:nvGrpSpPr>
        <p:grpSpPr>
          <a:xfrm>
            <a:off x="542925" y="1167130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4" name="文本框 43"/>
          <p:cNvSpPr txBox="1"/>
          <p:nvPr>
            <p:custDataLst>
              <p:tags r:id="rId17"/>
            </p:custDataLst>
          </p:nvPr>
        </p:nvSpPr>
        <p:spPr>
          <a:xfrm>
            <a:off x="9251315" y="4054475"/>
            <a:ext cx="2143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en-US" altLang="zh-CN" sz="16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75" grpId="0" bldLvl="0" animBg="1"/>
      <p:bldP spid="76" grpId="0" bldLvl="0" animBg="1"/>
      <p:bldP spid="77" grpId="0" bldLvl="0" animBg="1"/>
      <p:bldP spid="78" grpId="0"/>
      <p:bldP spid="79" grpId="0" bldLvl="0" animBg="1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85725" y="2639695"/>
            <a:ext cx="5098600" cy="1765935"/>
            <a:chOff x="135" y="4907"/>
            <a:chExt cx="8010" cy="2781"/>
          </a:xfrm>
        </p:grpSpPr>
        <p:sp>
          <p:nvSpPr>
            <p:cNvPr id="68" name="Freeform 9"/>
            <p:cNvSpPr/>
            <p:nvPr>
              <p:custDataLst>
                <p:tags r:id="rId1"/>
              </p:custDataLst>
            </p:nvPr>
          </p:nvSpPr>
          <p:spPr bwMode="auto">
            <a:xfrm>
              <a:off x="5800" y="5341"/>
              <a:ext cx="2345" cy="2347"/>
            </a:xfrm>
            <a:custGeom>
              <a:avLst/>
              <a:gdLst>
                <a:gd name="T0" fmla="*/ 144 w 287"/>
                <a:gd name="T1" fmla="*/ 0 h 288"/>
                <a:gd name="T2" fmla="*/ 84 w 287"/>
                <a:gd name="T3" fmla="*/ 57 h 288"/>
                <a:gd name="T4" fmla="*/ 64 w 287"/>
                <a:gd name="T5" fmla="*/ 37 h 288"/>
                <a:gd name="T6" fmla="*/ 42 w 287"/>
                <a:gd name="T7" fmla="*/ 42 h 288"/>
                <a:gd name="T8" fmla="*/ 37 w 287"/>
                <a:gd name="T9" fmla="*/ 64 h 288"/>
                <a:gd name="T10" fmla="*/ 57 w 287"/>
                <a:gd name="T11" fmla="*/ 84 h 288"/>
                <a:gd name="T12" fmla="*/ 0 w 287"/>
                <a:gd name="T13" fmla="*/ 144 h 288"/>
                <a:gd name="T14" fmla="*/ 60 w 287"/>
                <a:gd name="T15" fmla="*/ 201 h 288"/>
                <a:gd name="T16" fmla="*/ 80 w 287"/>
                <a:gd name="T17" fmla="*/ 181 h 288"/>
                <a:gd name="T18" fmla="*/ 102 w 287"/>
                <a:gd name="T19" fmla="*/ 185 h 288"/>
                <a:gd name="T20" fmla="*/ 107 w 287"/>
                <a:gd name="T21" fmla="*/ 207 h 288"/>
                <a:gd name="T22" fmla="*/ 87 w 287"/>
                <a:gd name="T23" fmla="*/ 228 h 288"/>
                <a:gd name="T24" fmla="*/ 144 w 287"/>
                <a:gd name="T25" fmla="*/ 288 h 288"/>
                <a:gd name="T26" fmla="*/ 204 w 287"/>
                <a:gd name="T27" fmla="*/ 231 h 288"/>
                <a:gd name="T28" fmla="*/ 224 w 287"/>
                <a:gd name="T29" fmla="*/ 251 h 288"/>
                <a:gd name="T30" fmla="*/ 246 w 287"/>
                <a:gd name="T31" fmla="*/ 246 h 288"/>
                <a:gd name="T32" fmla="*/ 251 w 287"/>
                <a:gd name="T33" fmla="*/ 224 h 288"/>
                <a:gd name="T34" fmla="*/ 231 w 287"/>
                <a:gd name="T35" fmla="*/ 204 h 288"/>
                <a:gd name="T36" fmla="*/ 287 w 287"/>
                <a:gd name="T37" fmla="*/ 144 h 288"/>
                <a:gd name="T38" fmla="*/ 227 w 287"/>
                <a:gd name="T39" fmla="*/ 87 h 288"/>
                <a:gd name="T40" fmla="*/ 207 w 287"/>
                <a:gd name="T41" fmla="*/ 108 h 288"/>
                <a:gd name="T42" fmla="*/ 185 w 287"/>
                <a:gd name="T43" fmla="*/ 103 h 288"/>
                <a:gd name="T44" fmla="*/ 180 w 287"/>
                <a:gd name="T45" fmla="*/ 81 h 288"/>
                <a:gd name="T46" fmla="*/ 200 w 287"/>
                <a:gd name="T47" fmla="*/ 61 h 288"/>
                <a:gd name="T48" fmla="*/ 144 w 287"/>
                <a:gd name="T4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144" y="0"/>
                  </a:moveTo>
                  <a:cubicBezTo>
                    <a:pt x="144" y="0"/>
                    <a:pt x="94" y="60"/>
                    <a:pt x="84" y="57"/>
                  </a:cubicBezTo>
                  <a:cubicBezTo>
                    <a:pt x="73" y="55"/>
                    <a:pt x="69" y="42"/>
                    <a:pt x="64" y="37"/>
                  </a:cubicBezTo>
                  <a:cubicBezTo>
                    <a:pt x="58" y="32"/>
                    <a:pt x="49" y="35"/>
                    <a:pt x="42" y="42"/>
                  </a:cubicBezTo>
                  <a:cubicBezTo>
                    <a:pt x="34" y="49"/>
                    <a:pt x="31" y="59"/>
                    <a:pt x="37" y="64"/>
                  </a:cubicBezTo>
                  <a:cubicBezTo>
                    <a:pt x="42" y="69"/>
                    <a:pt x="54" y="74"/>
                    <a:pt x="57" y="84"/>
                  </a:cubicBezTo>
                  <a:cubicBezTo>
                    <a:pt x="59" y="95"/>
                    <a:pt x="0" y="144"/>
                    <a:pt x="0" y="144"/>
                  </a:cubicBezTo>
                  <a:cubicBezTo>
                    <a:pt x="0" y="144"/>
                    <a:pt x="50" y="203"/>
                    <a:pt x="60" y="201"/>
                  </a:cubicBezTo>
                  <a:cubicBezTo>
                    <a:pt x="71" y="198"/>
                    <a:pt x="75" y="186"/>
                    <a:pt x="80" y="181"/>
                  </a:cubicBezTo>
                  <a:cubicBezTo>
                    <a:pt x="86" y="175"/>
                    <a:pt x="95" y="178"/>
                    <a:pt x="102" y="185"/>
                  </a:cubicBezTo>
                  <a:cubicBezTo>
                    <a:pt x="110" y="193"/>
                    <a:pt x="113" y="202"/>
                    <a:pt x="107" y="207"/>
                  </a:cubicBezTo>
                  <a:cubicBezTo>
                    <a:pt x="102" y="213"/>
                    <a:pt x="90" y="217"/>
                    <a:pt x="87" y="228"/>
                  </a:cubicBezTo>
                  <a:cubicBezTo>
                    <a:pt x="85" y="238"/>
                    <a:pt x="144" y="288"/>
                    <a:pt x="144" y="288"/>
                  </a:cubicBezTo>
                  <a:cubicBezTo>
                    <a:pt x="144" y="288"/>
                    <a:pt x="193" y="228"/>
                    <a:pt x="204" y="231"/>
                  </a:cubicBezTo>
                  <a:cubicBezTo>
                    <a:pt x="214" y="233"/>
                    <a:pt x="219" y="246"/>
                    <a:pt x="224" y="251"/>
                  </a:cubicBezTo>
                  <a:cubicBezTo>
                    <a:pt x="229" y="256"/>
                    <a:pt x="238" y="254"/>
                    <a:pt x="246" y="246"/>
                  </a:cubicBezTo>
                  <a:cubicBezTo>
                    <a:pt x="253" y="239"/>
                    <a:pt x="256" y="230"/>
                    <a:pt x="251" y="224"/>
                  </a:cubicBezTo>
                  <a:cubicBezTo>
                    <a:pt x="245" y="219"/>
                    <a:pt x="233" y="215"/>
                    <a:pt x="231" y="204"/>
                  </a:cubicBezTo>
                  <a:cubicBezTo>
                    <a:pt x="228" y="194"/>
                    <a:pt x="287" y="144"/>
                    <a:pt x="287" y="144"/>
                  </a:cubicBezTo>
                  <a:cubicBezTo>
                    <a:pt x="287" y="144"/>
                    <a:pt x="238" y="85"/>
                    <a:pt x="227" y="87"/>
                  </a:cubicBezTo>
                  <a:cubicBezTo>
                    <a:pt x="217" y="90"/>
                    <a:pt x="212" y="102"/>
                    <a:pt x="207" y="108"/>
                  </a:cubicBezTo>
                  <a:cubicBezTo>
                    <a:pt x="202" y="113"/>
                    <a:pt x="193" y="110"/>
                    <a:pt x="185" y="103"/>
                  </a:cubicBezTo>
                  <a:cubicBezTo>
                    <a:pt x="178" y="95"/>
                    <a:pt x="175" y="86"/>
                    <a:pt x="180" y="81"/>
                  </a:cubicBezTo>
                  <a:cubicBezTo>
                    <a:pt x="186" y="75"/>
                    <a:pt x="198" y="71"/>
                    <a:pt x="200" y="61"/>
                  </a:cubicBezTo>
                  <a:cubicBezTo>
                    <a:pt x="203" y="50"/>
                    <a:pt x="144" y="0"/>
                    <a:pt x="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Freeform 95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6689" y="6338"/>
              <a:ext cx="457" cy="474"/>
            </a:xfrm>
            <a:custGeom>
              <a:avLst/>
              <a:gdLst>
                <a:gd name="T0" fmla="*/ 30 w 48"/>
                <a:gd name="T1" fmla="*/ 24 h 50"/>
                <a:gd name="T2" fmla="*/ 27 w 48"/>
                <a:gd name="T3" fmla="*/ 2 h 50"/>
                <a:gd name="T4" fmla="*/ 25 w 48"/>
                <a:gd name="T5" fmla="*/ 0 h 50"/>
                <a:gd name="T6" fmla="*/ 9 w 48"/>
                <a:gd name="T7" fmla="*/ 10 h 50"/>
                <a:gd name="T8" fmla="*/ 13 w 48"/>
                <a:gd name="T9" fmla="*/ 44 h 50"/>
                <a:gd name="T10" fmla="*/ 32 w 48"/>
                <a:gd name="T11" fmla="*/ 49 h 50"/>
                <a:gd name="T12" fmla="*/ 48 w 48"/>
                <a:gd name="T13" fmla="*/ 39 h 50"/>
                <a:gd name="T14" fmla="*/ 48 w 48"/>
                <a:gd name="T15" fmla="*/ 37 h 50"/>
                <a:gd name="T16" fmla="*/ 30 w 48"/>
                <a:gd name="T17" fmla="*/ 24 h 50"/>
                <a:gd name="T18" fmla="*/ 31 w 48"/>
                <a:gd name="T19" fmla="*/ 46 h 50"/>
                <a:gd name="T20" fmla="*/ 15 w 48"/>
                <a:gd name="T21" fmla="*/ 42 h 50"/>
                <a:gd name="T22" fmla="*/ 11 w 48"/>
                <a:gd name="T23" fmla="*/ 12 h 50"/>
                <a:gd name="T24" fmla="*/ 24 w 48"/>
                <a:gd name="T25" fmla="*/ 4 h 50"/>
                <a:gd name="T26" fmla="*/ 27 w 48"/>
                <a:gd name="T27" fmla="*/ 25 h 50"/>
                <a:gd name="T28" fmla="*/ 27 w 48"/>
                <a:gd name="T29" fmla="*/ 26 h 50"/>
                <a:gd name="T30" fmla="*/ 44 w 48"/>
                <a:gd name="T31" fmla="*/ 39 h 50"/>
                <a:gd name="T32" fmla="*/ 31 w 48"/>
                <a:gd name="T33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0">
                  <a:moveTo>
                    <a:pt x="30" y="24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6" y="1"/>
                    <a:pt x="26" y="0"/>
                    <a:pt x="25" y="0"/>
                  </a:cubicBezTo>
                  <a:cubicBezTo>
                    <a:pt x="18" y="1"/>
                    <a:pt x="13" y="5"/>
                    <a:pt x="9" y="10"/>
                  </a:cubicBezTo>
                  <a:cubicBezTo>
                    <a:pt x="0" y="21"/>
                    <a:pt x="3" y="36"/>
                    <a:pt x="13" y="44"/>
                  </a:cubicBezTo>
                  <a:cubicBezTo>
                    <a:pt x="19" y="48"/>
                    <a:pt x="25" y="50"/>
                    <a:pt x="32" y="49"/>
                  </a:cubicBezTo>
                  <a:cubicBezTo>
                    <a:pt x="38" y="48"/>
                    <a:pt x="44" y="45"/>
                    <a:pt x="48" y="39"/>
                  </a:cubicBezTo>
                  <a:cubicBezTo>
                    <a:pt x="48" y="39"/>
                    <a:pt x="48" y="38"/>
                    <a:pt x="48" y="37"/>
                  </a:cubicBezTo>
                  <a:lnTo>
                    <a:pt x="30" y="24"/>
                  </a:lnTo>
                  <a:close/>
                  <a:moveTo>
                    <a:pt x="31" y="46"/>
                  </a:moveTo>
                  <a:cubicBezTo>
                    <a:pt x="26" y="47"/>
                    <a:pt x="20" y="45"/>
                    <a:pt x="15" y="42"/>
                  </a:cubicBezTo>
                  <a:cubicBezTo>
                    <a:pt x="6" y="35"/>
                    <a:pt x="4" y="21"/>
                    <a:pt x="11" y="12"/>
                  </a:cubicBezTo>
                  <a:cubicBezTo>
                    <a:pt x="14" y="8"/>
                    <a:pt x="19" y="5"/>
                    <a:pt x="24" y="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6"/>
                    <a:pt x="27" y="26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43"/>
                    <a:pt x="36" y="45"/>
                    <a:pt x="31" y="4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35" y="4907"/>
              <a:ext cx="5943" cy="2638"/>
              <a:chOff x="135" y="4907"/>
              <a:chExt cx="5943" cy="2638"/>
            </a:xfrm>
          </p:grpSpPr>
          <p:sp>
            <p:nvSpPr>
              <p:cNvPr id="66" name="TextBox 31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5" y="4907"/>
                <a:ext cx="5943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marL="342900" lvl="0" indent="-342900" algn="just">
                  <a:buFont typeface="Wingdings" panose="05000000000000000000" pitchFamily="2" charset="2"/>
                  <a:buChar char=""/>
                </a:pP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app.js-</a:t>
                </a:r>
                <a:r>
                  <a:rPr lang="en-US" altLang="zh-CN" sz="1800" b="1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get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请求方式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172" y="5587"/>
                <a:ext cx="5673" cy="1958"/>
                <a:chOff x="10831" y="5443"/>
                <a:chExt cx="6951" cy="1958"/>
              </a:xfrm>
            </p:grpSpPr>
            <p:sp>
              <p:nvSpPr>
                <p:cNvPr id="12" name="矩形 1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0841" y="5543"/>
                  <a:ext cx="6861" cy="1815"/>
                </a:xfrm>
                <a:prstGeom prst="rect">
                  <a:avLst/>
                </a:prstGeom>
                <a:solidFill>
                  <a:schemeClr val="accent4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" name="圆角矩形 25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831" y="5443"/>
                  <a:ext cx="6951" cy="1958"/>
                </a:xfrm>
                <a:prstGeom prst="roundRect">
                  <a:avLst>
                    <a:gd name="adj" fmla="val 2065"/>
                  </a:avLst>
                </a:prstGeom>
                <a:noFill/>
                <a:ln w="9525" cap="flat" cmpd="sng" algn="ctr">
                  <a:solidFill>
                    <a:schemeClr val="accent2"/>
                  </a:solidFill>
                  <a:prstDash val="dashDot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solidFill>
                        <a:srgbClr val="3C853C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67" name="TextBox 30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17" y="5587"/>
                <a:ext cx="5690" cy="1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no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l">
                  <a:lnSpc>
                    <a:spcPct val="150000"/>
                  </a:lnSpc>
                </a:pP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app.get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('</a:t>
                </a:r>
                <a:r>
                  <a:rPr lang="en-US" altLang="zh-CN" sz="1800" b="1" kern="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/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', function(</a:t>
                </a: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req,res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){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indent="203200" algn="l">
                  <a:lnSpc>
                    <a:spcPct val="150000"/>
                  </a:lnSpc>
                </a:pP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res.send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('This is get page!')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8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})</a:t>
                </a:r>
                <a:endPara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Freeform 10"/>
          <p:cNvSpPr/>
          <p:nvPr userDrawn="1">
            <p:custDataLst>
              <p:tags r:id="rId7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8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1147763" y="1061720"/>
            <a:ext cx="298704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路由请求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请求方式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512185" y="2139315"/>
            <a:ext cx="5516880" cy="3892550"/>
            <a:chOff x="5503" y="4189"/>
            <a:chExt cx="8688" cy="6130"/>
          </a:xfrm>
        </p:grpSpPr>
        <p:grpSp>
          <p:nvGrpSpPr>
            <p:cNvPr id="16" name="组合 15"/>
            <p:cNvGrpSpPr/>
            <p:nvPr/>
          </p:nvGrpSpPr>
          <p:grpSpPr>
            <a:xfrm>
              <a:off x="5503" y="4189"/>
              <a:ext cx="8688" cy="6130"/>
              <a:chOff x="5503" y="4189"/>
              <a:chExt cx="8688" cy="6130"/>
            </a:xfrm>
          </p:grpSpPr>
          <p:sp>
            <p:nvSpPr>
              <p:cNvPr id="91" name="矩形 90"/>
              <p:cNvSpPr/>
              <p:nvPr>
                <p:custDataLst>
                  <p:tags r:id="rId10"/>
                </p:custDataLst>
              </p:nvPr>
            </p:nvSpPr>
            <p:spPr>
              <a:xfrm>
                <a:off x="5503" y="8415"/>
                <a:ext cx="5856" cy="1904"/>
              </a:xfrm>
              <a:prstGeom prst="rect">
                <a:avLst/>
              </a:prstGeom>
              <a:solidFill>
                <a:schemeClr val="accent4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7" name="Freeform 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6964" y="4189"/>
                <a:ext cx="2353" cy="2338"/>
              </a:xfrm>
              <a:custGeom>
                <a:avLst/>
                <a:gdLst>
                  <a:gd name="T0" fmla="*/ 246 w 288"/>
                  <a:gd name="T1" fmla="*/ 246 h 287"/>
                  <a:gd name="T2" fmla="*/ 224 w 288"/>
                  <a:gd name="T3" fmla="*/ 251 h 287"/>
                  <a:gd name="T4" fmla="*/ 204 w 288"/>
                  <a:gd name="T5" fmla="*/ 231 h 287"/>
                  <a:gd name="T6" fmla="*/ 144 w 288"/>
                  <a:gd name="T7" fmla="*/ 287 h 287"/>
                  <a:gd name="T8" fmla="*/ 84 w 288"/>
                  <a:gd name="T9" fmla="*/ 231 h 287"/>
                  <a:gd name="T10" fmla="*/ 64 w 288"/>
                  <a:gd name="T11" fmla="*/ 251 h 287"/>
                  <a:gd name="T12" fmla="*/ 42 w 288"/>
                  <a:gd name="T13" fmla="*/ 246 h 287"/>
                  <a:gd name="T14" fmla="*/ 37 w 288"/>
                  <a:gd name="T15" fmla="*/ 224 h 287"/>
                  <a:gd name="T16" fmla="*/ 57 w 288"/>
                  <a:gd name="T17" fmla="*/ 204 h 287"/>
                  <a:gd name="T18" fmla="*/ 0 w 288"/>
                  <a:gd name="T19" fmla="*/ 144 h 287"/>
                  <a:gd name="T20" fmla="*/ 57 w 288"/>
                  <a:gd name="T21" fmla="*/ 84 h 287"/>
                  <a:gd name="T22" fmla="*/ 37 w 288"/>
                  <a:gd name="T23" fmla="*/ 64 h 287"/>
                  <a:gd name="T24" fmla="*/ 42 w 288"/>
                  <a:gd name="T25" fmla="*/ 42 h 287"/>
                  <a:gd name="T26" fmla="*/ 64 w 288"/>
                  <a:gd name="T27" fmla="*/ 37 h 287"/>
                  <a:gd name="T28" fmla="*/ 84 w 288"/>
                  <a:gd name="T29" fmla="*/ 57 h 287"/>
                  <a:gd name="T30" fmla="*/ 144 w 288"/>
                  <a:gd name="T31" fmla="*/ 0 h 287"/>
                  <a:gd name="T32" fmla="*/ 204 w 288"/>
                  <a:gd name="T33" fmla="*/ 57 h 287"/>
                  <a:gd name="T34" fmla="*/ 224 w 288"/>
                  <a:gd name="T35" fmla="*/ 37 h 287"/>
                  <a:gd name="T36" fmla="*/ 246 w 288"/>
                  <a:gd name="T37" fmla="*/ 42 h 287"/>
                  <a:gd name="T38" fmla="*/ 251 w 288"/>
                  <a:gd name="T39" fmla="*/ 64 h 287"/>
                  <a:gd name="T40" fmla="*/ 231 w 288"/>
                  <a:gd name="T41" fmla="*/ 84 h 287"/>
                  <a:gd name="T42" fmla="*/ 288 w 288"/>
                  <a:gd name="T43" fmla="*/ 144 h 287"/>
                  <a:gd name="T44" fmla="*/ 231 w 288"/>
                  <a:gd name="T45" fmla="*/ 204 h 287"/>
                  <a:gd name="T46" fmla="*/ 251 w 288"/>
                  <a:gd name="T47" fmla="*/ 224 h 287"/>
                  <a:gd name="T48" fmla="*/ 246 w 288"/>
                  <a:gd name="T49" fmla="*/ 24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8" h="287">
                    <a:moveTo>
                      <a:pt x="246" y="246"/>
                    </a:moveTo>
                    <a:cubicBezTo>
                      <a:pt x="239" y="253"/>
                      <a:pt x="230" y="256"/>
                      <a:pt x="224" y="251"/>
                    </a:cubicBezTo>
                    <a:cubicBezTo>
                      <a:pt x="219" y="245"/>
                      <a:pt x="215" y="233"/>
                      <a:pt x="204" y="231"/>
                    </a:cubicBezTo>
                    <a:cubicBezTo>
                      <a:pt x="193" y="228"/>
                      <a:pt x="144" y="287"/>
                      <a:pt x="144" y="287"/>
                    </a:cubicBezTo>
                    <a:cubicBezTo>
                      <a:pt x="144" y="287"/>
                      <a:pt x="95" y="228"/>
                      <a:pt x="84" y="231"/>
                    </a:cubicBezTo>
                    <a:cubicBezTo>
                      <a:pt x="73" y="233"/>
                      <a:pt x="69" y="245"/>
                      <a:pt x="64" y="251"/>
                    </a:cubicBezTo>
                    <a:cubicBezTo>
                      <a:pt x="59" y="256"/>
                      <a:pt x="49" y="253"/>
                      <a:pt x="42" y="246"/>
                    </a:cubicBezTo>
                    <a:cubicBezTo>
                      <a:pt x="35" y="238"/>
                      <a:pt x="32" y="229"/>
                      <a:pt x="37" y="224"/>
                    </a:cubicBezTo>
                    <a:cubicBezTo>
                      <a:pt x="42" y="219"/>
                      <a:pt x="55" y="214"/>
                      <a:pt x="57" y="204"/>
                    </a:cubicBezTo>
                    <a:cubicBezTo>
                      <a:pt x="60" y="193"/>
                      <a:pt x="0" y="144"/>
                      <a:pt x="0" y="144"/>
                    </a:cubicBezTo>
                    <a:cubicBezTo>
                      <a:pt x="0" y="144"/>
                      <a:pt x="60" y="94"/>
                      <a:pt x="57" y="84"/>
                    </a:cubicBezTo>
                    <a:cubicBezTo>
                      <a:pt x="55" y="73"/>
                      <a:pt x="42" y="69"/>
                      <a:pt x="37" y="64"/>
                    </a:cubicBezTo>
                    <a:cubicBezTo>
                      <a:pt x="32" y="58"/>
                      <a:pt x="35" y="49"/>
                      <a:pt x="42" y="42"/>
                    </a:cubicBezTo>
                    <a:cubicBezTo>
                      <a:pt x="49" y="34"/>
                      <a:pt x="59" y="31"/>
                      <a:pt x="64" y="37"/>
                    </a:cubicBezTo>
                    <a:cubicBezTo>
                      <a:pt x="69" y="42"/>
                      <a:pt x="74" y="54"/>
                      <a:pt x="84" y="57"/>
                    </a:cubicBezTo>
                    <a:cubicBezTo>
                      <a:pt x="95" y="59"/>
                      <a:pt x="144" y="0"/>
                      <a:pt x="144" y="0"/>
                    </a:cubicBezTo>
                    <a:cubicBezTo>
                      <a:pt x="144" y="0"/>
                      <a:pt x="193" y="59"/>
                      <a:pt x="204" y="57"/>
                    </a:cubicBezTo>
                    <a:cubicBezTo>
                      <a:pt x="215" y="54"/>
                      <a:pt x="219" y="42"/>
                      <a:pt x="224" y="37"/>
                    </a:cubicBezTo>
                    <a:cubicBezTo>
                      <a:pt x="230" y="31"/>
                      <a:pt x="239" y="34"/>
                      <a:pt x="246" y="42"/>
                    </a:cubicBezTo>
                    <a:cubicBezTo>
                      <a:pt x="253" y="49"/>
                      <a:pt x="256" y="58"/>
                      <a:pt x="251" y="64"/>
                    </a:cubicBezTo>
                    <a:cubicBezTo>
                      <a:pt x="246" y="69"/>
                      <a:pt x="233" y="73"/>
                      <a:pt x="231" y="84"/>
                    </a:cubicBezTo>
                    <a:cubicBezTo>
                      <a:pt x="228" y="94"/>
                      <a:pt x="288" y="144"/>
                      <a:pt x="288" y="144"/>
                    </a:cubicBezTo>
                    <a:cubicBezTo>
                      <a:pt x="288" y="144"/>
                      <a:pt x="228" y="193"/>
                      <a:pt x="231" y="204"/>
                    </a:cubicBezTo>
                    <a:cubicBezTo>
                      <a:pt x="233" y="214"/>
                      <a:pt x="246" y="219"/>
                      <a:pt x="251" y="224"/>
                    </a:cubicBezTo>
                    <a:cubicBezTo>
                      <a:pt x="256" y="229"/>
                      <a:pt x="253" y="238"/>
                      <a:pt x="246" y="2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TextBox 31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610" y="7855"/>
                <a:ext cx="8581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marL="342900" lvl="0" indent="-342900" algn="just">
                  <a:buFont typeface="Wingdings" panose="05000000000000000000" pitchFamily="2" charset="2"/>
                  <a:buChar char=""/>
                </a:pP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app.js-</a:t>
                </a:r>
                <a:r>
                  <a:rPr lang="en-US" altLang="zh-CN" sz="1800" b="1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post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请求方式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76" name="TextBox 30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800" y="8228"/>
                <a:ext cx="6615" cy="2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l">
                  <a:lnSpc>
                    <a:spcPct val="150000"/>
                  </a:lnSpc>
                </a:pP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app.</a:t>
                </a:r>
                <a:r>
                  <a:rPr lang="en-US" altLang="zh-CN" sz="1800" b="1" kern="0" dirty="0" err="1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post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('/', function(</a:t>
                </a: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req,res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){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indent="203200" algn="l">
                  <a:lnSpc>
                    <a:spcPct val="150000"/>
                  </a:lnSpc>
                </a:pPr>
                <a:r>
                  <a:rPr lang="en-US" altLang="zh-CN" sz="1800" kern="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res.send</a:t>
                </a:r>
                <a:r>
                  <a:rPr lang="en-US" altLang="zh-CN" sz="1800" kern="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('This is post page!')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8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})</a:t>
                </a:r>
                <a:endPara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2" name="圆角矩形 2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611" y="8387"/>
                <a:ext cx="5749" cy="1803"/>
              </a:xfrm>
              <a:prstGeom prst="roundRect">
                <a:avLst>
                  <a:gd name="adj" fmla="val 2065"/>
                </a:avLst>
              </a:prstGeom>
              <a:noFill/>
              <a:ln w="9525" cap="flat" cmpd="sng" algn="ctr">
                <a:solidFill>
                  <a:schemeClr val="accent2"/>
                </a:solidFill>
                <a:prstDash val="dashDot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solidFill>
                      <a:srgbClr val="3C853C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8" name="Freeform 208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7804" y="5027"/>
              <a:ext cx="656" cy="609"/>
            </a:xfrm>
            <a:custGeom>
              <a:avLst/>
              <a:gdLst>
                <a:gd name="T0" fmla="*/ 57 w 69"/>
                <a:gd name="T1" fmla="*/ 6 h 64"/>
                <a:gd name="T2" fmla="*/ 56 w 69"/>
                <a:gd name="T3" fmla="*/ 0 h 64"/>
                <a:gd name="T4" fmla="*/ 38 w 69"/>
                <a:gd name="T5" fmla="*/ 0 h 64"/>
                <a:gd name="T6" fmla="*/ 13 w 69"/>
                <a:gd name="T7" fmla="*/ 0 h 64"/>
                <a:gd name="T8" fmla="*/ 12 w 69"/>
                <a:gd name="T9" fmla="*/ 6 h 64"/>
                <a:gd name="T10" fmla="*/ 0 w 69"/>
                <a:gd name="T11" fmla="*/ 9 h 64"/>
                <a:gd name="T12" fmla="*/ 20 w 69"/>
                <a:gd name="T13" fmla="*/ 35 h 64"/>
                <a:gd name="T14" fmla="*/ 21 w 69"/>
                <a:gd name="T15" fmla="*/ 35 h 64"/>
                <a:gd name="T16" fmla="*/ 15 w 69"/>
                <a:gd name="T17" fmla="*/ 57 h 64"/>
                <a:gd name="T18" fmla="*/ 14 w 69"/>
                <a:gd name="T19" fmla="*/ 63 h 64"/>
                <a:gd name="T20" fmla="*/ 37 w 69"/>
                <a:gd name="T21" fmla="*/ 64 h 64"/>
                <a:gd name="T22" fmla="*/ 54 w 69"/>
                <a:gd name="T23" fmla="*/ 64 h 64"/>
                <a:gd name="T24" fmla="*/ 55 w 69"/>
                <a:gd name="T25" fmla="*/ 59 h 64"/>
                <a:gd name="T26" fmla="*/ 45 w 69"/>
                <a:gd name="T27" fmla="*/ 49 h 64"/>
                <a:gd name="T28" fmla="*/ 49 w 69"/>
                <a:gd name="T29" fmla="*/ 35 h 64"/>
                <a:gd name="T30" fmla="*/ 66 w 69"/>
                <a:gd name="T31" fmla="*/ 22 h 64"/>
                <a:gd name="T32" fmla="*/ 65 w 69"/>
                <a:gd name="T33" fmla="*/ 6 h 64"/>
                <a:gd name="T34" fmla="*/ 4 w 69"/>
                <a:gd name="T35" fmla="*/ 9 h 64"/>
                <a:gd name="T36" fmla="*/ 12 w 69"/>
                <a:gd name="T37" fmla="*/ 9 h 64"/>
                <a:gd name="T38" fmla="*/ 14 w 69"/>
                <a:gd name="T39" fmla="*/ 17 h 64"/>
                <a:gd name="T40" fmla="*/ 14 w 69"/>
                <a:gd name="T41" fmla="*/ 18 h 64"/>
                <a:gd name="T42" fmla="*/ 6 w 69"/>
                <a:gd name="T43" fmla="*/ 20 h 64"/>
                <a:gd name="T44" fmla="*/ 42 w 69"/>
                <a:gd name="T45" fmla="*/ 51 h 64"/>
                <a:gd name="T46" fmla="*/ 52 w 69"/>
                <a:gd name="T47" fmla="*/ 61 h 64"/>
                <a:gd name="T48" fmla="*/ 37 w 69"/>
                <a:gd name="T49" fmla="*/ 61 h 64"/>
                <a:gd name="T50" fmla="*/ 17 w 69"/>
                <a:gd name="T51" fmla="*/ 60 h 64"/>
                <a:gd name="T52" fmla="*/ 37 w 69"/>
                <a:gd name="T53" fmla="*/ 51 h 64"/>
                <a:gd name="T54" fmla="*/ 37 w 69"/>
                <a:gd name="T55" fmla="*/ 48 h 64"/>
                <a:gd name="T56" fmla="*/ 24 w 69"/>
                <a:gd name="T57" fmla="*/ 33 h 64"/>
                <a:gd name="T58" fmla="*/ 31 w 69"/>
                <a:gd name="T59" fmla="*/ 26 h 64"/>
                <a:gd name="T60" fmla="*/ 31 w 69"/>
                <a:gd name="T61" fmla="*/ 23 h 64"/>
                <a:gd name="T62" fmla="*/ 18 w 69"/>
                <a:gd name="T63" fmla="*/ 19 h 64"/>
                <a:gd name="T64" fmla="*/ 41 w 69"/>
                <a:gd name="T65" fmla="*/ 17 h 64"/>
                <a:gd name="T66" fmla="*/ 17 w 69"/>
                <a:gd name="T67" fmla="*/ 16 h 64"/>
                <a:gd name="T68" fmla="*/ 48 w 69"/>
                <a:gd name="T69" fmla="*/ 11 h 64"/>
                <a:gd name="T70" fmla="*/ 48 w 69"/>
                <a:gd name="T71" fmla="*/ 8 h 64"/>
                <a:gd name="T72" fmla="*/ 15 w 69"/>
                <a:gd name="T73" fmla="*/ 3 h 64"/>
                <a:gd name="T74" fmla="*/ 38 w 69"/>
                <a:gd name="T75" fmla="*/ 3 h 64"/>
                <a:gd name="T76" fmla="*/ 54 w 69"/>
                <a:gd name="T77" fmla="*/ 3 h 64"/>
                <a:gd name="T78" fmla="*/ 63 w 69"/>
                <a:gd name="T79" fmla="*/ 20 h 64"/>
                <a:gd name="T80" fmla="*/ 57 w 69"/>
                <a:gd name="T81" fmla="*/ 9 h 64"/>
                <a:gd name="T82" fmla="*/ 65 w 69"/>
                <a:gd name="T83" fmla="*/ 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9" h="64">
                  <a:moveTo>
                    <a:pt x="65" y="6"/>
                  </a:moveTo>
                  <a:cubicBezTo>
                    <a:pt x="57" y="6"/>
                    <a:pt x="57" y="6"/>
                    <a:pt x="57" y="6"/>
                  </a:cubicBezTo>
                  <a:cubicBezTo>
                    <a:pt x="58" y="3"/>
                    <a:pt x="58" y="1"/>
                    <a:pt x="58" y="1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3"/>
                    <a:pt x="12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7"/>
                    <a:pt x="0" y="9"/>
                  </a:cubicBezTo>
                  <a:cubicBezTo>
                    <a:pt x="0" y="10"/>
                    <a:pt x="0" y="16"/>
                    <a:pt x="3" y="22"/>
                  </a:cubicBezTo>
                  <a:cubicBezTo>
                    <a:pt x="6" y="30"/>
                    <a:pt x="12" y="34"/>
                    <a:pt x="20" y="35"/>
                  </a:cubicBezTo>
                  <a:cubicBezTo>
                    <a:pt x="20" y="35"/>
                    <a:pt x="20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41"/>
                    <a:pt x="26" y="46"/>
                    <a:pt x="24" y="49"/>
                  </a:cubicBezTo>
                  <a:cubicBezTo>
                    <a:pt x="23" y="53"/>
                    <a:pt x="18" y="57"/>
                    <a:pt x="15" y="57"/>
                  </a:cubicBezTo>
                  <a:cubicBezTo>
                    <a:pt x="14" y="58"/>
                    <a:pt x="14" y="58"/>
                    <a:pt x="14" y="59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4"/>
                    <a:pt x="15" y="64"/>
                    <a:pt x="16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5" y="64"/>
                    <a:pt x="55" y="64"/>
                    <a:pt x="55" y="63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8"/>
                    <a:pt x="55" y="58"/>
                    <a:pt x="54" y="57"/>
                  </a:cubicBezTo>
                  <a:cubicBezTo>
                    <a:pt x="51" y="57"/>
                    <a:pt x="47" y="53"/>
                    <a:pt x="45" y="49"/>
                  </a:cubicBezTo>
                  <a:cubicBezTo>
                    <a:pt x="44" y="46"/>
                    <a:pt x="45" y="41"/>
                    <a:pt x="48" y="35"/>
                  </a:cubicBezTo>
                  <a:cubicBezTo>
                    <a:pt x="48" y="35"/>
                    <a:pt x="48" y="35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57" y="34"/>
                    <a:pt x="63" y="30"/>
                    <a:pt x="66" y="22"/>
                  </a:cubicBezTo>
                  <a:cubicBezTo>
                    <a:pt x="69" y="16"/>
                    <a:pt x="69" y="10"/>
                    <a:pt x="69" y="9"/>
                  </a:cubicBezTo>
                  <a:cubicBezTo>
                    <a:pt x="69" y="7"/>
                    <a:pt x="67" y="6"/>
                    <a:pt x="65" y="6"/>
                  </a:cubicBezTo>
                  <a:close/>
                  <a:moveTo>
                    <a:pt x="6" y="20"/>
                  </a:moveTo>
                  <a:cubicBezTo>
                    <a:pt x="4" y="15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3" y="12"/>
                    <a:pt x="13" y="14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22"/>
                    <a:pt x="17" y="27"/>
                    <a:pt x="19" y="31"/>
                  </a:cubicBezTo>
                  <a:cubicBezTo>
                    <a:pt x="13" y="30"/>
                    <a:pt x="9" y="27"/>
                    <a:pt x="6" y="20"/>
                  </a:cubicBezTo>
                  <a:close/>
                  <a:moveTo>
                    <a:pt x="45" y="33"/>
                  </a:moveTo>
                  <a:cubicBezTo>
                    <a:pt x="41" y="41"/>
                    <a:pt x="40" y="46"/>
                    <a:pt x="42" y="51"/>
                  </a:cubicBezTo>
                  <a:cubicBezTo>
                    <a:pt x="44" y="55"/>
                    <a:pt x="48" y="59"/>
                    <a:pt x="52" y="60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1" y="59"/>
                    <a:pt x="25" y="55"/>
                    <a:pt x="2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8" y="51"/>
                    <a:pt x="39" y="50"/>
                    <a:pt x="39" y="49"/>
                  </a:cubicBezTo>
                  <a:cubicBezTo>
                    <a:pt x="39" y="49"/>
                    <a:pt x="38" y="48"/>
                    <a:pt x="37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4"/>
                    <a:pt x="27" y="39"/>
                    <a:pt x="24" y="33"/>
                  </a:cubicBezTo>
                  <a:cubicBezTo>
                    <a:pt x="23" y="31"/>
                    <a:pt x="22" y="28"/>
                    <a:pt x="2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2" y="25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2"/>
                    <a:pt x="18" y="20"/>
                    <a:pt x="1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1" y="18"/>
                    <a:pt x="41" y="17"/>
                  </a:cubicBezTo>
                  <a:cubicBezTo>
                    <a:pt x="41" y="16"/>
                    <a:pt x="40" y="16"/>
                    <a:pt x="39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6" y="12"/>
                    <a:pt x="16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0"/>
                    <a:pt x="49" y="9"/>
                  </a:cubicBezTo>
                  <a:cubicBezTo>
                    <a:pt x="49" y="8"/>
                    <a:pt x="49" y="8"/>
                    <a:pt x="48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6"/>
                    <a:pt x="15" y="4"/>
                    <a:pt x="15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7"/>
                    <a:pt x="53" y="19"/>
                    <a:pt x="45" y="33"/>
                  </a:cubicBezTo>
                  <a:close/>
                  <a:moveTo>
                    <a:pt x="63" y="20"/>
                  </a:moveTo>
                  <a:cubicBezTo>
                    <a:pt x="60" y="27"/>
                    <a:pt x="56" y="30"/>
                    <a:pt x="50" y="31"/>
                  </a:cubicBezTo>
                  <a:cubicBezTo>
                    <a:pt x="54" y="23"/>
                    <a:pt x="56" y="15"/>
                    <a:pt x="57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10"/>
                    <a:pt x="65" y="15"/>
                    <a:pt x="63" y="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168900" y="2521585"/>
            <a:ext cx="6907530" cy="1897380"/>
            <a:chOff x="8140" y="4721"/>
            <a:chExt cx="10878" cy="2988"/>
          </a:xfrm>
        </p:grpSpPr>
        <p:grpSp>
          <p:nvGrpSpPr>
            <p:cNvPr id="18" name="组合 17"/>
            <p:cNvGrpSpPr/>
            <p:nvPr/>
          </p:nvGrpSpPr>
          <p:grpSpPr>
            <a:xfrm>
              <a:off x="8140" y="4721"/>
              <a:ext cx="10878" cy="2988"/>
              <a:chOff x="8140" y="4721"/>
              <a:chExt cx="10878" cy="2988"/>
            </a:xfrm>
          </p:grpSpPr>
          <p:sp>
            <p:nvSpPr>
              <p:cNvPr id="83" name="Freeform 7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8140" y="5363"/>
                <a:ext cx="2345" cy="2346"/>
              </a:xfrm>
              <a:custGeom>
                <a:avLst/>
                <a:gdLst>
                  <a:gd name="T0" fmla="*/ 0 w 287"/>
                  <a:gd name="T1" fmla="*/ 144 h 288"/>
                  <a:gd name="T2" fmla="*/ 56 w 287"/>
                  <a:gd name="T3" fmla="*/ 204 h 288"/>
                  <a:gd name="T4" fmla="*/ 36 w 287"/>
                  <a:gd name="T5" fmla="*/ 224 h 288"/>
                  <a:gd name="T6" fmla="*/ 41 w 287"/>
                  <a:gd name="T7" fmla="*/ 246 h 288"/>
                  <a:gd name="T8" fmla="*/ 63 w 287"/>
                  <a:gd name="T9" fmla="*/ 251 h 288"/>
                  <a:gd name="T10" fmla="*/ 83 w 287"/>
                  <a:gd name="T11" fmla="*/ 231 h 288"/>
                  <a:gd name="T12" fmla="*/ 143 w 287"/>
                  <a:gd name="T13" fmla="*/ 288 h 288"/>
                  <a:gd name="T14" fmla="*/ 200 w 287"/>
                  <a:gd name="T15" fmla="*/ 228 h 288"/>
                  <a:gd name="T16" fmla="*/ 180 w 287"/>
                  <a:gd name="T17" fmla="*/ 207 h 288"/>
                  <a:gd name="T18" fmla="*/ 185 w 287"/>
                  <a:gd name="T19" fmla="*/ 185 h 288"/>
                  <a:gd name="T20" fmla="*/ 207 w 287"/>
                  <a:gd name="T21" fmla="*/ 181 h 288"/>
                  <a:gd name="T22" fmla="*/ 227 w 287"/>
                  <a:gd name="T23" fmla="*/ 201 h 288"/>
                  <a:gd name="T24" fmla="*/ 287 w 287"/>
                  <a:gd name="T25" fmla="*/ 144 h 288"/>
                  <a:gd name="T26" fmla="*/ 230 w 287"/>
                  <a:gd name="T27" fmla="*/ 84 h 288"/>
                  <a:gd name="T28" fmla="*/ 250 w 287"/>
                  <a:gd name="T29" fmla="*/ 64 h 288"/>
                  <a:gd name="T30" fmla="*/ 245 w 287"/>
                  <a:gd name="T31" fmla="*/ 42 h 288"/>
                  <a:gd name="T32" fmla="*/ 223 w 287"/>
                  <a:gd name="T33" fmla="*/ 37 h 288"/>
                  <a:gd name="T34" fmla="*/ 203 w 287"/>
                  <a:gd name="T35" fmla="*/ 57 h 288"/>
                  <a:gd name="T36" fmla="*/ 143 w 287"/>
                  <a:gd name="T37" fmla="*/ 0 h 288"/>
                  <a:gd name="T38" fmla="*/ 87 w 287"/>
                  <a:gd name="T39" fmla="*/ 61 h 288"/>
                  <a:gd name="T40" fmla="*/ 107 w 287"/>
                  <a:gd name="T41" fmla="*/ 81 h 288"/>
                  <a:gd name="T42" fmla="*/ 102 w 287"/>
                  <a:gd name="T43" fmla="*/ 103 h 288"/>
                  <a:gd name="T44" fmla="*/ 80 w 287"/>
                  <a:gd name="T45" fmla="*/ 108 h 288"/>
                  <a:gd name="T46" fmla="*/ 60 w 287"/>
                  <a:gd name="T47" fmla="*/ 87 h 288"/>
                  <a:gd name="T48" fmla="*/ 0 w 287"/>
                  <a:gd name="T49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7" h="288">
                    <a:moveTo>
                      <a:pt x="0" y="144"/>
                    </a:moveTo>
                    <a:cubicBezTo>
                      <a:pt x="0" y="144"/>
                      <a:pt x="59" y="194"/>
                      <a:pt x="56" y="204"/>
                    </a:cubicBezTo>
                    <a:cubicBezTo>
                      <a:pt x="54" y="215"/>
                      <a:pt x="42" y="219"/>
                      <a:pt x="36" y="224"/>
                    </a:cubicBezTo>
                    <a:cubicBezTo>
                      <a:pt x="31" y="230"/>
                      <a:pt x="34" y="239"/>
                      <a:pt x="41" y="246"/>
                    </a:cubicBezTo>
                    <a:cubicBezTo>
                      <a:pt x="49" y="254"/>
                      <a:pt x="58" y="256"/>
                      <a:pt x="63" y="251"/>
                    </a:cubicBezTo>
                    <a:cubicBezTo>
                      <a:pt x="69" y="246"/>
                      <a:pt x="73" y="233"/>
                      <a:pt x="83" y="231"/>
                    </a:cubicBezTo>
                    <a:cubicBezTo>
                      <a:pt x="94" y="228"/>
                      <a:pt x="143" y="288"/>
                      <a:pt x="143" y="288"/>
                    </a:cubicBezTo>
                    <a:cubicBezTo>
                      <a:pt x="143" y="288"/>
                      <a:pt x="202" y="238"/>
                      <a:pt x="200" y="228"/>
                    </a:cubicBezTo>
                    <a:cubicBezTo>
                      <a:pt x="197" y="217"/>
                      <a:pt x="185" y="213"/>
                      <a:pt x="180" y="207"/>
                    </a:cubicBezTo>
                    <a:cubicBezTo>
                      <a:pt x="174" y="202"/>
                      <a:pt x="177" y="193"/>
                      <a:pt x="185" y="185"/>
                    </a:cubicBezTo>
                    <a:cubicBezTo>
                      <a:pt x="192" y="178"/>
                      <a:pt x="201" y="175"/>
                      <a:pt x="207" y="181"/>
                    </a:cubicBezTo>
                    <a:cubicBezTo>
                      <a:pt x="212" y="186"/>
                      <a:pt x="216" y="198"/>
                      <a:pt x="227" y="201"/>
                    </a:cubicBezTo>
                    <a:cubicBezTo>
                      <a:pt x="237" y="203"/>
                      <a:pt x="287" y="144"/>
                      <a:pt x="287" y="144"/>
                    </a:cubicBezTo>
                    <a:cubicBezTo>
                      <a:pt x="287" y="144"/>
                      <a:pt x="228" y="95"/>
                      <a:pt x="230" y="84"/>
                    </a:cubicBezTo>
                    <a:cubicBezTo>
                      <a:pt x="233" y="74"/>
                      <a:pt x="245" y="69"/>
                      <a:pt x="250" y="64"/>
                    </a:cubicBezTo>
                    <a:cubicBezTo>
                      <a:pt x="256" y="59"/>
                      <a:pt x="253" y="49"/>
                      <a:pt x="245" y="42"/>
                    </a:cubicBezTo>
                    <a:cubicBezTo>
                      <a:pt x="238" y="35"/>
                      <a:pt x="229" y="32"/>
                      <a:pt x="223" y="37"/>
                    </a:cubicBezTo>
                    <a:cubicBezTo>
                      <a:pt x="218" y="42"/>
                      <a:pt x="214" y="55"/>
                      <a:pt x="203" y="57"/>
                    </a:cubicBezTo>
                    <a:cubicBezTo>
                      <a:pt x="193" y="60"/>
                      <a:pt x="143" y="0"/>
                      <a:pt x="143" y="0"/>
                    </a:cubicBezTo>
                    <a:cubicBezTo>
                      <a:pt x="143" y="0"/>
                      <a:pt x="84" y="50"/>
                      <a:pt x="87" y="61"/>
                    </a:cubicBezTo>
                    <a:cubicBezTo>
                      <a:pt x="89" y="71"/>
                      <a:pt x="101" y="75"/>
                      <a:pt x="107" y="81"/>
                    </a:cubicBezTo>
                    <a:cubicBezTo>
                      <a:pt x="112" y="86"/>
                      <a:pt x="109" y="95"/>
                      <a:pt x="102" y="103"/>
                    </a:cubicBezTo>
                    <a:cubicBezTo>
                      <a:pt x="94" y="110"/>
                      <a:pt x="85" y="113"/>
                      <a:pt x="80" y="108"/>
                    </a:cubicBezTo>
                    <a:cubicBezTo>
                      <a:pt x="75" y="102"/>
                      <a:pt x="70" y="90"/>
                      <a:pt x="60" y="87"/>
                    </a:cubicBezTo>
                    <a:cubicBezTo>
                      <a:pt x="49" y="85"/>
                      <a:pt x="0" y="144"/>
                      <a:pt x="0" y="1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4" name="Freeform 191"/>
              <p:cNvSpPr>
                <a:spLocks noEditPoint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9045" y="6237"/>
                <a:ext cx="542" cy="588"/>
              </a:xfrm>
              <a:custGeom>
                <a:avLst/>
                <a:gdLst>
                  <a:gd name="T0" fmla="*/ 34 w 57"/>
                  <a:gd name="T1" fmla="*/ 0 h 62"/>
                  <a:gd name="T2" fmla="*/ 32 w 57"/>
                  <a:gd name="T3" fmla="*/ 10 h 62"/>
                  <a:gd name="T4" fmla="*/ 30 w 57"/>
                  <a:gd name="T5" fmla="*/ 25 h 62"/>
                  <a:gd name="T6" fmla="*/ 28 w 57"/>
                  <a:gd name="T7" fmla="*/ 25 h 62"/>
                  <a:gd name="T8" fmla="*/ 24 w 57"/>
                  <a:gd name="T9" fmla="*/ 25 h 62"/>
                  <a:gd name="T10" fmla="*/ 24 w 57"/>
                  <a:gd name="T11" fmla="*/ 2 h 62"/>
                  <a:gd name="T12" fmla="*/ 1 w 57"/>
                  <a:gd name="T13" fmla="*/ 0 h 62"/>
                  <a:gd name="T14" fmla="*/ 0 w 57"/>
                  <a:gd name="T15" fmla="*/ 10 h 62"/>
                  <a:gd name="T16" fmla="*/ 0 w 57"/>
                  <a:gd name="T17" fmla="*/ 28 h 62"/>
                  <a:gd name="T18" fmla="*/ 8 w 57"/>
                  <a:gd name="T19" fmla="*/ 60 h 62"/>
                  <a:gd name="T20" fmla="*/ 27 w 57"/>
                  <a:gd name="T21" fmla="*/ 62 h 62"/>
                  <a:gd name="T22" fmla="*/ 30 w 57"/>
                  <a:gd name="T23" fmla="*/ 62 h 62"/>
                  <a:gd name="T24" fmla="*/ 48 w 57"/>
                  <a:gd name="T25" fmla="*/ 60 h 62"/>
                  <a:gd name="T26" fmla="*/ 56 w 57"/>
                  <a:gd name="T27" fmla="*/ 28 h 62"/>
                  <a:gd name="T28" fmla="*/ 57 w 57"/>
                  <a:gd name="T29" fmla="*/ 10 h 62"/>
                  <a:gd name="T30" fmla="*/ 55 w 57"/>
                  <a:gd name="T31" fmla="*/ 0 h 62"/>
                  <a:gd name="T32" fmla="*/ 21 w 57"/>
                  <a:gd name="T33" fmla="*/ 4 h 62"/>
                  <a:gd name="T34" fmla="*/ 3 w 57"/>
                  <a:gd name="T35" fmla="*/ 9 h 62"/>
                  <a:gd name="T36" fmla="*/ 10 w 57"/>
                  <a:gd name="T37" fmla="*/ 48 h 62"/>
                  <a:gd name="T38" fmla="*/ 3 w 57"/>
                  <a:gd name="T39" fmla="*/ 12 h 62"/>
                  <a:gd name="T40" fmla="*/ 10 w 57"/>
                  <a:gd name="T41" fmla="*/ 48 h 62"/>
                  <a:gd name="T42" fmla="*/ 12 w 57"/>
                  <a:gd name="T43" fmla="*/ 59 h 62"/>
                  <a:gd name="T44" fmla="*/ 25 w 57"/>
                  <a:gd name="T45" fmla="*/ 54 h 62"/>
                  <a:gd name="T46" fmla="*/ 25 w 57"/>
                  <a:gd name="T47" fmla="*/ 43 h 62"/>
                  <a:gd name="T48" fmla="*/ 13 w 57"/>
                  <a:gd name="T49" fmla="*/ 50 h 62"/>
                  <a:gd name="T50" fmla="*/ 21 w 57"/>
                  <a:gd name="T51" fmla="*/ 12 h 62"/>
                  <a:gd name="T52" fmla="*/ 22 w 57"/>
                  <a:gd name="T53" fmla="*/ 29 h 62"/>
                  <a:gd name="T54" fmla="*/ 25 w 57"/>
                  <a:gd name="T55" fmla="*/ 36 h 62"/>
                  <a:gd name="T56" fmla="*/ 31 w 57"/>
                  <a:gd name="T57" fmla="*/ 29 h 62"/>
                  <a:gd name="T58" fmla="*/ 36 w 57"/>
                  <a:gd name="T59" fmla="*/ 27 h 62"/>
                  <a:gd name="T60" fmla="*/ 43 w 57"/>
                  <a:gd name="T61" fmla="*/ 12 h 62"/>
                  <a:gd name="T62" fmla="*/ 31 w 57"/>
                  <a:gd name="T63" fmla="*/ 50 h 62"/>
                  <a:gd name="T64" fmla="*/ 25 w 57"/>
                  <a:gd name="T65" fmla="*/ 43 h 62"/>
                  <a:gd name="T66" fmla="*/ 31 w 57"/>
                  <a:gd name="T67" fmla="*/ 59 h 62"/>
                  <a:gd name="T68" fmla="*/ 45 w 57"/>
                  <a:gd name="T69" fmla="*/ 54 h 62"/>
                  <a:gd name="T70" fmla="*/ 53 w 57"/>
                  <a:gd name="T71" fmla="*/ 27 h 62"/>
                  <a:gd name="T72" fmla="*/ 46 w 57"/>
                  <a:gd name="T73" fmla="*/ 12 h 62"/>
                  <a:gd name="T74" fmla="*/ 53 w 57"/>
                  <a:gd name="T75" fmla="*/ 27 h 62"/>
                  <a:gd name="T76" fmla="*/ 36 w 57"/>
                  <a:gd name="T77" fmla="*/ 9 h 62"/>
                  <a:gd name="T78" fmla="*/ 53 w 57"/>
                  <a:gd name="T79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7" h="62">
                    <a:moveTo>
                      <a:pt x="55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2" y="1"/>
                      <a:pt x="32" y="2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7"/>
                      <a:pt x="0" y="28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61"/>
                      <a:pt x="9" y="62"/>
                      <a:pt x="10" y="62"/>
                    </a:cubicBezTo>
                    <a:cubicBezTo>
                      <a:pt x="27" y="62"/>
                      <a:pt x="27" y="62"/>
                      <a:pt x="27" y="62"/>
                    </a:cubicBezTo>
                    <a:cubicBezTo>
                      <a:pt x="27" y="62"/>
                      <a:pt x="28" y="62"/>
                      <a:pt x="28" y="61"/>
                    </a:cubicBezTo>
                    <a:cubicBezTo>
                      <a:pt x="28" y="62"/>
                      <a:pt x="29" y="62"/>
                      <a:pt x="30" y="62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7" y="62"/>
                      <a:pt x="48" y="61"/>
                      <a:pt x="48" y="60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7"/>
                      <a:pt x="57" y="27"/>
                      <a:pt x="57" y="27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2"/>
                      <a:pt x="57" y="2"/>
                      <a:pt x="57" y="2"/>
                    </a:cubicBezTo>
                    <a:cubicBezTo>
                      <a:pt x="57" y="1"/>
                      <a:pt x="56" y="0"/>
                      <a:pt x="55" y="0"/>
                    </a:cubicBezTo>
                    <a:close/>
                    <a:moveTo>
                      <a:pt x="3" y="4"/>
                    </a:moveTo>
                    <a:cubicBezTo>
                      <a:pt x="21" y="4"/>
                      <a:pt x="21" y="4"/>
                      <a:pt x="21" y="4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3" y="4"/>
                    </a:lnTo>
                    <a:close/>
                    <a:moveTo>
                      <a:pt x="10" y="48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0" y="12"/>
                      <a:pt x="10" y="12"/>
                      <a:pt x="10" y="12"/>
                    </a:cubicBezTo>
                    <a:lnTo>
                      <a:pt x="10" y="48"/>
                    </a:lnTo>
                    <a:close/>
                    <a:moveTo>
                      <a:pt x="25" y="59"/>
                    </a:move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25" y="54"/>
                      <a:pt x="25" y="54"/>
                      <a:pt x="25" y="54"/>
                    </a:cubicBezTo>
                    <a:lnTo>
                      <a:pt x="25" y="59"/>
                    </a:lnTo>
                    <a:close/>
                    <a:moveTo>
                      <a:pt x="25" y="43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8"/>
                      <a:pt x="21" y="29"/>
                      <a:pt x="22" y="29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5" y="29"/>
                      <a:pt x="36" y="28"/>
                      <a:pt x="36" y="27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50"/>
                      <a:pt x="43" y="50"/>
                      <a:pt x="43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1" y="43"/>
                      <a:pt x="31" y="43"/>
                      <a:pt x="31" y="43"/>
                    </a:cubicBezTo>
                    <a:lnTo>
                      <a:pt x="25" y="43"/>
                    </a:lnTo>
                    <a:close/>
                    <a:moveTo>
                      <a:pt x="45" y="59"/>
                    </a:move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45" y="54"/>
                      <a:pt x="45" y="54"/>
                      <a:pt x="45" y="54"/>
                    </a:cubicBezTo>
                    <a:lnTo>
                      <a:pt x="45" y="59"/>
                    </a:lnTo>
                    <a:close/>
                    <a:moveTo>
                      <a:pt x="53" y="27"/>
                    </a:move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3" y="12"/>
                      <a:pt x="53" y="12"/>
                      <a:pt x="53" y="12"/>
                    </a:cubicBezTo>
                    <a:lnTo>
                      <a:pt x="53" y="27"/>
                    </a:lnTo>
                    <a:close/>
                    <a:moveTo>
                      <a:pt x="53" y="9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3" y="4"/>
                      <a:pt x="53" y="4"/>
                      <a:pt x="53" y="4"/>
                    </a:cubicBezTo>
                    <a:lnTo>
                      <a:pt x="53" y="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1" name="TextBox 31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0437" y="4721"/>
                <a:ext cx="8581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marL="342900" lvl="0" indent="-342900" algn="just">
                  <a:buFont typeface="Wingdings" panose="05000000000000000000" pitchFamily="2" charset="2"/>
                  <a:buChar char=""/>
                </a:pP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app.js-</a:t>
                </a:r>
                <a:r>
                  <a:rPr lang="en-US" altLang="zh-CN" sz="1800" b="1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all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请求方式，接收任意的</a:t>
                </a: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http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方法</a:t>
                </a:r>
                <a:endPara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10831" y="5407"/>
                <a:ext cx="6951" cy="1994"/>
                <a:chOff x="10831" y="5407"/>
                <a:chExt cx="6951" cy="1994"/>
              </a:xfrm>
            </p:grpSpPr>
            <p:sp>
              <p:nvSpPr>
                <p:cNvPr id="94" name="矩形 9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0832" y="5407"/>
                  <a:ext cx="6950" cy="1993"/>
                </a:xfrm>
                <a:prstGeom prst="rect">
                  <a:avLst/>
                </a:prstGeom>
                <a:solidFill>
                  <a:schemeClr val="accent4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5" name="圆角矩形 25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0831" y="5443"/>
                  <a:ext cx="6951" cy="1958"/>
                </a:xfrm>
                <a:prstGeom prst="roundRect">
                  <a:avLst>
                    <a:gd name="adj" fmla="val 2065"/>
                  </a:avLst>
                </a:prstGeom>
                <a:noFill/>
                <a:ln w="9525" cap="flat" cmpd="sng" algn="ctr">
                  <a:solidFill>
                    <a:schemeClr val="accent2"/>
                  </a:solidFill>
                  <a:prstDash val="dashDot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solidFill>
                        <a:srgbClr val="3C853C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2" name="TextBox 3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946" y="5363"/>
              <a:ext cx="6836" cy="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no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</a:t>
              </a:r>
              <a:r>
                <a:rPr lang="en-US" altLang="zh-CN" sz="1800" b="1" kern="0" dirty="0" err="1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all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('/secret', function(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req,res,next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){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indent="203200"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('This is all request page!')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9" name="Isosceles Triangle 2_1"/>
          <p:cNvSpPr/>
          <p:nvPr>
            <p:custDataLst>
              <p:tags r:id="rId22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3"/>
            </p:custDataLst>
          </p:nvPr>
        </p:nvSpPr>
        <p:spPr>
          <a:xfrm>
            <a:off x="909955" y="1684655"/>
            <a:ext cx="579564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l" fontAlgn="auto"/>
            <a:r>
              <a:rPr lang="zh-CN" altLang="zh-CN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说明：修改</a:t>
            </a:r>
            <a:r>
              <a:rPr lang="zh-CN" altLang="en-US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上一示例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</a:t>
            </a:r>
            <a:r>
              <a:rPr lang="zh-CN" altLang="en-US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r>
              <a:rPr lang="zh-CN" altLang="zh-CN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灰底</a:t>
            </a:r>
            <a:r>
              <a:rPr lang="zh-CN" altLang="zh-CN" sz="16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色代码，进行测试..</a:t>
            </a:r>
            <a:endParaRPr lang="zh-CN" altLang="zh-CN" sz="16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1167448" y="1071245"/>
            <a:ext cx="494919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路由路径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基于字符串的路由路径</a:t>
            </a:r>
            <a:endParaRPr lang="zh-CN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762375" y="2346325"/>
            <a:ext cx="5448935" cy="3917950"/>
            <a:chOff x="5897" y="4153"/>
            <a:chExt cx="8581" cy="6170"/>
          </a:xfrm>
        </p:grpSpPr>
        <p:grpSp>
          <p:nvGrpSpPr>
            <p:cNvPr id="14" name="组合 13"/>
            <p:cNvGrpSpPr/>
            <p:nvPr/>
          </p:nvGrpSpPr>
          <p:grpSpPr>
            <a:xfrm>
              <a:off x="5897" y="4153"/>
              <a:ext cx="8581" cy="6136"/>
              <a:chOff x="5897" y="4153"/>
              <a:chExt cx="8581" cy="6136"/>
            </a:xfrm>
          </p:grpSpPr>
          <p:sp>
            <p:nvSpPr>
              <p:cNvPr id="46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64" y="4153"/>
                <a:ext cx="2353" cy="2338"/>
              </a:xfrm>
              <a:custGeom>
                <a:avLst/>
                <a:gdLst>
                  <a:gd name="T0" fmla="*/ 246 w 288"/>
                  <a:gd name="T1" fmla="*/ 246 h 287"/>
                  <a:gd name="T2" fmla="*/ 224 w 288"/>
                  <a:gd name="T3" fmla="*/ 251 h 287"/>
                  <a:gd name="T4" fmla="*/ 204 w 288"/>
                  <a:gd name="T5" fmla="*/ 231 h 287"/>
                  <a:gd name="T6" fmla="*/ 144 w 288"/>
                  <a:gd name="T7" fmla="*/ 287 h 287"/>
                  <a:gd name="T8" fmla="*/ 84 w 288"/>
                  <a:gd name="T9" fmla="*/ 231 h 287"/>
                  <a:gd name="T10" fmla="*/ 64 w 288"/>
                  <a:gd name="T11" fmla="*/ 251 h 287"/>
                  <a:gd name="T12" fmla="*/ 42 w 288"/>
                  <a:gd name="T13" fmla="*/ 246 h 287"/>
                  <a:gd name="T14" fmla="*/ 37 w 288"/>
                  <a:gd name="T15" fmla="*/ 224 h 287"/>
                  <a:gd name="T16" fmla="*/ 57 w 288"/>
                  <a:gd name="T17" fmla="*/ 204 h 287"/>
                  <a:gd name="T18" fmla="*/ 0 w 288"/>
                  <a:gd name="T19" fmla="*/ 144 h 287"/>
                  <a:gd name="T20" fmla="*/ 57 w 288"/>
                  <a:gd name="T21" fmla="*/ 84 h 287"/>
                  <a:gd name="T22" fmla="*/ 37 w 288"/>
                  <a:gd name="T23" fmla="*/ 64 h 287"/>
                  <a:gd name="T24" fmla="*/ 42 w 288"/>
                  <a:gd name="T25" fmla="*/ 42 h 287"/>
                  <a:gd name="T26" fmla="*/ 64 w 288"/>
                  <a:gd name="T27" fmla="*/ 37 h 287"/>
                  <a:gd name="T28" fmla="*/ 84 w 288"/>
                  <a:gd name="T29" fmla="*/ 57 h 287"/>
                  <a:gd name="T30" fmla="*/ 144 w 288"/>
                  <a:gd name="T31" fmla="*/ 0 h 287"/>
                  <a:gd name="T32" fmla="*/ 204 w 288"/>
                  <a:gd name="T33" fmla="*/ 57 h 287"/>
                  <a:gd name="T34" fmla="*/ 224 w 288"/>
                  <a:gd name="T35" fmla="*/ 37 h 287"/>
                  <a:gd name="T36" fmla="*/ 246 w 288"/>
                  <a:gd name="T37" fmla="*/ 42 h 287"/>
                  <a:gd name="T38" fmla="*/ 251 w 288"/>
                  <a:gd name="T39" fmla="*/ 64 h 287"/>
                  <a:gd name="T40" fmla="*/ 231 w 288"/>
                  <a:gd name="T41" fmla="*/ 84 h 287"/>
                  <a:gd name="T42" fmla="*/ 288 w 288"/>
                  <a:gd name="T43" fmla="*/ 144 h 287"/>
                  <a:gd name="T44" fmla="*/ 231 w 288"/>
                  <a:gd name="T45" fmla="*/ 204 h 287"/>
                  <a:gd name="T46" fmla="*/ 251 w 288"/>
                  <a:gd name="T47" fmla="*/ 224 h 287"/>
                  <a:gd name="T48" fmla="*/ 246 w 288"/>
                  <a:gd name="T49" fmla="*/ 24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8" h="287">
                    <a:moveTo>
                      <a:pt x="246" y="246"/>
                    </a:moveTo>
                    <a:cubicBezTo>
                      <a:pt x="239" y="253"/>
                      <a:pt x="230" y="256"/>
                      <a:pt x="224" y="251"/>
                    </a:cubicBezTo>
                    <a:cubicBezTo>
                      <a:pt x="219" y="245"/>
                      <a:pt x="215" y="233"/>
                      <a:pt x="204" y="231"/>
                    </a:cubicBezTo>
                    <a:cubicBezTo>
                      <a:pt x="193" y="228"/>
                      <a:pt x="144" y="287"/>
                      <a:pt x="144" y="287"/>
                    </a:cubicBezTo>
                    <a:cubicBezTo>
                      <a:pt x="144" y="287"/>
                      <a:pt x="95" y="228"/>
                      <a:pt x="84" y="231"/>
                    </a:cubicBezTo>
                    <a:cubicBezTo>
                      <a:pt x="73" y="233"/>
                      <a:pt x="69" y="245"/>
                      <a:pt x="64" y="251"/>
                    </a:cubicBezTo>
                    <a:cubicBezTo>
                      <a:pt x="59" y="256"/>
                      <a:pt x="49" y="253"/>
                      <a:pt x="42" y="246"/>
                    </a:cubicBezTo>
                    <a:cubicBezTo>
                      <a:pt x="35" y="238"/>
                      <a:pt x="32" y="229"/>
                      <a:pt x="37" y="224"/>
                    </a:cubicBezTo>
                    <a:cubicBezTo>
                      <a:pt x="42" y="219"/>
                      <a:pt x="55" y="214"/>
                      <a:pt x="57" y="204"/>
                    </a:cubicBezTo>
                    <a:cubicBezTo>
                      <a:pt x="60" y="193"/>
                      <a:pt x="0" y="144"/>
                      <a:pt x="0" y="144"/>
                    </a:cubicBezTo>
                    <a:cubicBezTo>
                      <a:pt x="0" y="144"/>
                      <a:pt x="60" y="94"/>
                      <a:pt x="57" y="84"/>
                    </a:cubicBezTo>
                    <a:cubicBezTo>
                      <a:pt x="55" y="73"/>
                      <a:pt x="42" y="69"/>
                      <a:pt x="37" y="64"/>
                    </a:cubicBezTo>
                    <a:cubicBezTo>
                      <a:pt x="32" y="58"/>
                      <a:pt x="35" y="49"/>
                      <a:pt x="42" y="42"/>
                    </a:cubicBezTo>
                    <a:cubicBezTo>
                      <a:pt x="49" y="34"/>
                      <a:pt x="59" y="31"/>
                      <a:pt x="64" y="37"/>
                    </a:cubicBezTo>
                    <a:cubicBezTo>
                      <a:pt x="69" y="42"/>
                      <a:pt x="74" y="54"/>
                      <a:pt x="84" y="57"/>
                    </a:cubicBezTo>
                    <a:cubicBezTo>
                      <a:pt x="95" y="59"/>
                      <a:pt x="144" y="0"/>
                      <a:pt x="144" y="0"/>
                    </a:cubicBezTo>
                    <a:cubicBezTo>
                      <a:pt x="144" y="0"/>
                      <a:pt x="193" y="59"/>
                      <a:pt x="204" y="57"/>
                    </a:cubicBezTo>
                    <a:cubicBezTo>
                      <a:pt x="215" y="54"/>
                      <a:pt x="219" y="42"/>
                      <a:pt x="224" y="37"/>
                    </a:cubicBezTo>
                    <a:cubicBezTo>
                      <a:pt x="230" y="31"/>
                      <a:pt x="239" y="34"/>
                      <a:pt x="246" y="42"/>
                    </a:cubicBezTo>
                    <a:cubicBezTo>
                      <a:pt x="253" y="49"/>
                      <a:pt x="256" y="58"/>
                      <a:pt x="251" y="64"/>
                    </a:cubicBezTo>
                    <a:cubicBezTo>
                      <a:pt x="246" y="69"/>
                      <a:pt x="233" y="73"/>
                      <a:pt x="231" y="84"/>
                    </a:cubicBezTo>
                    <a:cubicBezTo>
                      <a:pt x="228" y="94"/>
                      <a:pt x="288" y="144"/>
                      <a:pt x="288" y="144"/>
                    </a:cubicBezTo>
                    <a:cubicBezTo>
                      <a:pt x="288" y="144"/>
                      <a:pt x="228" y="193"/>
                      <a:pt x="231" y="204"/>
                    </a:cubicBezTo>
                    <a:cubicBezTo>
                      <a:pt x="233" y="214"/>
                      <a:pt x="246" y="219"/>
                      <a:pt x="251" y="224"/>
                    </a:cubicBezTo>
                    <a:cubicBezTo>
                      <a:pt x="256" y="229"/>
                      <a:pt x="253" y="238"/>
                      <a:pt x="246" y="2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08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76" y="4955"/>
                <a:ext cx="656" cy="609"/>
              </a:xfrm>
              <a:custGeom>
                <a:avLst/>
                <a:gdLst>
                  <a:gd name="T0" fmla="*/ 57 w 69"/>
                  <a:gd name="T1" fmla="*/ 6 h 64"/>
                  <a:gd name="T2" fmla="*/ 56 w 69"/>
                  <a:gd name="T3" fmla="*/ 0 h 64"/>
                  <a:gd name="T4" fmla="*/ 38 w 69"/>
                  <a:gd name="T5" fmla="*/ 0 h 64"/>
                  <a:gd name="T6" fmla="*/ 13 w 69"/>
                  <a:gd name="T7" fmla="*/ 0 h 64"/>
                  <a:gd name="T8" fmla="*/ 12 w 69"/>
                  <a:gd name="T9" fmla="*/ 6 h 64"/>
                  <a:gd name="T10" fmla="*/ 0 w 69"/>
                  <a:gd name="T11" fmla="*/ 9 h 64"/>
                  <a:gd name="T12" fmla="*/ 20 w 69"/>
                  <a:gd name="T13" fmla="*/ 35 h 64"/>
                  <a:gd name="T14" fmla="*/ 21 w 69"/>
                  <a:gd name="T15" fmla="*/ 35 h 64"/>
                  <a:gd name="T16" fmla="*/ 15 w 69"/>
                  <a:gd name="T17" fmla="*/ 57 h 64"/>
                  <a:gd name="T18" fmla="*/ 14 w 69"/>
                  <a:gd name="T19" fmla="*/ 63 h 64"/>
                  <a:gd name="T20" fmla="*/ 37 w 69"/>
                  <a:gd name="T21" fmla="*/ 64 h 64"/>
                  <a:gd name="T22" fmla="*/ 54 w 69"/>
                  <a:gd name="T23" fmla="*/ 64 h 64"/>
                  <a:gd name="T24" fmla="*/ 55 w 69"/>
                  <a:gd name="T25" fmla="*/ 59 h 64"/>
                  <a:gd name="T26" fmla="*/ 45 w 69"/>
                  <a:gd name="T27" fmla="*/ 49 h 64"/>
                  <a:gd name="T28" fmla="*/ 49 w 69"/>
                  <a:gd name="T29" fmla="*/ 35 h 64"/>
                  <a:gd name="T30" fmla="*/ 66 w 69"/>
                  <a:gd name="T31" fmla="*/ 22 h 64"/>
                  <a:gd name="T32" fmla="*/ 65 w 69"/>
                  <a:gd name="T33" fmla="*/ 6 h 64"/>
                  <a:gd name="T34" fmla="*/ 4 w 69"/>
                  <a:gd name="T35" fmla="*/ 9 h 64"/>
                  <a:gd name="T36" fmla="*/ 12 w 69"/>
                  <a:gd name="T37" fmla="*/ 9 h 64"/>
                  <a:gd name="T38" fmla="*/ 14 w 69"/>
                  <a:gd name="T39" fmla="*/ 17 h 64"/>
                  <a:gd name="T40" fmla="*/ 14 w 69"/>
                  <a:gd name="T41" fmla="*/ 18 h 64"/>
                  <a:gd name="T42" fmla="*/ 6 w 69"/>
                  <a:gd name="T43" fmla="*/ 20 h 64"/>
                  <a:gd name="T44" fmla="*/ 42 w 69"/>
                  <a:gd name="T45" fmla="*/ 51 h 64"/>
                  <a:gd name="T46" fmla="*/ 52 w 69"/>
                  <a:gd name="T47" fmla="*/ 61 h 64"/>
                  <a:gd name="T48" fmla="*/ 37 w 69"/>
                  <a:gd name="T49" fmla="*/ 61 h 64"/>
                  <a:gd name="T50" fmla="*/ 17 w 69"/>
                  <a:gd name="T51" fmla="*/ 60 h 64"/>
                  <a:gd name="T52" fmla="*/ 37 w 69"/>
                  <a:gd name="T53" fmla="*/ 51 h 64"/>
                  <a:gd name="T54" fmla="*/ 37 w 69"/>
                  <a:gd name="T55" fmla="*/ 48 h 64"/>
                  <a:gd name="T56" fmla="*/ 24 w 69"/>
                  <a:gd name="T57" fmla="*/ 33 h 64"/>
                  <a:gd name="T58" fmla="*/ 31 w 69"/>
                  <a:gd name="T59" fmla="*/ 26 h 64"/>
                  <a:gd name="T60" fmla="*/ 31 w 69"/>
                  <a:gd name="T61" fmla="*/ 23 h 64"/>
                  <a:gd name="T62" fmla="*/ 18 w 69"/>
                  <a:gd name="T63" fmla="*/ 19 h 64"/>
                  <a:gd name="T64" fmla="*/ 41 w 69"/>
                  <a:gd name="T65" fmla="*/ 17 h 64"/>
                  <a:gd name="T66" fmla="*/ 17 w 69"/>
                  <a:gd name="T67" fmla="*/ 16 h 64"/>
                  <a:gd name="T68" fmla="*/ 48 w 69"/>
                  <a:gd name="T69" fmla="*/ 11 h 64"/>
                  <a:gd name="T70" fmla="*/ 48 w 69"/>
                  <a:gd name="T71" fmla="*/ 8 h 64"/>
                  <a:gd name="T72" fmla="*/ 15 w 69"/>
                  <a:gd name="T73" fmla="*/ 3 h 64"/>
                  <a:gd name="T74" fmla="*/ 38 w 69"/>
                  <a:gd name="T75" fmla="*/ 3 h 64"/>
                  <a:gd name="T76" fmla="*/ 54 w 69"/>
                  <a:gd name="T77" fmla="*/ 3 h 64"/>
                  <a:gd name="T78" fmla="*/ 63 w 69"/>
                  <a:gd name="T79" fmla="*/ 20 h 64"/>
                  <a:gd name="T80" fmla="*/ 57 w 69"/>
                  <a:gd name="T81" fmla="*/ 9 h 64"/>
                  <a:gd name="T82" fmla="*/ 65 w 69"/>
                  <a:gd name="T83" fmla="*/ 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9" h="64">
                    <a:moveTo>
                      <a:pt x="65" y="6"/>
                    </a:moveTo>
                    <a:cubicBezTo>
                      <a:pt x="57" y="6"/>
                      <a:pt x="57" y="6"/>
                      <a:pt x="57" y="6"/>
                    </a:cubicBezTo>
                    <a:cubicBezTo>
                      <a:pt x="58" y="3"/>
                      <a:pt x="58" y="1"/>
                      <a:pt x="58" y="1"/>
                    </a:cubicBezTo>
                    <a:cubicBezTo>
                      <a:pt x="58" y="0"/>
                      <a:pt x="57" y="0"/>
                      <a:pt x="5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0"/>
                      <a:pt x="37" y="0"/>
                      <a:pt x="3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0"/>
                      <a:pt x="12" y="0"/>
                      <a:pt x="12" y="1"/>
                    </a:cubicBezTo>
                    <a:cubicBezTo>
                      <a:pt x="12" y="1"/>
                      <a:pt x="12" y="3"/>
                      <a:pt x="12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2" y="6"/>
                      <a:pt x="0" y="7"/>
                      <a:pt x="0" y="9"/>
                    </a:cubicBezTo>
                    <a:cubicBezTo>
                      <a:pt x="0" y="10"/>
                      <a:pt x="0" y="16"/>
                      <a:pt x="3" y="22"/>
                    </a:cubicBezTo>
                    <a:cubicBezTo>
                      <a:pt x="6" y="30"/>
                      <a:pt x="12" y="34"/>
                      <a:pt x="20" y="35"/>
                    </a:cubicBezTo>
                    <a:cubicBezTo>
                      <a:pt x="20" y="35"/>
                      <a:pt x="20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5" y="41"/>
                      <a:pt x="26" y="46"/>
                      <a:pt x="24" y="49"/>
                    </a:cubicBezTo>
                    <a:cubicBezTo>
                      <a:pt x="23" y="53"/>
                      <a:pt x="18" y="57"/>
                      <a:pt x="15" y="57"/>
                    </a:cubicBezTo>
                    <a:cubicBezTo>
                      <a:pt x="14" y="58"/>
                      <a:pt x="14" y="58"/>
                      <a:pt x="14" y="59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64"/>
                      <a:pt x="15" y="64"/>
                      <a:pt x="16" y="64"/>
                    </a:cubicBezTo>
                    <a:cubicBezTo>
                      <a:pt x="37" y="64"/>
                      <a:pt x="37" y="64"/>
                      <a:pt x="37" y="64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55" y="64"/>
                      <a:pt x="55" y="64"/>
                      <a:pt x="55" y="63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8"/>
                      <a:pt x="55" y="58"/>
                      <a:pt x="54" y="57"/>
                    </a:cubicBezTo>
                    <a:cubicBezTo>
                      <a:pt x="51" y="57"/>
                      <a:pt x="47" y="53"/>
                      <a:pt x="45" y="49"/>
                    </a:cubicBezTo>
                    <a:cubicBezTo>
                      <a:pt x="44" y="46"/>
                      <a:pt x="45" y="41"/>
                      <a:pt x="48" y="35"/>
                    </a:cubicBezTo>
                    <a:cubicBezTo>
                      <a:pt x="48" y="35"/>
                      <a:pt x="48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7" y="34"/>
                      <a:pt x="63" y="30"/>
                      <a:pt x="66" y="22"/>
                    </a:cubicBezTo>
                    <a:cubicBezTo>
                      <a:pt x="69" y="16"/>
                      <a:pt x="69" y="10"/>
                      <a:pt x="69" y="9"/>
                    </a:cubicBezTo>
                    <a:cubicBezTo>
                      <a:pt x="69" y="7"/>
                      <a:pt x="67" y="6"/>
                      <a:pt x="65" y="6"/>
                    </a:cubicBezTo>
                    <a:close/>
                    <a:moveTo>
                      <a:pt x="6" y="20"/>
                    </a:moveTo>
                    <a:cubicBezTo>
                      <a:pt x="4" y="15"/>
                      <a:pt x="4" y="10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3" y="10"/>
                    </a:cubicBezTo>
                    <a:cubicBezTo>
                      <a:pt x="13" y="12"/>
                      <a:pt x="13" y="14"/>
                      <a:pt x="14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22"/>
                      <a:pt x="17" y="27"/>
                      <a:pt x="19" y="31"/>
                    </a:cubicBezTo>
                    <a:cubicBezTo>
                      <a:pt x="13" y="30"/>
                      <a:pt x="9" y="27"/>
                      <a:pt x="6" y="20"/>
                    </a:cubicBezTo>
                    <a:close/>
                    <a:moveTo>
                      <a:pt x="45" y="33"/>
                    </a:moveTo>
                    <a:cubicBezTo>
                      <a:pt x="41" y="41"/>
                      <a:pt x="40" y="46"/>
                      <a:pt x="42" y="51"/>
                    </a:cubicBezTo>
                    <a:cubicBezTo>
                      <a:pt x="44" y="55"/>
                      <a:pt x="48" y="59"/>
                      <a:pt x="52" y="60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17" y="60"/>
                      <a:pt x="17" y="60"/>
                      <a:pt x="17" y="60"/>
                    </a:cubicBezTo>
                    <a:cubicBezTo>
                      <a:pt x="21" y="59"/>
                      <a:pt x="25" y="55"/>
                      <a:pt x="27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8" y="51"/>
                      <a:pt x="39" y="50"/>
                      <a:pt x="39" y="49"/>
                    </a:cubicBezTo>
                    <a:cubicBezTo>
                      <a:pt x="39" y="49"/>
                      <a:pt x="38" y="48"/>
                      <a:pt x="37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9" y="44"/>
                      <a:pt x="27" y="39"/>
                      <a:pt x="24" y="33"/>
                    </a:cubicBezTo>
                    <a:cubicBezTo>
                      <a:pt x="23" y="31"/>
                      <a:pt x="22" y="28"/>
                      <a:pt x="2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2" y="26"/>
                      <a:pt x="32" y="25"/>
                      <a:pt x="32" y="25"/>
                    </a:cubicBezTo>
                    <a:cubicBezTo>
                      <a:pt x="32" y="24"/>
                      <a:pt x="32" y="23"/>
                      <a:pt x="3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19" y="22"/>
                      <a:pt x="18" y="20"/>
                      <a:pt x="18" y="1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0" y="19"/>
                      <a:pt x="41" y="18"/>
                      <a:pt x="41" y="17"/>
                    </a:cubicBezTo>
                    <a:cubicBezTo>
                      <a:pt x="41" y="16"/>
                      <a:pt x="40" y="16"/>
                      <a:pt x="39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7" y="14"/>
                      <a:pt x="16" y="12"/>
                      <a:pt x="16" y="11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9" y="11"/>
                      <a:pt x="49" y="10"/>
                      <a:pt x="49" y="9"/>
                    </a:cubicBezTo>
                    <a:cubicBezTo>
                      <a:pt x="49" y="8"/>
                      <a:pt x="49" y="8"/>
                      <a:pt x="4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6"/>
                      <a:pt x="15" y="4"/>
                      <a:pt x="15" y="3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7" y="3"/>
                      <a:pt x="38" y="3"/>
                      <a:pt x="38" y="3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7"/>
                      <a:pt x="53" y="19"/>
                      <a:pt x="45" y="33"/>
                    </a:cubicBezTo>
                    <a:close/>
                    <a:moveTo>
                      <a:pt x="63" y="20"/>
                    </a:moveTo>
                    <a:cubicBezTo>
                      <a:pt x="60" y="27"/>
                      <a:pt x="56" y="30"/>
                      <a:pt x="50" y="31"/>
                    </a:cubicBezTo>
                    <a:cubicBezTo>
                      <a:pt x="54" y="23"/>
                      <a:pt x="56" y="15"/>
                      <a:pt x="57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5" y="10"/>
                      <a:pt x="65" y="15"/>
                      <a:pt x="63" y="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TextBox 31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897" y="7807"/>
                <a:ext cx="8581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marL="342900" lvl="0" indent="-342900" algn="just">
                  <a:buFont typeface="Wingdings" panose="05000000000000000000" pitchFamily="2" charset="2"/>
                  <a:buChar char=""/>
                </a:pP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app.js-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路由路径匹配</a:t>
                </a: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product</a:t>
                </a:r>
                <a:endPara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6235" y="8394"/>
                <a:ext cx="6615" cy="1895"/>
                <a:chOff x="6235" y="8803"/>
                <a:chExt cx="6615" cy="1895"/>
              </a:xfrm>
            </p:grpSpPr>
            <p:sp>
              <p:nvSpPr>
                <p:cNvPr id="62" name="矩形 61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256" y="8832"/>
                  <a:ext cx="6579" cy="1866"/>
                </a:xfrm>
                <a:prstGeom prst="rect">
                  <a:avLst/>
                </a:prstGeom>
                <a:solidFill>
                  <a:schemeClr val="accent4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3" name="圆角矩形 2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235" y="8803"/>
                  <a:ext cx="6615" cy="1850"/>
                </a:xfrm>
                <a:prstGeom prst="roundRect">
                  <a:avLst>
                    <a:gd name="adj" fmla="val 2065"/>
                  </a:avLst>
                </a:prstGeom>
                <a:noFill/>
                <a:ln w="9525" cap="flat" cmpd="sng" algn="ctr">
                  <a:solidFill>
                    <a:schemeClr val="accent2"/>
                  </a:solidFill>
                  <a:prstDash val="dashDot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1200" cap="none" spc="0" normalizeH="0" baseline="0" noProof="0">
                    <a:ln>
                      <a:solidFill>
                        <a:srgbClr val="3C853C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5" name="TextBox 3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235" y="8288"/>
              <a:ext cx="6867" cy="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/product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res){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('Product lists');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740400" y="2693670"/>
            <a:ext cx="6398895" cy="1950085"/>
            <a:chOff x="9040" y="4602"/>
            <a:chExt cx="10077" cy="3071"/>
          </a:xfrm>
        </p:grpSpPr>
        <p:sp>
          <p:nvSpPr>
            <p:cNvPr id="51" name="TextBox 3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879" y="5415"/>
              <a:ext cx="7238" cy="2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no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lang="en-US" altLang="zh-CN" sz="1800" b="1" kern="0" dirty="0" err="1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login.php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 {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login.php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');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9040" y="4602"/>
              <a:ext cx="9941" cy="3071"/>
              <a:chOff x="9040" y="4602"/>
              <a:chExt cx="9941" cy="3071"/>
            </a:xfrm>
          </p:grpSpPr>
          <p:sp>
            <p:nvSpPr>
              <p:cNvPr id="59" name="矩形 58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822" y="5412"/>
                <a:ext cx="7159" cy="2028"/>
              </a:xfrm>
              <a:prstGeom prst="rect">
                <a:avLst/>
              </a:prstGeom>
              <a:solidFill>
                <a:schemeClr val="accent4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7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9040" y="5327"/>
                <a:ext cx="2345" cy="2346"/>
              </a:xfrm>
              <a:custGeom>
                <a:avLst/>
                <a:gdLst>
                  <a:gd name="T0" fmla="*/ 0 w 287"/>
                  <a:gd name="T1" fmla="*/ 144 h 288"/>
                  <a:gd name="T2" fmla="*/ 56 w 287"/>
                  <a:gd name="T3" fmla="*/ 204 h 288"/>
                  <a:gd name="T4" fmla="*/ 36 w 287"/>
                  <a:gd name="T5" fmla="*/ 224 h 288"/>
                  <a:gd name="T6" fmla="*/ 41 w 287"/>
                  <a:gd name="T7" fmla="*/ 246 h 288"/>
                  <a:gd name="T8" fmla="*/ 63 w 287"/>
                  <a:gd name="T9" fmla="*/ 251 h 288"/>
                  <a:gd name="T10" fmla="*/ 83 w 287"/>
                  <a:gd name="T11" fmla="*/ 231 h 288"/>
                  <a:gd name="T12" fmla="*/ 143 w 287"/>
                  <a:gd name="T13" fmla="*/ 288 h 288"/>
                  <a:gd name="T14" fmla="*/ 200 w 287"/>
                  <a:gd name="T15" fmla="*/ 228 h 288"/>
                  <a:gd name="T16" fmla="*/ 180 w 287"/>
                  <a:gd name="T17" fmla="*/ 207 h 288"/>
                  <a:gd name="T18" fmla="*/ 185 w 287"/>
                  <a:gd name="T19" fmla="*/ 185 h 288"/>
                  <a:gd name="T20" fmla="*/ 207 w 287"/>
                  <a:gd name="T21" fmla="*/ 181 h 288"/>
                  <a:gd name="T22" fmla="*/ 227 w 287"/>
                  <a:gd name="T23" fmla="*/ 201 h 288"/>
                  <a:gd name="T24" fmla="*/ 287 w 287"/>
                  <a:gd name="T25" fmla="*/ 144 h 288"/>
                  <a:gd name="T26" fmla="*/ 230 w 287"/>
                  <a:gd name="T27" fmla="*/ 84 h 288"/>
                  <a:gd name="T28" fmla="*/ 250 w 287"/>
                  <a:gd name="T29" fmla="*/ 64 h 288"/>
                  <a:gd name="T30" fmla="*/ 245 w 287"/>
                  <a:gd name="T31" fmla="*/ 42 h 288"/>
                  <a:gd name="T32" fmla="*/ 223 w 287"/>
                  <a:gd name="T33" fmla="*/ 37 h 288"/>
                  <a:gd name="T34" fmla="*/ 203 w 287"/>
                  <a:gd name="T35" fmla="*/ 57 h 288"/>
                  <a:gd name="T36" fmla="*/ 143 w 287"/>
                  <a:gd name="T37" fmla="*/ 0 h 288"/>
                  <a:gd name="T38" fmla="*/ 87 w 287"/>
                  <a:gd name="T39" fmla="*/ 61 h 288"/>
                  <a:gd name="T40" fmla="*/ 107 w 287"/>
                  <a:gd name="T41" fmla="*/ 81 h 288"/>
                  <a:gd name="T42" fmla="*/ 102 w 287"/>
                  <a:gd name="T43" fmla="*/ 103 h 288"/>
                  <a:gd name="T44" fmla="*/ 80 w 287"/>
                  <a:gd name="T45" fmla="*/ 108 h 288"/>
                  <a:gd name="T46" fmla="*/ 60 w 287"/>
                  <a:gd name="T47" fmla="*/ 87 h 288"/>
                  <a:gd name="T48" fmla="*/ 0 w 287"/>
                  <a:gd name="T49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7" h="288">
                    <a:moveTo>
                      <a:pt x="0" y="144"/>
                    </a:moveTo>
                    <a:cubicBezTo>
                      <a:pt x="0" y="144"/>
                      <a:pt x="59" y="194"/>
                      <a:pt x="56" y="204"/>
                    </a:cubicBezTo>
                    <a:cubicBezTo>
                      <a:pt x="54" y="215"/>
                      <a:pt x="42" y="219"/>
                      <a:pt x="36" y="224"/>
                    </a:cubicBezTo>
                    <a:cubicBezTo>
                      <a:pt x="31" y="230"/>
                      <a:pt x="34" y="239"/>
                      <a:pt x="41" y="246"/>
                    </a:cubicBezTo>
                    <a:cubicBezTo>
                      <a:pt x="49" y="254"/>
                      <a:pt x="58" y="256"/>
                      <a:pt x="63" y="251"/>
                    </a:cubicBezTo>
                    <a:cubicBezTo>
                      <a:pt x="69" y="246"/>
                      <a:pt x="73" y="233"/>
                      <a:pt x="83" y="231"/>
                    </a:cubicBezTo>
                    <a:cubicBezTo>
                      <a:pt x="94" y="228"/>
                      <a:pt x="143" y="288"/>
                      <a:pt x="143" y="288"/>
                    </a:cubicBezTo>
                    <a:cubicBezTo>
                      <a:pt x="143" y="288"/>
                      <a:pt x="202" y="238"/>
                      <a:pt x="200" y="228"/>
                    </a:cubicBezTo>
                    <a:cubicBezTo>
                      <a:pt x="197" y="217"/>
                      <a:pt x="185" y="213"/>
                      <a:pt x="180" y="207"/>
                    </a:cubicBezTo>
                    <a:cubicBezTo>
                      <a:pt x="174" y="202"/>
                      <a:pt x="177" y="193"/>
                      <a:pt x="185" y="185"/>
                    </a:cubicBezTo>
                    <a:cubicBezTo>
                      <a:pt x="192" y="178"/>
                      <a:pt x="201" y="175"/>
                      <a:pt x="207" y="181"/>
                    </a:cubicBezTo>
                    <a:cubicBezTo>
                      <a:pt x="212" y="186"/>
                      <a:pt x="216" y="198"/>
                      <a:pt x="227" y="201"/>
                    </a:cubicBezTo>
                    <a:cubicBezTo>
                      <a:pt x="237" y="203"/>
                      <a:pt x="287" y="144"/>
                      <a:pt x="287" y="144"/>
                    </a:cubicBezTo>
                    <a:cubicBezTo>
                      <a:pt x="287" y="144"/>
                      <a:pt x="228" y="95"/>
                      <a:pt x="230" y="84"/>
                    </a:cubicBezTo>
                    <a:cubicBezTo>
                      <a:pt x="233" y="74"/>
                      <a:pt x="245" y="69"/>
                      <a:pt x="250" y="64"/>
                    </a:cubicBezTo>
                    <a:cubicBezTo>
                      <a:pt x="256" y="59"/>
                      <a:pt x="253" y="49"/>
                      <a:pt x="245" y="42"/>
                    </a:cubicBezTo>
                    <a:cubicBezTo>
                      <a:pt x="238" y="35"/>
                      <a:pt x="229" y="32"/>
                      <a:pt x="223" y="37"/>
                    </a:cubicBezTo>
                    <a:cubicBezTo>
                      <a:pt x="218" y="42"/>
                      <a:pt x="214" y="55"/>
                      <a:pt x="203" y="57"/>
                    </a:cubicBezTo>
                    <a:cubicBezTo>
                      <a:pt x="193" y="60"/>
                      <a:pt x="143" y="0"/>
                      <a:pt x="143" y="0"/>
                    </a:cubicBezTo>
                    <a:cubicBezTo>
                      <a:pt x="143" y="0"/>
                      <a:pt x="84" y="50"/>
                      <a:pt x="87" y="61"/>
                    </a:cubicBezTo>
                    <a:cubicBezTo>
                      <a:pt x="89" y="71"/>
                      <a:pt x="101" y="75"/>
                      <a:pt x="107" y="81"/>
                    </a:cubicBezTo>
                    <a:cubicBezTo>
                      <a:pt x="112" y="86"/>
                      <a:pt x="109" y="95"/>
                      <a:pt x="102" y="103"/>
                    </a:cubicBezTo>
                    <a:cubicBezTo>
                      <a:pt x="94" y="110"/>
                      <a:pt x="85" y="113"/>
                      <a:pt x="80" y="108"/>
                    </a:cubicBezTo>
                    <a:cubicBezTo>
                      <a:pt x="75" y="102"/>
                      <a:pt x="70" y="90"/>
                      <a:pt x="60" y="87"/>
                    </a:cubicBezTo>
                    <a:cubicBezTo>
                      <a:pt x="49" y="85"/>
                      <a:pt x="0" y="144"/>
                      <a:pt x="0" y="1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191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0017" y="6165"/>
                <a:ext cx="542" cy="588"/>
              </a:xfrm>
              <a:custGeom>
                <a:avLst/>
                <a:gdLst>
                  <a:gd name="T0" fmla="*/ 34 w 57"/>
                  <a:gd name="T1" fmla="*/ 0 h 62"/>
                  <a:gd name="T2" fmla="*/ 32 w 57"/>
                  <a:gd name="T3" fmla="*/ 10 h 62"/>
                  <a:gd name="T4" fmla="*/ 30 w 57"/>
                  <a:gd name="T5" fmla="*/ 25 h 62"/>
                  <a:gd name="T6" fmla="*/ 28 w 57"/>
                  <a:gd name="T7" fmla="*/ 25 h 62"/>
                  <a:gd name="T8" fmla="*/ 24 w 57"/>
                  <a:gd name="T9" fmla="*/ 25 h 62"/>
                  <a:gd name="T10" fmla="*/ 24 w 57"/>
                  <a:gd name="T11" fmla="*/ 2 h 62"/>
                  <a:gd name="T12" fmla="*/ 1 w 57"/>
                  <a:gd name="T13" fmla="*/ 0 h 62"/>
                  <a:gd name="T14" fmla="*/ 0 w 57"/>
                  <a:gd name="T15" fmla="*/ 10 h 62"/>
                  <a:gd name="T16" fmla="*/ 0 w 57"/>
                  <a:gd name="T17" fmla="*/ 28 h 62"/>
                  <a:gd name="T18" fmla="*/ 8 w 57"/>
                  <a:gd name="T19" fmla="*/ 60 h 62"/>
                  <a:gd name="T20" fmla="*/ 27 w 57"/>
                  <a:gd name="T21" fmla="*/ 62 h 62"/>
                  <a:gd name="T22" fmla="*/ 30 w 57"/>
                  <a:gd name="T23" fmla="*/ 62 h 62"/>
                  <a:gd name="T24" fmla="*/ 48 w 57"/>
                  <a:gd name="T25" fmla="*/ 60 h 62"/>
                  <a:gd name="T26" fmla="*/ 56 w 57"/>
                  <a:gd name="T27" fmla="*/ 28 h 62"/>
                  <a:gd name="T28" fmla="*/ 57 w 57"/>
                  <a:gd name="T29" fmla="*/ 10 h 62"/>
                  <a:gd name="T30" fmla="*/ 55 w 57"/>
                  <a:gd name="T31" fmla="*/ 0 h 62"/>
                  <a:gd name="T32" fmla="*/ 21 w 57"/>
                  <a:gd name="T33" fmla="*/ 4 h 62"/>
                  <a:gd name="T34" fmla="*/ 3 w 57"/>
                  <a:gd name="T35" fmla="*/ 9 h 62"/>
                  <a:gd name="T36" fmla="*/ 10 w 57"/>
                  <a:gd name="T37" fmla="*/ 48 h 62"/>
                  <a:gd name="T38" fmla="*/ 3 w 57"/>
                  <a:gd name="T39" fmla="*/ 12 h 62"/>
                  <a:gd name="T40" fmla="*/ 10 w 57"/>
                  <a:gd name="T41" fmla="*/ 48 h 62"/>
                  <a:gd name="T42" fmla="*/ 12 w 57"/>
                  <a:gd name="T43" fmla="*/ 59 h 62"/>
                  <a:gd name="T44" fmla="*/ 25 w 57"/>
                  <a:gd name="T45" fmla="*/ 54 h 62"/>
                  <a:gd name="T46" fmla="*/ 25 w 57"/>
                  <a:gd name="T47" fmla="*/ 43 h 62"/>
                  <a:gd name="T48" fmla="*/ 13 w 57"/>
                  <a:gd name="T49" fmla="*/ 50 h 62"/>
                  <a:gd name="T50" fmla="*/ 21 w 57"/>
                  <a:gd name="T51" fmla="*/ 12 h 62"/>
                  <a:gd name="T52" fmla="*/ 22 w 57"/>
                  <a:gd name="T53" fmla="*/ 29 h 62"/>
                  <a:gd name="T54" fmla="*/ 25 w 57"/>
                  <a:gd name="T55" fmla="*/ 36 h 62"/>
                  <a:gd name="T56" fmla="*/ 31 w 57"/>
                  <a:gd name="T57" fmla="*/ 29 h 62"/>
                  <a:gd name="T58" fmla="*/ 36 w 57"/>
                  <a:gd name="T59" fmla="*/ 27 h 62"/>
                  <a:gd name="T60" fmla="*/ 43 w 57"/>
                  <a:gd name="T61" fmla="*/ 12 h 62"/>
                  <a:gd name="T62" fmla="*/ 31 w 57"/>
                  <a:gd name="T63" fmla="*/ 50 h 62"/>
                  <a:gd name="T64" fmla="*/ 25 w 57"/>
                  <a:gd name="T65" fmla="*/ 43 h 62"/>
                  <a:gd name="T66" fmla="*/ 31 w 57"/>
                  <a:gd name="T67" fmla="*/ 59 h 62"/>
                  <a:gd name="T68" fmla="*/ 45 w 57"/>
                  <a:gd name="T69" fmla="*/ 54 h 62"/>
                  <a:gd name="T70" fmla="*/ 53 w 57"/>
                  <a:gd name="T71" fmla="*/ 27 h 62"/>
                  <a:gd name="T72" fmla="*/ 46 w 57"/>
                  <a:gd name="T73" fmla="*/ 12 h 62"/>
                  <a:gd name="T74" fmla="*/ 53 w 57"/>
                  <a:gd name="T75" fmla="*/ 27 h 62"/>
                  <a:gd name="T76" fmla="*/ 36 w 57"/>
                  <a:gd name="T77" fmla="*/ 9 h 62"/>
                  <a:gd name="T78" fmla="*/ 53 w 57"/>
                  <a:gd name="T79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7" h="62">
                    <a:moveTo>
                      <a:pt x="55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2" y="1"/>
                      <a:pt x="32" y="2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7"/>
                      <a:pt x="0" y="28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61"/>
                      <a:pt x="9" y="62"/>
                      <a:pt x="10" y="62"/>
                    </a:cubicBezTo>
                    <a:cubicBezTo>
                      <a:pt x="27" y="62"/>
                      <a:pt x="27" y="62"/>
                      <a:pt x="27" y="62"/>
                    </a:cubicBezTo>
                    <a:cubicBezTo>
                      <a:pt x="27" y="62"/>
                      <a:pt x="28" y="62"/>
                      <a:pt x="28" y="61"/>
                    </a:cubicBezTo>
                    <a:cubicBezTo>
                      <a:pt x="28" y="62"/>
                      <a:pt x="29" y="62"/>
                      <a:pt x="30" y="62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7" y="62"/>
                      <a:pt x="48" y="61"/>
                      <a:pt x="48" y="60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7"/>
                      <a:pt x="57" y="27"/>
                      <a:pt x="57" y="27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2"/>
                      <a:pt x="57" y="2"/>
                      <a:pt x="57" y="2"/>
                    </a:cubicBezTo>
                    <a:cubicBezTo>
                      <a:pt x="57" y="1"/>
                      <a:pt x="56" y="0"/>
                      <a:pt x="55" y="0"/>
                    </a:cubicBezTo>
                    <a:close/>
                    <a:moveTo>
                      <a:pt x="3" y="4"/>
                    </a:moveTo>
                    <a:cubicBezTo>
                      <a:pt x="21" y="4"/>
                      <a:pt x="21" y="4"/>
                      <a:pt x="21" y="4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3" y="4"/>
                    </a:lnTo>
                    <a:close/>
                    <a:moveTo>
                      <a:pt x="10" y="48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0" y="12"/>
                      <a:pt x="10" y="12"/>
                      <a:pt x="10" y="12"/>
                    </a:cubicBezTo>
                    <a:lnTo>
                      <a:pt x="10" y="48"/>
                    </a:lnTo>
                    <a:close/>
                    <a:moveTo>
                      <a:pt x="25" y="59"/>
                    </a:move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25" y="54"/>
                      <a:pt x="25" y="54"/>
                      <a:pt x="25" y="54"/>
                    </a:cubicBezTo>
                    <a:lnTo>
                      <a:pt x="25" y="59"/>
                    </a:lnTo>
                    <a:close/>
                    <a:moveTo>
                      <a:pt x="25" y="43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8"/>
                      <a:pt x="21" y="29"/>
                      <a:pt x="22" y="29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5" y="29"/>
                      <a:pt x="36" y="28"/>
                      <a:pt x="36" y="27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50"/>
                      <a:pt x="43" y="50"/>
                      <a:pt x="43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1" y="43"/>
                      <a:pt x="31" y="43"/>
                      <a:pt x="31" y="43"/>
                    </a:cubicBezTo>
                    <a:lnTo>
                      <a:pt x="25" y="43"/>
                    </a:lnTo>
                    <a:close/>
                    <a:moveTo>
                      <a:pt x="45" y="59"/>
                    </a:move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45" y="54"/>
                      <a:pt x="45" y="54"/>
                      <a:pt x="45" y="54"/>
                    </a:cubicBezTo>
                    <a:lnTo>
                      <a:pt x="45" y="59"/>
                    </a:lnTo>
                    <a:close/>
                    <a:moveTo>
                      <a:pt x="53" y="27"/>
                    </a:move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3" y="12"/>
                      <a:pt x="53" y="12"/>
                      <a:pt x="53" y="12"/>
                    </a:cubicBezTo>
                    <a:lnTo>
                      <a:pt x="53" y="27"/>
                    </a:lnTo>
                    <a:close/>
                    <a:moveTo>
                      <a:pt x="53" y="9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3" y="4"/>
                      <a:pt x="53" y="4"/>
                      <a:pt x="53" y="4"/>
                    </a:cubicBezTo>
                    <a:lnTo>
                      <a:pt x="53" y="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TextBox 31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1822" y="4602"/>
                <a:ext cx="6575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marL="342900" lvl="0" indent="-342900" algn="just">
                  <a:buFont typeface="Wingdings" panose="05000000000000000000" pitchFamily="2" charset="2"/>
                  <a:buChar char=""/>
                </a:pP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app.js-</a:t>
                </a:r>
                <a:r>
                  <a:rPr lang="zh-CN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路由路径匹配</a:t>
                </a:r>
                <a:r>
                  <a:rPr lang="en-US" altLang="zh-CN" sz="18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en-US" altLang="zh-CN" sz="1800" kern="100" dirty="0" err="1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login.php</a:t>
                </a:r>
                <a:endParaRPr lang="en-US" altLang="zh-CN" sz="1800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13597" y="6086"/>
                <a:ext cx="18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13423" y="6791"/>
                <a:ext cx="340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圆角矩形 25"/>
            <p:cNvSpPr/>
            <p:nvPr>
              <p:custDataLst>
                <p:tags r:id="rId15"/>
              </p:custDataLst>
            </p:nvPr>
          </p:nvSpPr>
          <p:spPr>
            <a:xfrm>
              <a:off x="11852" y="5345"/>
              <a:ext cx="7130" cy="217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7320" y="2685415"/>
            <a:ext cx="5619750" cy="1917700"/>
            <a:chOff x="561" y="4708"/>
            <a:chExt cx="8850" cy="3020"/>
          </a:xfrm>
        </p:grpSpPr>
        <p:sp>
          <p:nvSpPr>
            <p:cNvPr id="37" name="Freeform 9"/>
            <p:cNvSpPr/>
            <p:nvPr>
              <p:custDataLst>
                <p:tags r:id="rId17"/>
              </p:custDataLst>
            </p:nvPr>
          </p:nvSpPr>
          <p:spPr bwMode="auto">
            <a:xfrm>
              <a:off x="7066" y="5382"/>
              <a:ext cx="2345" cy="2346"/>
            </a:xfrm>
            <a:custGeom>
              <a:avLst/>
              <a:gdLst>
                <a:gd name="T0" fmla="*/ 144 w 287"/>
                <a:gd name="T1" fmla="*/ 0 h 288"/>
                <a:gd name="T2" fmla="*/ 84 w 287"/>
                <a:gd name="T3" fmla="*/ 57 h 288"/>
                <a:gd name="T4" fmla="*/ 64 w 287"/>
                <a:gd name="T5" fmla="*/ 37 h 288"/>
                <a:gd name="T6" fmla="*/ 42 w 287"/>
                <a:gd name="T7" fmla="*/ 42 h 288"/>
                <a:gd name="T8" fmla="*/ 37 w 287"/>
                <a:gd name="T9" fmla="*/ 64 h 288"/>
                <a:gd name="T10" fmla="*/ 57 w 287"/>
                <a:gd name="T11" fmla="*/ 84 h 288"/>
                <a:gd name="T12" fmla="*/ 0 w 287"/>
                <a:gd name="T13" fmla="*/ 144 h 288"/>
                <a:gd name="T14" fmla="*/ 60 w 287"/>
                <a:gd name="T15" fmla="*/ 201 h 288"/>
                <a:gd name="T16" fmla="*/ 80 w 287"/>
                <a:gd name="T17" fmla="*/ 181 h 288"/>
                <a:gd name="T18" fmla="*/ 102 w 287"/>
                <a:gd name="T19" fmla="*/ 185 h 288"/>
                <a:gd name="T20" fmla="*/ 107 w 287"/>
                <a:gd name="T21" fmla="*/ 207 h 288"/>
                <a:gd name="T22" fmla="*/ 87 w 287"/>
                <a:gd name="T23" fmla="*/ 228 h 288"/>
                <a:gd name="T24" fmla="*/ 144 w 287"/>
                <a:gd name="T25" fmla="*/ 288 h 288"/>
                <a:gd name="T26" fmla="*/ 204 w 287"/>
                <a:gd name="T27" fmla="*/ 231 h 288"/>
                <a:gd name="T28" fmla="*/ 224 w 287"/>
                <a:gd name="T29" fmla="*/ 251 h 288"/>
                <a:gd name="T30" fmla="*/ 246 w 287"/>
                <a:gd name="T31" fmla="*/ 246 h 288"/>
                <a:gd name="T32" fmla="*/ 251 w 287"/>
                <a:gd name="T33" fmla="*/ 224 h 288"/>
                <a:gd name="T34" fmla="*/ 231 w 287"/>
                <a:gd name="T35" fmla="*/ 204 h 288"/>
                <a:gd name="T36" fmla="*/ 287 w 287"/>
                <a:gd name="T37" fmla="*/ 144 h 288"/>
                <a:gd name="T38" fmla="*/ 227 w 287"/>
                <a:gd name="T39" fmla="*/ 87 h 288"/>
                <a:gd name="T40" fmla="*/ 207 w 287"/>
                <a:gd name="T41" fmla="*/ 108 h 288"/>
                <a:gd name="T42" fmla="*/ 185 w 287"/>
                <a:gd name="T43" fmla="*/ 103 h 288"/>
                <a:gd name="T44" fmla="*/ 180 w 287"/>
                <a:gd name="T45" fmla="*/ 81 h 288"/>
                <a:gd name="T46" fmla="*/ 200 w 287"/>
                <a:gd name="T47" fmla="*/ 61 h 288"/>
                <a:gd name="T48" fmla="*/ 144 w 287"/>
                <a:gd name="T4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144" y="0"/>
                  </a:moveTo>
                  <a:cubicBezTo>
                    <a:pt x="144" y="0"/>
                    <a:pt x="94" y="60"/>
                    <a:pt x="84" y="57"/>
                  </a:cubicBezTo>
                  <a:cubicBezTo>
                    <a:pt x="73" y="55"/>
                    <a:pt x="69" y="42"/>
                    <a:pt x="64" y="37"/>
                  </a:cubicBezTo>
                  <a:cubicBezTo>
                    <a:pt x="58" y="32"/>
                    <a:pt x="49" y="35"/>
                    <a:pt x="42" y="42"/>
                  </a:cubicBezTo>
                  <a:cubicBezTo>
                    <a:pt x="34" y="49"/>
                    <a:pt x="31" y="59"/>
                    <a:pt x="37" y="64"/>
                  </a:cubicBezTo>
                  <a:cubicBezTo>
                    <a:pt x="42" y="69"/>
                    <a:pt x="54" y="74"/>
                    <a:pt x="57" y="84"/>
                  </a:cubicBezTo>
                  <a:cubicBezTo>
                    <a:pt x="59" y="95"/>
                    <a:pt x="0" y="144"/>
                    <a:pt x="0" y="144"/>
                  </a:cubicBezTo>
                  <a:cubicBezTo>
                    <a:pt x="0" y="144"/>
                    <a:pt x="50" y="203"/>
                    <a:pt x="60" y="201"/>
                  </a:cubicBezTo>
                  <a:cubicBezTo>
                    <a:pt x="71" y="198"/>
                    <a:pt x="75" y="186"/>
                    <a:pt x="80" y="181"/>
                  </a:cubicBezTo>
                  <a:cubicBezTo>
                    <a:pt x="86" y="175"/>
                    <a:pt x="95" y="178"/>
                    <a:pt x="102" y="185"/>
                  </a:cubicBezTo>
                  <a:cubicBezTo>
                    <a:pt x="110" y="193"/>
                    <a:pt x="113" y="202"/>
                    <a:pt x="107" y="207"/>
                  </a:cubicBezTo>
                  <a:cubicBezTo>
                    <a:pt x="102" y="213"/>
                    <a:pt x="90" y="217"/>
                    <a:pt x="87" y="228"/>
                  </a:cubicBezTo>
                  <a:cubicBezTo>
                    <a:pt x="85" y="238"/>
                    <a:pt x="144" y="288"/>
                    <a:pt x="144" y="288"/>
                  </a:cubicBezTo>
                  <a:cubicBezTo>
                    <a:pt x="144" y="288"/>
                    <a:pt x="193" y="228"/>
                    <a:pt x="204" y="231"/>
                  </a:cubicBezTo>
                  <a:cubicBezTo>
                    <a:pt x="214" y="233"/>
                    <a:pt x="219" y="246"/>
                    <a:pt x="224" y="251"/>
                  </a:cubicBezTo>
                  <a:cubicBezTo>
                    <a:pt x="229" y="256"/>
                    <a:pt x="238" y="254"/>
                    <a:pt x="246" y="246"/>
                  </a:cubicBezTo>
                  <a:cubicBezTo>
                    <a:pt x="253" y="239"/>
                    <a:pt x="256" y="230"/>
                    <a:pt x="251" y="224"/>
                  </a:cubicBezTo>
                  <a:cubicBezTo>
                    <a:pt x="245" y="219"/>
                    <a:pt x="233" y="215"/>
                    <a:pt x="231" y="204"/>
                  </a:cubicBezTo>
                  <a:cubicBezTo>
                    <a:pt x="228" y="194"/>
                    <a:pt x="287" y="144"/>
                    <a:pt x="287" y="144"/>
                  </a:cubicBezTo>
                  <a:cubicBezTo>
                    <a:pt x="287" y="144"/>
                    <a:pt x="238" y="85"/>
                    <a:pt x="227" y="87"/>
                  </a:cubicBezTo>
                  <a:cubicBezTo>
                    <a:pt x="217" y="90"/>
                    <a:pt x="212" y="102"/>
                    <a:pt x="207" y="108"/>
                  </a:cubicBezTo>
                  <a:cubicBezTo>
                    <a:pt x="202" y="113"/>
                    <a:pt x="193" y="110"/>
                    <a:pt x="185" y="103"/>
                  </a:cubicBezTo>
                  <a:cubicBezTo>
                    <a:pt x="178" y="95"/>
                    <a:pt x="175" y="86"/>
                    <a:pt x="180" y="81"/>
                  </a:cubicBezTo>
                  <a:cubicBezTo>
                    <a:pt x="186" y="75"/>
                    <a:pt x="198" y="71"/>
                    <a:pt x="200" y="61"/>
                  </a:cubicBezTo>
                  <a:cubicBezTo>
                    <a:pt x="203" y="50"/>
                    <a:pt x="144" y="0"/>
                    <a:pt x="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Freeform 95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7656" y="6284"/>
              <a:ext cx="457" cy="474"/>
            </a:xfrm>
            <a:custGeom>
              <a:avLst/>
              <a:gdLst>
                <a:gd name="T0" fmla="*/ 30 w 48"/>
                <a:gd name="T1" fmla="*/ 24 h 50"/>
                <a:gd name="T2" fmla="*/ 27 w 48"/>
                <a:gd name="T3" fmla="*/ 2 h 50"/>
                <a:gd name="T4" fmla="*/ 25 w 48"/>
                <a:gd name="T5" fmla="*/ 0 h 50"/>
                <a:gd name="T6" fmla="*/ 9 w 48"/>
                <a:gd name="T7" fmla="*/ 10 h 50"/>
                <a:gd name="T8" fmla="*/ 13 w 48"/>
                <a:gd name="T9" fmla="*/ 44 h 50"/>
                <a:gd name="T10" fmla="*/ 32 w 48"/>
                <a:gd name="T11" fmla="*/ 49 h 50"/>
                <a:gd name="T12" fmla="*/ 48 w 48"/>
                <a:gd name="T13" fmla="*/ 39 h 50"/>
                <a:gd name="T14" fmla="*/ 48 w 48"/>
                <a:gd name="T15" fmla="*/ 37 h 50"/>
                <a:gd name="T16" fmla="*/ 30 w 48"/>
                <a:gd name="T17" fmla="*/ 24 h 50"/>
                <a:gd name="T18" fmla="*/ 31 w 48"/>
                <a:gd name="T19" fmla="*/ 46 h 50"/>
                <a:gd name="T20" fmla="*/ 15 w 48"/>
                <a:gd name="T21" fmla="*/ 42 h 50"/>
                <a:gd name="T22" fmla="*/ 11 w 48"/>
                <a:gd name="T23" fmla="*/ 12 h 50"/>
                <a:gd name="T24" fmla="*/ 24 w 48"/>
                <a:gd name="T25" fmla="*/ 4 h 50"/>
                <a:gd name="T26" fmla="*/ 27 w 48"/>
                <a:gd name="T27" fmla="*/ 25 h 50"/>
                <a:gd name="T28" fmla="*/ 27 w 48"/>
                <a:gd name="T29" fmla="*/ 26 h 50"/>
                <a:gd name="T30" fmla="*/ 44 w 48"/>
                <a:gd name="T31" fmla="*/ 39 h 50"/>
                <a:gd name="T32" fmla="*/ 31 w 48"/>
                <a:gd name="T33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0">
                  <a:moveTo>
                    <a:pt x="30" y="24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6" y="1"/>
                    <a:pt x="26" y="0"/>
                    <a:pt x="25" y="0"/>
                  </a:cubicBezTo>
                  <a:cubicBezTo>
                    <a:pt x="18" y="1"/>
                    <a:pt x="13" y="5"/>
                    <a:pt x="9" y="10"/>
                  </a:cubicBezTo>
                  <a:cubicBezTo>
                    <a:pt x="0" y="21"/>
                    <a:pt x="3" y="36"/>
                    <a:pt x="13" y="44"/>
                  </a:cubicBezTo>
                  <a:cubicBezTo>
                    <a:pt x="19" y="48"/>
                    <a:pt x="25" y="50"/>
                    <a:pt x="32" y="49"/>
                  </a:cubicBezTo>
                  <a:cubicBezTo>
                    <a:pt x="38" y="48"/>
                    <a:pt x="44" y="45"/>
                    <a:pt x="48" y="39"/>
                  </a:cubicBezTo>
                  <a:cubicBezTo>
                    <a:pt x="48" y="39"/>
                    <a:pt x="48" y="38"/>
                    <a:pt x="48" y="37"/>
                  </a:cubicBezTo>
                  <a:lnTo>
                    <a:pt x="30" y="24"/>
                  </a:lnTo>
                  <a:close/>
                  <a:moveTo>
                    <a:pt x="31" y="46"/>
                  </a:moveTo>
                  <a:cubicBezTo>
                    <a:pt x="26" y="47"/>
                    <a:pt x="20" y="45"/>
                    <a:pt x="15" y="42"/>
                  </a:cubicBezTo>
                  <a:cubicBezTo>
                    <a:pt x="6" y="35"/>
                    <a:pt x="4" y="21"/>
                    <a:pt x="11" y="12"/>
                  </a:cubicBezTo>
                  <a:cubicBezTo>
                    <a:pt x="14" y="8"/>
                    <a:pt x="19" y="5"/>
                    <a:pt x="24" y="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6"/>
                    <a:pt x="27" y="26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43"/>
                    <a:pt x="36" y="45"/>
                    <a:pt x="31" y="4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TextBox 3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61" y="4708"/>
              <a:ext cx="6154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路由路径匹配根路由</a:t>
              </a: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endPara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42" y="5358"/>
              <a:ext cx="5428" cy="1850"/>
              <a:chOff x="6002" y="8803"/>
              <a:chExt cx="6615" cy="1850"/>
            </a:xfrm>
          </p:grpSpPr>
          <p:sp>
            <p:nvSpPr>
              <p:cNvPr id="11" name="矩形 10"/>
              <p:cNvSpPr/>
              <p:nvPr>
                <p:custDataLst>
                  <p:tags r:id="rId20"/>
                </p:custDataLst>
              </p:nvPr>
            </p:nvSpPr>
            <p:spPr>
              <a:xfrm>
                <a:off x="6074" y="8827"/>
                <a:ext cx="6488" cy="1825"/>
              </a:xfrm>
              <a:prstGeom prst="rect">
                <a:avLst/>
              </a:prstGeom>
              <a:solidFill>
                <a:schemeClr val="accent4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圆角矩形 25"/>
              <p:cNvSpPr/>
              <p:nvPr>
                <p:custDataLst>
                  <p:tags r:id="rId21"/>
                </p:custDataLst>
              </p:nvPr>
            </p:nvSpPr>
            <p:spPr>
              <a:xfrm>
                <a:off x="6002" y="8803"/>
                <a:ext cx="6615" cy="1850"/>
              </a:xfrm>
              <a:prstGeom prst="roundRect">
                <a:avLst>
                  <a:gd name="adj" fmla="val 2065"/>
                </a:avLst>
              </a:prstGeom>
              <a:noFill/>
              <a:ln w="9525" cap="flat" cmpd="sng" algn="ctr">
                <a:solidFill>
                  <a:schemeClr val="accent2"/>
                </a:solidFill>
                <a:prstDash val="dashDot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solidFill>
                      <a:srgbClr val="3C853C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6" name="TextBox 3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10" y="5216"/>
              <a:ext cx="5690" cy="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</a:t>
              </a:r>
              <a:r>
                <a:rPr lang="en-US" altLang="zh-CN" sz="1800" kern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b="1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lang="en-US" altLang="zh-CN" sz="1800" kern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 {</a:t>
              </a:r>
              <a:endParaRPr lang="zh-CN" altLang="zh-CN" sz="18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('root');</a:t>
              </a:r>
              <a:endParaRPr lang="zh-CN" altLang="zh-CN" sz="18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1119823" y="1083310"/>
            <a:ext cx="555879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路由路径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基于字符串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的路由路径</a:t>
            </a:r>
            <a:endParaRPr lang="zh-CN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0" name="is1ide-Rectangle 24"/>
          <p:cNvSpPr/>
          <p:nvPr>
            <p:custDataLst>
              <p:tags r:id="rId4"/>
            </p:custDataLst>
          </p:nvPr>
        </p:nvSpPr>
        <p:spPr>
          <a:xfrm>
            <a:off x="5863590" y="4140835"/>
            <a:ext cx="4689475" cy="1751330"/>
          </a:xfrm>
          <a:prstGeom prst="rect">
            <a:avLst/>
          </a:prstGeom>
          <a:solidFill>
            <a:schemeClr val="lt1"/>
          </a:solidFill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2" name="is1ide-Rectangle: Rounded Corners 33"/>
          <p:cNvSpPr/>
          <p:nvPr>
            <p:custDataLst>
              <p:tags r:id="rId5"/>
            </p:custDataLst>
          </p:nvPr>
        </p:nvSpPr>
        <p:spPr>
          <a:xfrm rot="16200000">
            <a:off x="5201920" y="4802505"/>
            <a:ext cx="1751330" cy="428625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vert="eaVert" wrap="none" lIns="33372" tIns="33372" rIns="33372" bIns="33372" anchor="ctr" anchorCtr="1">
            <a:normAutofit/>
          </a:bodyPr>
          <a:lstStyle/>
          <a:p>
            <a:pPr algn="ctr" defTabSz="1201420"/>
            <a:endParaRPr lang="zh-CN" altLang="en-US" sz="2100" kern="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0" name="文本框 79"/>
          <p:cNvSpPr txBox="1"/>
          <p:nvPr>
            <p:custDataLst>
              <p:tags r:id="rId6"/>
            </p:custDataLst>
          </p:nvPr>
        </p:nvSpPr>
        <p:spPr>
          <a:xfrm>
            <a:off x="6292215" y="4263390"/>
            <a:ext cx="3653155" cy="337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Wingdings" panose="05000000000000000000" pitchFamily="2" charset="2"/>
              <a:buChar char=""/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app.js-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路由路径匹配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ab(cd)?e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7"/>
            </p:custDataLst>
          </p:nvPr>
        </p:nvSpPr>
        <p:spPr>
          <a:xfrm>
            <a:off x="6349365" y="4703445"/>
            <a:ext cx="428561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app.get('/ab(cd)?e', function(req, res) {</a:t>
            </a:r>
            <a:endParaRPr lang="zh-CN" altLang="zh-CN" sz="2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8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res.send</a:t>
            </a:r>
            <a:r>
              <a:rPr lang="en-US" altLang="zh-CN" sz="18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('ab(cd)?e');</a:t>
            </a:r>
            <a:endParaRPr lang="zh-CN" altLang="zh-CN" sz="2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})</a:t>
            </a:r>
            <a:endParaRPr lang="en-US" altLang="zh-CN" sz="18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8" name="矩形 97"/>
          <p:cNvSpPr/>
          <p:nvPr>
            <p:custDataLst>
              <p:tags r:id="rId8"/>
            </p:custDataLst>
          </p:nvPr>
        </p:nvSpPr>
        <p:spPr>
          <a:xfrm>
            <a:off x="6528435" y="4671695"/>
            <a:ext cx="3860800" cy="1102360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9" name="圆角矩形 25"/>
          <p:cNvSpPr/>
          <p:nvPr>
            <p:custDataLst>
              <p:tags r:id="rId9"/>
            </p:custDataLst>
          </p:nvPr>
        </p:nvSpPr>
        <p:spPr>
          <a:xfrm>
            <a:off x="6431280" y="4710430"/>
            <a:ext cx="4033520" cy="108458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5350" y="2128520"/>
            <a:ext cx="4784725" cy="1793240"/>
            <a:chOff x="1410" y="3922"/>
            <a:chExt cx="7535" cy="2824"/>
          </a:xfrm>
        </p:grpSpPr>
        <p:sp>
          <p:nvSpPr>
            <p:cNvPr id="55" name="is1ide-Rectangle 21"/>
            <p:cNvSpPr/>
            <p:nvPr>
              <p:custDataLst>
                <p:tags r:id="rId10"/>
              </p:custDataLst>
            </p:nvPr>
          </p:nvSpPr>
          <p:spPr>
            <a:xfrm>
              <a:off x="1782" y="3971"/>
              <a:ext cx="7163" cy="275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6" name="is1ide-Rectangle: Rounded Corners 31"/>
            <p:cNvSpPr/>
            <p:nvPr>
              <p:custDataLst>
                <p:tags r:id="rId11"/>
              </p:custDataLst>
            </p:nvPr>
          </p:nvSpPr>
          <p:spPr>
            <a:xfrm rot="16200000">
              <a:off x="335" y="4996"/>
              <a:ext cx="2824" cy="675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4" name="文本框 73"/>
            <p:cNvSpPr txBox="1"/>
            <p:nvPr>
              <p:custDataLst>
                <p:tags r:id="rId12"/>
              </p:custDataLst>
            </p:nvPr>
          </p:nvSpPr>
          <p:spPr>
            <a:xfrm>
              <a:off x="2117" y="4131"/>
              <a:ext cx="539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</a:t>
              </a:r>
              <a:r>
                <a:rPr lang="en-US" altLang="zh-CN" sz="1800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ab?cd</a:t>
              </a:r>
              <a:endParaRPr lang="en-US" altLang="zh-CN" sz="18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3"/>
              </p:custDataLst>
            </p:nvPr>
          </p:nvSpPr>
          <p:spPr>
            <a:xfrm>
              <a:off x="2231" y="4824"/>
              <a:ext cx="6093" cy="1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app.get('/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ab?cd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 {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ab?cd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');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3" name="矩形 82"/>
            <p:cNvSpPr/>
            <p:nvPr>
              <p:custDataLst>
                <p:tags r:id="rId14"/>
              </p:custDataLst>
            </p:nvPr>
          </p:nvSpPr>
          <p:spPr>
            <a:xfrm>
              <a:off x="2136" y="4711"/>
              <a:ext cx="6221" cy="1992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4" name="圆角矩形 25"/>
            <p:cNvSpPr/>
            <p:nvPr>
              <p:custDataLst>
                <p:tags r:id="rId15"/>
              </p:custDataLst>
            </p:nvPr>
          </p:nvSpPr>
          <p:spPr>
            <a:xfrm>
              <a:off x="2137" y="4711"/>
              <a:ext cx="6219" cy="194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863590" y="2159635"/>
            <a:ext cx="4689475" cy="1751965"/>
            <a:chOff x="9234" y="3971"/>
            <a:chExt cx="7163" cy="2759"/>
          </a:xfrm>
        </p:grpSpPr>
        <p:sp>
          <p:nvSpPr>
            <p:cNvPr id="65" name="is1ide-Rectangle 22"/>
            <p:cNvSpPr/>
            <p:nvPr>
              <p:custDataLst>
                <p:tags r:id="rId16"/>
              </p:custDataLst>
            </p:nvPr>
          </p:nvSpPr>
          <p:spPr>
            <a:xfrm>
              <a:off x="9234" y="3971"/>
              <a:ext cx="7163" cy="275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is1ide-Rectangle: Rounded Corners 31"/>
            <p:cNvSpPr/>
            <p:nvPr>
              <p:custDataLst>
                <p:tags r:id="rId17"/>
              </p:custDataLst>
            </p:nvPr>
          </p:nvSpPr>
          <p:spPr>
            <a:xfrm rot="16200000">
              <a:off x="8192" y="5013"/>
              <a:ext cx="2758" cy="675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18"/>
              </p:custDataLst>
            </p:nvPr>
          </p:nvSpPr>
          <p:spPr>
            <a:xfrm>
              <a:off x="10091" y="4129"/>
              <a:ext cx="6251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</a:t>
              </a: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ab*cd</a:t>
              </a:r>
              <a:endPara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9"/>
              </p:custDataLst>
            </p:nvPr>
          </p:nvSpPr>
          <p:spPr>
            <a:xfrm>
              <a:off x="10197" y="4783"/>
              <a:ext cx="6031" cy="1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app.get('/ab*cd', function(req, res) {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('ab*cd');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6" name="矩形 85"/>
            <p:cNvSpPr/>
            <p:nvPr>
              <p:custDataLst>
                <p:tags r:id="rId20"/>
              </p:custDataLst>
            </p:nvPr>
          </p:nvSpPr>
          <p:spPr>
            <a:xfrm>
              <a:off x="9910" y="4711"/>
              <a:ext cx="6318" cy="1847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7" name="圆角矩形 25"/>
            <p:cNvSpPr/>
            <p:nvPr>
              <p:custDataLst>
                <p:tags r:id="rId21"/>
              </p:custDataLst>
            </p:nvPr>
          </p:nvSpPr>
          <p:spPr>
            <a:xfrm>
              <a:off x="9999" y="4709"/>
              <a:ext cx="6219" cy="188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" name="Isosceles Triangle 2_1"/>
          <p:cNvSpPr/>
          <p:nvPr>
            <p:custDataLst>
              <p:tags r:id="rId22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590752" y="3067038"/>
            <a:ext cx="6184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644028" y="3035863"/>
            <a:ext cx="6654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894715" y="4140835"/>
            <a:ext cx="4785360" cy="1751965"/>
            <a:chOff x="1409" y="7091"/>
            <a:chExt cx="7536" cy="2759"/>
          </a:xfrm>
        </p:grpSpPr>
        <p:sp>
          <p:nvSpPr>
            <p:cNvPr id="60" name="is1ide-Rectangle 23"/>
            <p:cNvSpPr/>
            <p:nvPr>
              <p:custDataLst>
                <p:tags r:id="rId23"/>
              </p:custDataLst>
            </p:nvPr>
          </p:nvSpPr>
          <p:spPr>
            <a:xfrm>
              <a:off x="1782" y="7091"/>
              <a:ext cx="7163" cy="275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is1ide-Rectangle: Rounded Corners 33"/>
            <p:cNvSpPr/>
            <p:nvPr>
              <p:custDataLst>
                <p:tags r:id="rId24"/>
              </p:custDataLst>
            </p:nvPr>
          </p:nvSpPr>
          <p:spPr>
            <a:xfrm rot="16200000">
              <a:off x="367" y="8133"/>
              <a:ext cx="2759" cy="675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5"/>
              </p:custDataLst>
            </p:nvPr>
          </p:nvSpPr>
          <p:spPr>
            <a:xfrm>
              <a:off x="2180" y="7284"/>
              <a:ext cx="5813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</a:t>
              </a:r>
              <a:r>
                <a:rPr lang="en-US" altLang="zh-CN" sz="1800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ab+cd</a:t>
              </a:r>
              <a:endParaRPr lang="en-US" altLang="zh-CN" sz="18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6"/>
              </p:custDataLst>
            </p:nvPr>
          </p:nvSpPr>
          <p:spPr>
            <a:xfrm>
              <a:off x="2224" y="7954"/>
              <a:ext cx="6378" cy="171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app.get('/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ab+cd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 {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ab+cd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');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9" name="矩形 88"/>
            <p:cNvSpPr/>
            <p:nvPr>
              <p:custDataLst>
                <p:tags r:id="rId27"/>
              </p:custDataLst>
            </p:nvPr>
          </p:nvSpPr>
          <p:spPr>
            <a:xfrm>
              <a:off x="2137" y="7924"/>
              <a:ext cx="6262" cy="1822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0" name="圆角矩形 25"/>
            <p:cNvSpPr/>
            <p:nvPr>
              <p:custDataLst>
                <p:tags r:id="rId28"/>
              </p:custDataLst>
            </p:nvPr>
          </p:nvSpPr>
          <p:spPr>
            <a:xfrm>
              <a:off x="2180" y="7924"/>
              <a:ext cx="6219" cy="185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7423436" y="5061820"/>
            <a:ext cx="9925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590752" y="5039962"/>
            <a:ext cx="6654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72" grpId="0" bldLvl="0" animBg="1"/>
      <p:bldP spid="80" grpId="0"/>
      <p:bldP spid="81" grpId="0"/>
      <p:bldP spid="98" grpId="0" bldLvl="0" animBg="1"/>
      <p:bldP spid="99" grpId="0" bldLvl="0" animBg="1"/>
      <p:bldP spid="70" grpId="1" animBg="1"/>
      <p:bldP spid="72" grpId="1" animBg="1"/>
      <p:bldP spid="80" grpId="1"/>
      <p:bldP spid="81" grpId="1"/>
      <p:bldP spid="98" grpId="1" animBg="1"/>
      <p:bldP spid="9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1157288" y="1068705"/>
            <a:ext cx="586359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路由路径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路由正则写法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的路由路径</a:t>
            </a:r>
            <a:endParaRPr lang="zh-CN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7" name="Shape 12847"/>
          <p:cNvSpPr/>
          <p:nvPr>
            <p:custDataLst>
              <p:tags r:id="rId4"/>
            </p:custDataLst>
          </p:nvPr>
        </p:nvSpPr>
        <p:spPr>
          <a:xfrm flipH="1">
            <a:off x="4674441" y="2843036"/>
            <a:ext cx="1737221" cy="14065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7" h="21597" extrusionOk="0">
                <a:moveTo>
                  <a:pt x="19817" y="0"/>
                </a:moveTo>
                <a:lnTo>
                  <a:pt x="5546" y="0"/>
                </a:lnTo>
                <a:cubicBezTo>
                  <a:pt x="4017" y="0"/>
                  <a:pt x="2631" y="855"/>
                  <a:pt x="1627" y="2237"/>
                </a:cubicBezTo>
                <a:cubicBezTo>
                  <a:pt x="623" y="3618"/>
                  <a:pt x="0" y="5529"/>
                  <a:pt x="0" y="7633"/>
                </a:cubicBezTo>
                <a:lnTo>
                  <a:pt x="0" y="21597"/>
                </a:lnTo>
                <a:lnTo>
                  <a:pt x="2895" y="21597"/>
                </a:lnTo>
                <a:lnTo>
                  <a:pt x="2895" y="7633"/>
                </a:lnTo>
                <a:cubicBezTo>
                  <a:pt x="2895" y="6626"/>
                  <a:pt x="3191" y="5714"/>
                  <a:pt x="3671" y="5053"/>
                </a:cubicBezTo>
                <a:cubicBezTo>
                  <a:pt x="4152" y="4392"/>
                  <a:pt x="4815" y="3982"/>
                  <a:pt x="5546" y="3982"/>
                </a:cubicBezTo>
                <a:lnTo>
                  <a:pt x="19889" y="3982"/>
                </a:lnTo>
                <a:cubicBezTo>
                  <a:pt x="20290" y="4002"/>
                  <a:pt x="20696" y="3815"/>
                  <a:pt x="21005" y="3399"/>
                </a:cubicBezTo>
                <a:cubicBezTo>
                  <a:pt x="21589" y="2610"/>
                  <a:pt x="21600" y="1321"/>
                  <a:pt x="21005" y="575"/>
                </a:cubicBezTo>
                <a:cubicBezTo>
                  <a:pt x="20859" y="391"/>
                  <a:pt x="20687" y="260"/>
                  <a:pt x="20507" y="168"/>
                </a:cubicBezTo>
                <a:cubicBezTo>
                  <a:pt x="20289" y="55"/>
                  <a:pt x="20056" y="-3"/>
                  <a:pt x="19817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Shape 12844"/>
          <p:cNvSpPr/>
          <p:nvPr>
            <p:custDataLst>
              <p:tags r:id="rId5"/>
            </p:custDataLst>
          </p:nvPr>
        </p:nvSpPr>
        <p:spPr>
          <a:xfrm>
            <a:off x="6202218" y="2718330"/>
            <a:ext cx="1738121" cy="1481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7" h="21597" extrusionOk="0">
                <a:moveTo>
                  <a:pt x="19817" y="0"/>
                </a:moveTo>
                <a:lnTo>
                  <a:pt x="5546" y="0"/>
                </a:lnTo>
                <a:cubicBezTo>
                  <a:pt x="4017" y="0"/>
                  <a:pt x="2631" y="812"/>
                  <a:pt x="1627" y="2124"/>
                </a:cubicBezTo>
                <a:cubicBezTo>
                  <a:pt x="623" y="3437"/>
                  <a:pt x="0" y="5251"/>
                  <a:pt x="0" y="7249"/>
                </a:cubicBezTo>
                <a:lnTo>
                  <a:pt x="0" y="21597"/>
                </a:lnTo>
                <a:lnTo>
                  <a:pt x="2895" y="21597"/>
                </a:lnTo>
                <a:lnTo>
                  <a:pt x="2895" y="7249"/>
                </a:lnTo>
                <a:cubicBezTo>
                  <a:pt x="2895" y="6293"/>
                  <a:pt x="3191" y="5427"/>
                  <a:pt x="3671" y="4799"/>
                </a:cubicBezTo>
                <a:cubicBezTo>
                  <a:pt x="4152" y="4171"/>
                  <a:pt x="4815" y="3782"/>
                  <a:pt x="5546" y="3782"/>
                </a:cubicBezTo>
                <a:lnTo>
                  <a:pt x="19889" y="3782"/>
                </a:lnTo>
                <a:cubicBezTo>
                  <a:pt x="20290" y="3801"/>
                  <a:pt x="20696" y="3624"/>
                  <a:pt x="21005" y="3228"/>
                </a:cubicBezTo>
                <a:cubicBezTo>
                  <a:pt x="21589" y="2479"/>
                  <a:pt x="21600" y="1255"/>
                  <a:pt x="21005" y="546"/>
                </a:cubicBezTo>
                <a:cubicBezTo>
                  <a:pt x="20859" y="372"/>
                  <a:pt x="20687" y="247"/>
                  <a:pt x="20507" y="159"/>
                </a:cubicBezTo>
                <a:cubicBezTo>
                  <a:pt x="20289" y="52"/>
                  <a:pt x="20056" y="-3"/>
                  <a:pt x="19817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5" name="Shape 12850"/>
          <p:cNvSpPr/>
          <p:nvPr>
            <p:custDataLst>
              <p:tags r:id="rId6"/>
            </p:custDataLst>
          </p:nvPr>
        </p:nvSpPr>
        <p:spPr>
          <a:xfrm flipH="1">
            <a:off x="4831726" y="3574194"/>
            <a:ext cx="1580110" cy="902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2" h="21595" extrusionOk="0">
                <a:moveTo>
                  <a:pt x="19641" y="0"/>
                </a:moveTo>
                <a:lnTo>
                  <a:pt x="6095" y="0"/>
                </a:lnTo>
                <a:cubicBezTo>
                  <a:pt x="4415" y="0"/>
                  <a:pt x="2891" y="1331"/>
                  <a:pt x="1788" y="3483"/>
                </a:cubicBezTo>
                <a:cubicBezTo>
                  <a:pt x="684" y="5636"/>
                  <a:pt x="0" y="8611"/>
                  <a:pt x="0" y="11888"/>
                </a:cubicBezTo>
                <a:lnTo>
                  <a:pt x="0" y="21595"/>
                </a:lnTo>
                <a:lnTo>
                  <a:pt x="3181" y="21595"/>
                </a:lnTo>
                <a:lnTo>
                  <a:pt x="3181" y="11888"/>
                </a:lnTo>
                <a:cubicBezTo>
                  <a:pt x="3181" y="10320"/>
                  <a:pt x="3507" y="8899"/>
                  <a:pt x="4035" y="7870"/>
                </a:cubicBezTo>
                <a:cubicBezTo>
                  <a:pt x="4563" y="6840"/>
                  <a:pt x="5291" y="6201"/>
                  <a:pt x="6095" y="6201"/>
                </a:cubicBezTo>
                <a:lnTo>
                  <a:pt x="19720" y="6201"/>
                </a:lnTo>
                <a:cubicBezTo>
                  <a:pt x="20160" y="6234"/>
                  <a:pt x="20607" y="5943"/>
                  <a:pt x="20946" y="5294"/>
                </a:cubicBezTo>
                <a:cubicBezTo>
                  <a:pt x="21588" y="4065"/>
                  <a:pt x="21600" y="2058"/>
                  <a:pt x="20946" y="895"/>
                </a:cubicBezTo>
                <a:cubicBezTo>
                  <a:pt x="20785" y="609"/>
                  <a:pt x="20596" y="405"/>
                  <a:pt x="20399" y="261"/>
                </a:cubicBezTo>
                <a:cubicBezTo>
                  <a:pt x="20160" y="86"/>
                  <a:pt x="19904" y="-5"/>
                  <a:pt x="19641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2" name="Shape 12853"/>
          <p:cNvSpPr/>
          <p:nvPr>
            <p:custDataLst>
              <p:tags r:id="rId7"/>
            </p:custDataLst>
          </p:nvPr>
        </p:nvSpPr>
        <p:spPr>
          <a:xfrm rot="16200000" flipH="1">
            <a:off x="6124575" y="4483100"/>
            <a:ext cx="359410" cy="506095"/>
          </a:xfrm>
          <a:prstGeom prst="rightArrow">
            <a:avLst>
              <a:gd name="adj1" fmla="val 32000"/>
              <a:gd name="adj2" fmla="val 10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3" name="Shape 12854"/>
          <p:cNvSpPr/>
          <p:nvPr>
            <p:custDataLst>
              <p:tags r:id="rId8"/>
            </p:custDataLst>
          </p:nvPr>
        </p:nvSpPr>
        <p:spPr>
          <a:xfrm>
            <a:off x="6189980" y="3752850"/>
            <a:ext cx="1430020" cy="803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5" h="21594" extrusionOk="0">
                <a:moveTo>
                  <a:pt x="19437" y="0"/>
                </a:moveTo>
                <a:lnTo>
                  <a:pt x="6727" y="0"/>
                </a:lnTo>
                <a:cubicBezTo>
                  <a:pt x="4872" y="0"/>
                  <a:pt x="3191" y="1495"/>
                  <a:pt x="1973" y="3913"/>
                </a:cubicBezTo>
                <a:cubicBezTo>
                  <a:pt x="755" y="6331"/>
                  <a:pt x="0" y="9673"/>
                  <a:pt x="0" y="13355"/>
                </a:cubicBezTo>
                <a:lnTo>
                  <a:pt x="0" y="21594"/>
                </a:lnTo>
                <a:lnTo>
                  <a:pt x="3511" y="21594"/>
                </a:lnTo>
                <a:lnTo>
                  <a:pt x="3511" y="13355"/>
                </a:lnTo>
                <a:cubicBezTo>
                  <a:pt x="3511" y="11593"/>
                  <a:pt x="3870" y="9997"/>
                  <a:pt x="4453" y="8840"/>
                </a:cubicBezTo>
                <a:cubicBezTo>
                  <a:pt x="5036" y="7684"/>
                  <a:pt x="5840" y="6966"/>
                  <a:pt x="6727" y="6966"/>
                </a:cubicBezTo>
                <a:lnTo>
                  <a:pt x="19525" y="6966"/>
                </a:lnTo>
                <a:cubicBezTo>
                  <a:pt x="20011" y="7002"/>
                  <a:pt x="20504" y="6676"/>
                  <a:pt x="20878" y="5947"/>
                </a:cubicBezTo>
                <a:cubicBezTo>
                  <a:pt x="21587" y="4567"/>
                  <a:pt x="21600" y="2311"/>
                  <a:pt x="20878" y="1005"/>
                </a:cubicBezTo>
                <a:cubicBezTo>
                  <a:pt x="20701" y="684"/>
                  <a:pt x="20492" y="455"/>
                  <a:pt x="20274" y="293"/>
                </a:cubicBezTo>
                <a:cubicBezTo>
                  <a:pt x="20010" y="96"/>
                  <a:pt x="19728" y="-6"/>
                  <a:pt x="19437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330" y="2428875"/>
            <a:ext cx="4899025" cy="1842770"/>
            <a:chOff x="158" y="5025"/>
            <a:chExt cx="7715" cy="2902"/>
          </a:xfrm>
        </p:grpSpPr>
        <p:sp>
          <p:nvSpPr>
            <p:cNvPr id="122" name="矩形 121"/>
            <p:cNvSpPr/>
            <p:nvPr>
              <p:custDataLst>
                <p:tags r:id="rId9"/>
              </p:custDataLst>
            </p:nvPr>
          </p:nvSpPr>
          <p:spPr>
            <a:xfrm>
              <a:off x="485" y="5899"/>
              <a:ext cx="6218" cy="1993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4" name="文本框 113"/>
            <p:cNvSpPr txBox="1"/>
            <p:nvPr>
              <p:custDataLst>
                <p:tags r:id="rId10"/>
              </p:custDataLst>
            </p:nvPr>
          </p:nvSpPr>
          <p:spPr>
            <a:xfrm>
              <a:off x="158" y="5025"/>
              <a:ext cx="771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路由路径匹配包含</a:t>
              </a: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字母的任意路径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5" name="文本框 114"/>
            <p:cNvSpPr txBox="1"/>
            <p:nvPr>
              <p:custDataLst>
                <p:tags r:id="rId11"/>
              </p:custDataLst>
            </p:nvPr>
          </p:nvSpPr>
          <p:spPr>
            <a:xfrm>
              <a:off x="485" y="6039"/>
              <a:ext cx="5626" cy="1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app.get('</a:t>
              </a:r>
              <a:r>
                <a:rPr lang="en-US" altLang="zh-CN" sz="18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/p/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 {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('/p/');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3" name="圆角矩形 25"/>
            <p:cNvSpPr/>
            <p:nvPr>
              <p:custDataLst>
                <p:tags r:id="rId12"/>
              </p:custDataLst>
            </p:nvPr>
          </p:nvSpPr>
          <p:spPr>
            <a:xfrm>
              <a:off x="449" y="5966"/>
              <a:ext cx="6254" cy="187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" name="Isosceles Triangle 2_1"/>
          <p:cNvSpPr/>
          <p:nvPr>
            <p:custDataLst>
              <p:tags r:id="rId13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502525" y="3026410"/>
            <a:ext cx="4617720" cy="1695450"/>
            <a:chOff x="11815" y="6176"/>
            <a:chExt cx="7272" cy="2670"/>
          </a:xfrm>
        </p:grpSpPr>
        <p:sp>
          <p:nvSpPr>
            <p:cNvPr id="10" name="矩形 9"/>
            <p:cNvSpPr/>
            <p:nvPr>
              <p:custDataLst>
                <p:tags r:id="rId14"/>
              </p:custDataLst>
            </p:nvPr>
          </p:nvSpPr>
          <p:spPr>
            <a:xfrm>
              <a:off x="12414" y="6853"/>
              <a:ext cx="6218" cy="1993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15"/>
              </p:custDataLst>
            </p:nvPr>
          </p:nvSpPr>
          <p:spPr>
            <a:xfrm>
              <a:off x="11815" y="6176"/>
              <a:ext cx="727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路由路径匹配</a:t>
              </a: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es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结尾的任意路径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7" name="文本框 116"/>
            <p:cNvSpPr txBox="1"/>
            <p:nvPr>
              <p:custDataLst>
                <p:tags r:id="rId16"/>
              </p:custDataLst>
            </p:nvPr>
          </p:nvSpPr>
          <p:spPr>
            <a:xfrm>
              <a:off x="12344" y="6829"/>
              <a:ext cx="6328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app.get('</a:t>
              </a:r>
              <a:r>
                <a:rPr lang="en-US" altLang="zh-CN" sz="1800" b="1" kern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/.*es$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', function(req, res){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/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('/.*es$');</a:t>
              </a:r>
              <a:endParaRPr lang="zh-CN" altLang="zh-CN" sz="2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" name="圆角矩形 25"/>
            <p:cNvSpPr/>
            <p:nvPr>
              <p:custDataLst>
                <p:tags r:id="rId17"/>
              </p:custDataLst>
            </p:nvPr>
          </p:nvSpPr>
          <p:spPr>
            <a:xfrm>
              <a:off x="12418" y="6850"/>
              <a:ext cx="6254" cy="187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53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1154430" y="1082675"/>
            <a:ext cx="525399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路由路径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基于动态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r>
              <a:rPr lang="zh-CN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的路由路径</a:t>
            </a:r>
            <a:endParaRPr lang="zh-CN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1201420" y="1897380"/>
            <a:ext cx="876046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路由动态参数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用来获取路由路径中的值，并且该值会赋给</a:t>
            </a:r>
            <a:r>
              <a:rPr lang="en-US" altLang="zh-CN" sz="18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req.params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注意：路由参数必须是由大小写字母、数字和下划线组成..</a:t>
            </a:r>
            <a:endParaRPr lang="zh-CN" altLang="zh-CN" sz="18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3" name="图片 32"/>
          <p:cNvPicPr/>
          <p:nvPr/>
        </p:nvPicPr>
        <p:blipFill>
          <a:blip r:embed="rId5"/>
          <a:stretch>
            <a:fillRect/>
          </a:stretch>
        </p:blipFill>
        <p:spPr>
          <a:xfrm>
            <a:off x="7089332" y="3624972"/>
            <a:ext cx="4895215" cy="1275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885165" y="1935422"/>
            <a:ext cx="8825651" cy="919065"/>
          </a:xfrm>
          <a:prstGeom prst="rect">
            <a:avLst/>
          </a:prstGeom>
          <a:noFill/>
          <a:ln w="28575">
            <a:solidFill>
              <a:srgbClr val="2D642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9726930" y="4291330"/>
            <a:ext cx="2311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7"/>
            </p:custDataLst>
          </p:nvPr>
        </p:nvCxnSpPr>
        <p:spPr>
          <a:xfrm>
            <a:off x="10392853" y="4291330"/>
            <a:ext cx="146961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81380" y="3255645"/>
            <a:ext cx="5855335" cy="2145030"/>
            <a:chOff x="1080" y="6183"/>
            <a:chExt cx="9221" cy="3378"/>
          </a:xfrm>
        </p:grpSpPr>
        <p:sp>
          <p:nvSpPr>
            <p:cNvPr id="44" name="矩形 43"/>
            <p:cNvSpPr/>
            <p:nvPr>
              <p:custDataLst>
                <p:tags r:id="rId9"/>
              </p:custDataLst>
            </p:nvPr>
          </p:nvSpPr>
          <p:spPr>
            <a:xfrm>
              <a:off x="1090" y="6821"/>
              <a:ext cx="9211" cy="2709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0"/>
              </p:custDataLst>
            </p:nvPr>
          </p:nvSpPr>
          <p:spPr>
            <a:xfrm>
              <a:off x="1090" y="6985"/>
              <a:ext cx="9111" cy="257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</a:pP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app.get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('/users/: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uid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/movies/:mid', function(req, res) {</a:t>
              </a:r>
              <a:endParaRPr lang="en-US" altLang="zh-CN" sz="18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res.send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800" kern="0" dirty="0" err="1">
                  <a:solidFill>
                    <a:schemeClr val="dk1"/>
                  </a:solidFill>
                  <a:effectLst/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req.params</a:t>
              </a:r>
              <a:r>
                <a:rPr lang="en-US" altLang="zh-CN" sz="1800" kern="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lang="en-US" altLang="zh-CN" sz="18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})</a:t>
              </a:r>
              <a:endParaRPr lang="en-US" altLang="zh-CN" sz="18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4" name="文本框 113"/>
            <p:cNvSpPr txBox="1"/>
            <p:nvPr>
              <p:custDataLst>
                <p:tags r:id="rId11"/>
              </p:custDataLst>
            </p:nvPr>
          </p:nvSpPr>
          <p:spPr>
            <a:xfrm>
              <a:off x="1080" y="6183"/>
              <a:ext cx="771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algn="just">
                <a:buFont typeface="Wingdings" panose="05000000000000000000" pitchFamily="2" charset="2"/>
                <a:buChar char=""/>
              </a:pPr>
              <a:r>
                <a:rPr lang="en-US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app.js-</a:t>
              </a:r>
              <a:r>
                <a:rPr lang="zh-CN" altLang="zh-CN" sz="18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路由路径为动态路由</a:t>
              </a:r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12"/>
              </p:custDataLst>
            </p:nvPr>
          </p:nvSpPr>
          <p:spPr>
            <a:xfrm>
              <a:off x="1090" y="6973"/>
              <a:ext cx="9211" cy="2557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3922" y="7656"/>
              <a:ext cx="7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13"/>
              </p:custDataLst>
            </p:nvPr>
          </p:nvCxnSpPr>
          <p:spPr>
            <a:xfrm>
              <a:off x="6118" y="7656"/>
              <a:ext cx="760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20850" y="5370830"/>
            <a:ext cx="8921750" cy="471170"/>
            <a:chOff x="7131" y="9474"/>
            <a:chExt cx="14050" cy="742"/>
          </a:xfrm>
        </p:grpSpPr>
        <p:sp>
          <p:nvSpPr>
            <p:cNvPr id="6" name="任意多边形 228"/>
            <p:cNvSpPr/>
            <p:nvPr>
              <p:custDataLst>
                <p:tags r:id="rId3"/>
              </p:custDataLst>
            </p:nvPr>
          </p:nvSpPr>
          <p:spPr>
            <a:xfrm>
              <a:off x="7131" y="9474"/>
              <a:ext cx="14050" cy="742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363" y="9565"/>
              <a:ext cx="13810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Express 不建议将路由直接挂载到 一个app上，而是推荐将路由抽离为单独的模块。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6" name="图片 15" descr="千库网_在文件夹中搜索文件_元素编号13691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409700"/>
            <a:ext cx="3733800" cy="3733800"/>
          </a:xfrm>
          <a:prstGeom prst="rect">
            <a:avLst/>
          </a:prstGeom>
        </p:spPr>
      </p:pic>
      <p:sp>
        <p:nvSpPr>
          <p:cNvPr id="17" name="右箭头 16"/>
          <p:cNvSpPr/>
          <p:nvPr/>
        </p:nvSpPr>
        <p:spPr>
          <a:xfrm>
            <a:off x="4972050" y="2952750"/>
            <a:ext cx="1714500" cy="628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千库网_在文件夹中搜索文件_元素编号13691246"/>
          <p:cNvPicPr>
            <a:picLocks noChangeAspect="1"/>
          </p:cNvPicPr>
          <p:nvPr/>
        </p:nvPicPr>
        <p:blipFill>
          <a:blip r:embed="rId5"/>
          <a:srcRect t="12800" r="11560" b="14453"/>
          <a:stretch>
            <a:fillRect/>
          </a:stretch>
        </p:blipFill>
        <p:spPr>
          <a:xfrm>
            <a:off x="6439535" y="1392555"/>
            <a:ext cx="4380865" cy="3603625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625" y="2282825"/>
            <a:ext cx="2151380" cy="2151380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950" y="2282825"/>
            <a:ext cx="2151380" cy="21513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1135063" y="1052195"/>
            <a:ext cx="332168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模块化路由定义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的步骤</a:t>
            </a:r>
            <a:endParaRPr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5190" y="1686560"/>
            <a:ext cx="6348095" cy="3898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创建路由模块对应的 .js 文件；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 express.Router() 函数创建路由对象；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向路由对象上挂载具体的路由；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 module.exports 向外共享路由对象；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 app.use() 函数注册路由模块。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7802379" y="2125707"/>
          <a:ext cx="3529062" cy="2861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在模块化路由文件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routes/index.js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中响应数据..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511175" y="2121535"/>
            <a:ext cx="10636250" cy="2510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" name="组合 4"/>
          <p:cNvGrpSpPr/>
          <p:nvPr/>
        </p:nvGrpSpPr>
        <p:grpSpPr>
          <a:xfrm>
            <a:off x="8622665" y="4851400"/>
            <a:ext cx="2440940" cy="1732280"/>
            <a:chOff x="13787" y="8020"/>
            <a:chExt cx="3240" cy="221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87" y="8020"/>
              <a:ext cx="3240" cy="2210"/>
            </a:xfrm>
            <a:prstGeom prst="rect">
              <a:avLst/>
            </a:prstGeom>
          </p:spPr>
        </p:pic>
        <p:sp>
          <p:nvSpPr>
            <p:cNvPr id="44" name="矩形 43"/>
            <p:cNvSpPr/>
            <p:nvPr/>
          </p:nvSpPr>
          <p:spPr>
            <a:xfrm>
              <a:off x="13787" y="9212"/>
              <a:ext cx="1330" cy="846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3679825" y="791210"/>
            <a:ext cx="7261225" cy="581342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"/>
            </p:custDataLst>
          </p:nvPr>
        </p:nvSpPr>
        <p:spPr>
          <a:xfrm>
            <a:off x="3803015" y="791210"/>
            <a:ext cx="6484620" cy="5813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600" b="1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6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let goods = [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{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gid: '0001',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gname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'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Web前端课程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gprice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21999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},</a:t>
            </a:r>
            <a:endParaRPr lang="en-US" altLang="zh-CN" sz="1600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gid: '0002',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gname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'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Java大数据课程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gprice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24999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{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gid: '0003',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gname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'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Python人工智能课程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gprice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24999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]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600" b="1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6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'/goods',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function(req, res, next) {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b="1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res.json</a:t>
            </a:r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(goods);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25"/>
          <p:cNvSpPr/>
          <p:nvPr>
            <p:custDataLst>
              <p:tags r:id="rId5"/>
            </p:custDataLst>
          </p:nvPr>
        </p:nvSpPr>
        <p:spPr>
          <a:xfrm>
            <a:off x="3682365" y="791210"/>
            <a:ext cx="7263765" cy="577596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29235" y="5156200"/>
            <a:ext cx="3497580" cy="918845"/>
            <a:chOff x="361" y="8120"/>
            <a:chExt cx="5508" cy="1447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61" y="8120"/>
              <a:ext cx="4586" cy="9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匹配“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/goods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”路径时，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30000"/>
                </a:lnSpc>
              </a:pP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返回商品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字符串</a:t>
              </a:r>
              <a:endParaRPr lang="zh-CN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116" y="9567"/>
              <a:ext cx="75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116" y="8729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724" y="872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4724" y="8120"/>
              <a:ext cx="0" cy="94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1336675"/>
            <a:ext cx="6691630" cy="1849755"/>
            <a:chOff x="322" y="1985"/>
            <a:chExt cx="10538" cy="2913"/>
          </a:xfrm>
        </p:grpSpPr>
        <p:sp>
          <p:nvSpPr>
            <p:cNvPr id="30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2" y="4116"/>
              <a:ext cx="463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创建模块化路由对象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3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075" y="4044"/>
              <a:ext cx="0" cy="85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467" y="1985"/>
              <a:ext cx="5393" cy="1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467" y="2040"/>
              <a:ext cx="0" cy="246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5093" y="450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593090" y="1819275"/>
            <a:ext cx="20586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routes/index.js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路由文件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778885" y="5466715"/>
            <a:ext cx="5093970" cy="76136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167130"/>
            <a:ext cx="2297430" cy="610235"/>
            <a:chOff x="855" y="1838"/>
            <a:chExt cx="3618" cy="961"/>
          </a:xfrm>
        </p:grpSpPr>
        <p:sp>
          <p:nvSpPr>
            <p:cNvPr id="2" name="矩形 1"/>
            <p:cNvSpPr/>
            <p:nvPr>
              <p:custDataLst>
                <p:tags r:id="rId17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18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28690" y="1752489"/>
            <a:ext cx="289487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app.js-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项目入口文件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使用默认文件，代码不变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3844290" y="1957705"/>
            <a:ext cx="711708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............</a:t>
            </a:r>
            <a:endParaRPr lang="en-US" altLang="zh-CN" sz="1800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zh-CN" altLang="en-US" sz="1800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zh-CN" altLang="en-US" sz="18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............</a:t>
            </a:r>
            <a:endParaRPr lang="en-US" altLang="zh-CN" sz="1800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1800" b="1" kern="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indexRouter</a:t>
            </a:r>
            <a:r>
              <a:rPr lang="en-US" altLang="zh-CN" sz="18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require('./routes/index</a:t>
            </a:r>
            <a:r>
              <a:rPr lang="en-US" altLang="zh-CN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'</a:t>
            </a:r>
            <a:r>
              <a:rPr lang="en-US" altLang="zh-CN" sz="1800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sz="1800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zh-CN" altLang="en-US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............</a:t>
            </a:r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app.use</a:t>
            </a:r>
            <a:r>
              <a:rPr lang="en-US" altLang="zh-CN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('/', </a:t>
            </a:r>
            <a:r>
              <a:rPr lang="en-US" altLang="zh-CN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indexRouter</a:t>
            </a:r>
            <a:r>
              <a:rPr lang="en-US" altLang="zh-CN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zh-CN" altLang="en-US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............</a:t>
            </a:r>
            <a:endParaRPr lang="en-US" altLang="zh-CN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zh-CN" altLang="en-US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............</a:t>
            </a:r>
            <a:endParaRPr lang="en-US" altLang="zh-CN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zh-CN" altLang="en-US" b="1" kern="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............</a:t>
            </a:r>
            <a:endParaRPr lang="en-US" altLang="zh-CN" b="1" kern="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endParaRPr lang="en-US" altLang="zh-CN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5512724" y="4468287"/>
            <a:ext cx="5857028" cy="117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6496589" y="4841934"/>
            <a:ext cx="1295184" cy="2433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25"/>
          <p:cNvSpPr/>
          <p:nvPr>
            <p:custDataLst>
              <p:tags r:id="rId7"/>
            </p:custDataLst>
          </p:nvPr>
        </p:nvSpPr>
        <p:spPr>
          <a:xfrm>
            <a:off x="3275965" y="1821815"/>
            <a:ext cx="8258810" cy="39884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1920" y="3034665"/>
            <a:ext cx="8477885" cy="443865"/>
            <a:chOff x="192" y="4779"/>
            <a:chExt cx="13351" cy="699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" y="4780"/>
              <a:ext cx="4559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引入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子路由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5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859" y="5009"/>
              <a:ext cx="8685" cy="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4900" y="4779"/>
              <a:ext cx="0" cy="69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157480" y="4271645"/>
            <a:ext cx="6543040" cy="781050"/>
            <a:chOff x="248" y="6767"/>
            <a:chExt cx="10304" cy="1230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48" y="7299"/>
              <a:ext cx="466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挂载使用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432" y="6767"/>
              <a:ext cx="5120" cy="3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432" y="679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37" y="7635"/>
              <a:ext cx="39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5037" y="730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167130"/>
            <a:ext cx="2297430" cy="610235"/>
            <a:chOff x="855" y="1838"/>
            <a:chExt cx="3618" cy="961"/>
          </a:xfrm>
        </p:grpSpPr>
        <p:sp>
          <p:nvSpPr>
            <p:cNvPr id="2" name="矩形 1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18"/>
            </p:custDataLst>
          </p:nvPr>
        </p:nvSpPr>
        <p:spPr>
          <a:xfrm>
            <a:off x="9251315" y="4054475"/>
            <a:ext cx="2143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en-US" altLang="zh-CN" sz="16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bldLvl="0" animBg="1"/>
      <p:bldP spid="19" grpId="0" bldLvl="0" animBg="1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75" y="200660"/>
            <a:ext cx="1223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sz="3200" i="0" u="none" strike="noStrike" kern="1200" cap="none" spc="0" normalizeH="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sz="3200" i="0" u="none" strike="noStrike" kern="1200" cap="none" spc="0" normalizeH="0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198745" y="195135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290185" y="204279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819775" y="1355725"/>
            <a:ext cx="6371590" cy="108267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路由简介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路由是指根据用户请求来决定服务器应如何响应的过程</a:t>
            </a:r>
            <a:r>
              <a:rPr 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5198745" y="3463290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5279390" y="3557270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819775" y="2649855"/>
            <a:ext cx="5456555" cy="1544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级别路由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定义在app.js文件中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app.METHOD(PATH, HANDLER)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10"/>
            </p:custDataLst>
          </p:nvPr>
        </p:nvSpPr>
        <p:spPr>
          <a:xfrm>
            <a:off x="5198745" y="502094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11"/>
            </p:custDataLst>
          </p:nvPr>
        </p:nvSpPr>
        <p:spPr>
          <a:xfrm>
            <a:off x="5290185" y="511492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12"/>
            </p:custDataLst>
          </p:nvPr>
        </p:nvSpPr>
        <p:spPr>
          <a:xfrm>
            <a:off x="5819775" y="4311015"/>
            <a:ext cx="5301615" cy="21596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模块化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定义在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routes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文件夹下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的单独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.js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文件中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router.get('/goods', function(req, res, next) {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res.json(goods);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});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3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4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5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6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7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8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9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20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21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22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3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4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5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6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7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8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9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30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31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32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3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4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5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6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7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8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9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40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41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42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3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4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5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6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103" grpId="0" animBg="1"/>
      <p:bldP spid="104" grpId="0" animBg="1"/>
      <p:bldP spid="79" grpId="0"/>
      <p:bldP spid="103" grpId="1" animBg="1"/>
      <p:bldP spid="104" grpId="1" animBg="1"/>
      <p:bldP spid="79" grpId="1"/>
      <p:bldP spid="101" grpId="0" animBg="1"/>
      <p:bldP spid="102" grpId="0" animBg="1"/>
      <p:bldP spid="80" grpId="0"/>
      <p:bldP spid="101" grpId="1" animBg="1"/>
      <p:bldP spid="102" grpId="1" animBg="1"/>
      <p:bldP spid="80" grpId="1"/>
      <p:bldP spid="91" grpId="0" animBg="1"/>
      <p:bldP spid="100" grpId="0" animBg="1"/>
      <p:bldP spid="81" grpId="0"/>
      <p:bldP spid="91" grpId="1" animBg="1"/>
      <p:bldP spid="100" grpId="1" animBg="1"/>
      <p:bldP spid="8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595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KSO_WM_SLIDE_BACKGROUND_TYPE" val="general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01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2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4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5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0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SLIDE_BACKGROUND_TYPE" val="general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16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6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9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SLIDE_BACKGROUND_TYPE" val="general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ABLE_BEAUTIFY" val="smartTable{d8b91bba-4e5f-4260-bff7-c2dd8ecb59f7}"/>
  <p:tag name="TABLE_ENDDRAG_ORIGIN_RECT" val="626*163"/>
  <p:tag name="TABLE_ENDDRAG_RECT" val="111*177*626*163"/>
</p:tagLst>
</file>

<file path=ppt/tags/tag64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9.xml><?xml version="1.0" encoding="utf-8"?>
<p:tagLst xmlns:p="http://schemas.openxmlformats.org/presentationml/2006/main">
  <p:tag name="KSO_WM_SLIDE_BACKGROUND_TYPE" val="general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8.xml><?xml version="1.0" encoding="utf-8"?>
<p:tagLst xmlns:p="http://schemas.openxmlformats.org/presentationml/2006/main">
  <p:tag name="KSO_WM_SLIDE_BACKGROUND_TYPE" val="general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7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.4"/>
  <p:tag name="KSO_WM_UNIT_FILL_FORE_SCHEMECOLOR_INDEX" val="7"/>
  <p:tag name="KSO_WM_UNIT_FILL_TYPE" val="1"/>
</p:tagLst>
</file>

<file path=ppt/tags/tag679.xml><?xml version="1.0" encoding="utf-8"?>
<p:tagLst xmlns:p="http://schemas.openxmlformats.org/presentationml/2006/main">
  <p:tag name="KSO_WM_UNIT_FILL_FORE_SCHEMECOLOR_INDEX_BRIGHTNESS" val="0.4"/>
  <p:tag name="KSO_WM_UNIT_FILL_FORE_SCHEMECOLOR_INDEX" val="7"/>
  <p:tag name="KSO_WM_UNIT_FILL_TYPE" val="1"/>
</p:tagLst>
</file>

<file path=ppt/tags/tag680.xml><?xml version="1.0" encoding="utf-8"?>
<p:tagLst xmlns:p="http://schemas.openxmlformats.org/presentationml/2006/main">
  <p:tag name="KSO_WM_UNIT_FILL_FORE_SCHEMECOLOR_INDEX_BRIGHTNESS" val="0.4"/>
  <p:tag name="KSO_WM_UNIT_FILL_FORE_SCHEMECOLOR_INDEX" val="7"/>
  <p:tag name="KSO_WM_UNI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8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SLIDE_BACKGROUND_TYPE" val="general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SLIDE_BACKGROUND_TYPE" val="general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SLIDE_BACKGROUND_TYPE" val="general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4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1.xml><?xml version="1.0" encoding="utf-8"?>
<p:tagLst xmlns:p="http://schemas.openxmlformats.org/presentationml/2006/main">
  <p:tag name="KSO_WM_SLIDE_BACKGROUND_TYPE" val="general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9.xml><?xml version="1.0" encoding="utf-8"?>
<p:tagLst xmlns:p="http://schemas.openxmlformats.org/presentationml/2006/main">
  <p:tag name="KSO_WM_SLIDE_BACKGROUND_TYPE" val="general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5.xml><?xml version="1.0" encoding="utf-8"?>
<p:tagLst xmlns:p="http://schemas.openxmlformats.org/presentationml/2006/main">
  <p:tag name="KSO_WM_UNIT_LINE_FORE_SCHEMECOLOR_INDEX_BRIGHTNESS" val="-0.25"/>
  <p:tag name="KSO_WM_UNIT_LINE_FORE_SCHEMECOLOR_INDEX" val="5"/>
  <p:tag name="KSO_WM_UNIT_LINE_FILL_TYPE" val="2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91.xml><?xml version="1.0" encoding="utf-8"?>
<p:tagLst xmlns:p="http://schemas.openxmlformats.org/presentationml/2006/main">
  <p:tag name="KSO_WM_UNIT_LINE_FORE_SCHEMECOLOR_INDEX_BRIGHTNESS" val="-0.25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SLIDE_BACKGROUND_TYPE" val="general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96.xml><?xml version="1.0" encoding="utf-8"?>
<p:tagLst xmlns:p="http://schemas.openxmlformats.org/presentationml/2006/main">
  <p:tag name="KSO_WM_SLIDE_BACKGROUND_TYPE" val="general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SLIDE_BACKGROUND_TYPE" val="general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06.xml><?xml version="1.0" encoding="utf-8"?>
<p:tagLst xmlns:p="http://schemas.openxmlformats.org/presentationml/2006/main">
  <p:tag name="KSO_WM_SLIDE_BACKGROUND_TYPE" val="general"/>
</p:tagLst>
</file>

<file path=ppt/tags/tag80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2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25.xml><?xml version="1.0" encoding="utf-8"?>
<p:tagLst xmlns:p="http://schemas.openxmlformats.org/presentationml/2006/main">
  <p:tag name="KSO_WM_SLIDE_BACKGROUND_TYPE" val="general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3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4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3.xml><?xml version="1.0" encoding="utf-8"?>
<p:tagLst xmlns:p="http://schemas.openxmlformats.org/presentationml/2006/main">
  <p:tag name="KSO_WM_SLIDE_BACKGROUND_TYPE" val="general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3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8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8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8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8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8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8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9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9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9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9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3421</Words>
  <Application>WPS 演示</Application>
  <PresentationFormat>宽屏</PresentationFormat>
  <Paragraphs>364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Times New Roman</vt:lpstr>
      <vt:lpstr>等线</vt:lpstr>
      <vt:lpstr>Courier New</vt:lpstr>
      <vt:lpstr>Arial Unicode MS</vt:lpstr>
      <vt:lpstr>黑体</vt:lpstr>
      <vt:lpstr>Calibri Light</vt:lpstr>
      <vt:lpstr>Cordia New</vt:lpstr>
      <vt:lpstr>Segoe Print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513</cp:revision>
  <dcterms:created xsi:type="dcterms:W3CDTF">2020-10-23T09:50:00Z</dcterms:created>
  <dcterms:modified xsi:type="dcterms:W3CDTF">2024-08-02T07:46:07Z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C1DD855E03D94512BD47EA80F3337C65_12</vt:lpwstr>
  </property>
  <property fmtid="{D5CDD505-2E9C-101B-9397-08002B2CF9AE}" pid="3" name="KSOProductBuildVer">
    <vt:lpwstr>2052-12.1.0.17147</vt:lpwstr>
  </property>
</Properties>
</file>