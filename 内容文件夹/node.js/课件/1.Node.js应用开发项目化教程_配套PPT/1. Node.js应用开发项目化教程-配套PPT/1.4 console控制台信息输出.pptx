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6" r:id="rId4"/>
    <p:sldId id="447" r:id="rId6"/>
    <p:sldId id="448" r:id="rId7"/>
    <p:sldId id="449" r:id="rId8"/>
    <p:sldId id="459" r:id="rId9"/>
    <p:sldId id="450" r:id="rId10"/>
    <p:sldId id="452" r:id="rId11"/>
    <p:sldId id="453" r:id="rId12"/>
    <p:sldId id="454" r:id="rId13"/>
    <p:sldId id="455" r:id="rId14"/>
    <p:sldId id="456" r:id="rId15"/>
    <p:sldId id="457" r:id="rId16"/>
    <p:sldId id="458" r:id="rId17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3" userDrawn="1">
          <p15:clr>
            <a:srgbClr val="A4A3A4"/>
          </p15:clr>
        </p15:guide>
        <p15:guide id="2" pos="38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944C"/>
    <a:srgbClr val="FFFFFF"/>
    <a:srgbClr val="333333"/>
    <a:srgbClr val="0070C0"/>
    <a:srgbClr val="000000"/>
    <a:srgbClr val="AFABAB"/>
    <a:srgbClr val="3C853C"/>
    <a:srgbClr val="232323"/>
    <a:srgbClr val="D86060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554F2FC-47F3-4EAF-B5D7-61143E9EB01A}" styleName="{385b2ea8-0d66-414d-9127-dde3b277f022}">
    <a:wholeTbl>
      <a:tcTxStyle>
        <a:fontRef idx="none">
          <a:prstClr val="black"/>
        </a:fontRef>
      </a:tcTxStyle>
      <a:tcStyle>
        <a:tcBdr>
          <a:top>
            <a:ln w="76200" cmpd="sng">
              <a:solidFill>
                <a:srgbClr val="339669"/>
              </a:solidFill>
            </a:ln>
          </a:top>
          <a:bottom>
            <a:ln w="76200" cmpd="sng">
              <a:solidFill>
                <a:srgbClr val="339669"/>
              </a:solidFill>
            </a:ln>
          </a:bottom>
        </a:tcBdr>
        <a:fill>
          <a:solidFill>
            <a:srgbClr val="FFFFFF"/>
          </a:solidFill>
        </a:fill>
      </a:tcStyle>
    </a:wholeTbl>
    <a:band1H>
      <a:tcTxStyle>
        <a:fontRef idx="none">
          <a:prstClr val="black"/>
        </a:fontRef>
      </a:tcTxStyle>
      <a:tcStyle>
        <a:tcBdr/>
        <a:fill>
          <a:solidFill>
            <a:srgbClr val="E0F7EF"/>
          </a:solidFill>
        </a:fill>
      </a:tcStyle>
    </a:band1H>
    <a:firstRow>
      <a:tcTxStyle>
        <a:fontRef idx="none">
          <a:prstClr val="black"/>
        </a:fontRef>
      </a:tcTxStyle>
      <a:tcStyle>
        <a:tcBdr/>
        <a:fill>
          <a:solidFill>
            <a:srgbClr val="339669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72" d="100"/>
          <a:sy n="72" d="100"/>
        </p:scale>
        <p:origin x="474" y="66"/>
      </p:cViewPr>
      <p:guideLst>
        <p:guide orient="horz" pos="2083"/>
        <p:guide pos="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808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00.xml"/><Relationship Id="rId8" Type="http://schemas.openxmlformats.org/officeDocument/2006/relationships/tags" Target="../tags/tag599.xml"/><Relationship Id="rId74" Type="http://schemas.openxmlformats.org/officeDocument/2006/relationships/notesSlide" Target="../notesSlides/notesSlide2.xml"/><Relationship Id="rId73" Type="http://schemas.openxmlformats.org/officeDocument/2006/relationships/slideLayout" Target="../slideLayouts/slideLayout11.xml"/><Relationship Id="rId72" Type="http://schemas.openxmlformats.org/officeDocument/2006/relationships/tags" Target="../tags/tag661.xml"/><Relationship Id="rId71" Type="http://schemas.openxmlformats.org/officeDocument/2006/relationships/image" Target="../media/image2.jpeg"/><Relationship Id="rId70" Type="http://schemas.openxmlformats.org/officeDocument/2006/relationships/image" Target="../media/image1.jpeg"/><Relationship Id="rId7" Type="http://schemas.openxmlformats.org/officeDocument/2006/relationships/tags" Target="../tags/tag598.xml"/><Relationship Id="rId69" Type="http://schemas.openxmlformats.org/officeDocument/2006/relationships/tags" Target="../tags/tag660.xml"/><Relationship Id="rId68" Type="http://schemas.openxmlformats.org/officeDocument/2006/relationships/tags" Target="../tags/tag659.xml"/><Relationship Id="rId67" Type="http://schemas.openxmlformats.org/officeDocument/2006/relationships/tags" Target="../tags/tag658.xml"/><Relationship Id="rId66" Type="http://schemas.openxmlformats.org/officeDocument/2006/relationships/tags" Target="../tags/tag657.xml"/><Relationship Id="rId65" Type="http://schemas.openxmlformats.org/officeDocument/2006/relationships/tags" Target="../tags/tag656.xml"/><Relationship Id="rId64" Type="http://schemas.openxmlformats.org/officeDocument/2006/relationships/tags" Target="../tags/tag655.xml"/><Relationship Id="rId63" Type="http://schemas.openxmlformats.org/officeDocument/2006/relationships/tags" Target="../tags/tag654.xml"/><Relationship Id="rId62" Type="http://schemas.openxmlformats.org/officeDocument/2006/relationships/tags" Target="../tags/tag653.xml"/><Relationship Id="rId61" Type="http://schemas.openxmlformats.org/officeDocument/2006/relationships/tags" Target="../tags/tag652.xml"/><Relationship Id="rId60" Type="http://schemas.openxmlformats.org/officeDocument/2006/relationships/tags" Target="../tags/tag651.xml"/><Relationship Id="rId6" Type="http://schemas.openxmlformats.org/officeDocument/2006/relationships/tags" Target="../tags/tag597.xml"/><Relationship Id="rId59" Type="http://schemas.openxmlformats.org/officeDocument/2006/relationships/tags" Target="../tags/tag650.xml"/><Relationship Id="rId58" Type="http://schemas.openxmlformats.org/officeDocument/2006/relationships/tags" Target="../tags/tag649.xml"/><Relationship Id="rId57" Type="http://schemas.openxmlformats.org/officeDocument/2006/relationships/tags" Target="../tags/tag648.xml"/><Relationship Id="rId56" Type="http://schemas.openxmlformats.org/officeDocument/2006/relationships/tags" Target="../tags/tag647.xml"/><Relationship Id="rId55" Type="http://schemas.openxmlformats.org/officeDocument/2006/relationships/tags" Target="../tags/tag646.xml"/><Relationship Id="rId54" Type="http://schemas.openxmlformats.org/officeDocument/2006/relationships/tags" Target="../tags/tag645.xml"/><Relationship Id="rId53" Type="http://schemas.openxmlformats.org/officeDocument/2006/relationships/tags" Target="../tags/tag644.xml"/><Relationship Id="rId52" Type="http://schemas.openxmlformats.org/officeDocument/2006/relationships/tags" Target="../tags/tag643.xml"/><Relationship Id="rId51" Type="http://schemas.openxmlformats.org/officeDocument/2006/relationships/tags" Target="../tags/tag642.xml"/><Relationship Id="rId50" Type="http://schemas.openxmlformats.org/officeDocument/2006/relationships/tags" Target="../tags/tag641.xml"/><Relationship Id="rId5" Type="http://schemas.openxmlformats.org/officeDocument/2006/relationships/tags" Target="../tags/tag596.xml"/><Relationship Id="rId49" Type="http://schemas.openxmlformats.org/officeDocument/2006/relationships/tags" Target="../tags/tag640.xml"/><Relationship Id="rId48" Type="http://schemas.openxmlformats.org/officeDocument/2006/relationships/tags" Target="../tags/tag639.xml"/><Relationship Id="rId47" Type="http://schemas.openxmlformats.org/officeDocument/2006/relationships/tags" Target="../tags/tag638.xml"/><Relationship Id="rId46" Type="http://schemas.openxmlformats.org/officeDocument/2006/relationships/tags" Target="../tags/tag637.xml"/><Relationship Id="rId45" Type="http://schemas.openxmlformats.org/officeDocument/2006/relationships/tags" Target="../tags/tag636.xml"/><Relationship Id="rId44" Type="http://schemas.openxmlformats.org/officeDocument/2006/relationships/tags" Target="../tags/tag635.xml"/><Relationship Id="rId43" Type="http://schemas.openxmlformats.org/officeDocument/2006/relationships/tags" Target="../tags/tag634.xml"/><Relationship Id="rId42" Type="http://schemas.openxmlformats.org/officeDocument/2006/relationships/tags" Target="../tags/tag633.xml"/><Relationship Id="rId41" Type="http://schemas.openxmlformats.org/officeDocument/2006/relationships/tags" Target="../tags/tag632.xml"/><Relationship Id="rId40" Type="http://schemas.openxmlformats.org/officeDocument/2006/relationships/tags" Target="../tags/tag631.xml"/><Relationship Id="rId4" Type="http://schemas.openxmlformats.org/officeDocument/2006/relationships/tags" Target="../tags/tag595.xml"/><Relationship Id="rId39" Type="http://schemas.openxmlformats.org/officeDocument/2006/relationships/tags" Target="../tags/tag630.xml"/><Relationship Id="rId38" Type="http://schemas.openxmlformats.org/officeDocument/2006/relationships/tags" Target="../tags/tag629.xml"/><Relationship Id="rId37" Type="http://schemas.openxmlformats.org/officeDocument/2006/relationships/tags" Target="../tags/tag628.xml"/><Relationship Id="rId36" Type="http://schemas.openxmlformats.org/officeDocument/2006/relationships/tags" Target="../tags/tag627.xml"/><Relationship Id="rId35" Type="http://schemas.openxmlformats.org/officeDocument/2006/relationships/tags" Target="../tags/tag626.xml"/><Relationship Id="rId34" Type="http://schemas.openxmlformats.org/officeDocument/2006/relationships/tags" Target="../tags/tag625.xml"/><Relationship Id="rId33" Type="http://schemas.openxmlformats.org/officeDocument/2006/relationships/tags" Target="../tags/tag624.xml"/><Relationship Id="rId32" Type="http://schemas.openxmlformats.org/officeDocument/2006/relationships/tags" Target="../tags/tag623.xml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tags" Target="../tags/tag594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3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667.xml"/><Relationship Id="rId5" Type="http://schemas.openxmlformats.org/officeDocument/2006/relationships/tags" Target="../tags/tag666.xml"/><Relationship Id="rId4" Type="http://schemas.openxmlformats.org/officeDocument/2006/relationships/tags" Target="../tags/tag665.xml"/><Relationship Id="rId3" Type="http://schemas.openxmlformats.org/officeDocument/2006/relationships/tags" Target="../tags/tag664.xml"/><Relationship Id="rId2" Type="http://schemas.openxmlformats.org/officeDocument/2006/relationships/tags" Target="../tags/tag663.xml"/><Relationship Id="rId1" Type="http://schemas.openxmlformats.org/officeDocument/2006/relationships/tags" Target="../tags/tag66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673.xml"/><Relationship Id="rId5" Type="http://schemas.openxmlformats.org/officeDocument/2006/relationships/tags" Target="../tags/tag672.xml"/><Relationship Id="rId4" Type="http://schemas.openxmlformats.org/officeDocument/2006/relationships/tags" Target="../tags/tag671.xml"/><Relationship Id="rId3" Type="http://schemas.openxmlformats.org/officeDocument/2006/relationships/tags" Target="../tags/tag670.xml"/><Relationship Id="rId2" Type="http://schemas.openxmlformats.org/officeDocument/2006/relationships/tags" Target="../tags/tag669.xml"/><Relationship Id="rId1" Type="http://schemas.openxmlformats.org/officeDocument/2006/relationships/tags" Target="../tags/tag66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679.xml"/><Relationship Id="rId6" Type="http://schemas.openxmlformats.org/officeDocument/2006/relationships/image" Target="../media/image3.png"/><Relationship Id="rId5" Type="http://schemas.openxmlformats.org/officeDocument/2006/relationships/tags" Target="../tags/tag678.xml"/><Relationship Id="rId4" Type="http://schemas.openxmlformats.org/officeDocument/2006/relationships/tags" Target="../tags/tag677.xml"/><Relationship Id="rId3" Type="http://schemas.openxmlformats.org/officeDocument/2006/relationships/tags" Target="../tags/tag676.xml"/><Relationship Id="rId2" Type="http://schemas.openxmlformats.org/officeDocument/2006/relationships/tags" Target="../tags/tag675.xml"/><Relationship Id="rId1" Type="http://schemas.openxmlformats.org/officeDocument/2006/relationships/tags" Target="../tags/tag67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88.xml"/><Relationship Id="rId8" Type="http://schemas.openxmlformats.org/officeDocument/2006/relationships/tags" Target="../tags/tag687.xml"/><Relationship Id="rId7" Type="http://schemas.openxmlformats.org/officeDocument/2006/relationships/tags" Target="../tags/tag686.xml"/><Relationship Id="rId6" Type="http://schemas.openxmlformats.org/officeDocument/2006/relationships/tags" Target="../tags/tag685.xml"/><Relationship Id="rId5" Type="http://schemas.openxmlformats.org/officeDocument/2006/relationships/tags" Target="../tags/tag684.xml"/><Relationship Id="rId4" Type="http://schemas.openxmlformats.org/officeDocument/2006/relationships/tags" Target="../tags/tag683.xml"/><Relationship Id="rId3" Type="http://schemas.openxmlformats.org/officeDocument/2006/relationships/tags" Target="../tags/tag682.xml"/><Relationship Id="rId2" Type="http://schemas.openxmlformats.org/officeDocument/2006/relationships/tags" Target="../tags/tag681.xml"/><Relationship Id="rId19" Type="http://schemas.openxmlformats.org/officeDocument/2006/relationships/notesSlide" Target="../notesSlides/notesSlide6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695.xml"/><Relationship Id="rId16" Type="http://schemas.openxmlformats.org/officeDocument/2006/relationships/image" Target="../media/image4.png"/><Relationship Id="rId15" Type="http://schemas.openxmlformats.org/officeDocument/2006/relationships/tags" Target="../tags/tag694.xml"/><Relationship Id="rId14" Type="http://schemas.openxmlformats.org/officeDocument/2006/relationships/tags" Target="../tags/tag693.xml"/><Relationship Id="rId13" Type="http://schemas.openxmlformats.org/officeDocument/2006/relationships/tags" Target="../tags/tag692.xml"/><Relationship Id="rId12" Type="http://schemas.openxmlformats.org/officeDocument/2006/relationships/tags" Target="../tags/tag691.xml"/><Relationship Id="rId11" Type="http://schemas.openxmlformats.org/officeDocument/2006/relationships/tags" Target="../tags/tag690.xml"/><Relationship Id="rId10" Type="http://schemas.openxmlformats.org/officeDocument/2006/relationships/tags" Target="../tags/tag689.xml"/><Relationship Id="rId1" Type="http://schemas.openxmlformats.org/officeDocument/2006/relationships/tags" Target="../tags/tag68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04.xml"/><Relationship Id="rId8" Type="http://schemas.openxmlformats.org/officeDocument/2006/relationships/tags" Target="../tags/tag703.xml"/><Relationship Id="rId7" Type="http://schemas.openxmlformats.org/officeDocument/2006/relationships/tags" Target="../tags/tag702.xml"/><Relationship Id="rId6" Type="http://schemas.openxmlformats.org/officeDocument/2006/relationships/tags" Target="../tags/tag701.xml"/><Relationship Id="rId5" Type="http://schemas.openxmlformats.org/officeDocument/2006/relationships/tags" Target="../tags/tag700.xml"/><Relationship Id="rId4" Type="http://schemas.openxmlformats.org/officeDocument/2006/relationships/tags" Target="../tags/tag699.xml"/><Relationship Id="rId3" Type="http://schemas.openxmlformats.org/officeDocument/2006/relationships/tags" Target="../tags/tag698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697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713.xml"/><Relationship Id="rId17" Type="http://schemas.openxmlformats.org/officeDocument/2006/relationships/tags" Target="../tags/tag712.xml"/><Relationship Id="rId16" Type="http://schemas.openxmlformats.org/officeDocument/2006/relationships/tags" Target="../tags/tag711.xml"/><Relationship Id="rId15" Type="http://schemas.openxmlformats.org/officeDocument/2006/relationships/tags" Target="../tags/tag710.xml"/><Relationship Id="rId14" Type="http://schemas.openxmlformats.org/officeDocument/2006/relationships/tags" Target="../tags/tag709.xml"/><Relationship Id="rId13" Type="http://schemas.openxmlformats.org/officeDocument/2006/relationships/tags" Target="../tags/tag708.xml"/><Relationship Id="rId12" Type="http://schemas.openxmlformats.org/officeDocument/2006/relationships/tags" Target="../tags/tag707.xml"/><Relationship Id="rId11" Type="http://schemas.openxmlformats.org/officeDocument/2006/relationships/tags" Target="../tags/tag706.xml"/><Relationship Id="rId10" Type="http://schemas.openxmlformats.org/officeDocument/2006/relationships/tags" Target="../tags/tag705.xml"/><Relationship Id="rId1" Type="http://schemas.openxmlformats.org/officeDocument/2006/relationships/tags" Target="../tags/tag69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22.xml"/><Relationship Id="rId8" Type="http://schemas.openxmlformats.org/officeDocument/2006/relationships/tags" Target="../tags/tag721.xml"/><Relationship Id="rId7" Type="http://schemas.openxmlformats.org/officeDocument/2006/relationships/tags" Target="../tags/tag720.xml"/><Relationship Id="rId6" Type="http://schemas.openxmlformats.org/officeDocument/2006/relationships/tags" Target="../tags/tag719.xml"/><Relationship Id="rId5" Type="http://schemas.openxmlformats.org/officeDocument/2006/relationships/tags" Target="../tags/tag718.xml"/><Relationship Id="rId4" Type="http://schemas.openxmlformats.org/officeDocument/2006/relationships/tags" Target="../tags/tag717.xml"/><Relationship Id="rId3" Type="http://schemas.openxmlformats.org/officeDocument/2006/relationships/tags" Target="../tags/tag716.xml"/><Relationship Id="rId20" Type="http://schemas.openxmlformats.org/officeDocument/2006/relationships/notesSlide" Target="../notesSlides/notesSlide8.xml"/><Relationship Id="rId2" Type="http://schemas.openxmlformats.org/officeDocument/2006/relationships/tags" Target="../tags/tag715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731.xml"/><Relationship Id="rId17" Type="http://schemas.openxmlformats.org/officeDocument/2006/relationships/tags" Target="../tags/tag730.xml"/><Relationship Id="rId16" Type="http://schemas.openxmlformats.org/officeDocument/2006/relationships/tags" Target="../tags/tag729.xml"/><Relationship Id="rId15" Type="http://schemas.openxmlformats.org/officeDocument/2006/relationships/tags" Target="../tags/tag728.xml"/><Relationship Id="rId14" Type="http://schemas.openxmlformats.org/officeDocument/2006/relationships/tags" Target="../tags/tag727.xml"/><Relationship Id="rId13" Type="http://schemas.openxmlformats.org/officeDocument/2006/relationships/tags" Target="../tags/tag726.xml"/><Relationship Id="rId12" Type="http://schemas.openxmlformats.org/officeDocument/2006/relationships/tags" Target="../tags/tag725.xml"/><Relationship Id="rId11" Type="http://schemas.openxmlformats.org/officeDocument/2006/relationships/tags" Target="../tags/tag724.xml"/><Relationship Id="rId10" Type="http://schemas.openxmlformats.org/officeDocument/2006/relationships/tags" Target="../tags/tag723.xml"/><Relationship Id="rId1" Type="http://schemas.openxmlformats.org/officeDocument/2006/relationships/tags" Target="../tags/tag71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40.xml"/><Relationship Id="rId8" Type="http://schemas.openxmlformats.org/officeDocument/2006/relationships/tags" Target="../tags/tag739.xml"/><Relationship Id="rId7" Type="http://schemas.openxmlformats.org/officeDocument/2006/relationships/tags" Target="../tags/tag738.xml"/><Relationship Id="rId6" Type="http://schemas.openxmlformats.org/officeDocument/2006/relationships/tags" Target="../tags/tag737.xml"/><Relationship Id="rId5" Type="http://schemas.openxmlformats.org/officeDocument/2006/relationships/tags" Target="../tags/tag736.xml"/><Relationship Id="rId4" Type="http://schemas.openxmlformats.org/officeDocument/2006/relationships/tags" Target="../tags/tag735.xml"/><Relationship Id="rId3" Type="http://schemas.openxmlformats.org/officeDocument/2006/relationships/tags" Target="../tags/tag734.xml"/><Relationship Id="rId2" Type="http://schemas.openxmlformats.org/officeDocument/2006/relationships/tags" Target="../tags/tag733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744.xml"/><Relationship Id="rId12" Type="http://schemas.openxmlformats.org/officeDocument/2006/relationships/tags" Target="../tags/tag743.xml"/><Relationship Id="rId11" Type="http://schemas.openxmlformats.org/officeDocument/2006/relationships/tags" Target="../tags/tag742.xml"/><Relationship Id="rId10" Type="http://schemas.openxmlformats.org/officeDocument/2006/relationships/tags" Target="../tags/tag741.xml"/><Relationship Id="rId1" Type="http://schemas.openxmlformats.org/officeDocument/2006/relationships/tags" Target="../tags/tag73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tags" Target="../tags/tag749.xml"/><Relationship Id="rId5" Type="http://schemas.openxmlformats.org/officeDocument/2006/relationships/tags" Target="../tags/tag748.xml"/><Relationship Id="rId4" Type="http://schemas.openxmlformats.org/officeDocument/2006/relationships/image" Target="../media/image5.png"/><Relationship Id="rId3" Type="http://schemas.openxmlformats.org/officeDocument/2006/relationships/tags" Target="../tags/tag747.xml"/><Relationship Id="rId2" Type="http://schemas.openxmlformats.org/officeDocument/2006/relationships/tags" Target="../tags/tag746.xml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52.xml"/><Relationship Id="rId11" Type="http://schemas.openxmlformats.org/officeDocument/2006/relationships/tags" Target="../tags/tag751.xml"/><Relationship Id="rId10" Type="http://schemas.openxmlformats.org/officeDocument/2006/relationships/tags" Target="../tags/tag750.xml"/><Relationship Id="rId1" Type="http://schemas.openxmlformats.org/officeDocument/2006/relationships/tags" Target="../tags/tag74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59.xml"/><Relationship Id="rId8" Type="http://schemas.openxmlformats.org/officeDocument/2006/relationships/image" Target="../media/image3.png"/><Relationship Id="rId7" Type="http://schemas.openxmlformats.org/officeDocument/2006/relationships/tags" Target="../tags/tag758.xml"/><Relationship Id="rId6" Type="http://schemas.openxmlformats.org/officeDocument/2006/relationships/tags" Target="../tags/tag757.xml"/><Relationship Id="rId5" Type="http://schemas.openxmlformats.org/officeDocument/2006/relationships/tags" Target="../tags/tag756.xml"/><Relationship Id="rId4" Type="http://schemas.openxmlformats.org/officeDocument/2006/relationships/tags" Target="../tags/tag755.xml"/><Relationship Id="rId3" Type="http://schemas.openxmlformats.org/officeDocument/2006/relationships/tags" Target="../tags/tag754.xml"/><Relationship Id="rId2" Type="http://schemas.openxmlformats.org/officeDocument/2006/relationships/tags" Target="../tags/tag753.xml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68.xml"/><Relationship Id="rId8" Type="http://schemas.openxmlformats.org/officeDocument/2006/relationships/tags" Target="../tags/tag767.xml"/><Relationship Id="rId7" Type="http://schemas.openxmlformats.org/officeDocument/2006/relationships/tags" Target="../tags/tag766.xml"/><Relationship Id="rId6" Type="http://schemas.openxmlformats.org/officeDocument/2006/relationships/tags" Target="../tags/tag765.xml"/><Relationship Id="rId5" Type="http://schemas.openxmlformats.org/officeDocument/2006/relationships/tags" Target="../tags/tag764.xml"/><Relationship Id="rId48" Type="http://schemas.openxmlformats.org/officeDocument/2006/relationships/notesSlide" Target="../notesSlides/notesSlide12.xml"/><Relationship Id="rId47" Type="http://schemas.openxmlformats.org/officeDocument/2006/relationships/slideLayout" Target="../slideLayouts/slideLayout11.xml"/><Relationship Id="rId46" Type="http://schemas.openxmlformats.org/officeDocument/2006/relationships/tags" Target="../tags/tag805.xml"/><Relationship Id="rId45" Type="http://schemas.openxmlformats.org/officeDocument/2006/relationships/tags" Target="../tags/tag804.xml"/><Relationship Id="rId44" Type="http://schemas.openxmlformats.org/officeDocument/2006/relationships/tags" Target="../tags/tag803.xml"/><Relationship Id="rId43" Type="http://schemas.openxmlformats.org/officeDocument/2006/relationships/tags" Target="../tags/tag802.xml"/><Relationship Id="rId42" Type="http://schemas.openxmlformats.org/officeDocument/2006/relationships/tags" Target="../tags/tag801.xml"/><Relationship Id="rId41" Type="http://schemas.openxmlformats.org/officeDocument/2006/relationships/tags" Target="../tags/tag800.xml"/><Relationship Id="rId40" Type="http://schemas.openxmlformats.org/officeDocument/2006/relationships/tags" Target="../tags/tag799.xml"/><Relationship Id="rId4" Type="http://schemas.openxmlformats.org/officeDocument/2006/relationships/tags" Target="../tags/tag763.xml"/><Relationship Id="rId39" Type="http://schemas.openxmlformats.org/officeDocument/2006/relationships/tags" Target="../tags/tag798.xml"/><Relationship Id="rId38" Type="http://schemas.openxmlformats.org/officeDocument/2006/relationships/tags" Target="../tags/tag797.xml"/><Relationship Id="rId37" Type="http://schemas.openxmlformats.org/officeDocument/2006/relationships/tags" Target="../tags/tag796.xml"/><Relationship Id="rId36" Type="http://schemas.openxmlformats.org/officeDocument/2006/relationships/tags" Target="../tags/tag795.xml"/><Relationship Id="rId35" Type="http://schemas.openxmlformats.org/officeDocument/2006/relationships/tags" Target="../tags/tag794.xml"/><Relationship Id="rId34" Type="http://schemas.openxmlformats.org/officeDocument/2006/relationships/tags" Target="../tags/tag793.xml"/><Relationship Id="rId33" Type="http://schemas.openxmlformats.org/officeDocument/2006/relationships/tags" Target="../tags/tag792.xml"/><Relationship Id="rId32" Type="http://schemas.openxmlformats.org/officeDocument/2006/relationships/tags" Target="../tags/tag791.xml"/><Relationship Id="rId31" Type="http://schemas.openxmlformats.org/officeDocument/2006/relationships/tags" Target="../tags/tag790.xml"/><Relationship Id="rId30" Type="http://schemas.openxmlformats.org/officeDocument/2006/relationships/tags" Target="../tags/tag789.xml"/><Relationship Id="rId3" Type="http://schemas.openxmlformats.org/officeDocument/2006/relationships/tags" Target="../tags/tag762.xml"/><Relationship Id="rId29" Type="http://schemas.openxmlformats.org/officeDocument/2006/relationships/tags" Target="../tags/tag788.xml"/><Relationship Id="rId28" Type="http://schemas.openxmlformats.org/officeDocument/2006/relationships/tags" Target="../tags/tag787.xml"/><Relationship Id="rId27" Type="http://schemas.openxmlformats.org/officeDocument/2006/relationships/tags" Target="../tags/tag786.xml"/><Relationship Id="rId26" Type="http://schemas.openxmlformats.org/officeDocument/2006/relationships/tags" Target="../tags/tag785.xml"/><Relationship Id="rId25" Type="http://schemas.openxmlformats.org/officeDocument/2006/relationships/tags" Target="../tags/tag784.xml"/><Relationship Id="rId24" Type="http://schemas.openxmlformats.org/officeDocument/2006/relationships/tags" Target="../tags/tag783.xml"/><Relationship Id="rId23" Type="http://schemas.openxmlformats.org/officeDocument/2006/relationships/tags" Target="../tags/tag782.xml"/><Relationship Id="rId22" Type="http://schemas.openxmlformats.org/officeDocument/2006/relationships/tags" Target="../tags/tag781.xml"/><Relationship Id="rId21" Type="http://schemas.openxmlformats.org/officeDocument/2006/relationships/tags" Target="../tags/tag780.xml"/><Relationship Id="rId20" Type="http://schemas.openxmlformats.org/officeDocument/2006/relationships/tags" Target="../tags/tag779.xml"/><Relationship Id="rId2" Type="http://schemas.openxmlformats.org/officeDocument/2006/relationships/tags" Target="../tags/tag761.xml"/><Relationship Id="rId19" Type="http://schemas.openxmlformats.org/officeDocument/2006/relationships/tags" Target="../tags/tag778.xml"/><Relationship Id="rId18" Type="http://schemas.openxmlformats.org/officeDocument/2006/relationships/tags" Target="../tags/tag777.xml"/><Relationship Id="rId17" Type="http://schemas.openxmlformats.org/officeDocument/2006/relationships/tags" Target="../tags/tag776.xml"/><Relationship Id="rId16" Type="http://schemas.openxmlformats.org/officeDocument/2006/relationships/tags" Target="../tags/tag775.xml"/><Relationship Id="rId15" Type="http://schemas.openxmlformats.org/officeDocument/2006/relationships/tags" Target="../tags/tag774.xml"/><Relationship Id="rId14" Type="http://schemas.openxmlformats.org/officeDocument/2006/relationships/tags" Target="../tags/tag773.xml"/><Relationship Id="rId13" Type="http://schemas.openxmlformats.org/officeDocument/2006/relationships/tags" Target="../tags/tag772.xml"/><Relationship Id="rId12" Type="http://schemas.openxmlformats.org/officeDocument/2006/relationships/tags" Target="../tags/tag771.xml"/><Relationship Id="rId11" Type="http://schemas.openxmlformats.org/officeDocument/2006/relationships/tags" Target="../tags/tag770.xml"/><Relationship Id="rId10" Type="http://schemas.openxmlformats.org/officeDocument/2006/relationships/tags" Target="../tags/tag769.xml"/><Relationship Id="rId1" Type="http://schemas.openxmlformats.org/officeDocument/2006/relationships/tags" Target="../tags/tag76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07.xml"/><Relationship Id="rId1" Type="http://schemas.openxmlformats.org/officeDocument/2006/relationships/tags" Target="../tags/tag8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511935" y="2195830"/>
            <a:ext cx="904367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65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console</a:t>
            </a:r>
            <a:r>
              <a:rPr lang="zh-CN" altLang="en-US" sz="65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对象</a:t>
            </a:r>
            <a:r>
              <a:rPr lang="en-US" altLang="zh-CN" sz="65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使用</a:t>
            </a:r>
            <a:endParaRPr lang="en-US" altLang="zh-CN" sz="65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31595" y="5045075"/>
            <a:ext cx="9912985" cy="1196975"/>
            <a:chOff x="2097" y="7945"/>
            <a:chExt cx="15611" cy="1885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946" y="8089"/>
              <a:ext cx="13762" cy="1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输出程序运行结果或者中间变量信息，方便调试代码、排查错误或指导下一步编程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。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4"/>
              </p:custDataLst>
            </p:nvPr>
          </p:nvSpPr>
          <p:spPr bwMode="auto">
            <a:xfrm>
              <a:off x="2802" y="8837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2" name="îşľîḋé"/>
            <p:cNvSpPr/>
            <p:nvPr>
              <p:custDataLst>
                <p:tags r:id="rId5"/>
              </p:custDataLst>
            </p:nvPr>
          </p:nvSpPr>
          <p:spPr bwMode="auto">
            <a:xfrm>
              <a:off x="2320" y="9748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6"/>
              </p:custDataLst>
            </p:nvPr>
          </p:nvSpPr>
          <p:spPr bwMode="auto">
            <a:xfrm>
              <a:off x="2626" y="8926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7"/>
              </p:custDataLst>
            </p:nvPr>
          </p:nvSpPr>
          <p:spPr bwMode="auto">
            <a:xfrm>
              <a:off x="2814" y="8951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8"/>
              </p:custDataLst>
            </p:nvPr>
          </p:nvSpPr>
          <p:spPr bwMode="auto">
            <a:xfrm>
              <a:off x="2469" y="9004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9"/>
              </p:custDataLst>
            </p:nvPr>
          </p:nvSpPr>
          <p:spPr bwMode="auto">
            <a:xfrm>
              <a:off x="2483" y="9000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0"/>
              </p:custDataLst>
            </p:nvPr>
          </p:nvSpPr>
          <p:spPr bwMode="auto">
            <a:xfrm>
              <a:off x="2481" y="9089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1"/>
              </p:custDataLst>
            </p:nvPr>
          </p:nvSpPr>
          <p:spPr bwMode="auto">
            <a:xfrm>
              <a:off x="2471" y="9051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2"/>
              </p:custDataLst>
            </p:nvPr>
          </p:nvSpPr>
          <p:spPr bwMode="auto">
            <a:xfrm>
              <a:off x="2556" y="9325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0" name="íşlíḑè"/>
            <p:cNvSpPr/>
            <p:nvPr>
              <p:custDataLst>
                <p:tags r:id="rId13"/>
              </p:custDataLst>
            </p:nvPr>
          </p:nvSpPr>
          <p:spPr bwMode="auto">
            <a:xfrm>
              <a:off x="2616" y="9745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4"/>
              </p:custDataLst>
            </p:nvPr>
          </p:nvSpPr>
          <p:spPr bwMode="auto">
            <a:xfrm>
              <a:off x="2423" y="9325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2" name="ïŝlïḓe"/>
            <p:cNvSpPr/>
            <p:nvPr>
              <p:custDataLst>
                <p:tags r:id="rId15"/>
              </p:custDataLst>
            </p:nvPr>
          </p:nvSpPr>
          <p:spPr bwMode="auto">
            <a:xfrm>
              <a:off x="2483" y="9744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2373" y="9323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2394" y="9371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2462" y="9383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2539" y="9383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2576" y="9371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2618" y="9359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2660" y="9338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2394" y="9050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2449" y="9058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2545" y="9043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2546" y="9256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2552" y="9289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2559" y="9322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2206" y="8572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2335" y="8964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2448" y="8936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2460" y="8932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2476" y="8922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2590" y="8883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2604" y="8878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2618" y="8880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2564" y="8808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2589" y="8813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2419" y="8849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2445" y="8856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2404" y="8800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2529" y="8751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2507" y="8939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2111" y="8487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2262" y="8792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2200" y="8886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2301" y="8920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2097" y="8665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49"/>
              </p:custDataLst>
            </p:nvPr>
          </p:nvSpPr>
          <p:spPr bwMode="auto">
            <a:xfrm>
              <a:off x="3122" y="9603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0"/>
              </p:custDataLst>
            </p:nvPr>
          </p:nvSpPr>
          <p:spPr bwMode="auto">
            <a:xfrm>
              <a:off x="3340" y="7945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1"/>
              </p:custDataLst>
            </p:nvPr>
          </p:nvSpPr>
          <p:spPr bwMode="auto">
            <a:xfrm>
              <a:off x="3078" y="8014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2"/>
              </p:custDataLst>
            </p:nvPr>
          </p:nvSpPr>
          <p:spPr bwMode="auto">
            <a:xfrm>
              <a:off x="3078" y="8014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3"/>
              </p:custDataLst>
            </p:nvPr>
          </p:nvSpPr>
          <p:spPr bwMode="auto">
            <a:xfrm>
              <a:off x="3083" y="8014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3083" y="8014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5"/>
              </p:custDataLst>
            </p:nvPr>
          </p:nvSpPr>
          <p:spPr bwMode="auto">
            <a:xfrm>
              <a:off x="3085" y="8678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6"/>
              </p:custDataLst>
            </p:nvPr>
          </p:nvSpPr>
          <p:spPr bwMode="auto">
            <a:xfrm>
              <a:off x="3090" y="8678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57"/>
              </p:custDataLst>
            </p:nvPr>
          </p:nvSpPr>
          <p:spPr bwMode="auto">
            <a:xfrm>
              <a:off x="3031" y="8346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58"/>
              </p:custDataLst>
            </p:nvPr>
          </p:nvSpPr>
          <p:spPr bwMode="auto">
            <a:xfrm>
              <a:off x="3039" y="8342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59"/>
              </p:custDataLst>
            </p:nvPr>
          </p:nvSpPr>
          <p:spPr bwMode="auto">
            <a:xfrm>
              <a:off x="3022" y="8990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0"/>
              </p:custDataLst>
            </p:nvPr>
          </p:nvSpPr>
          <p:spPr bwMode="auto">
            <a:xfrm>
              <a:off x="3028" y="8983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1"/>
              </p:custDataLst>
            </p:nvPr>
          </p:nvSpPr>
          <p:spPr bwMode="auto">
            <a:xfrm>
              <a:off x="3340" y="8265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2"/>
              </p:custDataLst>
            </p:nvPr>
          </p:nvSpPr>
          <p:spPr bwMode="auto">
            <a:xfrm>
              <a:off x="3340" y="8265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3"/>
              </p:custDataLst>
            </p:nvPr>
          </p:nvSpPr>
          <p:spPr bwMode="auto">
            <a:xfrm>
              <a:off x="3340" y="8247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64"/>
              </p:custDataLst>
            </p:nvPr>
          </p:nvSpPr>
          <p:spPr bwMode="auto">
            <a:xfrm>
              <a:off x="3340" y="8247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65"/>
              </p:custDataLst>
            </p:nvPr>
          </p:nvSpPr>
          <p:spPr bwMode="auto">
            <a:xfrm>
              <a:off x="3340" y="8249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66"/>
              </p:custDataLst>
            </p:nvPr>
          </p:nvSpPr>
          <p:spPr bwMode="auto">
            <a:xfrm>
              <a:off x="3340" y="8249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67"/>
              </p:custDataLst>
            </p:nvPr>
          </p:nvSpPr>
          <p:spPr bwMode="auto">
            <a:xfrm>
              <a:off x="3340" y="8562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68"/>
              </p:custDataLst>
            </p:nvPr>
          </p:nvSpPr>
          <p:spPr bwMode="auto">
            <a:xfrm>
              <a:off x="3340" y="8883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69"/>
              </p:custDataLst>
            </p:nvPr>
          </p:nvSpPr>
          <p:spPr bwMode="auto">
            <a:xfrm>
              <a:off x="3340" y="9215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3" name="图片 2" descr="1111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6562725" y="1319530"/>
            <a:ext cx="4353560" cy="2769235"/>
          </a:xfrm>
          <a:prstGeom prst="rect">
            <a:avLst/>
          </a:prstGeom>
        </p:spPr>
      </p:pic>
      <p:pic>
        <p:nvPicPr>
          <p:cNvPr id="4" name="图片 3" descr="222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918970" y="1320165"/>
            <a:ext cx="4152900" cy="2768600"/>
          </a:xfrm>
          <a:prstGeom prst="rect">
            <a:avLst/>
          </a:prstGeom>
        </p:spPr>
      </p:pic>
    </p:spTree>
    <p:custDataLst>
      <p:tags r:id="rId7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910080" y="3025140"/>
            <a:ext cx="4688205" cy="699135"/>
            <a:chOff x="3008" y="4764"/>
            <a:chExt cx="7383" cy="1101"/>
          </a:xfrm>
        </p:grpSpPr>
        <p:sp>
          <p:nvSpPr>
            <p:cNvPr id="3" name="矩形 2"/>
            <p:cNvSpPr/>
            <p:nvPr>
              <p:custDataLst>
                <p:tags r:id="rId2"/>
              </p:custDataLst>
            </p:nvPr>
          </p:nvSpPr>
          <p:spPr>
            <a:xfrm>
              <a:off x="3008" y="4764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4281" y="4939"/>
              <a:ext cx="6110" cy="751"/>
            </a:xfrm>
            <a:prstGeom prst="rect">
              <a:avLst/>
            </a:prstGeom>
            <a:noFill/>
          </p:spPr>
          <p:txBody>
            <a:bodyPr wrap="square" rtlCol="0"/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console</a:t>
              </a: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对象常用方法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875145" y="3025140"/>
            <a:ext cx="3876675" cy="699135"/>
            <a:chOff x="7923" y="4764"/>
            <a:chExt cx="6105" cy="1101"/>
          </a:xfrm>
        </p:grpSpPr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7923" y="4764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5"/>
              </p:custDataLst>
            </p:nvPr>
          </p:nvSpPr>
          <p:spPr>
            <a:xfrm>
              <a:off x="9196" y="4939"/>
              <a:ext cx="4832" cy="7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console</a:t>
              </a: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对象运行方式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00102" y="200499"/>
            <a:ext cx="41186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console对象常用方法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04520" y="1190108"/>
            <a:ext cx="10613132" cy="1089428"/>
            <a:chOff x="734" y="2655"/>
            <a:chExt cx="11521" cy="1583"/>
          </a:xfrm>
        </p:grpSpPr>
        <p:sp>
          <p:nvSpPr>
            <p:cNvPr id="27" name="PA-îṧľïdè"/>
            <p:cNvSpPr/>
            <p:nvPr>
              <p:custDataLst>
                <p:tags r:id="rId3"/>
              </p:custDataLst>
            </p:nvPr>
          </p:nvSpPr>
          <p:spPr>
            <a:xfrm>
              <a:off x="781" y="2655"/>
              <a:ext cx="11474" cy="1583"/>
            </a:xfrm>
            <a:prstGeom prst="rect">
              <a:avLst/>
            </a:prstGeom>
            <a:solidFill>
              <a:schemeClr val="dk1">
                <a:lumMod val="95000"/>
                <a:lumOff val="5000"/>
                <a:alpha val="9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" name="文本框 1"/>
            <p:cNvSpPr txBox="1"/>
            <p:nvPr>
              <p:custDataLst>
                <p:tags r:id="rId4"/>
              </p:custDataLst>
            </p:nvPr>
          </p:nvSpPr>
          <p:spPr>
            <a:xfrm>
              <a:off x="734" y="2738"/>
              <a:ext cx="11332" cy="13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just">
                <a:lnSpc>
                  <a:spcPct val="150000"/>
                </a:lnSpc>
              </a:pPr>
              <a:r>
                <a:rPr 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</a:t>
              </a:r>
              <a:r>
                <a:rPr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 对象提供了一个简单的调试控制台，类似于 Web 浏览器提供的 JavaScript 控制台。</a:t>
              </a:r>
              <a:endParaRPr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</a:t>
              </a:r>
              <a:r>
                <a:rPr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使用 console 对象的一系列方法可以将调试模式的信息输出到控制台。</a:t>
              </a:r>
              <a:endParaRPr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aphicFrame>
        <p:nvGraphicFramePr>
          <p:cNvPr id="4" name="表格 3"/>
          <p:cNvGraphicFramePr/>
          <p:nvPr>
            <p:custDataLst>
              <p:tags r:id="rId5"/>
            </p:custDataLst>
          </p:nvPr>
        </p:nvGraphicFramePr>
        <p:xfrm>
          <a:off x="647700" y="2537460"/>
          <a:ext cx="10570845" cy="4067810"/>
        </p:xfrm>
        <a:graphic>
          <a:graphicData uri="http://schemas.openxmlformats.org/drawingml/2006/table">
            <a:tbl>
              <a:tblPr firstRow="1" bandRow="1">
                <a:tableStyleId>{A554F2FC-47F3-4EAF-B5D7-61143E9EB01A}</a:tableStyleId>
              </a:tblPr>
              <a:tblGrid>
                <a:gridCol w="2896235"/>
                <a:gridCol w="7674610"/>
              </a:tblGrid>
              <a:tr h="291465"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</a:t>
                      </a:r>
                      <a:endParaRPr lang="zh-CN" sz="18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zh-CN" sz="18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528955">
                <a:tc>
                  <a:txBody>
                    <a:bodyPr/>
                    <a:p>
                      <a:pPr marL="6858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console.log()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在控制台输出一条信息，常用于调试程序</a:t>
                      </a:r>
                      <a:endParaRPr lang="zh-CN" sz="18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394970">
                <a:tc>
                  <a:txBody>
                    <a:bodyPr/>
                    <a:p>
                      <a:pPr marL="6858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console.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info()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在控制台输出一条信息，与console.log()用法一样</a:t>
                      </a:r>
                      <a:endParaRPr lang="zh-CN" sz="18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396240">
                <a:tc>
                  <a:txBody>
                    <a:bodyPr/>
                    <a:p>
                      <a:pPr marL="6858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console.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error()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输出错误信息到控制台</a:t>
                      </a:r>
                      <a:endParaRPr lang="zh-CN" sz="18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396240">
                <a:tc>
                  <a:txBody>
                    <a:bodyPr/>
                    <a:p>
                      <a:pPr marL="6858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console.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warn()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控制台输出警告</a:t>
                      </a:r>
                      <a:r>
                        <a:rPr 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信息</a:t>
                      </a:r>
                      <a:endParaRPr 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68580" marR="68580" marT="0" marB="0" anchor="ctr" anchorCtr="0"/>
                </a:tc>
              </a:tr>
              <a:tr h="394970">
                <a:tc>
                  <a:txBody>
                    <a:bodyPr/>
                    <a:p>
                      <a:pPr marL="6858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console.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table()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以表格形式显示数据</a:t>
                      </a:r>
                      <a:endParaRPr lang="zh-CN" sz="18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584200">
                <a:tc>
                  <a:txBody>
                    <a:bodyPr/>
                    <a:p>
                      <a:pPr marL="6858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console.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time()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定义计时器的起始方法，与 timeEnd()方法联合使用，可计算出一个操作花费的时间</a:t>
                      </a:r>
                      <a:endParaRPr sz="18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394970">
                <a:tc>
                  <a:txBody>
                    <a:bodyPr/>
                    <a:p>
                      <a:pPr marL="6858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console.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timeEnd()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结束</a:t>
                      </a:r>
                      <a:r>
                        <a:rPr lang="zh-CN" sz="18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计时</a:t>
                      </a:r>
                      <a:endParaRPr lang="zh-CN" sz="18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396240">
                <a:tc>
                  <a:txBody>
                    <a:bodyPr/>
                    <a:p>
                      <a:pPr marL="6858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console.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assert()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相当于一个条件判断，当第一个参数为 false 时，将在控制台输出第二个参数信息</a:t>
                      </a:r>
                      <a:endParaRPr sz="18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</a:tr>
            </a:tbl>
          </a:graphicData>
        </a:graphic>
      </p:graphicFrame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814392" y="67333"/>
            <a:ext cx="411861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console对象常用方法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118533" y="1259682"/>
            <a:ext cx="708938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综合使用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对象的一系列方法进行信息和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数据输出。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矩形 1"/>
          <p:cNvSpPr/>
          <p:nvPr>
            <p:custDataLst>
              <p:tags r:id="rId4"/>
            </p:custDataLst>
          </p:nvPr>
        </p:nvSpPr>
        <p:spPr bwMode="auto">
          <a:xfrm>
            <a:off x="619125" y="1268095"/>
            <a:ext cx="2297430" cy="415925"/>
          </a:xfrm>
          <a:custGeom>
            <a:avLst/>
            <a:gdLst>
              <a:gd name="connsiteX0" fmla="*/ 0 w 6840760"/>
              <a:gd name="connsiteY0" fmla="*/ 0 h 888468"/>
              <a:gd name="connsiteX1" fmla="*/ 6840760 w 6840760"/>
              <a:gd name="connsiteY1" fmla="*/ 0 h 888468"/>
              <a:gd name="connsiteX2" fmla="*/ 6840760 w 6840760"/>
              <a:gd name="connsiteY2" fmla="*/ 888468 h 888468"/>
              <a:gd name="connsiteX3" fmla="*/ 0 w 6840760"/>
              <a:gd name="connsiteY3" fmla="*/ 888468 h 888468"/>
              <a:gd name="connsiteX4" fmla="*/ 0 w 6840760"/>
              <a:gd name="connsiteY4" fmla="*/ 0 h 888468"/>
              <a:gd name="connsiteX0-1" fmla="*/ 0 w 6840760"/>
              <a:gd name="connsiteY0-2" fmla="*/ 0 h 888468"/>
              <a:gd name="connsiteX1-3" fmla="*/ 6465622 w 6840760"/>
              <a:gd name="connsiteY1-4" fmla="*/ 35169 h 888468"/>
              <a:gd name="connsiteX2-5" fmla="*/ 6840760 w 6840760"/>
              <a:gd name="connsiteY2-6" fmla="*/ 888468 h 888468"/>
              <a:gd name="connsiteX3-7" fmla="*/ 0 w 6840760"/>
              <a:gd name="connsiteY3-8" fmla="*/ 888468 h 888468"/>
              <a:gd name="connsiteX4-9" fmla="*/ 0 w 6840760"/>
              <a:gd name="connsiteY4-10" fmla="*/ 0 h 888468"/>
              <a:gd name="connsiteX0-11" fmla="*/ 351693 w 6840760"/>
              <a:gd name="connsiteY0-12" fmla="*/ 0 h 888468"/>
              <a:gd name="connsiteX1-13" fmla="*/ 6465622 w 6840760"/>
              <a:gd name="connsiteY1-14" fmla="*/ 35169 h 888468"/>
              <a:gd name="connsiteX2-15" fmla="*/ 6840760 w 6840760"/>
              <a:gd name="connsiteY2-16" fmla="*/ 888468 h 888468"/>
              <a:gd name="connsiteX3-17" fmla="*/ 0 w 6840760"/>
              <a:gd name="connsiteY3-18" fmla="*/ 888468 h 888468"/>
              <a:gd name="connsiteX4-19" fmla="*/ 351693 w 6840760"/>
              <a:gd name="connsiteY4-20" fmla="*/ 0 h 8884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40760" h="888468">
                <a:moveTo>
                  <a:pt x="351693" y="0"/>
                </a:moveTo>
                <a:lnTo>
                  <a:pt x="6465622" y="35169"/>
                </a:lnTo>
                <a:lnTo>
                  <a:pt x="6840760" y="888468"/>
                </a:lnTo>
                <a:lnTo>
                  <a:pt x="0" y="888468"/>
                </a:lnTo>
                <a:lnTo>
                  <a:pt x="3516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TextBox 27"/>
          <p:cNvSpPr txBox="1">
            <a:spLocks noChangeArrowheads="1"/>
          </p:cNvSpPr>
          <p:nvPr/>
        </p:nvSpPr>
        <p:spPr bwMode="auto">
          <a:xfrm>
            <a:off x="1359535" y="1275715"/>
            <a:ext cx="690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示例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iconfont-1187-868615"/>
          <p:cNvSpPr/>
          <p:nvPr>
            <p:custDataLst>
              <p:tags r:id="rId5"/>
            </p:custDataLst>
          </p:nvPr>
        </p:nvSpPr>
        <p:spPr>
          <a:xfrm>
            <a:off x="549275" y="1069340"/>
            <a:ext cx="608330" cy="609600"/>
          </a:xfrm>
          <a:custGeom>
            <a:avLst/>
            <a:gdLst>
              <a:gd name="T0" fmla="*/ 12123 w 12728"/>
              <a:gd name="T1" fmla="*/ 2794 h 12755"/>
              <a:gd name="T2" fmla="*/ 11574 w 12728"/>
              <a:gd name="T3" fmla="*/ 3342 h 12755"/>
              <a:gd name="T4" fmla="*/ 9386 w 12728"/>
              <a:gd name="T5" fmla="*/ 1151 h 12755"/>
              <a:gd name="T6" fmla="*/ 9932 w 12728"/>
              <a:gd name="T7" fmla="*/ 605 h 12755"/>
              <a:gd name="T8" fmla="*/ 12123 w 12728"/>
              <a:gd name="T9" fmla="*/ 605 h 12755"/>
              <a:gd name="T10" fmla="*/ 12123 w 12728"/>
              <a:gd name="T11" fmla="*/ 2794 h 12755"/>
              <a:gd name="T12" fmla="*/ 10479 w 12728"/>
              <a:gd name="T13" fmla="*/ 4436 h 12755"/>
              <a:gd name="T14" fmla="*/ 7742 w 12728"/>
              <a:gd name="T15" fmla="*/ 7169 h 12755"/>
              <a:gd name="T16" fmla="*/ 3926 w 12728"/>
              <a:gd name="T17" fmla="*/ 8827 h 12755"/>
              <a:gd name="T18" fmla="*/ 5551 w 12728"/>
              <a:gd name="T19" fmla="*/ 4980 h 12755"/>
              <a:gd name="T20" fmla="*/ 8290 w 12728"/>
              <a:gd name="T21" fmla="*/ 2245 h 12755"/>
              <a:gd name="T22" fmla="*/ 10479 w 12728"/>
              <a:gd name="T23" fmla="*/ 4436 h 12755"/>
              <a:gd name="T24" fmla="*/ 4711 w 12728"/>
              <a:gd name="T25" fmla="*/ 1735 h 12755"/>
              <a:gd name="T26" fmla="*/ 2356 w 12728"/>
              <a:gd name="T27" fmla="*/ 1735 h 12755"/>
              <a:gd name="T28" fmla="*/ 1570 w 12728"/>
              <a:gd name="T29" fmla="*/ 2522 h 12755"/>
              <a:gd name="T30" fmla="*/ 1570 w 12728"/>
              <a:gd name="T31" fmla="*/ 10392 h 12755"/>
              <a:gd name="T32" fmla="*/ 2356 w 12728"/>
              <a:gd name="T33" fmla="*/ 11179 h 12755"/>
              <a:gd name="T34" fmla="*/ 10210 w 12728"/>
              <a:gd name="T35" fmla="*/ 11179 h 12755"/>
              <a:gd name="T36" fmla="*/ 10995 w 12728"/>
              <a:gd name="T37" fmla="*/ 10392 h 12755"/>
              <a:gd name="T38" fmla="*/ 10995 w 12728"/>
              <a:gd name="T39" fmla="*/ 7245 h 12755"/>
              <a:gd name="T40" fmla="*/ 11780 w 12728"/>
              <a:gd name="T41" fmla="*/ 6458 h 12755"/>
              <a:gd name="T42" fmla="*/ 12565 w 12728"/>
              <a:gd name="T43" fmla="*/ 7245 h 12755"/>
              <a:gd name="T44" fmla="*/ 12565 w 12728"/>
              <a:gd name="T45" fmla="*/ 11181 h 12755"/>
              <a:gd name="T46" fmla="*/ 10995 w 12728"/>
              <a:gd name="T47" fmla="*/ 12755 h 12755"/>
              <a:gd name="T48" fmla="*/ 1570 w 12728"/>
              <a:gd name="T49" fmla="*/ 12755 h 12755"/>
              <a:gd name="T50" fmla="*/ 0 w 12728"/>
              <a:gd name="T51" fmla="*/ 11181 h 12755"/>
              <a:gd name="T52" fmla="*/ 0 w 12728"/>
              <a:gd name="T53" fmla="*/ 1735 h 12755"/>
              <a:gd name="T54" fmla="*/ 1570 w 12728"/>
              <a:gd name="T55" fmla="*/ 161 h 12755"/>
              <a:gd name="T56" fmla="*/ 4711 w 12728"/>
              <a:gd name="T57" fmla="*/ 161 h 12755"/>
              <a:gd name="T58" fmla="*/ 5496 w 12728"/>
              <a:gd name="T59" fmla="*/ 948 h 12755"/>
              <a:gd name="T60" fmla="*/ 4711 w 12728"/>
              <a:gd name="T61" fmla="*/ 1735 h 12755"/>
              <a:gd name="T62" fmla="*/ 4711 w 12728"/>
              <a:gd name="T63" fmla="*/ 1735 h 12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28" h="12755">
                <a:moveTo>
                  <a:pt x="12123" y="2794"/>
                </a:moveTo>
                <a:lnTo>
                  <a:pt x="11574" y="3342"/>
                </a:lnTo>
                <a:lnTo>
                  <a:pt x="9386" y="1151"/>
                </a:lnTo>
                <a:lnTo>
                  <a:pt x="9932" y="605"/>
                </a:lnTo>
                <a:cubicBezTo>
                  <a:pt x="10537" y="0"/>
                  <a:pt x="11518" y="0"/>
                  <a:pt x="12123" y="605"/>
                </a:cubicBezTo>
                <a:cubicBezTo>
                  <a:pt x="12728" y="1208"/>
                  <a:pt x="12728" y="2189"/>
                  <a:pt x="12123" y="2794"/>
                </a:cubicBezTo>
                <a:close/>
                <a:moveTo>
                  <a:pt x="10479" y="4436"/>
                </a:moveTo>
                <a:lnTo>
                  <a:pt x="7742" y="7169"/>
                </a:lnTo>
                <a:lnTo>
                  <a:pt x="3926" y="8827"/>
                </a:lnTo>
                <a:lnTo>
                  <a:pt x="5551" y="4980"/>
                </a:lnTo>
                <a:lnTo>
                  <a:pt x="8290" y="2245"/>
                </a:lnTo>
                <a:lnTo>
                  <a:pt x="10479" y="4436"/>
                </a:lnTo>
                <a:close/>
                <a:moveTo>
                  <a:pt x="4711" y="1735"/>
                </a:moveTo>
                <a:lnTo>
                  <a:pt x="2356" y="1735"/>
                </a:lnTo>
                <a:cubicBezTo>
                  <a:pt x="1921" y="1735"/>
                  <a:pt x="1570" y="2088"/>
                  <a:pt x="1570" y="2522"/>
                </a:cubicBezTo>
                <a:lnTo>
                  <a:pt x="1570" y="10392"/>
                </a:lnTo>
                <a:cubicBezTo>
                  <a:pt x="1570" y="10826"/>
                  <a:pt x="1921" y="11179"/>
                  <a:pt x="2356" y="11179"/>
                </a:cubicBezTo>
                <a:lnTo>
                  <a:pt x="10210" y="11179"/>
                </a:lnTo>
                <a:cubicBezTo>
                  <a:pt x="10644" y="11179"/>
                  <a:pt x="10995" y="10826"/>
                  <a:pt x="10995" y="10392"/>
                </a:cubicBezTo>
                <a:lnTo>
                  <a:pt x="10995" y="7245"/>
                </a:lnTo>
                <a:cubicBezTo>
                  <a:pt x="10995" y="6811"/>
                  <a:pt x="11346" y="6458"/>
                  <a:pt x="11780" y="6458"/>
                </a:cubicBezTo>
                <a:cubicBezTo>
                  <a:pt x="12214" y="6458"/>
                  <a:pt x="12565" y="6811"/>
                  <a:pt x="12565" y="7245"/>
                </a:cubicBezTo>
                <a:lnTo>
                  <a:pt x="12565" y="11181"/>
                </a:lnTo>
                <a:cubicBezTo>
                  <a:pt x="12565" y="12049"/>
                  <a:pt x="11861" y="12755"/>
                  <a:pt x="10995" y="12755"/>
                </a:cubicBezTo>
                <a:lnTo>
                  <a:pt x="1570" y="12755"/>
                </a:lnTo>
                <a:cubicBezTo>
                  <a:pt x="704" y="12755"/>
                  <a:pt x="0" y="12051"/>
                  <a:pt x="0" y="11181"/>
                </a:cubicBezTo>
                <a:lnTo>
                  <a:pt x="0" y="1735"/>
                </a:lnTo>
                <a:cubicBezTo>
                  <a:pt x="0" y="866"/>
                  <a:pt x="704" y="161"/>
                  <a:pt x="1570" y="161"/>
                </a:cubicBezTo>
                <a:lnTo>
                  <a:pt x="4711" y="161"/>
                </a:lnTo>
                <a:cubicBezTo>
                  <a:pt x="5145" y="161"/>
                  <a:pt x="5496" y="514"/>
                  <a:pt x="5496" y="948"/>
                </a:cubicBezTo>
                <a:cubicBezTo>
                  <a:pt x="5496" y="1384"/>
                  <a:pt x="5145" y="1735"/>
                  <a:pt x="4711" y="1735"/>
                </a:cubicBezTo>
                <a:close/>
                <a:moveTo>
                  <a:pt x="4711" y="1735"/>
                </a:moveTo>
                <a:close/>
              </a:path>
            </a:pathLst>
          </a:custGeom>
          <a:solidFill>
            <a:schemeClr val="lt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7010" y="2021205"/>
            <a:ext cx="7946390" cy="38271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41186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console对象常用方法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741805" y="2151380"/>
            <a:ext cx="4603750" cy="553085"/>
            <a:chOff x="2743" y="3388"/>
            <a:chExt cx="7250" cy="871"/>
          </a:xfrm>
        </p:grpSpPr>
        <p:sp>
          <p:nvSpPr>
            <p:cNvPr id="86" name="文本框 85"/>
            <p:cNvSpPr txBox="1"/>
            <p:nvPr>
              <p:custDataLst>
                <p:tags r:id="rId3"/>
              </p:custDataLst>
            </p:nvPr>
          </p:nvSpPr>
          <p:spPr>
            <a:xfrm>
              <a:off x="4057" y="3388"/>
              <a:ext cx="593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新建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html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87" name="圆角矩形 52"/>
            <p:cNvSpPr/>
            <p:nvPr>
              <p:custDataLst>
                <p:tags r:id="rId4"/>
              </p:custDataLst>
            </p:nvPr>
          </p:nvSpPr>
          <p:spPr>
            <a:xfrm>
              <a:off x="2743" y="3594"/>
              <a:ext cx="1139" cy="64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704340" y="4808855"/>
            <a:ext cx="4641215" cy="553085"/>
            <a:chOff x="2684" y="7573"/>
            <a:chExt cx="7309" cy="871"/>
          </a:xfrm>
        </p:grpSpPr>
        <p:sp>
          <p:nvSpPr>
            <p:cNvPr id="89" name="文本框 88"/>
            <p:cNvSpPr txBox="1"/>
            <p:nvPr>
              <p:custDataLst>
                <p:tags r:id="rId5"/>
              </p:custDataLst>
            </p:nvPr>
          </p:nvSpPr>
          <p:spPr>
            <a:xfrm>
              <a:off x="4057" y="7573"/>
              <a:ext cx="593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圆角矩形 43"/>
            <p:cNvSpPr/>
            <p:nvPr>
              <p:custDataLst>
                <p:tags r:id="rId6"/>
              </p:custDataLst>
            </p:nvPr>
          </p:nvSpPr>
          <p:spPr>
            <a:xfrm>
              <a:off x="2684" y="7747"/>
              <a:ext cx="1139" cy="64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1" name="iṣḷiďê"/>
          <p:cNvSpPr/>
          <p:nvPr>
            <p:custDataLst>
              <p:tags r:id="rId7"/>
            </p:custDataLst>
          </p:nvPr>
        </p:nvSpPr>
        <p:spPr bwMode="auto">
          <a:xfrm>
            <a:off x="1022943" y="120834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8" name="ïsľïḋé"/>
          <p:cNvCxnSpPr/>
          <p:nvPr>
            <p:custDataLst>
              <p:tags r:id="rId8"/>
            </p:custDataLst>
          </p:nvPr>
        </p:nvCxnSpPr>
        <p:spPr>
          <a:xfrm>
            <a:off x="1161415" y="1548130"/>
            <a:ext cx="0" cy="5130800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íś1îḍé"/>
          <p:cNvSpPr/>
          <p:nvPr>
            <p:custDataLst>
              <p:tags r:id="rId9"/>
            </p:custDataLst>
          </p:nvPr>
        </p:nvSpPr>
        <p:spPr>
          <a:xfrm>
            <a:off x="1089025" y="245046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íś1îḍé"/>
          <p:cNvSpPr/>
          <p:nvPr>
            <p:custDataLst>
              <p:tags r:id="rId10"/>
            </p:custDataLst>
          </p:nvPr>
        </p:nvSpPr>
        <p:spPr>
          <a:xfrm>
            <a:off x="1096645" y="372554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íś1îḍé"/>
          <p:cNvSpPr/>
          <p:nvPr>
            <p:custDataLst>
              <p:tags r:id="rId11"/>
            </p:custDataLst>
          </p:nvPr>
        </p:nvSpPr>
        <p:spPr>
          <a:xfrm>
            <a:off x="1087755" y="509016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iṧļíḋe"/>
          <p:cNvSpPr/>
          <p:nvPr>
            <p:custDataLst>
              <p:tags r:id="rId12"/>
            </p:custDataLst>
          </p:nvPr>
        </p:nvSpPr>
        <p:spPr>
          <a:xfrm>
            <a:off x="884555" y="1053465"/>
            <a:ext cx="553720" cy="5537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iṣḷiďê"/>
          <p:cNvSpPr/>
          <p:nvPr>
            <p:custDataLst>
              <p:tags r:id="rId13"/>
            </p:custDataLst>
          </p:nvPr>
        </p:nvSpPr>
        <p:spPr bwMode="auto">
          <a:xfrm>
            <a:off x="1030203" y="117169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704340" y="3486150"/>
            <a:ext cx="4641215" cy="552450"/>
            <a:chOff x="2684" y="5490"/>
            <a:chExt cx="7309" cy="870"/>
          </a:xfrm>
        </p:grpSpPr>
        <p:sp>
          <p:nvSpPr>
            <p:cNvPr id="33" name="文本框 32"/>
            <p:cNvSpPr txBox="1"/>
            <p:nvPr>
              <p:custDataLst>
                <p:tags r:id="rId14"/>
              </p:custDataLst>
            </p:nvPr>
          </p:nvSpPr>
          <p:spPr>
            <a:xfrm>
              <a:off x="4057" y="5490"/>
              <a:ext cx="593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编写代码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圆角矩形 43"/>
            <p:cNvSpPr/>
            <p:nvPr>
              <p:custDataLst>
                <p:tags r:id="rId15"/>
              </p:custDataLst>
            </p:nvPr>
          </p:nvSpPr>
          <p:spPr>
            <a:xfrm>
              <a:off x="2684" y="5665"/>
              <a:ext cx="1139" cy="64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7" name="图片 3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93539" y="1803785"/>
            <a:ext cx="6923809" cy="419047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301365" y="1204595"/>
            <a:ext cx="8637270" cy="4685030"/>
            <a:chOff x="5199" y="1897"/>
            <a:chExt cx="13602" cy="7378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614" y="2019"/>
              <a:ext cx="12879" cy="6951"/>
            </a:xfrm>
            <a:prstGeom prst="rect">
              <a:avLst/>
            </a:prstGeom>
            <a:solidFill>
              <a:schemeClr val="accent4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99" y="1897"/>
              <a:ext cx="13603" cy="7379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673" y="2193"/>
              <a:ext cx="13129" cy="7048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1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：输出信息。</a:t>
              </a:r>
              <a:endPara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console.</a:t>
              </a:r>
              <a:r>
                <a:rPr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log</a:t>
              </a:r>
              <a:r>
                <a:rPr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("商品名：%s,价格：%d 元",'PC005-3A',100);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</a:t>
              </a:r>
              <a:r>
                <a:rPr lang="en-US" altLang="zh-CN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普通信息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console.</a:t>
              </a:r>
              <a:r>
                <a:rPr lang="en-US" altLang="zh-CN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info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('</a:t>
              </a:r>
              <a:r>
                <a:rPr lang="zh-CN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数据传输成功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');   //</a:t>
              </a: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提示信息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console.</a:t>
              </a:r>
              <a:r>
                <a:rPr lang="en-US" altLang="zh-CN" sz="20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error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('</a:t>
              </a:r>
              <a:r>
                <a:rPr 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数据格式错误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');  //</a:t>
              </a: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错误信息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console.</a:t>
              </a:r>
              <a:r>
                <a:rPr lang="en-US" altLang="zh-CN" sz="20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warn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('</a:t>
              </a:r>
              <a:r>
                <a:rPr 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数据格式错误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');  // </a:t>
              </a: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警告信息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	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2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：输出对象的层次结构。</a:t>
              </a:r>
              <a:endPara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</a:t>
              </a:r>
              <a:r>
                <a:rPr lang="en-US" altLang="zh-CN" sz="2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myObj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= </a:t>
              </a:r>
              <a:r>
                <a:rPr lang="en-US" altLang="zh-CN" sz="20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{ publisher : "人民邮电", site : "https://www.ptpress.com.cn" };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console.</a:t>
              </a:r>
              <a:r>
                <a:rPr lang="en-US" altLang="zh-CN" sz="20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dir</a:t>
              </a:r>
              <a:r>
                <a:rPr lang="en-US" altLang="zh-CN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</a:t>
              </a:r>
              <a:r>
                <a:rPr lang="en-US" altLang="zh-CN" sz="2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myObj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);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	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8" name="矩形 57"/>
          <p:cNvSpPr/>
          <p:nvPr/>
        </p:nvSpPr>
        <p:spPr>
          <a:xfrm>
            <a:off x="3580765" y="1415415"/>
            <a:ext cx="8034020" cy="188658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70180" y="2350135"/>
            <a:ext cx="6838950" cy="960120"/>
            <a:chOff x="268" y="3701"/>
            <a:chExt cx="10770" cy="1512"/>
          </a:xfrm>
        </p:grpSpPr>
        <p:grpSp>
          <p:nvGrpSpPr>
            <p:cNvPr id="2" name="组合 1"/>
            <p:cNvGrpSpPr/>
            <p:nvPr/>
          </p:nvGrpSpPr>
          <p:grpSpPr>
            <a:xfrm>
              <a:off x="268" y="3701"/>
              <a:ext cx="10771" cy="1512"/>
              <a:chOff x="268" y="3701"/>
              <a:chExt cx="10771" cy="1512"/>
            </a:xfrm>
          </p:grpSpPr>
          <p:sp>
            <p:nvSpPr>
              <p:cNvPr id="21" name="矩形 4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268" y="3701"/>
                <a:ext cx="4215" cy="69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输出信息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6" name="直接连接符 5"/>
              <p:cNvCxnSpPr>
                <a:cxnSpLocks noChangeShapeType="1"/>
              </p:cNvCxnSpPr>
              <p:nvPr>
                <p:custDataLst>
                  <p:tags r:id="rId6"/>
                </p:custDataLst>
              </p:nvPr>
            </p:nvCxnSpPr>
            <p:spPr bwMode="auto">
              <a:xfrm flipH="1" flipV="1">
                <a:off x="5027" y="5209"/>
                <a:ext cx="6012" cy="4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" name="直接连接符 9"/>
              <p:cNvCxnSpPr>
                <a:cxnSpLocks noChangeShapeType="1"/>
              </p:cNvCxnSpPr>
              <p:nvPr>
                <p:custDataLst>
                  <p:tags r:id="rId7"/>
                </p:custDataLst>
              </p:nvPr>
            </p:nvCxnSpPr>
            <p:spPr bwMode="auto">
              <a:xfrm flipH="1" flipV="1">
                <a:off x="5027" y="4071"/>
                <a:ext cx="8" cy="1137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8" name="直接连接符 76"/>
              <p:cNvCxnSpPr>
                <a:cxnSpLocks noChangeShapeType="1"/>
              </p:cNvCxnSpPr>
              <p:nvPr>
                <p:custDataLst>
                  <p:tags r:id="rId8"/>
                </p:custDataLst>
              </p:nvPr>
            </p:nvCxnSpPr>
            <p:spPr bwMode="auto">
              <a:xfrm flipH="1">
                <a:off x="4635" y="4071"/>
                <a:ext cx="392" cy="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35" y="3735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170180" y="4239895"/>
            <a:ext cx="5906135" cy="730250"/>
            <a:chOff x="268" y="7127"/>
            <a:chExt cx="9301" cy="1150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68" y="7127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输出对象的层次结构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 flipV="1">
              <a:off x="5027" y="8254"/>
              <a:ext cx="4542" cy="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5027" y="7423"/>
              <a:ext cx="8" cy="85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4635" y="743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4635" y="716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9" name="矩形 48"/>
          <p:cNvSpPr/>
          <p:nvPr/>
        </p:nvSpPr>
        <p:spPr>
          <a:xfrm>
            <a:off x="3583940" y="4022725"/>
            <a:ext cx="8018145" cy="145415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28652" y="200499"/>
            <a:ext cx="41186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console对象常用方法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文本框 58"/>
          <p:cNvSpPr txBox="1"/>
          <p:nvPr>
            <p:custDataLst>
              <p:tags r:id="rId15"/>
            </p:custDataLst>
          </p:nvPr>
        </p:nvSpPr>
        <p:spPr>
          <a:xfrm>
            <a:off x="488672" y="1681253"/>
            <a:ext cx="239738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console.html</a:t>
            </a:r>
            <a:endParaRPr lang="en-US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2925" y="995680"/>
            <a:ext cx="2297430" cy="610235"/>
            <a:chOff x="855" y="1838"/>
            <a:chExt cx="3618" cy="961"/>
          </a:xfrm>
        </p:grpSpPr>
        <p:sp>
          <p:nvSpPr>
            <p:cNvPr id="6" name="矩形 5"/>
            <p:cNvSpPr/>
            <p:nvPr>
              <p:custDataLst>
                <p:tags r:id="rId16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矩形 1"/>
            <p:cNvSpPr/>
            <p:nvPr>
              <p:custDataLst>
                <p:tags r:id="rId17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49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301365" y="1204595"/>
            <a:ext cx="8093710" cy="6457950"/>
            <a:chOff x="5199" y="1897"/>
            <a:chExt cx="12746" cy="10170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588" y="2033"/>
              <a:ext cx="12068" cy="7799"/>
            </a:xfrm>
            <a:prstGeom prst="rect">
              <a:avLst/>
            </a:prstGeom>
            <a:solidFill>
              <a:schemeClr val="accent4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99" y="1897"/>
              <a:ext cx="12746" cy="8133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643" y="2229"/>
              <a:ext cx="12302" cy="98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3</a:t>
              </a: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：输出数据表格化。</a:t>
              </a:r>
              <a:endPara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const p1 = { 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name:"PC005-3A", 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size:"101mm", 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price:108 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console.</a:t>
              </a:r>
              <a:r>
                <a:rPr lang="en-US" altLang="zh-CN" sz="20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table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(p1);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4</a:t>
              </a: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：统计代码执行时间。	</a:t>
              </a:r>
              <a:endPara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console.</a:t>
              </a:r>
              <a:r>
                <a:rPr lang="en-US" altLang="zh-CN" sz="20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time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('</a:t>
              </a:r>
              <a:r>
                <a:rPr lang="en-US" altLang="zh-CN" sz="2000" dirty="0" err="1">
                  <a:solidFill>
                    <a:srgbClr val="000000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Tag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');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for (var </a:t>
              </a:r>
              <a:r>
                <a:rPr lang="en-US" altLang="zh-CN" sz="2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= 0, count = 0; </a:t>
              </a:r>
              <a:r>
                <a:rPr lang="en-US" altLang="zh-CN" sz="2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&lt; 99999; </a:t>
              </a:r>
              <a:r>
                <a:rPr lang="en-US" altLang="zh-CN" sz="2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++) {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count++;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console.</a:t>
              </a:r>
              <a:r>
                <a:rPr lang="en-US" altLang="zh-CN" sz="20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timeEnd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('</a:t>
              </a:r>
              <a:r>
                <a:rPr lang="en-US" altLang="zh-CN" sz="2000" dirty="0" err="1">
                  <a:solidFill>
                    <a:srgbClr val="000000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Tag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');	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	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	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	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	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8" name="矩形 57"/>
          <p:cNvSpPr/>
          <p:nvPr/>
        </p:nvSpPr>
        <p:spPr>
          <a:xfrm>
            <a:off x="3580765" y="1415415"/>
            <a:ext cx="7418070" cy="230251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580765" y="4027170"/>
            <a:ext cx="7444740" cy="221615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70180" y="2834640"/>
            <a:ext cx="5648325" cy="775335"/>
            <a:chOff x="268" y="4464"/>
            <a:chExt cx="8895" cy="1221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68" y="4464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输出数据表格化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 flipV="1">
              <a:off x="5027" y="5671"/>
              <a:ext cx="4137" cy="1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5027" y="483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635" y="483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35" y="449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170180" y="5126990"/>
            <a:ext cx="6200775" cy="927735"/>
            <a:chOff x="268" y="8074"/>
            <a:chExt cx="9765" cy="1461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68" y="8074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统计代码执行时间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027" y="9525"/>
              <a:ext cx="5007" cy="1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V="1">
              <a:off x="5027" y="8505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4635" y="8444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4635" y="8108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2" name="文本框 41"/>
          <p:cNvSpPr txBox="1"/>
          <p:nvPr/>
        </p:nvSpPr>
        <p:spPr>
          <a:xfrm>
            <a:off x="828652" y="200499"/>
            <a:ext cx="41186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console对象常用方法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15"/>
            </p:custDataLst>
          </p:nvPr>
        </p:nvSpPr>
        <p:spPr>
          <a:xfrm>
            <a:off x="488672" y="1681253"/>
            <a:ext cx="239738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console.html(</a:t>
            </a:r>
            <a:r>
              <a:rPr lang="zh-CN" altLang="en-US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续</a:t>
            </a:r>
            <a:r>
              <a:rPr lang="en-US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2925" y="995680"/>
            <a:ext cx="2297430" cy="610235"/>
            <a:chOff x="855" y="1838"/>
            <a:chExt cx="3618" cy="961"/>
          </a:xfrm>
        </p:grpSpPr>
        <p:sp>
          <p:nvSpPr>
            <p:cNvPr id="6" name="矩形 5"/>
            <p:cNvSpPr/>
            <p:nvPr>
              <p:custDataLst>
                <p:tags r:id="rId16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矩形 1"/>
            <p:cNvSpPr/>
            <p:nvPr>
              <p:custDataLst>
                <p:tags r:id="rId17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59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440430" y="1411389"/>
            <a:ext cx="7634605" cy="3009481"/>
            <a:chOff x="5199" y="2204"/>
            <a:chExt cx="12746" cy="6071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200" y="2748"/>
              <a:ext cx="12711" cy="5526"/>
            </a:xfrm>
            <a:prstGeom prst="rect">
              <a:avLst/>
            </a:prstGeom>
            <a:solidFill>
              <a:schemeClr val="accent4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99" y="2598"/>
              <a:ext cx="12746" cy="5677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6158" y="2204"/>
              <a:ext cx="11184" cy="57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	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5</a:t>
              </a: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：当表达式为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false</a:t>
              </a: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时，输出信息。</a:t>
              </a:r>
              <a:endPara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endPara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flag = false;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console.</a:t>
              </a:r>
              <a:r>
                <a:rPr lang="en-US" altLang="zh-CN" sz="20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assert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(flag , '</a:t>
              </a: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当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flag</a:t>
              </a: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为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false</a:t>
              </a: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时才输出！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');	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console.assert(11 == 11, "什么都不做");	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	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	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8" name="矩形 57" hidden="1"/>
          <p:cNvSpPr/>
          <p:nvPr/>
        </p:nvSpPr>
        <p:spPr>
          <a:xfrm>
            <a:off x="3571240" y="1576705"/>
            <a:ext cx="7418070" cy="277749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70180" y="3284855"/>
            <a:ext cx="8039100" cy="1066800"/>
            <a:chOff x="268" y="5173"/>
            <a:chExt cx="12660" cy="1680"/>
          </a:xfrm>
        </p:grpSpPr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5"/>
              </p:custDataLst>
            </p:nvPr>
          </p:nvCxnSpPr>
          <p:spPr bwMode="auto">
            <a:xfrm flipH="1" flipV="1">
              <a:off x="4635" y="6079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" name="组合 1"/>
            <p:cNvGrpSpPr/>
            <p:nvPr/>
          </p:nvGrpSpPr>
          <p:grpSpPr>
            <a:xfrm>
              <a:off x="268" y="5173"/>
              <a:ext cx="12660" cy="1681"/>
              <a:chOff x="268" y="5683"/>
              <a:chExt cx="12660" cy="1681"/>
            </a:xfrm>
          </p:grpSpPr>
          <p:sp>
            <p:nvSpPr>
              <p:cNvPr id="21" name="矩形 4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268" y="6192"/>
                <a:ext cx="4215" cy="117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当表达式为 </a:t>
                </a:r>
                <a:r>
                  <a:rPr lang="en-US" altLang="zh-CN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false </a:t>
                </a: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时，输出信息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  <p:cxnSp>
            <p:nvCxnSpPr>
              <p:cNvPr id="26" name="直接连接符 5"/>
              <p:cNvCxnSpPr>
                <a:cxnSpLocks noChangeShapeType="1"/>
              </p:cNvCxnSpPr>
              <p:nvPr>
                <p:custDataLst>
                  <p:tags r:id="rId7"/>
                </p:custDataLst>
              </p:nvPr>
            </p:nvCxnSpPr>
            <p:spPr bwMode="auto">
              <a:xfrm flipH="1" flipV="1">
                <a:off x="5028" y="5683"/>
                <a:ext cx="7901" cy="24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" name="直接连接符 9"/>
              <p:cNvCxnSpPr>
                <a:cxnSpLocks noChangeShapeType="1"/>
              </p:cNvCxnSpPr>
              <p:nvPr>
                <p:custDataLst>
                  <p:tags r:id="rId8"/>
                </p:custDataLst>
              </p:nvPr>
            </p:nvCxnSpPr>
            <p:spPr bwMode="auto">
              <a:xfrm flipH="1">
                <a:off x="5027" y="5683"/>
                <a:ext cx="0" cy="838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4" name="直接连接符 90"/>
              <p:cNvCxnSpPr>
                <a:cxnSpLocks noChangeShapeType="1"/>
              </p:cNvCxnSpPr>
              <p:nvPr>
                <p:custDataLst>
                  <p:tags r:id="rId9"/>
                </p:custDataLst>
              </p:nvPr>
            </p:nvCxnSpPr>
            <p:spPr bwMode="auto">
              <a:xfrm flipH="1" flipV="1">
                <a:off x="4635" y="6186"/>
                <a:ext cx="0" cy="671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30" name="文本框 29"/>
          <p:cNvSpPr txBox="1"/>
          <p:nvPr/>
        </p:nvSpPr>
        <p:spPr>
          <a:xfrm>
            <a:off x="828652" y="200499"/>
            <a:ext cx="41186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console对象常用方法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文本框 58"/>
          <p:cNvSpPr txBox="1"/>
          <p:nvPr>
            <p:custDataLst>
              <p:tags r:id="rId10"/>
            </p:custDataLst>
          </p:nvPr>
        </p:nvSpPr>
        <p:spPr>
          <a:xfrm>
            <a:off x="488672" y="1681253"/>
            <a:ext cx="239738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console.html(</a:t>
            </a:r>
            <a:r>
              <a:rPr lang="zh-CN" altLang="en-US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续</a:t>
            </a:r>
            <a:r>
              <a:rPr lang="en-US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en-US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2925" y="995680"/>
            <a:ext cx="2297430" cy="610235"/>
            <a:chOff x="855" y="1838"/>
            <a:chExt cx="3618" cy="961"/>
          </a:xfrm>
        </p:grpSpPr>
        <p:sp>
          <p:nvSpPr>
            <p:cNvPr id="6" name="矩形 5"/>
            <p:cNvSpPr/>
            <p:nvPr>
              <p:custDataLst>
                <p:tags r:id="rId11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矩形 1"/>
            <p:cNvSpPr/>
            <p:nvPr>
              <p:custDataLst>
                <p:tags r:id="rId12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3673475" y="2508250"/>
            <a:ext cx="6807835" cy="142303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141730" y="1073150"/>
            <a:ext cx="495490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双击文件，在浏览器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中打开页面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41186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console对象运行方式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86139" y="1450521"/>
            <a:ext cx="11087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</a:t>
            </a:r>
            <a:r>
              <a:rPr lang="en-US" altLang="zh-CN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F12</a:t>
            </a:r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键</a:t>
            </a:r>
            <a:endParaRPr lang="zh-CN" altLang="en-US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600" y="1457960"/>
            <a:ext cx="381000" cy="361950"/>
          </a:xfrm>
          <a:prstGeom prst="rect">
            <a:avLst/>
          </a:prstGeom>
        </p:spPr>
      </p:pic>
      <p:cxnSp>
        <p:nvCxnSpPr>
          <p:cNvPr id="13" name="直接连接符 12"/>
          <p:cNvCxnSpPr/>
          <p:nvPr>
            <p:custDataLst>
              <p:tags r:id="rId5"/>
            </p:custDataLst>
          </p:nvPr>
        </p:nvCxnSpPr>
        <p:spPr>
          <a:xfrm>
            <a:off x="6209665" y="1118870"/>
            <a:ext cx="0" cy="5286375"/>
          </a:xfrm>
          <a:prstGeom prst="line">
            <a:avLst/>
          </a:prstGeom>
          <a:ln w="6350" cap="flat" cmpd="sng" algn="ctr">
            <a:solidFill>
              <a:schemeClr val="accent4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69595" y="1603375"/>
            <a:ext cx="5163820" cy="51092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3" name="组合 2"/>
          <p:cNvGrpSpPr/>
          <p:nvPr/>
        </p:nvGrpSpPr>
        <p:grpSpPr>
          <a:xfrm>
            <a:off x="6832600" y="1858010"/>
            <a:ext cx="4911090" cy="4058285"/>
            <a:chOff x="10760" y="2926"/>
            <a:chExt cx="7734" cy="6391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760" y="3841"/>
              <a:ext cx="7735" cy="547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760" y="2926"/>
              <a:ext cx="7734" cy="915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7" name="矩形 16"/>
          <p:cNvSpPr/>
          <p:nvPr/>
        </p:nvSpPr>
        <p:spPr>
          <a:xfrm>
            <a:off x="8225155" y="1924685"/>
            <a:ext cx="680085" cy="24511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n>
                <a:solidFill>
                  <a:srgbClr val="333333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8641180" y="1433539"/>
            <a:ext cx="3103311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zh-CN" sz="16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查看运行结果：</a:t>
            </a:r>
            <a:endParaRPr lang="zh-CN" sz="16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Isosceles Triangle 2_1"/>
          <p:cNvSpPr/>
          <p:nvPr>
            <p:custDataLst>
              <p:tags r:id="rId11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44830" y="1595120"/>
            <a:ext cx="853440" cy="22352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n>
                <a:solidFill>
                  <a:srgbClr val="333333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7" grpId="1" bldLvl="0" animBg="1"/>
      <p:bldP spid="19" grpId="0"/>
      <p:bldP spid="19" grpId="1"/>
      <p:bldP spid="34" grpId="0" bldLvl="0" animBg="1"/>
      <p:bldP spid="34" grpId="1" bldLvl="0" animBg="1"/>
      <p:bldP spid="6" grpId="0"/>
      <p:bldP spid="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925" y="1689735"/>
            <a:ext cx="5734685" cy="44723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1141730" y="1073150"/>
            <a:ext cx="516826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2. </a:t>
            </a:r>
            <a:r>
              <a:rPr 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新建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js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文件，写入代码，直接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运行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41186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console对象运行方式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34035" y="1689735"/>
            <a:ext cx="737235" cy="22352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333333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6832600" y="1819910"/>
            <a:ext cx="4014470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zh-CN" sz="16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在</a:t>
            </a:r>
            <a:r>
              <a:rPr lang="en-US" altLang="zh-CN" sz="16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HBuilder</a:t>
            </a:r>
            <a:r>
              <a:rPr lang="zh-CN" sz="16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控制台，查看结果：</a:t>
            </a:r>
            <a:endParaRPr lang="zh-CN" sz="16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6"/>
            </p:custDataLst>
          </p:nvPr>
        </p:nvCxnSpPr>
        <p:spPr>
          <a:xfrm>
            <a:off x="6560820" y="1118870"/>
            <a:ext cx="0" cy="5286375"/>
          </a:xfrm>
          <a:prstGeom prst="line">
            <a:avLst/>
          </a:prstGeom>
          <a:ln w="6350" cap="flat" cmpd="sng" algn="ctr">
            <a:solidFill>
              <a:schemeClr val="accent4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4030" y="2371090"/>
            <a:ext cx="4984750" cy="24003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4" grpId="1" bldLvl="0" animBg="1"/>
      <p:bldP spid="12" grpId="0"/>
      <p:bldP spid="1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948268" y="141143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4"/>
            </p:custDataLst>
          </p:nvPr>
        </p:nvSpPr>
        <p:spPr>
          <a:xfrm>
            <a:off x="4749165" y="1880870"/>
            <a:ext cx="1530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任意多边形 128"/>
          <p:cNvSpPr/>
          <p:nvPr>
            <p:custDataLst>
              <p:tags r:id="rId5"/>
            </p:custDataLst>
          </p:nvPr>
        </p:nvSpPr>
        <p:spPr>
          <a:xfrm>
            <a:off x="4730115" y="3613150"/>
            <a:ext cx="16827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6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7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8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9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0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1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2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3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4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5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16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17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18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19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0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1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2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3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4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5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26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27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28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29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0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1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2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3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4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5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36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37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38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39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637405" y="4366260"/>
            <a:ext cx="6201410" cy="1452245"/>
            <a:chOff x="7303" y="6774"/>
            <a:chExt cx="9766" cy="2287"/>
          </a:xfrm>
        </p:grpSpPr>
        <p:grpSp>
          <p:nvGrpSpPr>
            <p:cNvPr id="3" name="组合 2"/>
            <p:cNvGrpSpPr/>
            <p:nvPr/>
          </p:nvGrpSpPr>
          <p:grpSpPr>
            <a:xfrm>
              <a:off x="7303" y="6774"/>
              <a:ext cx="9766" cy="2287"/>
              <a:chOff x="7322" y="4712"/>
              <a:chExt cx="9766" cy="2287"/>
            </a:xfrm>
          </p:grpSpPr>
          <p:sp>
            <p:nvSpPr>
              <p:cNvPr id="101" name="圆角矩形 127"/>
              <p:cNvSpPr/>
              <p:nvPr>
                <p:custDataLst>
                  <p:tags r:id="rId40"/>
                </p:custDataLst>
              </p:nvPr>
            </p:nvSpPr>
            <p:spPr>
              <a:xfrm>
                <a:off x="7322" y="5542"/>
                <a:ext cx="510" cy="509"/>
              </a:xfrm>
              <a:prstGeom prst="roundRect">
                <a:avLst/>
              </a:prstGeom>
              <a:solidFill>
                <a:schemeClr val="accent4"/>
              </a:soli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0" name="矩形 79"/>
              <p:cNvSpPr/>
              <p:nvPr>
                <p:custDataLst>
                  <p:tags r:id="rId41"/>
                </p:custDataLst>
              </p:nvPr>
            </p:nvSpPr>
            <p:spPr>
              <a:xfrm>
                <a:off x="8230" y="4712"/>
                <a:ext cx="8858" cy="2287"/>
              </a:xfrm>
              <a:prstGeom prst="rect">
                <a:avLst/>
              </a:prstGeom>
            </p:spPr>
            <p:txBody>
              <a:bodyPr wrap="square" lIns="68559" tIns="34280" rIns="68559" bIns="3428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console对象运行方式</a:t>
                </a:r>
                <a:endPara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1. HTML</a:t>
                </a:r>
                <a:r>
                  <a:rPr lang="zh-CN" altLang="en-US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文件，在浏览器中按</a:t>
                </a:r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F12</a:t>
                </a:r>
                <a:r>
                  <a:rPr lang="zh-CN" altLang="en-US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，在控制台</a:t>
                </a:r>
                <a:r>
                  <a:rPr lang="zh-CN" altLang="en-US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查看</a:t>
                </a:r>
                <a:endPara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Wingdings" panose="05000000000000000000" pitchFamily="2" charset="2"/>
                  </a:rPr>
                  <a:t>2. JS</a:t>
                </a:r>
                <a:r>
                  <a:rPr lang="zh-CN" altLang="en-US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Wingdings" panose="05000000000000000000" pitchFamily="2" charset="2"/>
                  </a:rPr>
                  <a:t>文件写入代码，运行文件，查看</a:t>
                </a:r>
                <a:r>
                  <a:rPr lang="zh-CN" altLang="en-US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Wingdings" panose="05000000000000000000" pitchFamily="2" charset="2"/>
                  </a:rPr>
                  <a:t>结果</a:t>
                </a:r>
                <a:endPara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endParaRPr>
              </a:p>
            </p:txBody>
          </p:sp>
        </p:grpSp>
        <p:sp>
          <p:nvSpPr>
            <p:cNvPr id="99" name="任意多边形 122"/>
            <p:cNvSpPr/>
            <p:nvPr>
              <p:custDataLst>
                <p:tags r:id="rId42"/>
              </p:custDataLst>
            </p:nvPr>
          </p:nvSpPr>
          <p:spPr>
            <a:xfrm>
              <a:off x="7449" y="7727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637405" y="1383030"/>
            <a:ext cx="7445375" cy="2282825"/>
            <a:chOff x="7303" y="2467"/>
            <a:chExt cx="11725" cy="3595"/>
          </a:xfrm>
        </p:grpSpPr>
        <p:grpSp>
          <p:nvGrpSpPr>
            <p:cNvPr id="2" name="组合 1"/>
            <p:cNvGrpSpPr/>
            <p:nvPr/>
          </p:nvGrpSpPr>
          <p:grpSpPr>
            <a:xfrm>
              <a:off x="7303" y="2467"/>
              <a:ext cx="11725" cy="3595"/>
              <a:chOff x="7322" y="2223"/>
              <a:chExt cx="11725" cy="3595"/>
            </a:xfrm>
          </p:grpSpPr>
          <p:sp>
            <p:nvSpPr>
              <p:cNvPr id="103" name="圆角矩形 121"/>
              <p:cNvSpPr/>
              <p:nvPr>
                <p:custDataLst>
                  <p:tags r:id="rId43"/>
                </p:custDataLst>
              </p:nvPr>
            </p:nvSpPr>
            <p:spPr>
              <a:xfrm>
                <a:off x="7322" y="2818"/>
                <a:ext cx="510" cy="509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9" name="矩形 78"/>
              <p:cNvSpPr/>
              <p:nvPr>
                <p:custDataLst>
                  <p:tags r:id="rId44"/>
                </p:custDataLst>
              </p:nvPr>
            </p:nvSpPr>
            <p:spPr>
              <a:xfrm>
                <a:off x="8275" y="2223"/>
                <a:ext cx="10772" cy="3595"/>
              </a:xfrm>
              <a:prstGeom prst="rect">
                <a:avLst/>
              </a:prstGeom>
            </p:spPr>
            <p:txBody>
              <a:bodyPr wrap="square" lIns="68559" tIns="34280" rIns="68559" bIns="3428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console对象常用方法</a:t>
                </a:r>
                <a:endPara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console.log()</a:t>
                </a:r>
                <a:r>
                  <a:rPr lang="zh-CN"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、</a:t>
                </a:r>
                <a:r>
                  <a:rPr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console.info()</a:t>
                </a:r>
                <a:r>
                  <a:rPr lang="zh-CN"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、</a:t>
                </a:r>
                <a:r>
                  <a:rPr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console.error()</a:t>
                </a:r>
                <a:r>
                  <a:rPr lang="zh-CN"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、</a:t>
                </a:r>
                <a:endParaRPr 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console.warn()</a:t>
                </a:r>
                <a:r>
                  <a:rPr lang="zh-CN"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、</a:t>
                </a:r>
                <a:r>
                  <a:rPr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console.table()</a:t>
                </a:r>
                <a:endParaRPr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console.time()</a:t>
                </a:r>
                <a:r>
                  <a:rPr lang="zh-CN"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、</a:t>
                </a:r>
                <a:r>
                  <a:rPr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console.timeEnd()</a:t>
                </a:r>
                <a:endParaRPr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sz="18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console.assert()</a:t>
                </a:r>
                <a:endParaRPr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6" name="任意多边形 122"/>
            <p:cNvSpPr/>
            <p:nvPr>
              <p:custDataLst>
                <p:tags r:id="rId45"/>
              </p:custDataLst>
            </p:nvPr>
          </p:nvSpPr>
          <p:spPr>
            <a:xfrm>
              <a:off x="7448" y="3200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4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62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7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p="http://schemas.openxmlformats.org/presentationml/2006/main">
  <p:tag name="PA" val="v5.2.10"/>
  <p:tag name="KSO_WM_UNIT_FILL_FORE_SCHEMECOLOR_INDEX_BRIGHTNESS" val="0.05"/>
  <p:tag name="KSO_WM_UNIT_FILL_FORE_SCHEMECOLOR_INDEX" val="13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71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72.xml><?xml version="1.0" encoding="utf-8"?>
<p:tagLst xmlns:p="http://schemas.openxmlformats.org/presentationml/2006/main">
  <p:tag name="TABLE_ENDDRAG_ORIGIN_RECT" val="832*287"/>
  <p:tag name="TABLE_ENDDRAG_RECT" val="51*199*832*287"/>
</p:tagLst>
</file>

<file path=ppt/tags/tag673.xml><?xml version="1.0" encoding="utf-8"?>
<p:tagLst xmlns:p="http://schemas.openxmlformats.org/presentationml/2006/main">
  <p:tag name="KSO_WM_SLIDE_BACKGROUND_TYPE" val="general"/>
  <p:tag name="RESOURCE_RECORD_KEY" val="{&quot;29&quot;:[20457991],&quot;65&quot;:[20191730]}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78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79.xml><?xml version="1.0" encoding="utf-8"?>
<p:tagLst xmlns:p="http://schemas.openxmlformats.org/presentationml/2006/main">
  <p:tag name="KSO_WM_SLIDE_BACKGROUND_TYPE" val="general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8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8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95.xml><?xml version="1.0" encoding="utf-8"?>
<p:tagLst xmlns:p="http://schemas.openxmlformats.org/presentationml/2006/main">
  <p:tag name="KSO_WM_SLIDE_BACKGROUND_TYPE" val="general"/>
</p:tagLst>
</file>

<file path=ppt/tags/tag6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99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0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0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12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13.xml><?xml version="1.0" encoding="utf-8"?>
<p:tagLst xmlns:p="http://schemas.openxmlformats.org/presentationml/2006/main">
  <p:tag name="KSO_WM_SLIDE_BACKGROUND_TYPE" val="general"/>
</p:tagLst>
</file>

<file path=ppt/tags/tag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17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1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2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30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31.xml><?xml version="1.0" encoding="utf-8"?>
<p:tagLst xmlns:p="http://schemas.openxmlformats.org/presentationml/2006/main">
  <p:tag name="KSO_WM_SLIDE_BACKGROUND_TYPE" val="general"/>
</p:tagLst>
</file>

<file path=ppt/tags/tag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35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3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3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43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44.xml><?xml version="1.0" encoding="utf-8"?>
<p:tagLst xmlns:p="http://schemas.openxmlformats.org/presentationml/2006/main">
  <p:tag name="KSO_WM_SLIDE_BACKGROUND_TYPE" val="general"/>
</p:tagLst>
</file>

<file path=ppt/tags/tag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7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48.xml><?xml version="1.0" encoding="utf-8"?>
<p:tagLst xmlns:p="http://schemas.openxmlformats.org/presentationml/2006/main">
  <p:tag name="KSO_WM_UNIT_LINE_FORE_SCHEMECOLOR_INDEX_BRIGHTNESS" val="-0.05"/>
  <p:tag name="KSO_WM_UNIT_LINE_FORE_SCHEMECOLOR_INDEX" val="8"/>
  <p:tag name="KSO_WM_UNIT_LINE_FILL_TYPE" val="2"/>
</p:tagLst>
</file>

<file path=ppt/tags/tag74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5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52.xml><?xml version="1.0" encoding="utf-8"?>
<p:tagLst xmlns:p="http://schemas.openxmlformats.org/presentationml/2006/main">
  <p:tag name="KSO_WM_SLIDE_BACKGROUND_TYPE" val="general"/>
</p:tagLst>
</file>

<file path=ppt/tags/tag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56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57.xml><?xml version="1.0" encoding="utf-8"?>
<p:tagLst xmlns:p="http://schemas.openxmlformats.org/presentationml/2006/main">
  <p:tag name="KSO_WM_UNIT_LINE_FORE_SCHEMECOLOR_INDEX_BRIGHTNESS" val="-0.05"/>
  <p:tag name="KSO_WM_UNIT_LINE_FORE_SCHEMECOLOR_INDEX" val="8"/>
  <p:tag name="KSO_WM_UNIT_LINE_FILL_TYPE" val="2"/>
</p:tagLst>
</file>

<file path=ppt/tags/tag75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59.xml><?xml version="1.0" encoding="utf-8"?>
<p:tagLst xmlns:p="http://schemas.openxmlformats.org/presentationml/2006/main">
  <p:tag name="KSO_WM_SLIDE_BACKGROUND_TYPE" val="general"/>
</p:tagLst>
</file>

<file path=ppt/tags/tag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2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7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68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69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7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3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94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95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96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97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98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9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8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2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5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06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07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08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  <p:tag name="resource_record_key" val="{&quot;29&quot;:[20457991],&quot;65&quot;:[20191730]}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1604</Words>
  <Application>WPS 演示</Application>
  <PresentationFormat>宽屏</PresentationFormat>
  <Paragraphs>179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Calibri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578</cp:revision>
  <dcterms:created xsi:type="dcterms:W3CDTF">2020-10-23T09:50:00Z</dcterms:created>
  <dcterms:modified xsi:type="dcterms:W3CDTF">2024-08-07T07:11:42Z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E540376BCBF743F59F755EFF1B9FFE5F_12</vt:lpwstr>
  </property>
  <property fmtid="{D5CDD505-2E9C-101B-9397-08002B2CF9AE}" pid="3" name="KSOProductBuildVer">
    <vt:lpwstr>2052-12.1.0.17827</vt:lpwstr>
  </property>
</Properties>
</file>