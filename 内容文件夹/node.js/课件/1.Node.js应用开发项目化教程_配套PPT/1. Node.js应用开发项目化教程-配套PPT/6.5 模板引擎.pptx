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sldIdLst>
    <p:sldId id="532" r:id="rId4"/>
    <p:sldId id="566" r:id="rId6"/>
    <p:sldId id="565" r:id="rId7"/>
    <p:sldId id="535" r:id="rId8"/>
    <p:sldId id="536" r:id="rId9"/>
    <p:sldId id="537" r:id="rId10"/>
    <p:sldId id="538" r:id="rId11"/>
    <p:sldId id="567" r:id="rId12"/>
    <p:sldId id="568" r:id="rId13"/>
    <p:sldId id="569" r:id="rId14"/>
    <p:sldId id="570" r:id="rId15"/>
    <p:sldId id="571" r:id="rId16"/>
    <p:sldId id="564" r:id="rId17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2" userDrawn="1">
          <p15:clr>
            <a:srgbClr val="A4A3A4"/>
          </p15:clr>
        </p15:guide>
        <p15:guide id="2" pos="379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 D" initials="W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3C853C"/>
    <a:srgbClr val="AFABAB"/>
    <a:srgbClr val="1903BF"/>
    <a:srgbClr val="D2D2D2"/>
    <a:srgbClr val="4C944C"/>
    <a:srgbClr val="333333"/>
    <a:srgbClr val="232323"/>
    <a:srgbClr val="D86060"/>
    <a:srgbClr val="43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775" autoAdjust="0"/>
  </p:normalViewPr>
  <p:slideViewPr>
    <p:cSldViewPr snapToGrid="0" showGuides="1">
      <p:cViewPr varScale="1">
        <p:scale>
          <a:sx n="68" d="100"/>
          <a:sy n="68" d="100"/>
        </p:scale>
        <p:origin x="156" y="72"/>
      </p:cViewPr>
      <p:guideLst>
        <p:guide orient="horz" pos="2072"/>
        <p:guide pos="379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gs" Target="tags/tag769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users.ejs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文件通过“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&lt;%- include('user/show'), {user: user}); %&gt; 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”代码包含</a:t>
            </a:r>
            <a:r>
              <a:rPr lang="en-US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show.ejs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文件，并且将能够输出原始内容的标签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(&lt;%-)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用于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include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指令，避免对输出的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HTML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代码做转义处理。</a:t>
            </a:r>
            <a:endParaRPr lang="zh-CN" altLang="zh-CN" sz="12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设置变量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people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，包含三个元素，然后使用</a:t>
            </a:r>
            <a:r>
              <a:rPr lang="en-US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ejs.render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语句渲染出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HTML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页面，在终端可以看到输出的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HTML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网页内容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9"/>
          <p:cNvSpPr/>
          <p:nvPr/>
        </p:nvSpPr>
        <p:spPr>
          <a:xfrm flipH="1" flipV="1">
            <a:off x="5435916" y="6490421"/>
            <a:ext cx="250739" cy="246556"/>
          </a:xfrm>
          <a:custGeom>
            <a:avLst/>
            <a:gdLst>
              <a:gd name="connsiteX0" fmla="*/ 134562 w 250739"/>
              <a:gd name="connsiteY0" fmla="*/ 246556 h 246556"/>
              <a:gd name="connsiteX1" fmla="*/ 0 w 250739"/>
              <a:gd name="connsiteY1" fmla="*/ 246556 h 246556"/>
              <a:gd name="connsiteX2" fmla="*/ 116177 w 250739"/>
              <a:gd name="connsiteY2" fmla="*/ 0 h 246556"/>
              <a:gd name="connsiteX3" fmla="*/ 250739 w 250739"/>
              <a:gd name="connsiteY3" fmla="*/ 0 h 246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0739" h="246556">
                <a:moveTo>
                  <a:pt x="134562" y="246556"/>
                </a:moveTo>
                <a:lnTo>
                  <a:pt x="0" y="246556"/>
                </a:lnTo>
                <a:lnTo>
                  <a:pt x="116177" y="0"/>
                </a:lnTo>
                <a:lnTo>
                  <a:pt x="250739" y="0"/>
                </a:lnTo>
                <a:close/>
              </a:path>
            </a:pathLst>
          </a:custGeom>
          <a:solidFill>
            <a:srgbClr val="3C85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" name="任意多边形: 形状 10"/>
          <p:cNvSpPr/>
          <p:nvPr/>
        </p:nvSpPr>
        <p:spPr>
          <a:xfrm flipH="1" flipV="1">
            <a:off x="5188375" y="6490421"/>
            <a:ext cx="250739" cy="246556"/>
          </a:xfrm>
          <a:custGeom>
            <a:avLst/>
            <a:gdLst>
              <a:gd name="connsiteX0" fmla="*/ 134562 w 250739"/>
              <a:gd name="connsiteY0" fmla="*/ 246556 h 246556"/>
              <a:gd name="connsiteX1" fmla="*/ 0 w 250739"/>
              <a:gd name="connsiteY1" fmla="*/ 246556 h 246556"/>
              <a:gd name="connsiteX2" fmla="*/ 116177 w 250739"/>
              <a:gd name="connsiteY2" fmla="*/ 0 h 246556"/>
              <a:gd name="connsiteX3" fmla="*/ 250739 w 250739"/>
              <a:gd name="connsiteY3" fmla="*/ 0 h 246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0739" h="246556">
                <a:moveTo>
                  <a:pt x="134562" y="246556"/>
                </a:moveTo>
                <a:lnTo>
                  <a:pt x="0" y="246556"/>
                </a:lnTo>
                <a:lnTo>
                  <a:pt x="116177" y="0"/>
                </a:lnTo>
                <a:lnTo>
                  <a:pt x="250739" y="0"/>
                </a:lnTo>
                <a:close/>
              </a:path>
            </a:pathLst>
          </a:custGeom>
          <a:solidFill>
            <a:srgbClr val="3C85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" name="任意多边形: 形状 11"/>
          <p:cNvSpPr/>
          <p:nvPr/>
        </p:nvSpPr>
        <p:spPr>
          <a:xfrm flipH="1" flipV="1">
            <a:off x="4940834" y="6490421"/>
            <a:ext cx="250740" cy="246556"/>
          </a:xfrm>
          <a:custGeom>
            <a:avLst/>
            <a:gdLst>
              <a:gd name="connsiteX0" fmla="*/ 134563 w 250740"/>
              <a:gd name="connsiteY0" fmla="*/ 246556 h 246556"/>
              <a:gd name="connsiteX1" fmla="*/ 0 w 250740"/>
              <a:gd name="connsiteY1" fmla="*/ 246556 h 246556"/>
              <a:gd name="connsiteX2" fmla="*/ 116178 w 250740"/>
              <a:gd name="connsiteY2" fmla="*/ 0 h 246556"/>
              <a:gd name="connsiteX3" fmla="*/ 250740 w 250740"/>
              <a:gd name="connsiteY3" fmla="*/ 0 h 246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0740" h="246556">
                <a:moveTo>
                  <a:pt x="134563" y="246556"/>
                </a:moveTo>
                <a:lnTo>
                  <a:pt x="0" y="246556"/>
                </a:lnTo>
                <a:lnTo>
                  <a:pt x="116178" y="0"/>
                </a:lnTo>
                <a:lnTo>
                  <a:pt x="250740" y="0"/>
                </a:lnTo>
                <a:close/>
              </a:path>
            </a:pathLst>
          </a:custGeom>
          <a:solidFill>
            <a:srgbClr val="3C85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" name="任意多边形: 形状 12"/>
          <p:cNvSpPr/>
          <p:nvPr/>
        </p:nvSpPr>
        <p:spPr>
          <a:xfrm flipH="1" flipV="1">
            <a:off x="4693293" y="6490421"/>
            <a:ext cx="250739" cy="246556"/>
          </a:xfrm>
          <a:custGeom>
            <a:avLst/>
            <a:gdLst>
              <a:gd name="connsiteX0" fmla="*/ 134562 w 250739"/>
              <a:gd name="connsiteY0" fmla="*/ 246556 h 246556"/>
              <a:gd name="connsiteX1" fmla="*/ 0 w 250739"/>
              <a:gd name="connsiteY1" fmla="*/ 246556 h 246556"/>
              <a:gd name="connsiteX2" fmla="*/ 116177 w 250739"/>
              <a:gd name="connsiteY2" fmla="*/ 0 h 246556"/>
              <a:gd name="connsiteX3" fmla="*/ 250739 w 250739"/>
              <a:gd name="connsiteY3" fmla="*/ 0 h 246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0739" h="246556">
                <a:moveTo>
                  <a:pt x="134562" y="246556"/>
                </a:moveTo>
                <a:lnTo>
                  <a:pt x="0" y="246556"/>
                </a:lnTo>
                <a:lnTo>
                  <a:pt x="116177" y="0"/>
                </a:lnTo>
                <a:lnTo>
                  <a:pt x="250739" y="0"/>
                </a:lnTo>
                <a:close/>
              </a:path>
            </a:pathLst>
          </a:custGeom>
          <a:solidFill>
            <a:srgbClr val="3C85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2" name="任意多边形: 形状 13"/>
          <p:cNvSpPr/>
          <p:nvPr/>
        </p:nvSpPr>
        <p:spPr>
          <a:xfrm flipH="1" flipV="1">
            <a:off x="5668723" y="6490421"/>
            <a:ext cx="6523277" cy="246556"/>
          </a:xfrm>
          <a:custGeom>
            <a:avLst/>
            <a:gdLst>
              <a:gd name="connsiteX0" fmla="*/ 6407100 w 6523277"/>
              <a:gd name="connsiteY0" fmla="*/ 246556 h 246556"/>
              <a:gd name="connsiteX1" fmla="*/ 6230994 w 6523277"/>
              <a:gd name="connsiteY1" fmla="*/ 246556 h 246556"/>
              <a:gd name="connsiteX2" fmla="*/ 4926478 w 6523277"/>
              <a:gd name="connsiteY2" fmla="*/ 246556 h 246556"/>
              <a:gd name="connsiteX3" fmla="*/ 4750372 w 6523277"/>
              <a:gd name="connsiteY3" fmla="*/ 246556 h 246556"/>
              <a:gd name="connsiteX4" fmla="*/ 3445856 w 6523277"/>
              <a:gd name="connsiteY4" fmla="*/ 246556 h 246556"/>
              <a:gd name="connsiteX5" fmla="*/ 3269750 w 6523277"/>
              <a:gd name="connsiteY5" fmla="*/ 246556 h 246556"/>
              <a:gd name="connsiteX6" fmla="*/ 3137350 w 6523277"/>
              <a:gd name="connsiteY6" fmla="*/ 246556 h 246556"/>
              <a:gd name="connsiteX7" fmla="*/ 2961244 w 6523277"/>
              <a:gd name="connsiteY7" fmla="*/ 246556 h 246556"/>
              <a:gd name="connsiteX8" fmla="*/ 1656728 w 6523277"/>
              <a:gd name="connsiteY8" fmla="*/ 246556 h 246556"/>
              <a:gd name="connsiteX9" fmla="*/ 1480622 w 6523277"/>
              <a:gd name="connsiteY9" fmla="*/ 246556 h 246556"/>
              <a:gd name="connsiteX10" fmla="*/ 176106 w 6523277"/>
              <a:gd name="connsiteY10" fmla="*/ 246556 h 246556"/>
              <a:gd name="connsiteX11" fmla="*/ 0 w 6523277"/>
              <a:gd name="connsiteY11" fmla="*/ 246556 h 246556"/>
              <a:gd name="connsiteX12" fmla="*/ 0 w 6523277"/>
              <a:gd name="connsiteY12" fmla="*/ 0 h 246556"/>
              <a:gd name="connsiteX13" fmla="*/ 6523277 w 6523277"/>
              <a:gd name="connsiteY13" fmla="*/ 0 h 246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523277" h="246556">
                <a:moveTo>
                  <a:pt x="6407100" y="246556"/>
                </a:moveTo>
                <a:lnTo>
                  <a:pt x="6230994" y="246556"/>
                </a:lnTo>
                <a:lnTo>
                  <a:pt x="4926478" y="246556"/>
                </a:lnTo>
                <a:lnTo>
                  <a:pt x="4750372" y="246556"/>
                </a:lnTo>
                <a:lnTo>
                  <a:pt x="3445856" y="246556"/>
                </a:lnTo>
                <a:lnTo>
                  <a:pt x="3269750" y="246556"/>
                </a:lnTo>
                <a:lnTo>
                  <a:pt x="3137350" y="246556"/>
                </a:lnTo>
                <a:lnTo>
                  <a:pt x="2961244" y="246556"/>
                </a:lnTo>
                <a:lnTo>
                  <a:pt x="1656728" y="246556"/>
                </a:lnTo>
                <a:lnTo>
                  <a:pt x="1480622" y="246556"/>
                </a:lnTo>
                <a:lnTo>
                  <a:pt x="176106" y="246556"/>
                </a:lnTo>
                <a:lnTo>
                  <a:pt x="0" y="246556"/>
                </a:lnTo>
                <a:lnTo>
                  <a:pt x="0" y="0"/>
                </a:lnTo>
                <a:lnTo>
                  <a:pt x="6523277" y="0"/>
                </a:lnTo>
                <a:close/>
              </a:path>
            </a:pathLst>
          </a:custGeom>
          <a:solidFill>
            <a:srgbClr val="3C85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6.xml"/><Relationship Id="rId19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1.xml"/><Relationship Id="rId6" Type="http://schemas.openxmlformats.org/officeDocument/2006/relationships/tags" Target="../tags/tag595.xml"/><Relationship Id="rId5" Type="http://schemas.openxmlformats.org/officeDocument/2006/relationships/image" Target="../media/image2.png"/><Relationship Id="rId4" Type="http://schemas.openxmlformats.org/officeDocument/2006/relationships/tags" Target="../tags/tag594.xml"/><Relationship Id="rId3" Type="http://schemas.openxmlformats.org/officeDocument/2006/relationships/tags" Target="../tags/tag593.xml"/><Relationship Id="rId2" Type="http://schemas.openxmlformats.org/officeDocument/2006/relationships/tags" Target="../tags/tag59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601.xml"/><Relationship Id="rId5" Type="http://schemas.openxmlformats.org/officeDocument/2006/relationships/tags" Target="../tags/tag600.xml"/><Relationship Id="rId4" Type="http://schemas.openxmlformats.org/officeDocument/2006/relationships/tags" Target="../tags/tag599.xml"/><Relationship Id="rId3" Type="http://schemas.openxmlformats.org/officeDocument/2006/relationships/tags" Target="../tags/tag598.xml"/><Relationship Id="rId2" Type="http://schemas.openxmlformats.org/officeDocument/2006/relationships/tags" Target="../tags/tag597.xml"/><Relationship Id="rId1" Type="http://schemas.openxmlformats.org/officeDocument/2006/relationships/tags" Target="../tags/tag59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08.xml"/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tags" Target="../tags/tag607.xml"/><Relationship Id="rId5" Type="http://schemas.openxmlformats.org/officeDocument/2006/relationships/tags" Target="../tags/tag606.xml"/><Relationship Id="rId4" Type="http://schemas.openxmlformats.org/officeDocument/2006/relationships/tags" Target="../tags/tag605.xml"/><Relationship Id="rId3" Type="http://schemas.openxmlformats.org/officeDocument/2006/relationships/tags" Target="../tags/tag604.xml"/><Relationship Id="rId21" Type="http://schemas.openxmlformats.org/officeDocument/2006/relationships/notesSlide" Target="../notesSlides/notesSlide4.xml"/><Relationship Id="rId20" Type="http://schemas.openxmlformats.org/officeDocument/2006/relationships/slideLayout" Target="../slideLayouts/slideLayout11.xml"/><Relationship Id="rId2" Type="http://schemas.openxmlformats.org/officeDocument/2006/relationships/tags" Target="../tags/tag603.xml"/><Relationship Id="rId19" Type="http://schemas.openxmlformats.org/officeDocument/2006/relationships/tags" Target="../tags/tag617.xml"/><Relationship Id="rId18" Type="http://schemas.openxmlformats.org/officeDocument/2006/relationships/image" Target="../media/image5.jpeg"/><Relationship Id="rId17" Type="http://schemas.openxmlformats.org/officeDocument/2006/relationships/tags" Target="../tags/tag616.xml"/><Relationship Id="rId16" Type="http://schemas.openxmlformats.org/officeDocument/2006/relationships/tags" Target="../tags/tag615.xml"/><Relationship Id="rId15" Type="http://schemas.openxmlformats.org/officeDocument/2006/relationships/tags" Target="../tags/tag614.xml"/><Relationship Id="rId14" Type="http://schemas.openxmlformats.org/officeDocument/2006/relationships/tags" Target="../tags/tag613.xml"/><Relationship Id="rId13" Type="http://schemas.openxmlformats.org/officeDocument/2006/relationships/tags" Target="../tags/tag612.xml"/><Relationship Id="rId12" Type="http://schemas.openxmlformats.org/officeDocument/2006/relationships/tags" Target="../tags/tag611.xml"/><Relationship Id="rId11" Type="http://schemas.openxmlformats.org/officeDocument/2006/relationships/tags" Target="../tags/tag610.xml"/><Relationship Id="rId10" Type="http://schemas.openxmlformats.org/officeDocument/2006/relationships/tags" Target="../tags/tag609.xml"/><Relationship Id="rId1" Type="http://schemas.openxmlformats.org/officeDocument/2006/relationships/tags" Target="../tags/tag60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23.xml"/><Relationship Id="rId8" Type="http://schemas.openxmlformats.org/officeDocument/2006/relationships/tags" Target="../tags/tag622.xml"/><Relationship Id="rId7" Type="http://schemas.openxmlformats.org/officeDocument/2006/relationships/tags" Target="../tags/tag621.xml"/><Relationship Id="rId6" Type="http://schemas.openxmlformats.org/officeDocument/2006/relationships/tags" Target="../tags/tag620.xml"/><Relationship Id="rId5" Type="http://schemas.openxmlformats.org/officeDocument/2006/relationships/image" Target="../media/image8.png"/><Relationship Id="rId4" Type="http://schemas.openxmlformats.org/officeDocument/2006/relationships/image" Target="../media/image7.GIF"/><Relationship Id="rId3" Type="http://schemas.openxmlformats.org/officeDocument/2006/relationships/image" Target="../media/image6.jpeg"/><Relationship Id="rId2" Type="http://schemas.openxmlformats.org/officeDocument/2006/relationships/tags" Target="../tags/tag619.xml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11.xml"/><Relationship Id="rId1" Type="http://schemas.openxmlformats.org/officeDocument/2006/relationships/tags" Target="../tags/tag61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32.xml"/><Relationship Id="rId8" Type="http://schemas.openxmlformats.org/officeDocument/2006/relationships/tags" Target="../tags/tag631.xml"/><Relationship Id="rId7" Type="http://schemas.openxmlformats.org/officeDocument/2006/relationships/tags" Target="../tags/tag630.xml"/><Relationship Id="rId6" Type="http://schemas.openxmlformats.org/officeDocument/2006/relationships/tags" Target="../tags/tag629.xml"/><Relationship Id="rId5" Type="http://schemas.openxmlformats.org/officeDocument/2006/relationships/tags" Target="../tags/tag628.xml"/><Relationship Id="rId4" Type="http://schemas.openxmlformats.org/officeDocument/2006/relationships/tags" Target="../tags/tag627.xml"/><Relationship Id="rId3" Type="http://schemas.openxmlformats.org/officeDocument/2006/relationships/tags" Target="../tags/tag626.xml"/><Relationship Id="rId21" Type="http://schemas.openxmlformats.org/officeDocument/2006/relationships/notesSlide" Target="../notesSlides/notesSlide6.xml"/><Relationship Id="rId20" Type="http://schemas.openxmlformats.org/officeDocument/2006/relationships/slideLayout" Target="../slideLayouts/slideLayout11.xml"/><Relationship Id="rId2" Type="http://schemas.openxmlformats.org/officeDocument/2006/relationships/tags" Target="../tags/tag625.xml"/><Relationship Id="rId19" Type="http://schemas.openxmlformats.org/officeDocument/2006/relationships/tags" Target="../tags/tag642.xml"/><Relationship Id="rId18" Type="http://schemas.openxmlformats.org/officeDocument/2006/relationships/tags" Target="../tags/tag641.xml"/><Relationship Id="rId17" Type="http://schemas.openxmlformats.org/officeDocument/2006/relationships/tags" Target="../tags/tag640.xml"/><Relationship Id="rId16" Type="http://schemas.openxmlformats.org/officeDocument/2006/relationships/tags" Target="../tags/tag639.xml"/><Relationship Id="rId15" Type="http://schemas.openxmlformats.org/officeDocument/2006/relationships/tags" Target="../tags/tag638.xml"/><Relationship Id="rId14" Type="http://schemas.openxmlformats.org/officeDocument/2006/relationships/tags" Target="../tags/tag637.xml"/><Relationship Id="rId13" Type="http://schemas.openxmlformats.org/officeDocument/2006/relationships/tags" Target="../tags/tag636.xml"/><Relationship Id="rId12" Type="http://schemas.openxmlformats.org/officeDocument/2006/relationships/tags" Target="../tags/tag635.xml"/><Relationship Id="rId11" Type="http://schemas.openxmlformats.org/officeDocument/2006/relationships/tags" Target="../tags/tag634.xml"/><Relationship Id="rId10" Type="http://schemas.openxmlformats.org/officeDocument/2006/relationships/tags" Target="../tags/tag633.xml"/><Relationship Id="rId1" Type="http://schemas.openxmlformats.org/officeDocument/2006/relationships/tags" Target="../tags/tag62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651.xml"/><Relationship Id="rId8" Type="http://schemas.openxmlformats.org/officeDocument/2006/relationships/tags" Target="../tags/tag650.xml"/><Relationship Id="rId7" Type="http://schemas.openxmlformats.org/officeDocument/2006/relationships/tags" Target="../tags/tag649.xml"/><Relationship Id="rId6" Type="http://schemas.openxmlformats.org/officeDocument/2006/relationships/tags" Target="../tags/tag648.xml"/><Relationship Id="rId5" Type="http://schemas.openxmlformats.org/officeDocument/2006/relationships/tags" Target="../tags/tag647.xml"/><Relationship Id="rId4" Type="http://schemas.openxmlformats.org/officeDocument/2006/relationships/tags" Target="../tags/tag646.xml"/><Relationship Id="rId3" Type="http://schemas.openxmlformats.org/officeDocument/2006/relationships/tags" Target="../tags/tag645.xml"/><Relationship Id="rId2" Type="http://schemas.openxmlformats.org/officeDocument/2006/relationships/tags" Target="../tags/tag644.xml"/><Relationship Id="rId19" Type="http://schemas.openxmlformats.org/officeDocument/2006/relationships/notesSlide" Target="../notesSlides/notesSlide7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659.xml"/><Relationship Id="rId16" Type="http://schemas.openxmlformats.org/officeDocument/2006/relationships/tags" Target="../tags/tag658.xml"/><Relationship Id="rId15" Type="http://schemas.openxmlformats.org/officeDocument/2006/relationships/tags" Target="../tags/tag657.xml"/><Relationship Id="rId14" Type="http://schemas.openxmlformats.org/officeDocument/2006/relationships/tags" Target="../tags/tag656.xml"/><Relationship Id="rId13" Type="http://schemas.openxmlformats.org/officeDocument/2006/relationships/tags" Target="../tags/tag655.xml"/><Relationship Id="rId12" Type="http://schemas.openxmlformats.org/officeDocument/2006/relationships/tags" Target="../tags/tag654.xml"/><Relationship Id="rId11" Type="http://schemas.openxmlformats.org/officeDocument/2006/relationships/tags" Target="../tags/tag653.xml"/><Relationship Id="rId10" Type="http://schemas.openxmlformats.org/officeDocument/2006/relationships/tags" Target="../tags/tag652.xml"/><Relationship Id="rId1" Type="http://schemas.openxmlformats.org/officeDocument/2006/relationships/tags" Target="../tags/tag64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tags" Target="../tags/tag667.xml"/><Relationship Id="rId7" Type="http://schemas.openxmlformats.org/officeDocument/2006/relationships/tags" Target="../tags/tag666.xml"/><Relationship Id="rId6" Type="http://schemas.openxmlformats.org/officeDocument/2006/relationships/tags" Target="../tags/tag665.xml"/><Relationship Id="rId5" Type="http://schemas.openxmlformats.org/officeDocument/2006/relationships/tags" Target="../tags/tag664.xml"/><Relationship Id="rId4" Type="http://schemas.openxmlformats.org/officeDocument/2006/relationships/tags" Target="../tags/tag663.xml"/><Relationship Id="rId3" Type="http://schemas.openxmlformats.org/officeDocument/2006/relationships/tags" Target="../tags/tag662.xml"/><Relationship Id="rId2" Type="http://schemas.openxmlformats.org/officeDocument/2006/relationships/tags" Target="../tags/tag661.xml"/><Relationship Id="rId17" Type="http://schemas.openxmlformats.org/officeDocument/2006/relationships/notesSlide" Target="../notesSlides/notesSlide8.xml"/><Relationship Id="rId16" Type="http://schemas.openxmlformats.org/officeDocument/2006/relationships/slideLayout" Target="../slideLayouts/slideLayout11.xml"/><Relationship Id="rId15" Type="http://schemas.openxmlformats.org/officeDocument/2006/relationships/tags" Target="../tags/tag672.xml"/><Relationship Id="rId14" Type="http://schemas.openxmlformats.org/officeDocument/2006/relationships/tags" Target="../tags/tag671.xml"/><Relationship Id="rId13" Type="http://schemas.openxmlformats.org/officeDocument/2006/relationships/tags" Target="../tags/tag670.xml"/><Relationship Id="rId12" Type="http://schemas.openxmlformats.org/officeDocument/2006/relationships/tags" Target="../tags/tag669.xml"/><Relationship Id="rId11" Type="http://schemas.openxmlformats.org/officeDocument/2006/relationships/tags" Target="../tags/tag668.xml"/><Relationship Id="rId10" Type="http://schemas.openxmlformats.org/officeDocument/2006/relationships/image" Target="../media/image4.svg"/><Relationship Id="rId1" Type="http://schemas.openxmlformats.org/officeDocument/2006/relationships/tags" Target="../tags/tag660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679.xml"/><Relationship Id="rId8" Type="http://schemas.openxmlformats.org/officeDocument/2006/relationships/image" Target="../media/image4.svg"/><Relationship Id="rId7" Type="http://schemas.openxmlformats.org/officeDocument/2006/relationships/image" Target="../media/image9.png"/><Relationship Id="rId6" Type="http://schemas.openxmlformats.org/officeDocument/2006/relationships/tags" Target="../tags/tag678.xml"/><Relationship Id="rId5" Type="http://schemas.openxmlformats.org/officeDocument/2006/relationships/tags" Target="../tags/tag677.xml"/><Relationship Id="rId4" Type="http://schemas.openxmlformats.org/officeDocument/2006/relationships/tags" Target="../tags/tag676.xml"/><Relationship Id="rId3" Type="http://schemas.openxmlformats.org/officeDocument/2006/relationships/tags" Target="../tags/tag675.xml"/><Relationship Id="rId2" Type="http://schemas.openxmlformats.org/officeDocument/2006/relationships/tags" Target="../tags/tag674.xml"/><Relationship Id="rId15" Type="http://schemas.openxmlformats.org/officeDocument/2006/relationships/notesSlide" Target="../notesSlides/notesSlide9.xml"/><Relationship Id="rId14" Type="http://schemas.openxmlformats.org/officeDocument/2006/relationships/slideLayout" Target="../slideLayouts/slideLayout11.xml"/><Relationship Id="rId13" Type="http://schemas.openxmlformats.org/officeDocument/2006/relationships/tags" Target="../tags/tag683.xml"/><Relationship Id="rId12" Type="http://schemas.openxmlformats.org/officeDocument/2006/relationships/tags" Target="../tags/tag682.xml"/><Relationship Id="rId11" Type="http://schemas.openxmlformats.org/officeDocument/2006/relationships/tags" Target="../tags/tag681.xml"/><Relationship Id="rId10" Type="http://schemas.openxmlformats.org/officeDocument/2006/relationships/tags" Target="../tags/tag680.xml"/><Relationship Id="rId1" Type="http://schemas.openxmlformats.org/officeDocument/2006/relationships/tags" Target="../tags/tag673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692.xml"/><Relationship Id="rId8" Type="http://schemas.openxmlformats.org/officeDocument/2006/relationships/tags" Target="../tags/tag691.xml"/><Relationship Id="rId7" Type="http://schemas.openxmlformats.org/officeDocument/2006/relationships/tags" Target="../tags/tag690.xml"/><Relationship Id="rId6" Type="http://schemas.openxmlformats.org/officeDocument/2006/relationships/tags" Target="../tags/tag689.xml"/><Relationship Id="rId5" Type="http://schemas.openxmlformats.org/officeDocument/2006/relationships/tags" Target="../tags/tag688.xml"/><Relationship Id="rId4" Type="http://schemas.openxmlformats.org/officeDocument/2006/relationships/tags" Target="../tags/tag687.xml"/><Relationship Id="rId3" Type="http://schemas.openxmlformats.org/officeDocument/2006/relationships/tags" Target="../tags/tag686.xml"/><Relationship Id="rId20" Type="http://schemas.openxmlformats.org/officeDocument/2006/relationships/notesSlide" Target="../notesSlides/notesSlide10.xml"/><Relationship Id="rId2" Type="http://schemas.openxmlformats.org/officeDocument/2006/relationships/tags" Target="../tags/tag685.xml"/><Relationship Id="rId19" Type="http://schemas.openxmlformats.org/officeDocument/2006/relationships/slideLayout" Target="../slideLayouts/slideLayout11.xml"/><Relationship Id="rId18" Type="http://schemas.openxmlformats.org/officeDocument/2006/relationships/tags" Target="../tags/tag701.xml"/><Relationship Id="rId17" Type="http://schemas.openxmlformats.org/officeDocument/2006/relationships/tags" Target="../tags/tag700.xml"/><Relationship Id="rId16" Type="http://schemas.openxmlformats.org/officeDocument/2006/relationships/tags" Target="../tags/tag699.xml"/><Relationship Id="rId15" Type="http://schemas.openxmlformats.org/officeDocument/2006/relationships/tags" Target="../tags/tag698.xml"/><Relationship Id="rId14" Type="http://schemas.openxmlformats.org/officeDocument/2006/relationships/tags" Target="../tags/tag697.xml"/><Relationship Id="rId13" Type="http://schemas.openxmlformats.org/officeDocument/2006/relationships/tags" Target="../tags/tag696.xml"/><Relationship Id="rId12" Type="http://schemas.openxmlformats.org/officeDocument/2006/relationships/tags" Target="../tags/tag695.xml"/><Relationship Id="rId11" Type="http://schemas.openxmlformats.org/officeDocument/2006/relationships/tags" Target="../tags/tag694.xml"/><Relationship Id="rId10" Type="http://schemas.openxmlformats.org/officeDocument/2006/relationships/tags" Target="../tags/tag693.xml"/><Relationship Id="rId1" Type="http://schemas.openxmlformats.org/officeDocument/2006/relationships/tags" Target="../tags/tag684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tags" Target="../tags/tag707.xml"/><Relationship Id="rId7" Type="http://schemas.openxmlformats.org/officeDocument/2006/relationships/tags" Target="../tags/tag706.xml"/><Relationship Id="rId6" Type="http://schemas.openxmlformats.org/officeDocument/2006/relationships/tags" Target="../tags/tag705.xml"/><Relationship Id="rId5" Type="http://schemas.openxmlformats.org/officeDocument/2006/relationships/image" Target="../media/image4.svg"/><Relationship Id="rId4" Type="http://schemas.openxmlformats.org/officeDocument/2006/relationships/image" Target="../media/image9.png"/><Relationship Id="rId3" Type="http://schemas.openxmlformats.org/officeDocument/2006/relationships/tags" Target="../tags/tag704.xml"/><Relationship Id="rId26" Type="http://schemas.openxmlformats.org/officeDocument/2006/relationships/notesSlide" Target="../notesSlides/notesSlide11.xml"/><Relationship Id="rId25" Type="http://schemas.openxmlformats.org/officeDocument/2006/relationships/slideLayout" Target="../slideLayouts/slideLayout11.xml"/><Relationship Id="rId24" Type="http://schemas.openxmlformats.org/officeDocument/2006/relationships/tags" Target="../tags/tag722.xml"/><Relationship Id="rId23" Type="http://schemas.openxmlformats.org/officeDocument/2006/relationships/tags" Target="../tags/tag721.xml"/><Relationship Id="rId22" Type="http://schemas.openxmlformats.org/officeDocument/2006/relationships/tags" Target="../tags/tag720.xml"/><Relationship Id="rId21" Type="http://schemas.openxmlformats.org/officeDocument/2006/relationships/tags" Target="../tags/tag719.xml"/><Relationship Id="rId20" Type="http://schemas.openxmlformats.org/officeDocument/2006/relationships/tags" Target="../tags/tag718.xml"/><Relationship Id="rId2" Type="http://schemas.openxmlformats.org/officeDocument/2006/relationships/tags" Target="../tags/tag703.xml"/><Relationship Id="rId19" Type="http://schemas.openxmlformats.org/officeDocument/2006/relationships/tags" Target="../tags/tag717.xml"/><Relationship Id="rId18" Type="http://schemas.openxmlformats.org/officeDocument/2006/relationships/tags" Target="../tags/tag716.xml"/><Relationship Id="rId17" Type="http://schemas.openxmlformats.org/officeDocument/2006/relationships/tags" Target="../tags/tag715.xml"/><Relationship Id="rId16" Type="http://schemas.openxmlformats.org/officeDocument/2006/relationships/tags" Target="../tags/tag714.xml"/><Relationship Id="rId15" Type="http://schemas.openxmlformats.org/officeDocument/2006/relationships/tags" Target="../tags/tag713.xml"/><Relationship Id="rId14" Type="http://schemas.openxmlformats.org/officeDocument/2006/relationships/tags" Target="../tags/tag712.xml"/><Relationship Id="rId13" Type="http://schemas.openxmlformats.org/officeDocument/2006/relationships/tags" Target="../tags/tag711.xml"/><Relationship Id="rId12" Type="http://schemas.openxmlformats.org/officeDocument/2006/relationships/tags" Target="../tags/tag710.xml"/><Relationship Id="rId11" Type="http://schemas.openxmlformats.org/officeDocument/2006/relationships/tags" Target="../tags/tag709.xml"/><Relationship Id="rId10" Type="http://schemas.openxmlformats.org/officeDocument/2006/relationships/tags" Target="../tags/tag708.xml"/><Relationship Id="rId1" Type="http://schemas.openxmlformats.org/officeDocument/2006/relationships/tags" Target="../tags/tag70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731.xml"/><Relationship Id="rId8" Type="http://schemas.openxmlformats.org/officeDocument/2006/relationships/tags" Target="../tags/tag730.xml"/><Relationship Id="rId7" Type="http://schemas.openxmlformats.org/officeDocument/2006/relationships/tags" Target="../tags/tag729.xml"/><Relationship Id="rId6" Type="http://schemas.openxmlformats.org/officeDocument/2006/relationships/tags" Target="../tags/tag728.xml"/><Relationship Id="rId5" Type="http://schemas.openxmlformats.org/officeDocument/2006/relationships/tags" Target="../tags/tag727.xml"/><Relationship Id="rId46" Type="http://schemas.openxmlformats.org/officeDocument/2006/relationships/notesSlide" Target="../notesSlides/notesSlide12.xml"/><Relationship Id="rId45" Type="http://schemas.openxmlformats.org/officeDocument/2006/relationships/slideLayout" Target="../slideLayouts/slideLayout11.xml"/><Relationship Id="rId44" Type="http://schemas.openxmlformats.org/officeDocument/2006/relationships/tags" Target="../tags/tag766.xml"/><Relationship Id="rId43" Type="http://schemas.openxmlformats.org/officeDocument/2006/relationships/tags" Target="../tags/tag765.xml"/><Relationship Id="rId42" Type="http://schemas.openxmlformats.org/officeDocument/2006/relationships/tags" Target="../tags/tag764.xml"/><Relationship Id="rId41" Type="http://schemas.openxmlformats.org/officeDocument/2006/relationships/tags" Target="../tags/tag763.xml"/><Relationship Id="rId40" Type="http://schemas.openxmlformats.org/officeDocument/2006/relationships/tags" Target="../tags/tag762.xml"/><Relationship Id="rId4" Type="http://schemas.openxmlformats.org/officeDocument/2006/relationships/tags" Target="../tags/tag726.xml"/><Relationship Id="rId39" Type="http://schemas.openxmlformats.org/officeDocument/2006/relationships/tags" Target="../tags/tag761.xml"/><Relationship Id="rId38" Type="http://schemas.openxmlformats.org/officeDocument/2006/relationships/tags" Target="../tags/tag760.xml"/><Relationship Id="rId37" Type="http://schemas.openxmlformats.org/officeDocument/2006/relationships/tags" Target="../tags/tag759.xml"/><Relationship Id="rId36" Type="http://schemas.openxmlformats.org/officeDocument/2006/relationships/tags" Target="../tags/tag758.xml"/><Relationship Id="rId35" Type="http://schemas.openxmlformats.org/officeDocument/2006/relationships/tags" Target="../tags/tag757.xml"/><Relationship Id="rId34" Type="http://schemas.openxmlformats.org/officeDocument/2006/relationships/tags" Target="../tags/tag756.xml"/><Relationship Id="rId33" Type="http://schemas.openxmlformats.org/officeDocument/2006/relationships/tags" Target="../tags/tag755.xml"/><Relationship Id="rId32" Type="http://schemas.openxmlformats.org/officeDocument/2006/relationships/tags" Target="../tags/tag754.xml"/><Relationship Id="rId31" Type="http://schemas.openxmlformats.org/officeDocument/2006/relationships/tags" Target="../tags/tag753.xml"/><Relationship Id="rId30" Type="http://schemas.openxmlformats.org/officeDocument/2006/relationships/tags" Target="../tags/tag752.xml"/><Relationship Id="rId3" Type="http://schemas.openxmlformats.org/officeDocument/2006/relationships/tags" Target="../tags/tag725.xml"/><Relationship Id="rId29" Type="http://schemas.openxmlformats.org/officeDocument/2006/relationships/tags" Target="../tags/tag751.xml"/><Relationship Id="rId28" Type="http://schemas.openxmlformats.org/officeDocument/2006/relationships/tags" Target="../tags/tag750.xml"/><Relationship Id="rId27" Type="http://schemas.openxmlformats.org/officeDocument/2006/relationships/tags" Target="../tags/tag749.xml"/><Relationship Id="rId26" Type="http://schemas.openxmlformats.org/officeDocument/2006/relationships/tags" Target="../tags/tag748.xml"/><Relationship Id="rId25" Type="http://schemas.openxmlformats.org/officeDocument/2006/relationships/tags" Target="../tags/tag747.xml"/><Relationship Id="rId24" Type="http://schemas.openxmlformats.org/officeDocument/2006/relationships/tags" Target="../tags/tag746.xml"/><Relationship Id="rId23" Type="http://schemas.openxmlformats.org/officeDocument/2006/relationships/tags" Target="../tags/tag745.xml"/><Relationship Id="rId22" Type="http://schemas.openxmlformats.org/officeDocument/2006/relationships/tags" Target="../tags/tag744.xml"/><Relationship Id="rId21" Type="http://schemas.openxmlformats.org/officeDocument/2006/relationships/tags" Target="../tags/tag743.xml"/><Relationship Id="rId20" Type="http://schemas.openxmlformats.org/officeDocument/2006/relationships/tags" Target="../tags/tag742.xml"/><Relationship Id="rId2" Type="http://schemas.openxmlformats.org/officeDocument/2006/relationships/tags" Target="../tags/tag724.xml"/><Relationship Id="rId19" Type="http://schemas.openxmlformats.org/officeDocument/2006/relationships/tags" Target="../tags/tag741.xml"/><Relationship Id="rId18" Type="http://schemas.openxmlformats.org/officeDocument/2006/relationships/tags" Target="../tags/tag740.xml"/><Relationship Id="rId17" Type="http://schemas.openxmlformats.org/officeDocument/2006/relationships/tags" Target="../tags/tag739.xml"/><Relationship Id="rId16" Type="http://schemas.openxmlformats.org/officeDocument/2006/relationships/tags" Target="../tags/tag738.xml"/><Relationship Id="rId15" Type="http://schemas.openxmlformats.org/officeDocument/2006/relationships/tags" Target="../tags/tag737.xml"/><Relationship Id="rId14" Type="http://schemas.openxmlformats.org/officeDocument/2006/relationships/tags" Target="../tags/tag736.xml"/><Relationship Id="rId13" Type="http://schemas.openxmlformats.org/officeDocument/2006/relationships/tags" Target="../tags/tag735.xml"/><Relationship Id="rId12" Type="http://schemas.openxmlformats.org/officeDocument/2006/relationships/tags" Target="../tags/tag734.xml"/><Relationship Id="rId11" Type="http://schemas.openxmlformats.org/officeDocument/2006/relationships/tags" Target="../tags/tag733.xml"/><Relationship Id="rId10" Type="http://schemas.openxmlformats.org/officeDocument/2006/relationships/tags" Target="../tags/tag732.xml"/><Relationship Id="rId1" Type="http://schemas.openxmlformats.org/officeDocument/2006/relationships/tags" Target="../tags/tag723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768.xml"/><Relationship Id="rId1" Type="http://schemas.openxmlformats.org/officeDocument/2006/relationships/tags" Target="../tags/tag7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72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模板引擎</a:t>
            </a:r>
            <a:endParaRPr lang="en-US" altLang="zh-CN" sz="72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1143000" y="1398270"/>
            <a:ext cx="9758680" cy="3461385"/>
            <a:chOff x="1800" y="2202"/>
            <a:chExt cx="15368" cy="5451"/>
          </a:xfrm>
        </p:grpSpPr>
        <p:grpSp>
          <p:nvGrpSpPr>
            <p:cNvPr id="14" name="组合 13"/>
            <p:cNvGrpSpPr/>
            <p:nvPr/>
          </p:nvGrpSpPr>
          <p:grpSpPr>
            <a:xfrm>
              <a:off x="1800" y="2331"/>
              <a:ext cx="15369" cy="5323"/>
              <a:chOff x="1800" y="2331"/>
              <a:chExt cx="15369" cy="5323"/>
            </a:xfrm>
          </p:grpSpPr>
          <p:pic>
            <p:nvPicPr>
              <p:cNvPr id="5" name="图片 4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800" y="2331"/>
                <a:ext cx="15369" cy="5323"/>
              </a:xfrm>
              <a:prstGeom prst="rect">
                <a:avLst/>
              </a:prstGeom>
            </p:spPr>
          </p:pic>
          <p:sp>
            <p:nvSpPr>
              <p:cNvPr id="6" name="椭圆 5"/>
              <p:cNvSpPr/>
              <p:nvPr/>
            </p:nvSpPr>
            <p:spPr>
              <a:xfrm>
                <a:off x="7984" y="4120"/>
                <a:ext cx="2004" cy="2074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8168" y="4344"/>
                <a:ext cx="2009" cy="1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</a:bodyPr>
              <a:p>
                <a:r>
                  <a:rPr lang="zh-CN" altLang="en-US" sz="3200" b="1">
                    <a:gradFill>
                      <a:gsLst>
                        <a:gs pos="0">
                          <a:schemeClr val="accent5">
                            <a:lumMod val="50000"/>
                          </a:schemeClr>
                        </a:gs>
                        <a:gs pos="50000">
                          <a:schemeClr val="accent5"/>
                        </a:gs>
                        <a:gs pos="100000">
                          <a:schemeClr val="accent5">
                            <a:lumMod val="60000"/>
                            <a:lumOff val="40000"/>
                          </a:schemeClr>
                        </a:gs>
                      </a:gsLst>
                      <a:lin ang="5400000"/>
                    </a:gradFill>
                    <a:effectLst>
                      <a:glow rad="63500">
                        <a:schemeClr val="accent5">
                          <a:satMod val="175000"/>
                          <a:alpha val="40000"/>
                        </a:schemeClr>
                      </a:glow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  <a:reflection blurRad="6350" stA="53000" endA="300" endPos="35500" dir="5400000" sy="-90000" algn="bl" rotWithShape="0"/>
                    </a:effectLst>
                  </a:rPr>
                  <a:t>模板引擎</a:t>
                </a:r>
                <a:endParaRPr lang="zh-CN" altLang="en-US" sz="3200" b="1">
                  <a:gradFill>
                    <a:gsLst>
                      <a:gs pos="0">
                        <a:schemeClr val="accent5">
                          <a:lumMod val="50000"/>
                        </a:schemeClr>
                      </a:gs>
                      <a:gs pos="50000">
                        <a:schemeClr val="accent5"/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5400000"/>
                  </a:gradFill>
                  <a:effectLst>
                    <a:glow rad="63500">
                      <a:schemeClr val="accent5">
                        <a:satMod val="175000"/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blurRad="6350" stA="53000" endA="300" endPos="35500" dir="5400000" sy="-90000" algn="bl" rotWithShape="0"/>
                  </a:effectLst>
                </a:endParaRPr>
              </a:p>
            </p:txBody>
          </p:sp>
        </p:grpSp>
        <p:sp>
          <p:nvSpPr>
            <p:cNvPr id="18" name="矩形 17"/>
            <p:cNvSpPr/>
            <p:nvPr/>
          </p:nvSpPr>
          <p:spPr>
            <a:xfrm>
              <a:off x="3594" y="2202"/>
              <a:ext cx="1572" cy="4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800" b="1">
                  <a:solidFill>
                    <a:srgbClr val="00B050"/>
                  </a:solidFill>
                </a:rPr>
                <a:t>数据</a:t>
              </a:r>
              <a:endParaRPr lang="zh-CN" altLang="en-US" sz="2800" b="1">
                <a:solidFill>
                  <a:srgbClr val="00B050"/>
                </a:solidFill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3594" y="5353"/>
              <a:ext cx="1572" cy="4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800" b="1">
                  <a:solidFill>
                    <a:srgbClr val="00B050"/>
                  </a:solidFill>
                </a:rPr>
                <a:t>页面</a:t>
              </a:r>
              <a:endParaRPr lang="zh-CN" altLang="en-US" sz="2800" b="1">
                <a:solidFill>
                  <a:srgbClr val="00B050"/>
                </a:solidFill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13455" y="3861"/>
              <a:ext cx="1572" cy="4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800" b="1">
                  <a:solidFill>
                    <a:srgbClr val="00B050"/>
                  </a:solidFill>
                </a:rPr>
                <a:t>输出</a:t>
              </a:r>
              <a:endParaRPr lang="zh-CN" altLang="en-US" sz="2800" b="1">
                <a:solidFill>
                  <a:srgbClr val="00B050"/>
                </a:solidFill>
              </a:endParaRPr>
            </a:p>
          </p:txBody>
        </p:sp>
      </p:grpSp>
      <p:sp>
        <p:nvSpPr>
          <p:cNvPr id="10" name="任意多边形 228"/>
          <p:cNvSpPr/>
          <p:nvPr>
            <p:custDataLst>
              <p:tags r:id="rId2"/>
            </p:custDataLst>
          </p:nvPr>
        </p:nvSpPr>
        <p:spPr>
          <a:xfrm>
            <a:off x="1260475" y="5409565"/>
            <a:ext cx="9304020" cy="866775"/>
          </a:xfrm>
          <a:prstGeom prst="roundRect">
            <a:avLst/>
          </a:prstGeom>
          <a:solidFill>
            <a:schemeClr val="dk1">
              <a:lumMod val="75000"/>
              <a:lumOff val="25000"/>
            </a:schemeClr>
          </a:solidFill>
          <a:ln w="15200" cap="flat">
            <a:noFill/>
            <a:bevel/>
          </a:ln>
          <a:effectLst/>
        </p:spPr>
        <p:txBody>
          <a:bodyPr wrap="square" lIns="36000" tIns="0" rIns="36000" bIns="0"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06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Freeform 10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4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kern="1200" cap="none" spc="0" normalizeH="0" baseline="0" noProof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kumimoji="1" lang="zh-CN" altLang="en-US" sz="3200" i="0" kern="1200" cap="none" spc="0" normalizeH="0" baseline="0" noProof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40" name="图片 39"/>
          <p:cNvPicPr/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1182373" y="267176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402080" y="5500370"/>
            <a:ext cx="902144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模板引擎可以让程序实现界面与数据分离,业务代码与逻辑代码的分离,这就提升了开发效率,良好的设计也使得代码复用变得更加容易。</a:t>
            </a:r>
            <a:endParaRPr lang="zh-CN" altLang="en-US" b="1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1744345" y="2517775"/>
            <a:ext cx="213995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2654935" y="4631055"/>
            <a:ext cx="125158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675370" y="3649980"/>
            <a:ext cx="125158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3" grpId="0"/>
      <p:bldP spid="10" grpId="1" animBg="1"/>
      <p:bldP spid="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3175635" y="3082925"/>
            <a:ext cx="3020695" cy="698500"/>
            <a:chOff x="2948" y="4855"/>
            <a:chExt cx="4757" cy="1100"/>
          </a:xfrm>
        </p:grpSpPr>
        <p:sp>
          <p:nvSpPr>
            <p:cNvPr id="3" name="矩形 2"/>
            <p:cNvSpPr/>
            <p:nvPr>
              <p:custDataLst>
                <p:tags r:id="rId1"/>
              </p:custDataLst>
            </p:nvPr>
          </p:nvSpPr>
          <p:spPr>
            <a:xfrm>
              <a:off x="2948" y="4855"/>
              <a:ext cx="1101" cy="11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lt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01</a:t>
              </a:r>
              <a:endPara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4221" y="5030"/>
              <a:ext cx="3484" cy="751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en-US" altLang="zh-CN" sz="19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pug</a:t>
              </a:r>
              <a:r>
                <a:rPr lang="zh-CN" altLang="en-US" sz="19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模板</a:t>
              </a:r>
              <a:r>
                <a:rPr lang="zh-CN" altLang="en-US" sz="19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引擎</a:t>
              </a:r>
              <a:endParaRPr lang="zh-CN" altLang="en-US" sz="19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5" name="文本框 24"/>
          <p:cNvSpPr txBox="1"/>
          <p:nvPr>
            <p:custDataLst>
              <p:tags r:id="rId3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6908800" y="3083560"/>
            <a:ext cx="3020695" cy="698500"/>
            <a:chOff x="7998" y="4855"/>
            <a:chExt cx="4757" cy="1100"/>
          </a:xfrm>
        </p:grpSpPr>
        <p:sp>
          <p:nvSpPr>
            <p:cNvPr id="5" name="矩形 4"/>
            <p:cNvSpPr/>
            <p:nvPr>
              <p:custDataLst>
                <p:tags r:id="rId4"/>
              </p:custDataLst>
            </p:nvPr>
          </p:nvSpPr>
          <p:spPr>
            <a:xfrm>
              <a:off x="7998" y="4855"/>
              <a:ext cx="1101" cy="110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02</a:t>
              </a:r>
              <a:endPara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5"/>
              </p:custDataLst>
            </p:nvPr>
          </p:nvSpPr>
          <p:spPr>
            <a:xfrm>
              <a:off x="9271" y="5030"/>
              <a:ext cx="3484" cy="751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en-US" altLang="zh-CN" sz="19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ejs</a:t>
              </a:r>
              <a:r>
                <a:rPr lang="zh-CN" altLang="en-US" sz="19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模板</a:t>
              </a:r>
              <a:r>
                <a:rPr lang="zh-CN" altLang="en-US" sz="19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引擎</a:t>
              </a:r>
              <a:endPara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1670123" y="1415000"/>
            <a:ext cx="10083677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pug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模板 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—— </a:t>
            </a:r>
            <a:r>
              <a:rPr lang="en-US" altLang="zh-CN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Express</a:t>
            </a:r>
            <a:r>
              <a:rPr lang="zh-CN" altLang="zh-CN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框架的默认模板引擎。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939438" y="0"/>
            <a:ext cx="257810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pug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集成模板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: 圆角 8"/>
          <p:cNvSpPr/>
          <p:nvPr>
            <p:custDataLst>
              <p:tags r:id="rId5"/>
            </p:custDataLst>
          </p:nvPr>
        </p:nvSpPr>
        <p:spPr>
          <a:xfrm>
            <a:off x="565241" y="1190060"/>
            <a:ext cx="1345474" cy="878039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0" name="矩形: 圆角 9"/>
          <p:cNvSpPr/>
          <p:nvPr>
            <p:custDataLst>
              <p:tags r:id="rId6"/>
            </p:custDataLst>
          </p:nvPr>
        </p:nvSpPr>
        <p:spPr>
          <a:xfrm>
            <a:off x="1910714" y="1193261"/>
            <a:ext cx="231289" cy="873868"/>
          </a:xfrm>
          <a:prstGeom prst="roundRect">
            <a:avLst>
              <a:gd name="adj" fmla="val 0"/>
            </a:avLst>
          </a:prstGeom>
          <a:solidFill>
            <a:schemeClr val="l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pic>
        <p:nvPicPr>
          <p:cNvPr id="11" name="图形 10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2885" y="1265421"/>
            <a:ext cx="569913" cy="569913"/>
          </a:xfrm>
          <a:prstGeom prst="rect">
            <a:avLst/>
          </a:prstGeom>
        </p:spPr>
      </p:pic>
      <p:sp>
        <p:nvSpPr>
          <p:cNvPr id="24" name="圆角矩形 8"/>
          <p:cNvSpPr/>
          <p:nvPr>
            <p:custDataLst>
              <p:tags r:id="rId9"/>
            </p:custDataLst>
          </p:nvPr>
        </p:nvSpPr>
        <p:spPr>
          <a:xfrm>
            <a:off x="5913120" y="2611120"/>
            <a:ext cx="4502150" cy="455295"/>
          </a:xfrm>
          <a:prstGeom prst="roundRect">
            <a:avLst>
              <a:gd name="adj" fmla="val 14029"/>
            </a:avLst>
          </a:prstGeom>
          <a:solidFill>
            <a:schemeClr val="accent1"/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pug</a:t>
            </a:r>
            <a:r>
              <a:rPr lang="zh-CN" altLang="zh-CN" sz="2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集成模板与</a:t>
            </a:r>
            <a:r>
              <a:rPr lang="en-US" altLang="zh-CN" sz="2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HTML</a:t>
            </a:r>
            <a:r>
              <a:rPr lang="zh-CN" altLang="zh-CN" sz="2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标签</a:t>
            </a:r>
            <a:r>
              <a:rPr lang="zh-CN" altLang="en-US" sz="2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一致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Oval 100"/>
          <p:cNvSpPr/>
          <p:nvPr>
            <p:custDataLst>
              <p:tags r:id="rId10"/>
            </p:custDataLst>
          </p:nvPr>
        </p:nvSpPr>
        <p:spPr bwMode="auto">
          <a:xfrm flipH="1">
            <a:off x="5046980" y="2590165"/>
            <a:ext cx="556260" cy="5568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9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Freeform 73"/>
          <p:cNvSpPr>
            <a:spLocks noChangeAspect="1" noChangeArrowheads="1"/>
          </p:cNvSpPr>
          <p:nvPr>
            <p:custDataLst>
              <p:tags r:id="rId11"/>
            </p:custDataLst>
          </p:nvPr>
        </p:nvSpPr>
        <p:spPr bwMode="auto">
          <a:xfrm>
            <a:off x="5202555" y="2721610"/>
            <a:ext cx="245110" cy="294005"/>
          </a:xfrm>
          <a:custGeom>
            <a:avLst/>
            <a:gdLst>
              <a:gd name="connsiteX0" fmla="*/ 206367 w 449768"/>
              <a:gd name="connsiteY0" fmla="*/ 423375 h 538305"/>
              <a:gd name="connsiteX1" fmla="*/ 208536 w 449768"/>
              <a:gd name="connsiteY1" fmla="*/ 434347 h 538305"/>
              <a:gd name="connsiteX2" fmla="*/ 136133 w 449768"/>
              <a:gd name="connsiteY2" fmla="*/ 527584 h 538305"/>
              <a:gd name="connsiteX3" fmla="*/ 120760 w 449768"/>
              <a:gd name="connsiteY3" fmla="*/ 517169 h 538305"/>
              <a:gd name="connsiteX4" fmla="*/ 192667 w 449768"/>
              <a:gd name="connsiteY4" fmla="*/ 423933 h 538305"/>
              <a:gd name="connsiteX5" fmla="*/ 206367 w 449768"/>
              <a:gd name="connsiteY5" fmla="*/ 423375 h 538305"/>
              <a:gd name="connsiteX6" fmla="*/ 158371 w 449768"/>
              <a:gd name="connsiteY6" fmla="*/ 386315 h 538305"/>
              <a:gd name="connsiteX7" fmla="*/ 160292 w 449768"/>
              <a:gd name="connsiteY7" fmla="*/ 397002 h 538305"/>
              <a:gd name="connsiteX8" fmla="*/ 51725 w 449768"/>
              <a:gd name="connsiteY8" fmla="*/ 536376 h 538305"/>
              <a:gd name="connsiteX9" fmla="*/ 41315 w 449768"/>
              <a:gd name="connsiteY9" fmla="*/ 525997 h 538305"/>
              <a:gd name="connsiteX10" fmla="*/ 144924 w 449768"/>
              <a:gd name="connsiteY10" fmla="*/ 387118 h 538305"/>
              <a:gd name="connsiteX11" fmla="*/ 158371 w 449768"/>
              <a:gd name="connsiteY11" fmla="*/ 386315 h 538305"/>
              <a:gd name="connsiteX12" fmla="*/ 112005 w 449768"/>
              <a:gd name="connsiteY12" fmla="*/ 349971 h 538305"/>
              <a:gd name="connsiteX13" fmla="*/ 113740 w 449768"/>
              <a:gd name="connsiteY13" fmla="*/ 362927 h 538305"/>
              <a:gd name="connsiteX14" fmla="*/ 41338 w 449768"/>
              <a:gd name="connsiteY14" fmla="*/ 455221 h 538305"/>
              <a:gd name="connsiteX15" fmla="*/ 25965 w 449768"/>
              <a:gd name="connsiteY15" fmla="*/ 444857 h 538305"/>
              <a:gd name="connsiteX16" fmla="*/ 98367 w 449768"/>
              <a:gd name="connsiteY16" fmla="*/ 352562 h 538305"/>
              <a:gd name="connsiteX17" fmla="*/ 112005 w 449768"/>
              <a:gd name="connsiteY17" fmla="*/ 349971 h 538305"/>
              <a:gd name="connsiteX18" fmla="*/ 287508 w 449768"/>
              <a:gd name="connsiteY18" fmla="*/ 153269 h 538305"/>
              <a:gd name="connsiteX19" fmla="*/ 261020 w 449768"/>
              <a:gd name="connsiteY19" fmla="*/ 165441 h 538305"/>
              <a:gd name="connsiteX20" fmla="*/ 255548 w 449768"/>
              <a:gd name="connsiteY20" fmla="*/ 175874 h 538305"/>
              <a:gd name="connsiteX21" fmla="*/ 276441 w 449768"/>
              <a:gd name="connsiteY21" fmla="*/ 232511 h 538305"/>
              <a:gd name="connsiteX22" fmla="*/ 328174 w 449768"/>
              <a:gd name="connsiteY22" fmla="*/ 227543 h 538305"/>
              <a:gd name="connsiteX23" fmla="*/ 333645 w 449768"/>
              <a:gd name="connsiteY23" fmla="*/ 217110 h 538305"/>
              <a:gd name="connsiteX24" fmla="*/ 317727 w 449768"/>
              <a:gd name="connsiteY24" fmla="*/ 160472 h 538305"/>
              <a:gd name="connsiteX25" fmla="*/ 287508 w 449768"/>
              <a:gd name="connsiteY25" fmla="*/ 153269 h 538305"/>
              <a:gd name="connsiteX26" fmla="*/ 437111 w 449768"/>
              <a:gd name="connsiteY26" fmla="*/ 0 h 538305"/>
              <a:gd name="connsiteX27" fmla="*/ 442086 w 449768"/>
              <a:gd name="connsiteY27" fmla="*/ 0 h 538305"/>
              <a:gd name="connsiteX28" fmla="*/ 447557 w 449768"/>
              <a:gd name="connsiteY28" fmla="*/ 4968 h 538305"/>
              <a:gd name="connsiteX29" fmla="*/ 447557 w 449768"/>
              <a:gd name="connsiteY29" fmla="*/ 9937 h 538305"/>
              <a:gd name="connsiteX30" fmla="*/ 447557 w 449768"/>
              <a:gd name="connsiteY30" fmla="*/ 20370 h 538305"/>
              <a:gd name="connsiteX31" fmla="*/ 447557 w 449768"/>
              <a:gd name="connsiteY31" fmla="*/ 46204 h 538305"/>
              <a:gd name="connsiteX32" fmla="*/ 442086 w 449768"/>
              <a:gd name="connsiteY32" fmla="*/ 103338 h 538305"/>
              <a:gd name="connsiteX33" fmla="*/ 442086 w 449768"/>
              <a:gd name="connsiteY33" fmla="*/ 113771 h 538305"/>
              <a:gd name="connsiteX34" fmla="*/ 437111 w 449768"/>
              <a:gd name="connsiteY34" fmla="*/ 134141 h 538305"/>
              <a:gd name="connsiteX35" fmla="*/ 421194 w 449768"/>
              <a:gd name="connsiteY35" fmla="*/ 175874 h 538305"/>
              <a:gd name="connsiteX36" fmla="*/ 354040 w 449768"/>
              <a:gd name="connsiteY36" fmla="*/ 289645 h 538305"/>
              <a:gd name="connsiteX37" fmla="*/ 344091 w 449768"/>
              <a:gd name="connsiteY37" fmla="*/ 325913 h 538305"/>
              <a:gd name="connsiteX38" fmla="*/ 276441 w 449768"/>
              <a:gd name="connsiteY38" fmla="*/ 506754 h 538305"/>
              <a:gd name="connsiteX39" fmla="*/ 261020 w 449768"/>
              <a:gd name="connsiteY39" fmla="*/ 496321 h 538305"/>
              <a:gd name="connsiteX40" fmla="*/ 17278 w 449768"/>
              <a:gd name="connsiteY40" fmla="*/ 310511 h 538305"/>
              <a:gd name="connsiteX41" fmla="*/ 1858 w 449768"/>
              <a:gd name="connsiteY41" fmla="*/ 289645 h 538305"/>
              <a:gd name="connsiteX42" fmla="*/ 162528 w 449768"/>
              <a:gd name="connsiteY42" fmla="*/ 186307 h 538305"/>
              <a:gd name="connsiteX43" fmla="*/ 193369 w 449768"/>
              <a:gd name="connsiteY43" fmla="*/ 165441 h 538305"/>
              <a:gd name="connsiteX44" fmla="*/ 312753 w 449768"/>
              <a:gd name="connsiteY44" fmla="*/ 51669 h 538305"/>
              <a:gd name="connsiteX45" fmla="*/ 400799 w 449768"/>
              <a:gd name="connsiteY45" fmla="*/ 9937 h 538305"/>
              <a:gd name="connsiteX46" fmla="*/ 426665 w 449768"/>
              <a:gd name="connsiteY46" fmla="*/ 4968 h 538305"/>
              <a:gd name="connsiteX47" fmla="*/ 437111 w 449768"/>
              <a:gd name="connsiteY47" fmla="*/ 0 h 538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49768" h="538305">
                <a:moveTo>
                  <a:pt x="206367" y="423375"/>
                </a:moveTo>
                <a:cubicBezTo>
                  <a:pt x="209652" y="425297"/>
                  <a:pt x="211016" y="429140"/>
                  <a:pt x="208536" y="434347"/>
                </a:cubicBezTo>
                <a:cubicBezTo>
                  <a:pt x="198122" y="460136"/>
                  <a:pt x="172335" y="506754"/>
                  <a:pt x="136133" y="527584"/>
                </a:cubicBezTo>
                <a:cubicBezTo>
                  <a:pt x="125719" y="532543"/>
                  <a:pt x="115305" y="527584"/>
                  <a:pt x="120760" y="517169"/>
                </a:cubicBezTo>
                <a:cubicBezTo>
                  <a:pt x="130678" y="491380"/>
                  <a:pt x="151507" y="450217"/>
                  <a:pt x="192667" y="423933"/>
                </a:cubicBezTo>
                <a:cubicBezTo>
                  <a:pt x="197874" y="421453"/>
                  <a:pt x="203081" y="421453"/>
                  <a:pt x="206367" y="423375"/>
                </a:cubicBezTo>
                <a:close/>
                <a:moveTo>
                  <a:pt x="158371" y="386315"/>
                </a:moveTo>
                <a:cubicBezTo>
                  <a:pt x="161532" y="388230"/>
                  <a:pt x="162771" y="392060"/>
                  <a:pt x="160292" y="397002"/>
                </a:cubicBezTo>
                <a:cubicBezTo>
                  <a:pt x="144924" y="433081"/>
                  <a:pt x="113693" y="500297"/>
                  <a:pt x="51725" y="536376"/>
                </a:cubicBezTo>
                <a:cubicBezTo>
                  <a:pt x="41315" y="541318"/>
                  <a:pt x="36357" y="536376"/>
                  <a:pt x="41315" y="525997"/>
                </a:cubicBezTo>
                <a:cubicBezTo>
                  <a:pt x="51725" y="489918"/>
                  <a:pt x="82957" y="422702"/>
                  <a:pt x="144924" y="387118"/>
                </a:cubicBezTo>
                <a:cubicBezTo>
                  <a:pt x="150130" y="384399"/>
                  <a:pt x="155211" y="384399"/>
                  <a:pt x="158371" y="386315"/>
                </a:cubicBezTo>
                <a:close/>
                <a:moveTo>
                  <a:pt x="112005" y="349971"/>
                </a:moveTo>
                <a:cubicBezTo>
                  <a:pt x="115228" y="352562"/>
                  <a:pt x="116468" y="357744"/>
                  <a:pt x="113740" y="362927"/>
                </a:cubicBezTo>
                <a:cubicBezTo>
                  <a:pt x="103326" y="388591"/>
                  <a:pt x="77539" y="429556"/>
                  <a:pt x="41338" y="455221"/>
                </a:cubicBezTo>
                <a:cubicBezTo>
                  <a:pt x="25965" y="460157"/>
                  <a:pt x="21006" y="455221"/>
                  <a:pt x="25965" y="444857"/>
                </a:cubicBezTo>
                <a:cubicBezTo>
                  <a:pt x="36379" y="419192"/>
                  <a:pt x="57207" y="378227"/>
                  <a:pt x="98367" y="352562"/>
                </a:cubicBezTo>
                <a:cubicBezTo>
                  <a:pt x="103574" y="347380"/>
                  <a:pt x="108781" y="347380"/>
                  <a:pt x="112005" y="349971"/>
                </a:cubicBezTo>
                <a:close/>
                <a:moveTo>
                  <a:pt x="287508" y="153269"/>
                </a:moveTo>
                <a:cubicBezTo>
                  <a:pt x="277809" y="153890"/>
                  <a:pt x="268730" y="157740"/>
                  <a:pt x="261020" y="165441"/>
                </a:cubicBezTo>
                <a:cubicBezTo>
                  <a:pt x="261020" y="170409"/>
                  <a:pt x="261020" y="170409"/>
                  <a:pt x="255548" y="175874"/>
                </a:cubicBezTo>
                <a:cubicBezTo>
                  <a:pt x="245600" y="196243"/>
                  <a:pt x="250574" y="222575"/>
                  <a:pt x="276441" y="232511"/>
                </a:cubicBezTo>
                <a:cubicBezTo>
                  <a:pt x="291861" y="242944"/>
                  <a:pt x="317727" y="242944"/>
                  <a:pt x="328174" y="227543"/>
                </a:cubicBezTo>
                <a:cubicBezTo>
                  <a:pt x="333645" y="222575"/>
                  <a:pt x="333645" y="222575"/>
                  <a:pt x="333645" y="217110"/>
                </a:cubicBezTo>
                <a:cubicBezTo>
                  <a:pt x="349066" y="196243"/>
                  <a:pt x="338620" y="170409"/>
                  <a:pt x="317727" y="160472"/>
                </a:cubicBezTo>
                <a:cubicBezTo>
                  <a:pt x="307530" y="155256"/>
                  <a:pt x="297208" y="152648"/>
                  <a:pt x="287508" y="153269"/>
                </a:cubicBezTo>
                <a:close/>
                <a:moveTo>
                  <a:pt x="437111" y="0"/>
                </a:moveTo>
                <a:lnTo>
                  <a:pt x="442086" y="0"/>
                </a:lnTo>
                <a:cubicBezTo>
                  <a:pt x="447557" y="0"/>
                  <a:pt x="452532" y="0"/>
                  <a:pt x="447557" y="4968"/>
                </a:cubicBezTo>
                <a:lnTo>
                  <a:pt x="447557" y="9937"/>
                </a:lnTo>
                <a:cubicBezTo>
                  <a:pt x="452532" y="15402"/>
                  <a:pt x="447557" y="15402"/>
                  <a:pt x="447557" y="20370"/>
                </a:cubicBezTo>
                <a:cubicBezTo>
                  <a:pt x="447557" y="25835"/>
                  <a:pt x="447557" y="36268"/>
                  <a:pt x="447557" y="46204"/>
                </a:cubicBezTo>
                <a:cubicBezTo>
                  <a:pt x="447557" y="62102"/>
                  <a:pt x="447557" y="82472"/>
                  <a:pt x="442086" y="103338"/>
                </a:cubicBezTo>
                <a:cubicBezTo>
                  <a:pt x="442086" y="108306"/>
                  <a:pt x="442086" y="108306"/>
                  <a:pt x="442086" y="113771"/>
                </a:cubicBezTo>
                <a:cubicBezTo>
                  <a:pt x="437111" y="124205"/>
                  <a:pt x="437111" y="129173"/>
                  <a:pt x="437111" y="134141"/>
                </a:cubicBezTo>
                <a:cubicBezTo>
                  <a:pt x="431640" y="150039"/>
                  <a:pt x="426665" y="165441"/>
                  <a:pt x="421194" y="175874"/>
                </a:cubicBezTo>
                <a:cubicBezTo>
                  <a:pt x="406271" y="212141"/>
                  <a:pt x="385378" y="248409"/>
                  <a:pt x="354040" y="289645"/>
                </a:cubicBezTo>
                <a:cubicBezTo>
                  <a:pt x="349066" y="294613"/>
                  <a:pt x="344091" y="315479"/>
                  <a:pt x="344091" y="325913"/>
                </a:cubicBezTo>
                <a:cubicBezTo>
                  <a:pt x="354040" y="367148"/>
                  <a:pt x="359512" y="460053"/>
                  <a:pt x="276441" y="506754"/>
                </a:cubicBezTo>
                <a:cubicBezTo>
                  <a:pt x="265994" y="517187"/>
                  <a:pt x="255548" y="512219"/>
                  <a:pt x="261020" y="496321"/>
                </a:cubicBezTo>
                <a:cubicBezTo>
                  <a:pt x="261020" y="439684"/>
                  <a:pt x="240128" y="305046"/>
                  <a:pt x="17278" y="310511"/>
                </a:cubicBezTo>
                <a:cubicBezTo>
                  <a:pt x="1858" y="310511"/>
                  <a:pt x="-3117" y="300078"/>
                  <a:pt x="1858" y="289645"/>
                </a:cubicBezTo>
                <a:cubicBezTo>
                  <a:pt x="17278" y="253377"/>
                  <a:pt x="59062" y="180842"/>
                  <a:pt x="162528" y="186307"/>
                </a:cubicBezTo>
                <a:cubicBezTo>
                  <a:pt x="172975" y="186307"/>
                  <a:pt x="188395" y="175874"/>
                  <a:pt x="193369" y="165441"/>
                </a:cubicBezTo>
                <a:cubicBezTo>
                  <a:pt x="214261" y="139606"/>
                  <a:pt x="250574" y="87937"/>
                  <a:pt x="312753" y="51669"/>
                </a:cubicBezTo>
                <a:cubicBezTo>
                  <a:pt x="349066" y="25835"/>
                  <a:pt x="379907" y="15402"/>
                  <a:pt x="400799" y="9937"/>
                </a:cubicBezTo>
                <a:cubicBezTo>
                  <a:pt x="416219" y="9937"/>
                  <a:pt x="426665" y="9937"/>
                  <a:pt x="426665" y="4968"/>
                </a:cubicBezTo>
                <a:cubicBezTo>
                  <a:pt x="431640" y="4968"/>
                  <a:pt x="431640" y="0"/>
                  <a:pt x="43711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2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0" name="圆角矩形 12"/>
          <p:cNvSpPr/>
          <p:nvPr>
            <p:custDataLst>
              <p:tags r:id="rId12"/>
            </p:custDataLst>
          </p:nvPr>
        </p:nvSpPr>
        <p:spPr>
          <a:xfrm>
            <a:off x="5913120" y="3952240"/>
            <a:ext cx="4502150" cy="455295"/>
          </a:xfrm>
          <a:prstGeom prst="roundRect">
            <a:avLst>
              <a:gd name="adj" fmla="val 14029"/>
            </a:avLst>
          </a:prstGeom>
          <a:solidFill>
            <a:schemeClr val="accent1"/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778495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pug</a:t>
            </a:r>
            <a:r>
              <a:rPr lang="zh-CN" altLang="zh-CN" sz="2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不需要关闭标签</a:t>
            </a:r>
            <a:endParaRPr lang="zh-CN" altLang="zh-CN" sz="24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Oval 106"/>
          <p:cNvSpPr/>
          <p:nvPr>
            <p:custDataLst>
              <p:tags r:id="rId13"/>
            </p:custDataLst>
          </p:nvPr>
        </p:nvSpPr>
        <p:spPr bwMode="auto">
          <a:xfrm flipH="1">
            <a:off x="5046980" y="3922395"/>
            <a:ext cx="556260" cy="55689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9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Shape 3659"/>
          <p:cNvSpPr/>
          <p:nvPr>
            <p:custDataLst>
              <p:tags r:id="rId14"/>
            </p:custDataLst>
          </p:nvPr>
        </p:nvSpPr>
        <p:spPr>
          <a:xfrm>
            <a:off x="5163820" y="4036060"/>
            <a:ext cx="339090" cy="3181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93" h="21440" extrusionOk="0">
                <a:moveTo>
                  <a:pt x="20097" y="14373"/>
                </a:moveTo>
                <a:lnTo>
                  <a:pt x="15990" y="12571"/>
                </a:lnTo>
                <a:lnTo>
                  <a:pt x="16463" y="14008"/>
                </a:lnTo>
                <a:cubicBezTo>
                  <a:pt x="16439" y="15532"/>
                  <a:pt x="13726" y="16745"/>
                  <a:pt x="10496" y="16745"/>
                </a:cubicBezTo>
                <a:cubicBezTo>
                  <a:pt x="7268" y="16745"/>
                  <a:pt x="4553" y="15532"/>
                  <a:pt x="4529" y="14008"/>
                </a:cubicBezTo>
                <a:lnTo>
                  <a:pt x="5002" y="12571"/>
                </a:lnTo>
                <a:lnTo>
                  <a:pt x="895" y="14373"/>
                </a:lnTo>
                <a:cubicBezTo>
                  <a:pt x="-255" y="14878"/>
                  <a:pt x="-304" y="15814"/>
                  <a:pt x="789" y="16451"/>
                </a:cubicBezTo>
                <a:lnTo>
                  <a:pt x="8511" y="20962"/>
                </a:lnTo>
                <a:cubicBezTo>
                  <a:pt x="9602" y="21600"/>
                  <a:pt x="11390" y="21600"/>
                  <a:pt x="12481" y="20962"/>
                </a:cubicBezTo>
                <a:lnTo>
                  <a:pt x="20205" y="16451"/>
                </a:lnTo>
                <a:cubicBezTo>
                  <a:pt x="21296" y="15814"/>
                  <a:pt x="21247" y="14878"/>
                  <a:pt x="20097" y="14373"/>
                </a:cubicBezTo>
                <a:close/>
                <a:moveTo>
                  <a:pt x="10496" y="5209"/>
                </a:moveTo>
                <a:cubicBezTo>
                  <a:pt x="11724" y="5209"/>
                  <a:pt x="12866" y="4796"/>
                  <a:pt x="13199" y="4152"/>
                </a:cubicBezTo>
                <a:cubicBezTo>
                  <a:pt x="12739" y="2744"/>
                  <a:pt x="12343" y="1535"/>
                  <a:pt x="12094" y="773"/>
                </a:cubicBezTo>
                <a:cubicBezTo>
                  <a:pt x="11927" y="264"/>
                  <a:pt x="11175" y="0"/>
                  <a:pt x="10496" y="0"/>
                </a:cubicBezTo>
                <a:cubicBezTo>
                  <a:pt x="9817" y="0"/>
                  <a:pt x="9065" y="264"/>
                  <a:pt x="8898" y="773"/>
                </a:cubicBezTo>
                <a:cubicBezTo>
                  <a:pt x="8649" y="1535"/>
                  <a:pt x="8253" y="2744"/>
                  <a:pt x="7792" y="4152"/>
                </a:cubicBezTo>
                <a:cubicBezTo>
                  <a:pt x="8126" y="4796"/>
                  <a:pt x="9268" y="5209"/>
                  <a:pt x="10496" y="5209"/>
                </a:cubicBezTo>
                <a:close/>
                <a:moveTo>
                  <a:pt x="10496" y="13197"/>
                </a:moveTo>
                <a:cubicBezTo>
                  <a:pt x="13109" y="13197"/>
                  <a:pt x="15296" y="12229"/>
                  <a:pt x="15429" y="10966"/>
                </a:cubicBezTo>
                <a:cubicBezTo>
                  <a:pt x="15041" y="9779"/>
                  <a:pt x="14617" y="8484"/>
                  <a:pt x="14201" y="7211"/>
                </a:cubicBezTo>
                <a:cubicBezTo>
                  <a:pt x="13911" y="8118"/>
                  <a:pt x="12316" y="8759"/>
                  <a:pt x="10496" y="8759"/>
                </a:cubicBezTo>
                <a:cubicBezTo>
                  <a:pt x="8678" y="8759"/>
                  <a:pt x="7081" y="8118"/>
                  <a:pt x="6791" y="7211"/>
                </a:cubicBezTo>
                <a:cubicBezTo>
                  <a:pt x="6375" y="8484"/>
                  <a:pt x="5951" y="9779"/>
                  <a:pt x="5563" y="10966"/>
                </a:cubicBezTo>
                <a:cubicBezTo>
                  <a:pt x="5696" y="12229"/>
                  <a:pt x="7883" y="13197"/>
                  <a:pt x="10496" y="13197"/>
                </a:cubicBezTo>
                <a:close/>
              </a:path>
            </a:pathLst>
          </a:custGeom>
          <a:solidFill>
            <a:schemeClr val="lt1"/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lvl="0"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320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" name="圆角矩形 8"/>
          <p:cNvSpPr/>
          <p:nvPr>
            <p:custDataLst>
              <p:tags r:id="rId15"/>
            </p:custDataLst>
          </p:nvPr>
        </p:nvSpPr>
        <p:spPr>
          <a:xfrm>
            <a:off x="5913120" y="5314315"/>
            <a:ext cx="4502150" cy="455295"/>
          </a:xfrm>
          <a:prstGeom prst="roundRect">
            <a:avLst>
              <a:gd name="adj" fmla="val 14029"/>
            </a:avLst>
          </a:prstGeom>
          <a:solidFill>
            <a:schemeClr val="accent1"/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zh-CN" sz="2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用缩进表示标签直接的嵌套关系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8" name="Oval 100"/>
          <p:cNvSpPr/>
          <p:nvPr>
            <p:custDataLst>
              <p:tags r:id="rId16"/>
            </p:custDataLst>
          </p:nvPr>
        </p:nvSpPr>
        <p:spPr bwMode="auto">
          <a:xfrm flipH="1">
            <a:off x="5046980" y="5293995"/>
            <a:ext cx="556260" cy="5568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9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9" name="Freeform 73"/>
          <p:cNvSpPr>
            <a:spLocks noChangeAspect="1" noChangeArrowheads="1"/>
          </p:cNvSpPr>
          <p:nvPr>
            <p:custDataLst>
              <p:tags r:id="rId17"/>
            </p:custDataLst>
          </p:nvPr>
        </p:nvSpPr>
        <p:spPr bwMode="auto">
          <a:xfrm>
            <a:off x="5202555" y="5425440"/>
            <a:ext cx="245110" cy="294005"/>
          </a:xfrm>
          <a:custGeom>
            <a:avLst/>
            <a:gdLst>
              <a:gd name="connsiteX0" fmla="*/ 206367 w 449768"/>
              <a:gd name="connsiteY0" fmla="*/ 423375 h 538305"/>
              <a:gd name="connsiteX1" fmla="*/ 208536 w 449768"/>
              <a:gd name="connsiteY1" fmla="*/ 434347 h 538305"/>
              <a:gd name="connsiteX2" fmla="*/ 136133 w 449768"/>
              <a:gd name="connsiteY2" fmla="*/ 527584 h 538305"/>
              <a:gd name="connsiteX3" fmla="*/ 120760 w 449768"/>
              <a:gd name="connsiteY3" fmla="*/ 517169 h 538305"/>
              <a:gd name="connsiteX4" fmla="*/ 192667 w 449768"/>
              <a:gd name="connsiteY4" fmla="*/ 423933 h 538305"/>
              <a:gd name="connsiteX5" fmla="*/ 206367 w 449768"/>
              <a:gd name="connsiteY5" fmla="*/ 423375 h 538305"/>
              <a:gd name="connsiteX6" fmla="*/ 158371 w 449768"/>
              <a:gd name="connsiteY6" fmla="*/ 386315 h 538305"/>
              <a:gd name="connsiteX7" fmla="*/ 160292 w 449768"/>
              <a:gd name="connsiteY7" fmla="*/ 397002 h 538305"/>
              <a:gd name="connsiteX8" fmla="*/ 51725 w 449768"/>
              <a:gd name="connsiteY8" fmla="*/ 536376 h 538305"/>
              <a:gd name="connsiteX9" fmla="*/ 41315 w 449768"/>
              <a:gd name="connsiteY9" fmla="*/ 525997 h 538305"/>
              <a:gd name="connsiteX10" fmla="*/ 144924 w 449768"/>
              <a:gd name="connsiteY10" fmla="*/ 387118 h 538305"/>
              <a:gd name="connsiteX11" fmla="*/ 158371 w 449768"/>
              <a:gd name="connsiteY11" fmla="*/ 386315 h 538305"/>
              <a:gd name="connsiteX12" fmla="*/ 112005 w 449768"/>
              <a:gd name="connsiteY12" fmla="*/ 349971 h 538305"/>
              <a:gd name="connsiteX13" fmla="*/ 113740 w 449768"/>
              <a:gd name="connsiteY13" fmla="*/ 362927 h 538305"/>
              <a:gd name="connsiteX14" fmla="*/ 41338 w 449768"/>
              <a:gd name="connsiteY14" fmla="*/ 455221 h 538305"/>
              <a:gd name="connsiteX15" fmla="*/ 25965 w 449768"/>
              <a:gd name="connsiteY15" fmla="*/ 444857 h 538305"/>
              <a:gd name="connsiteX16" fmla="*/ 98367 w 449768"/>
              <a:gd name="connsiteY16" fmla="*/ 352562 h 538305"/>
              <a:gd name="connsiteX17" fmla="*/ 112005 w 449768"/>
              <a:gd name="connsiteY17" fmla="*/ 349971 h 538305"/>
              <a:gd name="connsiteX18" fmla="*/ 287508 w 449768"/>
              <a:gd name="connsiteY18" fmla="*/ 153269 h 538305"/>
              <a:gd name="connsiteX19" fmla="*/ 261020 w 449768"/>
              <a:gd name="connsiteY19" fmla="*/ 165441 h 538305"/>
              <a:gd name="connsiteX20" fmla="*/ 255548 w 449768"/>
              <a:gd name="connsiteY20" fmla="*/ 175874 h 538305"/>
              <a:gd name="connsiteX21" fmla="*/ 276441 w 449768"/>
              <a:gd name="connsiteY21" fmla="*/ 232511 h 538305"/>
              <a:gd name="connsiteX22" fmla="*/ 328174 w 449768"/>
              <a:gd name="connsiteY22" fmla="*/ 227543 h 538305"/>
              <a:gd name="connsiteX23" fmla="*/ 333645 w 449768"/>
              <a:gd name="connsiteY23" fmla="*/ 217110 h 538305"/>
              <a:gd name="connsiteX24" fmla="*/ 317727 w 449768"/>
              <a:gd name="connsiteY24" fmla="*/ 160472 h 538305"/>
              <a:gd name="connsiteX25" fmla="*/ 287508 w 449768"/>
              <a:gd name="connsiteY25" fmla="*/ 153269 h 538305"/>
              <a:gd name="connsiteX26" fmla="*/ 437111 w 449768"/>
              <a:gd name="connsiteY26" fmla="*/ 0 h 538305"/>
              <a:gd name="connsiteX27" fmla="*/ 442086 w 449768"/>
              <a:gd name="connsiteY27" fmla="*/ 0 h 538305"/>
              <a:gd name="connsiteX28" fmla="*/ 447557 w 449768"/>
              <a:gd name="connsiteY28" fmla="*/ 4968 h 538305"/>
              <a:gd name="connsiteX29" fmla="*/ 447557 w 449768"/>
              <a:gd name="connsiteY29" fmla="*/ 9937 h 538305"/>
              <a:gd name="connsiteX30" fmla="*/ 447557 w 449768"/>
              <a:gd name="connsiteY30" fmla="*/ 20370 h 538305"/>
              <a:gd name="connsiteX31" fmla="*/ 447557 w 449768"/>
              <a:gd name="connsiteY31" fmla="*/ 46204 h 538305"/>
              <a:gd name="connsiteX32" fmla="*/ 442086 w 449768"/>
              <a:gd name="connsiteY32" fmla="*/ 103338 h 538305"/>
              <a:gd name="connsiteX33" fmla="*/ 442086 w 449768"/>
              <a:gd name="connsiteY33" fmla="*/ 113771 h 538305"/>
              <a:gd name="connsiteX34" fmla="*/ 437111 w 449768"/>
              <a:gd name="connsiteY34" fmla="*/ 134141 h 538305"/>
              <a:gd name="connsiteX35" fmla="*/ 421194 w 449768"/>
              <a:gd name="connsiteY35" fmla="*/ 175874 h 538305"/>
              <a:gd name="connsiteX36" fmla="*/ 354040 w 449768"/>
              <a:gd name="connsiteY36" fmla="*/ 289645 h 538305"/>
              <a:gd name="connsiteX37" fmla="*/ 344091 w 449768"/>
              <a:gd name="connsiteY37" fmla="*/ 325913 h 538305"/>
              <a:gd name="connsiteX38" fmla="*/ 276441 w 449768"/>
              <a:gd name="connsiteY38" fmla="*/ 506754 h 538305"/>
              <a:gd name="connsiteX39" fmla="*/ 261020 w 449768"/>
              <a:gd name="connsiteY39" fmla="*/ 496321 h 538305"/>
              <a:gd name="connsiteX40" fmla="*/ 17278 w 449768"/>
              <a:gd name="connsiteY40" fmla="*/ 310511 h 538305"/>
              <a:gd name="connsiteX41" fmla="*/ 1858 w 449768"/>
              <a:gd name="connsiteY41" fmla="*/ 289645 h 538305"/>
              <a:gd name="connsiteX42" fmla="*/ 162528 w 449768"/>
              <a:gd name="connsiteY42" fmla="*/ 186307 h 538305"/>
              <a:gd name="connsiteX43" fmla="*/ 193369 w 449768"/>
              <a:gd name="connsiteY43" fmla="*/ 165441 h 538305"/>
              <a:gd name="connsiteX44" fmla="*/ 312753 w 449768"/>
              <a:gd name="connsiteY44" fmla="*/ 51669 h 538305"/>
              <a:gd name="connsiteX45" fmla="*/ 400799 w 449768"/>
              <a:gd name="connsiteY45" fmla="*/ 9937 h 538305"/>
              <a:gd name="connsiteX46" fmla="*/ 426665 w 449768"/>
              <a:gd name="connsiteY46" fmla="*/ 4968 h 538305"/>
              <a:gd name="connsiteX47" fmla="*/ 437111 w 449768"/>
              <a:gd name="connsiteY47" fmla="*/ 0 h 538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49768" h="538305">
                <a:moveTo>
                  <a:pt x="206367" y="423375"/>
                </a:moveTo>
                <a:cubicBezTo>
                  <a:pt x="209652" y="425297"/>
                  <a:pt x="211016" y="429140"/>
                  <a:pt x="208536" y="434347"/>
                </a:cubicBezTo>
                <a:cubicBezTo>
                  <a:pt x="198122" y="460136"/>
                  <a:pt x="172335" y="506754"/>
                  <a:pt x="136133" y="527584"/>
                </a:cubicBezTo>
                <a:cubicBezTo>
                  <a:pt x="125719" y="532543"/>
                  <a:pt x="115305" y="527584"/>
                  <a:pt x="120760" y="517169"/>
                </a:cubicBezTo>
                <a:cubicBezTo>
                  <a:pt x="130678" y="491380"/>
                  <a:pt x="151507" y="450217"/>
                  <a:pt x="192667" y="423933"/>
                </a:cubicBezTo>
                <a:cubicBezTo>
                  <a:pt x="197874" y="421453"/>
                  <a:pt x="203081" y="421453"/>
                  <a:pt x="206367" y="423375"/>
                </a:cubicBezTo>
                <a:close/>
                <a:moveTo>
                  <a:pt x="158371" y="386315"/>
                </a:moveTo>
                <a:cubicBezTo>
                  <a:pt x="161532" y="388230"/>
                  <a:pt x="162771" y="392060"/>
                  <a:pt x="160292" y="397002"/>
                </a:cubicBezTo>
                <a:cubicBezTo>
                  <a:pt x="144924" y="433081"/>
                  <a:pt x="113693" y="500297"/>
                  <a:pt x="51725" y="536376"/>
                </a:cubicBezTo>
                <a:cubicBezTo>
                  <a:pt x="41315" y="541318"/>
                  <a:pt x="36357" y="536376"/>
                  <a:pt x="41315" y="525997"/>
                </a:cubicBezTo>
                <a:cubicBezTo>
                  <a:pt x="51725" y="489918"/>
                  <a:pt x="82957" y="422702"/>
                  <a:pt x="144924" y="387118"/>
                </a:cubicBezTo>
                <a:cubicBezTo>
                  <a:pt x="150130" y="384399"/>
                  <a:pt x="155211" y="384399"/>
                  <a:pt x="158371" y="386315"/>
                </a:cubicBezTo>
                <a:close/>
                <a:moveTo>
                  <a:pt x="112005" y="349971"/>
                </a:moveTo>
                <a:cubicBezTo>
                  <a:pt x="115228" y="352562"/>
                  <a:pt x="116468" y="357744"/>
                  <a:pt x="113740" y="362927"/>
                </a:cubicBezTo>
                <a:cubicBezTo>
                  <a:pt x="103326" y="388591"/>
                  <a:pt x="77539" y="429556"/>
                  <a:pt x="41338" y="455221"/>
                </a:cubicBezTo>
                <a:cubicBezTo>
                  <a:pt x="25965" y="460157"/>
                  <a:pt x="21006" y="455221"/>
                  <a:pt x="25965" y="444857"/>
                </a:cubicBezTo>
                <a:cubicBezTo>
                  <a:pt x="36379" y="419192"/>
                  <a:pt x="57207" y="378227"/>
                  <a:pt x="98367" y="352562"/>
                </a:cubicBezTo>
                <a:cubicBezTo>
                  <a:pt x="103574" y="347380"/>
                  <a:pt x="108781" y="347380"/>
                  <a:pt x="112005" y="349971"/>
                </a:cubicBezTo>
                <a:close/>
                <a:moveTo>
                  <a:pt x="287508" y="153269"/>
                </a:moveTo>
                <a:cubicBezTo>
                  <a:pt x="277809" y="153890"/>
                  <a:pt x="268730" y="157740"/>
                  <a:pt x="261020" y="165441"/>
                </a:cubicBezTo>
                <a:cubicBezTo>
                  <a:pt x="261020" y="170409"/>
                  <a:pt x="261020" y="170409"/>
                  <a:pt x="255548" y="175874"/>
                </a:cubicBezTo>
                <a:cubicBezTo>
                  <a:pt x="245600" y="196243"/>
                  <a:pt x="250574" y="222575"/>
                  <a:pt x="276441" y="232511"/>
                </a:cubicBezTo>
                <a:cubicBezTo>
                  <a:pt x="291861" y="242944"/>
                  <a:pt x="317727" y="242944"/>
                  <a:pt x="328174" y="227543"/>
                </a:cubicBezTo>
                <a:cubicBezTo>
                  <a:pt x="333645" y="222575"/>
                  <a:pt x="333645" y="222575"/>
                  <a:pt x="333645" y="217110"/>
                </a:cubicBezTo>
                <a:cubicBezTo>
                  <a:pt x="349066" y="196243"/>
                  <a:pt x="338620" y="170409"/>
                  <a:pt x="317727" y="160472"/>
                </a:cubicBezTo>
                <a:cubicBezTo>
                  <a:pt x="307530" y="155256"/>
                  <a:pt x="297208" y="152648"/>
                  <a:pt x="287508" y="153269"/>
                </a:cubicBezTo>
                <a:close/>
                <a:moveTo>
                  <a:pt x="437111" y="0"/>
                </a:moveTo>
                <a:lnTo>
                  <a:pt x="442086" y="0"/>
                </a:lnTo>
                <a:cubicBezTo>
                  <a:pt x="447557" y="0"/>
                  <a:pt x="452532" y="0"/>
                  <a:pt x="447557" y="4968"/>
                </a:cubicBezTo>
                <a:lnTo>
                  <a:pt x="447557" y="9937"/>
                </a:lnTo>
                <a:cubicBezTo>
                  <a:pt x="452532" y="15402"/>
                  <a:pt x="447557" y="15402"/>
                  <a:pt x="447557" y="20370"/>
                </a:cubicBezTo>
                <a:cubicBezTo>
                  <a:pt x="447557" y="25835"/>
                  <a:pt x="447557" y="36268"/>
                  <a:pt x="447557" y="46204"/>
                </a:cubicBezTo>
                <a:cubicBezTo>
                  <a:pt x="447557" y="62102"/>
                  <a:pt x="447557" y="82472"/>
                  <a:pt x="442086" y="103338"/>
                </a:cubicBezTo>
                <a:cubicBezTo>
                  <a:pt x="442086" y="108306"/>
                  <a:pt x="442086" y="108306"/>
                  <a:pt x="442086" y="113771"/>
                </a:cubicBezTo>
                <a:cubicBezTo>
                  <a:pt x="437111" y="124205"/>
                  <a:pt x="437111" y="129173"/>
                  <a:pt x="437111" y="134141"/>
                </a:cubicBezTo>
                <a:cubicBezTo>
                  <a:pt x="431640" y="150039"/>
                  <a:pt x="426665" y="165441"/>
                  <a:pt x="421194" y="175874"/>
                </a:cubicBezTo>
                <a:cubicBezTo>
                  <a:pt x="406271" y="212141"/>
                  <a:pt x="385378" y="248409"/>
                  <a:pt x="354040" y="289645"/>
                </a:cubicBezTo>
                <a:cubicBezTo>
                  <a:pt x="349066" y="294613"/>
                  <a:pt x="344091" y="315479"/>
                  <a:pt x="344091" y="325913"/>
                </a:cubicBezTo>
                <a:cubicBezTo>
                  <a:pt x="354040" y="367148"/>
                  <a:pt x="359512" y="460053"/>
                  <a:pt x="276441" y="506754"/>
                </a:cubicBezTo>
                <a:cubicBezTo>
                  <a:pt x="265994" y="517187"/>
                  <a:pt x="255548" y="512219"/>
                  <a:pt x="261020" y="496321"/>
                </a:cubicBezTo>
                <a:cubicBezTo>
                  <a:pt x="261020" y="439684"/>
                  <a:pt x="240128" y="305046"/>
                  <a:pt x="17278" y="310511"/>
                </a:cubicBezTo>
                <a:cubicBezTo>
                  <a:pt x="1858" y="310511"/>
                  <a:pt x="-3117" y="300078"/>
                  <a:pt x="1858" y="289645"/>
                </a:cubicBezTo>
                <a:cubicBezTo>
                  <a:pt x="17278" y="253377"/>
                  <a:pt x="59062" y="180842"/>
                  <a:pt x="162528" y="186307"/>
                </a:cubicBezTo>
                <a:cubicBezTo>
                  <a:pt x="172975" y="186307"/>
                  <a:pt x="188395" y="175874"/>
                  <a:pt x="193369" y="165441"/>
                </a:cubicBezTo>
                <a:cubicBezTo>
                  <a:pt x="214261" y="139606"/>
                  <a:pt x="250574" y="87937"/>
                  <a:pt x="312753" y="51669"/>
                </a:cubicBezTo>
                <a:cubicBezTo>
                  <a:pt x="349066" y="25835"/>
                  <a:pt x="379907" y="15402"/>
                  <a:pt x="400799" y="9937"/>
                </a:cubicBezTo>
                <a:cubicBezTo>
                  <a:pt x="416219" y="9937"/>
                  <a:pt x="426665" y="9937"/>
                  <a:pt x="426665" y="4968"/>
                </a:cubicBezTo>
                <a:cubicBezTo>
                  <a:pt x="431640" y="4968"/>
                  <a:pt x="431640" y="0"/>
                  <a:pt x="43711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2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0637" r="27969"/>
          <a:stretch>
            <a:fillRect/>
          </a:stretch>
        </p:blipFill>
        <p:spPr bwMode="auto">
          <a:xfrm>
            <a:off x="1054735" y="2781935"/>
            <a:ext cx="2767330" cy="2381250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7" grpId="0" animBg="1"/>
      <p:bldP spid="28" grpId="0" animBg="1"/>
      <p:bldP spid="24" grpId="1" animBg="1"/>
      <p:bldP spid="27" grpId="1" animBg="1"/>
      <p:bldP spid="28" grpId="1" animBg="1"/>
      <p:bldP spid="30" grpId="0" animBg="1"/>
      <p:bldP spid="32" grpId="0" animBg="1"/>
      <p:bldP spid="33" grpId="0" animBg="1"/>
      <p:bldP spid="30" grpId="1" animBg="1"/>
      <p:bldP spid="32" grpId="1" animBg="1"/>
      <p:bldP spid="33" grpId="1" animBg="1"/>
      <p:bldP spid="36" grpId="0" animBg="1"/>
      <p:bldP spid="38" grpId="0" animBg="1"/>
      <p:bldP spid="39" grpId="0" animBg="1"/>
      <p:bldP spid="36" grpId="1" animBg="1"/>
      <p:bldP spid="38" grpId="1" animBg="1"/>
      <p:bldP spid="39" grpId="1" animBg="1"/>
      <p:bldP spid="12" grpId="0"/>
      <p:bldP spid="1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118533" y="1259682"/>
            <a:ext cx="708938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HTML</a:t>
            </a:r>
            <a:r>
              <a:rPr lang="zh-CN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页面与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pug</a:t>
            </a:r>
            <a:r>
              <a:rPr lang="zh-CN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模板的对比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6146800" y="2124075"/>
            <a:ext cx="5828030" cy="282638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:/Users/TXY/Desktop/111.gif111"/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9970" b="9970"/>
          <a:stretch>
            <a:fillRect/>
          </a:stretch>
        </p:blipFill>
        <p:spPr bwMode="auto">
          <a:xfrm>
            <a:off x="549275" y="2120900"/>
            <a:ext cx="4853305" cy="2838450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2250" y="3413125"/>
            <a:ext cx="844550" cy="844550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549275" y="1069340"/>
            <a:ext cx="2367280" cy="614045"/>
            <a:chOff x="865" y="1684"/>
            <a:chExt cx="3728" cy="967"/>
          </a:xfrm>
        </p:grpSpPr>
        <p:sp>
          <p:nvSpPr>
            <p:cNvPr id="18" name="矩形 1"/>
            <p:cNvSpPr/>
            <p:nvPr>
              <p:custDataLst>
                <p:tags r:id="rId6"/>
              </p:custDataLst>
            </p:nvPr>
          </p:nvSpPr>
          <p:spPr bwMode="auto">
            <a:xfrm>
              <a:off x="975" y="1997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9" name="TextBox 27"/>
            <p:cNvSpPr txBox="1">
              <a:spLocks noChangeArrowheads="1"/>
            </p:cNvSpPr>
            <p:nvPr/>
          </p:nvSpPr>
          <p:spPr bwMode="auto">
            <a:xfrm>
              <a:off x="2141" y="2009"/>
              <a:ext cx="10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7" name="iconfont-1187-868615"/>
            <p:cNvSpPr/>
            <p:nvPr>
              <p:custDataLst>
                <p:tags r:id="rId7"/>
              </p:custDataLst>
            </p:nvPr>
          </p:nvSpPr>
          <p:spPr>
            <a:xfrm>
              <a:off x="865" y="1684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5" name="文本框 4"/>
          <p:cNvSpPr txBox="1"/>
          <p:nvPr>
            <p:custDataLst>
              <p:tags r:id="rId8"/>
            </p:custDataLst>
          </p:nvPr>
        </p:nvSpPr>
        <p:spPr>
          <a:xfrm>
            <a:off x="939438" y="0"/>
            <a:ext cx="257810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pug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集成模板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371715" y="5250180"/>
            <a:ext cx="36036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标签</a:t>
            </a:r>
            <a:r>
              <a: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不成对，缩进表示嵌套关系</a:t>
            </a:r>
            <a:endParaRPr lang="zh-CN" altLang="en-US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67180" y="5250180"/>
            <a:ext cx="29140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HTML</a:t>
            </a:r>
            <a:r>
              <a: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标签一般成对</a:t>
            </a:r>
            <a:r>
              <a: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出现</a:t>
            </a:r>
            <a:endParaRPr lang="zh-CN" altLang="en-US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0" name="矩形 29"/>
          <p:cNvSpPr/>
          <p:nvPr/>
        </p:nvSpPr>
        <p:spPr>
          <a:xfrm flipH="1">
            <a:off x="6190615" y="2651760"/>
            <a:ext cx="288925" cy="186436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 flipH="1">
            <a:off x="6523355" y="2903220"/>
            <a:ext cx="288925" cy="101981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 flipH="1">
            <a:off x="6896100" y="3412490"/>
            <a:ext cx="288925" cy="50990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 flipH="1">
            <a:off x="6555740" y="4257675"/>
            <a:ext cx="288925" cy="25908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6" grpId="0"/>
      <p:bldP spid="6" grpId="1"/>
      <p:bldP spid="8" grpId="0"/>
      <p:bldP spid="8" grpId="1"/>
      <p:bldP spid="30" grpId="0" bldLvl="0" animBg="1"/>
      <p:bldP spid="9" grpId="0" bldLvl="0" animBg="1"/>
      <p:bldP spid="10" grpId="0" bldLvl="0" animBg="1"/>
      <p:bldP spid="11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3302000" y="1047750"/>
            <a:ext cx="7167245" cy="5409565"/>
          </a:xfrm>
          <a:prstGeom prst="rect">
            <a:avLst/>
          </a:prstGeom>
          <a:solidFill>
            <a:schemeClr val="accent4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圆角矩形 25"/>
          <p:cNvSpPr/>
          <p:nvPr>
            <p:custDataLst>
              <p:tags r:id="rId4"/>
            </p:custDataLst>
          </p:nvPr>
        </p:nvSpPr>
        <p:spPr>
          <a:xfrm>
            <a:off x="3301365" y="1047750"/>
            <a:ext cx="7163435" cy="5314950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矩形 14"/>
          <p:cNvSpPr/>
          <p:nvPr>
            <p:custDataLst>
              <p:tags r:id="rId5"/>
            </p:custDataLst>
          </p:nvPr>
        </p:nvSpPr>
        <p:spPr>
          <a:xfrm>
            <a:off x="3549650" y="1047750"/>
            <a:ext cx="7198360" cy="5169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doctype html</a:t>
            </a:r>
            <a:endParaRPr lang="en-US" altLang="zh-CN" sz="20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html</a:t>
            </a:r>
            <a:endParaRPr lang="en-US" altLang="zh-CN" sz="20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	head </a:t>
            </a:r>
            <a:endParaRPr lang="en-US" altLang="zh-CN" sz="20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		meta(charset='utf-8') </a:t>
            </a:r>
            <a:endParaRPr lang="en-US" altLang="zh-CN" sz="20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		title </a:t>
            </a:r>
            <a:r>
              <a:rPr lang="en-US" altLang="zh-CN" sz="2000" kern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First file of pug</a:t>
            </a: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lang="en-US" altLang="zh-CN" sz="20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	body </a:t>
            </a:r>
            <a:endParaRPr lang="en-US" altLang="zh-CN" sz="20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		h1 </a:t>
            </a:r>
            <a:r>
              <a:rPr lang="en-US" altLang="zh-CN" sz="2000" kern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This is my first pug</a:t>
            </a: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lang="en-US" altLang="zh-CN" sz="20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		div </a:t>
            </a:r>
            <a:endParaRPr lang="en-US" altLang="zh-CN" sz="20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		.div1 </a:t>
            </a:r>
            <a:endParaRPr lang="en-US" altLang="zh-CN" sz="20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			p </a:t>
            </a:r>
            <a:r>
              <a:rPr lang="en-US" altLang="zh-CN" sz="2000" kern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that some content in here</a:t>
            </a: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lang="en-US" altLang="zh-CN" sz="20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			i </a:t>
            </a:r>
            <a:r>
              <a:rPr lang="en-US" altLang="zh-CN" sz="2000" kern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point</a:t>
            </a:r>
            <a:endParaRPr lang="en-US" altLang="zh-CN" sz="2000" kern="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9" name="文本框 28"/>
          <p:cNvSpPr txBox="1"/>
          <p:nvPr>
            <p:custDataLst>
              <p:tags r:id="rId6"/>
            </p:custDataLst>
          </p:nvPr>
        </p:nvSpPr>
        <p:spPr>
          <a:xfrm>
            <a:off x="675005" y="1756410"/>
            <a:ext cx="210375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altLang="zh-CN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kern="1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firstDemo.pug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504055" y="2628900"/>
            <a:ext cx="927735" cy="80010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32435" y="4956175"/>
            <a:ext cx="9344025" cy="766445"/>
            <a:chOff x="681" y="8314"/>
            <a:chExt cx="14715" cy="1207"/>
          </a:xfrm>
        </p:grpSpPr>
        <p:sp>
          <p:nvSpPr>
            <p:cNvPr id="32" name="矩形 4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81" y="8314"/>
              <a:ext cx="4215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没有关闭标签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6" name="直接连接符 5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5440" y="9521"/>
              <a:ext cx="9956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" name="直接连接符 9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 flipV="1">
              <a:off x="5440" y="8683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" name="直接连接符 76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 flipH="1" flipV="1">
              <a:off x="5046" y="8682"/>
              <a:ext cx="394" cy="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" name="直接连接符 90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5048" y="8347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" name="组合 8"/>
          <p:cNvGrpSpPr/>
          <p:nvPr/>
        </p:nvGrpSpPr>
        <p:grpSpPr>
          <a:xfrm>
            <a:off x="542925" y="1048385"/>
            <a:ext cx="2297430" cy="610235"/>
            <a:chOff x="855" y="183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2"/>
              </p:custDataLst>
            </p:nvPr>
          </p:nvSpPr>
          <p:spPr>
            <a:xfrm>
              <a:off x="884" y="266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3"/>
              </p:custDataLst>
            </p:nvPr>
          </p:nvSpPr>
          <p:spPr bwMode="auto">
            <a:xfrm>
              <a:off x="855" y="183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678" y="1865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3621405" y="2124710"/>
            <a:ext cx="882650" cy="32766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14"/>
            </p:custDataLst>
          </p:nvPr>
        </p:nvSpPr>
        <p:spPr>
          <a:xfrm>
            <a:off x="939438" y="0"/>
            <a:ext cx="257810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pug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集成模板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481330" y="2474595"/>
            <a:ext cx="4022725" cy="808355"/>
            <a:chOff x="758" y="3897"/>
            <a:chExt cx="6335" cy="1273"/>
          </a:xfrm>
        </p:grpSpPr>
        <p:grpSp>
          <p:nvGrpSpPr>
            <p:cNvPr id="5" name="组合 4"/>
            <p:cNvGrpSpPr/>
            <p:nvPr/>
          </p:nvGrpSpPr>
          <p:grpSpPr>
            <a:xfrm>
              <a:off x="758" y="4139"/>
              <a:ext cx="6335" cy="1031"/>
              <a:chOff x="758" y="3473"/>
              <a:chExt cx="6335" cy="1031"/>
            </a:xfrm>
          </p:grpSpPr>
          <p:sp>
            <p:nvSpPr>
              <p:cNvPr id="17" name="矩形 4"/>
              <p:cNvSpPr>
                <a:spLocks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758" y="3473"/>
                <a:ext cx="4142" cy="1031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zh-CN" altLang="en-US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不同</a:t>
                </a:r>
                <a:r>
                  <a:rPr lang="zh-CN" altLang="en-US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层次缩进，</a:t>
                </a:r>
                <a:endPara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zh-CN" altLang="en-US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表示标签之间</a:t>
                </a:r>
                <a:r>
                  <a:rPr lang="zh-CN" altLang="en-US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层级关系</a:t>
                </a:r>
                <a:endPara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cxnSp>
            <p:nvCxnSpPr>
              <p:cNvPr id="22" name="直接连接符 76"/>
              <p:cNvCxnSpPr>
                <a:cxnSpLocks noChangeShapeType="1"/>
                <a:stCxn id="30" idx="1"/>
              </p:cNvCxnSpPr>
              <p:nvPr>
                <p:custDataLst>
                  <p:tags r:id="rId16"/>
                </p:custDataLst>
              </p:nvPr>
            </p:nvCxnSpPr>
            <p:spPr bwMode="auto">
              <a:xfrm flipH="1">
                <a:off x="5021" y="4104"/>
                <a:ext cx="2072" cy="37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4" name="直接连接符 90"/>
              <p:cNvCxnSpPr>
                <a:cxnSpLocks noChangeShapeType="1"/>
              </p:cNvCxnSpPr>
              <p:nvPr>
                <p:custDataLst>
                  <p:tags r:id="rId17"/>
                </p:custDataLst>
              </p:nvPr>
            </p:nvCxnSpPr>
            <p:spPr bwMode="auto">
              <a:xfrm flipH="1" flipV="1">
                <a:off x="5021" y="3806"/>
                <a:ext cx="0" cy="671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11" name="直接连接符 9"/>
            <p:cNvCxnSpPr>
              <a:cxnSpLocks noChangeShapeType="1"/>
            </p:cNvCxnSpPr>
            <p:nvPr>
              <p:custDataLst>
                <p:tags r:id="rId18"/>
              </p:custDataLst>
            </p:nvPr>
          </p:nvCxnSpPr>
          <p:spPr bwMode="auto">
            <a:xfrm flipH="1" flipV="1">
              <a:off x="6286" y="3897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custDataLst>
      <p:tags r:id="rId1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9" grpId="0"/>
      <p:bldP spid="30" grpId="0" bldLvl="0" animBg="1"/>
      <p:bldP spid="2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>
            <p:custDataLst>
              <p:tags r:id="rId3"/>
            </p:custDataLst>
          </p:nvPr>
        </p:nvSpPr>
        <p:spPr>
          <a:xfrm>
            <a:off x="3298825" y="1616710"/>
            <a:ext cx="8097520" cy="4726940"/>
          </a:xfrm>
          <a:prstGeom prst="rect">
            <a:avLst/>
          </a:prstGeom>
          <a:solidFill>
            <a:schemeClr val="accent4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圆角矩形 25"/>
          <p:cNvSpPr/>
          <p:nvPr>
            <p:custDataLst>
              <p:tags r:id="rId4"/>
            </p:custDataLst>
          </p:nvPr>
        </p:nvSpPr>
        <p:spPr>
          <a:xfrm>
            <a:off x="3301365" y="1616075"/>
            <a:ext cx="8093710" cy="4728210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矩形 14"/>
          <p:cNvSpPr/>
          <p:nvPr>
            <p:custDataLst>
              <p:tags r:id="rId5"/>
            </p:custDataLst>
          </p:nvPr>
        </p:nvSpPr>
        <p:spPr>
          <a:xfrm>
            <a:off x="3381375" y="1757680"/>
            <a:ext cx="8014970" cy="458660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&lt;!DOCTYPE html&gt;</a:t>
            </a:r>
            <a:endParaRPr lang="en-US" altLang="zh-CN" sz="20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&lt;html&gt;</a:t>
            </a:r>
            <a:endParaRPr lang="en-US" altLang="zh-CN" sz="20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	&lt;head&gt;</a:t>
            </a:r>
            <a:endParaRPr lang="en-US" altLang="zh-CN" sz="20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		&lt;meta charset="utf-8"&gt;</a:t>
            </a:r>
            <a:endParaRPr lang="en-US" altLang="zh-CN" sz="20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		&lt;title&gt;First file of pug &lt;/title&gt;</a:t>
            </a:r>
            <a:endParaRPr lang="en-US" altLang="zh-CN" sz="20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	&lt;/head&gt;</a:t>
            </a:r>
            <a:endParaRPr lang="en-US" altLang="zh-CN" sz="20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	&lt;body&gt;</a:t>
            </a:r>
            <a:endParaRPr lang="en-US" altLang="zh-CN" sz="20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		&lt;h1&gt;This is my first pug &lt;/h1&gt;</a:t>
            </a:r>
            <a:endParaRPr lang="en-US" altLang="zh-CN" sz="20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		&lt;div&gt; &lt;/div&gt;</a:t>
            </a:r>
            <a:endParaRPr lang="en-US" altLang="zh-CN" sz="20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		&lt;div class="div1"&gt;</a:t>
            </a:r>
            <a:endParaRPr lang="en-US" altLang="zh-CN" sz="20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			&lt;p&gt;that some content in here</a:t>
            </a: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&lt;/p&gt;</a:t>
            </a: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				&lt;i&gt;point&lt;/i&gt;</a:t>
            </a:r>
            <a:endParaRPr lang="en-US" altLang="zh-CN" sz="20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371600" lvl="3" indent="457200"/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&lt;/div&gt;</a:t>
            </a:r>
            <a:endParaRPr lang="en-US" altLang="zh-CN" sz="20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	&lt;/body&gt;</a:t>
            </a:r>
            <a:endParaRPr lang="en-US" altLang="zh-CN" sz="20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&lt;/html&gt;</a:t>
            </a:r>
            <a:endParaRPr lang="en-US" altLang="zh-CN" sz="20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9" name="文本框 28"/>
          <p:cNvSpPr txBox="1"/>
          <p:nvPr>
            <p:custDataLst>
              <p:tags r:id="rId6"/>
            </p:custDataLst>
          </p:nvPr>
        </p:nvSpPr>
        <p:spPr>
          <a:xfrm>
            <a:off x="542925" y="1757680"/>
            <a:ext cx="247332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altLang="zh-CN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firstDemo.html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28625" y="2721610"/>
            <a:ext cx="4988560" cy="911860"/>
            <a:chOff x="675" y="4286"/>
            <a:chExt cx="7856" cy="1436"/>
          </a:xfrm>
        </p:grpSpPr>
        <p:sp>
          <p:nvSpPr>
            <p:cNvPr id="39" name="矩形 4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75" y="4515"/>
              <a:ext cx="4198" cy="6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通常成对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3" name="直接连接符 5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>
              <a:off x="5434" y="5722"/>
              <a:ext cx="3097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直接连接符 9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>
              <a:off x="5375" y="4898"/>
              <a:ext cx="7" cy="742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" name="直接连接符 76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>
              <a:off x="5042" y="4884"/>
              <a:ext cx="390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直接连接符 90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>
              <a:off x="5041" y="4549"/>
              <a:ext cx="0" cy="669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" name="直接连接符 5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>
              <a:off x="5326" y="4286"/>
              <a:ext cx="3097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" name="直接连接符 9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>
              <a:off x="5383" y="4286"/>
              <a:ext cx="0" cy="68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" name="组合 8"/>
          <p:cNvGrpSpPr/>
          <p:nvPr/>
        </p:nvGrpSpPr>
        <p:grpSpPr>
          <a:xfrm>
            <a:off x="542925" y="1048385"/>
            <a:ext cx="2297430" cy="610235"/>
            <a:chOff x="855" y="183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4"/>
              </p:custDataLst>
            </p:nvPr>
          </p:nvSpPr>
          <p:spPr>
            <a:xfrm>
              <a:off x="884" y="266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5"/>
              </p:custDataLst>
            </p:nvPr>
          </p:nvSpPr>
          <p:spPr bwMode="auto">
            <a:xfrm>
              <a:off x="855" y="183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678" y="1865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2" name="文本框 1"/>
          <p:cNvSpPr txBox="1"/>
          <p:nvPr>
            <p:custDataLst>
              <p:tags r:id="rId16"/>
            </p:custDataLst>
          </p:nvPr>
        </p:nvSpPr>
        <p:spPr>
          <a:xfrm>
            <a:off x="939438" y="0"/>
            <a:ext cx="257810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pug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集成模板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>
            <p:custDataLst>
              <p:tags r:id="rId1"/>
            </p:custDataLst>
          </p:nvPr>
        </p:nvSpPr>
        <p:spPr>
          <a:xfrm>
            <a:off x="754491" y="2248258"/>
            <a:ext cx="6094520" cy="4246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en-US" altLang="zh-CN" sz="1800" kern="10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ejs</a:t>
            </a: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模板引擎中标签主要有以下形式：</a:t>
            </a:r>
            <a:endParaRPr lang="zh-CN" altLang="zh-CN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&lt;% </a:t>
            </a: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：“脚本”标签，用于</a:t>
            </a:r>
            <a:r>
              <a:rPr lang="zh-CN" altLang="zh-CN" sz="1800" b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流程控制</a:t>
            </a:r>
            <a:r>
              <a:rPr lang="zh-CN" altLang="zh-CN" sz="1800" b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等，无输出</a:t>
            </a: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endParaRPr lang="zh-CN" altLang="zh-CN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&lt;%_ </a:t>
            </a: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zh-CN" altLang="zh-CN" sz="1800" b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删除</a:t>
            </a: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</a:t>
            </a:r>
            <a:r>
              <a:rPr lang="zh-CN" altLang="zh-CN" sz="1800" b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前面的空格符</a:t>
            </a: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endParaRPr lang="zh-CN" altLang="zh-CN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&lt;%=</a:t>
            </a: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zh-CN" altLang="zh-CN" sz="1800" b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输出变量的值到模板中</a:t>
            </a: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endParaRPr lang="zh-CN" altLang="zh-CN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&lt;%- </a:t>
            </a: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：输出</a:t>
            </a:r>
            <a:r>
              <a:rPr lang="zh-CN" altLang="zh-CN" sz="1800" b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非转义</a:t>
            </a: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的原始内容到模板，</a:t>
            </a:r>
            <a:r>
              <a:rPr lang="zh-CN" altLang="zh-CN" sz="1800" b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解析</a:t>
            </a:r>
            <a:r>
              <a:rPr lang="en-US" altLang="zh-CN" sz="1800" b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HTML</a:t>
            </a:r>
            <a:r>
              <a:rPr lang="zh-CN" altLang="en-US" sz="1800" b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标签</a:t>
            </a: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endParaRPr lang="zh-CN" altLang="zh-CN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&lt;%# </a:t>
            </a: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zh-CN" altLang="zh-CN" sz="1800" b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注释标签</a:t>
            </a: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，不执行、不输出内容；</a:t>
            </a:r>
            <a:endParaRPr lang="zh-CN" altLang="zh-CN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&lt;%% </a:t>
            </a: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：输出字符串</a:t>
            </a:r>
            <a:r>
              <a:rPr lang="en-US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800" b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'&lt;%'</a:t>
            </a: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endParaRPr lang="zh-CN" altLang="zh-CN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%&gt;</a:t>
            </a: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 </a:t>
            </a: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一般</a:t>
            </a:r>
            <a:r>
              <a:rPr lang="zh-CN" altLang="zh-CN" sz="1800" b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结束标签</a:t>
            </a: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endParaRPr lang="zh-CN" altLang="zh-CN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-%&gt; </a:t>
            </a: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zh-CN" altLang="zh-CN" sz="1800" b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删除</a:t>
            </a: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紧随</a:t>
            </a:r>
            <a:r>
              <a:rPr lang="zh-CN" altLang="zh-CN" sz="1800" b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其后的换行符</a:t>
            </a: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endParaRPr lang="zh-CN" altLang="zh-CN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_%&gt; </a:t>
            </a: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：将结束标签后面的</a:t>
            </a:r>
            <a:r>
              <a:rPr lang="zh-CN" altLang="zh-CN" sz="1800" b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空格符删除</a:t>
            </a: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zh-CN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>
            <p:custDataLst>
              <p:tags r:id="rId2"/>
            </p:custDataLst>
          </p:nvPr>
        </p:nvSpPr>
        <p:spPr>
          <a:xfrm>
            <a:off x="6884035" y="3321685"/>
            <a:ext cx="4877435" cy="2132965"/>
          </a:xfrm>
          <a:prstGeom prst="rect">
            <a:avLst/>
          </a:prstGeom>
          <a:solidFill>
            <a:schemeClr val="accent4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Freeform 10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4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5"/>
            </p:custDataLst>
          </p:nvPr>
        </p:nvSpPr>
        <p:spPr>
          <a:xfrm>
            <a:off x="957267" y="67333"/>
            <a:ext cx="233553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32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ejs</a:t>
            </a:r>
            <a:r>
              <a:rPr lang="zh-CN" altLang="en-US" sz="32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模板</a:t>
            </a:r>
            <a:r>
              <a:rPr lang="zh-CN" altLang="en-US" sz="32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引擎</a:t>
            </a:r>
            <a:endParaRPr lang="zh-CN" altLang="en-US" sz="3200" dirty="0" err="1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6"/>
            </p:custDataLst>
          </p:nvPr>
        </p:nvSpPr>
        <p:spPr>
          <a:xfrm>
            <a:off x="6979920" y="3321050"/>
            <a:ext cx="4705985" cy="21342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 algn="l" fontAlgn="auto">
              <a:lnSpc>
                <a:spcPct val="200000"/>
              </a:lnSpc>
            </a:pPr>
            <a:r>
              <a:rPr lang="en-US" altLang="zh-CN" sz="20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&lt;% if (</a:t>
            </a:r>
            <a:r>
              <a:rPr lang="en-US" altLang="zh-CN" sz="20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product) { %&gt;</a:t>
            </a:r>
            <a:endParaRPr lang="zh-CN" altLang="zh-CN" sz="20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indent="0" algn="l" fontAlgn="auto">
              <a:lnSpc>
                <a:spcPct val="200000"/>
              </a:lnSpc>
            </a:pPr>
            <a:r>
              <a:rPr lang="en-US" altLang="zh-CN" sz="20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&lt;h2&gt;&lt;%= </a:t>
            </a:r>
            <a:r>
              <a:rPr lang="en-US" altLang="zh-CN" sz="20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product.name %&gt;&lt;/h2&gt;</a:t>
            </a:r>
            <a:endParaRPr lang="zh-CN" altLang="zh-CN" sz="20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indent="0" fontAlgn="auto">
              <a:lnSpc>
                <a:spcPct val="200000"/>
              </a:lnSpc>
            </a:pPr>
            <a:r>
              <a:rPr lang="en-US" altLang="zh-CN" sz="20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&lt;% } %&gt;</a:t>
            </a:r>
            <a:endParaRPr lang="en-US" altLang="zh-CN" sz="20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矩形: 圆角 9"/>
          <p:cNvSpPr/>
          <p:nvPr>
            <p:custDataLst>
              <p:tags r:id="rId7"/>
            </p:custDataLst>
          </p:nvPr>
        </p:nvSpPr>
        <p:spPr>
          <a:xfrm>
            <a:off x="670630" y="1098718"/>
            <a:ext cx="1345474" cy="878039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>
            <p:custDataLst>
              <p:tags r:id="rId8"/>
            </p:custDataLst>
          </p:nvPr>
        </p:nvSpPr>
        <p:spPr>
          <a:xfrm>
            <a:off x="2016103" y="1101919"/>
            <a:ext cx="231289" cy="873868"/>
          </a:xfrm>
          <a:prstGeom prst="roundRect">
            <a:avLst>
              <a:gd name="adj" fmla="val 0"/>
            </a:avLst>
          </a:prstGeom>
          <a:solidFill>
            <a:schemeClr val="l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8274" y="1174079"/>
            <a:ext cx="569913" cy="569913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2203318" y="1344705"/>
            <a:ext cx="208212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ejs</a:t>
            </a: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模板</a:t>
            </a:r>
            <a:r>
              <a:rPr lang="en-US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—— </a:t>
            </a:r>
            <a:endParaRPr lang="en-US" altLang="zh-CN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2"/>
            </p:custDataLst>
          </p:nvPr>
        </p:nvSpPr>
        <p:spPr>
          <a:xfrm>
            <a:off x="3543300" y="1216025"/>
            <a:ext cx="795718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模板引擎的标签写法同HTML一致，</a:t>
            </a: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还支持直接在标签内书写简单、直白的</a:t>
            </a:r>
            <a:r>
              <a:rPr lang="en-US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JavaScript</a:t>
            </a: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代码，最后生成HTML页面。</a:t>
            </a:r>
            <a:endParaRPr lang="zh-CN" altLang="zh-CN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圆角矩形 25"/>
          <p:cNvSpPr/>
          <p:nvPr>
            <p:custDataLst>
              <p:tags r:id="rId13"/>
            </p:custDataLst>
          </p:nvPr>
        </p:nvSpPr>
        <p:spPr>
          <a:xfrm>
            <a:off x="6979920" y="3289935"/>
            <a:ext cx="4801235" cy="2165985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3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969704" y="4603801"/>
            <a:ext cx="2795270" cy="0"/>
          </a:xfrm>
          <a:prstGeom prst="line">
            <a:avLst/>
          </a:prstGeom>
          <a:ln w="38100">
            <a:gradFill>
              <a:gsLst>
                <a:gs pos="50000">
                  <a:schemeClr val="accent5"/>
                </a:gs>
                <a:gs pos="0">
                  <a:schemeClr val="accent5">
                    <a:lumMod val="25000"/>
                    <a:lumOff val="75000"/>
                  </a:schemeClr>
                </a:gs>
                <a:gs pos="100000">
                  <a:schemeClr val="accent5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>
            <p:custDataLst>
              <p:tags r:id="rId14"/>
            </p:custDataLst>
          </p:nvPr>
        </p:nvSpPr>
        <p:spPr>
          <a:xfrm>
            <a:off x="680720" y="2257425"/>
            <a:ext cx="6169025" cy="418909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1168334" y="3106575"/>
            <a:ext cx="47897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089881" y="5582450"/>
            <a:ext cx="47897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187454" y="3903552"/>
            <a:ext cx="478971" cy="0"/>
          </a:xfrm>
          <a:prstGeom prst="line">
            <a:avLst/>
          </a:prstGeom>
          <a:ln w="28575">
            <a:gradFill>
              <a:gsLst>
                <a:gs pos="50000">
                  <a:schemeClr val="accent5"/>
                </a:gs>
                <a:gs pos="0">
                  <a:schemeClr val="accent5">
                    <a:lumMod val="25000"/>
                    <a:lumOff val="75000"/>
                  </a:schemeClr>
                </a:gs>
                <a:gs pos="100000">
                  <a:schemeClr val="accent5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168334" y="4338266"/>
            <a:ext cx="478971" cy="0"/>
          </a:xfrm>
          <a:prstGeom prst="line">
            <a:avLst/>
          </a:prstGeom>
          <a:ln w="38100"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7113204" y="3968905"/>
            <a:ext cx="210312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7113204" y="5204615"/>
            <a:ext cx="100584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0" grpId="0" bldLvl="0" animBg="1"/>
      <p:bldP spid="11" grpId="0" bldLvl="0" animBg="1"/>
      <p:bldP spid="13" grpId="0"/>
      <p:bldP spid="17" grpId="0"/>
      <p:bldP spid="19" grpId="0" bldLvl="0" animBg="1"/>
      <p:bldP spid="21" grpId="0" animBg="1"/>
      <p:bldP spid="16" grpId="0"/>
      <p:bldP spid="22" grpId="0" bldLvl="0" animBg="1"/>
      <p:bldP spid="21" grpId="1" animBg="1"/>
      <p:bldP spid="16" grpId="1"/>
      <p:bldP spid="22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>
            <p:custDataLst>
              <p:tags r:id="rId1"/>
            </p:custDataLst>
          </p:nvPr>
        </p:nvSpPr>
        <p:spPr>
          <a:xfrm>
            <a:off x="2507615" y="2701925"/>
            <a:ext cx="5993765" cy="3123565"/>
          </a:xfrm>
          <a:prstGeom prst="rect">
            <a:avLst/>
          </a:prstGeom>
          <a:solidFill>
            <a:schemeClr val="accent4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4"/>
            </p:custDataLst>
          </p:nvPr>
        </p:nvSpPr>
        <p:spPr>
          <a:xfrm>
            <a:off x="2507615" y="2599690"/>
            <a:ext cx="5918200" cy="3322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&lt;body&gt;</a:t>
            </a:r>
            <a:endParaRPr lang="en-US" altLang="zh-CN" sz="2000" kern="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	&lt;%- include("./top.ejs") %&gt;</a:t>
            </a:r>
            <a:endParaRPr lang="en-US" altLang="zh-CN" sz="2000" kern="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	&lt;main&gt;</a:t>
            </a:r>
            <a:endParaRPr lang="en-US" altLang="zh-CN" sz="2000" kern="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	     ......  // 此处省略代码</a:t>
            </a:r>
            <a:endParaRPr lang="en-US" altLang="zh-CN" sz="2000" kern="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	&lt;/main&gt;</a:t>
            </a:r>
            <a:endParaRPr lang="en-US" altLang="zh-CN" sz="2000" kern="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	&lt;%- include("./bottom.ejs") %&gt;</a:t>
            </a:r>
            <a:endParaRPr lang="en-US" altLang="zh-CN" sz="2000" kern="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&lt;/body&gt;</a:t>
            </a:r>
            <a:endParaRPr lang="en-US" altLang="zh-CN" sz="2000" kern="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429635" y="3182620"/>
            <a:ext cx="3992880" cy="48196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矩形: 圆角 9"/>
          <p:cNvSpPr/>
          <p:nvPr>
            <p:custDataLst>
              <p:tags r:id="rId5"/>
            </p:custDataLst>
          </p:nvPr>
        </p:nvSpPr>
        <p:spPr>
          <a:xfrm>
            <a:off x="664915" y="1098718"/>
            <a:ext cx="1345474" cy="878039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>
            <p:custDataLst>
              <p:tags r:id="rId6"/>
            </p:custDataLst>
          </p:nvPr>
        </p:nvSpPr>
        <p:spPr>
          <a:xfrm>
            <a:off x="2010388" y="1101919"/>
            <a:ext cx="231289" cy="873868"/>
          </a:xfrm>
          <a:prstGeom prst="roundRect">
            <a:avLst>
              <a:gd name="adj" fmla="val 0"/>
            </a:avLst>
          </a:prstGeom>
          <a:solidFill>
            <a:schemeClr val="l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2559" y="1174079"/>
            <a:ext cx="569913" cy="569913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2241235" y="1374660"/>
            <a:ext cx="8252683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 include </a:t>
            </a:r>
            <a:r>
              <a:rPr lang="zh-CN" altLang="zh-CN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命令</a:t>
            </a:r>
            <a:r>
              <a:rPr lang="en-US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——</a:t>
            </a:r>
            <a:r>
              <a:rPr lang="en-US" altLang="zh-CN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zh-CN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将相对于模板路径中的模板片段包含进来</a:t>
            </a:r>
            <a:r>
              <a:rPr lang="zh-CN" altLang="en-US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en-US" altLang="zh-CN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endParaRPr lang="en-US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2" name="圆角矩形 25"/>
          <p:cNvSpPr/>
          <p:nvPr>
            <p:custDataLst>
              <p:tags r:id="rId10"/>
            </p:custDataLst>
          </p:nvPr>
        </p:nvSpPr>
        <p:spPr>
          <a:xfrm>
            <a:off x="2420620" y="2599690"/>
            <a:ext cx="5922645" cy="3255010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3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3590609" y="3547976"/>
            <a:ext cx="1369060" cy="0"/>
          </a:xfrm>
          <a:prstGeom prst="line">
            <a:avLst/>
          </a:prstGeom>
          <a:ln w="38100"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>
            <p:custDataLst>
              <p:tags r:id="rId11"/>
            </p:custDataLst>
          </p:nvPr>
        </p:nvSpPr>
        <p:spPr>
          <a:xfrm>
            <a:off x="2289175" y="1987550"/>
            <a:ext cx="863790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 fontAlgn="auto"/>
            <a:r>
              <a:rPr lang="zh-CN" altLang="zh-CN" sz="1800" b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比如：</a:t>
            </a: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模板页面</a:t>
            </a: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要包含“</a:t>
            </a:r>
            <a:r>
              <a:rPr lang="en-US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./top</a:t>
            </a:r>
            <a:r>
              <a:rPr lang="en-US" altLang="zh-CN" sz="1800" b="1" kern="10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.ejs</a:t>
            </a: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”和“</a:t>
            </a:r>
            <a:r>
              <a:rPr lang="en-US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./bottom</a:t>
            </a:r>
            <a:r>
              <a:rPr lang="en-US" altLang="zh-CN" sz="1800" b="1" kern="10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.ejs</a:t>
            </a: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”两个模板文件</a:t>
            </a:r>
            <a:r>
              <a:rPr lang="zh-CN" altLang="en-US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2"/>
            </p:custDataLst>
          </p:nvPr>
        </p:nvSpPr>
        <p:spPr>
          <a:xfrm>
            <a:off x="957267" y="67333"/>
            <a:ext cx="233553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32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ejs</a:t>
            </a:r>
            <a:r>
              <a:rPr lang="zh-CN" altLang="en-US" sz="32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模板</a:t>
            </a:r>
            <a:r>
              <a:rPr lang="zh-CN" altLang="en-US" sz="32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引擎</a:t>
            </a:r>
            <a:endParaRPr lang="zh-CN" altLang="en-US" sz="3200" dirty="0" err="1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429635" y="5005705"/>
            <a:ext cx="3992880" cy="48196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3590609" y="5385031"/>
            <a:ext cx="1369060" cy="0"/>
          </a:xfrm>
          <a:prstGeom prst="line">
            <a:avLst/>
          </a:prstGeom>
          <a:ln w="38100"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1" grpId="0" bldLvl="0" animBg="1"/>
      <p:bldP spid="13" grpId="0"/>
      <p:bldP spid="23" grpId="0"/>
      <p:bldP spid="21" grpId="0" bldLvl="0" animBg="1"/>
      <p:bldP spid="24" grpId="0"/>
      <p:bldP spid="9" grpId="0" bldLvl="0" animBg="1"/>
      <p:bldP spid="22" grpId="0" bldLvl="0" animBg="1"/>
      <p:bldP spid="21" grpId="1" animBg="1"/>
      <p:bldP spid="24" grpId="1"/>
      <p:bldP spid="9" grpId="1" animBg="1"/>
      <p:bldP spid="22" grpId="1" animBg="1"/>
      <p:bldP spid="3" grpId="0" bldLvl="0" animBg="1"/>
      <p:bldP spid="3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1"/>
          <p:cNvSpPr/>
          <p:nvPr>
            <p:custDataLst>
              <p:tags r:id="rId3"/>
            </p:custDataLst>
          </p:nvPr>
        </p:nvSpPr>
        <p:spPr bwMode="auto">
          <a:xfrm>
            <a:off x="619125" y="1268095"/>
            <a:ext cx="2297430" cy="415925"/>
          </a:xfrm>
          <a:custGeom>
            <a:avLst/>
            <a:gdLst>
              <a:gd name="connsiteX0" fmla="*/ 0 w 6840760"/>
              <a:gd name="connsiteY0" fmla="*/ 0 h 888468"/>
              <a:gd name="connsiteX1" fmla="*/ 6840760 w 6840760"/>
              <a:gd name="connsiteY1" fmla="*/ 0 h 888468"/>
              <a:gd name="connsiteX2" fmla="*/ 6840760 w 6840760"/>
              <a:gd name="connsiteY2" fmla="*/ 888468 h 888468"/>
              <a:gd name="connsiteX3" fmla="*/ 0 w 6840760"/>
              <a:gd name="connsiteY3" fmla="*/ 888468 h 888468"/>
              <a:gd name="connsiteX4" fmla="*/ 0 w 6840760"/>
              <a:gd name="connsiteY4" fmla="*/ 0 h 888468"/>
              <a:gd name="connsiteX0-1" fmla="*/ 0 w 6840760"/>
              <a:gd name="connsiteY0-2" fmla="*/ 0 h 888468"/>
              <a:gd name="connsiteX1-3" fmla="*/ 6465622 w 6840760"/>
              <a:gd name="connsiteY1-4" fmla="*/ 35169 h 888468"/>
              <a:gd name="connsiteX2-5" fmla="*/ 6840760 w 6840760"/>
              <a:gd name="connsiteY2-6" fmla="*/ 888468 h 888468"/>
              <a:gd name="connsiteX3-7" fmla="*/ 0 w 6840760"/>
              <a:gd name="connsiteY3-8" fmla="*/ 888468 h 888468"/>
              <a:gd name="connsiteX4-9" fmla="*/ 0 w 6840760"/>
              <a:gd name="connsiteY4-10" fmla="*/ 0 h 888468"/>
              <a:gd name="connsiteX0-11" fmla="*/ 351693 w 6840760"/>
              <a:gd name="connsiteY0-12" fmla="*/ 0 h 888468"/>
              <a:gd name="connsiteX1-13" fmla="*/ 6465622 w 6840760"/>
              <a:gd name="connsiteY1-14" fmla="*/ 35169 h 888468"/>
              <a:gd name="connsiteX2-15" fmla="*/ 6840760 w 6840760"/>
              <a:gd name="connsiteY2-16" fmla="*/ 888468 h 888468"/>
              <a:gd name="connsiteX3-17" fmla="*/ 0 w 6840760"/>
              <a:gd name="connsiteY3-18" fmla="*/ 888468 h 888468"/>
              <a:gd name="connsiteX4-19" fmla="*/ 351693 w 6840760"/>
              <a:gd name="connsiteY4-20" fmla="*/ 0 h 88846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840760" h="888468">
                <a:moveTo>
                  <a:pt x="351693" y="0"/>
                </a:moveTo>
                <a:lnTo>
                  <a:pt x="6465622" y="35169"/>
                </a:lnTo>
                <a:lnTo>
                  <a:pt x="6840760" y="888468"/>
                </a:lnTo>
                <a:lnTo>
                  <a:pt x="0" y="888468"/>
                </a:lnTo>
                <a:lnTo>
                  <a:pt x="351693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2" name="TextBox 27"/>
          <p:cNvSpPr txBox="1">
            <a:spLocks noChangeArrowheads="1"/>
          </p:cNvSpPr>
          <p:nvPr/>
        </p:nvSpPr>
        <p:spPr bwMode="auto">
          <a:xfrm>
            <a:off x="1359535" y="1275715"/>
            <a:ext cx="69088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示例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iconfont-1187-868615"/>
          <p:cNvSpPr/>
          <p:nvPr>
            <p:custDataLst>
              <p:tags r:id="rId4"/>
            </p:custDataLst>
          </p:nvPr>
        </p:nvSpPr>
        <p:spPr>
          <a:xfrm>
            <a:off x="549275" y="1069340"/>
            <a:ext cx="608330" cy="609600"/>
          </a:xfrm>
          <a:custGeom>
            <a:avLst/>
            <a:gdLst>
              <a:gd name="T0" fmla="*/ 12123 w 12728"/>
              <a:gd name="T1" fmla="*/ 2794 h 12755"/>
              <a:gd name="T2" fmla="*/ 11574 w 12728"/>
              <a:gd name="T3" fmla="*/ 3342 h 12755"/>
              <a:gd name="T4" fmla="*/ 9386 w 12728"/>
              <a:gd name="T5" fmla="*/ 1151 h 12755"/>
              <a:gd name="T6" fmla="*/ 9932 w 12728"/>
              <a:gd name="T7" fmla="*/ 605 h 12755"/>
              <a:gd name="T8" fmla="*/ 12123 w 12728"/>
              <a:gd name="T9" fmla="*/ 605 h 12755"/>
              <a:gd name="T10" fmla="*/ 12123 w 12728"/>
              <a:gd name="T11" fmla="*/ 2794 h 12755"/>
              <a:gd name="T12" fmla="*/ 10479 w 12728"/>
              <a:gd name="T13" fmla="*/ 4436 h 12755"/>
              <a:gd name="T14" fmla="*/ 7742 w 12728"/>
              <a:gd name="T15" fmla="*/ 7169 h 12755"/>
              <a:gd name="T16" fmla="*/ 3926 w 12728"/>
              <a:gd name="T17" fmla="*/ 8827 h 12755"/>
              <a:gd name="T18" fmla="*/ 5551 w 12728"/>
              <a:gd name="T19" fmla="*/ 4980 h 12755"/>
              <a:gd name="T20" fmla="*/ 8290 w 12728"/>
              <a:gd name="T21" fmla="*/ 2245 h 12755"/>
              <a:gd name="T22" fmla="*/ 10479 w 12728"/>
              <a:gd name="T23" fmla="*/ 4436 h 12755"/>
              <a:gd name="T24" fmla="*/ 4711 w 12728"/>
              <a:gd name="T25" fmla="*/ 1735 h 12755"/>
              <a:gd name="T26" fmla="*/ 2356 w 12728"/>
              <a:gd name="T27" fmla="*/ 1735 h 12755"/>
              <a:gd name="T28" fmla="*/ 1570 w 12728"/>
              <a:gd name="T29" fmla="*/ 2522 h 12755"/>
              <a:gd name="T30" fmla="*/ 1570 w 12728"/>
              <a:gd name="T31" fmla="*/ 10392 h 12755"/>
              <a:gd name="T32" fmla="*/ 2356 w 12728"/>
              <a:gd name="T33" fmla="*/ 11179 h 12755"/>
              <a:gd name="T34" fmla="*/ 10210 w 12728"/>
              <a:gd name="T35" fmla="*/ 11179 h 12755"/>
              <a:gd name="T36" fmla="*/ 10995 w 12728"/>
              <a:gd name="T37" fmla="*/ 10392 h 12755"/>
              <a:gd name="T38" fmla="*/ 10995 w 12728"/>
              <a:gd name="T39" fmla="*/ 7245 h 12755"/>
              <a:gd name="T40" fmla="*/ 11780 w 12728"/>
              <a:gd name="T41" fmla="*/ 6458 h 12755"/>
              <a:gd name="T42" fmla="*/ 12565 w 12728"/>
              <a:gd name="T43" fmla="*/ 7245 h 12755"/>
              <a:gd name="T44" fmla="*/ 12565 w 12728"/>
              <a:gd name="T45" fmla="*/ 11181 h 12755"/>
              <a:gd name="T46" fmla="*/ 10995 w 12728"/>
              <a:gd name="T47" fmla="*/ 12755 h 12755"/>
              <a:gd name="T48" fmla="*/ 1570 w 12728"/>
              <a:gd name="T49" fmla="*/ 12755 h 12755"/>
              <a:gd name="T50" fmla="*/ 0 w 12728"/>
              <a:gd name="T51" fmla="*/ 11181 h 12755"/>
              <a:gd name="T52" fmla="*/ 0 w 12728"/>
              <a:gd name="T53" fmla="*/ 1735 h 12755"/>
              <a:gd name="T54" fmla="*/ 1570 w 12728"/>
              <a:gd name="T55" fmla="*/ 161 h 12755"/>
              <a:gd name="T56" fmla="*/ 4711 w 12728"/>
              <a:gd name="T57" fmla="*/ 161 h 12755"/>
              <a:gd name="T58" fmla="*/ 5496 w 12728"/>
              <a:gd name="T59" fmla="*/ 948 h 12755"/>
              <a:gd name="T60" fmla="*/ 4711 w 12728"/>
              <a:gd name="T61" fmla="*/ 1735 h 12755"/>
              <a:gd name="T62" fmla="*/ 4711 w 12728"/>
              <a:gd name="T63" fmla="*/ 1735 h 127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2728" h="12755">
                <a:moveTo>
                  <a:pt x="12123" y="2794"/>
                </a:moveTo>
                <a:lnTo>
                  <a:pt x="11574" y="3342"/>
                </a:lnTo>
                <a:lnTo>
                  <a:pt x="9386" y="1151"/>
                </a:lnTo>
                <a:lnTo>
                  <a:pt x="9932" y="605"/>
                </a:lnTo>
                <a:cubicBezTo>
                  <a:pt x="10537" y="0"/>
                  <a:pt x="11518" y="0"/>
                  <a:pt x="12123" y="605"/>
                </a:cubicBezTo>
                <a:cubicBezTo>
                  <a:pt x="12728" y="1208"/>
                  <a:pt x="12728" y="2189"/>
                  <a:pt x="12123" y="2794"/>
                </a:cubicBezTo>
                <a:close/>
                <a:moveTo>
                  <a:pt x="10479" y="4436"/>
                </a:moveTo>
                <a:lnTo>
                  <a:pt x="7742" y="7169"/>
                </a:lnTo>
                <a:lnTo>
                  <a:pt x="3926" y="8827"/>
                </a:lnTo>
                <a:lnTo>
                  <a:pt x="5551" y="4980"/>
                </a:lnTo>
                <a:lnTo>
                  <a:pt x="8290" y="2245"/>
                </a:lnTo>
                <a:lnTo>
                  <a:pt x="10479" y="4436"/>
                </a:lnTo>
                <a:close/>
                <a:moveTo>
                  <a:pt x="4711" y="1735"/>
                </a:moveTo>
                <a:lnTo>
                  <a:pt x="2356" y="1735"/>
                </a:lnTo>
                <a:cubicBezTo>
                  <a:pt x="1921" y="1735"/>
                  <a:pt x="1570" y="2088"/>
                  <a:pt x="1570" y="2522"/>
                </a:cubicBezTo>
                <a:lnTo>
                  <a:pt x="1570" y="10392"/>
                </a:lnTo>
                <a:cubicBezTo>
                  <a:pt x="1570" y="10826"/>
                  <a:pt x="1921" y="11179"/>
                  <a:pt x="2356" y="11179"/>
                </a:cubicBezTo>
                <a:lnTo>
                  <a:pt x="10210" y="11179"/>
                </a:lnTo>
                <a:cubicBezTo>
                  <a:pt x="10644" y="11179"/>
                  <a:pt x="10995" y="10826"/>
                  <a:pt x="10995" y="10392"/>
                </a:cubicBezTo>
                <a:lnTo>
                  <a:pt x="10995" y="7245"/>
                </a:lnTo>
                <a:cubicBezTo>
                  <a:pt x="10995" y="6811"/>
                  <a:pt x="11346" y="6458"/>
                  <a:pt x="11780" y="6458"/>
                </a:cubicBezTo>
                <a:cubicBezTo>
                  <a:pt x="12214" y="6458"/>
                  <a:pt x="12565" y="6811"/>
                  <a:pt x="12565" y="7245"/>
                </a:cubicBezTo>
                <a:lnTo>
                  <a:pt x="12565" y="11181"/>
                </a:lnTo>
                <a:cubicBezTo>
                  <a:pt x="12565" y="12049"/>
                  <a:pt x="11861" y="12755"/>
                  <a:pt x="10995" y="12755"/>
                </a:cubicBezTo>
                <a:lnTo>
                  <a:pt x="1570" y="12755"/>
                </a:lnTo>
                <a:cubicBezTo>
                  <a:pt x="704" y="12755"/>
                  <a:pt x="0" y="12051"/>
                  <a:pt x="0" y="11181"/>
                </a:cubicBezTo>
                <a:lnTo>
                  <a:pt x="0" y="1735"/>
                </a:lnTo>
                <a:cubicBezTo>
                  <a:pt x="0" y="866"/>
                  <a:pt x="704" y="161"/>
                  <a:pt x="1570" y="161"/>
                </a:cubicBezTo>
                <a:lnTo>
                  <a:pt x="4711" y="161"/>
                </a:lnTo>
                <a:cubicBezTo>
                  <a:pt x="5145" y="161"/>
                  <a:pt x="5496" y="514"/>
                  <a:pt x="5496" y="948"/>
                </a:cubicBezTo>
                <a:cubicBezTo>
                  <a:pt x="5496" y="1384"/>
                  <a:pt x="5145" y="1735"/>
                  <a:pt x="4711" y="1735"/>
                </a:cubicBezTo>
                <a:close/>
                <a:moveTo>
                  <a:pt x="4711" y="1735"/>
                </a:moveTo>
                <a:close/>
              </a:path>
            </a:pathLst>
          </a:custGeom>
          <a:solidFill>
            <a:schemeClr val="lt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118533" y="1259682"/>
            <a:ext cx="708938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ejs</a:t>
            </a:r>
            <a:r>
              <a:rPr lang="zh-CN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模板文件生成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HTML</a:t>
            </a:r>
            <a:r>
              <a:rPr lang="zh-CN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页面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任意多边形: 形状 4"/>
          <p:cNvSpPr/>
          <p:nvPr>
            <p:custDataLst>
              <p:tags r:id="rId5"/>
            </p:custDataLst>
          </p:nvPr>
        </p:nvSpPr>
        <p:spPr bwMode="auto">
          <a:xfrm>
            <a:off x="1684020" y="2604135"/>
            <a:ext cx="3278505" cy="998220"/>
          </a:xfrm>
          <a:custGeom>
            <a:avLst/>
            <a:gdLst>
              <a:gd name="T0" fmla="*/ 204 w 296"/>
              <a:gd name="T1" fmla="*/ 132 h 132"/>
              <a:gd name="T2" fmla="*/ 296 w 296"/>
              <a:gd name="T3" fmla="*/ 0 h 132"/>
              <a:gd name="T4" fmla="*/ 95 w 296"/>
              <a:gd name="T5" fmla="*/ 0 h 132"/>
              <a:gd name="T6" fmla="*/ 0 w 296"/>
              <a:gd name="T7" fmla="*/ 132 h 132"/>
              <a:gd name="T8" fmla="*/ 204 w 296"/>
              <a:gd name="T9" fmla="*/ 132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6" h="132">
                <a:moveTo>
                  <a:pt x="204" y="132"/>
                </a:moveTo>
                <a:lnTo>
                  <a:pt x="296" y="0"/>
                </a:lnTo>
                <a:lnTo>
                  <a:pt x="95" y="0"/>
                </a:lnTo>
                <a:lnTo>
                  <a:pt x="0" y="132"/>
                </a:lnTo>
                <a:lnTo>
                  <a:pt x="204" y="13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/>
          <a:lstStyle/>
          <a:p>
            <a:pPr algn="ctr"/>
            <a:endParaRPr sz="1775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7" name="椭圆 38"/>
          <p:cNvSpPr/>
          <p:nvPr>
            <p:custDataLst>
              <p:tags r:id="rId6"/>
            </p:custDataLst>
          </p:nvPr>
        </p:nvSpPr>
        <p:spPr>
          <a:xfrm>
            <a:off x="3073400" y="2874010"/>
            <a:ext cx="412750" cy="389255"/>
          </a:xfrm>
          <a:custGeom>
            <a:avLst/>
            <a:gdLst>
              <a:gd name="connsiteX0" fmla="*/ 255815 w 338138"/>
              <a:gd name="connsiteY0" fmla="*/ 276225 h 319088"/>
              <a:gd name="connsiteX1" fmla="*/ 267653 w 338138"/>
              <a:gd name="connsiteY1" fmla="*/ 282720 h 319088"/>
              <a:gd name="connsiteX2" fmla="*/ 275546 w 338138"/>
              <a:gd name="connsiteY2" fmla="*/ 282720 h 319088"/>
              <a:gd name="connsiteX3" fmla="*/ 287384 w 338138"/>
              <a:gd name="connsiteY3" fmla="*/ 276225 h 319088"/>
              <a:gd name="connsiteX4" fmla="*/ 290015 w 338138"/>
              <a:gd name="connsiteY4" fmla="*/ 277524 h 319088"/>
              <a:gd name="connsiteX5" fmla="*/ 295276 w 338138"/>
              <a:gd name="connsiteY5" fmla="*/ 284018 h 319088"/>
              <a:gd name="connsiteX6" fmla="*/ 295276 w 338138"/>
              <a:gd name="connsiteY6" fmla="*/ 315191 h 319088"/>
              <a:gd name="connsiteX7" fmla="*/ 271600 w 338138"/>
              <a:gd name="connsiteY7" fmla="*/ 319088 h 319088"/>
              <a:gd name="connsiteX8" fmla="*/ 249238 w 338138"/>
              <a:gd name="connsiteY8" fmla="*/ 315191 h 319088"/>
              <a:gd name="connsiteX9" fmla="*/ 249238 w 338138"/>
              <a:gd name="connsiteY9" fmla="*/ 284018 h 319088"/>
              <a:gd name="connsiteX10" fmla="*/ 253184 w 338138"/>
              <a:gd name="connsiteY10" fmla="*/ 277524 h 319088"/>
              <a:gd name="connsiteX11" fmla="*/ 255815 w 338138"/>
              <a:gd name="connsiteY11" fmla="*/ 276225 h 319088"/>
              <a:gd name="connsiteX12" fmla="*/ 50755 w 338138"/>
              <a:gd name="connsiteY12" fmla="*/ 276225 h 319088"/>
              <a:gd name="connsiteX13" fmla="*/ 62593 w 338138"/>
              <a:gd name="connsiteY13" fmla="*/ 282720 h 319088"/>
              <a:gd name="connsiteX14" fmla="*/ 70486 w 338138"/>
              <a:gd name="connsiteY14" fmla="*/ 282720 h 319088"/>
              <a:gd name="connsiteX15" fmla="*/ 82324 w 338138"/>
              <a:gd name="connsiteY15" fmla="*/ 276225 h 319088"/>
              <a:gd name="connsiteX16" fmla="*/ 84955 w 338138"/>
              <a:gd name="connsiteY16" fmla="*/ 277524 h 319088"/>
              <a:gd name="connsiteX17" fmla="*/ 88901 w 338138"/>
              <a:gd name="connsiteY17" fmla="*/ 284018 h 319088"/>
              <a:gd name="connsiteX18" fmla="*/ 88901 w 338138"/>
              <a:gd name="connsiteY18" fmla="*/ 315191 h 319088"/>
              <a:gd name="connsiteX19" fmla="*/ 66539 w 338138"/>
              <a:gd name="connsiteY19" fmla="*/ 319088 h 319088"/>
              <a:gd name="connsiteX20" fmla="*/ 42863 w 338138"/>
              <a:gd name="connsiteY20" fmla="*/ 315191 h 319088"/>
              <a:gd name="connsiteX21" fmla="*/ 42863 w 338138"/>
              <a:gd name="connsiteY21" fmla="*/ 284018 h 319088"/>
              <a:gd name="connsiteX22" fmla="*/ 48124 w 338138"/>
              <a:gd name="connsiteY22" fmla="*/ 277524 h 319088"/>
              <a:gd name="connsiteX23" fmla="*/ 50755 w 338138"/>
              <a:gd name="connsiteY23" fmla="*/ 276225 h 319088"/>
              <a:gd name="connsiteX24" fmla="*/ 273050 w 338138"/>
              <a:gd name="connsiteY24" fmla="*/ 214313 h 319088"/>
              <a:gd name="connsiteX25" fmla="*/ 282575 w 338138"/>
              <a:gd name="connsiteY25" fmla="*/ 224632 h 319088"/>
              <a:gd name="connsiteX26" fmla="*/ 273050 w 338138"/>
              <a:gd name="connsiteY26" fmla="*/ 234951 h 319088"/>
              <a:gd name="connsiteX27" fmla="*/ 263525 w 338138"/>
              <a:gd name="connsiteY27" fmla="*/ 224632 h 319088"/>
              <a:gd name="connsiteX28" fmla="*/ 273050 w 338138"/>
              <a:gd name="connsiteY28" fmla="*/ 214313 h 319088"/>
              <a:gd name="connsiteX29" fmla="*/ 65882 w 338138"/>
              <a:gd name="connsiteY29" fmla="*/ 214313 h 319088"/>
              <a:gd name="connsiteX30" fmla="*/ 76201 w 338138"/>
              <a:gd name="connsiteY30" fmla="*/ 224632 h 319088"/>
              <a:gd name="connsiteX31" fmla="*/ 65882 w 338138"/>
              <a:gd name="connsiteY31" fmla="*/ 234951 h 319088"/>
              <a:gd name="connsiteX32" fmla="*/ 55563 w 338138"/>
              <a:gd name="connsiteY32" fmla="*/ 224632 h 319088"/>
              <a:gd name="connsiteX33" fmla="*/ 65882 w 338138"/>
              <a:gd name="connsiteY33" fmla="*/ 214313 h 319088"/>
              <a:gd name="connsiteX34" fmla="*/ 272257 w 338138"/>
              <a:gd name="connsiteY34" fmla="*/ 196850 h 319088"/>
              <a:gd name="connsiteX35" fmla="*/ 244475 w 338138"/>
              <a:gd name="connsiteY35" fmla="*/ 224632 h 319088"/>
              <a:gd name="connsiteX36" fmla="*/ 272257 w 338138"/>
              <a:gd name="connsiteY36" fmla="*/ 252414 h 319088"/>
              <a:gd name="connsiteX37" fmla="*/ 300039 w 338138"/>
              <a:gd name="connsiteY37" fmla="*/ 224632 h 319088"/>
              <a:gd name="connsiteX38" fmla="*/ 272257 w 338138"/>
              <a:gd name="connsiteY38" fmla="*/ 196850 h 319088"/>
              <a:gd name="connsiteX39" fmla="*/ 65882 w 338138"/>
              <a:gd name="connsiteY39" fmla="*/ 196850 h 319088"/>
              <a:gd name="connsiteX40" fmla="*/ 38100 w 338138"/>
              <a:gd name="connsiteY40" fmla="*/ 224632 h 319088"/>
              <a:gd name="connsiteX41" fmla="*/ 65882 w 338138"/>
              <a:gd name="connsiteY41" fmla="*/ 252414 h 319088"/>
              <a:gd name="connsiteX42" fmla="*/ 93664 w 338138"/>
              <a:gd name="connsiteY42" fmla="*/ 224632 h 319088"/>
              <a:gd name="connsiteX43" fmla="*/ 65882 w 338138"/>
              <a:gd name="connsiteY43" fmla="*/ 196850 h 319088"/>
              <a:gd name="connsiteX44" fmla="*/ 272257 w 338138"/>
              <a:gd name="connsiteY44" fmla="*/ 187325 h 319088"/>
              <a:gd name="connsiteX45" fmla="*/ 338138 w 338138"/>
              <a:gd name="connsiteY45" fmla="*/ 253322 h 319088"/>
              <a:gd name="connsiteX46" fmla="*/ 313103 w 338138"/>
              <a:gd name="connsiteY46" fmla="*/ 304800 h 319088"/>
              <a:gd name="connsiteX47" fmla="*/ 313103 w 338138"/>
              <a:gd name="connsiteY47" fmla="*/ 283681 h 319088"/>
              <a:gd name="connsiteX48" fmla="*/ 295974 w 338138"/>
              <a:gd name="connsiteY48" fmla="*/ 259922 h 319088"/>
              <a:gd name="connsiteX49" fmla="*/ 290704 w 338138"/>
              <a:gd name="connsiteY49" fmla="*/ 258602 h 319088"/>
              <a:gd name="connsiteX50" fmla="*/ 284115 w 338138"/>
              <a:gd name="connsiteY50" fmla="*/ 258602 h 319088"/>
              <a:gd name="connsiteX51" fmla="*/ 272257 w 338138"/>
              <a:gd name="connsiteY51" fmla="*/ 265202 h 319088"/>
              <a:gd name="connsiteX52" fmla="*/ 260398 w 338138"/>
              <a:gd name="connsiteY52" fmla="*/ 258602 h 319088"/>
              <a:gd name="connsiteX53" fmla="*/ 255128 w 338138"/>
              <a:gd name="connsiteY53" fmla="*/ 258602 h 319088"/>
              <a:gd name="connsiteX54" fmla="*/ 248539 w 338138"/>
              <a:gd name="connsiteY54" fmla="*/ 259922 h 319088"/>
              <a:gd name="connsiteX55" fmla="*/ 232728 w 338138"/>
              <a:gd name="connsiteY55" fmla="*/ 283681 h 319088"/>
              <a:gd name="connsiteX56" fmla="*/ 232728 w 338138"/>
              <a:gd name="connsiteY56" fmla="*/ 304800 h 319088"/>
              <a:gd name="connsiteX57" fmla="*/ 206375 w 338138"/>
              <a:gd name="connsiteY57" fmla="*/ 253322 h 319088"/>
              <a:gd name="connsiteX58" fmla="*/ 272257 w 338138"/>
              <a:gd name="connsiteY58" fmla="*/ 187325 h 319088"/>
              <a:gd name="connsiteX59" fmla="*/ 65881 w 338138"/>
              <a:gd name="connsiteY59" fmla="*/ 187325 h 319088"/>
              <a:gd name="connsiteX60" fmla="*/ 131763 w 338138"/>
              <a:gd name="connsiteY60" fmla="*/ 253322 h 319088"/>
              <a:gd name="connsiteX61" fmla="*/ 105410 w 338138"/>
              <a:gd name="connsiteY61" fmla="*/ 304800 h 319088"/>
              <a:gd name="connsiteX62" fmla="*/ 105410 w 338138"/>
              <a:gd name="connsiteY62" fmla="*/ 283681 h 319088"/>
              <a:gd name="connsiteX63" fmla="*/ 89599 w 338138"/>
              <a:gd name="connsiteY63" fmla="*/ 259922 h 319088"/>
              <a:gd name="connsiteX64" fmla="*/ 83010 w 338138"/>
              <a:gd name="connsiteY64" fmla="*/ 258602 h 319088"/>
              <a:gd name="connsiteX65" fmla="*/ 77740 w 338138"/>
              <a:gd name="connsiteY65" fmla="*/ 258602 h 319088"/>
              <a:gd name="connsiteX66" fmla="*/ 65881 w 338138"/>
              <a:gd name="connsiteY66" fmla="*/ 265202 h 319088"/>
              <a:gd name="connsiteX67" fmla="*/ 54023 w 338138"/>
              <a:gd name="connsiteY67" fmla="*/ 258602 h 319088"/>
              <a:gd name="connsiteX68" fmla="*/ 47434 w 338138"/>
              <a:gd name="connsiteY68" fmla="*/ 258602 h 319088"/>
              <a:gd name="connsiteX69" fmla="*/ 42164 w 338138"/>
              <a:gd name="connsiteY69" fmla="*/ 259922 h 319088"/>
              <a:gd name="connsiteX70" fmla="*/ 25035 w 338138"/>
              <a:gd name="connsiteY70" fmla="*/ 283681 h 319088"/>
              <a:gd name="connsiteX71" fmla="*/ 25035 w 338138"/>
              <a:gd name="connsiteY71" fmla="*/ 304800 h 319088"/>
              <a:gd name="connsiteX72" fmla="*/ 0 w 338138"/>
              <a:gd name="connsiteY72" fmla="*/ 253322 h 319088"/>
              <a:gd name="connsiteX73" fmla="*/ 65881 w 338138"/>
              <a:gd name="connsiteY73" fmla="*/ 187325 h 319088"/>
              <a:gd name="connsiteX74" fmla="*/ 159754 w 338138"/>
              <a:gd name="connsiteY74" fmla="*/ 149225 h 319088"/>
              <a:gd name="connsiteX75" fmla="*/ 169069 w 338138"/>
              <a:gd name="connsiteY75" fmla="*/ 149225 h 319088"/>
              <a:gd name="connsiteX76" fmla="*/ 178384 w 338138"/>
              <a:gd name="connsiteY76" fmla="*/ 149225 h 319088"/>
              <a:gd name="connsiteX77" fmla="*/ 178384 w 338138"/>
              <a:gd name="connsiteY77" fmla="*/ 175331 h 319088"/>
              <a:gd name="connsiteX78" fmla="*/ 214313 w 338138"/>
              <a:gd name="connsiteY78" fmla="*/ 193605 h 319088"/>
              <a:gd name="connsiteX79" fmla="*/ 202337 w 338138"/>
              <a:gd name="connsiteY79" fmla="*/ 207963 h 319088"/>
              <a:gd name="connsiteX80" fmla="*/ 169069 w 338138"/>
              <a:gd name="connsiteY80" fmla="*/ 190994 h 319088"/>
              <a:gd name="connsiteX81" fmla="*/ 135802 w 338138"/>
              <a:gd name="connsiteY81" fmla="*/ 207963 h 319088"/>
              <a:gd name="connsiteX82" fmla="*/ 123825 w 338138"/>
              <a:gd name="connsiteY82" fmla="*/ 193605 h 319088"/>
              <a:gd name="connsiteX83" fmla="*/ 159754 w 338138"/>
              <a:gd name="connsiteY83" fmla="*/ 175331 h 319088"/>
              <a:gd name="connsiteX84" fmla="*/ 159754 w 338138"/>
              <a:gd name="connsiteY84" fmla="*/ 149225 h 319088"/>
              <a:gd name="connsiteX85" fmla="*/ 154175 w 338138"/>
              <a:gd name="connsiteY85" fmla="*/ 88900 h 319088"/>
              <a:gd name="connsiteX86" fmla="*/ 165941 w 338138"/>
              <a:gd name="connsiteY86" fmla="*/ 95394 h 319088"/>
              <a:gd name="connsiteX87" fmla="*/ 173785 w 338138"/>
              <a:gd name="connsiteY87" fmla="*/ 95394 h 319088"/>
              <a:gd name="connsiteX88" fmla="*/ 185551 w 338138"/>
              <a:gd name="connsiteY88" fmla="*/ 88900 h 319088"/>
              <a:gd name="connsiteX89" fmla="*/ 188166 w 338138"/>
              <a:gd name="connsiteY89" fmla="*/ 90199 h 319088"/>
              <a:gd name="connsiteX90" fmla="*/ 192088 w 338138"/>
              <a:gd name="connsiteY90" fmla="*/ 96693 h 319088"/>
              <a:gd name="connsiteX91" fmla="*/ 192088 w 338138"/>
              <a:gd name="connsiteY91" fmla="*/ 126567 h 319088"/>
              <a:gd name="connsiteX92" fmla="*/ 169863 w 338138"/>
              <a:gd name="connsiteY92" fmla="*/ 131763 h 319088"/>
              <a:gd name="connsiteX93" fmla="*/ 147638 w 338138"/>
              <a:gd name="connsiteY93" fmla="*/ 126567 h 319088"/>
              <a:gd name="connsiteX94" fmla="*/ 147638 w 338138"/>
              <a:gd name="connsiteY94" fmla="*/ 96693 h 319088"/>
              <a:gd name="connsiteX95" fmla="*/ 151560 w 338138"/>
              <a:gd name="connsiteY95" fmla="*/ 90199 h 319088"/>
              <a:gd name="connsiteX96" fmla="*/ 154175 w 338138"/>
              <a:gd name="connsiteY96" fmla="*/ 88900 h 319088"/>
              <a:gd name="connsiteX97" fmla="*/ 169069 w 338138"/>
              <a:gd name="connsiteY97" fmla="*/ 26988 h 319088"/>
              <a:gd name="connsiteX98" fmla="*/ 179388 w 338138"/>
              <a:gd name="connsiteY98" fmla="*/ 36513 h 319088"/>
              <a:gd name="connsiteX99" fmla="*/ 169069 w 338138"/>
              <a:gd name="connsiteY99" fmla="*/ 46038 h 319088"/>
              <a:gd name="connsiteX100" fmla="*/ 158750 w 338138"/>
              <a:gd name="connsiteY100" fmla="*/ 36513 h 319088"/>
              <a:gd name="connsiteX101" fmla="*/ 169069 w 338138"/>
              <a:gd name="connsiteY101" fmla="*/ 26988 h 319088"/>
              <a:gd name="connsiteX102" fmla="*/ 169070 w 338138"/>
              <a:gd name="connsiteY102" fmla="*/ 9525 h 319088"/>
              <a:gd name="connsiteX103" fmla="*/ 141288 w 338138"/>
              <a:gd name="connsiteY103" fmla="*/ 37307 h 319088"/>
              <a:gd name="connsiteX104" fmla="*/ 169070 w 338138"/>
              <a:gd name="connsiteY104" fmla="*/ 65089 h 319088"/>
              <a:gd name="connsiteX105" fmla="*/ 196852 w 338138"/>
              <a:gd name="connsiteY105" fmla="*/ 37307 h 319088"/>
              <a:gd name="connsiteX106" fmla="*/ 169070 w 338138"/>
              <a:gd name="connsiteY106" fmla="*/ 9525 h 319088"/>
              <a:gd name="connsiteX107" fmla="*/ 169070 w 338138"/>
              <a:gd name="connsiteY107" fmla="*/ 0 h 319088"/>
              <a:gd name="connsiteX108" fmla="*/ 234951 w 338138"/>
              <a:gd name="connsiteY108" fmla="*/ 65997 h 319088"/>
              <a:gd name="connsiteX109" fmla="*/ 209916 w 338138"/>
              <a:gd name="connsiteY109" fmla="*/ 117475 h 319088"/>
              <a:gd name="connsiteX110" fmla="*/ 209916 w 338138"/>
              <a:gd name="connsiteY110" fmla="*/ 96356 h 319088"/>
              <a:gd name="connsiteX111" fmla="*/ 192787 w 338138"/>
              <a:gd name="connsiteY111" fmla="*/ 72597 h 319088"/>
              <a:gd name="connsiteX112" fmla="*/ 187517 w 338138"/>
              <a:gd name="connsiteY112" fmla="*/ 71277 h 319088"/>
              <a:gd name="connsiteX113" fmla="*/ 180928 w 338138"/>
              <a:gd name="connsiteY113" fmla="*/ 71277 h 319088"/>
              <a:gd name="connsiteX114" fmla="*/ 169070 w 338138"/>
              <a:gd name="connsiteY114" fmla="*/ 76557 h 319088"/>
              <a:gd name="connsiteX115" fmla="*/ 157211 w 338138"/>
              <a:gd name="connsiteY115" fmla="*/ 71277 h 319088"/>
              <a:gd name="connsiteX116" fmla="*/ 150623 w 338138"/>
              <a:gd name="connsiteY116" fmla="*/ 71277 h 319088"/>
              <a:gd name="connsiteX117" fmla="*/ 145352 w 338138"/>
              <a:gd name="connsiteY117" fmla="*/ 72597 h 319088"/>
              <a:gd name="connsiteX118" fmla="*/ 128223 w 338138"/>
              <a:gd name="connsiteY118" fmla="*/ 96356 h 319088"/>
              <a:gd name="connsiteX119" fmla="*/ 128223 w 338138"/>
              <a:gd name="connsiteY119" fmla="*/ 117475 h 319088"/>
              <a:gd name="connsiteX120" fmla="*/ 103188 w 338138"/>
              <a:gd name="connsiteY120" fmla="*/ 65997 h 319088"/>
              <a:gd name="connsiteX121" fmla="*/ 169070 w 338138"/>
              <a:gd name="connsiteY121" fmla="*/ 0 h 319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338138" h="319088">
                <a:moveTo>
                  <a:pt x="255815" y="276225"/>
                </a:moveTo>
                <a:cubicBezTo>
                  <a:pt x="255815" y="276225"/>
                  <a:pt x="255815" y="276225"/>
                  <a:pt x="267653" y="282720"/>
                </a:cubicBezTo>
                <a:cubicBezTo>
                  <a:pt x="270284" y="284018"/>
                  <a:pt x="272915" y="284018"/>
                  <a:pt x="275546" y="282720"/>
                </a:cubicBezTo>
                <a:cubicBezTo>
                  <a:pt x="275546" y="282720"/>
                  <a:pt x="275546" y="282720"/>
                  <a:pt x="287384" y="276225"/>
                </a:cubicBezTo>
                <a:cubicBezTo>
                  <a:pt x="287384" y="276225"/>
                  <a:pt x="287384" y="276225"/>
                  <a:pt x="290015" y="277524"/>
                </a:cubicBezTo>
                <a:cubicBezTo>
                  <a:pt x="292646" y="278823"/>
                  <a:pt x="295276" y="281421"/>
                  <a:pt x="295276" y="284018"/>
                </a:cubicBezTo>
                <a:cubicBezTo>
                  <a:pt x="295276" y="284018"/>
                  <a:pt x="295276" y="284018"/>
                  <a:pt x="295276" y="315191"/>
                </a:cubicBezTo>
                <a:cubicBezTo>
                  <a:pt x="287384" y="317789"/>
                  <a:pt x="279492" y="319088"/>
                  <a:pt x="271600" y="319088"/>
                </a:cubicBezTo>
                <a:cubicBezTo>
                  <a:pt x="263707" y="319088"/>
                  <a:pt x="255815" y="317789"/>
                  <a:pt x="249238" y="315191"/>
                </a:cubicBezTo>
                <a:cubicBezTo>
                  <a:pt x="249238" y="315191"/>
                  <a:pt x="249238" y="315191"/>
                  <a:pt x="249238" y="284018"/>
                </a:cubicBezTo>
                <a:cubicBezTo>
                  <a:pt x="249238" y="281421"/>
                  <a:pt x="250554" y="278823"/>
                  <a:pt x="253184" y="277524"/>
                </a:cubicBezTo>
                <a:cubicBezTo>
                  <a:pt x="253184" y="277524"/>
                  <a:pt x="253184" y="277524"/>
                  <a:pt x="255815" y="276225"/>
                </a:cubicBezTo>
                <a:close/>
                <a:moveTo>
                  <a:pt x="50755" y="276225"/>
                </a:moveTo>
                <a:cubicBezTo>
                  <a:pt x="50755" y="276225"/>
                  <a:pt x="50755" y="276225"/>
                  <a:pt x="62593" y="282720"/>
                </a:cubicBezTo>
                <a:cubicBezTo>
                  <a:pt x="65224" y="284018"/>
                  <a:pt x="67855" y="284018"/>
                  <a:pt x="70486" y="282720"/>
                </a:cubicBezTo>
                <a:cubicBezTo>
                  <a:pt x="70486" y="282720"/>
                  <a:pt x="70486" y="282720"/>
                  <a:pt x="82324" y="276225"/>
                </a:cubicBezTo>
                <a:cubicBezTo>
                  <a:pt x="82324" y="276225"/>
                  <a:pt x="82324" y="276225"/>
                  <a:pt x="84955" y="277524"/>
                </a:cubicBezTo>
                <a:cubicBezTo>
                  <a:pt x="87585" y="278823"/>
                  <a:pt x="88901" y="281421"/>
                  <a:pt x="88901" y="284018"/>
                </a:cubicBezTo>
                <a:cubicBezTo>
                  <a:pt x="88901" y="284018"/>
                  <a:pt x="88901" y="284018"/>
                  <a:pt x="88901" y="315191"/>
                </a:cubicBezTo>
                <a:cubicBezTo>
                  <a:pt x="82324" y="317789"/>
                  <a:pt x="74432" y="319088"/>
                  <a:pt x="66539" y="319088"/>
                </a:cubicBezTo>
                <a:cubicBezTo>
                  <a:pt x="58647" y="319088"/>
                  <a:pt x="50755" y="317789"/>
                  <a:pt x="42863" y="315191"/>
                </a:cubicBezTo>
                <a:cubicBezTo>
                  <a:pt x="42863" y="315191"/>
                  <a:pt x="42863" y="315191"/>
                  <a:pt x="42863" y="284018"/>
                </a:cubicBezTo>
                <a:cubicBezTo>
                  <a:pt x="42863" y="281421"/>
                  <a:pt x="45493" y="278823"/>
                  <a:pt x="48124" y="277524"/>
                </a:cubicBezTo>
                <a:cubicBezTo>
                  <a:pt x="48124" y="277524"/>
                  <a:pt x="48124" y="277524"/>
                  <a:pt x="50755" y="276225"/>
                </a:cubicBezTo>
                <a:close/>
                <a:moveTo>
                  <a:pt x="273050" y="214313"/>
                </a:moveTo>
                <a:cubicBezTo>
                  <a:pt x="278311" y="214313"/>
                  <a:pt x="282575" y="218933"/>
                  <a:pt x="282575" y="224632"/>
                </a:cubicBezTo>
                <a:cubicBezTo>
                  <a:pt x="282575" y="230331"/>
                  <a:pt x="278311" y="234951"/>
                  <a:pt x="273050" y="234951"/>
                </a:cubicBezTo>
                <a:cubicBezTo>
                  <a:pt x="267789" y="234951"/>
                  <a:pt x="263525" y="230331"/>
                  <a:pt x="263525" y="224632"/>
                </a:cubicBezTo>
                <a:cubicBezTo>
                  <a:pt x="263525" y="218933"/>
                  <a:pt x="267789" y="214313"/>
                  <a:pt x="273050" y="214313"/>
                </a:cubicBezTo>
                <a:close/>
                <a:moveTo>
                  <a:pt x="65882" y="214313"/>
                </a:moveTo>
                <a:cubicBezTo>
                  <a:pt x="71581" y="214313"/>
                  <a:pt x="76201" y="218933"/>
                  <a:pt x="76201" y="224632"/>
                </a:cubicBezTo>
                <a:cubicBezTo>
                  <a:pt x="76201" y="230331"/>
                  <a:pt x="71581" y="234951"/>
                  <a:pt x="65882" y="234951"/>
                </a:cubicBezTo>
                <a:cubicBezTo>
                  <a:pt x="60183" y="234951"/>
                  <a:pt x="55563" y="230331"/>
                  <a:pt x="55563" y="224632"/>
                </a:cubicBezTo>
                <a:cubicBezTo>
                  <a:pt x="55563" y="218933"/>
                  <a:pt x="60183" y="214313"/>
                  <a:pt x="65882" y="214313"/>
                </a:cubicBezTo>
                <a:close/>
                <a:moveTo>
                  <a:pt x="272257" y="196850"/>
                </a:moveTo>
                <a:cubicBezTo>
                  <a:pt x="256913" y="196850"/>
                  <a:pt x="244475" y="209288"/>
                  <a:pt x="244475" y="224632"/>
                </a:cubicBezTo>
                <a:cubicBezTo>
                  <a:pt x="244475" y="239976"/>
                  <a:pt x="256913" y="252414"/>
                  <a:pt x="272257" y="252414"/>
                </a:cubicBezTo>
                <a:cubicBezTo>
                  <a:pt x="287601" y="252414"/>
                  <a:pt x="300039" y="239976"/>
                  <a:pt x="300039" y="224632"/>
                </a:cubicBezTo>
                <a:cubicBezTo>
                  <a:pt x="300039" y="209288"/>
                  <a:pt x="287601" y="196850"/>
                  <a:pt x="272257" y="196850"/>
                </a:cubicBezTo>
                <a:close/>
                <a:moveTo>
                  <a:pt x="65882" y="196850"/>
                </a:moveTo>
                <a:cubicBezTo>
                  <a:pt x="50538" y="196850"/>
                  <a:pt x="38100" y="209288"/>
                  <a:pt x="38100" y="224632"/>
                </a:cubicBezTo>
                <a:cubicBezTo>
                  <a:pt x="38100" y="239976"/>
                  <a:pt x="50538" y="252414"/>
                  <a:pt x="65882" y="252414"/>
                </a:cubicBezTo>
                <a:cubicBezTo>
                  <a:pt x="81226" y="252414"/>
                  <a:pt x="93664" y="239976"/>
                  <a:pt x="93664" y="224632"/>
                </a:cubicBezTo>
                <a:cubicBezTo>
                  <a:pt x="93664" y="209288"/>
                  <a:pt x="81226" y="196850"/>
                  <a:pt x="65882" y="196850"/>
                </a:cubicBezTo>
                <a:close/>
                <a:moveTo>
                  <a:pt x="272257" y="187325"/>
                </a:moveTo>
                <a:cubicBezTo>
                  <a:pt x="309150" y="187325"/>
                  <a:pt x="338138" y="217684"/>
                  <a:pt x="338138" y="253322"/>
                </a:cubicBezTo>
                <a:cubicBezTo>
                  <a:pt x="338138" y="274441"/>
                  <a:pt x="328915" y="292921"/>
                  <a:pt x="313103" y="304800"/>
                </a:cubicBezTo>
                <a:cubicBezTo>
                  <a:pt x="313103" y="304800"/>
                  <a:pt x="313103" y="304800"/>
                  <a:pt x="313103" y="283681"/>
                </a:cubicBezTo>
                <a:cubicBezTo>
                  <a:pt x="313103" y="273121"/>
                  <a:pt x="306515" y="263882"/>
                  <a:pt x="295974" y="259922"/>
                </a:cubicBezTo>
                <a:cubicBezTo>
                  <a:pt x="295974" y="259922"/>
                  <a:pt x="290704" y="258602"/>
                  <a:pt x="290704" y="258602"/>
                </a:cubicBezTo>
                <a:cubicBezTo>
                  <a:pt x="288068" y="257282"/>
                  <a:pt x="286751" y="258602"/>
                  <a:pt x="284115" y="258602"/>
                </a:cubicBezTo>
                <a:cubicBezTo>
                  <a:pt x="284115" y="258602"/>
                  <a:pt x="284115" y="258602"/>
                  <a:pt x="272257" y="265202"/>
                </a:cubicBezTo>
                <a:cubicBezTo>
                  <a:pt x="272257" y="265202"/>
                  <a:pt x="272257" y="265202"/>
                  <a:pt x="260398" y="258602"/>
                </a:cubicBezTo>
                <a:cubicBezTo>
                  <a:pt x="259080" y="258602"/>
                  <a:pt x="256445" y="257282"/>
                  <a:pt x="255128" y="258602"/>
                </a:cubicBezTo>
                <a:cubicBezTo>
                  <a:pt x="255128" y="258602"/>
                  <a:pt x="248539" y="259922"/>
                  <a:pt x="248539" y="259922"/>
                </a:cubicBezTo>
                <a:cubicBezTo>
                  <a:pt x="239316" y="263882"/>
                  <a:pt x="232728" y="273121"/>
                  <a:pt x="232728" y="283681"/>
                </a:cubicBezTo>
                <a:cubicBezTo>
                  <a:pt x="232728" y="283681"/>
                  <a:pt x="232728" y="283681"/>
                  <a:pt x="232728" y="304800"/>
                </a:cubicBezTo>
                <a:cubicBezTo>
                  <a:pt x="216916" y="292921"/>
                  <a:pt x="206375" y="274441"/>
                  <a:pt x="206375" y="253322"/>
                </a:cubicBezTo>
                <a:cubicBezTo>
                  <a:pt x="206375" y="217684"/>
                  <a:pt x="236681" y="187325"/>
                  <a:pt x="272257" y="187325"/>
                </a:cubicBezTo>
                <a:close/>
                <a:moveTo>
                  <a:pt x="65881" y="187325"/>
                </a:moveTo>
                <a:cubicBezTo>
                  <a:pt x="101457" y="187325"/>
                  <a:pt x="131763" y="217684"/>
                  <a:pt x="131763" y="253322"/>
                </a:cubicBezTo>
                <a:cubicBezTo>
                  <a:pt x="131763" y="274441"/>
                  <a:pt x="121222" y="292921"/>
                  <a:pt x="105410" y="304800"/>
                </a:cubicBezTo>
                <a:cubicBezTo>
                  <a:pt x="105410" y="304800"/>
                  <a:pt x="105410" y="304800"/>
                  <a:pt x="105410" y="283681"/>
                </a:cubicBezTo>
                <a:cubicBezTo>
                  <a:pt x="105410" y="273121"/>
                  <a:pt x="98822" y="263882"/>
                  <a:pt x="89599" y="259922"/>
                </a:cubicBezTo>
                <a:cubicBezTo>
                  <a:pt x="89599" y="259922"/>
                  <a:pt x="83010" y="258602"/>
                  <a:pt x="83010" y="258602"/>
                </a:cubicBezTo>
                <a:cubicBezTo>
                  <a:pt x="81693" y="257282"/>
                  <a:pt x="79058" y="258602"/>
                  <a:pt x="77740" y="258602"/>
                </a:cubicBezTo>
                <a:cubicBezTo>
                  <a:pt x="77740" y="258602"/>
                  <a:pt x="77740" y="258602"/>
                  <a:pt x="65881" y="265202"/>
                </a:cubicBezTo>
                <a:cubicBezTo>
                  <a:pt x="65881" y="265202"/>
                  <a:pt x="65881" y="265202"/>
                  <a:pt x="54023" y="258602"/>
                </a:cubicBezTo>
                <a:cubicBezTo>
                  <a:pt x="51387" y="258602"/>
                  <a:pt x="50070" y="257282"/>
                  <a:pt x="47434" y="258602"/>
                </a:cubicBezTo>
                <a:cubicBezTo>
                  <a:pt x="47434" y="258602"/>
                  <a:pt x="42164" y="259922"/>
                  <a:pt x="42164" y="259922"/>
                </a:cubicBezTo>
                <a:cubicBezTo>
                  <a:pt x="31623" y="263882"/>
                  <a:pt x="25035" y="273121"/>
                  <a:pt x="25035" y="283681"/>
                </a:cubicBezTo>
                <a:cubicBezTo>
                  <a:pt x="25035" y="283681"/>
                  <a:pt x="25035" y="283681"/>
                  <a:pt x="25035" y="304800"/>
                </a:cubicBezTo>
                <a:cubicBezTo>
                  <a:pt x="9223" y="292921"/>
                  <a:pt x="0" y="274441"/>
                  <a:pt x="0" y="253322"/>
                </a:cubicBezTo>
                <a:cubicBezTo>
                  <a:pt x="0" y="217684"/>
                  <a:pt x="28988" y="187325"/>
                  <a:pt x="65881" y="187325"/>
                </a:cubicBezTo>
                <a:close/>
                <a:moveTo>
                  <a:pt x="159754" y="149225"/>
                </a:moveTo>
                <a:cubicBezTo>
                  <a:pt x="163746" y="149225"/>
                  <a:pt x="166408" y="149225"/>
                  <a:pt x="169069" y="149225"/>
                </a:cubicBezTo>
                <a:cubicBezTo>
                  <a:pt x="171731" y="149225"/>
                  <a:pt x="174392" y="149225"/>
                  <a:pt x="178384" y="149225"/>
                </a:cubicBezTo>
                <a:cubicBezTo>
                  <a:pt x="178384" y="149225"/>
                  <a:pt x="178384" y="149225"/>
                  <a:pt x="178384" y="175331"/>
                </a:cubicBezTo>
                <a:lnTo>
                  <a:pt x="214313" y="193605"/>
                </a:lnTo>
                <a:cubicBezTo>
                  <a:pt x="210321" y="197521"/>
                  <a:pt x="206329" y="202742"/>
                  <a:pt x="202337" y="207963"/>
                </a:cubicBezTo>
                <a:cubicBezTo>
                  <a:pt x="202337" y="207963"/>
                  <a:pt x="202337" y="207963"/>
                  <a:pt x="169069" y="190994"/>
                </a:cubicBezTo>
                <a:cubicBezTo>
                  <a:pt x="169069" y="190994"/>
                  <a:pt x="169069" y="190994"/>
                  <a:pt x="135802" y="207963"/>
                </a:cubicBezTo>
                <a:cubicBezTo>
                  <a:pt x="131809" y="202742"/>
                  <a:pt x="127817" y="197521"/>
                  <a:pt x="123825" y="193605"/>
                </a:cubicBezTo>
                <a:cubicBezTo>
                  <a:pt x="123825" y="193605"/>
                  <a:pt x="123825" y="193605"/>
                  <a:pt x="159754" y="175331"/>
                </a:cubicBezTo>
                <a:cubicBezTo>
                  <a:pt x="159754" y="175331"/>
                  <a:pt x="159754" y="175331"/>
                  <a:pt x="159754" y="149225"/>
                </a:cubicBezTo>
                <a:close/>
                <a:moveTo>
                  <a:pt x="154175" y="88900"/>
                </a:moveTo>
                <a:cubicBezTo>
                  <a:pt x="154175" y="88900"/>
                  <a:pt x="154175" y="88900"/>
                  <a:pt x="165941" y="95394"/>
                </a:cubicBezTo>
                <a:cubicBezTo>
                  <a:pt x="168556" y="95394"/>
                  <a:pt x="171171" y="95394"/>
                  <a:pt x="173785" y="95394"/>
                </a:cubicBezTo>
                <a:cubicBezTo>
                  <a:pt x="173785" y="95394"/>
                  <a:pt x="173785" y="95394"/>
                  <a:pt x="185551" y="88900"/>
                </a:cubicBezTo>
                <a:lnTo>
                  <a:pt x="188166" y="90199"/>
                </a:lnTo>
                <a:cubicBezTo>
                  <a:pt x="190781" y="90199"/>
                  <a:pt x="192088" y="92797"/>
                  <a:pt x="192088" y="96693"/>
                </a:cubicBezTo>
                <a:cubicBezTo>
                  <a:pt x="192088" y="96693"/>
                  <a:pt x="192088" y="96693"/>
                  <a:pt x="192088" y="126567"/>
                </a:cubicBezTo>
                <a:cubicBezTo>
                  <a:pt x="185551" y="129165"/>
                  <a:pt x="177707" y="131763"/>
                  <a:pt x="169863" y="131763"/>
                </a:cubicBezTo>
                <a:cubicBezTo>
                  <a:pt x="162019" y="131763"/>
                  <a:pt x="154175" y="129165"/>
                  <a:pt x="147638" y="126567"/>
                </a:cubicBezTo>
                <a:cubicBezTo>
                  <a:pt x="147638" y="126567"/>
                  <a:pt x="147638" y="126567"/>
                  <a:pt x="147638" y="96693"/>
                </a:cubicBezTo>
                <a:cubicBezTo>
                  <a:pt x="147638" y="92797"/>
                  <a:pt x="148946" y="90199"/>
                  <a:pt x="151560" y="90199"/>
                </a:cubicBezTo>
                <a:cubicBezTo>
                  <a:pt x="151560" y="90199"/>
                  <a:pt x="151560" y="90199"/>
                  <a:pt x="154175" y="88900"/>
                </a:cubicBezTo>
                <a:close/>
                <a:moveTo>
                  <a:pt x="169069" y="26988"/>
                </a:moveTo>
                <a:cubicBezTo>
                  <a:pt x="174768" y="26988"/>
                  <a:pt x="179388" y="31252"/>
                  <a:pt x="179388" y="36513"/>
                </a:cubicBezTo>
                <a:cubicBezTo>
                  <a:pt x="179388" y="41774"/>
                  <a:pt x="174768" y="46038"/>
                  <a:pt x="169069" y="46038"/>
                </a:cubicBezTo>
                <a:cubicBezTo>
                  <a:pt x="163370" y="46038"/>
                  <a:pt x="158750" y="41774"/>
                  <a:pt x="158750" y="36513"/>
                </a:cubicBezTo>
                <a:cubicBezTo>
                  <a:pt x="158750" y="31252"/>
                  <a:pt x="163370" y="26988"/>
                  <a:pt x="169069" y="26988"/>
                </a:cubicBezTo>
                <a:close/>
                <a:moveTo>
                  <a:pt x="169070" y="9525"/>
                </a:moveTo>
                <a:cubicBezTo>
                  <a:pt x="153726" y="9525"/>
                  <a:pt x="141288" y="21963"/>
                  <a:pt x="141288" y="37307"/>
                </a:cubicBezTo>
                <a:cubicBezTo>
                  <a:pt x="141288" y="52651"/>
                  <a:pt x="153726" y="65089"/>
                  <a:pt x="169070" y="65089"/>
                </a:cubicBezTo>
                <a:cubicBezTo>
                  <a:pt x="184414" y="65089"/>
                  <a:pt x="196852" y="52651"/>
                  <a:pt x="196852" y="37307"/>
                </a:cubicBezTo>
                <a:cubicBezTo>
                  <a:pt x="196852" y="21963"/>
                  <a:pt x="184414" y="9525"/>
                  <a:pt x="169070" y="9525"/>
                </a:cubicBezTo>
                <a:close/>
                <a:moveTo>
                  <a:pt x="169070" y="0"/>
                </a:moveTo>
                <a:cubicBezTo>
                  <a:pt x="204646" y="0"/>
                  <a:pt x="234951" y="29039"/>
                  <a:pt x="234951" y="65997"/>
                </a:cubicBezTo>
                <a:cubicBezTo>
                  <a:pt x="234951" y="87116"/>
                  <a:pt x="224410" y="105595"/>
                  <a:pt x="209916" y="117475"/>
                </a:cubicBezTo>
                <a:cubicBezTo>
                  <a:pt x="209916" y="117475"/>
                  <a:pt x="209916" y="117475"/>
                  <a:pt x="209916" y="96356"/>
                </a:cubicBezTo>
                <a:cubicBezTo>
                  <a:pt x="209916" y="85796"/>
                  <a:pt x="203328" y="75237"/>
                  <a:pt x="192787" y="72597"/>
                </a:cubicBezTo>
                <a:cubicBezTo>
                  <a:pt x="192787" y="72597"/>
                  <a:pt x="187517" y="71277"/>
                  <a:pt x="187517" y="71277"/>
                </a:cubicBezTo>
                <a:cubicBezTo>
                  <a:pt x="184881" y="69957"/>
                  <a:pt x="182246" y="69957"/>
                  <a:pt x="180928" y="71277"/>
                </a:cubicBezTo>
                <a:cubicBezTo>
                  <a:pt x="180928" y="71277"/>
                  <a:pt x="180928" y="71277"/>
                  <a:pt x="169070" y="76557"/>
                </a:cubicBezTo>
                <a:cubicBezTo>
                  <a:pt x="169070" y="76557"/>
                  <a:pt x="169070" y="76557"/>
                  <a:pt x="157211" y="71277"/>
                </a:cubicBezTo>
                <a:cubicBezTo>
                  <a:pt x="155893" y="69957"/>
                  <a:pt x="153258" y="69957"/>
                  <a:pt x="150623" y="71277"/>
                </a:cubicBezTo>
                <a:cubicBezTo>
                  <a:pt x="150623" y="71277"/>
                  <a:pt x="145352" y="72597"/>
                  <a:pt x="145352" y="72597"/>
                </a:cubicBezTo>
                <a:cubicBezTo>
                  <a:pt x="134811" y="75237"/>
                  <a:pt x="128223" y="85796"/>
                  <a:pt x="128223" y="96356"/>
                </a:cubicBezTo>
                <a:cubicBezTo>
                  <a:pt x="128223" y="96356"/>
                  <a:pt x="128223" y="96356"/>
                  <a:pt x="128223" y="117475"/>
                </a:cubicBezTo>
                <a:cubicBezTo>
                  <a:pt x="113729" y="105595"/>
                  <a:pt x="103188" y="87116"/>
                  <a:pt x="103188" y="65997"/>
                </a:cubicBezTo>
                <a:cubicBezTo>
                  <a:pt x="103188" y="29039"/>
                  <a:pt x="133494" y="0"/>
                  <a:pt x="1690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105" tIns="45053" rIns="90105" bIns="45053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775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8" name="文本框 27"/>
          <p:cNvSpPr txBox="1"/>
          <p:nvPr>
            <p:custDataLst>
              <p:tags r:id="rId7"/>
            </p:custDataLst>
          </p:nvPr>
        </p:nvSpPr>
        <p:spPr>
          <a:xfrm>
            <a:off x="1359535" y="4790440"/>
            <a:ext cx="28365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535305" algn="just">
              <a:lnSpc>
                <a:spcPct val="150000"/>
              </a:lnSpc>
            </a:pPr>
            <a:r>
              <a:rPr lang="en-US" altLang="zh-CN" sz="18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myejs</a:t>
            </a:r>
            <a:endParaRPr lang="en-US" altLang="zh-CN" sz="1800" b="1" i="1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535305" algn="just">
              <a:lnSpc>
                <a:spcPct val="150000"/>
              </a:lnSpc>
            </a:pPr>
            <a:r>
              <a:rPr lang="en-US" altLang="zh-CN" sz="18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npm install ejs </a:t>
            </a:r>
            <a:endParaRPr lang="en-US" altLang="zh-CN" sz="1800" b="1" i="1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" name="Rectangle 24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429385" y="4157345"/>
            <a:ext cx="2470150" cy="64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marL="285750" indent="-285750" algn="ctr">
              <a:lnSpc>
                <a:spcPct val="120000"/>
              </a:lnSpc>
              <a:spcBef>
                <a:spcPts val="395"/>
              </a:spcBef>
              <a:buFont typeface="Wingdings" panose="05000000000000000000" pitchFamily="2" charset="2"/>
              <a:buChar char="Ø"/>
            </a:pPr>
            <a:r>
              <a:rPr lang="zh-CN" altLang="zh-CN" sz="16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搭建项目环境，</a:t>
            </a:r>
            <a:endParaRPr lang="en-US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  <a:spcBef>
                <a:spcPts val="395"/>
              </a:spcBef>
            </a:pPr>
            <a:r>
              <a:rPr lang="zh-CN" altLang="en-US" sz="16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下载</a:t>
            </a:r>
            <a:r>
              <a:rPr lang="zh-CN" altLang="zh-CN" sz="16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安装</a:t>
            </a:r>
            <a:r>
              <a:rPr lang="en-US" altLang="zh-CN" sz="1600" kern="10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ejs</a:t>
            </a:r>
            <a:endParaRPr lang="en-US" altLang="zh-CN" sz="1600" b="1" kern="100" dirty="0" err="1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任意多边形: 形状 2"/>
          <p:cNvSpPr/>
          <p:nvPr>
            <p:custDataLst>
              <p:tags r:id="rId9"/>
            </p:custDataLst>
          </p:nvPr>
        </p:nvSpPr>
        <p:spPr bwMode="auto">
          <a:xfrm>
            <a:off x="4467860" y="2604135"/>
            <a:ext cx="3278505" cy="998220"/>
          </a:xfrm>
          <a:custGeom>
            <a:avLst/>
            <a:gdLst>
              <a:gd name="T0" fmla="*/ 204 w 296"/>
              <a:gd name="T1" fmla="*/ 132 h 132"/>
              <a:gd name="T2" fmla="*/ 296 w 296"/>
              <a:gd name="T3" fmla="*/ 0 h 132"/>
              <a:gd name="T4" fmla="*/ 95 w 296"/>
              <a:gd name="T5" fmla="*/ 0 h 132"/>
              <a:gd name="T6" fmla="*/ 0 w 296"/>
              <a:gd name="T7" fmla="*/ 132 h 132"/>
              <a:gd name="T8" fmla="*/ 204 w 296"/>
              <a:gd name="T9" fmla="*/ 132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6" h="132">
                <a:moveTo>
                  <a:pt x="204" y="132"/>
                </a:moveTo>
                <a:lnTo>
                  <a:pt x="296" y="0"/>
                </a:lnTo>
                <a:lnTo>
                  <a:pt x="95" y="0"/>
                </a:lnTo>
                <a:lnTo>
                  <a:pt x="0" y="132"/>
                </a:lnTo>
                <a:lnTo>
                  <a:pt x="204" y="13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/>
          <a:lstStyle/>
          <a:p>
            <a:pPr algn="ctr"/>
            <a:endParaRPr sz="1775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2" name="椭圆 39"/>
          <p:cNvSpPr/>
          <p:nvPr>
            <p:custDataLst>
              <p:tags r:id="rId10"/>
            </p:custDataLst>
          </p:nvPr>
        </p:nvSpPr>
        <p:spPr>
          <a:xfrm>
            <a:off x="5892165" y="2875915"/>
            <a:ext cx="412750" cy="385445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105" tIns="45053" rIns="90105" bIns="45053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775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3" name="Rectangle 24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4265930" y="4148455"/>
            <a:ext cx="2357755" cy="294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marL="285750" indent="-285750" algn="ctr">
              <a:lnSpc>
                <a:spcPct val="120000"/>
              </a:lnSpc>
              <a:spcBef>
                <a:spcPts val="395"/>
              </a:spcBef>
              <a:buFont typeface="Wingdings" panose="05000000000000000000" pitchFamily="2" charset="2"/>
              <a:buChar char="Ø"/>
            </a:pPr>
            <a:r>
              <a:rPr lang="zh-CN" altLang="en-US" sz="16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编写</a:t>
            </a:r>
            <a:r>
              <a:rPr lang="en-US" altLang="zh-CN" sz="1600" kern="1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js</a:t>
            </a:r>
            <a:r>
              <a:rPr lang="zh-CN" altLang="en-US" sz="16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文件代码</a:t>
            </a:r>
            <a:endParaRPr lang="zh-CN" altLang="en-US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5" name="任意多边形: 形状 3"/>
          <p:cNvSpPr/>
          <p:nvPr>
            <p:custDataLst>
              <p:tags r:id="rId12"/>
            </p:custDataLst>
          </p:nvPr>
        </p:nvSpPr>
        <p:spPr bwMode="auto">
          <a:xfrm>
            <a:off x="7251700" y="2604135"/>
            <a:ext cx="3278505" cy="998220"/>
          </a:xfrm>
          <a:custGeom>
            <a:avLst/>
            <a:gdLst>
              <a:gd name="T0" fmla="*/ 204 w 296"/>
              <a:gd name="T1" fmla="*/ 132 h 132"/>
              <a:gd name="T2" fmla="*/ 296 w 296"/>
              <a:gd name="T3" fmla="*/ 0 h 132"/>
              <a:gd name="T4" fmla="*/ 95 w 296"/>
              <a:gd name="T5" fmla="*/ 0 h 132"/>
              <a:gd name="T6" fmla="*/ 0 w 296"/>
              <a:gd name="T7" fmla="*/ 132 h 132"/>
              <a:gd name="T8" fmla="*/ 204 w 296"/>
              <a:gd name="T9" fmla="*/ 132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6" h="132">
                <a:moveTo>
                  <a:pt x="204" y="132"/>
                </a:moveTo>
                <a:lnTo>
                  <a:pt x="296" y="0"/>
                </a:lnTo>
                <a:lnTo>
                  <a:pt x="95" y="0"/>
                </a:lnTo>
                <a:lnTo>
                  <a:pt x="0" y="132"/>
                </a:lnTo>
                <a:lnTo>
                  <a:pt x="204" y="13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/>
          <a:lstStyle/>
          <a:p>
            <a:pPr algn="ctr"/>
            <a:endParaRPr sz="1775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7" name="椭圆 40"/>
          <p:cNvSpPr/>
          <p:nvPr>
            <p:custDataLst>
              <p:tags r:id="rId13"/>
            </p:custDataLst>
          </p:nvPr>
        </p:nvSpPr>
        <p:spPr>
          <a:xfrm>
            <a:off x="8461375" y="2865120"/>
            <a:ext cx="412750" cy="406400"/>
          </a:xfrm>
          <a:custGeom>
            <a:avLst/>
            <a:gdLst>
              <a:gd name="connsiteX0" fmla="*/ 155534 w 331788"/>
              <a:gd name="connsiteY0" fmla="*/ 53107 h 327025"/>
              <a:gd name="connsiteX1" fmla="*/ 176255 w 331788"/>
              <a:gd name="connsiteY1" fmla="*/ 53107 h 327025"/>
              <a:gd name="connsiteX2" fmla="*/ 283746 w 331788"/>
              <a:gd name="connsiteY2" fmla="*/ 141384 h 327025"/>
              <a:gd name="connsiteX3" fmla="*/ 288926 w 331788"/>
              <a:gd name="connsiteY3" fmla="*/ 154366 h 327025"/>
              <a:gd name="connsiteX4" fmla="*/ 288926 w 331788"/>
              <a:gd name="connsiteY4" fmla="*/ 310149 h 327025"/>
              <a:gd name="connsiteX5" fmla="*/ 273385 w 331788"/>
              <a:gd name="connsiteY5" fmla="*/ 327025 h 327025"/>
              <a:gd name="connsiteX6" fmla="*/ 207337 w 331788"/>
              <a:gd name="connsiteY6" fmla="*/ 327025 h 327025"/>
              <a:gd name="connsiteX7" fmla="*/ 207337 w 331788"/>
              <a:gd name="connsiteY7" fmla="*/ 234854 h 327025"/>
              <a:gd name="connsiteX8" fmla="*/ 195681 w 331788"/>
              <a:gd name="connsiteY8" fmla="*/ 223170 h 327025"/>
              <a:gd name="connsiteX9" fmla="*/ 136108 w 331788"/>
              <a:gd name="connsiteY9" fmla="*/ 223170 h 327025"/>
              <a:gd name="connsiteX10" fmla="*/ 124452 w 331788"/>
              <a:gd name="connsiteY10" fmla="*/ 234854 h 327025"/>
              <a:gd name="connsiteX11" fmla="*/ 124452 w 331788"/>
              <a:gd name="connsiteY11" fmla="*/ 327025 h 327025"/>
              <a:gd name="connsiteX12" fmla="*/ 58404 w 331788"/>
              <a:gd name="connsiteY12" fmla="*/ 327025 h 327025"/>
              <a:gd name="connsiteX13" fmla="*/ 42863 w 331788"/>
              <a:gd name="connsiteY13" fmla="*/ 310149 h 327025"/>
              <a:gd name="connsiteX14" fmla="*/ 42863 w 331788"/>
              <a:gd name="connsiteY14" fmla="*/ 154366 h 327025"/>
              <a:gd name="connsiteX15" fmla="*/ 48043 w 331788"/>
              <a:gd name="connsiteY15" fmla="*/ 141384 h 327025"/>
              <a:gd name="connsiteX16" fmla="*/ 155534 w 331788"/>
              <a:gd name="connsiteY16" fmla="*/ 53107 h 327025"/>
              <a:gd name="connsiteX17" fmla="*/ 165894 w 331788"/>
              <a:gd name="connsiteY17" fmla="*/ 0 h 327025"/>
              <a:gd name="connsiteX18" fmla="*/ 189223 w 331788"/>
              <a:gd name="connsiteY18" fmla="*/ 9125 h 327025"/>
              <a:gd name="connsiteX19" fmla="*/ 325308 w 331788"/>
              <a:gd name="connsiteY19" fmla="*/ 117321 h 327025"/>
              <a:gd name="connsiteX20" fmla="*/ 331788 w 331788"/>
              <a:gd name="connsiteY20" fmla="*/ 130356 h 327025"/>
              <a:gd name="connsiteX21" fmla="*/ 331788 w 331788"/>
              <a:gd name="connsiteY21" fmla="*/ 143392 h 327025"/>
              <a:gd name="connsiteX22" fmla="*/ 314940 w 331788"/>
              <a:gd name="connsiteY22" fmla="*/ 160338 h 327025"/>
              <a:gd name="connsiteX23" fmla="*/ 298091 w 331788"/>
              <a:gd name="connsiteY23" fmla="*/ 143392 h 327025"/>
              <a:gd name="connsiteX24" fmla="*/ 298091 w 331788"/>
              <a:gd name="connsiteY24" fmla="*/ 139481 h 327025"/>
              <a:gd name="connsiteX25" fmla="*/ 176263 w 331788"/>
              <a:gd name="connsiteY25" fmla="*/ 41714 h 327025"/>
              <a:gd name="connsiteX26" fmla="*/ 165894 w 331788"/>
              <a:gd name="connsiteY26" fmla="*/ 37804 h 327025"/>
              <a:gd name="connsiteX27" fmla="*/ 155526 w 331788"/>
              <a:gd name="connsiteY27" fmla="*/ 41714 h 327025"/>
              <a:gd name="connsiteX28" fmla="*/ 33697 w 331788"/>
              <a:gd name="connsiteY28" fmla="*/ 139481 h 327025"/>
              <a:gd name="connsiteX29" fmla="*/ 33697 w 331788"/>
              <a:gd name="connsiteY29" fmla="*/ 143392 h 327025"/>
              <a:gd name="connsiteX30" fmla="*/ 16849 w 331788"/>
              <a:gd name="connsiteY30" fmla="*/ 160338 h 327025"/>
              <a:gd name="connsiteX31" fmla="*/ 0 w 331788"/>
              <a:gd name="connsiteY31" fmla="*/ 143392 h 327025"/>
              <a:gd name="connsiteX32" fmla="*/ 0 w 331788"/>
              <a:gd name="connsiteY32" fmla="*/ 130356 h 327025"/>
              <a:gd name="connsiteX33" fmla="*/ 6480 w 331788"/>
              <a:gd name="connsiteY33" fmla="*/ 117321 h 327025"/>
              <a:gd name="connsiteX34" fmla="*/ 142565 w 331788"/>
              <a:gd name="connsiteY34" fmla="*/ 9125 h 327025"/>
              <a:gd name="connsiteX35" fmla="*/ 165894 w 331788"/>
              <a:gd name="connsiteY35" fmla="*/ 0 h 327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31788" h="327025">
                <a:moveTo>
                  <a:pt x="155534" y="53107"/>
                </a:moveTo>
                <a:cubicBezTo>
                  <a:pt x="162009" y="49212"/>
                  <a:pt x="169780" y="49212"/>
                  <a:pt x="176255" y="53107"/>
                </a:cubicBezTo>
                <a:cubicBezTo>
                  <a:pt x="176255" y="53107"/>
                  <a:pt x="176255" y="53107"/>
                  <a:pt x="283746" y="141384"/>
                </a:cubicBezTo>
                <a:cubicBezTo>
                  <a:pt x="286336" y="143980"/>
                  <a:pt x="288926" y="149173"/>
                  <a:pt x="288926" y="154366"/>
                </a:cubicBezTo>
                <a:cubicBezTo>
                  <a:pt x="288926" y="154366"/>
                  <a:pt x="288926" y="154366"/>
                  <a:pt x="288926" y="310149"/>
                </a:cubicBezTo>
                <a:cubicBezTo>
                  <a:pt x="288926" y="319236"/>
                  <a:pt x="282451" y="327025"/>
                  <a:pt x="273385" y="327025"/>
                </a:cubicBezTo>
                <a:cubicBezTo>
                  <a:pt x="273385" y="327025"/>
                  <a:pt x="273385" y="327025"/>
                  <a:pt x="207337" y="327025"/>
                </a:cubicBezTo>
                <a:cubicBezTo>
                  <a:pt x="207337" y="327025"/>
                  <a:pt x="207337" y="327025"/>
                  <a:pt x="207337" y="234854"/>
                </a:cubicBezTo>
                <a:cubicBezTo>
                  <a:pt x="207337" y="228363"/>
                  <a:pt x="202157" y="223170"/>
                  <a:pt x="195681" y="223170"/>
                </a:cubicBezTo>
                <a:cubicBezTo>
                  <a:pt x="195681" y="223170"/>
                  <a:pt x="195681" y="223170"/>
                  <a:pt x="136108" y="223170"/>
                </a:cubicBezTo>
                <a:cubicBezTo>
                  <a:pt x="129633" y="223170"/>
                  <a:pt x="124452" y="228363"/>
                  <a:pt x="124452" y="234854"/>
                </a:cubicBezTo>
                <a:cubicBezTo>
                  <a:pt x="124452" y="234854"/>
                  <a:pt x="124452" y="234854"/>
                  <a:pt x="124452" y="327025"/>
                </a:cubicBezTo>
                <a:cubicBezTo>
                  <a:pt x="124452" y="327025"/>
                  <a:pt x="124452" y="327025"/>
                  <a:pt x="58404" y="327025"/>
                </a:cubicBezTo>
                <a:cubicBezTo>
                  <a:pt x="49338" y="327025"/>
                  <a:pt x="42863" y="319236"/>
                  <a:pt x="42863" y="310149"/>
                </a:cubicBezTo>
                <a:cubicBezTo>
                  <a:pt x="42863" y="310149"/>
                  <a:pt x="42863" y="310149"/>
                  <a:pt x="42863" y="154366"/>
                </a:cubicBezTo>
                <a:cubicBezTo>
                  <a:pt x="42863" y="149173"/>
                  <a:pt x="45453" y="143980"/>
                  <a:pt x="48043" y="141384"/>
                </a:cubicBezTo>
                <a:cubicBezTo>
                  <a:pt x="48043" y="141384"/>
                  <a:pt x="48043" y="141384"/>
                  <a:pt x="155534" y="53107"/>
                </a:cubicBezTo>
                <a:close/>
                <a:moveTo>
                  <a:pt x="165894" y="0"/>
                </a:moveTo>
                <a:cubicBezTo>
                  <a:pt x="173670" y="0"/>
                  <a:pt x="182743" y="2607"/>
                  <a:pt x="189223" y="9125"/>
                </a:cubicBezTo>
                <a:cubicBezTo>
                  <a:pt x="189223" y="9125"/>
                  <a:pt x="189223" y="9125"/>
                  <a:pt x="325308" y="117321"/>
                </a:cubicBezTo>
                <a:cubicBezTo>
                  <a:pt x="329196" y="121231"/>
                  <a:pt x="331788" y="126446"/>
                  <a:pt x="331788" y="130356"/>
                </a:cubicBezTo>
                <a:cubicBezTo>
                  <a:pt x="331788" y="130356"/>
                  <a:pt x="331788" y="138178"/>
                  <a:pt x="331788" y="143392"/>
                </a:cubicBezTo>
                <a:cubicBezTo>
                  <a:pt x="331788" y="152517"/>
                  <a:pt x="324012" y="160338"/>
                  <a:pt x="314940" y="160338"/>
                </a:cubicBezTo>
                <a:cubicBezTo>
                  <a:pt x="305867" y="160338"/>
                  <a:pt x="298091" y="152517"/>
                  <a:pt x="298091" y="143392"/>
                </a:cubicBezTo>
                <a:cubicBezTo>
                  <a:pt x="298091" y="142088"/>
                  <a:pt x="298091" y="140785"/>
                  <a:pt x="298091" y="139481"/>
                </a:cubicBezTo>
                <a:cubicBezTo>
                  <a:pt x="298091" y="139481"/>
                  <a:pt x="298091" y="139481"/>
                  <a:pt x="176263" y="41714"/>
                </a:cubicBezTo>
                <a:cubicBezTo>
                  <a:pt x="176263" y="41714"/>
                  <a:pt x="171078" y="37804"/>
                  <a:pt x="165894" y="37804"/>
                </a:cubicBezTo>
                <a:cubicBezTo>
                  <a:pt x="160710" y="37804"/>
                  <a:pt x="155526" y="41714"/>
                  <a:pt x="155526" y="41714"/>
                </a:cubicBezTo>
                <a:cubicBezTo>
                  <a:pt x="155526" y="41714"/>
                  <a:pt x="155526" y="41714"/>
                  <a:pt x="33697" y="139481"/>
                </a:cubicBezTo>
                <a:cubicBezTo>
                  <a:pt x="33697" y="140785"/>
                  <a:pt x="33697" y="142088"/>
                  <a:pt x="33697" y="143392"/>
                </a:cubicBezTo>
                <a:cubicBezTo>
                  <a:pt x="33697" y="152517"/>
                  <a:pt x="25921" y="160338"/>
                  <a:pt x="16849" y="160338"/>
                </a:cubicBezTo>
                <a:cubicBezTo>
                  <a:pt x="7776" y="160338"/>
                  <a:pt x="0" y="152517"/>
                  <a:pt x="0" y="143392"/>
                </a:cubicBezTo>
                <a:cubicBezTo>
                  <a:pt x="0" y="138178"/>
                  <a:pt x="0" y="130356"/>
                  <a:pt x="0" y="130356"/>
                </a:cubicBezTo>
                <a:cubicBezTo>
                  <a:pt x="0" y="126446"/>
                  <a:pt x="2592" y="121231"/>
                  <a:pt x="6480" y="117321"/>
                </a:cubicBezTo>
                <a:cubicBezTo>
                  <a:pt x="6480" y="117321"/>
                  <a:pt x="6480" y="117321"/>
                  <a:pt x="142565" y="9125"/>
                </a:cubicBezTo>
                <a:cubicBezTo>
                  <a:pt x="149046" y="2607"/>
                  <a:pt x="158118" y="0"/>
                  <a:pt x="16589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105" tIns="45053" rIns="90105" bIns="45053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775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8" name="Rectangle 24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7394575" y="4166870"/>
            <a:ext cx="2065655" cy="294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marL="285750" indent="-285750" algn="ctr">
              <a:lnSpc>
                <a:spcPct val="120000"/>
              </a:lnSpc>
              <a:spcBef>
                <a:spcPts val="395"/>
              </a:spcBef>
              <a:buFont typeface="Wingdings" panose="05000000000000000000" pitchFamily="2" charset="2"/>
              <a:buChar char="Ø"/>
            </a:pPr>
            <a:r>
              <a:rPr lang="zh-CN" altLang="en-US" sz="16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测试运行</a:t>
            </a:r>
            <a:endParaRPr lang="zh-CN" altLang="en-US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4" name="文本框 43"/>
          <p:cNvSpPr txBox="1"/>
          <p:nvPr>
            <p:custDataLst>
              <p:tags r:id="rId15"/>
            </p:custDataLst>
          </p:nvPr>
        </p:nvSpPr>
        <p:spPr>
          <a:xfrm>
            <a:off x="7098244" y="4676926"/>
            <a:ext cx="2836263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indent="267970" algn="just"/>
            <a:r>
              <a:rPr lang="en-US" altLang="zh-CN" sz="18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node ejs_demo.js</a:t>
            </a:r>
            <a:endParaRPr lang="en-US" altLang="zh-CN" sz="1800" b="1" i="1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16"/>
            </p:custDataLst>
          </p:nvPr>
        </p:nvSpPr>
        <p:spPr>
          <a:xfrm>
            <a:off x="4333875" y="4676775"/>
            <a:ext cx="204597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266700" indent="267970" algn="just"/>
            <a:r>
              <a:rPr lang="en-US" altLang="zh-CN" sz="18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ejs_demo.js</a:t>
            </a:r>
            <a:endParaRPr lang="en-US" altLang="zh-CN" sz="1800" b="1" i="1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17"/>
            </p:custDataLst>
          </p:nvPr>
        </p:nvSpPr>
        <p:spPr>
          <a:xfrm>
            <a:off x="957267" y="67333"/>
            <a:ext cx="233553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32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ejs</a:t>
            </a:r>
            <a:r>
              <a:rPr lang="zh-CN" altLang="en-US" sz="32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模板</a:t>
            </a:r>
            <a:r>
              <a:rPr lang="zh-CN" altLang="en-US" sz="32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引擎</a:t>
            </a:r>
            <a:endParaRPr lang="zh-CN" altLang="en-US" sz="3200" dirty="0" err="1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7" grpId="0" animBg="1"/>
      <p:bldP spid="28" grpId="0"/>
      <p:bldP spid="29" grpId="0"/>
      <p:bldP spid="26" grpId="0" animBg="1"/>
      <p:bldP spid="27" grpId="1" animBg="1"/>
      <p:bldP spid="28" grpId="1"/>
      <p:bldP spid="29" grpId="1"/>
      <p:bldP spid="26" grpId="1" animBg="1"/>
      <p:bldP spid="32" grpId="0" animBg="1"/>
      <p:bldP spid="2" grpId="0"/>
      <p:bldP spid="33" grpId="0"/>
      <p:bldP spid="31" grpId="0" animBg="1"/>
      <p:bldP spid="32" grpId="1" animBg="1"/>
      <p:bldP spid="2" grpId="1"/>
      <p:bldP spid="33" grpId="1"/>
      <p:bldP spid="31" grpId="1" animBg="1"/>
      <p:bldP spid="37" grpId="0" animBg="1"/>
      <p:bldP spid="38" grpId="0"/>
      <p:bldP spid="35" grpId="0" animBg="1"/>
      <p:bldP spid="44" grpId="0"/>
      <p:bldP spid="37" grpId="1" animBg="1"/>
      <p:bldP spid="38" grpId="1"/>
      <p:bldP spid="35" grpId="1" animBg="1"/>
      <p:bldP spid="44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>
            <p:custDataLst>
              <p:tags r:id="rId1"/>
            </p:custDataLst>
          </p:nvPr>
        </p:nvSpPr>
        <p:spPr>
          <a:xfrm>
            <a:off x="3951605" y="2155190"/>
            <a:ext cx="7972425" cy="3044190"/>
          </a:xfrm>
          <a:prstGeom prst="rect">
            <a:avLst/>
          </a:prstGeom>
          <a:solidFill>
            <a:schemeClr val="accent4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6" name="图形 3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0080" y="3356503"/>
            <a:ext cx="569913" cy="569913"/>
          </a:xfrm>
          <a:prstGeom prst="rect">
            <a:avLst/>
          </a:prstGeom>
        </p:spPr>
      </p:pic>
      <p:sp>
        <p:nvSpPr>
          <p:cNvPr id="43" name="矩形 42"/>
          <p:cNvSpPr/>
          <p:nvPr>
            <p:custDataLst>
              <p:tags r:id="rId6"/>
            </p:custDataLst>
          </p:nvPr>
        </p:nvSpPr>
        <p:spPr>
          <a:xfrm>
            <a:off x="3917950" y="2328545"/>
            <a:ext cx="7986395" cy="31140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var </a:t>
            </a:r>
            <a:r>
              <a:rPr lang="en-US" altLang="zh-CN" sz="20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ejs</a:t>
            </a: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= require("</a:t>
            </a:r>
            <a:r>
              <a:rPr lang="en-US" altLang="zh-CN" sz="20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ejs</a:t>
            </a: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"); </a:t>
            </a:r>
            <a:endParaRPr lang="zh-CN" altLang="zh-CN" sz="20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var people = ['</a:t>
            </a:r>
            <a:r>
              <a:rPr lang="en-US" altLang="zh-CN" sz="20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geddy</a:t>
            </a: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', '</a:t>
            </a:r>
            <a:r>
              <a:rPr lang="en-US" altLang="zh-CN" sz="20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neil</a:t>
            </a: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', '</a:t>
            </a:r>
            <a:r>
              <a:rPr lang="en-US" altLang="zh-CN" sz="20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alex</a:t>
            </a: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']; </a:t>
            </a:r>
            <a:endParaRPr lang="zh-CN" altLang="zh-CN" sz="20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CN" sz="24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var html =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ejs.render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('&lt;%= </a:t>
            </a:r>
            <a:r>
              <a:rPr lang="en-US" altLang="zh-CN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people.join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(", "); %&gt;', {people: people}); 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console.log(html);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2" name="圆角矩形 25"/>
          <p:cNvSpPr/>
          <p:nvPr>
            <p:custDataLst>
              <p:tags r:id="rId7"/>
            </p:custDataLst>
          </p:nvPr>
        </p:nvSpPr>
        <p:spPr>
          <a:xfrm>
            <a:off x="3926205" y="2101850"/>
            <a:ext cx="7971790" cy="3175000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3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2" name="文本框 51"/>
          <p:cNvSpPr txBox="1"/>
          <p:nvPr>
            <p:custDataLst>
              <p:tags r:id="rId8"/>
            </p:custDataLst>
          </p:nvPr>
        </p:nvSpPr>
        <p:spPr>
          <a:xfrm>
            <a:off x="844550" y="1733550"/>
            <a:ext cx="1694815" cy="4032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 algn="just">
              <a:buFont typeface="Wingdings" panose="05000000000000000000" pitchFamily="2" charset="2"/>
              <a:buNone/>
            </a:pPr>
            <a:r>
              <a:rPr lang="en-US" altLang="zh-CN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ejs_demo.js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"/>
            </a:pPr>
            <a:endParaRPr lang="zh-CN" altLang="zh-CN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4" name="图片 63"/>
          <p:cNvPicPr/>
          <p:nvPr/>
        </p:nvPicPr>
        <p:blipFill>
          <a:blip r:embed="rId9"/>
          <a:stretch>
            <a:fillRect/>
          </a:stretch>
        </p:blipFill>
        <p:spPr>
          <a:xfrm>
            <a:off x="7044486" y="5067117"/>
            <a:ext cx="4853047" cy="927271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3" name="矩形 62"/>
          <p:cNvSpPr/>
          <p:nvPr>
            <p:custDataLst>
              <p:tags r:id="rId10"/>
            </p:custDataLst>
          </p:nvPr>
        </p:nvSpPr>
        <p:spPr>
          <a:xfrm>
            <a:off x="7077232" y="5517019"/>
            <a:ext cx="3080165" cy="3128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49225" y="2488565"/>
            <a:ext cx="9244330" cy="854710"/>
            <a:chOff x="303" y="4157"/>
            <a:chExt cx="14558" cy="1346"/>
          </a:xfrm>
        </p:grpSpPr>
        <p:sp>
          <p:nvSpPr>
            <p:cNvPr id="66" name="矩形 4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03" y="4157"/>
              <a:ext cx="5519" cy="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设置三个元素的列表变量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0" name="直接连接符 5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>
              <a:off x="6365" y="5503"/>
              <a:ext cx="8497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" name="直接连接符 9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 flipV="1">
              <a:off x="6365" y="4665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直接连接符 76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>
              <a:off x="5973" y="4551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9" name="直接连接符 90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>
              <a:off x="5973" y="4157"/>
              <a:ext cx="0" cy="75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" name="组合 2"/>
          <p:cNvGrpSpPr/>
          <p:nvPr/>
        </p:nvGrpSpPr>
        <p:grpSpPr>
          <a:xfrm>
            <a:off x="150495" y="4370070"/>
            <a:ext cx="10838180" cy="769620"/>
            <a:chOff x="322" y="6100"/>
            <a:chExt cx="17068" cy="1212"/>
          </a:xfrm>
        </p:grpSpPr>
        <p:sp>
          <p:nvSpPr>
            <p:cNvPr id="74" name="矩形 4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22" y="6562"/>
              <a:ext cx="5519" cy="7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输出数据到模板，渲染页面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8" name="直接连接符 5"/>
            <p:cNvCxnSpPr>
              <a:cxnSpLocks noChangeShapeType="1"/>
            </p:cNvCxnSpPr>
            <p:nvPr>
              <p:custDataLst>
                <p:tags r:id="rId17"/>
              </p:custDataLst>
            </p:nvPr>
          </p:nvCxnSpPr>
          <p:spPr bwMode="auto">
            <a:xfrm>
              <a:off x="6376" y="6101"/>
              <a:ext cx="11015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9" name="直接连接符 9"/>
            <p:cNvCxnSpPr>
              <a:cxnSpLocks noChangeShapeType="1"/>
            </p:cNvCxnSpPr>
            <p:nvPr>
              <p:custDataLst>
                <p:tags r:id="rId18"/>
              </p:custDataLst>
            </p:nvPr>
          </p:nvCxnSpPr>
          <p:spPr bwMode="auto">
            <a:xfrm>
              <a:off x="6376" y="6100"/>
              <a:ext cx="0" cy="844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0" name="直接连接符 76"/>
            <p:cNvCxnSpPr>
              <a:cxnSpLocks noChangeShapeType="1"/>
            </p:cNvCxnSpPr>
            <p:nvPr>
              <p:custDataLst>
                <p:tags r:id="rId19"/>
              </p:custDataLst>
            </p:nvPr>
          </p:nvCxnSpPr>
          <p:spPr bwMode="auto">
            <a:xfrm>
              <a:off x="5984" y="6937"/>
              <a:ext cx="391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" name="直接连接符 90"/>
            <p:cNvCxnSpPr>
              <a:cxnSpLocks noChangeShapeType="1"/>
            </p:cNvCxnSpPr>
            <p:nvPr>
              <p:custDataLst>
                <p:tags r:id="rId20"/>
              </p:custDataLst>
            </p:nvPr>
          </p:nvCxnSpPr>
          <p:spPr bwMode="auto">
            <a:xfrm>
              <a:off x="5973" y="6561"/>
              <a:ext cx="10" cy="75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" name="组合 8"/>
          <p:cNvGrpSpPr/>
          <p:nvPr/>
        </p:nvGrpSpPr>
        <p:grpSpPr>
          <a:xfrm>
            <a:off x="542925" y="1048385"/>
            <a:ext cx="2297430" cy="610235"/>
            <a:chOff x="855" y="183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21"/>
              </p:custDataLst>
            </p:nvPr>
          </p:nvSpPr>
          <p:spPr>
            <a:xfrm>
              <a:off x="884" y="266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22"/>
              </p:custDataLst>
            </p:nvPr>
          </p:nvSpPr>
          <p:spPr bwMode="auto">
            <a:xfrm>
              <a:off x="855" y="183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678" y="1865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20" name="文本框 19"/>
          <p:cNvSpPr txBox="1"/>
          <p:nvPr>
            <p:custDataLst>
              <p:tags r:id="rId23"/>
            </p:custDataLst>
          </p:nvPr>
        </p:nvSpPr>
        <p:spPr>
          <a:xfrm>
            <a:off x="957267" y="67333"/>
            <a:ext cx="233553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32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ejs</a:t>
            </a:r>
            <a:r>
              <a:rPr lang="zh-CN" altLang="en-US" sz="32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模板</a:t>
            </a:r>
            <a:r>
              <a:rPr lang="zh-CN" altLang="en-US" sz="32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引擎</a:t>
            </a:r>
            <a:endParaRPr lang="zh-CN" altLang="en-US" sz="3200" dirty="0" err="1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2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63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>
            <a:off x="1341555" y="1505415"/>
            <a:ext cx="4277891" cy="4277891"/>
          </a:xfrm>
          <a:prstGeom prst="arc">
            <a:avLst>
              <a:gd name="adj1" fmla="val 19163328"/>
              <a:gd name="adj2" fmla="val 2230506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3" name="圆角矩形 121"/>
          <p:cNvSpPr/>
          <p:nvPr>
            <p:custDataLst>
              <p:tags r:id="rId4"/>
            </p:custDataLst>
          </p:nvPr>
        </p:nvSpPr>
        <p:spPr>
          <a:xfrm>
            <a:off x="5575935" y="2185670"/>
            <a:ext cx="323215" cy="323215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4" name="任意多边形 122"/>
          <p:cNvSpPr/>
          <p:nvPr>
            <p:custDataLst>
              <p:tags r:id="rId5"/>
            </p:custDataLst>
          </p:nvPr>
        </p:nvSpPr>
        <p:spPr>
          <a:xfrm>
            <a:off x="5667375" y="2277110"/>
            <a:ext cx="1403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9" name="矩形 78"/>
          <p:cNvSpPr/>
          <p:nvPr>
            <p:custDataLst>
              <p:tags r:id="rId6"/>
            </p:custDataLst>
          </p:nvPr>
        </p:nvSpPr>
        <p:spPr>
          <a:xfrm>
            <a:off x="6176010" y="1740535"/>
            <a:ext cx="4297680" cy="145224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4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pug</a:t>
            </a:r>
            <a:r>
              <a:rPr lang="zh-CN" altLang="en-US" sz="24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模板</a:t>
            </a:r>
            <a:r>
              <a:rPr lang="zh-CN" altLang="en-US" sz="24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引擎</a:t>
            </a:r>
            <a:endParaRPr lang="zh-CN" altLang="en-US" sz="2400" b="1" dirty="0" err="1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pug 是 Express 框架的默认模板引擎。pug 模板文件体积小，但是学习成本高。</a:t>
            </a:r>
            <a:endParaRPr lang="zh-CN" altLang="en-US" dirty="0" err="1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1" name="圆角矩形 133"/>
          <p:cNvSpPr/>
          <p:nvPr>
            <p:custDataLst>
              <p:tags r:id="rId7"/>
            </p:custDataLst>
          </p:nvPr>
        </p:nvSpPr>
        <p:spPr>
          <a:xfrm>
            <a:off x="5554345" y="4606925"/>
            <a:ext cx="323215" cy="323215"/>
          </a:xfrm>
          <a:prstGeom prst="roundRect">
            <a:avLst/>
          </a:prstGeom>
          <a:solidFill>
            <a:srgbClr val="4C944C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5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0" name="任意多边形 134"/>
          <p:cNvSpPr/>
          <p:nvPr>
            <p:custDataLst>
              <p:tags r:id="rId8"/>
            </p:custDataLst>
          </p:nvPr>
        </p:nvSpPr>
        <p:spPr>
          <a:xfrm>
            <a:off x="5645785" y="4700905"/>
            <a:ext cx="1403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1" name="矩形 80"/>
          <p:cNvSpPr/>
          <p:nvPr>
            <p:custDataLst>
              <p:tags r:id="rId9"/>
            </p:custDataLst>
          </p:nvPr>
        </p:nvSpPr>
        <p:spPr>
          <a:xfrm>
            <a:off x="6215380" y="4173855"/>
            <a:ext cx="4258310" cy="145224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ejs</a:t>
            </a:r>
            <a:r>
              <a:rPr lang="zh-CN" altLang="en-US" sz="24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模板</a:t>
            </a:r>
            <a:r>
              <a:rPr lang="zh-CN" altLang="en-US" sz="24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引擎</a:t>
            </a:r>
            <a:endParaRPr lang="zh-CN" altLang="en-US" sz="2400" b="1" dirty="0" err="1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ejs模板引擎标签</a:t>
            </a:r>
            <a:r>
              <a:rPr lang="zh-CN" altLang="en-US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写法与 HTML一致，</a:t>
            </a:r>
            <a:endParaRPr lang="zh-CN" altLang="en-US" dirty="0" err="1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不如pug 模板的整洁。</a:t>
            </a:r>
            <a:endParaRPr lang="zh-CN" altLang="en-US" dirty="0" err="1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10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1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şļïḍê"/>
          <p:cNvSpPr/>
          <p:nvPr>
            <p:custDataLst>
              <p:tags r:id="rId12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ïṡḷîḓê"/>
          <p:cNvSpPr/>
          <p:nvPr>
            <p:custDataLst>
              <p:tags r:id="rId13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śḻîḑe"/>
          <p:cNvSpPr/>
          <p:nvPr>
            <p:custDataLst>
              <p:tags r:id="rId14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Sḷiḑé"/>
          <p:cNvSpPr/>
          <p:nvPr>
            <p:custDataLst>
              <p:tags r:id="rId15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îšľïḑé"/>
          <p:cNvSpPr/>
          <p:nvPr>
            <p:custDataLst>
              <p:tags r:id="rId16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ṧḻïḍè"/>
          <p:cNvSpPr/>
          <p:nvPr>
            <p:custDataLst>
              <p:tags r:id="rId17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îSļîḍè"/>
          <p:cNvSpPr/>
          <p:nvPr>
            <p:custDataLst>
              <p:tags r:id="rId18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îḋè"/>
          <p:cNvSpPr/>
          <p:nvPr>
            <p:custDataLst>
              <p:tags r:id="rId19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išľíḍè"/>
          <p:cNvSpPr/>
          <p:nvPr>
            <p:custDataLst>
              <p:tags r:id="rId20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ŝḷiḓê"/>
          <p:cNvSpPr/>
          <p:nvPr>
            <p:custDataLst>
              <p:tags r:id="rId21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iṡḷíďé"/>
          <p:cNvSpPr/>
          <p:nvPr>
            <p:custDataLst>
              <p:tags r:id="rId22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şļíḑè"/>
          <p:cNvSpPr/>
          <p:nvPr>
            <p:custDataLst>
              <p:tags r:id="rId23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ïşļiḑé"/>
          <p:cNvSpPr/>
          <p:nvPr>
            <p:custDataLst>
              <p:tags r:id="rId24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śļiḓè"/>
          <p:cNvSpPr/>
          <p:nvPr>
            <p:custDataLst>
              <p:tags r:id="rId25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îṡlíḍê"/>
          <p:cNvSpPr/>
          <p:nvPr>
            <p:custDataLst>
              <p:tags r:id="rId26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íṥ1ïḍe"/>
          <p:cNvSpPr/>
          <p:nvPr>
            <p:custDataLst>
              <p:tags r:id="rId27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ślïḋe"/>
          <p:cNvSpPr/>
          <p:nvPr>
            <p:custDataLst>
              <p:tags r:id="rId28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ïşḷiḍè"/>
          <p:cNvSpPr/>
          <p:nvPr>
            <p:custDataLst>
              <p:tags r:id="rId29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ŝḻiḍê"/>
          <p:cNvSpPr/>
          <p:nvPr>
            <p:custDataLst>
              <p:tags r:id="rId30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îṧḻíḋè"/>
          <p:cNvSpPr/>
          <p:nvPr>
            <p:custDataLst>
              <p:tags r:id="rId31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iṡļïḍé"/>
          <p:cNvSpPr/>
          <p:nvPr>
            <p:custDataLst>
              <p:tags r:id="rId32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$1ïḓè"/>
          <p:cNvSpPr/>
          <p:nvPr>
            <p:custDataLst>
              <p:tags r:id="rId33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ṩ1iḍe"/>
          <p:cNvSpPr/>
          <p:nvPr>
            <p:custDataLst>
              <p:tags r:id="rId34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ṡļidê"/>
          <p:cNvSpPr/>
          <p:nvPr>
            <p:custDataLst>
              <p:tags r:id="rId35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íšľíḑé"/>
          <p:cNvSpPr/>
          <p:nvPr>
            <p:custDataLst>
              <p:tags r:id="rId36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šlíḑe"/>
          <p:cNvSpPr/>
          <p:nvPr>
            <p:custDataLst>
              <p:tags r:id="rId37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ṥlîḋè"/>
          <p:cNvSpPr/>
          <p:nvPr>
            <p:custDataLst>
              <p:tags r:id="rId38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íŝḻïḍé"/>
          <p:cNvSpPr/>
          <p:nvPr>
            <p:custDataLst>
              <p:tags r:id="rId39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ṧḻiḑé"/>
          <p:cNvSpPr/>
          <p:nvPr>
            <p:custDataLst>
              <p:tags r:id="rId40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ïšḻiḑè"/>
          <p:cNvSpPr/>
          <p:nvPr>
            <p:custDataLst>
              <p:tags r:id="rId41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ṡlíḑe"/>
          <p:cNvSpPr/>
          <p:nvPr>
            <p:custDataLst>
              <p:tags r:id="rId42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iṥlïdê"/>
          <p:cNvSpPr/>
          <p:nvPr>
            <p:custDataLst>
              <p:tags r:id="rId43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4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  <p:bldP spid="79" grpId="0"/>
      <p:bldP spid="79" grpId="1"/>
      <p:bldP spid="81" grpId="0"/>
      <p:bldP spid="81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5.xml><?xml version="1.0" encoding="utf-8"?>
<p:tagLst xmlns:p="http://schemas.openxmlformats.org/presentationml/2006/main">
  <p:tag name="KSO_WM_SLIDE_BACKGROUND_TYPE" val="general"/>
</p:tagLst>
</file>

<file path=ppt/tags/tag5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191730_5*l_h_i*1_3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59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191730_5*l_h_a*1_3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598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5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5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191730_5*l_h_i*1_4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0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191730_5*l_h_a*1_4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01.xml><?xml version="1.0" encoding="utf-8"?>
<p:tagLst xmlns:p="http://schemas.openxmlformats.org/presentationml/2006/main">
  <p:tag name="KSO_WM_SLIDE_ID" val="custom20191730_2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2"/>
  <p:tag name="KSO_WM_SLIDE_INDEX" val="2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FILL_FORE_SCHEMECOLOR_INDEX_BRIGHTNESS" val="-0.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0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1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12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1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1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SLIDE_BACKGROUND_TYPE" val="general"/>
</p:tagLst>
</file>

<file path=ppt/tags/tag6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21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6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SLIDE_BACKGROUND_TYPE" val="general"/>
</p:tagLst>
</file>

<file path=ppt/tags/tag624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6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6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3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3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3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3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35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636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3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3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4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4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42.xml><?xml version="1.0" encoding="utf-8"?>
<p:tagLst xmlns:p="http://schemas.openxmlformats.org/presentationml/2006/main">
  <p:tag name="KSO_WM_SLIDE_BACKGROUND_TYPE" val="general"/>
</p:tagLst>
</file>

<file path=ppt/tags/tag6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646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6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5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5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5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5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5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5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56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657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SLIDE_BACKGROUND_TYPE" val="general"/>
</p:tagLst>
</file>

<file path=ppt/tags/tag6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6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7.xml><?xml version="1.0" encoding="utf-8"?>
<p:tagLst xmlns:p="http://schemas.openxmlformats.org/presentationml/2006/main">
  <p:tag name="KSO_WM_UNIT_FILL_FORE_SCHEMECOLOR_INDEX_BRIGHTNESS" val="-0.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0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671.xml><?xml version="1.0" encoding="utf-8"?>
<p:tagLst xmlns:p="http://schemas.openxmlformats.org/presentationml/2006/main">
  <p:tag name="KSO_WM_UNIT_LINE_FORE_SCHEMECOLOR_INDEX_BRIGHTNESS" val="0"/>
  <p:tag name="KSO_WM_UNIT_LINE_FORE_SCHEMECOLOR_INDEX" val="9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72.xml><?xml version="1.0" encoding="utf-8"?>
<p:tagLst xmlns:p="http://schemas.openxmlformats.org/presentationml/2006/main">
  <p:tag name="KSO_WM_SLIDE_BACKGROUND_TYPE" val="general"/>
</p:tagLst>
</file>

<file path=ppt/tags/tag673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6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8.xml><?xml version="1.0" encoding="utf-8"?>
<p:tagLst xmlns:p="http://schemas.openxmlformats.org/presentationml/2006/main">
  <p:tag name="KSO_WM_UNIT_FILL_FORE_SCHEMECOLOR_INDEX_BRIGHTNESS" val="-0.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0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68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3.xml><?xml version="1.0" encoding="utf-8"?>
<p:tagLst xmlns:p="http://schemas.openxmlformats.org/presentationml/2006/main">
  <p:tag name="KSO_WM_SLIDE_BACKGROUND_TYPE" val="general"/>
</p:tagLst>
</file>

<file path=ppt/tags/tag6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6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87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68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9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97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6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1.xml><?xml version="1.0" encoding="utf-8"?>
<p:tagLst xmlns:p="http://schemas.openxmlformats.org/presentationml/2006/main">
  <p:tag name="KSO_WM_SLIDE_BACKGROUND_TYPE" val="general"/>
</p:tagLst>
</file>

<file path=ppt/tags/tag702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7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6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70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0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1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1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9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20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2.xml><?xml version="1.0" encoding="utf-8"?>
<p:tagLst xmlns:p="http://schemas.openxmlformats.org/presentationml/2006/main">
  <p:tag name="KSO_WM_SLIDE_BACKGROUND_TYPE" val="general"/>
</p:tagLst>
</file>

<file path=ppt/tags/tag7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5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26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7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9.xml><?xml version="1.0" encoding="utf-8"?>
<p:tagLst xmlns:p="http://schemas.openxmlformats.org/presentationml/2006/main">
  <p:tag name="KSO_WM_UNIT_SHADOW_SCHEMECOLOR_INDEX_BRIGHTNESS" val="0"/>
  <p:tag name="KSO_WM_UNIT_SHADOW_SCHEMECOLOR_INDEX" val="9"/>
  <p:tag name="KSO_WM_UNIT_TEXT_FILL_FORE_SCHEMECOLOR_INDEX_BRIGHTNESS" val="0"/>
  <p:tag name="KSO_WM_UNIT_TEXT_FILL_FORE_SCHEMECOLOR_INDEX" val="13"/>
  <p:tag name="KSO_WM_UNIT_TEXT_FILL_TYPE" val="1"/>
</p:tagLst>
</file>

<file path=ppt/tags/tag7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3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34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735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36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3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3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39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40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41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42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43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4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45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4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4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4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49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50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51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52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53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5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55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5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5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5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59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60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61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762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763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764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765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66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767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768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769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Yjc1ZjdmNTg5ZWM4ZTgwMDQxNGQ3NzNlMjZkZDY3ZjM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1606</Words>
  <Application>WPS 演示</Application>
  <PresentationFormat>宽屏</PresentationFormat>
  <Paragraphs>173</Paragraphs>
  <Slides>13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Calibri</vt:lpstr>
      <vt:lpstr>Helvetica Light</vt:lpstr>
      <vt:lpstr>Times New Roman</vt:lpstr>
      <vt:lpstr>Calibri</vt:lpstr>
      <vt:lpstr>等线</vt:lpstr>
      <vt:lpstr>Arial Unicode MS</vt:lpstr>
      <vt:lpstr>黑体</vt:lpstr>
      <vt:lpstr>Calibri Light</vt:lpstr>
      <vt:lpstr>Office 主题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TXY</cp:lastModifiedBy>
  <cp:revision>531</cp:revision>
  <dcterms:created xsi:type="dcterms:W3CDTF">2020-10-23T09:50:00Z</dcterms:created>
  <dcterms:modified xsi:type="dcterms:W3CDTF">2024-06-30T02:27:50Z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5A67DB07324C4ECB898FE82A88D2D5AE_12</vt:lpwstr>
  </property>
  <property fmtid="{D5CDD505-2E9C-101B-9397-08002B2CF9AE}" pid="3" name="KSOProductBuildVer">
    <vt:lpwstr>2052-12.1.0.16929</vt:lpwstr>
  </property>
</Properties>
</file>