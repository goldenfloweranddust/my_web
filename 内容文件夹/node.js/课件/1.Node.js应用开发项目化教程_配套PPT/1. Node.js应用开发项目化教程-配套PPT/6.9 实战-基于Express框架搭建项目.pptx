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0" r:id="rId4"/>
    <p:sldId id="441" r:id="rId6"/>
    <p:sldId id="442" r:id="rId7"/>
    <p:sldId id="443" r:id="rId8"/>
    <p:sldId id="444" r:id="rId9"/>
    <p:sldId id="449" r:id="rId10"/>
    <p:sldId id="458" r:id="rId11"/>
    <p:sldId id="447" r:id="rId12"/>
    <p:sldId id="450" r:id="rId13"/>
    <p:sldId id="451" r:id="rId14"/>
    <p:sldId id="454" r:id="rId15"/>
    <p:sldId id="456" r:id="rId16"/>
    <p:sldId id="465" r:id="rId17"/>
    <p:sldId id="457" r:id="rId18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3" userDrawn="1">
          <p15:clr>
            <a:srgbClr val="A4A3A4"/>
          </p15:clr>
        </p15:guide>
        <p15:guide id="2" pos="38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323"/>
    <a:srgbClr val="333333"/>
    <a:srgbClr val="4C944C"/>
    <a:srgbClr val="0070C0"/>
    <a:srgbClr val="000000"/>
    <a:srgbClr val="AFABAB"/>
    <a:srgbClr val="3C853C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68" d="100"/>
          <a:sy n="68" d="100"/>
        </p:scale>
        <p:origin x="174" y="72"/>
      </p:cViewPr>
      <p:guideLst>
        <p:guide orient="horz" pos="2133"/>
        <p:guide pos="38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gs" Target="tags/tag837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00.xml"/><Relationship Id="rId8" Type="http://schemas.openxmlformats.org/officeDocument/2006/relationships/tags" Target="../tags/tag599.xml"/><Relationship Id="rId77" Type="http://schemas.openxmlformats.org/officeDocument/2006/relationships/notesSlide" Target="../notesSlides/notesSlide2.xml"/><Relationship Id="rId76" Type="http://schemas.openxmlformats.org/officeDocument/2006/relationships/slideLayout" Target="../slideLayouts/slideLayout11.xml"/><Relationship Id="rId75" Type="http://schemas.openxmlformats.org/officeDocument/2006/relationships/tags" Target="../tags/tag663.xml"/><Relationship Id="rId74" Type="http://schemas.openxmlformats.org/officeDocument/2006/relationships/image" Target="../media/image3.png"/><Relationship Id="rId73" Type="http://schemas.openxmlformats.org/officeDocument/2006/relationships/tags" Target="../tags/tag662.xml"/><Relationship Id="rId72" Type="http://schemas.openxmlformats.org/officeDocument/2006/relationships/image" Target="../media/image2.jpeg"/><Relationship Id="rId71" Type="http://schemas.openxmlformats.org/officeDocument/2006/relationships/image" Target="../media/image1.jpeg"/><Relationship Id="rId70" Type="http://schemas.openxmlformats.org/officeDocument/2006/relationships/tags" Target="../tags/tag661.xml"/><Relationship Id="rId7" Type="http://schemas.openxmlformats.org/officeDocument/2006/relationships/tags" Target="../tags/tag598.xml"/><Relationship Id="rId69" Type="http://schemas.openxmlformats.org/officeDocument/2006/relationships/tags" Target="../tags/tag660.xml"/><Relationship Id="rId68" Type="http://schemas.openxmlformats.org/officeDocument/2006/relationships/tags" Target="../tags/tag659.xml"/><Relationship Id="rId67" Type="http://schemas.openxmlformats.org/officeDocument/2006/relationships/tags" Target="../tags/tag658.xml"/><Relationship Id="rId66" Type="http://schemas.openxmlformats.org/officeDocument/2006/relationships/tags" Target="../tags/tag657.xml"/><Relationship Id="rId65" Type="http://schemas.openxmlformats.org/officeDocument/2006/relationships/tags" Target="../tags/tag656.xml"/><Relationship Id="rId64" Type="http://schemas.openxmlformats.org/officeDocument/2006/relationships/tags" Target="../tags/tag655.xml"/><Relationship Id="rId63" Type="http://schemas.openxmlformats.org/officeDocument/2006/relationships/tags" Target="../tags/tag654.xml"/><Relationship Id="rId62" Type="http://schemas.openxmlformats.org/officeDocument/2006/relationships/tags" Target="../tags/tag653.xml"/><Relationship Id="rId61" Type="http://schemas.openxmlformats.org/officeDocument/2006/relationships/tags" Target="../tags/tag652.xml"/><Relationship Id="rId60" Type="http://schemas.openxmlformats.org/officeDocument/2006/relationships/tags" Target="../tags/tag651.xml"/><Relationship Id="rId6" Type="http://schemas.openxmlformats.org/officeDocument/2006/relationships/tags" Target="../tags/tag597.xml"/><Relationship Id="rId59" Type="http://schemas.openxmlformats.org/officeDocument/2006/relationships/tags" Target="../tags/tag650.xml"/><Relationship Id="rId58" Type="http://schemas.openxmlformats.org/officeDocument/2006/relationships/tags" Target="../tags/tag649.xml"/><Relationship Id="rId57" Type="http://schemas.openxmlformats.org/officeDocument/2006/relationships/tags" Target="../tags/tag648.xml"/><Relationship Id="rId56" Type="http://schemas.openxmlformats.org/officeDocument/2006/relationships/tags" Target="../tags/tag647.xml"/><Relationship Id="rId55" Type="http://schemas.openxmlformats.org/officeDocument/2006/relationships/tags" Target="../tags/tag646.xml"/><Relationship Id="rId54" Type="http://schemas.openxmlformats.org/officeDocument/2006/relationships/tags" Target="../tags/tag645.xml"/><Relationship Id="rId53" Type="http://schemas.openxmlformats.org/officeDocument/2006/relationships/tags" Target="../tags/tag644.xml"/><Relationship Id="rId52" Type="http://schemas.openxmlformats.org/officeDocument/2006/relationships/tags" Target="../tags/tag643.xml"/><Relationship Id="rId51" Type="http://schemas.openxmlformats.org/officeDocument/2006/relationships/tags" Target="../tags/tag642.xml"/><Relationship Id="rId50" Type="http://schemas.openxmlformats.org/officeDocument/2006/relationships/tags" Target="../tags/tag641.xml"/><Relationship Id="rId5" Type="http://schemas.openxmlformats.org/officeDocument/2006/relationships/tags" Target="../tags/tag596.xml"/><Relationship Id="rId49" Type="http://schemas.openxmlformats.org/officeDocument/2006/relationships/tags" Target="../tags/tag640.xml"/><Relationship Id="rId48" Type="http://schemas.openxmlformats.org/officeDocument/2006/relationships/tags" Target="../tags/tag639.xml"/><Relationship Id="rId47" Type="http://schemas.openxmlformats.org/officeDocument/2006/relationships/tags" Target="../tags/tag638.xml"/><Relationship Id="rId46" Type="http://schemas.openxmlformats.org/officeDocument/2006/relationships/tags" Target="../tags/tag637.xml"/><Relationship Id="rId45" Type="http://schemas.openxmlformats.org/officeDocument/2006/relationships/tags" Target="../tags/tag636.xml"/><Relationship Id="rId44" Type="http://schemas.openxmlformats.org/officeDocument/2006/relationships/tags" Target="../tags/tag635.xml"/><Relationship Id="rId43" Type="http://schemas.openxmlformats.org/officeDocument/2006/relationships/tags" Target="../tags/tag634.xml"/><Relationship Id="rId42" Type="http://schemas.openxmlformats.org/officeDocument/2006/relationships/tags" Target="../tags/tag633.xml"/><Relationship Id="rId41" Type="http://schemas.openxmlformats.org/officeDocument/2006/relationships/tags" Target="../tags/tag632.xml"/><Relationship Id="rId40" Type="http://schemas.openxmlformats.org/officeDocument/2006/relationships/tags" Target="../tags/tag631.xml"/><Relationship Id="rId4" Type="http://schemas.openxmlformats.org/officeDocument/2006/relationships/tags" Target="../tags/tag595.xml"/><Relationship Id="rId39" Type="http://schemas.openxmlformats.org/officeDocument/2006/relationships/tags" Target="../tags/tag630.xml"/><Relationship Id="rId38" Type="http://schemas.openxmlformats.org/officeDocument/2006/relationships/tags" Target="../tags/tag629.xml"/><Relationship Id="rId37" Type="http://schemas.openxmlformats.org/officeDocument/2006/relationships/tags" Target="../tags/tag628.xml"/><Relationship Id="rId36" Type="http://schemas.openxmlformats.org/officeDocument/2006/relationships/tags" Target="../tags/tag627.xml"/><Relationship Id="rId35" Type="http://schemas.openxmlformats.org/officeDocument/2006/relationships/tags" Target="../tags/tag626.xml"/><Relationship Id="rId34" Type="http://schemas.openxmlformats.org/officeDocument/2006/relationships/tags" Target="../tags/tag625.xml"/><Relationship Id="rId33" Type="http://schemas.openxmlformats.org/officeDocument/2006/relationships/tags" Target="../tags/tag624.xml"/><Relationship Id="rId32" Type="http://schemas.openxmlformats.org/officeDocument/2006/relationships/tags" Target="../tags/tag623.xml"/><Relationship Id="rId31" Type="http://schemas.openxmlformats.org/officeDocument/2006/relationships/tags" Target="../tags/tag622.xml"/><Relationship Id="rId30" Type="http://schemas.openxmlformats.org/officeDocument/2006/relationships/tags" Target="../tags/tag621.xml"/><Relationship Id="rId3" Type="http://schemas.openxmlformats.org/officeDocument/2006/relationships/tags" Target="../tags/tag594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tags" Target="../tags/tag611.xml"/><Relationship Id="rId2" Type="http://schemas.openxmlformats.org/officeDocument/2006/relationships/tags" Target="../tags/tag593.xml"/><Relationship Id="rId19" Type="http://schemas.openxmlformats.org/officeDocument/2006/relationships/tags" Target="../tags/tag610.xml"/><Relationship Id="rId18" Type="http://schemas.openxmlformats.org/officeDocument/2006/relationships/tags" Target="../tags/tag609.xml"/><Relationship Id="rId17" Type="http://schemas.openxmlformats.org/officeDocument/2006/relationships/tags" Target="../tags/tag608.xml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tags" Target="../tags/tag604.xml"/><Relationship Id="rId12" Type="http://schemas.openxmlformats.org/officeDocument/2006/relationships/tags" Target="../tags/tag603.xml"/><Relationship Id="rId11" Type="http://schemas.openxmlformats.org/officeDocument/2006/relationships/tags" Target="../tags/tag602.xml"/><Relationship Id="rId10" Type="http://schemas.openxmlformats.org/officeDocument/2006/relationships/tags" Target="../tags/tag601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71.xml"/><Relationship Id="rId7" Type="http://schemas.openxmlformats.org/officeDocument/2006/relationships/tags" Target="../tags/tag670.xml"/><Relationship Id="rId6" Type="http://schemas.openxmlformats.org/officeDocument/2006/relationships/tags" Target="../tags/tag669.xml"/><Relationship Id="rId5" Type="http://schemas.openxmlformats.org/officeDocument/2006/relationships/tags" Target="../tags/tag668.xml"/><Relationship Id="rId4" Type="http://schemas.openxmlformats.org/officeDocument/2006/relationships/tags" Target="../tags/tag667.xml"/><Relationship Id="rId3" Type="http://schemas.openxmlformats.org/officeDocument/2006/relationships/tags" Target="../tags/tag666.xml"/><Relationship Id="rId2" Type="http://schemas.openxmlformats.org/officeDocument/2006/relationships/tags" Target="../tags/tag665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6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677.xml"/><Relationship Id="rId7" Type="http://schemas.openxmlformats.org/officeDocument/2006/relationships/image" Target="../media/image4.jpeg"/><Relationship Id="rId6" Type="http://schemas.openxmlformats.org/officeDocument/2006/relationships/image" Target="../media/image3.png"/><Relationship Id="rId5" Type="http://schemas.openxmlformats.org/officeDocument/2006/relationships/tags" Target="../tags/tag676.xml"/><Relationship Id="rId4" Type="http://schemas.openxmlformats.org/officeDocument/2006/relationships/tags" Target="../tags/tag675.xml"/><Relationship Id="rId3" Type="http://schemas.openxmlformats.org/officeDocument/2006/relationships/tags" Target="../tags/tag674.xml"/><Relationship Id="rId2" Type="http://schemas.openxmlformats.org/officeDocument/2006/relationships/tags" Target="../tags/tag673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67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6.xml"/><Relationship Id="rId8" Type="http://schemas.openxmlformats.org/officeDocument/2006/relationships/tags" Target="../tags/tag685.xml"/><Relationship Id="rId7" Type="http://schemas.openxmlformats.org/officeDocument/2006/relationships/tags" Target="../tags/tag684.xml"/><Relationship Id="rId6" Type="http://schemas.openxmlformats.org/officeDocument/2006/relationships/tags" Target="../tags/tag683.xml"/><Relationship Id="rId5" Type="http://schemas.openxmlformats.org/officeDocument/2006/relationships/tags" Target="../tags/tag682.xml"/><Relationship Id="rId4" Type="http://schemas.openxmlformats.org/officeDocument/2006/relationships/tags" Target="../tags/tag681.xml"/><Relationship Id="rId3" Type="http://schemas.openxmlformats.org/officeDocument/2006/relationships/tags" Target="../tags/tag680.xml"/><Relationship Id="rId22" Type="http://schemas.openxmlformats.org/officeDocument/2006/relationships/notesSlide" Target="../notesSlides/notesSlide5.xml"/><Relationship Id="rId21" Type="http://schemas.openxmlformats.org/officeDocument/2006/relationships/slideLayout" Target="../slideLayouts/slideLayout11.xml"/><Relationship Id="rId20" Type="http://schemas.openxmlformats.org/officeDocument/2006/relationships/tags" Target="../tags/tag695.xml"/><Relationship Id="rId2" Type="http://schemas.openxmlformats.org/officeDocument/2006/relationships/tags" Target="../tags/tag679.xml"/><Relationship Id="rId19" Type="http://schemas.openxmlformats.org/officeDocument/2006/relationships/tags" Target="../tags/tag694.xml"/><Relationship Id="rId18" Type="http://schemas.openxmlformats.org/officeDocument/2006/relationships/tags" Target="../tags/tag693.xml"/><Relationship Id="rId17" Type="http://schemas.openxmlformats.org/officeDocument/2006/relationships/image" Target="../media/image4.jpeg"/><Relationship Id="rId16" Type="http://schemas.openxmlformats.org/officeDocument/2006/relationships/image" Target="../media/image5.png"/><Relationship Id="rId15" Type="http://schemas.openxmlformats.org/officeDocument/2006/relationships/tags" Target="../tags/tag692.xml"/><Relationship Id="rId14" Type="http://schemas.openxmlformats.org/officeDocument/2006/relationships/tags" Target="../tags/tag691.xml"/><Relationship Id="rId13" Type="http://schemas.openxmlformats.org/officeDocument/2006/relationships/tags" Target="../tags/tag690.xml"/><Relationship Id="rId12" Type="http://schemas.openxmlformats.org/officeDocument/2006/relationships/tags" Target="../tags/tag689.xml"/><Relationship Id="rId11" Type="http://schemas.openxmlformats.org/officeDocument/2006/relationships/tags" Target="../tags/tag688.xml"/><Relationship Id="rId10" Type="http://schemas.openxmlformats.org/officeDocument/2006/relationships/tags" Target="../tags/tag687.xml"/><Relationship Id="rId1" Type="http://schemas.openxmlformats.org/officeDocument/2006/relationships/tags" Target="../tags/tag67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700.xml"/><Relationship Id="rId6" Type="http://schemas.openxmlformats.org/officeDocument/2006/relationships/tags" Target="../tags/tag699.xml"/><Relationship Id="rId5" Type="http://schemas.openxmlformats.org/officeDocument/2006/relationships/tags" Target="../tags/tag698.xml"/><Relationship Id="rId4" Type="http://schemas.openxmlformats.org/officeDocument/2006/relationships/image" Target="../media/image4.jpeg"/><Relationship Id="rId3" Type="http://schemas.openxmlformats.org/officeDocument/2006/relationships/image" Target="../media/image6.png"/><Relationship Id="rId2" Type="http://schemas.openxmlformats.org/officeDocument/2006/relationships/tags" Target="../tags/tag697.xml"/><Relationship Id="rId1" Type="http://schemas.openxmlformats.org/officeDocument/2006/relationships/tags" Target="../tags/tag69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06.xml"/><Relationship Id="rId8" Type="http://schemas.openxmlformats.org/officeDocument/2006/relationships/tags" Target="../tags/tag705.xml"/><Relationship Id="rId7" Type="http://schemas.openxmlformats.org/officeDocument/2006/relationships/tags" Target="../tags/tag704.xml"/><Relationship Id="rId6" Type="http://schemas.openxmlformats.org/officeDocument/2006/relationships/tags" Target="../tags/tag703.xml"/><Relationship Id="rId5" Type="http://schemas.openxmlformats.org/officeDocument/2006/relationships/image" Target="../media/image9.jpeg"/><Relationship Id="rId4" Type="http://schemas.openxmlformats.org/officeDocument/2006/relationships/image" Target="../media/image8.svg"/><Relationship Id="rId3" Type="http://schemas.openxmlformats.org/officeDocument/2006/relationships/image" Target="../media/image7.jpeg"/><Relationship Id="rId20" Type="http://schemas.openxmlformats.org/officeDocument/2006/relationships/notesSlide" Target="../notesSlides/notesSlide6.xml"/><Relationship Id="rId2" Type="http://schemas.openxmlformats.org/officeDocument/2006/relationships/tags" Target="../tags/tag702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715.xml"/><Relationship Id="rId17" Type="http://schemas.openxmlformats.org/officeDocument/2006/relationships/tags" Target="../tags/tag714.xml"/><Relationship Id="rId16" Type="http://schemas.openxmlformats.org/officeDocument/2006/relationships/tags" Target="../tags/tag713.xml"/><Relationship Id="rId15" Type="http://schemas.openxmlformats.org/officeDocument/2006/relationships/tags" Target="../tags/tag712.xml"/><Relationship Id="rId14" Type="http://schemas.openxmlformats.org/officeDocument/2006/relationships/tags" Target="../tags/tag711.xml"/><Relationship Id="rId13" Type="http://schemas.openxmlformats.org/officeDocument/2006/relationships/tags" Target="../tags/tag710.xml"/><Relationship Id="rId12" Type="http://schemas.openxmlformats.org/officeDocument/2006/relationships/tags" Target="../tags/tag709.xml"/><Relationship Id="rId11" Type="http://schemas.openxmlformats.org/officeDocument/2006/relationships/tags" Target="../tags/tag708.xml"/><Relationship Id="rId10" Type="http://schemas.openxmlformats.org/officeDocument/2006/relationships/tags" Target="../tags/tag707.xml"/><Relationship Id="rId1" Type="http://schemas.openxmlformats.org/officeDocument/2006/relationships/tags" Target="../tags/tag70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24.xml"/><Relationship Id="rId8" Type="http://schemas.openxmlformats.org/officeDocument/2006/relationships/tags" Target="../tags/tag723.xml"/><Relationship Id="rId7" Type="http://schemas.openxmlformats.org/officeDocument/2006/relationships/tags" Target="../tags/tag722.xml"/><Relationship Id="rId6" Type="http://schemas.openxmlformats.org/officeDocument/2006/relationships/tags" Target="../tags/tag721.xml"/><Relationship Id="rId5" Type="http://schemas.openxmlformats.org/officeDocument/2006/relationships/tags" Target="../tags/tag720.xml"/><Relationship Id="rId4" Type="http://schemas.openxmlformats.org/officeDocument/2006/relationships/tags" Target="../tags/tag719.xml"/><Relationship Id="rId3" Type="http://schemas.openxmlformats.org/officeDocument/2006/relationships/tags" Target="../tags/tag718.xml"/><Relationship Id="rId20" Type="http://schemas.openxmlformats.org/officeDocument/2006/relationships/notesSlide" Target="../notesSlides/notesSlide7.xml"/><Relationship Id="rId2" Type="http://schemas.openxmlformats.org/officeDocument/2006/relationships/tags" Target="../tags/tag717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731.xml"/><Relationship Id="rId17" Type="http://schemas.openxmlformats.org/officeDocument/2006/relationships/tags" Target="../tags/tag730.xml"/><Relationship Id="rId16" Type="http://schemas.openxmlformats.org/officeDocument/2006/relationships/image" Target="../media/image4.jpeg"/><Relationship Id="rId15" Type="http://schemas.openxmlformats.org/officeDocument/2006/relationships/image" Target="../media/image5.png"/><Relationship Id="rId14" Type="http://schemas.openxmlformats.org/officeDocument/2006/relationships/tags" Target="../tags/tag729.xml"/><Relationship Id="rId13" Type="http://schemas.openxmlformats.org/officeDocument/2006/relationships/tags" Target="../tags/tag728.xml"/><Relationship Id="rId12" Type="http://schemas.openxmlformats.org/officeDocument/2006/relationships/tags" Target="../tags/tag727.xml"/><Relationship Id="rId11" Type="http://schemas.openxmlformats.org/officeDocument/2006/relationships/tags" Target="../tags/tag726.xml"/><Relationship Id="rId10" Type="http://schemas.openxmlformats.org/officeDocument/2006/relationships/tags" Target="../tags/tag725.xml"/><Relationship Id="rId1" Type="http://schemas.openxmlformats.org/officeDocument/2006/relationships/tags" Target="../tags/tag71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40.xml"/><Relationship Id="rId8" Type="http://schemas.openxmlformats.org/officeDocument/2006/relationships/tags" Target="../tags/tag739.xml"/><Relationship Id="rId7" Type="http://schemas.openxmlformats.org/officeDocument/2006/relationships/tags" Target="../tags/tag738.xml"/><Relationship Id="rId6" Type="http://schemas.openxmlformats.org/officeDocument/2006/relationships/tags" Target="../tags/tag737.xml"/><Relationship Id="rId5" Type="http://schemas.openxmlformats.org/officeDocument/2006/relationships/tags" Target="../tags/tag736.xml"/><Relationship Id="rId4" Type="http://schemas.openxmlformats.org/officeDocument/2006/relationships/tags" Target="../tags/tag735.xml"/><Relationship Id="rId3" Type="http://schemas.openxmlformats.org/officeDocument/2006/relationships/tags" Target="../tags/tag734.xml"/><Relationship Id="rId2" Type="http://schemas.openxmlformats.org/officeDocument/2006/relationships/tags" Target="../tags/tag733.xml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48.xml"/><Relationship Id="rId16" Type="http://schemas.openxmlformats.org/officeDocument/2006/relationships/tags" Target="../tags/tag747.xml"/><Relationship Id="rId15" Type="http://schemas.openxmlformats.org/officeDocument/2006/relationships/tags" Target="../tags/tag746.xml"/><Relationship Id="rId14" Type="http://schemas.openxmlformats.org/officeDocument/2006/relationships/tags" Target="../tags/tag745.xml"/><Relationship Id="rId13" Type="http://schemas.openxmlformats.org/officeDocument/2006/relationships/tags" Target="../tags/tag744.xml"/><Relationship Id="rId12" Type="http://schemas.openxmlformats.org/officeDocument/2006/relationships/tags" Target="../tags/tag743.xml"/><Relationship Id="rId11" Type="http://schemas.openxmlformats.org/officeDocument/2006/relationships/tags" Target="../tags/tag742.xml"/><Relationship Id="rId10" Type="http://schemas.openxmlformats.org/officeDocument/2006/relationships/tags" Target="../tags/tag741.xml"/><Relationship Id="rId1" Type="http://schemas.openxmlformats.org/officeDocument/2006/relationships/tags" Target="../tags/tag73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57.xml"/><Relationship Id="rId8" Type="http://schemas.openxmlformats.org/officeDocument/2006/relationships/tags" Target="../tags/tag756.xml"/><Relationship Id="rId7" Type="http://schemas.openxmlformats.org/officeDocument/2006/relationships/tags" Target="../tags/tag755.xml"/><Relationship Id="rId6" Type="http://schemas.openxmlformats.org/officeDocument/2006/relationships/tags" Target="../tags/tag754.xml"/><Relationship Id="rId5" Type="http://schemas.openxmlformats.org/officeDocument/2006/relationships/tags" Target="../tags/tag753.xml"/><Relationship Id="rId4" Type="http://schemas.openxmlformats.org/officeDocument/2006/relationships/tags" Target="../tags/tag752.xml"/><Relationship Id="rId3" Type="http://schemas.openxmlformats.org/officeDocument/2006/relationships/tags" Target="../tags/tag751.xml"/><Relationship Id="rId2" Type="http://schemas.openxmlformats.org/officeDocument/2006/relationships/tags" Target="../tags/tag750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65.xml"/><Relationship Id="rId16" Type="http://schemas.openxmlformats.org/officeDocument/2006/relationships/tags" Target="../tags/tag764.xml"/><Relationship Id="rId15" Type="http://schemas.openxmlformats.org/officeDocument/2006/relationships/tags" Target="../tags/tag763.xml"/><Relationship Id="rId14" Type="http://schemas.openxmlformats.org/officeDocument/2006/relationships/tags" Target="../tags/tag762.xml"/><Relationship Id="rId13" Type="http://schemas.openxmlformats.org/officeDocument/2006/relationships/tags" Target="../tags/tag761.xml"/><Relationship Id="rId12" Type="http://schemas.openxmlformats.org/officeDocument/2006/relationships/tags" Target="../tags/tag760.xml"/><Relationship Id="rId11" Type="http://schemas.openxmlformats.org/officeDocument/2006/relationships/tags" Target="../tags/tag759.xml"/><Relationship Id="rId10" Type="http://schemas.openxmlformats.org/officeDocument/2006/relationships/tags" Target="../tags/tag758.xml"/><Relationship Id="rId1" Type="http://schemas.openxmlformats.org/officeDocument/2006/relationships/tags" Target="../tags/tag74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74.xml"/><Relationship Id="rId8" Type="http://schemas.openxmlformats.org/officeDocument/2006/relationships/tags" Target="../tags/tag773.xml"/><Relationship Id="rId7" Type="http://schemas.openxmlformats.org/officeDocument/2006/relationships/tags" Target="../tags/tag772.xml"/><Relationship Id="rId6" Type="http://schemas.openxmlformats.org/officeDocument/2006/relationships/tags" Target="../tags/tag771.xml"/><Relationship Id="rId5" Type="http://schemas.openxmlformats.org/officeDocument/2006/relationships/tags" Target="../tags/tag770.xml"/><Relationship Id="rId4" Type="http://schemas.openxmlformats.org/officeDocument/2006/relationships/tags" Target="../tags/tag769.xml"/><Relationship Id="rId3" Type="http://schemas.openxmlformats.org/officeDocument/2006/relationships/tags" Target="../tags/tag768.xml"/><Relationship Id="rId2" Type="http://schemas.openxmlformats.org/officeDocument/2006/relationships/tags" Target="../tags/tag767.xml"/><Relationship Id="rId17" Type="http://schemas.openxmlformats.org/officeDocument/2006/relationships/notesSlide" Target="../notesSlides/notesSlide10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778.xml"/><Relationship Id="rId14" Type="http://schemas.openxmlformats.org/officeDocument/2006/relationships/image" Target="../media/image4.jpeg"/><Relationship Id="rId13" Type="http://schemas.openxmlformats.org/officeDocument/2006/relationships/image" Target="../media/image3.png"/><Relationship Id="rId12" Type="http://schemas.openxmlformats.org/officeDocument/2006/relationships/tags" Target="../tags/tag777.xml"/><Relationship Id="rId11" Type="http://schemas.openxmlformats.org/officeDocument/2006/relationships/tags" Target="../tags/tag776.xml"/><Relationship Id="rId10" Type="http://schemas.openxmlformats.org/officeDocument/2006/relationships/tags" Target="../tags/tag775.xml"/><Relationship Id="rId1" Type="http://schemas.openxmlformats.org/officeDocument/2006/relationships/tags" Target="../tags/tag76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87.xml"/><Relationship Id="rId8" Type="http://schemas.openxmlformats.org/officeDocument/2006/relationships/tags" Target="../tags/tag786.xml"/><Relationship Id="rId7" Type="http://schemas.openxmlformats.org/officeDocument/2006/relationships/tags" Target="../tags/tag785.xml"/><Relationship Id="rId6" Type="http://schemas.openxmlformats.org/officeDocument/2006/relationships/tags" Target="../tags/tag784.xml"/><Relationship Id="rId50" Type="http://schemas.openxmlformats.org/officeDocument/2006/relationships/notesSlide" Target="../notesSlides/notesSlide11.xml"/><Relationship Id="rId5" Type="http://schemas.openxmlformats.org/officeDocument/2006/relationships/tags" Target="../tags/tag783.xml"/><Relationship Id="rId49" Type="http://schemas.openxmlformats.org/officeDocument/2006/relationships/slideLayout" Target="../slideLayouts/slideLayout11.xml"/><Relationship Id="rId48" Type="http://schemas.openxmlformats.org/officeDocument/2006/relationships/tags" Target="../tags/tag825.xml"/><Relationship Id="rId47" Type="http://schemas.openxmlformats.org/officeDocument/2006/relationships/image" Target="../media/image10.jpeg"/><Relationship Id="rId46" Type="http://schemas.openxmlformats.org/officeDocument/2006/relationships/tags" Target="../tags/tag824.xml"/><Relationship Id="rId45" Type="http://schemas.openxmlformats.org/officeDocument/2006/relationships/tags" Target="../tags/tag823.xml"/><Relationship Id="rId44" Type="http://schemas.openxmlformats.org/officeDocument/2006/relationships/tags" Target="../tags/tag822.xml"/><Relationship Id="rId43" Type="http://schemas.openxmlformats.org/officeDocument/2006/relationships/tags" Target="../tags/tag821.xml"/><Relationship Id="rId42" Type="http://schemas.openxmlformats.org/officeDocument/2006/relationships/tags" Target="../tags/tag820.xml"/><Relationship Id="rId41" Type="http://schemas.openxmlformats.org/officeDocument/2006/relationships/tags" Target="../tags/tag819.xml"/><Relationship Id="rId40" Type="http://schemas.openxmlformats.org/officeDocument/2006/relationships/tags" Target="../tags/tag818.xml"/><Relationship Id="rId4" Type="http://schemas.openxmlformats.org/officeDocument/2006/relationships/tags" Target="../tags/tag782.xml"/><Relationship Id="rId39" Type="http://schemas.openxmlformats.org/officeDocument/2006/relationships/tags" Target="../tags/tag817.xml"/><Relationship Id="rId38" Type="http://schemas.openxmlformats.org/officeDocument/2006/relationships/tags" Target="../tags/tag816.xml"/><Relationship Id="rId37" Type="http://schemas.openxmlformats.org/officeDocument/2006/relationships/tags" Target="../tags/tag815.xml"/><Relationship Id="rId36" Type="http://schemas.openxmlformats.org/officeDocument/2006/relationships/tags" Target="../tags/tag814.xml"/><Relationship Id="rId35" Type="http://schemas.openxmlformats.org/officeDocument/2006/relationships/tags" Target="../tags/tag813.xml"/><Relationship Id="rId34" Type="http://schemas.openxmlformats.org/officeDocument/2006/relationships/tags" Target="../tags/tag812.xml"/><Relationship Id="rId33" Type="http://schemas.openxmlformats.org/officeDocument/2006/relationships/tags" Target="../tags/tag811.xml"/><Relationship Id="rId32" Type="http://schemas.openxmlformats.org/officeDocument/2006/relationships/tags" Target="../tags/tag810.xml"/><Relationship Id="rId31" Type="http://schemas.openxmlformats.org/officeDocument/2006/relationships/tags" Target="../tags/tag809.xml"/><Relationship Id="rId30" Type="http://schemas.openxmlformats.org/officeDocument/2006/relationships/tags" Target="../tags/tag808.xml"/><Relationship Id="rId3" Type="http://schemas.openxmlformats.org/officeDocument/2006/relationships/tags" Target="../tags/tag781.xml"/><Relationship Id="rId29" Type="http://schemas.openxmlformats.org/officeDocument/2006/relationships/tags" Target="../tags/tag807.xml"/><Relationship Id="rId28" Type="http://schemas.openxmlformats.org/officeDocument/2006/relationships/tags" Target="../tags/tag806.xml"/><Relationship Id="rId27" Type="http://schemas.openxmlformats.org/officeDocument/2006/relationships/tags" Target="../tags/tag805.xml"/><Relationship Id="rId26" Type="http://schemas.openxmlformats.org/officeDocument/2006/relationships/tags" Target="../tags/tag804.xml"/><Relationship Id="rId25" Type="http://schemas.openxmlformats.org/officeDocument/2006/relationships/tags" Target="../tags/tag803.xml"/><Relationship Id="rId24" Type="http://schemas.openxmlformats.org/officeDocument/2006/relationships/tags" Target="../tags/tag802.xml"/><Relationship Id="rId23" Type="http://schemas.openxmlformats.org/officeDocument/2006/relationships/tags" Target="../tags/tag801.xml"/><Relationship Id="rId22" Type="http://schemas.openxmlformats.org/officeDocument/2006/relationships/tags" Target="../tags/tag800.xml"/><Relationship Id="rId21" Type="http://schemas.openxmlformats.org/officeDocument/2006/relationships/tags" Target="../tags/tag799.xml"/><Relationship Id="rId20" Type="http://schemas.openxmlformats.org/officeDocument/2006/relationships/tags" Target="../tags/tag798.xml"/><Relationship Id="rId2" Type="http://schemas.openxmlformats.org/officeDocument/2006/relationships/tags" Target="../tags/tag780.xml"/><Relationship Id="rId19" Type="http://schemas.openxmlformats.org/officeDocument/2006/relationships/tags" Target="../tags/tag797.xml"/><Relationship Id="rId18" Type="http://schemas.openxmlformats.org/officeDocument/2006/relationships/tags" Target="../tags/tag796.xml"/><Relationship Id="rId17" Type="http://schemas.openxmlformats.org/officeDocument/2006/relationships/tags" Target="../tags/tag795.xml"/><Relationship Id="rId16" Type="http://schemas.openxmlformats.org/officeDocument/2006/relationships/tags" Target="../tags/tag794.xml"/><Relationship Id="rId15" Type="http://schemas.openxmlformats.org/officeDocument/2006/relationships/tags" Target="../tags/tag793.xml"/><Relationship Id="rId14" Type="http://schemas.openxmlformats.org/officeDocument/2006/relationships/tags" Target="../tags/tag792.xml"/><Relationship Id="rId13" Type="http://schemas.openxmlformats.org/officeDocument/2006/relationships/tags" Target="../tags/tag791.xml"/><Relationship Id="rId12" Type="http://schemas.openxmlformats.org/officeDocument/2006/relationships/tags" Target="../tags/tag790.xml"/><Relationship Id="rId11" Type="http://schemas.openxmlformats.org/officeDocument/2006/relationships/tags" Target="../tags/tag789.xml"/><Relationship Id="rId10" Type="http://schemas.openxmlformats.org/officeDocument/2006/relationships/tags" Target="../tags/tag788.xml"/><Relationship Id="rId1" Type="http://schemas.openxmlformats.org/officeDocument/2006/relationships/tags" Target="../tags/tag77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831.xml"/><Relationship Id="rId8" Type="http://schemas.openxmlformats.org/officeDocument/2006/relationships/tags" Target="../tags/tag830.xml"/><Relationship Id="rId7" Type="http://schemas.openxmlformats.org/officeDocument/2006/relationships/tags" Target="../tags/tag829.xml"/><Relationship Id="rId6" Type="http://schemas.openxmlformats.org/officeDocument/2006/relationships/tags" Target="../tags/tag828.xml"/><Relationship Id="rId5" Type="http://schemas.openxmlformats.org/officeDocument/2006/relationships/tags" Target="../tags/tag827.xml"/><Relationship Id="rId4" Type="http://schemas.openxmlformats.org/officeDocument/2006/relationships/image" Target="../media/image13.jpeg"/><Relationship Id="rId3" Type="http://schemas.openxmlformats.org/officeDocument/2006/relationships/tags" Target="../tags/tag826.xml"/><Relationship Id="rId2" Type="http://schemas.openxmlformats.org/officeDocument/2006/relationships/image" Target="../media/image12.jpeg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834.xml"/><Relationship Id="rId12" Type="http://schemas.openxmlformats.org/officeDocument/2006/relationships/image" Target="../media/image14.jpeg"/><Relationship Id="rId11" Type="http://schemas.openxmlformats.org/officeDocument/2006/relationships/tags" Target="../tags/tag833.xml"/><Relationship Id="rId10" Type="http://schemas.openxmlformats.org/officeDocument/2006/relationships/tags" Target="../tags/tag832.xml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36.xml"/><Relationship Id="rId1" Type="http://schemas.openxmlformats.org/officeDocument/2006/relationships/tags" Target="../tags/tag8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0425" y="2195830"/>
            <a:ext cx="10871200" cy="221043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基于Express框架</a:t>
            </a:r>
            <a:endParaRPr lang="zh-CN" altLang="en-US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搭建项目</a:t>
            </a:r>
            <a:endParaRPr lang="zh-CN" altLang="en-US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7" name="TextBox 31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705100" y="5161915"/>
            <a:ext cx="7708265" cy="907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rPr>
              <a:t>如何使用局部安装的</a:t>
            </a:r>
            <a:r>
              <a:rPr lang="en-US" altLang="zh-CN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rPr>
              <a:t>Express</a:t>
            </a: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rPr>
              <a:t>框架从数据库中查询</a:t>
            </a: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rPr>
              <a:t>商品信息响应到</a:t>
            </a:r>
            <a:r>
              <a: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rPr>
              <a:t>客户端？</a:t>
            </a:r>
            <a:endParaRPr lang="zh-CN" altLang="en-US" sz="28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A02020204030203" pitchFamily="34" charset="0"/>
              <a:sym typeface="Arial" panose="020B0604020202020204" pitchFamily="34" charset="0"/>
            </a:endParaRPr>
          </a:p>
        </p:txBody>
      </p:sp>
      <p:sp>
        <p:nvSpPr>
          <p:cNvPr id="461" name="ï$líḍe"/>
          <p:cNvSpPr/>
          <p:nvPr>
            <p:custDataLst>
              <p:tags r:id="rId4"/>
            </p:custDataLst>
          </p:nvPr>
        </p:nvSpPr>
        <p:spPr bwMode="auto">
          <a:xfrm>
            <a:off x="2099310" y="5582920"/>
            <a:ext cx="71120" cy="85725"/>
          </a:xfrm>
          <a:custGeom>
            <a:avLst/>
            <a:gdLst>
              <a:gd name="T0" fmla="*/ 86 w 153"/>
              <a:gd name="T1" fmla="*/ 184 h 184"/>
              <a:gd name="T2" fmla="*/ 88 w 153"/>
              <a:gd name="T3" fmla="*/ 172 h 184"/>
              <a:gd name="T4" fmla="*/ 153 w 153"/>
              <a:gd name="T5" fmla="*/ 119 h 184"/>
              <a:gd name="T6" fmla="*/ 124 w 153"/>
              <a:gd name="T7" fmla="*/ 108 h 184"/>
              <a:gd name="T8" fmla="*/ 99 w 153"/>
              <a:gd name="T9" fmla="*/ 126 h 184"/>
              <a:gd name="T10" fmla="*/ 112 w 153"/>
              <a:gd name="T11" fmla="*/ 52 h 184"/>
              <a:gd name="T12" fmla="*/ 86 w 153"/>
              <a:gd name="T13" fmla="*/ 25 h 184"/>
              <a:gd name="T14" fmla="*/ 72 w 153"/>
              <a:gd name="T15" fmla="*/ 72 h 184"/>
              <a:gd name="T16" fmla="*/ 58 w 153"/>
              <a:gd name="T17" fmla="*/ 25 h 184"/>
              <a:gd name="T18" fmla="*/ 37 w 153"/>
              <a:gd name="T19" fmla="*/ 20 h 184"/>
              <a:gd name="T20" fmla="*/ 34 w 153"/>
              <a:gd name="T21" fmla="*/ 44 h 184"/>
              <a:gd name="T22" fmla="*/ 35 w 153"/>
              <a:gd name="T23" fmla="*/ 80 h 184"/>
              <a:gd name="T24" fmla="*/ 3 w 153"/>
              <a:gd name="T25" fmla="*/ 46 h 184"/>
              <a:gd name="T26" fmla="*/ 10 w 153"/>
              <a:gd name="T27" fmla="*/ 111 h 184"/>
              <a:gd name="T28" fmla="*/ 10 w 153"/>
              <a:gd name="T29" fmla="*/ 153 h 184"/>
              <a:gd name="T30" fmla="*/ 10 w 153"/>
              <a:gd name="T31" fmla="*/ 155 h 184"/>
              <a:gd name="T32" fmla="*/ 86 w 153"/>
              <a:gd name="T33" fmla="*/ 18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53" h="184">
                <a:moveTo>
                  <a:pt x="86" y="184"/>
                </a:moveTo>
                <a:cubicBezTo>
                  <a:pt x="87" y="180"/>
                  <a:pt x="88" y="176"/>
                  <a:pt x="88" y="172"/>
                </a:cubicBezTo>
                <a:cubicBezTo>
                  <a:pt x="104" y="156"/>
                  <a:pt x="131" y="130"/>
                  <a:pt x="153" y="119"/>
                </a:cubicBezTo>
                <a:cubicBezTo>
                  <a:pt x="153" y="119"/>
                  <a:pt x="153" y="93"/>
                  <a:pt x="124" y="108"/>
                </a:cubicBezTo>
                <a:cubicBezTo>
                  <a:pt x="106" y="117"/>
                  <a:pt x="100" y="123"/>
                  <a:pt x="99" y="126"/>
                </a:cubicBezTo>
                <a:cubicBezTo>
                  <a:pt x="101" y="116"/>
                  <a:pt x="106" y="83"/>
                  <a:pt x="112" y="52"/>
                </a:cubicBezTo>
                <a:cubicBezTo>
                  <a:pt x="121" y="3"/>
                  <a:pt x="90" y="0"/>
                  <a:pt x="86" y="25"/>
                </a:cubicBezTo>
                <a:cubicBezTo>
                  <a:pt x="84" y="41"/>
                  <a:pt x="74" y="79"/>
                  <a:pt x="72" y="72"/>
                </a:cubicBezTo>
                <a:cubicBezTo>
                  <a:pt x="65" y="43"/>
                  <a:pt x="61" y="31"/>
                  <a:pt x="58" y="25"/>
                </a:cubicBezTo>
                <a:cubicBezTo>
                  <a:pt x="54" y="15"/>
                  <a:pt x="43" y="14"/>
                  <a:pt x="37" y="20"/>
                </a:cubicBezTo>
                <a:cubicBezTo>
                  <a:pt x="33" y="24"/>
                  <a:pt x="31" y="33"/>
                  <a:pt x="34" y="44"/>
                </a:cubicBezTo>
                <a:cubicBezTo>
                  <a:pt x="40" y="68"/>
                  <a:pt x="35" y="80"/>
                  <a:pt x="35" y="80"/>
                </a:cubicBezTo>
                <a:cubicBezTo>
                  <a:pt x="35" y="80"/>
                  <a:pt x="21" y="24"/>
                  <a:pt x="3" y="46"/>
                </a:cubicBezTo>
                <a:cubicBezTo>
                  <a:pt x="0" y="51"/>
                  <a:pt x="10" y="111"/>
                  <a:pt x="10" y="111"/>
                </a:cubicBezTo>
                <a:cubicBezTo>
                  <a:pt x="11" y="128"/>
                  <a:pt x="10" y="140"/>
                  <a:pt x="10" y="153"/>
                </a:cubicBezTo>
                <a:cubicBezTo>
                  <a:pt x="10" y="153"/>
                  <a:pt x="10" y="154"/>
                  <a:pt x="10" y="155"/>
                </a:cubicBezTo>
                <a:cubicBezTo>
                  <a:pt x="36" y="158"/>
                  <a:pt x="62" y="169"/>
                  <a:pt x="86" y="184"/>
                </a:cubicBezTo>
                <a:close/>
              </a:path>
            </a:pathLst>
          </a:custGeom>
          <a:solidFill>
            <a:srgbClr val="FEDB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2" name="îşľîḋé"/>
          <p:cNvSpPr/>
          <p:nvPr>
            <p:custDataLst>
              <p:tags r:id="rId5"/>
            </p:custDataLst>
          </p:nvPr>
        </p:nvSpPr>
        <p:spPr bwMode="auto">
          <a:xfrm>
            <a:off x="1793240" y="6161405"/>
            <a:ext cx="332740" cy="52070"/>
          </a:xfrm>
          <a:prstGeom prst="ellipse">
            <a:avLst/>
          </a:prstGeom>
          <a:solidFill>
            <a:srgbClr val="D6E1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3" name="îśḷïḋé"/>
          <p:cNvSpPr/>
          <p:nvPr>
            <p:custDataLst>
              <p:tags r:id="rId6"/>
            </p:custDataLst>
          </p:nvPr>
        </p:nvSpPr>
        <p:spPr bwMode="auto">
          <a:xfrm>
            <a:off x="1987550" y="5639435"/>
            <a:ext cx="153670" cy="138430"/>
          </a:xfrm>
          <a:custGeom>
            <a:avLst/>
            <a:gdLst>
              <a:gd name="T0" fmla="*/ 249 w 331"/>
              <a:gd name="T1" fmla="*/ 30 h 298"/>
              <a:gd name="T2" fmla="*/ 1 w 331"/>
              <a:gd name="T3" fmla="*/ 189 h 298"/>
              <a:gd name="T4" fmla="*/ 5 w 331"/>
              <a:gd name="T5" fmla="*/ 297 h 298"/>
              <a:gd name="T6" fmla="*/ 9 w 331"/>
              <a:gd name="T7" fmla="*/ 298 h 298"/>
              <a:gd name="T8" fmla="*/ 331 w 331"/>
              <a:gd name="T9" fmla="*/ 47 h 298"/>
              <a:gd name="T10" fmla="*/ 249 w 331"/>
              <a:gd name="T11" fmla="*/ 3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31" h="298">
                <a:moveTo>
                  <a:pt x="249" y="30"/>
                </a:moveTo>
                <a:cubicBezTo>
                  <a:pt x="225" y="139"/>
                  <a:pt x="85" y="176"/>
                  <a:pt x="1" y="189"/>
                </a:cubicBezTo>
                <a:cubicBezTo>
                  <a:pt x="0" y="225"/>
                  <a:pt x="2" y="261"/>
                  <a:pt x="5" y="297"/>
                </a:cubicBezTo>
                <a:cubicBezTo>
                  <a:pt x="8" y="298"/>
                  <a:pt x="9" y="298"/>
                  <a:pt x="9" y="298"/>
                </a:cubicBezTo>
                <a:cubicBezTo>
                  <a:pt x="252" y="297"/>
                  <a:pt x="331" y="47"/>
                  <a:pt x="331" y="47"/>
                </a:cubicBezTo>
                <a:cubicBezTo>
                  <a:pt x="307" y="0"/>
                  <a:pt x="249" y="30"/>
                  <a:pt x="249" y="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4" name="iṩḷïďê"/>
          <p:cNvSpPr/>
          <p:nvPr>
            <p:custDataLst>
              <p:tags r:id="rId7"/>
            </p:custDataLst>
          </p:nvPr>
        </p:nvSpPr>
        <p:spPr bwMode="auto">
          <a:xfrm>
            <a:off x="2106930" y="5655310"/>
            <a:ext cx="10160" cy="9525"/>
          </a:xfrm>
          <a:custGeom>
            <a:avLst/>
            <a:gdLst>
              <a:gd name="T0" fmla="*/ 3 w 22"/>
              <a:gd name="T1" fmla="*/ 17 h 21"/>
              <a:gd name="T2" fmla="*/ 16 w 22"/>
              <a:gd name="T3" fmla="*/ 17 h 21"/>
              <a:gd name="T4" fmla="*/ 19 w 22"/>
              <a:gd name="T5" fmla="*/ 4 h 21"/>
              <a:gd name="T6" fmla="*/ 6 w 22"/>
              <a:gd name="T7" fmla="*/ 3 h 21"/>
              <a:gd name="T8" fmla="*/ 3 w 22"/>
              <a:gd name="T9" fmla="*/ 17 h 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" h="21">
                <a:moveTo>
                  <a:pt x="3" y="17"/>
                </a:moveTo>
                <a:cubicBezTo>
                  <a:pt x="6" y="20"/>
                  <a:pt x="12" y="21"/>
                  <a:pt x="16" y="17"/>
                </a:cubicBezTo>
                <a:cubicBezTo>
                  <a:pt x="21" y="14"/>
                  <a:pt x="22" y="8"/>
                  <a:pt x="19" y="4"/>
                </a:cubicBezTo>
                <a:cubicBezTo>
                  <a:pt x="17" y="0"/>
                  <a:pt x="11" y="0"/>
                  <a:pt x="6" y="3"/>
                </a:cubicBezTo>
                <a:cubicBezTo>
                  <a:pt x="1" y="7"/>
                  <a:pt x="0" y="13"/>
                  <a:pt x="3" y="17"/>
                </a:cubicBezTo>
                <a:close/>
              </a:path>
            </a:pathLst>
          </a:custGeom>
          <a:solidFill>
            <a:srgbClr val="4547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5" name="îsľîḋé"/>
          <p:cNvSpPr/>
          <p:nvPr>
            <p:custDataLst>
              <p:tags r:id="rId8"/>
            </p:custDataLst>
          </p:nvPr>
        </p:nvSpPr>
        <p:spPr bwMode="auto">
          <a:xfrm>
            <a:off x="1887855" y="5688965"/>
            <a:ext cx="55880" cy="61595"/>
          </a:xfrm>
          <a:custGeom>
            <a:avLst/>
            <a:gdLst>
              <a:gd name="T0" fmla="*/ 0 w 120"/>
              <a:gd name="T1" fmla="*/ 34 h 133"/>
              <a:gd name="T2" fmla="*/ 9 w 120"/>
              <a:gd name="T3" fmla="*/ 82 h 133"/>
              <a:gd name="T4" fmla="*/ 68 w 120"/>
              <a:gd name="T5" fmla="*/ 130 h 133"/>
              <a:gd name="T6" fmla="*/ 120 w 120"/>
              <a:gd name="T7" fmla="*/ 81 h 133"/>
              <a:gd name="T8" fmla="*/ 106 w 120"/>
              <a:gd name="T9" fmla="*/ 36 h 133"/>
              <a:gd name="T10" fmla="*/ 0 w 120"/>
              <a:gd name="T11" fmla="*/ 34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20" h="133">
                <a:moveTo>
                  <a:pt x="0" y="34"/>
                </a:moveTo>
                <a:cubicBezTo>
                  <a:pt x="0" y="34"/>
                  <a:pt x="11" y="75"/>
                  <a:pt x="9" y="82"/>
                </a:cubicBezTo>
                <a:cubicBezTo>
                  <a:pt x="9" y="82"/>
                  <a:pt x="17" y="133"/>
                  <a:pt x="68" y="130"/>
                </a:cubicBezTo>
                <a:cubicBezTo>
                  <a:pt x="119" y="127"/>
                  <a:pt x="120" y="81"/>
                  <a:pt x="120" y="81"/>
                </a:cubicBezTo>
                <a:cubicBezTo>
                  <a:pt x="120" y="81"/>
                  <a:pt x="109" y="47"/>
                  <a:pt x="106" y="36"/>
                </a:cubicBezTo>
                <a:cubicBezTo>
                  <a:pt x="103" y="25"/>
                  <a:pt x="63" y="0"/>
                  <a:pt x="0" y="34"/>
                </a:cubicBezTo>
                <a:close/>
              </a:path>
            </a:pathLst>
          </a:custGeom>
          <a:solidFill>
            <a:srgbClr val="F4CCA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6" name="ïsḻïdê"/>
          <p:cNvSpPr/>
          <p:nvPr>
            <p:custDataLst>
              <p:tags r:id="rId9"/>
            </p:custDataLst>
          </p:nvPr>
        </p:nvSpPr>
        <p:spPr bwMode="auto">
          <a:xfrm>
            <a:off x="1896745" y="5686425"/>
            <a:ext cx="45085" cy="50800"/>
          </a:xfrm>
          <a:custGeom>
            <a:avLst/>
            <a:gdLst>
              <a:gd name="T0" fmla="*/ 0 w 96"/>
              <a:gd name="T1" fmla="*/ 35 h 109"/>
              <a:gd name="T2" fmla="*/ 96 w 96"/>
              <a:gd name="T3" fmla="*/ 75 h 109"/>
              <a:gd name="T4" fmla="*/ 87 w 96"/>
              <a:gd name="T5" fmla="*/ 45 h 109"/>
              <a:gd name="T6" fmla="*/ 0 w 96"/>
              <a:gd name="T7" fmla="*/ 35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6" h="109">
                <a:moveTo>
                  <a:pt x="0" y="35"/>
                </a:moveTo>
                <a:cubicBezTo>
                  <a:pt x="0" y="35"/>
                  <a:pt x="22" y="109"/>
                  <a:pt x="96" y="75"/>
                </a:cubicBezTo>
                <a:cubicBezTo>
                  <a:pt x="96" y="75"/>
                  <a:pt x="87" y="51"/>
                  <a:pt x="87" y="45"/>
                </a:cubicBezTo>
                <a:cubicBezTo>
                  <a:pt x="86" y="39"/>
                  <a:pt x="63" y="0"/>
                  <a:pt x="0" y="35"/>
                </a:cubicBezTo>
                <a:close/>
              </a:path>
            </a:pathLst>
          </a:custGeom>
          <a:solidFill>
            <a:srgbClr val="F4C49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7" name="iS1îḍê"/>
          <p:cNvSpPr/>
          <p:nvPr>
            <p:custDataLst>
              <p:tags r:id="rId10"/>
            </p:custDataLst>
          </p:nvPr>
        </p:nvSpPr>
        <p:spPr bwMode="auto">
          <a:xfrm>
            <a:off x="1895475" y="5742940"/>
            <a:ext cx="47625" cy="97790"/>
          </a:xfrm>
          <a:custGeom>
            <a:avLst/>
            <a:gdLst>
              <a:gd name="T0" fmla="*/ 0 w 103"/>
              <a:gd name="T1" fmla="*/ 8 h 210"/>
              <a:gd name="T2" fmla="*/ 94 w 103"/>
              <a:gd name="T3" fmla="*/ 210 h 210"/>
              <a:gd name="T4" fmla="*/ 103 w 103"/>
              <a:gd name="T5" fmla="*/ 0 h 210"/>
              <a:gd name="T6" fmla="*/ 61 w 103"/>
              <a:gd name="T7" fmla="*/ 21 h 210"/>
              <a:gd name="T8" fmla="*/ 0 w 103"/>
              <a:gd name="T9" fmla="*/ 8 h 2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3" h="210">
                <a:moveTo>
                  <a:pt x="0" y="8"/>
                </a:moveTo>
                <a:cubicBezTo>
                  <a:pt x="29" y="84"/>
                  <a:pt x="94" y="210"/>
                  <a:pt x="94" y="210"/>
                </a:cubicBezTo>
                <a:cubicBezTo>
                  <a:pt x="96" y="202"/>
                  <a:pt x="100" y="74"/>
                  <a:pt x="103" y="0"/>
                </a:cubicBezTo>
                <a:cubicBezTo>
                  <a:pt x="93" y="10"/>
                  <a:pt x="78" y="18"/>
                  <a:pt x="61" y="21"/>
                </a:cubicBezTo>
                <a:cubicBezTo>
                  <a:pt x="37" y="25"/>
                  <a:pt x="15" y="20"/>
                  <a:pt x="0" y="8"/>
                </a:cubicBezTo>
                <a:close/>
              </a:path>
            </a:pathLst>
          </a:custGeom>
          <a:solidFill>
            <a:srgbClr val="CE656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8" name="işļíḓé"/>
          <p:cNvSpPr/>
          <p:nvPr>
            <p:custDataLst>
              <p:tags r:id="rId11"/>
            </p:custDataLst>
          </p:nvPr>
        </p:nvSpPr>
        <p:spPr bwMode="auto">
          <a:xfrm>
            <a:off x="1889125" y="5718810"/>
            <a:ext cx="55245" cy="36195"/>
          </a:xfrm>
          <a:custGeom>
            <a:avLst/>
            <a:gdLst>
              <a:gd name="T0" fmla="*/ 117 w 119"/>
              <a:gd name="T1" fmla="*/ 1 h 78"/>
              <a:gd name="T2" fmla="*/ 69 w 119"/>
              <a:gd name="T3" fmla="*/ 58 h 78"/>
              <a:gd name="T4" fmla="*/ 4 w 119"/>
              <a:gd name="T5" fmla="*/ 25 h 78"/>
              <a:gd name="T6" fmla="*/ 0 w 119"/>
              <a:gd name="T7" fmla="*/ 23 h 78"/>
              <a:gd name="T8" fmla="*/ 13 w 119"/>
              <a:gd name="T9" fmla="*/ 61 h 78"/>
              <a:gd name="T10" fmla="*/ 74 w 119"/>
              <a:gd name="T11" fmla="*/ 74 h 78"/>
              <a:gd name="T12" fmla="*/ 116 w 119"/>
              <a:gd name="T13" fmla="*/ 53 h 78"/>
              <a:gd name="T14" fmla="*/ 118 w 119"/>
              <a:gd name="T15" fmla="*/ 0 h 78"/>
              <a:gd name="T16" fmla="*/ 117 w 119"/>
              <a:gd name="T17" fmla="*/ 1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9" h="78">
                <a:moveTo>
                  <a:pt x="117" y="1"/>
                </a:moveTo>
                <a:cubicBezTo>
                  <a:pt x="119" y="28"/>
                  <a:pt x="98" y="52"/>
                  <a:pt x="69" y="58"/>
                </a:cubicBezTo>
                <a:cubicBezTo>
                  <a:pt x="40" y="63"/>
                  <a:pt x="13" y="49"/>
                  <a:pt x="4" y="25"/>
                </a:cubicBezTo>
                <a:cubicBezTo>
                  <a:pt x="2" y="24"/>
                  <a:pt x="0" y="23"/>
                  <a:pt x="0" y="23"/>
                </a:cubicBezTo>
                <a:cubicBezTo>
                  <a:pt x="3" y="32"/>
                  <a:pt x="7" y="45"/>
                  <a:pt x="13" y="61"/>
                </a:cubicBezTo>
                <a:cubicBezTo>
                  <a:pt x="28" y="73"/>
                  <a:pt x="50" y="78"/>
                  <a:pt x="74" y="74"/>
                </a:cubicBezTo>
                <a:cubicBezTo>
                  <a:pt x="91" y="71"/>
                  <a:pt x="106" y="63"/>
                  <a:pt x="116" y="53"/>
                </a:cubicBezTo>
                <a:cubicBezTo>
                  <a:pt x="117" y="22"/>
                  <a:pt x="118" y="0"/>
                  <a:pt x="118" y="0"/>
                </a:cubicBezTo>
                <a:lnTo>
                  <a:pt x="117" y="1"/>
                </a:lnTo>
                <a:close/>
              </a:path>
            </a:pathLst>
          </a:custGeom>
          <a:solidFill>
            <a:srgbClr val="99282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9" name="iŝ1îḓé"/>
          <p:cNvSpPr/>
          <p:nvPr>
            <p:custDataLst>
              <p:tags r:id="rId12"/>
            </p:custDataLst>
          </p:nvPr>
        </p:nvSpPr>
        <p:spPr bwMode="auto">
          <a:xfrm>
            <a:off x="1943100" y="5892800"/>
            <a:ext cx="116840" cy="271780"/>
          </a:xfrm>
          <a:custGeom>
            <a:avLst/>
            <a:gdLst>
              <a:gd name="T0" fmla="*/ 168 w 251"/>
              <a:gd name="T1" fmla="*/ 577 h 585"/>
              <a:gd name="T2" fmla="*/ 139 w 251"/>
              <a:gd name="T3" fmla="*/ 531 h 585"/>
              <a:gd name="T4" fmla="*/ 208 w 251"/>
              <a:gd name="T5" fmla="*/ 361 h 585"/>
              <a:gd name="T6" fmla="*/ 180 w 251"/>
              <a:gd name="T7" fmla="*/ 21 h 585"/>
              <a:gd name="T8" fmla="*/ 49 w 251"/>
              <a:gd name="T9" fmla="*/ 147 h 585"/>
              <a:gd name="T10" fmla="*/ 92 w 251"/>
              <a:gd name="T11" fmla="*/ 518 h 585"/>
              <a:gd name="T12" fmla="*/ 84 w 251"/>
              <a:gd name="T13" fmla="*/ 574 h 585"/>
              <a:gd name="T14" fmla="*/ 168 w 251"/>
              <a:gd name="T15" fmla="*/ 577 h 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1" h="585">
                <a:moveTo>
                  <a:pt x="168" y="577"/>
                </a:moveTo>
                <a:cubicBezTo>
                  <a:pt x="139" y="531"/>
                  <a:pt x="139" y="531"/>
                  <a:pt x="139" y="531"/>
                </a:cubicBezTo>
                <a:cubicBezTo>
                  <a:pt x="139" y="531"/>
                  <a:pt x="164" y="500"/>
                  <a:pt x="208" y="361"/>
                </a:cubicBezTo>
                <a:cubicBezTo>
                  <a:pt x="251" y="222"/>
                  <a:pt x="180" y="21"/>
                  <a:pt x="180" y="21"/>
                </a:cubicBezTo>
                <a:cubicBezTo>
                  <a:pt x="90" y="0"/>
                  <a:pt x="0" y="87"/>
                  <a:pt x="49" y="147"/>
                </a:cubicBezTo>
                <a:cubicBezTo>
                  <a:pt x="99" y="207"/>
                  <a:pt x="103" y="474"/>
                  <a:pt x="92" y="518"/>
                </a:cubicBezTo>
                <a:cubicBezTo>
                  <a:pt x="88" y="535"/>
                  <a:pt x="85" y="556"/>
                  <a:pt x="84" y="574"/>
                </a:cubicBezTo>
                <a:cubicBezTo>
                  <a:pt x="112" y="585"/>
                  <a:pt x="140" y="584"/>
                  <a:pt x="168" y="577"/>
                </a:cubicBezTo>
                <a:close/>
              </a:path>
            </a:pathLst>
          </a:custGeom>
          <a:solidFill>
            <a:srgbClr val="FEDB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0" name="íşlíḑè"/>
          <p:cNvSpPr/>
          <p:nvPr>
            <p:custDataLst>
              <p:tags r:id="rId13"/>
            </p:custDataLst>
          </p:nvPr>
        </p:nvSpPr>
        <p:spPr bwMode="auto">
          <a:xfrm>
            <a:off x="1981200" y="6159500"/>
            <a:ext cx="56515" cy="27305"/>
          </a:xfrm>
          <a:custGeom>
            <a:avLst/>
            <a:gdLst>
              <a:gd name="T0" fmla="*/ 2 w 121"/>
              <a:gd name="T1" fmla="*/ 0 h 59"/>
              <a:gd name="T2" fmla="*/ 0 w 121"/>
              <a:gd name="T3" fmla="*/ 53 h 59"/>
              <a:gd name="T4" fmla="*/ 7 w 121"/>
              <a:gd name="T5" fmla="*/ 53 h 59"/>
              <a:gd name="T6" fmla="*/ 19 w 121"/>
              <a:gd name="T7" fmla="*/ 32 h 59"/>
              <a:gd name="T8" fmla="*/ 52 w 121"/>
              <a:gd name="T9" fmla="*/ 55 h 59"/>
              <a:gd name="T10" fmla="*/ 121 w 121"/>
              <a:gd name="T11" fmla="*/ 59 h 59"/>
              <a:gd name="T12" fmla="*/ 86 w 121"/>
              <a:gd name="T13" fmla="*/ 3 h 59"/>
              <a:gd name="T14" fmla="*/ 2 w 121"/>
              <a:gd name="T1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1" h="59">
                <a:moveTo>
                  <a:pt x="2" y="0"/>
                </a:moveTo>
                <a:cubicBezTo>
                  <a:pt x="0" y="29"/>
                  <a:pt x="0" y="53"/>
                  <a:pt x="0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7" y="53"/>
                  <a:pt x="13" y="43"/>
                  <a:pt x="19" y="32"/>
                </a:cubicBezTo>
                <a:cubicBezTo>
                  <a:pt x="25" y="22"/>
                  <a:pt x="52" y="55"/>
                  <a:pt x="52" y="55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6" y="3"/>
                  <a:pt x="86" y="3"/>
                  <a:pt x="86" y="3"/>
                </a:cubicBezTo>
                <a:cubicBezTo>
                  <a:pt x="58" y="10"/>
                  <a:pt x="30" y="11"/>
                  <a:pt x="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1" name="î$ļïḓe"/>
          <p:cNvSpPr/>
          <p:nvPr>
            <p:custDataLst>
              <p:tags r:id="rId14"/>
            </p:custDataLst>
          </p:nvPr>
        </p:nvSpPr>
        <p:spPr bwMode="auto">
          <a:xfrm>
            <a:off x="1858645" y="5892800"/>
            <a:ext cx="116840" cy="271145"/>
          </a:xfrm>
          <a:custGeom>
            <a:avLst/>
            <a:gdLst>
              <a:gd name="T0" fmla="*/ 168 w 251"/>
              <a:gd name="T1" fmla="*/ 576 h 584"/>
              <a:gd name="T2" fmla="*/ 140 w 251"/>
              <a:gd name="T3" fmla="*/ 531 h 584"/>
              <a:gd name="T4" fmla="*/ 208 w 251"/>
              <a:gd name="T5" fmla="*/ 360 h 584"/>
              <a:gd name="T6" fmla="*/ 181 w 251"/>
              <a:gd name="T7" fmla="*/ 20 h 584"/>
              <a:gd name="T8" fmla="*/ 50 w 251"/>
              <a:gd name="T9" fmla="*/ 146 h 584"/>
              <a:gd name="T10" fmla="*/ 92 w 251"/>
              <a:gd name="T11" fmla="*/ 517 h 584"/>
              <a:gd name="T12" fmla="*/ 84 w 251"/>
              <a:gd name="T13" fmla="*/ 573 h 584"/>
              <a:gd name="T14" fmla="*/ 168 w 251"/>
              <a:gd name="T15" fmla="*/ 576 h 5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1" h="584">
                <a:moveTo>
                  <a:pt x="168" y="576"/>
                </a:moveTo>
                <a:cubicBezTo>
                  <a:pt x="140" y="531"/>
                  <a:pt x="140" y="531"/>
                  <a:pt x="140" y="531"/>
                </a:cubicBezTo>
                <a:cubicBezTo>
                  <a:pt x="140" y="531"/>
                  <a:pt x="164" y="500"/>
                  <a:pt x="208" y="360"/>
                </a:cubicBezTo>
                <a:cubicBezTo>
                  <a:pt x="251" y="221"/>
                  <a:pt x="181" y="20"/>
                  <a:pt x="181" y="20"/>
                </a:cubicBezTo>
                <a:cubicBezTo>
                  <a:pt x="90" y="0"/>
                  <a:pt x="0" y="86"/>
                  <a:pt x="50" y="146"/>
                </a:cubicBezTo>
                <a:cubicBezTo>
                  <a:pt x="99" y="206"/>
                  <a:pt x="103" y="473"/>
                  <a:pt x="92" y="517"/>
                </a:cubicBezTo>
                <a:cubicBezTo>
                  <a:pt x="88" y="535"/>
                  <a:pt x="85" y="555"/>
                  <a:pt x="84" y="573"/>
                </a:cubicBezTo>
                <a:cubicBezTo>
                  <a:pt x="112" y="584"/>
                  <a:pt x="140" y="583"/>
                  <a:pt x="168" y="576"/>
                </a:cubicBezTo>
                <a:close/>
              </a:path>
            </a:pathLst>
          </a:custGeom>
          <a:solidFill>
            <a:srgbClr val="FEDB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2" name="ïŝlïḓe"/>
          <p:cNvSpPr/>
          <p:nvPr>
            <p:custDataLst>
              <p:tags r:id="rId15"/>
            </p:custDataLst>
          </p:nvPr>
        </p:nvSpPr>
        <p:spPr bwMode="auto">
          <a:xfrm>
            <a:off x="1896745" y="6158865"/>
            <a:ext cx="56515" cy="27305"/>
          </a:xfrm>
          <a:custGeom>
            <a:avLst/>
            <a:gdLst>
              <a:gd name="T0" fmla="*/ 2 w 121"/>
              <a:gd name="T1" fmla="*/ 0 h 59"/>
              <a:gd name="T2" fmla="*/ 0 w 121"/>
              <a:gd name="T3" fmla="*/ 53 h 59"/>
              <a:gd name="T4" fmla="*/ 7 w 121"/>
              <a:gd name="T5" fmla="*/ 53 h 59"/>
              <a:gd name="T6" fmla="*/ 20 w 121"/>
              <a:gd name="T7" fmla="*/ 33 h 59"/>
              <a:gd name="T8" fmla="*/ 52 w 121"/>
              <a:gd name="T9" fmla="*/ 56 h 59"/>
              <a:gd name="T10" fmla="*/ 121 w 121"/>
              <a:gd name="T11" fmla="*/ 59 h 59"/>
              <a:gd name="T12" fmla="*/ 86 w 121"/>
              <a:gd name="T13" fmla="*/ 3 h 59"/>
              <a:gd name="T14" fmla="*/ 2 w 121"/>
              <a:gd name="T1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1" h="59">
                <a:moveTo>
                  <a:pt x="2" y="0"/>
                </a:moveTo>
                <a:cubicBezTo>
                  <a:pt x="0" y="29"/>
                  <a:pt x="0" y="53"/>
                  <a:pt x="0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7" y="53"/>
                  <a:pt x="14" y="43"/>
                  <a:pt x="20" y="33"/>
                </a:cubicBezTo>
                <a:cubicBezTo>
                  <a:pt x="25" y="22"/>
                  <a:pt x="52" y="56"/>
                  <a:pt x="52" y="56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6" y="3"/>
                  <a:pt x="86" y="3"/>
                  <a:pt x="86" y="3"/>
                </a:cubicBezTo>
                <a:cubicBezTo>
                  <a:pt x="58" y="10"/>
                  <a:pt x="30" y="11"/>
                  <a:pt x="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3" name="îṡḻîḓê"/>
          <p:cNvSpPr/>
          <p:nvPr>
            <p:custDataLst>
              <p:tags r:id="rId16"/>
            </p:custDataLst>
          </p:nvPr>
        </p:nvSpPr>
        <p:spPr bwMode="auto">
          <a:xfrm>
            <a:off x="1826895" y="5891530"/>
            <a:ext cx="275590" cy="243205"/>
          </a:xfrm>
          <a:custGeom>
            <a:avLst/>
            <a:gdLst>
              <a:gd name="T0" fmla="*/ 115 w 593"/>
              <a:gd name="T1" fmla="*/ 56 h 524"/>
              <a:gd name="T2" fmla="*/ 0 w 593"/>
              <a:gd name="T3" fmla="*/ 264 h 524"/>
              <a:gd name="T4" fmla="*/ 593 w 593"/>
              <a:gd name="T5" fmla="*/ 162 h 524"/>
              <a:gd name="T6" fmla="*/ 426 w 593"/>
              <a:gd name="T7" fmla="*/ 0 h 524"/>
              <a:gd name="T8" fmla="*/ 115 w 593"/>
              <a:gd name="T9" fmla="*/ 56 h 5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3" h="524">
                <a:moveTo>
                  <a:pt x="115" y="56"/>
                </a:moveTo>
                <a:cubicBezTo>
                  <a:pt x="0" y="264"/>
                  <a:pt x="0" y="264"/>
                  <a:pt x="0" y="264"/>
                </a:cubicBezTo>
                <a:cubicBezTo>
                  <a:pt x="0" y="264"/>
                  <a:pt x="348" y="524"/>
                  <a:pt x="593" y="162"/>
                </a:cubicBezTo>
                <a:cubicBezTo>
                  <a:pt x="426" y="0"/>
                  <a:pt x="426" y="0"/>
                  <a:pt x="426" y="0"/>
                </a:cubicBezTo>
                <a:lnTo>
                  <a:pt x="115" y="56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4" name="ísľïḍé"/>
          <p:cNvSpPr/>
          <p:nvPr>
            <p:custDataLst>
              <p:tags r:id="rId17"/>
            </p:custDataLst>
          </p:nvPr>
        </p:nvSpPr>
        <p:spPr bwMode="auto">
          <a:xfrm>
            <a:off x="1840230" y="5922010"/>
            <a:ext cx="64135" cy="126365"/>
          </a:xfrm>
          <a:custGeom>
            <a:avLst/>
            <a:gdLst>
              <a:gd name="T0" fmla="*/ 117 w 138"/>
              <a:gd name="T1" fmla="*/ 0 h 272"/>
              <a:gd name="T2" fmla="*/ 0 w 138"/>
              <a:gd name="T3" fmla="*/ 230 h 272"/>
              <a:gd name="T4" fmla="*/ 52 w 138"/>
              <a:gd name="T5" fmla="*/ 256 h 272"/>
              <a:gd name="T6" fmla="*/ 138 w 138"/>
              <a:gd name="T7" fmla="*/ 4 h 272"/>
              <a:gd name="T8" fmla="*/ 117 w 138"/>
              <a:gd name="T9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8" h="272">
                <a:moveTo>
                  <a:pt x="117" y="0"/>
                </a:moveTo>
                <a:cubicBezTo>
                  <a:pt x="0" y="230"/>
                  <a:pt x="0" y="230"/>
                  <a:pt x="0" y="230"/>
                </a:cubicBezTo>
                <a:cubicBezTo>
                  <a:pt x="0" y="230"/>
                  <a:pt x="7" y="272"/>
                  <a:pt x="52" y="256"/>
                </a:cubicBezTo>
                <a:cubicBezTo>
                  <a:pt x="138" y="4"/>
                  <a:pt x="138" y="4"/>
                  <a:pt x="138" y="4"/>
                </a:cubicBezTo>
                <a:cubicBezTo>
                  <a:pt x="131" y="3"/>
                  <a:pt x="124" y="1"/>
                  <a:pt x="117" y="0"/>
                </a:cubicBezTo>
                <a:close/>
              </a:path>
            </a:pathLst>
          </a:custGeom>
          <a:solidFill>
            <a:srgbClr val="3F414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5" name="îṡľiḓe"/>
          <p:cNvSpPr/>
          <p:nvPr>
            <p:custDataLst>
              <p:tags r:id="rId18"/>
            </p:custDataLst>
          </p:nvPr>
        </p:nvSpPr>
        <p:spPr bwMode="auto">
          <a:xfrm>
            <a:off x="1883410" y="5929630"/>
            <a:ext cx="38735" cy="133350"/>
          </a:xfrm>
          <a:custGeom>
            <a:avLst/>
            <a:gdLst>
              <a:gd name="T0" fmla="*/ 67 w 84"/>
              <a:gd name="T1" fmla="*/ 0 h 288"/>
              <a:gd name="T2" fmla="*/ 0 w 84"/>
              <a:gd name="T3" fmla="*/ 258 h 288"/>
              <a:gd name="T4" fmla="*/ 65 w 84"/>
              <a:gd name="T5" fmla="*/ 272 h 288"/>
              <a:gd name="T6" fmla="*/ 84 w 84"/>
              <a:gd name="T7" fmla="*/ 1 h 288"/>
              <a:gd name="T8" fmla="*/ 67 w 84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" h="288">
                <a:moveTo>
                  <a:pt x="67" y="0"/>
                </a:moveTo>
                <a:cubicBezTo>
                  <a:pt x="0" y="258"/>
                  <a:pt x="0" y="258"/>
                  <a:pt x="0" y="258"/>
                </a:cubicBezTo>
                <a:cubicBezTo>
                  <a:pt x="0" y="258"/>
                  <a:pt x="13" y="288"/>
                  <a:pt x="65" y="272"/>
                </a:cubicBezTo>
                <a:cubicBezTo>
                  <a:pt x="84" y="1"/>
                  <a:pt x="84" y="1"/>
                  <a:pt x="84" y="1"/>
                </a:cubicBezTo>
                <a:cubicBezTo>
                  <a:pt x="79" y="1"/>
                  <a:pt x="73" y="1"/>
                  <a:pt x="67" y="0"/>
                </a:cubicBezTo>
                <a:close/>
              </a:path>
            </a:pathLst>
          </a:custGeom>
          <a:solidFill>
            <a:srgbClr val="3F414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6" name="îšľîdè"/>
          <p:cNvSpPr/>
          <p:nvPr>
            <p:custDataLst>
              <p:tags r:id="rId19"/>
            </p:custDataLst>
          </p:nvPr>
        </p:nvSpPr>
        <p:spPr bwMode="auto">
          <a:xfrm>
            <a:off x="1932305" y="5929630"/>
            <a:ext cx="29210" cy="137160"/>
          </a:xfrm>
          <a:custGeom>
            <a:avLst/>
            <a:gdLst>
              <a:gd name="T0" fmla="*/ 3 w 63"/>
              <a:gd name="T1" fmla="*/ 1 h 296"/>
              <a:gd name="T2" fmla="*/ 0 w 63"/>
              <a:gd name="T3" fmla="*/ 279 h 296"/>
              <a:gd name="T4" fmla="*/ 63 w 63"/>
              <a:gd name="T5" fmla="*/ 275 h 296"/>
              <a:gd name="T6" fmla="*/ 23 w 63"/>
              <a:gd name="T7" fmla="*/ 0 h 296"/>
              <a:gd name="T8" fmla="*/ 3 w 63"/>
              <a:gd name="T9" fmla="*/ 1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" h="296">
                <a:moveTo>
                  <a:pt x="3" y="1"/>
                </a:moveTo>
                <a:cubicBezTo>
                  <a:pt x="0" y="279"/>
                  <a:pt x="0" y="279"/>
                  <a:pt x="0" y="279"/>
                </a:cubicBezTo>
                <a:cubicBezTo>
                  <a:pt x="0" y="279"/>
                  <a:pt x="29" y="296"/>
                  <a:pt x="63" y="275"/>
                </a:cubicBezTo>
                <a:cubicBezTo>
                  <a:pt x="23" y="0"/>
                  <a:pt x="23" y="0"/>
                  <a:pt x="23" y="0"/>
                </a:cubicBezTo>
                <a:cubicBezTo>
                  <a:pt x="15" y="0"/>
                  <a:pt x="11" y="1"/>
                  <a:pt x="3" y="1"/>
                </a:cubicBezTo>
                <a:close/>
              </a:path>
            </a:pathLst>
          </a:custGeom>
          <a:solidFill>
            <a:srgbClr val="3F414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7" name="íṡlîḓe"/>
          <p:cNvSpPr/>
          <p:nvPr>
            <p:custDataLst>
              <p:tags r:id="rId20"/>
            </p:custDataLst>
          </p:nvPr>
        </p:nvSpPr>
        <p:spPr bwMode="auto">
          <a:xfrm>
            <a:off x="1955800" y="5922010"/>
            <a:ext cx="62865" cy="137160"/>
          </a:xfrm>
          <a:custGeom>
            <a:avLst/>
            <a:gdLst>
              <a:gd name="T0" fmla="*/ 0 w 136"/>
              <a:gd name="T1" fmla="*/ 5 h 295"/>
              <a:gd name="T2" fmla="*/ 77 w 136"/>
              <a:gd name="T3" fmla="*/ 287 h 295"/>
              <a:gd name="T4" fmla="*/ 136 w 136"/>
              <a:gd name="T5" fmla="*/ 265 h 295"/>
              <a:gd name="T6" fmla="*/ 25 w 136"/>
              <a:gd name="T7" fmla="*/ 0 h 295"/>
              <a:gd name="T8" fmla="*/ 0 w 136"/>
              <a:gd name="T9" fmla="*/ 5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6" h="295">
                <a:moveTo>
                  <a:pt x="0" y="5"/>
                </a:moveTo>
                <a:cubicBezTo>
                  <a:pt x="77" y="287"/>
                  <a:pt x="77" y="287"/>
                  <a:pt x="77" y="287"/>
                </a:cubicBezTo>
                <a:cubicBezTo>
                  <a:pt x="77" y="287"/>
                  <a:pt x="110" y="295"/>
                  <a:pt x="136" y="265"/>
                </a:cubicBezTo>
                <a:cubicBezTo>
                  <a:pt x="25" y="0"/>
                  <a:pt x="25" y="0"/>
                  <a:pt x="25" y="0"/>
                </a:cubicBezTo>
                <a:cubicBezTo>
                  <a:pt x="17" y="2"/>
                  <a:pt x="9" y="4"/>
                  <a:pt x="0" y="5"/>
                </a:cubicBezTo>
                <a:close/>
              </a:path>
            </a:pathLst>
          </a:custGeom>
          <a:solidFill>
            <a:srgbClr val="3F414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8" name="ís1ïďè"/>
          <p:cNvSpPr/>
          <p:nvPr>
            <p:custDataLst>
              <p:tags r:id="rId21"/>
            </p:custDataLst>
          </p:nvPr>
        </p:nvSpPr>
        <p:spPr bwMode="auto">
          <a:xfrm>
            <a:off x="1982470" y="5914390"/>
            <a:ext cx="82550" cy="118745"/>
          </a:xfrm>
          <a:custGeom>
            <a:avLst/>
            <a:gdLst>
              <a:gd name="T0" fmla="*/ 24 w 178"/>
              <a:gd name="T1" fmla="*/ 0 h 256"/>
              <a:gd name="T2" fmla="*/ 0 w 178"/>
              <a:gd name="T3" fmla="*/ 10 h 256"/>
              <a:gd name="T4" fmla="*/ 127 w 178"/>
              <a:gd name="T5" fmla="*/ 256 h 256"/>
              <a:gd name="T6" fmla="*/ 178 w 178"/>
              <a:gd name="T7" fmla="*/ 220 h 256"/>
              <a:gd name="T8" fmla="*/ 24 w 178"/>
              <a:gd name="T9" fmla="*/ 0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8" h="256">
                <a:moveTo>
                  <a:pt x="24" y="0"/>
                </a:moveTo>
                <a:cubicBezTo>
                  <a:pt x="16" y="3"/>
                  <a:pt x="8" y="7"/>
                  <a:pt x="0" y="10"/>
                </a:cubicBezTo>
                <a:cubicBezTo>
                  <a:pt x="127" y="256"/>
                  <a:pt x="127" y="256"/>
                  <a:pt x="127" y="256"/>
                </a:cubicBezTo>
                <a:cubicBezTo>
                  <a:pt x="127" y="256"/>
                  <a:pt x="160" y="255"/>
                  <a:pt x="178" y="220"/>
                </a:cubicBezTo>
                <a:lnTo>
                  <a:pt x="24" y="0"/>
                </a:lnTo>
                <a:close/>
              </a:path>
            </a:pathLst>
          </a:custGeom>
          <a:solidFill>
            <a:srgbClr val="3F414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9" name="îṣ1íďé"/>
          <p:cNvSpPr/>
          <p:nvPr>
            <p:custDataLst>
              <p:tags r:id="rId22"/>
            </p:custDataLst>
          </p:nvPr>
        </p:nvSpPr>
        <p:spPr bwMode="auto">
          <a:xfrm>
            <a:off x="2009140" y="5901055"/>
            <a:ext cx="88900" cy="96520"/>
          </a:xfrm>
          <a:custGeom>
            <a:avLst/>
            <a:gdLst>
              <a:gd name="T0" fmla="*/ 20 w 192"/>
              <a:gd name="T1" fmla="*/ 0 h 208"/>
              <a:gd name="T2" fmla="*/ 0 w 192"/>
              <a:gd name="T3" fmla="*/ 16 h 208"/>
              <a:gd name="T4" fmla="*/ 155 w 192"/>
              <a:gd name="T5" fmla="*/ 208 h 208"/>
              <a:gd name="T6" fmla="*/ 192 w 192"/>
              <a:gd name="T7" fmla="*/ 157 h 208"/>
              <a:gd name="T8" fmla="*/ 20 w 192"/>
              <a:gd name="T9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2" h="208">
                <a:moveTo>
                  <a:pt x="20" y="0"/>
                </a:moveTo>
                <a:cubicBezTo>
                  <a:pt x="14" y="6"/>
                  <a:pt x="7" y="11"/>
                  <a:pt x="0" y="16"/>
                </a:cubicBezTo>
                <a:cubicBezTo>
                  <a:pt x="155" y="208"/>
                  <a:pt x="155" y="208"/>
                  <a:pt x="155" y="208"/>
                </a:cubicBezTo>
                <a:cubicBezTo>
                  <a:pt x="155" y="208"/>
                  <a:pt x="187" y="197"/>
                  <a:pt x="192" y="157"/>
                </a:cubicBezTo>
                <a:lnTo>
                  <a:pt x="20" y="0"/>
                </a:lnTo>
                <a:close/>
              </a:path>
            </a:pathLst>
          </a:custGeom>
          <a:solidFill>
            <a:srgbClr val="3F414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80" name="ïṧḷiḋè"/>
          <p:cNvSpPr/>
          <p:nvPr>
            <p:custDataLst>
              <p:tags r:id="rId23"/>
            </p:custDataLst>
          </p:nvPr>
        </p:nvSpPr>
        <p:spPr bwMode="auto">
          <a:xfrm>
            <a:off x="1840230" y="5718175"/>
            <a:ext cx="199390" cy="223520"/>
          </a:xfrm>
          <a:custGeom>
            <a:avLst/>
            <a:gdLst>
              <a:gd name="T0" fmla="*/ 0 w 429"/>
              <a:gd name="T1" fmla="*/ 70 h 482"/>
              <a:gd name="T2" fmla="*/ 111 w 429"/>
              <a:gd name="T3" fmla="*/ 20 h 482"/>
              <a:gd name="T4" fmla="*/ 211 w 429"/>
              <a:gd name="T5" fmla="*/ 255 h 482"/>
              <a:gd name="T6" fmla="*/ 218 w 429"/>
              <a:gd name="T7" fmla="*/ 0 h 482"/>
              <a:gd name="T8" fmla="*/ 352 w 429"/>
              <a:gd name="T9" fmla="*/ 10 h 482"/>
              <a:gd name="T10" fmla="*/ 360 w 429"/>
              <a:gd name="T11" fmla="*/ 276 h 482"/>
              <a:gd name="T12" fmla="*/ 429 w 429"/>
              <a:gd name="T13" fmla="*/ 373 h 482"/>
              <a:gd name="T14" fmla="*/ 50 w 429"/>
              <a:gd name="T15" fmla="*/ 450 h 482"/>
              <a:gd name="T16" fmla="*/ 0 w 429"/>
              <a:gd name="T17" fmla="*/ 70 h 4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29" h="482">
                <a:moveTo>
                  <a:pt x="0" y="70"/>
                </a:moveTo>
                <a:cubicBezTo>
                  <a:pt x="111" y="20"/>
                  <a:pt x="111" y="20"/>
                  <a:pt x="111" y="20"/>
                </a:cubicBezTo>
                <a:cubicBezTo>
                  <a:pt x="211" y="255"/>
                  <a:pt x="211" y="255"/>
                  <a:pt x="211" y="255"/>
                </a:cubicBezTo>
                <a:cubicBezTo>
                  <a:pt x="218" y="0"/>
                  <a:pt x="218" y="0"/>
                  <a:pt x="218" y="0"/>
                </a:cubicBezTo>
                <a:cubicBezTo>
                  <a:pt x="352" y="10"/>
                  <a:pt x="352" y="10"/>
                  <a:pt x="352" y="10"/>
                </a:cubicBezTo>
                <a:cubicBezTo>
                  <a:pt x="352" y="10"/>
                  <a:pt x="333" y="217"/>
                  <a:pt x="360" y="276"/>
                </a:cubicBezTo>
                <a:cubicBezTo>
                  <a:pt x="387" y="336"/>
                  <a:pt x="429" y="373"/>
                  <a:pt x="429" y="373"/>
                </a:cubicBezTo>
                <a:cubicBezTo>
                  <a:pt x="320" y="461"/>
                  <a:pt x="196" y="482"/>
                  <a:pt x="50" y="450"/>
                </a:cubicBezTo>
                <a:cubicBezTo>
                  <a:pt x="50" y="450"/>
                  <a:pt x="124" y="332"/>
                  <a:pt x="0" y="70"/>
                </a:cubicBezTo>
                <a:close/>
              </a:path>
            </a:pathLst>
          </a:custGeom>
          <a:solidFill>
            <a:srgbClr val="4547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81" name="ïṥ1iḍê"/>
          <p:cNvSpPr/>
          <p:nvPr>
            <p:custDataLst>
              <p:tags r:id="rId24"/>
            </p:custDataLst>
          </p:nvPr>
        </p:nvSpPr>
        <p:spPr bwMode="auto">
          <a:xfrm>
            <a:off x="1875155" y="5723255"/>
            <a:ext cx="63500" cy="113030"/>
          </a:xfrm>
          <a:custGeom>
            <a:avLst/>
            <a:gdLst>
              <a:gd name="T0" fmla="*/ 36 w 137"/>
              <a:gd name="T1" fmla="*/ 0 h 244"/>
              <a:gd name="T2" fmla="*/ 8 w 137"/>
              <a:gd name="T3" fmla="*/ 18 h 244"/>
              <a:gd name="T4" fmla="*/ 0 w 137"/>
              <a:gd name="T5" fmla="*/ 104 h 244"/>
              <a:gd name="T6" fmla="*/ 53 w 137"/>
              <a:gd name="T7" fmla="*/ 91 h 244"/>
              <a:gd name="T8" fmla="*/ 32 w 137"/>
              <a:gd name="T9" fmla="*/ 155 h 244"/>
              <a:gd name="T10" fmla="*/ 137 w 137"/>
              <a:gd name="T11" fmla="*/ 244 h 244"/>
              <a:gd name="T12" fmla="*/ 36 w 137"/>
              <a:gd name="T13" fmla="*/ 0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7" h="244">
                <a:moveTo>
                  <a:pt x="36" y="0"/>
                </a:moveTo>
                <a:cubicBezTo>
                  <a:pt x="8" y="18"/>
                  <a:pt x="8" y="18"/>
                  <a:pt x="8" y="18"/>
                </a:cubicBezTo>
                <a:cubicBezTo>
                  <a:pt x="0" y="104"/>
                  <a:pt x="0" y="104"/>
                  <a:pt x="0" y="104"/>
                </a:cubicBezTo>
                <a:cubicBezTo>
                  <a:pt x="53" y="91"/>
                  <a:pt x="53" y="91"/>
                  <a:pt x="53" y="91"/>
                </a:cubicBezTo>
                <a:cubicBezTo>
                  <a:pt x="32" y="155"/>
                  <a:pt x="32" y="155"/>
                  <a:pt x="32" y="155"/>
                </a:cubicBezTo>
                <a:cubicBezTo>
                  <a:pt x="137" y="244"/>
                  <a:pt x="137" y="244"/>
                  <a:pt x="137" y="244"/>
                </a:cubicBezTo>
                <a:cubicBezTo>
                  <a:pt x="137" y="244"/>
                  <a:pt x="64" y="46"/>
                  <a:pt x="3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82" name="îşlîḍè"/>
          <p:cNvSpPr/>
          <p:nvPr>
            <p:custDataLst>
              <p:tags r:id="rId25"/>
            </p:custDataLst>
          </p:nvPr>
        </p:nvSpPr>
        <p:spPr bwMode="auto">
          <a:xfrm>
            <a:off x="1936115" y="5713730"/>
            <a:ext cx="37465" cy="122555"/>
          </a:xfrm>
          <a:custGeom>
            <a:avLst/>
            <a:gdLst>
              <a:gd name="T0" fmla="*/ 10 w 81"/>
              <a:gd name="T1" fmla="*/ 0 h 264"/>
              <a:gd name="T2" fmla="*/ 42 w 81"/>
              <a:gd name="T3" fmla="*/ 6 h 264"/>
              <a:gd name="T4" fmla="*/ 81 w 81"/>
              <a:gd name="T5" fmla="*/ 83 h 264"/>
              <a:gd name="T6" fmla="*/ 27 w 81"/>
              <a:gd name="T7" fmla="*/ 90 h 264"/>
              <a:gd name="T8" fmla="*/ 70 w 81"/>
              <a:gd name="T9" fmla="*/ 143 h 264"/>
              <a:gd name="T10" fmla="*/ 5 w 81"/>
              <a:gd name="T11" fmla="*/ 264 h 264"/>
              <a:gd name="T12" fmla="*/ 10 w 81"/>
              <a:gd name="T13" fmla="*/ 0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1" h="264">
                <a:moveTo>
                  <a:pt x="10" y="0"/>
                </a:moveTo>
                <a:cubicBezTo>
                  <a:pt x="42" y="6"/>
                  <a:pt x="42" y="6"/>
                  <a:pt x="42" y="6"/>
                </a:cubicBezTo>
                <a:cubicBezTo>
                  <a:pt x="81" y="83"/>
                  <a:pt x="81" y="83"/>
                  <a:pt x="81" y="83"/>
                </a:cubicBezTo>
                <a:cubicBezTo>
                  <a:pt x="27" y="90"/>
                  <a:pt x="27" y="90"/>
                  <a:pt x="27" y="90"/>
                </a:cubicBezTo>
                <a:cubicBezTo>
                  <a:pt x="70" y="143"/>
                  <a:pt x="70" y="143"/>
                  <a:pt x="70" y="143"/>
                </a:cubicBezTo>
                <a:cubicBezTo>
                  <a:pt x="5" y="264"/>
                  <a:pt x="5" y="264"/>
                  <a:pt x="5" y="264"/>
                </a:cubicBezTo>
                <a:cubicBezTo>
                  <a:pt x="5" y="264"/>
                  <a:pt x="0" y="53"/>
                  <a:pt x="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83" name="îṧľíḋe"/>
          <p:cNvSpPr/>
          <p:nvPr>
            <p:custDataLst>
              <p:tags r:id="rId26"/>
            </p:custDataLst>
          </p:nvPr>
        </p:nvSpPr>
        <p:spPr bwMode="auto">
          <a:xfrm>
            <a:off x="1936750" y="5848985"/>
            <a:ext cx="8890" cy="8890"/>
          </a:xfrm>
          <a:custGeom>
            <a:avLst/>
            <a:gdLst>
              <a:gd name="T0" fmla="*/ 18 w 19"/>
              <a:gd name="T1" fmla="*/ 8 h 19"/>
              <a:gd name="T2" fmla="*/ 11 w 19"/>
              <a:gd name="T3" fmla="*/ 18 h 19"/>
              <a:gd name="T4" fmla="*/ 1 w 19"/>
              <a:gd name="T5" fmla="*/ 11 h 19"/>
              <a:gd name="T6" fmla="*/ 8 w 19"/>
              <a:gd name="T7" fmla="*/ 1 h 19"/>
              <a:gd name="T8" fmla="*/ 18 w 19"/>
              <a:gd name="T9" fmla="*/ 8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" h="19">
                <a:moveTo>
                  <a:pt x="18" y="8"/>
                </a:moveTo>
                <a:cubicBezTo>
                  <a:pt x="19" y="12"/>
                  <a:pt x="16" y="17"/>
                  <a:pt x="11" y="18"/>
                </a:cubicBezTo>
                <a:cubicBezTo>
                  <a:pt x="7" y="19"/>
                  <a:pt x="2" y="16"/>
                  <a:pt x="1" y="11"/>
                </a:cubicBezTo>
                <a:cubicBezTo>
                  <a:pt x="0" y="6"/>
                  <a:pt x="4" y="2"/>
                  <a:pt x="8" y="1"/>
                </a:cubicBezTo>
                <a:cubicBezTo>
                  <a:pt x="13" y="0"/>
                  <a:pt x="17" y="3"/>
                  <a:pt x="18" y="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84" name="îṥļiḍe"/>
          <p:cNvSpPr/>
          <p:nvPr>
            <p:custDataLst>
              <p:tags r:id="rId27"/>
            </p:custDataLst>
          </p:nvPr>
        </p:nvSpPr>
        <p:spPr bwMode="auto">
          <a:xfrm>
            <a:off x="1940560" y="5869940"/>
            <a:ext cx="8890" cy="8890"/>
          </a:xfrm>
          <a:custGeom>
            <a:avLst/>
            <a:gdLst>
              <a:gd name="T0" fmla="*/ 18 w 19"/>
              <a:gd name="T1" fmla="*/ 8 h 19"/>
              <a:gd name="T2" fmla="*/ 11 w 19"/>
              <a:gd name="T3" fmla="*/ 18 h 19"/>
              <a:gd name="T4" fmla="*/ 1 w 19"/>
              <a:gd name="T5" fmla="*/ 11 h 19"/>
              <a:gd name="T6" fmla="*/ 8 w 19"/>
              <a:gd name="T7" fmla="*/ 1 h 19"/>
              <a:gd name="T8" fmla="*/ 18 w 19"/>
              <a:gd name="T9" fmla="*/ 8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" h="19">
                <a:moveTo>
                  <a:pt x="18" y="8"/>
                </a:moveTo>
                <a:cubicBezTo>
                  <a:pt x="19" y="13"/>
                  <a:pt x="16" y="17"/>
                  <a:pt x="11" y="18"/>
                </a:cubicBezTo>
                <a:cubicBezTo>
                  <a:pt x="6" y="19"/>
                  <a:pt x="2" y="16"/>
                  <a:pt x="1" y="11"/>
                </a:cubicBezTo>
                <a:cubicBezTo>
                  <a:pt x="0" y="7"/>
                  <a:pt x="3" y="2"/>
                  <a:pt x="8" y="1"/>
                </a:cubicBezTo>
                <a:cubicBezTo>
                  <a:pt x="13" y="0"/>
                  <a:pt x="17" y="4"/>
                  <a:pt x="18" y="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85" name="i$ḻïḓè"/>
          <p:cNvSpPr/>
          <p:nvPr>
            <p:custDataLst>
              <p:tags r:id="rId28"/>
            </p:custDataLst>
          </p:nvPr>
        </p:nvSpPr>
        <p:spPr bwMode="auto">
          <a:xfrm>
            <a:off x="1945005" y="5890895"/>
            <a:ext cx="8890" cy="8890"/>
          </a:xfrm>
          <a:custGeom>
            <a:avLst/>
            <a:gdLst>
              <a:gd name="T0" fmla="*/ 18 w 18"/>
              <a:gd name="T1" fmla="*/ 8 h 19"/>
              <a:gd name="T2" fmla="*/ 11 w 18"/>
              <a:gd name="T3" fmla="*/ 18 h 19"/>
              <a:gd name="T4" fmla="*/ 1 w 18"/>
              <a:gd name="T5" fmla="*/ 11 h 19"/>
              <a:gd name="T6" fmla="*/ 7 w 18"/>
              <a:gd name="T7" fmla="*/ 1 h 19"/>
              <a:gd name="T8" fmla="*/ 18 w 18"/>
              <a:gd name="T9" fmla="*/ 8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" h="19">
                <a:moveTo>
                  <a:pt x="18" y="8"/>
                </a:moveTo>
                <a:cubicBezTo>
                  <a:pt x="18" y="12"/>
                  <a:pt x="15" y="17"/>
                  <a:pt x="11" y="18"/>
                </a:cubicBezTo>
                <a:cubicBezTo>
                  <a:pt x="6" y="19"/>
                  <a:pt x="1" y="16"/>
                  <a:pt x="1" y="11"/>
                </a:cubicBezTo>
                <a:cubicBezTo>
                  <a:pt x="0" y="6"/>
                  <a:pt x="3" y="2"/>
                  <a:pt x="7" y="1"/>
                </a:cubicBezTo>
                <a:cubicBezTo>
                  <a:pt x="12" y="0"/>
                  <a:pt x="17" y="3"/>
                  <a:pt x="18" y="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86" name="íś1iḓe"/>
          <p:cNvSpPr/>
          <p:nvPr>
            <p:custDataLst>
              <p:tags r:id="rId29"/>
            </p:custDataLst>
          </p:nvPr>
        </p:nvSpPr>
        <p:spPr bwMode="auto">
          <a:xfrm>
            <a:off x="1720850" y="5414645"/>
            <a:ext cx="311785" cy="320040"/>
          </a:xfrm>
          <a:custGeom>
            <a:avLst/>
            <a:gdLst>
              <a:gd name="T0" fmla="*/ 479 w 670"/>
              <a:gd name="T1" fmla="*/ 77 h 690"/>
              <a:gd name="T2" fmla="*/ 645 w 670"/>
              <a:gd name="T3" fmla="*/ 475 h 690"/>
              <a:gd name="T4" fmla="*/ 541 w 670"/>
              <a:gd name="T5" fmla="*/ 634 h 690"/>
              <a:gd name="T6" fmla="*/ 246 w 670"/>
              <a:gd name="T7" fmla="*/ 623 h 690"/>
              <a:gd name="T8" fmla="*/ 67 w 670"/>
              <a:gd name="T9" fmla="*/ 197 h 690"/>
              <a:gd name="T10" fmla="*/ 479 w 670"/>
              <a:gd name="T11" fmla="*/ 77 h 6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70" h="690">
                <a:moveTo>
                  <a:pt x="479" y="77"/>
                </a:moveTo>
                <a:cubicBezTo>
                  <a:pt x="479" y="77"/>
                  <a:pt x="621" y="410"/>
                  <a:pt x="645" y="475"/>
                </a:cubicBezTo>
                <a:cubicBezTo>
                  <a:pt x="670" y="541"/>
                  <a:pt x="541" y="634"/>
                  <a:pt x="541" y="634"/>
                </a:cubicBezTo>
                <a:cubicBezTo>
                  <a:pt x="541" y="634"/>
                  <a:pt x="375" y="690"/>
                  <a:pt x="246" y="623"/>
                </a:cubicBezTo>
                <a:cubicBezTo>
                  <a:pt x="95" y="544"/>
                  <a:pt x="0" y="400"/>
                  <a:pt x="67" y="197"/>
                </a:cubicBezTo>
                <a:cubicBezTo>
                  <a:pt x="131" y="0"/>
                  <a:pt x="456" y="16"/>
                  <a:pt x="479" y="77"/>
                </a:cubicBezTo>
              </a:path>
            </a:pathLst>
          </a:custGeom>
          <a:solidFill>
            <a:srgbClr val="FEDBB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87" name="ïṩḷiḋê"/>
          <p:cNvSpPr/>
          <p:nvPr>
            <p:custDataLst>
              <p:tags r:id="rId30"/>
            </p:custDataLst>
          </p:nvPr>
        </p:nvSpPr>
        <p:spPr bwMode="auto">
          <a:xfrm>
            <a:off x="1802765" y="5663565"/>
            <a:ext cx="13970" cy="14605"/>
          </a:xfrm>
          <a:custGeom>
            <a:avLst/>
            <a:gdLst>
              <a:gd name="T0" fmla="*/ 28 w 30"/>
              <a:gd name="T1" fmla="*/ 11 h 31"/>
              <a:gd name="T2" fmla="*/ 19 w 30"/>
              <a:gd name="T3" fmla="*/ 28 h 31"/>
              <a:gd name="T4" fmla="*/ 2 w 30"/>
              <a:gd name="T5" fmla="*/ 19 h 31"/>
              <a:gd name="T6" fmla="*/ 11 w 30"/>
              <a:gd name="T7" fmla="*/ 2 h 31"/>
              <a:gd name="T8" fmla="*/ 28 w 30"/>
              <a:gd name="T9" fmla="*/ 11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31">
                <a:moveTo>
                  <a:pt x="28" y="11"/>
                </a:moveTo>
                <a:cubicBezTo>
                  <a:pt x="30" y="18"/>
                  <a:pt x="26" y="26"/>
                  <a:pt x="19" y="28"/>
                </a:cubicBezTo>
                <a:cubicBezTo>
                  <a:pt x="12" y="31"/>
                  <a:pt x="4" y="27"/>
                  <a:pt x="2" y="19"/>
                </a:cubicBezTo>
                <a:cubicBezTo>
                  <a:pt x="0" y="12"/>
                  <a:pt x="4" y="5"/>
                  <a:pt x="11" y="2"/>
                </a:cubicBezTo>
                <a:cubicBezTo>
                  <a:pt x="18" y="0"/>
                  <a:pt x="26" y="4"/>
                  <a:pt x="28" y="11"/>
                </a:cubicBezTo>
                <a:close/>
              </a:path>
            </a:pathLst>
          </a:custGeom>
          <a:solidFill>
            <a:srgbClr val="CE656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88" name="iSlîḓe"/>
          <p:cNvSpPr/>
          <p:nvPr>
            <p:custDataLst>
              <p:tags r:id="rId31"/>
            </p:custDataLst>
          </p:nvPr>
        </p:nvSpPr>
        <p:spPr bwMode="auto">
          <a:xfrm>
            <a:off x="1874520" y="5645785"/>
            <a:ext cx="12700" cy="10795"/>
          </a:xfrm>
          <a:custGeom>
            <a:avLst/>
            <a:gdLst>
              <a:gd name="T0" fmla="*/ 26 w 27"/>
              <a:gd name="T1" fmla="*/ 0 h 24"/>
              <a:gd name="T2" fmla="*/ 26 w 27"/>
              <a:gd name="T3" fmla="*/ 0 h 24"/>
              <a:gd name="T4" fmla="*/ 13 w 27"/>
              <a:gd name="T5" fmla="*/ 10 h 24"/>
              <a:gd name="T6" fmla="*/ 0 w 27"/>
              <a:gd name="T7" fmla="*/ 24 h 24"/>
              <a:gd name="T8" fmla="*/ 0 w 27"/>
              <a:gd name="T9" fmla="*/ 24 h 24"/>
              <a:gd name="T10" fmla="*/ 11 w 27"/>
              <a:gd name="T11" fmla="*/ 16 h 24"/>
              <a:gd name="T12" fmla="*/ 27 w 27"/>
              <a:gd name="T13" fmla="*/ 1 h 24"/>
              <a:gd name="T14" fmla="*/ 26 w 27"/>
              <a:gd name="T15" fmla="*/ 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7" h="24">
                <a:moveTo>
                  <a:pt x="26" y="0"/>
                </a:moveTo>
                <a:cubicBezTo>
                  <a:pt x="26" y="0"/>
                  <a:pt x="26" y="0"/>
                  <a:pt x="26" y="0"/>
                </a:cubicBezTo>
                <a:cubicBezTo>
                  <a:pt x="21" y="2"/>
                  <a:pt x="17" y="6"/>
                  <a:pt x="13" y="10"/>
                </a:cubicBezTo>
                <a:cubicBezTo>
                  <a:pt x="9" y="14"/>
                  <a:pt x="4" y="19"/>
                  <a:pt x="0" y="24"/>
                </a:cubicBezTo>
                <a:cubicBezTo>
                  <a:pt x="0" y="24"/>
                  <a:pt x="0" y="24"/>
                  <a:pt x="0" y="24"/>
                </a:cubicBezTo>
                <a:cubicBezTo>
                  <a:pt x="4" y="22"/>
                  <a:pt x="8" y="19"/>
                  <a:pt x="11" y="16"/>
                </a:cubicBezTo>
                <a:cubicBezTo>
                  <a:pt x="16" y="11"/>
                  <a:pt x="22" y="6"/>
                  <a:pt x="27" y="1"/>
                </a:cubicBezTo>
                <a:cubicBezTo>
                  <a:pt x="27" y="0"/>
                  <a:pt x="27" y="0"/>
                  <a:pt x="26" y="0"/>
                </a:cubicBezTo>
              </a:path>
            </a:pathLst>
          </a:custGeom>
          <a:solidFill>
            <a:srgbClr val="E6A0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89" name="iṣľîḍé"/>
          <p:cNvSpPr/>
          <p:nvPr>
            <p:custDataLst>
              <p:tags r:id="rId32"/>
            </p:custDataLst>
          </p:nvPr>
        </p:nvSpPr>
        <p:spPr bwMode="auto">
          <a:xfrm>
            <a:off x="1882140" y="5643245"/>
            <a:ext cx="12700" cy="12700"/>
          </a:xfrm>
          <a:custGeom>
            <a:avLst/>
            <a:gdLst>
              <a:gd name="T0" fmla="*/ 26 w 27"/>
              <a:gd name="T1" fmla="*/ 0 h 28"/>
              <a:gd name="T2" fmla="*/ 26 w 27"/>
              <a:gd name="T3" fmla="*/ 0 h 28"/>
              <a:gd name="T4" fmla="*/ 13 w 27"/>
              <a:gd name="T5" fmla="*/ 13 h 28"/>
              <a:gd name="T6" fmla="*/ 0 w 27"/>
              <a:gd name="T7" fmla="*/ 28 h 28"/>
              <a:gd name="T8" fmla="*/ 0 w 27"/>
              <a:gd name="T9" fmla="*/ 28 h 28"/>
              <a:gd name="T10" fmla="*/ 1 w 27"/>
              <a:gd name="T11" fmla="*/ 28 h 28"/>
              <a:gd name="T12" fmla="*/ 13 w 27"/>
              <a:gd name="T13" fmla="*/ 16 h 28"/>
              <a:gd name="T14" fmla="*/ 27 w 27"/>
              <a:gd name="T15" fmla="*/ 1 h 28"/>
              <a:gd name="T16" fmla="*/ 26 w 27"/>
              <a:gd name="T17" fmla="*/ 0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" h="28">
                <a:moveTo>
                  <a:pt x="26" y="0"/>
                </a:moveTo>
                <a:cubicBezTo>
                  <a:pt x="26" y="0"/>
                  <a:pt x="26" y="0"/>
                  <a:pt x="26" y="0"/>
                </a:cubicBezTo>
                <a:cubicBezTo>
                  <a:pt x="21" y="3"/>
                  <a:pt x="17" y="9"/>
                  <a:pt x="13" y="13"/>
                </a:cubicBezTo>
                <a:cubicBezTo>
                  <a:pt x="9" y="18"/>
                  <a:pt x="4" y="22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8"/>
                  <a:pt x="0" y="28"/>
                  <a:pt x="1" y="28"/>
                </a:cubicBezTo>
                <a:cubicBezTo>
                  <a:pt x="5" y="25"/>
                  <a:pt x="9" y="20"/>
                  <a:pt x="13" y="16"/>
                </a:cubicBezTo>
                <a:cubicBezTo>
                  <a:pt x="18" y="11"/>
                  <a:pt x="24" y="7"/>
                  <a:pt x="27" y="1"/>
                </a:cubicBezTo>
                <a:cubicBezTo>
                  <a:pt x="27" y="0"/>
                  <a:pt x="27" y="0"/>
                  <a:pt x="26" y="0"/>
                </a:cubicBezTo>
              </a:path>
            </a:pathLst>
          </a:custGeom>
          <a:solidFill>
            <a:srgbClr val="E6A0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90" name="îṧ1ïdè"/>
          <p:cNvSpPr/>
          <p:nvPr>
            <p:custDataLst>
              <p:tags r:id="rId33"/>
            </p:custDataLst>
          </p:nvPr>
        </p:nvSpPr>
        <p:spPr bwMode="auto">
          <a:xfrm>
            <a:off x="1892300" y="5636895"/>
            <a:ext cx="13970" cy="15875"/>
          </a:xfrm>
          <a:custGeom>
            <a:avLst/>
            <a:gdLst>
              <a:gd name="T0" fmla="*/ 29 w 30"/>
              <a:gd name="T1" fmla="*/ 0 h 34"/>
              <a:gd name="T2" fmla="*/ 28 w 30"/>
              <a:gd name="T3" fmla="*/ 0 h 34"/>
              <a:gd name="T4" fmla="*/ 13 w 30"/>
              <a:gd name="T5" fmla="*/ 15 h 34"/>
              <a:gd name="T6" fmla="*/ 0 w 30"/>
              <a:gd name="T7" fmla="*/ 33 h 34"/>
              <a:gd name="T8" fmla="*/ 0 w 30"/>
              <a:gd name="T9" fmla="*/ 34 h 34"/>
              <a:gd name="T10" fmla="*/ 2 w 30"/>
              <a:gd name="T11" fmla="*/ 33 h 34"/>
              <a:gd name="T12" fmla="*/ 16 w 30"/>
              <a:gd name="T13" fmla="*/ 15 h 34"/>
              <a:gd name="T14" fmla="*/ 29 w 30"/>
              <a:gd name="T15" fmla="*/ 1 h 34"/>
              <a:gd name="T16" fmla="*/ 29 w 30"/>
              <a:gd name="T17" fmla="*/ 0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0" h="34">
                <a:moveTo>
                  <a:pt x="29" y="0"/>
                </a:moveTo>
                <a:cubicBezTo>
                  <a:pt x="28" y="0"/>
                  <a:pt x="28" y="0"/>
                  <a:pt x="28" y="0"/>
                </a:cubicBezTo>
                <a:cubicBezTo>
                  <a:pt x="22" y="4"/>
                  <a:pt x="17" y="10"/>
                  <a:pt x="13" y="15"/>
                </a:cubicBezTo>
                <a:cubicBezTo>
                  <a:pt x="8" y="21"/>
                  <a:pt x="3" y="27"/>
                  <a:pt x="0" y="33"/>
                </a:cubicBezTo>
                <a:cubicBezTo>
                  <a:pt x="0" y="34"/>
                  <a:pt x="0" y="34"/>
                  <a:pt x="0" y="34"/>
                </a:cubicBezTo>
                <a:cubicBezTo>
                  <a:pt x="1" y="34"/>
                  <a:pt x="1" y="34"/>
                  <a:pt x="2" y="33"/>
                </a:cubicBezTo>
                <a:cubicBezTo>
                  <a:pt x="6" y="27"/>
                  <a:pt x="11" y="21"/>
                  <a:pt x="16" y="15"/>
                </a:cubicBezTo>
                <a:cubicBezTo>
                  <a:pt x="21" y="10"/>
                  <a:pt x="26" y="6"/>
                  <a:pt x="29" y="1"/>
                </a:cubicBezTo>
                <a:cubicBezTo>
                  <a:pt x="30" y="0"/>
                  <a:pt x="29" y="0"/>
                  <a:pt x="29" y="0"/>
                </a:cubicBezTo>
              </a:path>
            </a:pathLst>
          </a:custGeom>
          <a:solidFill>
            <a:srgbClr val="E6A0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91" name="iṧlïḋe"/>
          <p:cNvSpPr/>
          <p:nvPr>
            <p:custDataLst>
              <p:tags r:id="rId34"/>
            </p:custDataLst>
          </p:nvPr>
        </p:nvSpPr>
        <p:spPr bwMode="auto">
          <a:xfrm>
            <a:off x="1964690" y="5612130"/>
            <a:ext cx="15875" cy="15875"/>
          </a:xfrm>
          <a:custGeom>
            <a:avLst/>
            <a:gdLst>
              <a:gd name="T0" fmla="*/ 33 w 34"/>
              <a:gd name="T1" fmla="*/ 0 h 34"/>
              <a:gd name="T2" fmla="*/ 33 w 34"/>
              <a:gd name="T3" fmla="*/ 0 h 34"/>
              <a:gd name="T4" fmla="*/ 20 w 34"/>
              <a:gd name="T5" fmla="*/ 14 h 34"/>
              <a:gd name="T6" fmla="*/ 1 w 34"/>
              <a:gd name="T7" fmla="*/ 32 h 34"/>
              <a:gd name="T8" fmla="*/ 1 w 34"/>
              <a:gd name="T9" fmla="*/ 34 h 34"/>
              <a:gd name="T10" fmla="*/ 1 w 34"/>
              <a:gd name="T11" fmla="*/ 34 h 34"/>
              <a:gd name="T12" fmla="*/ 18 w 34"/>
              <a:gd name="T13" fmla="*/ 19 h 34"/>
              <a:gd name="T14" fmla="*/ 34 w 34"/>
              <a:gd name="T15" fmla="*/ 0 h 34"/>
              <a:gd name="T16" fmla="*/ 33 w 34"/>
              <a:gd name="T17" fmla="*/ 0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4" h="34">
                <a:moveTo>
                  <a:pt x="33" y="0"/>
                </a:moveTo>
                <a:cubicBezTo>
                  <a:pt x="33" y="0"/>
                  <a:pt x="33" y="0"/>
                  <a:pt x="33" y="0"/>
                </a:cubicBezTo>
                <a:cubicBezTo>
                  <a:pt x="28" y="4"/>
                  <a:pt x="24" y="9"/>
                  <a:pt x="20" y="14"/>
                </a:cubicBezTo>
                <a:cubicBezTo>
                  <a:pt x="14" y="21"/>
                  <a:pt x="8" y="27"/>
                  <a:pt x="1" y="32"/>
                </a:cubicBezTo>
                <a:cubicBezTo>
                  <a:pt x="0" y="33"/>
                  <a:pt x="0" y="34"/>
                  <a:pt x="1" y="34"/>
                </a:cubicBezTo>
                <a:cubicBezTo>
                  <a:pt x="1" y="34"/>
                  <a:pt x="1" y="34"/>
                  <a:pt x="1" y="34"/>
                </a:cubicBezTo>
                <a:cubicBezTo>
                  <a:pt x="8" y="30"/>
                  <a:pt x="13" y="25"/>
                  <a:pt x="18" y="19"/>
                </a:cubicBezTo>
                <a:cubicBezTo>
                  <a:pt x="23" y="13"/>
                  <a:pt x="29" y="7"/>
                  <a:pt x="34" y="0"/>
                </a:cubicBezTo>
                <a:cubicBezTo>
                  <a:pt x="34" y="0"/>
                  <a:pt x="34" y="0"/>
                  <a:pt x="33" y="0"/>
                </a:cubicBezTo>
              </a:path>
            </a:pathLst>
          </a:custGeom>
          <a:solidFill>
            <a:srgbClr val="E6A0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92" name="íṣ1íḍê"/>
          <p:cNvSpPr/>
          <p:nvPr>
            <p:custDataLst>
              <p:tags r:id="rId35"/>
            </p:custDataLst>
          </p:nvPr>
        </p:nvSpPr>
        <p:spPr bwMode="auto">
          <a:xfrm>
            <a:off x="1973580" y="5608955"/>
            <a:ext cx="15875" cy="17145"/>
          </a:xfrm>
          <a:custGeom>
            <a:avLst/>
            <a:gdLst>
              <a:gd name="T0" fmla="*/ 33 w 34"/>
              <a:gd name="T1" fmla="*/ 0 h 37"/>
              <a:gd name="T2" fmla="*/ 32 w 34"/>
              <a:gd name="T3" fmla="*/ 0 h 37"/>
              <a:gd name="T4" fmla="*/ 14 w 34"/>
              <a:gd name="T5" fmla="*/ 18 h 37"/>
              <a:gd name="T6" fmla="*/ 0 w 34"/>
              <a:gd name="T7" fmla="*/ 37 h 37"/>
              <a:gd name="T8" fmla="*/ 1 w 34"/>
              <a:gd name="T9" fmla="*/ 37 h 37"/>
              <a:gd name="T10" fmla="*/ 1 w 34"/>
              <a:gd name="T11" fmla="*/ 37 h 37"/>
              <a:gd name="T12" fmla="*/ 18 w 34"/>
              <a:gd name="T13" fmla="*/ 17 h 37"/>
              <a:gd name="T14" fmla="*/ 33 w 34"/>
              <a:gd name="T15" fmla="*/ 1 h 37"/>
              <a:gd name="T16" fmla="*/ 33 w 34"/>
              <a:gd name="T17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4" h="37">
                <a:moveTo>
                  <a:pt x="33" y="0"/>
                </a:moveTo>
                <a:cubicBezTo>
                  <a:pt x="32" y="0"/>
                  <a:pt x="32" y="0"/>
                  <a:pt x="32" y="0"/>
                </a:cubicBezTo>
                <a:cubicBezTo>
                  <a:pt x="25" y="5"/>
                  <a:pt x="19" y="12"/>
                  <a:pt x="14" y="18"/>
                </a:cubicBezTo>
                <a:cubicBezTo>
                  <a:pt x="9" y="24"/>
                  <a:pt x="4" y="30"/>
                  <a:pt x="0" y="37"/>
                </a:cubicBezTo>
                <a:cubicBezTo>
                  <a:pt x="0" y="37"/>
                  <a:pt x="0" y="37"/>
                  <a:pt x="1" y="37"/>
                </a:cubicBezTo>
                <a:cubicBezTo>
                  <a:pt x="1" y="37"/>
                  <a:pt x="1" y="37"/>
                  <a:pt x="1" y="37"/>
                </a:cubicBezTo>
                <a:cubicBezTo>
                  <a:pt x="7" y="31"/>
                  <a:pt x="12" y="24"/>
                  <a:pt x="18" y="17"/>
                </a:cubicBezTo>
                <a:cubicBezTo>
                  <a:pt x="23" y="12"/>
                  <a:pt x="29" y="7"/>
                  <a:pt x="33" y="1"/>
                </a:cubicBezTo>
                <a:cubicBezTo>
                  <a:pt x="34" y="0"/>
                  <a:pt x="33" y="0"/>
                  <a:pt x="33" y="0"/>
                </a:cubicBezTo>
              </a:path>
            </a:pathLst>
          </a:custGeom>
          <a:solidFill>
            <a:srgbClr val="E6A0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93" name="îṡľîďè"/>
          <p:cNvSpPr/>
          <p:nvPr>
            <p:custDataLst>
              <p:tags r:id="rId36"/>
            </p:custDataLst>
          </p:nvPr>
        </p:nvSpPr>
        <p:spPr bwMode="auto">
          <a:xfrm>
            <a:off x="1982470" y="5610225"/>
            <a:ext cx="13335" cy="12700"/>
          </a:xfrm>
          <a:custGeom>
            <a:avLst/>
            <a:gdLst>
              <a:gd name="T0" fmla="*/ 27 w 29"/>
              <a:gd name="T1" fmla="*/ 0 h 28"/>
              <a:gd name="T2" fmla="*/ 26 w 29"/>
              <a:gd name="T3" fmla="*/ 0 h 28"/>
              <a:gd name="T4" fmla="*/ 0 w 29"/>
              <a:gd name="T5" fmla="*/ 27 h 28"/>
              <a:gd name="T6" fmla="*/ 1 w 29"/>
              <a:gd name="T7" fmla="*/ 28 h 28"/>
              <a:gd name="T8" fmla="*/ 1 w 29"/>
              <a:gd name="T9" fmla="*/ 28 h 28"/>
              <a:gd name="T10" fmla="*/ 28 w 29"/>
              <a:gd name="T11" fmla="*/ 1 h 28"/>
              <a:gd name="T12" fmla="*/ 27 w 29"/>
              <a:gd name="T13" fmla="*/ 0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" h="28">
                <a:moveTo>
                  <a:pt x="27" y="0"/>
                </a:moveTo>
                <a:cubicBezTo>
                  <a:pt x="27" y="0"/>
                  <a:pt x="27" y="0"/>
                  <a:pt x="26" y="0"/>
                </a:cubicBezTo>
                <a:cubicBezTo>
                  <a:pt x="16" y="7"/>
                  <a:pt x="9" y="18"/>
                  <a:pt x="0" y="27"/>
                </a:cubicBezTo>
                <a:cubicBezTo>
                  <a:pt x="0" y="28"/>
                  <a:pt x="0" y="28"/>
                  <a:pt x="1" y="28"/>
                </a:cubicBezTo>
                <a:cubicBezTo>
                  <a:pt x="1" y="28"/>
                  <a:pt x="1" y="28"/>
                  <a:pt x="1" y="28"/>
                </a:cubicBezTo>
                <a:cubicBezTo>
                  <a:pt x="11" y="20"/>
                  <a:pt x="20" y="11"/>
                  <a:pt x="28" y="1"/>
                </a:cubicBezTo>
                <a:cubicBezTo>
                  <a:pt x="29" y="0"/>
                  <a:pt x="28" y="0"/>
                  <a:pt x="27" y="0"/>
                </a:cubicBezTo>
              </a:path>
            </a:pathLst>
          </a:custGeom>
          <a:solidFill>
            <a:srgbClr val="E6A0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94" name="ïśľîḓe"/>
          <p:cNvSpPr/>
          <p:nvPr>
            <p:custDataLst>
              <p:tags r:id="rId37"/>
            </p:custDataLst>
          </p:nvPr>
        </p:nvSpPr>
        <p:spPr bwMode="auto">
          <a:xfrm>
            <a:off x="1948180" y="5564505"/>
            <a:ext cx="43180" cy="47625"/>
          </a:xfrm>
          <a:custGeom>
            <a:avLst/>
            <a:gdLst>
              <a:gd name="T0" fmla="*/ 9 w 92"/>
              <a:gd name="T1" fmla="*/ 66 h 103"/>
              <a:gd name="T2" fmla="*/ 62 w 92"/>
              <a:gd name="T3" fmla="*/ 95 h 103"/>
              <a:gd name="T4" fmla="*/ 82 w 92"/>
              <a:gd name="T5" fmla="*/ 37 h 103"/>
              <a:gd name="T6" fmla="*/ 29 w 92"/>
              <a:gd name="T7" fmla="*/ 8 h 103"/>
              <a:gd name="T8" fmla="*/ 9 w 92"/>
              <a:gd name="T9" fmla="*/ 66 h 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2" h="103">
                <a:moveTo>
                  <a:pt x="9" y="66"/>
                </a:moveTo>
                <a:cubicBezTo>
                  <a:pt x="18" y="90"/>
                  <a:pt x="42" y="103"/>
                  <a:pt x="62" y="95"/>
                </a:cubicBezTo>
                <a:cubicBezTo>
                  <a:pt x="83" y="87"/>
                  <a:pt x="92" y="61"/>
                  <a:pt x="82" y="37"/>
                </a:cubicBezTo>
                <a:cubicBezTo>
                  <a:pt x="73" y="13"/>
                  <a:pt x="49" y="0"/>
                  <a:pt x="29" y="8"/>
                </a:cubicBezTo>
                <a:cubicBezTo>
                  <a:pt x="9" y="16"/>
                  <a:pt x="0" y="42"/>
                  <a:pt x="9" y="66"/>
                </a:cubicBezTo>
                <a:close/>
              </a:path>
            </a:pathLst>
          </a:custGeom>
          <a:solidFill>
            <a:srgbClr val="A2726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95" name="ïšḻíḋê"/>
          <p:cNvSpPr/>
          <p:nvPr>
            <p:custDataLst>
              <p:tags r:id="rId38"/>
            </p:custDataLst>
          </p:nvPr>
        </p:nvSpPr>
        <p:spPr bwMode="auto">
          <a:xfrm>
            <a:off x="1964055" y="5567680"/>
            <a:ext cx="17780" cy="19685"/>
          </a:xfrm>
          <a:custGeom>
            <a:avLst/>
            <a:gdLst>
              <a:gd name="T0" fmla="*/ 4 w 39"/>
              <a:gd name="T1" fmla="*/ 27 h 43"/>
              <a:gd name="T2" fmla="*/ 26 w 39"/>
              <a:gd name="T3" fmla="*/ 40 h 43"/>
              <a:gd name="T4" fmla="*/ 35 w 39"/>
              <a:gd name="T5" fmla="*/ 15 h 43"/>
              <a:gd name="T6" fmla="*/ 12 w 39"/>
              <a:gd name="T7" fmla="*/ 3 h 43"/>
              <a:gd name="T8" fmla="*/ 4 w 39"/>
              <a:gd name="T9" fmla="*/ 27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" h="43">
                <a:moveTo>
                  <a:pt x="4" y="27"/>
                </a:moveTo>
                <a:cubicBezTo>
                  <a:pt x="8" y="37"/>
                  <a:pt x="18" y="43"/>
                  <a:pt x="26" y="40"/>
                </a:cubicBezTo>
                <a:cubicBezTo>
                  <a:pt x="35" y="36"/>
                  <a:pt x="39" y="25"/>
                  <a:pt x="35" y="15"/>
                </a:cubicBezTo>
                <a:cubicBezTo>
                  <a:pt x="31" y="5"/>
                  <a:pt x="21" y="0"/>
                  <a:pt x="12" y="3"/>
                </a:cubicBezTo>
                <a:cubicBezTo>
                  <a:pt x="4" y="6"/>
                  <a:pt x="0" y="17"/>
                  <a:pt x="4" y="2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96" name="işľídè"/>
          <p:cNvSpPr/>
          <p:nvPr>
            <p:custDataLst>
              <p:tags r:id="rId39"/>
            </p:custDataLst>
          </p:nvPr>
        </p:nvSpPr>
        <p:spPr bwMode="auto">
          <a:xfrm>
            <a:off x="1856105" y="5590540"/>
            <a:ext cx="43815" cy="49530"/>
          </a:xfrm>
          <a:custGeom>
            <a:avLst/>
            <a:gdLst>
              <a:gd name="T0" fmla="*/ 9 w 95"/>
              <a:gd name="T1" fmla="*/ 68 h 106"/>
              <a:gd name="T2" fmla="*/ 65 w 95"/>
              <a:gd name="T3" fmla="*/ 98 h 106"/>
              <a:gd name="T4" fmla="*/ 85 w 95"/>
              <a:gd name="T5" fmla="*/ 38 h 106"/>
              <a:gd name="T6" fmla="*/ 30 w 95"/>
              <a:gd name="T7" fmla="*/ 8 h 106"/>
              <a:gd name="T8" fmla="*/ 9 w 95"/>
              <a:gd name="T9" fmla="*/ 68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5" h="106">
                <a:moveTo>
                  <a:pt x="9" y="68"/>
                </a:moveTo>
                <a:cubicBezTo>
                  <a:pt x="19" y="93"/>
                  <a:pt x="44" y="106"/>
                  <a:pt x="65" y="98"/>
                </a:cubicBezTo>
                <a:cubicBezTo>
                  <a:pt x="86" y="90"/>
                  <a:pt x="95" y="63"/>
                  <a:pt x="85" y="38"/>
                </a:cubicBezTo>
                <a:cubicBezTo>
                  <a:pt x="76" y="14"/>
                  <a:pt x="51" y="0"/>
                  <a:pt x="30" y="8"/>
                </a:cubicBezTo>
                <a:cubicBezTo>
                  <a:pt x="9" y="16"/>
                  <a:pt x="0" y="43"/>
                  <a:pt x="9" y="68"/>
                </a:cubicBezTo>
                <a:close/>
              </a:path>
            </a:pathLst>
          </a:custGeom>
          <a:solidFill>
            <a:srgbClr val="A2726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97" name="îsḷiḍe"/>
          <p:cNvSpPr/>
          <p:nvPr>
            <p:custDataLst>
              <p:tags r:id="rId40"/>
            </p:custDataLst>
          </p:nvPr>
        </p:nvSpPr>
        <p:spPr bwMode="auto">
          <a:xfrm>
            <a:off x="1872615" y="5594985"/>
            <a:ext cx="17780" cy="19685"/>
          </a:xfrm>
          <a:custGeom>
            <a:avLst/>
            <a:gdLst>
              <a:gd name="T0" fmla="*/ 4 w 38"/>
              <a:gd name="T1" fmla="*/ 28 h 43"/>
              <a:gd name="T2" fmla="*/ 26 w 38"/>
              <a:gd name="T3" fmla="*/ 40 h 43"/>
              <a:gd name="T4" fmla="*/ 35 w 38"/>
              <a:gd name="T5" fmla="*/ 16 h 43"/>
              <a:gd name="T6" fmla="*/ 12 w 38"/>
              <a:gd name="T7" fmla="*/ 3 h 43"/>
              <a:gd name="T8" fmla="*/ 4 w 38"/>
              <a:gd name="T9" fmla="*/ 28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" h="43">
                <a:moveTo>
                  <a:pt x="4" y="28"/>
                </a:moveTo>
                <a:cubicBezTo>
                  <a:pt x="8" y="38"/>
                  <a:pt x="18" y="43"/>
                  <a:pt x="26" y="40"/>
                </a:cubicBezTo>
                <a:cubicBezTo>
                  <a:pt x="35" y="36"/>
                  <a:pt x="38" y="26"/>
                  <a:pt x="35" y="16"/>
                </a:cubicBezTo>
                <a:cubicBezTo>
                  <a:pt x="31" y="5"/>
                  <a:pt x="21" y="0"/>
                  <a:pt x="12" y="3"/>
                </a:cubicBezTo>
                <a:cubicBezTo>
                  <a:pt x="3" y="7"/>
                  <a:pt x="0" y="18"/>
                  <a:pt x="4" y="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98" name="iṧlîde"/>
          <p:cNvSpPr/>
          <p:nvPr>
            <p:custDataLst>
              <p:tags r:id="rId41"/>
            </p:custDataLst>
          </p:nvPr>
        </p:nvSpPr>
        <p:spPr bwMode="auto">
          <a:xfrm>
            <a:off x="1846580" y="5559425"/>
            <a:ext cx="40640" cy="29210"/>
          </a:xfrm>
          <a:custGeom>
            <a:avLst/>
            <a:gdLst>
              <a:gd name="T0" fmla="*/ 81 w 87"/>
              <a:gd name="T1" fmla="*/ 0 h 63"/>
              <a:gd name="T2" fmla="*/ 73 w 87"/>
              <a:gd name="T3" fmla="*/ 4 h 63"/>
              <a:gd name="T4" fmla="*/ 73 w 87"/>
              <a:gd name="T5" fmla="*/ 6 h 63"/>
              <a:gd name="T6" fmla="*/ 49 w 87"/>
              <a:gd name="T7" fmla="*/ 53 h 63"/>
              <a:gd name="T8" fmla="*/ 39 w 87"/>
              <a:gd name="T9" fmla="*/ 55 h 63"/>
              <a:gd name="T10" fmla="*/ 9 w 87"/>
              <a:gd name="T11" fmla="*/ 39 h 63"/>
              <a:gd name="T12" fmla="*/ 8 w 87"/>
              <a:gd name="T13" fmla="*/ 38 h 63"/>
              <a:gd name="T14" fmla="*/ 6 w 87"/>
              <a:gd name="T15" fmla="*/ 39 h 63"/>
              <a:gd name="T16" fmla="*/ 4 w 87"/>
              <a:gd name="T17" fmla="*/ 39 h 63"/>
              <a:gd name="T18" fmla="*/ 0 w 87"/>
              <a:gd name="T19" fmla="*/ 41 h 63"/>
              <a:gd name="T20" fmla="*/ 1 w 87"/>
              <a:gd name="T21" fmla="*/ 43 h 63"/>
              <a:gd name="T22" fmla="*/ 39 w 87"/>
              <a:gd name="T23" fmla="*/ 63 h 63"/>
              <a:gd name="T24" fmla="*/ 51 w 87"/>
              <a:gd name="T25" fmla="*/ 61 h 63"/>
              <a:gd name="T26" fmla="*/ 81 w 87"/>
              <a:gd name="T27" fmla="*/ 3 h 63"/>
              <a:gd name="T28" fmla="*/ 81 w 87"/>
              <a:gd name="T29" fmla="*/ 0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7" h="63">
                <a:moveTo>
                  <a:pt x="81" y="0"/>
                </a:moveTo>
                <a:cubicBezTo>
                  <a:pt x="73" y="4"/>
                  <a:pt x="73" y="4"/>
                  <a:pt x="73" y="4"/>
                </a:cubicBezTo>
                <a:cubicBezTo>
                  <a:pt x="73" y="6"/>
                  <a:pt x="73" y="6"/>
                  <a:pt x="73" y="6"/>
                </a:cubicBezTo>
                <a:cubicBezTo>
                  <a:pt x="78" y="27"/>
                  <a:pt x="67" y="48"/>
                  <a:pt x="49" y="53"/>
                </a:cubicBezTo>
                <a:cubicBezTo>
                  <a:pt x="46" y="54"/>
                  <a:pt x="42" y="55"/>
                  <a:pt x="39" y="55"/>
                </a:cubicBezTo>
                <a:cubicBezTo>
                  <a:pt x="28" y="55"/>
                  <a:pt x="17" y="49"/>
                  <a:pt x="9" y="39"/>
                </a:cubicBezTo>
                <a:cubicBezTo>
                  <a:pt x="8" y="38"/>
                  <a:pt x="8" y="38"/>
                  <a:pt x="8" y="38"/>
                </a:cubicBezTo>
                <a:cubicBezTo>
                  <a:pt x="6" y="39"/>
                  <a:pt x="6" y="39"/>
                  <a:pt x="6" y="39"/>
                </a:cubicBezTo>
                <a:cubicBezTo>
                  <a:pt x="5" y="39"/>
                  <a:pt x="5" y="39"/>
                  <a:pt x="4" y="39"/>
                </a:cubicBezTo>
                <a:cubicBezTo>
                  <a:pt x="0" y="41"/>
                  <a:pt x="0" y="41"/>
                  <a:pt x="0" y="41"/>
                </a:cubicBezTo>
                <a:cubicBezTo>
                  <a:pt x="1" y="43"/>
                  <a:pt x="1" y="43"/>
                  <a:pt x="1" y="43"/>
                </a:cubicBezTo>
                <a:cubicBezTo>
                  <a:pt x="11" y="56"/>
                  <a:pt x="25" y="63"/>
                  <a:pt x="39" y="63"/>
                </a:cubicBezTo>
                <a:cubicBezTo>
                  <a:pt x="43" y="63"/>
                  <a:pt x="47" y="62"/>
                  <a:pt x="51" y="61"/>
                </a:cubicBezTo>
                <a:cubicBezTo>
                  <a:pt x="74" y="54"/>
                  <a:pt x="87" y="29"/>
                  <a:pt x="81" y="3"/>
                </a:cubicBezTo>
                <a:lnTo>
                  <a:pt x="81" y="0"/>
                </a:lnTo>
                <a:close/>
              </a:path>
            </a:pathLst>
          </a:custGeom>
          <a:solidFill>
            <a:srgbClr val="F59A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99" name="ísḷîdé"/>
          <p:cNvSpPr/>
          <p:nvPr>
            <p:custDataLst>
              <p:tags r:id="rId42"/>
            </p:custDataLst>
          </p:nvPr>
        </p:nvSpPr>
        <p:spPr bwMode="auto">
          <a:xfrm>
            <a:off x="1925955" y="5528310"/>
            <a:ext cx="34925" cy="27940"/>
          </a:xfrm>
          <a:custGeom>
            <a:avLst/>
            <a:gdLst>
              <a:gd name="T0" fmla="*/ 74 w 75"/>
              <a:gd name="T1" fmla="*/ 21 h 60"/>
              <a:gd name="T2" fmla="*/ 38 w 75"/>
              <a:gd name="T3" fmla="*/ 0 h 60"/>
              <a:gd name="T4" fmla="*/ 29 w 75"/>
              <a:gd name="T5" fmla="*/ 1 h 60"/>
              <a:gd name="T6" fmla="*/ 6 w 75"/>
              <a:gd name="T7" fmla="*/ 58 h 60"/>
              <a:gd name="T8" fmla="*/ 7 w 75"/>
              <a:gd name="T9" fmla="*/ 60 h 60"/>
              <a:gd name="T10" fmla="*/ 14 w 75"/>
              <a:gd name="T11" fmla="*/ 56 h 60"/>
              <a:gd name="T12" fmla="*/ 13 w 75"/>
              <a:gd name="T13" fmla="*/ 55 h 60"/>
              <a:gd name="T14" fmla="*/ 32 w 75"/>
              <a:gd name="T15" fmla="*/ 9 h 60"/>
              <a:gd name="T16" fmla="*/ 67 w 75"/>
              <a:gd name="T17" fmla="*/ 25 h 60"/>
              <a:gd name="T18" fmla="*/ 68 w 75"/>
              <a:gd name="T19" fmla="*/ 26 h 60"/>
              <a:gd name="T20" fmla="*/ 69 w 75"/>
              <a:gd name="T21" fmla="*/ 26 h 60"/>
              <a:gd name="T22" fmla="*/ 71 w 75"/>
              <a:gd name="T23" fmla="*/ 25 h 60"/>
              <a:gd name="T24" fmla="*/ 75 w 75"/>
              <a:gd name="T25" fmla="*/ 23 h 60"/>
              <a:gd name="T26" fmla="*/ 74 w 75"/>
              <a:gd name="T27" fmla="*/ 21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5" h="60">
                <a:moveTo>
                  <a:pt x="74" y="21"/>
                </a:moveTo>
                <a:cubicBezTo>
                  <a:pt x="64" y="8"/>
                  <a:pt x="51" y="0"/>
                  <a:pt x="38" y="0"/>
                </a:cubicBezTo>
                <a:cubicBezTo>
                  <a:pt x="35" y="0"/>
                  <a:pt x="32" y="0"/>
                  <a:pt x="29" y="1"/>
                </a:cubicBezTo>
                <a:cubicBezTo>
                  <a:pt x="10" y="7"/>
                  <a:pt x="0" y="32"/>
                  <a:pt x="6" y="58"/>
                </a:cubicBezTo>
                <a:cubicBezTo>
                  <a:pt x="7" y="60"/>
                  <a:pt x="7" y="60"/>
                  <a:pt x="7" y="60"/>
                </a:cubicBezTo>
                <a:cubicBezTo>
                  <a:pt x="14" y="56"/>
                  <a:pt x="14" y="56"/>
                  <a:pt x="14" y="56"/>
                </a:cubicBezTo>
                <a:cubicBezTo>
                  <a:pt x="13" y="55"/>
                  <a:pt x="13" y="55"/>
                  <a:pt x="13" y="55"/>
                </a:cubicBezTo>
                <a:cubicBezTo>
                  <a:pt x="9" y="34"/>
                  <a:pt x="17" y="14"/>
                  <a:pt x="32" y="9"/>
                </a:cubicBezTo>
                <a:cubicBezTo>
                  <a:pt x="44" y="5"/>
                  <a:pt x="57" y="12"/>
                  <a:pt x="67" y="25"/>
                </a:cubicBezTo>
                <a:cubicBezTo>
                  <a:pt x="68" y="26"/>
                  <a:pt x="68" y="26"/>
                  <a:pt x="68" y="26"/>
                </a:cubicBezTo>
                <a:cubicBezTo>
                  <a:pt x="69" y="26"/>
                  <a:pt x="69" y="26"/>
                  <a:pt x="69" y="26"/>
                </a:cubicBezTo>
                <a:cubicBezTo>
                  <a:pt x="70" y="25"/>
                  <a:pt x="71" y="25"/>
                  <a:pt x="71" y="25"/>
                </a:cubicBezTo>
                <a:cubicBezTo>
                  <a:pt x="75" y="23"/>
                  <a:pt x="75" y="23"/>
                  <a:pt x="75" y="23"/>
                </a:cubicBezTo>
                <a:lnTo>
                  <a:pt x="74" y="21"/>
                </a:lnTo>
                <a:close/>
              </a:path>
            </a:pathLst>
          </a:custGeom>
          <a:solidFill>
            <a:srgbClr val="F59A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0" name="ïṡ1idè"/>
          <p:cNvSpPr/>
          <p:nvPr>
            <p:custDataLst>
              <p:tags r:id="rId43"/>
            </p:custDataLst>
          </p:nvPr>
        </p:nvSpPr>
        <p:spPr bwMode="auto">
          <a:xfrm>
            <a:off x="1911985" y="5647690"/>
            <a:ext cx="71755" cy="28575"/>
          </a:xfrm>
          <a:custGeom>
            <a:avLst/>
            <a:gdLst>
              <a:gd name="T0" fmla="*/ 152 w 154"/>
              <a:gd name="T1" fmla="*/ 1 h 62"/>
              <a:gd name="T2" fmla="*/ 109 w 154"/>
              <a:gd name="T3" fmla="*/ 39 h 62"/>
              <a:gd name="T4" fmla="*/ 66 w 154"/>
              <a:gd name="T5" fmla="*/ 36 h 62"/>
              <a:gd name="T6" fmla="*/ 1 w 154"/>
              <a:gd name="T7" fmla="*/ 60 h 62"/>
              <a:gd name="T8" fmla="*/ 4 w 154"/>
              <a:gd name="T9" fmla="*/ 61 h 62"/>
              <a:gd name="T10" fmla="*/ 60 w 154"/>
              <a:gd name="T11" fmla="*/ 40 h 62"/>
              <a:gd name="T12" fmla="*/ 107 w 154"/>
              <a:gd name="T13" fmla="*/ 43 h 62"/>
              <a:gd name="T14" fmla="*/ 154 w 154"/>
              <a:gd name="T15" fmla="*/ 1 h 62"/>
              <a:gd name="T16" fmla="*/ 152 w 154"/>
              <a:gd name="T17" fmla="*/ 1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4" h="62">
                <a:moveTo>
                  <a:pt x="152" y="1"/>
                </a:moveTo>
                <a:cubicBezTo>
                  <a:pt x="143" y="22"/>
                  <a:pt x="134" y="37"/>
                  <a:pt x="109" y="39"/>
                </a:cubicBezTo>
                <a:cubicBezTo>
                  <a:pt x="95" y="40"/>
                  <a:pt x="80" y="37"/>
                  <a:pt x="66" y="36"/>
                </a:cubicBezTo>
                <a:cubicBezTo>
                  <a:pt x="43" y="34"/>
                  <a:pt x="13" y="38"/>
                  <a:pt x="1" y="60"/>
                </a:cubicBezTo>
                <a:cubicBezTo>
                  <a:pt x="0" y="62"/>
                  <a:pt x="3" y="61"/>
                  <a:pt x="4" y="61"/>
                </a:cubicBezTo>
                <a:cubicBezTo>
                  <a:pt x="22" y="46"/>
                  <a:pt x="37" y="39"/>
                  <a:pt x="60" y="40"/>
                </a:cubicBezTo>
                <a:cubicBezTo>
                  <a:pt x="76" y="41"/>
                  <a:pt x="92" y="43"/>
                  <a:pt x="107" y="43"/>
                </a:cubicBezTo>
                <a:cubicBezTo>
                  <a:pt x="133" y="42"/>
                  <a:pt x="150" y="26"/>
                  <a:pt x="154" y="1"/>
                </a:cubicBezTo>
                <a:cubicBezTo>
                  <a:pt x="154" y="0"/>
                  <a:pt x="152" y="0"/>
                  <a:pt x="152" y="1"/>
                </a:cubicBezTo>
                <a:close/>
              </a:path>
            </a:pathLst>
          </a:custGeom>
          <a:solidFill>
            <a:srgbClr val="99282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1" name="işliḋè"/>
          <p:cNvSpPr/>
          <p:nvPr>
            <p:custDataLst>
              <p:tags r:id="rId44"/>
            </p:custDataLst>
          </p:nvPr>
        </p:nvSpPr>
        <p:spPr bwMode="auto">
          <a:xfrm>
            <a:off x="1660525" y="5360670"/>
            <a:ext cx="339090" cy="494665"/>
          </a:xfrm>
          <a:custGeom>
            <a:avLst/>
            <a:gdLst>
              <a:gd name="T0" fmla="*/ 307 w 729"/>
              <a:gd name="T1" fmla="*/ 559 h 1066"/>
              <a:gd name="T2" fmla="*/ 384 w 729"/>
              <a:gd name="T3" fmla="*/ 318 h 1066"/>
              <a:gd name="T4" fmla="*/ 729 w 729"/>
              <a:gd name="T5" fmla="*/ 295 h 1066"/>
              <a:gd name="T6" fmla="*/ 286 w 729"/>
              <a:gd name="T7" fmla="*/ 86 h 1066"/>
              <a:gd name="T8" fmla="*/ 162 w 729"/>
              <a:gd name="T9" fmla="*/ 239 h 1066"/>
              <a:gd name="T10" fmla="*/ 83 w 729"/>
              <a:gd name="T11" fmla="*/ 608 h 1066"/>
              <a:gd name="T12" fmla="*/ 236 w 729"/>
              <a:gd name="T13" fmla="*/ 895 h 1066"/>
              <a:gd name="T14" fmla="*/ 113 w 729"/>
              <a:gd name="T15" fmla="*/ 962 h 1066"/>
              <a:gd name="T16" fmla="*/ 371 w 729"/>
              <a:gd name="T17" fmla="*/ 781 h 1066"/>
              <a:gd name="T18" fmla="*/ 321 w 729"/>
              <a:gd name="T19" fmla="*/ 680 h 1066"/>
              <a:gd name="T20" fmla="*/ 259 w 729"/>
              <a:gd name="T21" fmla="*/ 595 h 1066"/>
              <a:gd name="T22" fmla="*/ 307 w 729"/>
              <a:gd name="T23" fmla="*/ 559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29" h="1066">
                <a:moveTo>
                  <a:pt x="307" y="559"/>
                </a:moveTo>
                <a:cubicBezTo>
                  <a:pt x="348" y="528"/>
                  <a:pt x="376" y="371"/>
                  <a:pt x="384" y="318"/>
                </a:cubicBezTo>
                <a:cubicBezTo>
                  <a:pt x="455" y="344"/>
                  <a:pt x="588" y="373"/>
                  <a:pt x="729" y="295"/>
                </a:cubicBezTo>
                <a:cubicBezTo>
                  <a:pt x="729" y="295"/>
                  <a:pt x="674" y="0"/>
                  <a:pt x="286" y="86"/>
                </a:cubicBezTo>
                <a:cubicBezTo>
                  <a:pt x="150" y="116"/>
                  <a:pt x="142" y="212"/>
                  <a:pt x="162" y="239"/>
                </a:cubicBezTo>
                <a:cubicBezTo>
                  <a:pt x="9" y="291"/>
                  <a:pt x="0" y="464"/>
                  <a:pt x="83" y="608"/>
                </a:cubicBezTo>
                <a:cubicBezTo>
                  <a:pt x="209" y="824"/>
                  <a:pt x="227" y="815"/>
                  <a:pt x="236" y="895"/>
                </a:cubicBezTo>
                <a:cubicBezTo>
                  <a:pt x="246" y="975"/>
                  <a:pt x="113" y="962"/>
                  <a:pt x="113" y="962"/>
                </a:cubicBezTo>
                <a:cubicBezTo>
                  <a:pt x="304" y="1066"/>
                  <a:pt x="381" y="833"/>
                  <a:pt x="371" y="781"/>
                </a:cubicBezTo>
                <a:cubicBezTo>
                  <a:pt x="361" y="729"/>
                  <a:pt x="321" y="680"/>
                  <a:pt x="321" y="680"/>
                </a:cubicBezTo>
                <a:cubicBezTo>
                  <a:pt x="267" y="681"/>
                  <a:pt x="255" y="635"/>
                  <a:pt x="259" y="595"/>
                </a:cubicBezTo>
                <a:cubicBezTo>
                  <a:pt x="262" y="556"/>
                  <a:pt x="307" y="559"/>
                  <a:pt x="307" y="559"/>
                </a:cubicBezTo>
                <a:close/>
              </a:path>
            </a:pathLst>
          </a:custGeom>
          <a:solidFill>
            <a:srgbClr val="F59A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2" name="íslïďê"/>
          <p:cNvSpPr/>
          <p:nvPr>
            <p:custDataLst>
              <p:tags r:id="rId45"/>
            </p:custDataLst>
          </p:nvPr>
        </p:nvSpPr>
        <p:spPr bwMode="auto">
          <a:xfrm>
            <a:off x="1756410" y="5554345"/>
            <a:ext cx="81915" cy="86995"/>
          </a:xfrm>
          <a:custGeom>
            <a:avLst/>
            <a:gdLst>
              <a:gd name="T0" fmla="*/ 15 w 176"/>
              <a:gd name="T1" fmla="*/ 167 h 187"/>
              <a:gd name="T2" fmla="*/ 8 w 176"/>
              <a:gd name="T3" fmla="*/ 142 h 187"/>
              <a:gd name="T4" fmla="*/ 0 w 176"/>
              <a:gd name="T5" fmla="*/ 112 h 187"/>
              <a:gd name="T6" fmla="*/ 0 w 176"/>
              <a:gd name="T7" fmla="*/ 110 h 187"/>
              <a:gd name="T8" fmla="*/ 12 w 176"/>
              <a:gd name="T9" fmla="*/ 87 h 187"/>
              <a:gd name="T10" fmla="*/ 28 w 176"/>
              <a:gd name="T11" fmla="*/ 71 h 187"/>
              <a:gd name="T12" fmla="*/ 59 w 176"/>
              <a:gd name="T13" fmla="*/ 60 h 187"/>
              <a:gd name="T14" fmla="*/ 80 w 176"/>
              <a:gd name="T15" fmla="*/ 21 h 187"/>
              <a:gd name="T16" fmla="*/ 106 w 176"/>
              <a:gd name="T17" fmla="*/ 44 h 187"/>
              <a:gd name="T18" fmla="*/ 109 w 176"/>
              <a:gd name="T19" fmla="*/ 94 h 187"/>
              <a:gd name="T20" fmla="*/ 136 w 176"/>
              <a:gd name="T21" fmla="*/ 87 h 187"/>
              <a:gd name="T22" fmla="*/ 176 w 176"/>
              <a:gd name="T23" fmla="*/ 103 h 187"/>
              <a:gd name="T24" fmla="*/ 81 w 176"/>
              <a:gd name="T25" fmla="*/ 185 h 187"/>
              <a:gd name="T26" fmla="*/ 15 w 176"/>
              <a:gd name="T27" fmla="*/ 167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76" h="187">
                <a:moveTo>
                  <a:pt x="15" y="167"/>
                </a:moveTo>
                <a:cubicBezTo>
                  <a:pt x="8" y="142"/>
                  <a:pt x="8" y="142"/>
                  <a:pt x="8" y="142"/>
                </a:cubicBezTo>
                <a:cubicBezTo>
                  <a:pt x="6" y="133"/>
                  <a:pt x="4" y="123"/>
                  <a:pt x="0" y="112"/>
                </a:cubicBezTo>
                <a:cubicBezTo>
                  <a:pt x="0" y="112"/>
                  <a:pt x="0" y="111"/>
                  <a:pt x="0" y="110"/>
                </a:cubicBezTo>
                <a:cubicBezTo>
                  <a:pt x="1" y="102"/>
                  <a:pt x="5" y="93"/>
                  <a:pt x="12" y="87"/>
                </a:cubicBezTo>
                <a:cubicBezTo>
                  <a:pt x="20" y="82"/>
                  <a:pt x="23" y="77"/>
                  <a:pt x="28" y="71"/>
                </a:cubicBezTo>
                <a:cubicBezTo>
                  <a:pt x="42" y="57"/>
                  <a:pt x="58" y="61"/>
                  <a:pt x="59" y="60"/>
                </a:cubicBezTo>
                <a:cubicBezTo>
                  <a:pt x="60" y="59"/>
                  <a:pt x="51" y="45"/>
                  <a:pt x="80" y="21"/>
                </a:cubicBezTo>
                <a:cubicBezTo>
                  <a:pt x="106" y="0"/>
                  <a:pt x="147" y="16"/>
                  <a:pt x="106" y="44"/>
                </a:cubicBezTo>
                <a:cubicBezTo>
                  <a:pt x="79" y="63"/>
                  <a:pt x="99" y="88"/>
                  <a:pt x="109" y="94"/>
                </a:cubicBezTo>
                <a:cubicBezTo>
                  <a:pt x="117" y="95"/>
                  <a:pt x="117" y="95"/>
                  <a:pt x="136" y="87"/>
                </a:cubicBezTo>
                <a:cubicBezTo>
                  <a:pt x="167" y="73"/>
                  <a:pt x="176" y="103"/>
                  <a:pt x="176" y="103"/>
                </a:cubicBezTo>
                <a:cubicBezTo>
                  <a:pt x="140" y="106"/>
                  <a:pt x="96" y="164"/>
                  <a:pt x="81" y="185"/>
                </a:cubicBezTo>
                <a:cubicBezTo>
                  <a:pt x="50" y="187"/>
                  <a:pt x="45" y="176"/>
                  <a:pt x="15" y="167"/>
                </a:cubicBezTo>
                <a:close/>
              </a:path>
            </a:pathLst>
          </a:custGeom>
          <a:solidFill>
            <a:srgbClr val="EAC9B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3" name="îṣḻíḑe"/>
          <p:cNvSpPr/>
          <p:nvPr>
            <p:custDataLst>
              <p:tags r:id="rId46"/>
            </p:custDataLst>
          </p:nvPr>
        </p:nvSpPr>
        <p:spPr bwMode="auto">
          <a:xfrm>
            <a:off x="1717040" y="5614035"/>
            <a:ext cx="147955" cy="203835"/>
          </a:xfrm>
          <a:custGeom>
            <a:avLst/>
            <a:gdLst>
              <a:gd name="T0" fmla="*/ 170 w 319"/>
              <a:gd name="T1" fmla="*/ 57 h 440"/>
              <a:gd name="T2" fmla="*/ 265 w 319"/>
              <a:gd name="T3" fmla="*/ 294 h 440"/>
              <a:gd name="T4" fmla="*/ 297 w 319"/>
              <a:gd name="T5" fmla="*/ 363 h 440"/>
              <a:gd name="T6" fmla="*/ 319 w 319"/>
              <a:gd name="T7" fmla="*/ 440 h 440"/>
              <a:gd name="T8" fmla="*/ 95 w 319"/>
              <a:gd name="T9" fmla="*/ 22 h 440"/>
              <a:gd name="T10" fmla="*/ 170 w 319"/>
              <a:gd name="T11" fmla="*/ 57 h 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" h="440">
                <a:moveTo>
                  <a:pt x="170" y="57"/>
                </a:moveTo>
                <a:cubicBezTo>
                  <a:pt x="159" y="167"/>
                  <a:pt x="211" y="292"/>
                  <a:pt x="265" y="294"/>
                </a:cubicBezTo>
                <a:cubicBezTo>
                  <a:pt x="265" y="294"/>
                  <a:pt x="282" y="316"/>
                  <a:pt x="297" y="363"/>
                </a:cubicBezTo>
                <a:cubicBezTo>
                  <a:pt x="313" y="410"/>
                  <a:pt x="319" y="440"/>
                  <a:pt x="319" y="440"/>
                </a:cubicBezTo>
                <a:cubicBezTo>
                  <a:pt x="0" y="408"/>
                  <a:pt x="95" y="22"/>
                  <a:pt x="95" y="22"/>
                </a:cubicBezTo>
                <a:cubicBezTo>
                  <a:pt x="139" y="0"/>
                  <a:pt x="170" y="57"/>
                  <a:pt x="170" y="5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4" name="ïśḷïde"/>
          <p:cNvSpPr/>
          <p:nvPr>
            <p:custDataLst>
              <p:tags r:id="rId47"/>
            </p:custDataLst>
          </p:nvPr>
        </p:nvSpPr>
        <p:spPr bwMode="auto">
          <a:xfrm>
            <a:off x="1781175" y="5635625"/>
            <a:ext cx="8890" cy="10160"/>
          </a:xfrm>
          <a:custGeom>
            <a:avLst/>
            <a:gdLst>
              <a:gd name="T0" fmla="*/ 13 w 19"/>
              <a:gd name="T1" fmla="*/ 20 h 22"/>
              <a:gd name="T2" fmla="*/ 2 w 19"/>
              <a:gd name="T3" fmla="*/ 13 h 22"/>
              <a:gd name="T4" fmla="*/ 6 w 19"/>
              <a:gd name="T5" fmla="*/ 1 h 22"/>
              <a:gd name="T6" fmla="*/ 18 w 19"/>
              <a:gd name="T7" fmla="*/ 9 h 22"/>
              <a:gd name="T8" fmla="*/ 13 w 19"/>
              <a:gd name="T9" fmla="*/ 20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" h="22">
                <a:moveTo>
                  <a:pt x="13" y="20"/>
                </a:moveTo>
                <a:cubicBezTo>
                  <a:pt x="9" y="22"/>
                  <a:pt x="4" y="18"/>
                  <a:pt x="2" y="13"/>
                </a:cubicBezTo>
                <a:cubicBezTo>
                  <a:pt x="0" y="8"/>
                  <a:pt x="2" y="3"/>
                  <a:pt x="6" y="1"/>
                </a:cubicBezTo>
                <a:cubicBezTo>
                  <a:pt x="11" y="0"/>
                  <a:pt x="16" y="3"/>
                  <a:pt x="18" y="9"/>
                </a:cubicBezTo>
                <a:cubicBezTo>
                  <a:pt x="19" y="14"/>
                  <a:pt x="18" y="19"/>
                  <a:pt x="13" y="20"/>
                </a:cubicBezTo>
                <a:close/>
              </a:path>
            </a:pathLst>
          </a:custGeom>
          <a:solidFill>
            <a:srgbClr val="4547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5" name="iṡḷîḑê"/>
          <p:cNvSpPr/>
          <p:nvPr>
            <p:custDataLst>
              <p:tags r:id="rId48"/>
            </p:custDataLst>
          </p:nvPr>
        </p:nvSpPr>
        <p:spPr bwMode="auto">
          <a:xfrm>
            <a:off x="1651635" y="5473700"/>
            <a:ext cx="103505" cy="167005"/>
          </a:xfrm>
          <a:custGeom>
            <a:avLst/>
            <a:gdLst>
              <a:gd name="T0" fmla="*/ 170 w 223"/>
              <a:gd name="T1" fmla="*/ 0 h 360"/>
              <a:gd name="T2" fmla="*/ 223 w 223"/>
              <a:gd name="T3" fmla="*/ 360 h 360"/>
              <a:gd name="T4" fmla="*/ 170 w 223"/>
              <a:gd name="T5" fmla="*/ 0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3" h="360">
                <a:moveTo>
                  <a:pt x="170" y="0"/>
                </a:moveTo>
                <a:cubicBezTo>
                  <a:pt x="170" y="0"/>
                  <a:pt x="0" y="234"/>
                  <a:pt x="223" y="360"/>
                </a:cubicBezTo>
                <a:cubicBezTo>
                  <a:pt x="223" y="360"/>
                  <a:pt x="72" y="251"/>
                  <a:pt x="170" y="0"/>
                </a:cubicBezTo>
                <a:close/>
              </a:path>
            </a:pathLst>
          </a:custGeom>
          <a:solidFill>
            <a:srgbClr val="E58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6" name="íṩ1ídè"/>
          <p:cNvSpPr/>
          <p:nvPr>
            <p:custDataLst>
              <p:tags r:id="rId49"/>
            </p:custDataLst>
          </p:nvPr>
        </p:nvSpPr>
        <p:spPr bwMode="auto">
          <a:xfrm>
            <a:off x="1696085" y="5219700"/>
            <a:ext cx="101600" cy="156845"/>
          </a:xfrm>
          <a:custGeom>
            <a:avLst/>
            <a:gdLst>
              <a:gd name="T0" fmla="*/ 0 w 219"/>
              <a:gd name="T1" fmla="*/ 81 h 338"/>
              <a:gd name="T2" fmla="*/ 86 w 219"/>
              <a:gd name="T3" fmla="*/ 18 h 338"/>
              <a:gd name="T4" fmla="*/ 210 w 219"/>
              <a:gd name="T5" fmla="*/ 67 h 338"/>
              <a:gd name="T6" fmla="*/ 169 w 219"/>
              <a:gd name="T7" fmla="*/ 170 h 338"/>
              <a:gd name="T8" fmla="*/ 160 w 219"/>
              <a:gd name="T9" fmla="*/ 226 h 338"/>
              <a:gd name="T10" fmla="*/ 157 w 219"/>
              <a:gd name="T11" fmla="*/ 230 h 338"/>
              <a:gd name="T12" fmla="*/ 100 w 219"/>
              <a:gd name="T13" fmla="*/ 187 h 338"/>
              <a:gd name="T14" fmla="*/ 116 w 219"/>
              <a:gd name="T15" fmla="*/ 87 h 338"/>
              <a:gd name="T16" fmla="*/ 63 w 219"/>
              <a:gd name="T17" fmla="*/ 46 h 338"/>
              <a:gd name="T18" fmla="*/ 39 w 219"/>
              <a:gd name="T19" fmla="*/ 124 h 338"/>
              <a:gd name="T20" fmla="*/ 34 w 219"/>
              <a:gd name="T21" fmla="*/ 125 h 338"/>
              <a:gd name="T22" fmla="*/ 0 w 219"/>
              <a:gd name="T23" fmla="*/ 81 h 338"/>
              <a:gd name="T24" fmla="*/ 120 w 219"/>
              <a:gd name="T25" fmla="*/ 304 h 338"/>
              <a:gd name="T26" fmla="*/ 149 w 219"/>
              <a:gd name="T27" fmla="*/ 254 h 338"/>
              <a:gd name="T28" fmla="*/ 198 w 219"/>
              <a:gd name="T29" fmla="*/ 283 h 338"/>
              <a:gd name="T30" fmla="*/ 170 w 219"/>
              <a:gd name="T31" fmla="*/ 332 h 338"/>
              <a:gd name="T32" fmla="*/ 120 w 219"/>
              <a:gd name="T33" fmla="*/ 304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19" h="338">
                <a:moveTo>
                  <a:pt x="0" y="81"/>
                </a:moveTo>
                <a:cubicBezTo>
                  <a:pt x="7" y="55"/>
                  <a:pt x="38" y="30"/>
                  <a:pt x="86" y="18"/>
                </a:cubicBezTo>
                <a:cubicBezTo>
                  <a:pt x="153" y="0"/>
                  <a:pt x="198" y="18"/>
                  <a:pt x="210" y="67"/>
                </a:cubicBezTo>
                <a:cubicBezTo>
                  <a:pt x="219" y="102"/>
                  <a:pt x="205" y="127"/>
                  <a:pt x="169" y="170"/>
                </a:cubicBezTo>
                <a:cubicBezTo>
                  <a:pt x="155" y="188"/>
                  <a:pt x="141" y="204"/>
                  <a:pt x="160" y="226"/>
                </a:cubicBezTo>
                <a:cubicBezTo>
                  <a:pt x="157" y="230"/>
                  <a:pt x="157" y="230"/>
                  <a:pt x="157" y="230"/>
                </a:cubicBezTo>
                <a:cubicBezTo>
                  <a:pt x="130" y="230"/>
                  <a:pt x="104" y="217"/>
                  <a:pt x="100" y="187"/>
                </a:cubicBezTo>
                <a:cubicBezTo>
                  <a:pt x="94" y="150"/>
                  <a:pt x="131" y="142"/>
                  <a:pt x="116" y="87"/>
                </a:cubicBezTo>
                <a:cubicBezTo>
                  <a:pt x="107" y="55"/>
                  <a:pt x="89" y="40"/>
                  <a:pt x="63" y="46"/>
                </a:cubicBezTo>
                <a:cubicBezTo>
                  <a:pt x="37" y="53"/>
                  <a:pt x="27" y="78"/>
                  <a:pt x="39" y="124"/>
                </a:cubicBezTo>
                <a:cubicBezTo>
                  <a:pt x="34" y="125"/>
                  <a:pt x="34" y="125"/>
                  <a:pt x="34" y="125"/>
                </a:cubicBezTo>
                <a:lnTo>
                  <a:pt x="0" y="81"/>
                </a:lnTo>
                <a:close/>
                <a:moveTo>
                  <a:pt x="120" y="304"/>
                </a:moveTo>
                <a:cubicBezTo>
                  <a:pt x="115" y="282"/>
                  <a:pt x="128" y="260"/>
                  <a:pt x="149" y="254"/>
                </a:cubicBezTo>
                <a:cubicBezTo>
                  <a:pt x="171" y="249"/>
                  <a:pt x="192" y="262"/>
                  <a:pt x="198" y="283"/>
                </a:cubicBezTo>
                <a:cubicBezTo>
                  <a:pt x="204" y="305"/>
                  <a:pt x="191" y="327"/>
                  <a:pt x="170" y="332"/>
                </a:cubicBezTo>
                <a:cubicBezTo>
                  <a:pt x="148" y="338"/>
                  <a:pt x="126" y="325"/>
                  <a:pt x="120" y="304"/>
                </a:cubicBezTo>
                <a:close/>
              </a:path>
            </a:pathLst>
          </a:custGeom>
          <a:solidFill>
            <a:srgbClr val="769C8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7" name="ïSļîḋê"/>
          <p:cNvSpPr/>
          <p:nvPr>
            <p:custDataLst>
              <p:tags r:id="rId50"/>
            </p:custDataLst>
          </p:nvPr>
        </p:nvSpPr>
        <p:spPr bwMode="auto">
          <a:xfrm>
            <a:off x="2302510" y="6069330"/>
            <a:ext cx="332740" cy="52070"/>
          </a:xfrm>
          <a:custGeom>
            <a:avLst/>
            <a:gdLst>
              <a:gd name="T0" fmla="*/ 398 w 716"/>
              <a:gd name="T1" fmla="*/ 0 h 112"/>
              <a:gd name="T2" fmla="*/ 398 w 716"/>
              <a:gd name="T3" fmla="*/ 36 h 112"/>
              <a:gd name="T4" fmla="*/ 397 w 716"/>
              <a:gd name="T5" fmla="*/ 49 h 112"/>
              <a:gd name="T6" fmla="*/ 397 w 716"/>
              <a:gd name="T7" fmla="*/ 49 h 112"/>
              <a:gd name="T8" fmla="*/ 367 w 716"/>
              <a:gd name="T9" fmla="*/ 49 h 112"/>
              <a:gd name="T10" fmla="*/ 326 w 716"/>
              <a:gd name="T11" fmla="*/ 49 h 112"/>
              <a:gd name="T12" fmla="*/ 298 w 716"/>
              <a:gd name="T13" fmla="*/ 49 h 112"/>
              <a:gd name="T14" fmla="*/ 298 w 716"/>
              <a:gd name="T15" fmla="*/ 0 h 112"/>
              <a:gd name="T16" fmla="*/ 0 w 716"/>
              <a:gd name="T17" fmla="*/ 56 h 112"/>
              <a:gd name="T18" fmla="*/ 358 w 716"/>
              <a:gd name="T19" fmla="*/ 112 h 112"/>
              <a:gd name="T20" fmla="*/ 716 w 716"/>
              <a:gd name="T21" fmla="*/ 56 h 112"/>
              <a:gd name="T22" fmla="*/ 398 w 716"/>
              <a:gd name="T23" fmla="*/ 0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16" h="112">
                <a:moveTo>
                  <a:pt x="398" y="0"/>
                </a:moveTo>
                <a:cubicBezTo>
                  <a:pt x="398" y="36"/>
                  <a:pt x="398" y="36"/>
                  <a:pt x="398" y="36"/>
                </a:cubicBezTo>
                <a:cubicBezTo>
                  <a:pt x="398" y="40"/>
                  <a:pt x="397" y="45"/>
                  <a:pt x="397" y="49"/>
                </a:cubicBezTo>
                <a:cubicBezTo>
                  <a:pt x="397" y="49"/>
                  <a:pt x="397" y="49"/>
                  <a:pt x="397" y="49"/>
                </a:cubicBezTo>
                <a:cubicBezTo>
                  <a:pt x="367" y="49"/>
                  <a:pt x="367" y="49"/>
                  <a:pt x="367" y="49"/>
                </a:cubicBezTo>
                <a:cubicBezTo>
                  <a:pt x="326" y="49"/>
                  <a:pt x="326" y="49"/>
                  <a:pt x="326" y="49"/>
                </a:cubicBezTo>
                <a:cubicBezTo>
                  <a:pt x="298" y="49"/>
                  <a:pt x="298" y="49"/>
                  <a:pt x="298" y="49"/>
                </a:cubicBezTo>
                <a:cubicBezTo>
                  <a:pt x="298" y="0"/>
                  <a:pt x="298" y="0"/>
                  <a:pt x="298" y="0"/>
                </a:cubicBezTo>
                <a:cubicBezTo>
                  <a:pt x="129" y="5"/>
                  <a:pt x="0" y="28"/>
                  <a:pt x="0" y="56"/>
                </a:cubicBezTo>
                <a:cubicBezTo>
                  <a:pt x="0" y="87"/>
                  <a:pt x="161" y="112"/>
                  <a:pt x="358" y="112"/>
                </a:cubicBezTo>
                <a:cubicBezTo>
                  <a:pt x="556" y="112"/>
                  <a:pt x="716" y="87"/>
                  <a:pt x="716" y="56"/>
                </a:cubicBezTo>
                <a:cubicBezTo>
                  <a:pt x="716" y="27"/>
                  <a:pt x="577" y="3"/>
                  <a:pt x="398" y="0"/>
                </a:cubicBezTo>
              </a:path>
            </a:pathLst>
          </a:custGeom>
          <a:solidFill>
            <a:srgbClr val="D6E1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8" name="ïś1iďé"/>
          <p:cNvSpPr/>
          <p:nvPr>
            <p:custDataLst>
              <p:tags r:id="rId51"/>
            </p:custDataLst>
          </p:nvPr>
        </p:nvSpPr>
        <p:spPr bwMode="auto">
          <a:xfrm>
            <a:off x="2440940" y="5016500"/>
            <a:ext cx="46355" cy="1075690"/>
          </a:xfrm>
          <a:custGeom>
            <a:avLst/>
            <a:gdLst>
              <a:gd name="T0" fmla="*/ 60 w 100"/>
              <a:gd name="T1" fmla="*/ 0 h 2317"/>
              <a:gd name="T2" fmla="*/ 28 w 100"/>
              <a:gd name="T3" fmla="*/ 0 h 2317"/>
              <a:gd name="T4" fmla="*/ 0 w 100"/>
              <a:gd name="T5" fmla="*/ 0 h 2317"/>
              <a:gd name="T6" fmla="*/ 0 w 100"/>
              <a:gd name="T7" fmla="*/ 2317 h 2317"/>
              <a:gd name="T8" fmla="*/ 28 w 100"/>
              <a:gd name="T9" fmla="*/ 2317 h 2317"/>
              <a:gd name="T10" fmla="*/ 69 w 100"/>
              <a:gd name="T11" fmla="*/ 2317 h 2317"/>
              <a:gd name="T12" fmla="*/ 99 w 100"/>
              <a:gd name="T13" fmla="*/ 2317 h 2317"/>
              <a:gd name="T14" fmla="*/ 99 w 100"/>
              <a:gd name="T15" fmla="*/ 2317 h 2317"/>
              <a:gd name="T16" fmla="*/ 100 w 100"/>
              <a:gd name="T17" fmla="*/ 2304 h 2317"/>
              <a:gd name="T18" fmla="*/ 100 w 100"/>
              <a:gd name="T19" fmla="*/ 0 h 2317"/>
              <a:gd name="T20" fmla="*/ 60 w 100"/>
              <a:gd name="T21" fmla="*/ 0 h 2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0" h="2317">
                <a:moveTo>
                  <a:pt x="60" y="0"/>
                </a:moveTo>
                <a:cubicBezTo>
                  <a:pt x="28" y="0"/>
                  <a:pt x="28" y="0"/>
                  <a:pt x="28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17"/>
                  <a:pt x="0" y="2317"/>
                  <a:pt x="0" y="2317"/>
                </a:cubicBezTo>
                <a:cubicBezTo>
                  <a:pt x="28" y="2317"/>
                  <a:pt x="28" y="2317"/>
                  <a:pt x="28" y="2317"/>
                </a:cubicBezTo>
                <a:cubicBezTo>
                  <a:pt x="69" y="2317"/>
                  <a:pt x="69" y="2317"/>
                  <a:pt x="69" y="2317"/>
                </a:cubicBezTo>
                <a:cubicBezTo>
                  <a:pt x="99" y="2317"/>
                  <a:pt x="99" y="2317"/>
                  <a:pt x="99" y="2317"/>
                </a:cubicBezTo>
                <a:cubicBezTo>
                  <a:pt x="99" y="2317"/>
                  <a:pt x="99" y="2317"/>
                  <a:pt x="99" y="2317"/>
                </a:cubicBezTo>
                <a:cubicBezTo>
                  <a:pt x="99" y="2313"/>
                  <a:pt x="100" y="2308"/>
                  <a:pt x="100" y="2304"/>
                </a:cubicBezTo>
                <a:cubicBezTo>
                  <a:pt x="100" y="0"/>
                  <a:pt x="100" y="0"/>
                  <a:pt x="100" y="0"/>
                </a:cubicBezTo>
                <a:cubicBezTo>
                  <a:pt x="60" y="0"/>
                  <a:pt x="60" y="0"/>
                  <a:pt x="60" y="0"/>
                </a:cubicBezTo>
              </a:path>
            </a:pathLst>
          </a:custGeom>
          <a:solidFill>
            <a:srgbClr val="7064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9" name="îṩḷïḋê"/>
          <p:cNvSpPr/>
          <p:nvPr>
            <p:custDataLst>
              <p:tags r:id="rId52"/>
            </p:custDataLst>
          </p:nvPr>
        </p:nvSpPr>
        <p:spPr bwMode="auto">
          <a:xfrm>
            <a:off x="2274570" y="5060315"/>
            <a:ext cx="426085" cy="194310"/>
          </a:xfrm>
          <a:custGeom>
            <a:avLst/>
            <a:gdLst>
              <a:gd name="T0" fmla="*/ 1514 w 1539"/>
              <a:gd name="T1" fmla="*/ 234 h 702"/>
              <a:gd name="T2" fmla="*/ 1539 w 1539"/>
              <a:gd name="T3" fmla="*/ 198 h 702"/>
              <a:gd name="T4" fmla="*/ 1116 w 1539"/>
              <a:gd name="T5" fmla="*/ 0 h 702"/>
              <a:gd name="T6" fmla="*/ 1106 w 1539"/>
              <a:gd name="T7" fmla="*/ 13 h 702"/>
              <a:gd name="T8" fmla="*/ 1133 w 1539"/>
              <a:gd name="T9" fmla="*/ 147 h 702"/>
              <a:gd name="T10" fmla="*/ 11 w 1539"/>
              <a:gd name="T11" fmla="*/ 312 h 702"/>
              <a:gd name="T12" fmla="*/ 0 w 1539"/>
              <a:gd name="T13" fmla="*/ 328 h 702"/>
              <a:gd name="T14" fmla="*/ 72 w 1539"/>
              <a:gd name="T15" fmla="*/ 702 h 702"/>
              <a:gd name="T16" fmla="*/ 1188 w 1539"/>
              <a:gd name="T17" fmla="*/ 434 h 702"/>
              <a:gd name="T18" fmla="*/ 1213 w 1539"/>
              <a:gd name="T19" fmla="*/ 570 h 702"/>
              <a:gd name="T20" fmla="*/ 1514 w 1539"/>
              <a:gd name="T21" fmla="*/ 234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539" h="702">
                <a:moveTo>
                  <a:pt x="1514" y="234"/>
                </a:moveTo>
                <a:lnTo>
                  <a:pt x="1539" y="198"/>
                </a:lnTo>
                <a:lnTo>
                  <a:pt x="1116" y="0"/>
                </a:lnTo>
                <a:lnTo>
                  <a:pt x="1106" y="13"/>
                </a:lnTo>
                <a:lnTo>
                  <a:pt x="1133" y="147"/>
                </a:lnTo>
                <a:lnTo>
                  <a:pt x="11" y="312"/>
                </a:lnTo>
                <a:lnTo>
                  <a:pt x="0" y="328"/>
                </a:lnTo>
                <a:lnTo>
                  <a:pt x="72" y="702"/>
                </a:lnTo>
                <a:lnTo>
                  <a:pt x="1188" y="434"/>
                </a:lnTo>
                <a:lnTo>
                  <a:pt x="1213" y="570"/>
                </a:lnTo>
                <a:lnTo>
                  <a:pt x="1514" y="234"/>
                </a:lnTo>
                <a:close/>
              </a:path>
            </a:pathLst>
          </a:custGeom>
          <a:solidFill>
            <a:srgbClr val="C9C2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0" name="îṡḷiďê"/>
          <p:cNvSpPr/>
          <p:nvPr>
            <p:custDataLst>
              <p:tags r:id="rId53"/>
            </p:custDataLst>
          </p:nvPr>
        </p:nvSpPr>
        <p:spPr bwMode="auto">
          <a:xfrm>
            <a:off x="2274570" y="5060315"/>
            <a:ext cx="426085" cy="194310"/>
          </a:xfrm>
          <a:custGeom>
            <a:avLst/>
            <a:gdLst>
              <a:gd name="T0" fmla="*/ 1514 w 1539"/>
              <a:gd name="T1" fmla="*/ 234 h 702"/>
              <a:gd name="T2" fmla="*/ 1539 w 1539"/>
              <a:gd name="T3" fmla="*/ 198 h 702"/>
              <a:gd name="T4" fmla="*/ 1116 w 1539"/>
              <a:gd name="T5" fmla="*/ 0 h 702"/>
              <a:gd name="T6" fmla="*/ 1106 w 1539"/>
              <a:gd name="T7" fmla="*/ 13 h 702"/>
              <a:gd name="T8" fmla="*/ 1133 w 1539"/>
              <a:gd name="T9" fmla="*/ 147 h 702"/>
              <a:gd name="T10" fmla="*/ 11 w 1539"/>
              <a:gd name="T11" fmla="*/ 312 h 702"/>
              <a:gd name="T12" fmla="*/ 0 w 1539"/>
              <a:gd name="T13" fmla="*/ 328 h 702"/>
              <a:gd name="T14" fmla="*/ 72 w 1539"/>
              <a:gd name="T15" fmla="*/ 702 h 702"/>
              <a:gd name="T16" fmla="*/ 1188 w 1539"/>
              <a:gd name="T17" fmla="*/ 434 h 702"/>
              <a:gd name="T18" fmla="*/ 1213 w 1539"/>
              <a:gd name="T19" fmla="*/ 570 h 702"/>
              <a:gd name="T20" fmla="*/ 1514 w 1539"/>
              <a:gd name="T21" fmla="*/ 234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539" h="702">
                <a:moveTo>
                  <a:pt x="1514" y="234"/>
                </a:moveTo>
                <a:lnTo>
                  <a:pt x="1539" y="198"/>
                </a:lnTo>
                <a:lnTo>
                  <a:pt x="1116" y="0"/>
                </a:lnTo>
                <a:lnTo>
                  <a:pt x="1106" y="13"/>
                </a:lnTo>
                <a:lnTo>
                  <a:pt x="1133" y="147"/>
                </a:lnTo>
                <a:lnTo>
                  <a:pt x="11" y="312"/>
                </a:lnTo>
                <a:lnTo>
                  <a:pt x="0" y="328"/>
                </a:lnTo>
                <a:lnTo>
                  <a:pt x="72" y="702"/>
                </a:lnTo>
                <a:lnTo>
                  <a:pt x="1188" y="434"/>
                </a:lnTo>
                <a:lnTo>
                  <a:pt x="1213" y="570"/>
                </a:lnTo>
                <a:lnTo>
                  <a:pt x="1514" y="23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1" name="îṧļîḑè"/>
          <p:cNvSpPr/>
          <p:nvPr>
            <p:custDataLst>
              <p:tags r:id="rId54"/>
            </p:custDataLst>
          </p:nvPr>
        </p:nvSpPr>
        <p:spPr bwMode="auto">
          <a:xfrm>
            <a:off x="2277745" y="5060315"/>
            <a:ext cx="422910" cy="186690"/>
          </a:xfrm>
          <a:custGeom>
            <a:avLst/>
            <a:gdLst>
              <a:gd name="T0" fmla="*/ 1528 w 1528"/>
              <a:gd name="T1" fmla="*/ 198 h 674"/>
              <a:gd name="T2" fmla="*/ 1105 w 1528"/>
              <a:gd name="T3" fmla="*/ 0 h 674"/>
              <a:gd name="T4" fmla="*/ 1134 w 1528"/>
              <a:gd name="T5" fmla="*/ 146 h 674"/>
              <a:gd name="T6" fmla="*/ 0 w 1528"/>
              <a:gd name="T7" fmla="*/ 312 h 674"/>
              <a:gd name="T8" fmla="*/ 71 w 1528"/>
              <a:gd name="T9" fmla="*/ 674 h 674"/>
              <a:gd name="T10" fmla="*/ 1184 w 1528"/>
              <a:gd name="T11" fmla="*/ 407 h 674"/>
              <a:gd name="T12" fmla="*/ 1209 w 1528"/>
              <a:gd name="T13" fmla="*/ 540 h 674"/>
              <a:gd name="T14" fmla="*/ 1528 w 1528"/>
              <a:gd name="T15" fmla="*/ 198 h 6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28" h="674">
                <a:moveTo>
                  <a:pt x="1528" y="198"/>
                </a:moveTo>
                <a:lnTo>
                  <a:pt x="1105" y="0"/>
                </a:lnTo>
                <a:lnTo>
                  <a:pt x="1134" y="146"/>
                </a:lnTo>
                <a:lnTo>
                  <a:pt x="0" y="312"/>
                </a:lnTo>
                <a:lnTo>
                  <a:pt x="71" y="674"/>
                </a:lnTo>
                <a:lnTo>
                  <a:pt x="1184" y="407"/>
                </a:lnTo>
                <a:lnTo>
                  <a:pt x="1209" y="540"/>
                </a:lnTo>
                <a:lnTo>
                  <a:pt x="1528" y="1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2" name="îṡļîḑè"/>
          <p:cNvSpPr/>
          <p:nvPr>
            <p:custDataLst>
              <p:tags r:id="rId55"/>
            </p:custDataLst>
          </p:nvPr>
        </p:nvSpPr>
        <p:spPr bwMode="auto">
          <a:xfrm>
            <a:off x="2277745" y="5060315"/>
            <a:ext cx="422910" cy="186690"/>
          </a:xfrm>
          <a:custGeom>
            <a:avLst/>
            <a:gdLst>
              <a:gd name="T0" fmla="*/ 1528 w 1528"/>
              <a:gd name="T1" fmla="*/ 198 h 674"/>
              <a:gd name="T2" fmla="*/ 1105 w 1528"/>
              <a:gd name="T3" fmla="*/ 0 h 674"/>
              <a:gd name="T4" fmla="*/ 1134 w 1528"/>
              <a:gd name="T5" fmla="*/ 146 h 674"/>
              <a:gd name="T6" fmla="*/ 0 w 1528"/>
              <a:gd name="T7" fmla="*/ 312 h 674"/>
              <a:gd name="T8" fmla="*/ 71 w 1528"/>
              <a:gd name="T9" fmla="*/ 674 h 674"/>
              <a:gd name="T10" fmla="*/ 1184 w 1528"/>
              <a:gd name="T11" fmla="*/ 407 h 674"/>
              <a:gd name="T12" fmla="*/ 1209 w 1528"/>
              <a:gd name="T13" fmla="*/ 540 h 674"/>
              <a:gd name="T14" fmla="*/ 1528 w 1528"/>
              <a:gd name="T15" fmla="*/ 198 h 6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28" h="674">
                <a:moveTo>
                  <a:pt x="1528" y="198"/>
                </a:moveTo>
                <a:lnTo>
                  <a:pt x="1105" y="0"/>
                </a:lnTo>
                <a:lnTo>
                  <a:pt x="1134" y="146"/>
                </a:lnTo>
                <a:lnTo>
                  <a:pt x="0" y="312"/>
                </a:lnTo>
                <a:lnTo>
                  <a:pt x="71" y="674"/>
                </a:lnTo>
                <a:lnTo>
                  <a:pt x="1184" y="407"/>
                </a:lnTo>
                <a:lnTo>
                  <a:pt x="1209" y="540"/>
                </a:lnTo>
                <a:lnTo>
                  <a:pt x="1528" y="19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3" name="í$1ïďê"/>
          <p:cNvSpPr/>
          <p:nvPr>
            <p:custDataLst>
              <p:tags r:id="rId56"/>
            </p:custDataLst>
          </p:nvPr>
        </p:nvSpPr>
        <p:spPr bwMode="auto">
          <a:xfrm>
            <a:off x="2279015" y="5481955"/>
            <a:ext cx="426085" cy="160020"/>
          </a:xfrm>
          <a:custGeom>
            <a:avLst/>
            <a:gdLst>
              <a:gd name="T0" fmla="*/ 1509 w 1539"/>
              <a:gd name="T1" fmla="*/ 293 h 578"/>
              <a:gd name="T2" fmla="*/ 1539 w 1539"/>
              <a:gd name="T3" fmla="*/ 261 h 578"/>
              <a:gd name="T4" fmla="*/ 1153 w 1539"/>
              <a:gd name="T5" fmla="*/ 0 h 578"/>
              <a:gd name="T6" fmla="*/ 1141 w 1539"/>
              <a:gd name="T7" fmla="*/ 12 h 578"/>
              <a:gd name="T8" fmla="*/ 1146 w 1539"/>
              <a:gd name="T9" fmla="*/ 147 h 578"/>
              <a:gd name="T10" fmla="*/ 13 w 1539"/>
              <a:gd name="T11" fmla="*/ 136 h 578"/>
              <a:gd name="T12" fmla="*/ 0 w 1539"/>
              <a:gd name="T13" fmla="*/ 151 h 578"/>
              <a:gd name="T14" fmla="*/ 12 w 1539"/>
              <a:gd name="T15" fmla="*/ 531 h 578"/>
              <a:gd name="T16" fmla="*/ 1156 w 1539"/>
              <a:gd name="T17" fmla="*/ 439 h 578"/>
              <a:gd name="T18" fmla="*/ 1162 w 1539"/>
              <a:gd name="T19" fmla="*/ 578 h 578"/>
              <a:gd name="T20" fmla="*/ 1509 w 1539"/>
              <a:gd name="T21" fmla="*/ 293 h 5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539" h="578">
                <a:moveTo>
                  <a:pt x="1509" y="293"/>
                </a:moveTo>
                <a:lnTo>
                  <a:pt x="1539" y="261"/>
                </a:lnTo>
                <a:lnTo>
                  <a:pt x="1153" y="0"/>
                </a:lnTo>
                <a:lnTo>
                  <a:pt x="1141" y="12"/>
                </a:lnTo>
                <a:lnTo>
                  <a:pt x="1146" y="147"/>
                </a:lnTo>
                <a:lnTo>
                  <a:pt x="13" y="136"/>
                </a:lnTo>
                <a:lnTo>
                  <a:pt x="0" y="151"/>
                </a:lnTo>
                <a:lnTo>
                  <a:pt x="12" y="531"/>
                </a:lnTo>
                <a:lnTo>
                  <a:pt x="1156" y="439"/>
                </a:lnTo>
                <a:lnTo>
                  <a:pt x="1162" y="578"/>
                </a:lnTo>
                <a:lnTo>
                  <a:pt x="1509" y="293"/>
                </a:lnTo>
                <a:close/>
              </a:path>
            </a:pathLst>
          </a:custGeom>
          <a:solidFill>
            <a:srgbClr val="C9C2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4" name="isľíďe"/>
          <p:cNvSpPr/>
          <p:nvPr>
            <p:custDataLst>
              <p:tags r:id="rId57"/>
            </p:custDataLst>
          </p:nvPr>
        </p:nvSpPr>
        <p:spPr bwMode="auto">
          <a:xfrm>
            <a:off x="2282190" y="5481955"/>
            <a:ext cx="422910" cy="151765"/>
          </a:xfrm>
          <a:custGeom>
            <a:avLst/>
            <a:gdLst>
              <a:gd name="T0" fmla="*/ 1526 w 1526"/>
              <a:gd name="T1" fmla="*/ 261 h 548"/>
              <a:gd name="T2" fmla="*/ 1140 w 1526"/>
              <a:gd name="T3" fmla="*/ 0 h 548"/>
              <a:gd name="T4" fmla="*/ 1145 w 1526"/>
              <a:gd name="T5" fmla="*/ 147 h 548"/>
              <a:gd name="T6" fmla="*/ 0 w 1526"/>
              <a:gd name="T7" fmla="*/ 136 h 548"/>
              <a:gd name="T8" fmla="*/ 12 w 1526"/>
              <a:gd name="T9" fmla="*/ 504 h 548"/>
              <a:gd name="T10" fmla="*/ 1155 w 1526"/>
              <a:gd name="T11" fmla="*/ 414 h 548"/>
              <a:gd name="T12" fmla="*/ 1159 w 1526"/>
              <a:gd name="T13" fmla="*/ 548 h 548"/>
              <a:gd name="T14" fmla="*/ 1526 w 1526"/>
              <a:gd name="T15" fmla="*/ 261 h 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26" h="548">
                <a:moveTo>
                  <a:pt x="1526" y="261"/>
                </a:moveTo>
                <a:lnTo>
                  <a:pt x="1140" y="0"/>
                </a:lnTo>
                <a:lnTo>
                  <a:pt x="1145" y="147"/>
                </a:lnTo>
                <a:lnTo>
                  <a:pt x="0" y="136"/>
                </a:lnTo>
                <a:lnTo>
                  <a:pt x="12" y="504"/>
                </a:lnTo>
                <a:lnTo>
                  <a:pt x="1155" y="414"/>
                </a:lnTo>
                <a:lnTo>
                  <a:pt x="1159" y="548"/>
                </a:lnTo>
                <a:lnTo>
                  <a:pt x="1526" y="2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5" name="ïṡlíḓé"/>
          <p:cNvSpPr/>
          <p:nvPr>
            <p:custDataLst>
              <p:tags r:id="rId58"/>
            </p:custDataLst>
          </p:nvPr>
        </p:nvSpPr>
        <p:spPr bwMode="auto">
          <a:xfrm>
            <a:off x="2244725" y="5271135"/>
            <a:ext cx="427355" cy="191135"/>
          </a:xfrm>
          <a:custGeom>
            <a:avLst/>
            <a:gdLst>
              <a:gd name="T0" fmla="*/ 0 w 1543"/>
              <a:gd name="T1" fmla="*/ 191 h 690"/>
              <a:gd name="T2" fmla="*/ 427 w 1543"/>
              <a:gd name="T3" fmla="*/ 0 h 690"/>
              <a:gd name="T4" fmla="*/ 437 w 1543"/>
              <a:gd name="T5" fmla="*/ 13 h 690"/>
              <a:gd name="T6" fmla="*/ 408 w 1543"/>
              <a:gd name="T7" fmla="*/ 147 h 690"/>
              <a:gd name="T8" fmla="*/ 1543 w 1543"/>
              <a:gd name="T9" fmla="*/ 327 h 690"/>
              <a:gd name="T10" fmla="*/ 1468 w 1543"/>
              <a:gd name="T11" fmla="*/ 690 h 690"/>
              <a:gd name="T12" fmla="*/ 358 w 1543"/>
              <a:gd name="T13" fmla="*/ 405 h 690"/>
              <a:gd name="T14" fmla="*/ 324 w 1543"/>
              <a:gd name="T15" fmla="*/ 561 h 690"/>
              <a:gd name="T16" fmla="*/ 0 w 1543"/>
              <a:gd name="T17" fmla="*/ 191 h 6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43" h="690">
                <a:moveTo>
                  <a:pt x="0" y="191"/>
                </a:moveTo>
                <a:lnTo>
                  <a:pt x="427" y="0"/>
                </a:lnTo>
                <a:lnTo>
                  <a:pt x="437" y="13"/>
                </a:lnTo>
                <a:lnTo>
                  <a:pt x="408" y="147"/>
                </a:lnTo>
                <a:lnTo>
                  <a:pt x="1543" y="327"/>
                </a:lnTo>
                <a:lnTo>
                  <a:pt x="1468" y="690"/>
                </a:lnTo>
                <a:lnTo>
                  <a:pt x="358" y="405"/>
                </a:lnTo>
                <a:lnTo>
                  <a:pt x="324" y="561"/>
                </a:lnTo>
                <a:lnTo>
                  <a:pt x="0" y="191"/>
                </a:lnTo>
                <a:close/>
              </a:path>
            </a:pathLst>
          </a:custGeom>
          <a:solidFill>
            <a:srgbClr val="C9C2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6" name="îŝ1îdè"/>
          <p:cNvSpPr/>
          <p:nvPr>
            <p:custDataLst>
              <p:tags r:id="rId59"/>
            </p:custDataLst>
          </p:nvPr>
        </p:nvSpPr>
        <p:spPr bwMode="auto">
          <a:xfrm>
            <a:off x="2249805" y="5268595"/>
            <a:ext cx="422910" cy="187960"/>
          </a:xfrm>
          <a:custGeom>
            <a:avLst/>
            <a:gdLst>
              <a:gd name="T0" fmla="*/ 0 w 1527"/>
              <a:gd name="T1" fmla="*/ 192 h 678"/>
              <a:gd name="T2" fmla="*/ 312 w 1527"/>
              <a:gd name="T3" fmla="*/ 539 h 678"/>
              <a:gd name="T4" fmla="*/ 342 w 1527"/>
              <a:gd name="T5" fmla="*/ 393 h 678"/>
              <a:gd name="T6" fmla="*/ 1452 w 1527"/>
              <a:gd name="T7" fmla="*/ 678 h 678"/>
              <a:gd name="T8" fmla="*/ 1527 w 1527"/>
              <a:gd name="T9" fmla="*/ 317 h 678"/>
              <a:gd name="T10" fmla="*/ 398 w 1527"/>
              <a:gd name="T11" fmla="*/ 133 h 678"/>
              <a:gd name="T12" fmla="*/ 426 w 1527"/>
              <a:gd name="T13" fmla="*/ 0 h 678"/>
              <a:gd name="T14" fmla="*/ 0 w 1527"/>
              <a:gd name="T15" fmla="*/ 192 h 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27" h="678">
                <a:moveTo>
                  <a:pt x="0" y="192"/>
                </a:moveTo>
                <a:lnTo>
                  <a:pt x="312" y="539"/>
                </a:lnTo>
                <a:lnTo>
                  <a:pt x="342" y="393"/>
                </a:lnTo>
                <a:lnTo>
                  <a:pt x="1452" y="678"/>
                </a:lnTo>
                <a:lnTo>
                  <a:pt x="1527" y="317"/>
                </a:lnTo>
                <a:lnTo>
                  <a:pt x="398" y="133"/>
                </a:lnTo>
                <a:lnTo>
                  <a:pt x="426" y="0"/>
                </a:lnTo>
                <a:lnTo>
                  <a:pt x="0" y="1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7" name="íśḷîḍé"/>
          <p:cNvSpPr/>
          <p:nvPr>
            <p:custDataLst>
              <p:tags r:id="rId60"/>
            </p:custDataLst>
          </p:nvPr>
        </p:nvSpPr>
        <p:spPr bwMode="auto">
          <a:xfrm>
            <a:off x="2239010" y="5680075"/>
            <a:ext cx="422275" cy="219710"/>
          </a:xfrm>
          <a:custGeom>
            <a:avLst/>
            <a:gdLst>
              <a:gd name="T0" fmla="*/ 0 w 1524"/>
              <a:gd name="T1" fmla="*/ 623 h 793"/>
              <a:gd name="T2" fmla="*/ 280 w 1524"/>
              <a:gd name="T3" fmla="*/ 251 h 793"/>
              <a:gd name="T4" fmla="*/ 296 w 1524"/>
              <a:gd name="T5" fmla="*/ 258 h 793"/>
              <a:gd name="T6" fmla="*/ 334 w 1524"/>
              <a:gd name="T7" fmla="*/ 387 h 793"/>
              <a:gd name="T8" fmla="*/ 1417 w 1524"/>
              <a:gd name="T9" fmla="*/ 0 h 793"/>
              <a:gd name="T10" fmla="*/ 1524 w 1524"/>
              <a:gd name="T11" fmla="*/ 355 h 793"/>
              <a:gd name="T12" fmla="*/ 416 w 1524"/>
              <a:gd name="T13" fmla="*/ 638 h 793"/>
              <a:gd name="T14" fmla="*/ 462 w 1524"/>
              <a:gd name="T15" fmla="*/ 793 h 793"/>
              <a:gd name="T16" fmla="*/ 0 w 1524"/>
              <a:gd name="T17" fmla="*/ 623 h 7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24" h="793">
                <a:moveTo>
                  <a:pt x="0" y="623"/>
                </a:moveTo>
                <a:lnTo>
                  <a:pt x="280" y="251"/>
                </a:lnTo>
                <a:lnTo>
                  <a:pt x="296" y="258"/>
                </a:lnTo>
                <a:lnTo>
                  <a:pt x="334" y="387"/>
                </a:lnTo>
                <a:lnTo>
                  <a:pt x="1417" y="0"/>
                </a:lnTo>
                <a:lnTo>
                  <a:pt x="1524" y="355"/>
                </a:lnTo>
                <a:lnTo>
                  <a:pt x="416" y="638"/>
                </a:lnTo>
                <a:lnTo>
                  <a:pt x="462" y="793"/>
                </a:lnTo>
                <a:lnTo>
                  <a:pt x="0" y="623"/>
                </a:lnTo>
                <a:close/>
              </a:path>
            </a:pathLst>
          </a:custGeom>
          <a:solidFill>
            <a:srgbClr val="C9C2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8" name="ï$ḻíḑe"/>
          <p:cNvSpPr/>
          <p:nvPr>
            <p:custDataLst>
              <p:tags r:id="rId61"/>
            </p:custDataLst>
          </p:nvPr>
        </p:nvSpPr>
        <p:spPr bwMode="auto">
          <a:xfrm>
            <a:off x="2242820" y="5675630"/>
            <a:ext cx="417195" cy="214630"/>
          </a:xfrm>
          <a:custGeom>
            <a:avLst/>
            <a:gdLst>
              <a:gd name="T0" fmla="*/ 0 w 1507"/>
              <a:gd name="T1" fmla="*/ 623 h 776"/>
              <a:gd name="T2" fmla="*/ 440 w 1507"/>
              <a:gd name="T3" fmla="*/ 776 h 776"/>
              <a:gd name="T4" fmla="*/ 398 w 1507"/>
              <a:gd name="T5" fmla="*/ 635 h 776"/>
              <a:gd name="T6" fmla="*/ 1507 w 1507"/>
              <a:gd name="T7" fmla="*/ 352 h 776"/>
              <a:gd name="T8" fmla="*/ 1400 w 1507"/>
              <a:gd name="T9" fmla="*/ 0 h 776"/>
              <a:gd name="T10" fmla="*/ 320 w 1507"/>
              <a:gd name="T11" fmla="*/ 380 h 776"/>
              <a:gd name="T12" fmla="*/ 280 w 1507"/>
              <a:gd name="T13" fmla="*/ 251 h 776"/>
              <a:gd name="T14" fmla="*/ 0 w 1507"/>
              <a:gd name="T15" fmla="*/ 623 h 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07" h="776">
                <a:moveTo>
                  <a:pt x="0" y="623"/>
                </a:moveTo>
                <a:lnTo>
                  <a:pt x="440" y="776"/>
                </a:lnTo>
                <a:lnTo>
                  <a:pt x="398" y="635"/>
                </a:lnTo>
                <a:lnTo>
                  <a:pt x="1507" y="352"/>
                </a:lnTo>
                <a:lnTo>
                  <a:pt x="1400" y="0"/>
                </a:lnTo>
                <a:lnTo>
                  <a:pt x="320" y="380"/>
                </a:lnTo>
                <a:lnTo>
                  <a:pt x="280" y="251"/>
                </a:lnTo>
                <a:lnTo>
                  <a:pt x="0" y="6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9" name="îŝľïďê"/>
          <p:cNvSpPr/>
          <p:nvPr>
            <p:custDataLst>
              <p:tags r:id="rId62"/>
            </p:custDataLst>
          </p:nvPr>
        </p:nvSpPr>
        <p:spPr bwMode="auto">
          <a:xfrm>
            <a:off x="2440940" y="5219700"/>
            <a:ext cx="0" cy="11430"/>
          </a:xfrm>
          <a:custGeom>
            <a:avLst/>
            <a:gdLst>
              <a:gd name="T0" fmla="*/ 0 h 42"/>
              <a:gd name="T1" fmla="*/ 0 h 42"/>
              <a:gd name="T2" fmla="*/ 42 h 42"/>
              <a:gd name="T3" fmla="*/ 40 h 42"/>
              <a:gd name="T4" fmla="*/ 0 h 4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</a:cxnLst>
            <a:rect l="0" t="0" r="r" b="b"/>
            <a:pathLst>
              <a:path h="42">
                <a:moveTo>
                  <a:pt x="0" y="0"/>
                </a:moveTo>
                <a:lnTo>
                  <a:pt x="0" y="0"/>
                </a:lnTo>
                <a:lnTo>
                  <a:pt x="0" y="42"/>
                </a:lnTo>
                <a:lnTo>
                  <a:pt x="0" y="40"/>
                </a:lnTo>
                <a:lnTo>
                  <a:pt x="0" y="0"/>
                </a:lnTo>
                <a:close/>
              </a:path>
            </a:pathLst>
          </a:custGeom>
          <a:solidFill>
            <a:srgbClr val="3B2B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0" name="íṡḷíḑe"/>
          <p:cNvSpPr/>
          <p:nvPr>
            <p:custDataLst>
              <p:tags r:id="rId63"/>
            </p:custDataLst>
          </p:nvPr>
        </p:nvSpPr>
        <p:spPr bwMode="auto">
          <a:xfrm>
            <a:off x="2440940" y="5219700"/>
            <a:ext cx="0" cy="11430"/>
          </a:xfrm>
          <a:custGeom>
            <a:avLst/>
            <a:gdLst>
              <a:gd name="T0" fmla="*/ 0 h 42"/>
              <a:gd name="T1" fmla="*/ 0 h 42"/>
              <a:gd name="T2" fmla="*/ 42 h 42"/>
              <a:gd name="T3" fmla="*/ 40 h 42"/>
              <a:gd name="T4" fmla="*/ 0 h 4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</a:cxnLst>
            <a:rect l="0" t="0" r="r" b="b"/>
            <a:pathLst>
              <a:path h="42">
                <a:moveTo>
                  <a:pt x="0" y="0"/>
                </a:moveTo>
                <a:lnTo>
                  <a:pt x="0" y="0"/>
                </a:lnTo>
                <a:lnTo>
                  <a:pt x="0" y="42"/>
                </a:lnTo>
                <a:lnTo>
                  <a:pt x="0" y="4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1" name="iśļïďê"/>
          <p:cNvSpPr/>
          <p:nvPr>
            <p:custDataLst>
              <p:tags r:id="rId64"/>
            </p:custDataLst>
          </p:nvPr>
        </p:nvSpPr>
        <p:spPr bwMode="auto">
          <a:xfrm>
            <a:off x="2440940" y="5208270"/>
            <a:ext cx="45720" cy="22225"/>
          </a:xfrm>
          <a:custGeom>
            <a:avLst/>
            <a:gdLst>
              <a:gd name="T0" fmla="*/ 166 w 166"/>
              <a:gd name="T1" fmla="*/ 0 h 81"/>
              <a:gd name="T2" fmla="*/ 151 w 166"/>
              <a:gd name="T3" fmla="*/ 4 h 81"/>
              <a:gd name="T4" fmla="*/ 0 w 166"/>
              <a:gd name="T5" fmla="*/ 41 h 81"/>
              <a:gd name="T6" fmla="*/ 0 w 166"/>
              <a:gd name="T7" fmla="*/ 81 h 81"/>
              <a:gd name="T8" fmla="*/ 45 w 166"/>
              <a:gd name="T9" fmla="*/ 42 h 81"/>
              <a:gd name="T10" fmla="*/ 166 w 166"/>
              <a:gd name="T11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6" h="81">
                <a:moveTo>
                  <a:pt x="166" y="0"/>
                </a:moveTo>
                <a:lnTo>
                  <a:pt x="151" y="4"/>
                </a:lnTo>
                <a:lnTo>
                  <a:pt x="0" y="41"/>
                </a:lnTo>
                <a:lnTo>
                  <a:pt x="0" y="81"/>
                </a:lnTo>
                <a:lnTo>
                  <a:pt x="45" y="42"/>
                </a:lnTo>
                <a:lnTo>
                  <a:pt x="166" y="0"/>
                </a:lnTo>
                <a:close/>
              </a:path>
            </a:pathLst>
          </a:custGeom>
          <a:solidFill>
            <a:srgbClr val="3B2B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2" name="íṧlîḍé"/>
          <p:cNvSpPr/>
          <p:nvPr>
            <p:custDataLst>
              <p:tags r:id="rId65"/>
            </p:custDataLst>
          </p:nvPr>
        </p:nvSpPr>
        <p:spPr bwMode="auto">
          <a:xfrm>
            <a:off x="2440940" y="5208270"/>
            <a:ext cx="45720" cy="22225"/>
          </a:xfrm>
          <a:custGeom>
            <a:avLst/>
            <a:gdLst>
              <a:gd name="T0" fmla="*/ 166 w 166"/>
              <a:gd name="T1" fmla="*/ 0 h 81"/>
              <a:gd name="T2" fmla="*/ 151 w 166"/>
              <a:gd name="T3" fmla="*/ 4 h 81"/>
              <a:gd name="T4" fmla="*/ 0 w 166"/>
              <a:gd name="T5" fmla="*/ 41 h 81"/>
              <a:gd name="T6" fmla="*/ 0 w 166"/>
              <a:gd name="T7" fmla="*/ 81 h 81"/>
              <a:gd name="T8" fmla="*/ 45 w 166"/>
              <a:gd name="T9" fmla="*/ 42 h 81"/>
              <a:gd name="T10" fmla="*/ 166 w 166"/>
              <a:gd name="T11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6" h="81">
                <a:moveTo>
                  <a:pt x="166" y="0"/>
                </a:moveTo>
                <a:lnTo>
                  <a:pt x="151" y="4"/>
                </a:lnTo>
                <a:lnTo>
                  <a:pt x="0" y="41"/>
                </a:lnTo>
                <a:lnTo>
                  <a:pt x="0" y="81"/>
                </a:lnTo>
                <a:lnTo>
                  <a:pt x="45" y="42"/>
                </a:lnTo>
                <a:lnTo>
                  <a:pt x="16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3" name="iṩļïḍê"/>
          <p:cNvSpPr/>
          <p:nvPr>
            <p:custDataLst>
              <p:tags r:id="rId66"/>
            </p:custDataLst>
          </p:nvPr>
        </p:nvSpPr>
        <p:spPr bwMode="auto">
          <a:xfrm>
            <a:off x="2440940" y="5209540"/>
            <a:ext cx="41910" cy="10160"/>
          </a:xfrm>
          <a:custGeom>
            <a:avLst/>
            <a:gdLst>
              <a:gd name="T0" fmla="*/ 151 w 151"/>
              <a:gd name="T1" fmla="*/ 0 h 37"/>
              <a:gd name="T2" fmla="*/ 47 w 151"/>
              <a:gd name="T3" fmla="*/ 25 h 37"/>
              <a:gd name="T4" fmla="*/ 0 w 151"/>
              <a:gd name="T5" fmla="*/ 37 h 37"/>
              <a:gd name="T6" fmla="*/ 0 w 151"/>
              <a:gd name="T7" fmla="*/ 37 h 37"/>
              <a:gd name="T8" fmla="*/ 0 w 151"/>
              <a:gd name="T9" fmla="*/ 37 h 37"/>
              <a:gd name="T10" fmla="*/ 151 w 151"/>
              <a:gd name="T11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1" h="37">
                <a:moveTo>
                  <a:pt x="151" y="0"/>
                </a:moveTo>
                <a:lnTo>
                  <a:pt x="47" y="25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151" y="0"/>
                </a:lnTo>
                <a:close/>
              </a:path>
            </a:pathLst>
          </a:custGeom>
          <a:solidFill>
            <a:srgbClr val="3B2B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4" name="íŝḻiḑe"/>
          <p:cNvSpPr/>
          <p:nvPr>
            <p:custDataLst>
              <p:tags r:id="rId67"/>
            </p:custDataLst>
          </p:nvPr>
        </p:nvSpPr>
        <p:spPr bwMode="auto">
          <a:xfrm>
            <a:off x="2440940" y="5209540"/>
            <a:ext cx="41910" cy="10160"/>
          </a:xfrm>
          <a:custGeom>
            <a:avLst/>
            <a:gdLst>
              <a:gd name="T0" fmla="*/ 151 w 151"/>
              <a:gd name="T1" fmla="*/ 0 h 37"/>
              <a:gd name="T2" fmla="*/ 47 w 151"/>
              <a:gd name="T3" fmla="*/ 25 h 37"/>
              <a:gd name="T4" fmla="*/ 0 w 151"/>
              <a:gd name="T5" fmla="*/ 37 h 37"/>
              <a:gd name="T6" fmla="*/ 0 w 151"/>
              <a:gd name="T7" fmla="*/ 37 h 37"/>
              <a:gd name="T8" fmla="*/ 0 w 151"/>
              <a:gd name="T9" fmla="*/ 37 h 37"/>
              <a:gd name="T10" fmla="*/ 151 w 151"/>
              <a:gd name="T11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1" h="37">
                <a:moveTo>
                  <a:pt x="151" y="0"/>
                </a:moveTo>
                <a:lnTo>
                  <a:pt x="47" y="25"/>
                </a:lnTo>
                <a:lnTo>
                  <a:pt x="0" y="37"/>
                </a:lnTo>
                <a:lnTo>
                  <a:pt x="0" y="37"/>
                </a:lnTo>
                <a:lnTo>
                  <a:pt x="0" y="37"/>
                </a:lnTo>
                <a:lnTo>
                  <a:pt x="15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5" name="iṣḷíḋé"/>
          <p:cNvSpPr/>
          <p:nvPr>
            <p:custDataLst>
              <p:tags r:id="rId68"/>
            </p:custDataLst>
          </p:nvPr>
        </p:nvSpPr>
        <p:spPr bwMode="auto">
          <a:xfrm>
            <a:off x="2440940" y="5408295"/>
            <a:ext cx="45720" cy="15875"/>
          </a:xfrm>
          <a:custGeom>
            <a:avLst/>
            <a:gdLst>
              <a:gd name="T0" fmla="*/ 0 w 166"/>
              <a:gd name="T1" fmla="*/ 57 h 57"/>
              <a:gd name="T2" fmla="*/ 47 w 166"/>
              <a:gd name="T3" fmla="*/ 23 h 57"/>
              <a:gd name="T4" fmla="*/ 166 w 166"/>
              <a:gd name="T5" fmla="*/ 42 h 57"/>
              <a:gd name="T6" fmla="*/ 47 w 166"/>
              <a:gd name="T7" fmla="*/ 12 h 57"/>
              <a:gd name="T8" fmla="*/ 0 w 166"/>
              <a:gd name="T9" fmla="*/ 0 h 57"/>
              <a:gd name="T10" fmla="*/ 0 w 166"/>
              <a:gd name="T11" fmla="*/ 57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6" h="57">
                <a:moveTo>
                  <a:pt x="0" y="57"/>
                </a:moveTo>
                <a:lnTo>
                  <a:pt x="47" y="23"/>
                </a:lnTo>
                <a:lnTo>
                  <a:pt x="166" y="42"/>
                </a:lnTo>
                <a:lnTo>
                  <a:pt x="47" y="12"/>
                </a:lnTo>
                <a:lnTo>
                  <a:pt x="0" y="0"/>
                </a:lnTo>
                <a:lnTo>
                  <a:pt x="0" y="57"/>
                </a:lnTo>
                <a:close/>
              </a:path>
            </a:pathLst>
          </a:custGeom>
          <a:solidFill>
            <a:srgbClr val="3B2B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6" name="îSḷíḍe"/>
          <p:cNvSpPr/>
          <p:nvPr>
            <p:custDataLst>
              <p:tags r:id="rId69"/>
            </p:custDataLst>
          </p:nvPr>
        </p:nvSpPr>
        <p:spPr bwMode="auto">
          <a:xfrm>
            <a:off x="2440940" y="5612130"/>
            <a:ext cx="45720" cy="19685"/>
          </a:xfrm>
          <a:custGeom>
            <a:avLst/>
            <a:gdLst>
              <a:gd name="T0" fmla="*/ 0 w 166"/>
              <a:gd name="T1" fmla="*/ 72 h 72"/>
              <a:gd name="T2" fmla="*/ 47 w 166"/>
              <a:gd name="T3" fmla="*/ 30 h 72"/>
              <a:gd name="T4" fmla="*/ 166 w 166"/>
              <a:gd name="T5" fmla="*/ 0 h 72"/>
              <a:gd name="T6" fmla="*/ 47 w 166"/>
              <a:gd name="T7" fmla="*/ 10 h 72"/>
              <a:gd name="T8" fmla="*/ 0 w 166"/>
              <a:gd name="T9" fmla="*/ 13 h 72"/>
              <a:gd name="T10" fmla="*/ 0 w 166"/>
              <a:gd name="T11" fmla="*/ 72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6" h="72">
                <a:moveTo>
                  <a:pt x="0" y="72"/>
                </a:moveTo>
                <a:lnTo>
                  <a:pt x="47" y="30"/>
                </a:lnTo>
                <a:lnTo>
                  <a:pt x="166" y="0"/>
                </a:lnTo>
                <a:lnTo>
                  <a:pt x="47" y="10"/>
                </a:lnTo>
                <a:lnTo>
                  <a:pt x="0" y="13"/>
                </a:lnTo>
                <a:lnTo>
                  <a:pt x="0" y="72"/>
                </a:lnTo>
                <a:close/>
              </a:path>
            </a:pathLst>
          </a:custGeom>
          <a:solidFill>
            <a:srgbClr val="3B2B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7" name="ïşliďê"/>
          <p:cNvSpPr/>
          <p:nvPr>
            <p:custDataLst>
              <p:tags r:id="rId70"/>
            </p:custDataLst>
          </p:nvPr>
        </p:nvSpPr>
        <p:spPr bwMode="auto">
          <a:xfrm>
            <a:off x="2440940" y="5822950"/>
            <a:ext cx="45720" cy="26035"/>
          </a:xfrm>
          <a:custGeom>
            <a:avLst/>
            <a:gdLst>
              <a:gd name="T0" fmla="*/ 0 w 166"/>
              <a:gd name="T1" fmla="*/ 94 h 94"/>
              <a:gd name="T2" fmla="*/ 47 w 166"/>
              <a:gd name="T3" fmla="*/ 45 h 94"/>
              <a:gd name="T4" fmla="*/ 166 w 166"/>
              <a:gd name="T5" fmla="*/ 0 h 94"/>
              <a:gd name="T6" fmla="*/ 47 w 166"/>
              <a:gd name="T7" fmla="*/ 30 h 94"/>
              <a:gd name="T8" fmla="*/ 0 w 166"/>
              <a:gd name="T9" fmla="*/ 44 h 94"/>
              <a:gd name="T10" fmla="*/ 0 w 166"/>
              <a:gd name="T11" fmla="*/ 9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6" h="94">
                <a:moveTo>
                  <a:pt x="0" y="94"/>
                </a:moveTo>
                <a:lnTo>
                  <a:pt x="47" y="45"/>
                </a:lnTo>
                <a:lnTo>
                  <a:pt x="166" y="0"/>
                </a:lnTo>
                <a:lnTo>
                  <a:pt x="47" y="30"/>
                </a:lnTo>
                <a:lnTo>
                  <a:pt x="0" y="44"/>
                </a:lnTo>
                <a:lnTo>
                  <a:pt x="0" y="94"/>
                </a:lnTo>
                <a:close/>
              </a:path>
            </a:pathLst>
          </a:custGeom>
          <a:solidFill>
            <a:srgbClr val="3B2B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1" name="图片 20" descr="C:/Users/TXY/Desktop/444.jpg444"/>
          <p:cNvPicPr>
            <a:picLocks noChangeAspect="1"/>
          </p:cNvPicPr>
          <p:nvPr/>
        </p:nvPicPr>
        <p:blipFill>
          <a:blip r:embed="rId71"/>
          <a:srcRect t="4265" b="4265"/>
          <a:stretch>
            <a:fillRect/>
          </a:stretch>
        </p:blipFill>
        <p:spPr>
          <a:xfrm>
            <a:off x="2707005" y="1240155"/>
            <a:ext cx="4064000" cy="1332230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 rotWithShape="1">
          <a:blip r:embed="rId72"/>
          <a:srcRect r="43482" b="6838"/>
          <a:stretch>
            <a:fillRect/>
          </a:stretch>
        </p:blipFill>
        <p:spPr bwMode="auto">
          <a:xfrm>
            <a:off x="6741795" y="1262380"/>
            <a:ext cx="2529840" cy="131000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496820" y="2573020"/>
            <a:ext cx="6936740" cy="2247900"/>
            <a:chOff x="3932" y="4052"/>
            <a:chExt cx="10924" cy="3540"/>
          </a:xfrm>
        </p:grpSpPr>
        <p:sp>
          <p:nvSpPr>
            <p:cNvPr id="19" name="矩形: 圆角 18"/>
            <p:cNvSpPr/>
            <p:nvPr>
              <p:custDataLst>
                <p:tags r:id="rId73"/>
              </p:custDataLst>
            </p:nvPr>
          </p:nvSpPr>
          <p:spPr>
            <a:xfrm>
              <a:off x="3932" y="4052"/>
              <a:ext cx="10924" cy="3540"/>
            </a:xfrm>
            <a:prstGeom prst="round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68" name="图片 9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4291" y="4235"/>
              <a:ext cx="10284" cy="319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custDataLst>
      <p:tags r:id="rId7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6" dur="500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1" dur="500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5" dur="500" fill="hold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461" grpId="0" animBg="1"/>
      <p:bldP spid="462" grpId="0" animBg="1"/>
      <p:bldP spid="463" grpId="0" animBg="1"/>
      <p:bldP spid="464" grpId="0" animBg="1"/>
      <p:bldP spid="465" grpId="0" animBg="1"/>
      <p:bldP spid="466" grpId="0" animBg="1"/>
      <p:bldP spid="467" grpId="0" animBg="1"/>
      <p:bldP spid="468" grpId="0" animBg="1"/>
      <p:bldP spid="469" grpId="0" animBg="1"/>
      <p:bldP spid="470" grpId="0" animBg="1"/>
      <p:bldP spid="471" grpId="0" animBg="1"/>
      <p:bldP spid="472" grpId="0" animBg="1"/>
      <p:bldP spid="473" grpId="0" animBg="1"/>
      <p:bldP spid="474" grpId="0" animBg="1"/>
      <p:bldP spid="475" grpId="0" animBg="1"/>
      <p:bldP spid="476" grpId="0" animBg="1"/>
      <p:bldP spid="477" grpId="0" animBg="1"/>
      <p:bldP spid="478" grpId="0" animBg="1"/>
      <p:bldP spid="479" grpId="0" animBg="1"/>
      <p:bldP spid="480" grpId="0" animBg="1"/>
      <p:bldP spid="481" grpId="0" animBg="1"/>
      <p:bldP spid="482" grpId="0" animBg="1"/>
      <p:bldP spid="483" grpId="0" animBg="1"/>
      <p:bldP spid="484" grpId="0" animBg="1"/>
      <p:bldP spid="485" grpId="0" animBg="1"/>
      <p:bldP spid="486" grpId="0" animBg="1"/>
      <p:bldP spid="487" grpId="0" animBg="1"/>
      <p:bldP spid="488" grpId="0" animBg="1"/>
      <p:bldP spid="489" grpId="0" animBg="1"/>
      <p:bldP spid="490" grpId="0" animBg="1"/>
      <p:bldP spid="491" grpId="0" animBg="1"/>
      <p:bldP spid="492" grpId="0" animBg="1"/>
      <p:bldP spid="493" grpId="0" animBg="1"/>
      <p:bldP spid="494" grpId="0" animBg="1"/>
      <p:bldP spid="495" grpId="0" animBg="1"/>
      <p:bldP spid="496" grpId="0" animBg="1"/>
      <p:bldP spid="497" grpId="0" animBg="1"/>
      <p:bldP spid="498" grpId="0" animBg="1"/>
      <p:bldP spid="499" grpId="0" animBg="1"/>
      <p:bldP spid="500" grpId="0" animBg="1"/>
      <p:bldP spid="501" grpId="0" animBg="1"/>
      <p:bldP spid="502" grpId="0" animBg="1"/>
      <p:bldP spid="503" grpId="0" animBg="1"/>
      <p:bldP spid="504" grpId="0" animBg="1"/>
      <p:bldP spid="505" grpId="0" animBg="1"/>
      <p:bldP spid="506" grpId="0" animBg="1"/>
      <p:bldP spid="507" grpId="0" animBg="1"/>
      <p:bldP spid="508" grpId="0" animBg="1"/>
      <p:bldP spid="509" grpId="0" animBg="1"/>
      <p:bldP spid="510" grpId="0"/>
      <p:bldP spid="511" grpId="0" animBg="1"/>
      <p:bldP spid="512" grpId="0"/>
      <p:bldP spid="513" grpId="0" animBg="1"/>
      <p:bldP spid="514" grpId="0" animBg="1"/>
      <p:bldP spid="515" grpId="0" animBg="1"/>
      <p:bldP spid="516" grpId="0" animBg="1"/>
      <p:bldP spid="517" grpId="0" animBg="1"/>
      <p:bldP spid="518" grpId="0" animBg="1"/>
      <p:bldP spid="519" grpId="0" animBg="1"/>
      <p:bldP spid="520" grpId="0"/>
      <p:bldP spid="521" grpId="0" animBg="1"/>
      <p:bldP spid="522" grpId="0"/>
      <p:bldP spid="523" grpId="0" animBg="1"/>
      <p:bldP spid="524" grpId="0"/>
      <p:bldP spid="525" grpId="0" animBg="1"/>
      <p:bldP spid="526" grpId="0" animBg="1"/>
      <p:bldP spid="527" grpId="0" animBg="1"/>
      <p:bldP spid="127" grpId="1"/>
      <p:bldP spid="461" grpId="1" animBg="1"/>
      <p:bldP spid="462" grpId="1" animBg="1"/>
      <p:bldP spid="463" grpId="1" animBg="1"/>
      <p:bldP spid="464" grpId="1" animBg="1"/>
      <p:bldP spid="465" grpId="1" animBg="1"/>
      <p:bldP spid="466" grpId="1" animBg="1"/>
      <p:bldP spid="467" grpId="1" animBg="1"/>
      <p:bldP spid="468" grpId="1" animBg="1"/>
      <p:bldP spid="469" grpId="1" animBg="1"/>
      <p:bldP spid="470" grpId="1" animBg="1"/>
      <p:bldP spid="471" grpId="1" animBg="1"/>
      <p:bldP spid="472" grpId="1" animBg="1"/>
      <p:bldP spid="473" grpId="1" animBg="1"/>
      <p:bldP spid="474" grpId="1" animBg="1"/>
      <p:bldP spid="475" grpId="1" animBg="1"/>
      <p:bldP spid="476" grpId="1" animBg="1"/>
      <p:bldP spid="477" grpId="1" animBg="1"/>
      <p:bldP spid="478" grpId="1" animBg="1"/>
      <p:bldP spid="479" grpId="1" animBg="1"/>
      <p:bldP spid="480" grpId="1" animBg="1"/>
      <p:bldP spid="481" grpId="1" animBg="1"/>
      <p:bldP spid="482" grpId="1" animBg="1"/>
      <p:bldP spid="483" grpId="1" animBg="1"/>
      <p:bldP spid="484" grpId="1" animBg="1"/>
      <p:bldP spid="485" grpId="1" animBg="1"/>
      <p:bldP spid="486" grpId="1" animBg="1"/>
      <p:bldP spid="487" grpId="1" animBg="1"/>
      <p:bldP spid="488" grpId="1" animBg="1"/>
      <p:bldP spid="489" grpId="1" animBg="1"/>
      <p:bldP spid="490" grpId="1" animBg="1"/>
      <p:bldP spid="491" grpId="1" animBg="1"/>
      <p:bldP spid="492" grpId="1" animBg="1"/>
      <p:bldP spid="493" grpId="1" animBg="1"/>
      <p:bldP spid="494" grpId="1" animBg="1"/>
      <p:bldP spid="495" grpId="1" animBg="1"/>
      <p:bldP spid="496" grpId="1" animBg="1"/>
      <p:bldP spid="497" grpId="1" animBg="1"/>
      <p:bldP spid="498" grpId="1" animBg="1"/>
      <p:bldP spid="499" grpId="1" animBg="1"/>
      <p:bldP spid="500" grpId="1" animBg="1"/>
      <p:bldP spid="501" grpId="1" animBg="1"/>
      <p:bldP spid="502" grpId="1" animBg="1"/>
      <p:bldP spid="503" grpId="1" animBg="1"/>
      <p:bldP spid="504" grpId="1" animBg="1"/>
      <p:bldP spid="505" grpId="1" animBg="1"/>
      <p:bldP spid="506" grpId="1" animBg="1"/>
      <p:bldP spid="507" grpId="1" animBg="1"/>
      <p:bldP spid="508" grpId="1" animBg="1"/>
      <p:bldP spid="509" grpId="1" animBg="1"/>
      <p:bldP spid="510" grpId="1"/>
      <p:bldP spid="511" grpId="1" animBg="1"/>
      <p:bldP spid="512" grpId="1"/>
      <p:bldP spid="513" grpId="1" animBg="1"/>
      <p:bldP spid="514" grpId="1" animBg="1"/>
      <p:bldP spid="515" grpId="1" animBg="1"/>
      <p:bldP spid="516" grpId="1" animBg="1"/>
      <p:bldP spid="517" grpId="1" animBg="1"/>
      <p:bldP spid="518" grpId="1" animBg="1"/>
      <p:bldP spid="519" grpId="1" animBg="1"/>
      <p:bldP spid="520" grpId="1"/>
      <p:bldP spid="521" grpId="1" animBg="1"/>
      <p:bldP spid="522" grpId="1"/>
      <p:bldP spid="523" grpId="1" animBg="1"/>
      <p:bldP spid="524" grpId="1"/>
      <p:bldP spid="525" grpId="1" animBg="1"/>
      <p:bldP spid="526" grpId="1" animBg="1"/>
      <p:bldP spid="52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909893" y="3024859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718453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5030918" y="3024859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5839478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8009703" y="302513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8818263" y="313630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任务实现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/>
      <p:bldP spid="4" grpId="1" animBg="1"/>
      <p:bldP spid="5" grpId="1"/>
      <p:bldP spid="6" grpId="0" bldLvl="0" animBg="1"/>
      <p:bldP spid="7" grpId="0"/>
      <p:bldP spid="6" grpId="1" animBg="1"/>
      <p:bldP spid="7" grpId="1"/>
      <p:bldP spid="13" grpId="0" bldLvl="0" animBg="1"/>
      <p:bldP spid="14" grpId="0"/>
      <p:bldP spid="13" grpId="1" animBg="1"/>
      <p:bldP spid="1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iŝľíḓé"/>
          <p:cNvSpPr/>
          <p:nvPr>
            <p:custDataLst>
              <p:tags r:id="rId3"/>
            </p:custDataLst>
          </p:nvPr>
        </p:nvSpPr>
        <p:spPr bwMode="auto">
          <a:xfrm>
            <a:off x="1944370" y="1757680"/>
            <a:ext cx="614045" cy="6140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ïṣlîdè"/>
          <p:cNvSpPr/>
          <p:nvPr>
            <p:custDataLst>
              <p:tags r:id="rId4"/>
            </p:custDataLst>
          </p:nvPr>
        </p:nvSpPr>
        <p:spPr bwMode="auto">
          <a:xfrm>
            <a:off x="2122805" y="1922780"/>
            <a:ext cx="257175" cy="317500"/>
          </a:xfrm>
          <a:custGeom>
            <a:avLst/>
            <a:gdLst>
              <a:gd name="connsiteX0" fmla="*/ 324459 w 489089"/>
              <a:gd name="connsiteY0" fmla="*/ 442516 h 603828"/>
              <a:gd name="connsiteX1" fmla="*/ 386263 w 489089"/>
              <a:gd name="connsiteY1" fmla="*/ 442516 h 603828"/>
              <a:gd name="connsiteX2" fmla="*/ 386263 w 489089"/>
              <a:gd name="connsiteY2" fmla="*/ 452958 h 603828"/>
              <a:gd name="connsiteX3" fmla="*/ 402563 w 489089"/>
              <a:gd name="connsiteY3" fmla="*/ 469096 h 603828"/>
              <a:gd name="connsiteX4" fmla="*/ 489089 w 489089"/>
              <a:gd name="connsiteY4" fmla="*/ 469096 h 603828"/>
              <a:gd name="connsiteX5" fmla="*/ 489089 w 489089"/>
              <a:gd name="connsiteY5" fmla="*/ 587485 h 603828"/>
              <a:gd name="connsiteX6" fmla="*/ 472925 w 489089"/>
              <a:gd name="connsiteY6" fmla="*/ 603758 h 603828"/>
              <a:gd name="connsiteX7" fmla="*/ 324459 w 489089"/>
              <a:gd name="connsiteY7" fmla="*/ 603758 h 603828"/>
              <a:gd name="connsiteX8" fmla="*/ 308159 w 489089"/>
              <a:gd name="connsiteY8" fmla="*/ 587485 h 603828"/>
              <a:gd name="connsiteX9" fmla="*/ 308159 w 489089"/>
              <a:gd name="connsiteY9" fmla="*/ 458789 h 603828"/>
              <a:gd name="connsiteX10" fmla="*/ 324459 w 489089"/>
              <a:gd name="connsiteY10" fmla="*/ 442516 h 603828"/>
              <a:gd name="connsiteX11" fmla="*/ 16307 w 489089"/>
              <a:gd name="connsiteY11" fmla="*/ 442516 h 603828"/>
              <a:gd name="connsiteX12" fmla="*/ 78272 w 489089"/>
              <a:gd name="connsiteY12" fmla="*/ 442516 h 603828"/>
              <a:gd name="connsiteX13" fmla="*/ 78272 w 489089"/>
              <a:gd name="connsiteY13" fmla="*/ 452963 h 603828"/>
              <a:gd name="connsiteX14" fmla="*/ 94443 w 489089"/>
              <a:gd name="connsiteY14" fmla="*/ 469107 h 603828"/>
              <a:gd name="connsiteX15" fmla="*/ 181141 w 489089"/>
              <a:gd name="connsiteY15" fmla="*/ 469107 h 603828"/>
              <a:gd name="connsiteX16" fmla="*/ 181141 w 489089"/>
              <a:gd name="connsiteY16" fmla="*/ 587548 h 603828"/>
              <a:gd name="connsiteX17" fmla="*/ 164834 w 489089"/>
              <a:gd name="connsiteY17" fmla="*/ 603828 h 603828"/>
              <a:gd name="connsiteX18" fmla="*/ 16307 w 489089"/>
              <a:gd name="connsiteY18" fmla="*/ 603828 h 603828"/>
              <a:gd name="connsiteX19" fmla="*/ 0 w 489089"/>
              <a:gd name="connsiteY19" fmla="*/ 587548 h 603828"/>
              <a:gd name="connsiteX20" fmla="*/ 0 w 489089"/>
              <a:gd name="connsiteY20" fmla="*/ 458796 h 603828"/>
              <a:gd name="connsiteX21" fmla="*/ 16307 w 489089"/>
              <a:gd name="connsiteY21" fmla="*/ 442516 h 603828"/>
              <a:gd name="connsiteX22" fmla="*/ 311829 w 489089"/>
              <a:gd name="connsiteY22" fmla="*/ 339702 h 603828"/>
              <a:gd name="connsiteX23" fmla="*/ 343461 w 489089"/>
              <a:gd name="connsiteY23" fmla="*/ 339702 h 603828"/>
              <a:gd name="connsiteX24" fmla="*/ 377808 w 489089"/>
              <a:gd name="connsiteY24" fmla="*/ 422969 h 603828"/>
              <a:gd name="connsiteX25" fmla="*/ 346040 w 489089"/>
              <a:gd name="connsiteY25" fmla="*/ 422969 h 603828"/>
              <a:gd name="connsiteX26" fmla="*/ 145806 w 489089"/>
              <a:gd name="connsiteY26" fmla="*/ 339702 h 603828"/>
              <a:gd name="connsiteX27" fmla="*/ 177472 w 489089"/>
              <a:gd name="connsiteY27" fmla="*/ 339702 h 603828"/>
              <a:gd name="connsiteX28" fmla="*/ 132216 w 489089"/>
              <a:gd name="connsiteY28" fmla="*/ 449713 h 603828"/>
              <a:gd name="connsiteX29" fmla="*/ 100415 w 489089"/>
              <a:gd name="connsiteY29" fmla="*/ 449713 h 603828"/>
              <a:gd name="connsiteX30" fmla="*/ 270626 w 489089"/>
              <a:gd name="connsiteY30" fmla="*/ 0 h 603828"/>
              <a:gd name="connsiteX31" fmla="*/ 383104 w 489089"/>
              <a:gd name="connsiteY31" fmla="*/ 88302 h 603828"/>
              <a:gd name="connsiteX32" fmla="*/ 384326 w 489089"/>
              <a:gd name="connsiteY32" fmla="*/ 93321 h 603828"/>
              <a:gd name="connsiteX33" fmla="*/ 389217 w 489089"/>
              <a:gd name="connsiteY33" fmla="*/ 94813 h 603828"/>
              <a:gd name="connsiteX34" fmla="*/ 470178 w 489089"/>
              <a:gd name="connsiteY34" fmla="*/ 205224 h 603828"/>
              <a:gd name="connsiteX35" fmla="*/ 354441 w 489089"/>
              <a:gd name="connsiteY35" fmla="*/ 320790 h 603828"/>
              <a:gd name="connsiteX36" fmla="*/ 134785 w 489089"/>
              <a:gd name="connsiteY36" fmla="*/ 320790 h 603828"/>
              <a:gd name="connsiteX37" fmla="*/ 18912 w 489089"/>
              <a:gd name="connsiteY37" fmla="*/ 205224 h 603828"/>
              <a:gd name="connsiteX38" fmla="*/ 134785 w 489089"/>
              <a:gd name="connsiteY38" fmla="*/ 89523 h 603828"/>
              <a:gd name="connsiteX39" fmla="*/ 149320 w 489089"/>
              <a:gd name="connsiteY39" fmla="*/ 90472 h 603828"/>
              <a:gd name="connsiteX40" fmla="*/ 157063 w 489089"/>
              <a:gd name="connsiteY40" fmla="*/ 91422 h 603828"/>
              <a:gd name="connsiteX41" fmla="*/ 159236 w 489089"/>
              <a:gd name="connsiteY41" fmla="*/ 83962 h 603828"/>
              <a:gd name="connsiteX42" fmla="*/ 270626 w 489089"/>
              <a:gd name="connsiteY42" fmla="*/ 0 h 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89089" h="603828">
                <a:moveTo>
                  <a:pt x="324459" y="442516"/>
                </a:moveTo>
                <a:lnTo>
                  <a:pt x="386263" y="442516"/>
                </a:lnTo>
                <a:lnTo>
                  <a:pt x="386263" y="452958"/>
                </a:lnTo>
                <a:cubicBezTo>
                  <a:pt x="386263" y="461908"/>
                  <a:pt x="393598" y="469096"/>
                  <a:pt x="402563" y="469096"/>
                </a:cubicBezTo>
                <a:lnTo>
                  <a:pt x="489089" y="469096"/>
                </a:lnTo>
                <a:lnTo>
                  <a:pt x="489089" y="587485"/>
                </a:lnTo>
                <a:cubicBezTo>
                  <a:pt x="489089" y="596435"/>
                  <a:pt x="481890" y="603758"/>
                  <a:pt x="472925" y="603758"/>
                </a:cubicBezTo>
                <a:lnTo>
                  <a:pt x="324459" y="603758"/>
                </a:lnTo>
                <a:cubicBezTo>
                  <a:pt x="315358" y="603758"/>
                  <a:pt x="308159" y="596435"/>
                  <a:pt x="308159" y="587485"/>
                </a:cubicBezTo>
                <a:lnTo>
                  <a:pt x="308159" y="458789"/>
                </a:lnTo>
                <a:cubicBezTo>
                  <a:pt x="308159" y="449839"/>
                  <a:pt x="315358" y="442516"/>
                  <a:pt x="324459" y="442516"/>
                </a:cubicBezTo>
                <a:close/>
                <a:moveTo>
                  <a:pt x="16307" y="442516"/>
                </a:moveTo>
                <a:lnTo>
                  <a:pt x="78272" y="442516"/>
                </a:lnTo>
                <a:lnTo>
                  <a:pt x="78272" y="452963"/>
                </a:lnTo>
                <a:cubicBezTo>
                  <a:pt x="78272" y="461917"/>
                  <a:pt x="85475" y="469107"/>
                  <a:pt x="94443" y="469107"/>
                </a:cubicBezTo>
                <a:lnTo>
                  <a:pt x="181141" y="469107"/>
                </a:lnTo>
                <a:lnTo>
                  <a:pt x="181141" y="587548"/>
                </a:lnTo>
                <a:cubicBezTo>
                  <a:pt x="181141" y="596502"/>
                  <a:pt x="173803" y="603828"/>
                  <a:pt x="164834" y="603828"/>
                </a:cubicBezTo>
                <a:lnTo>
                  <a:pt x="16307" y="603828"/>
                </a:lnTo>
                <a:cubicBezTo>
                  <a:pt x="7338" y="603828"/>
                  <a:pt x="0" y="596502"/>
                  <a:pt x="0" y="587548"/>
                </a:cubicBezTo>
                <a:lnTo>
                  <a:pt x="0" y="458796"/>
                </a:lnTo>
                <a:cubicBezTo>
                  <a:pt x="0" y="449842"/>
                  <a:pt x="7338" y="442516"/>
                  <a:pt x="16307" y="442516"/>
                </a:cubicBezTo>
                <a:close/>
                <a:moveTo>
                  <a:pt x="311829" y="339702"/>
                </a:moveTo>
                <a:lnTo>
                  <a:pt x="343461" y="339702"/>
                </a:lnTo>
                <a:lnTo>
                  <a:pt x="377808" y="422969"/>
                </a:lnTo>
                <a:lnTo>
                  <a:pt x="346040" y="422969"/>
                </a:lnTo>
                <a:close/>
                <a:moveTo>
                  <a:pt x="145806" y="339702"/>
                </a:moveTo>
                <a:lnTo>
                  <a:pt x="177472" y="339702"/>
                </a:lnTo>
                <a:lnTo>
                  <a:pt x="132216" y="449713"/>
                </a:lnTo>
                <a:lnTo>
                  <a:pt x="100415" y="449713"/>
                </a:lnTo>
                <a:close/>
                <a:moveTo>
                  <a:pt x="270626" y="0"/>
                </a:moveTo>
                <a:cubicBezTo>
                  <a:pt x="324284" y="0"/>
                  <a:pt x="370606" y="36352"/>
                  <a:pt x="383104" y="88302"/>
                </a:cubicBezTo>
                <a:lnTo>
                  <a:pt x="384326" y="93321"/>
                </a:lnTo>
                <a:lnTo>
                  <a:pt x="389217" y="94813"/>
                </a:lnTo>
                <a:cubicBezTo>
                  <a:pt x="437712" y="110005"/>
                  <a:pt x="470178" y="154359"/>
                  <a:pt x="470178" y="205224"/>
                </a:cubicBezTo>
                <a:cubicBezTo>
                  <a:pt x="470178" y="268975"/>
                  <a:pt x="418287" y="320790"/>
                  <a:pt x="354441" y="320790"/>
                </a:cubicBezTo>
                <a:lnTo>
                  <a:pt x="134785" y="320790"/>
                </a:lnTo>
                <a:cubicBezTo>
                  <a:pt x="70939" y="320790"/>
                  <a:pt x="18912" y="268975"/>
                  <a:pt x="18912" y="205224"/>
                </a:cubicBezTo>
                <a:cubicBezTo>
                  <a:pt x="18912" y="141473"/>
                  <a:pt x="70939" y="89523"/>
                  <a:pt x="134785" y="89523"/>
                </a:cubicBezTo>
                <a:cubicBezTo>
                  <a:pt x="139539" y="89523"/>
                  <a:pt x="144565" y="89930"/>
                  <a:pt x="149320" y="90472"/>
                </a:cubicBezTo>
                <a:lnTo>
                  <a:pt x="157063" y="91422"/>
                </a:lnTo>
                <a:lnTo>
                  <a:pt x="159236" y="83962"/>
                </a:lnTo>
                <a:cubicBezTo>
                  <a:pt x="173228" y="34588"/>
                  <a:pt x="219007" y="0"/>
                  <a:pt x="2706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5"/>
            </p:custDataLst>
          </p:nvPr>
        </p:nvSpPr>
        <p:spPr>
          <a:xfrm>
            <a:off x="2756535" y="1682115"/>
            <a:ext cx="7948295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在局部安装的Express中，定义一个接口，查询数据表中4条最新发布的商品数据，响应到客户端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200" spc="3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68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0025" y="2734945"/>
            <a:ext cx="9912350" cy="2545080"/>
          </a:xfrm>
          <a:prstGeom prst="rect">
            <a:avLst/>
          </a:prstGeom>
          <a:blipFill dpi="0" rotWithShape="1">
            <a:blip r:embed="rId7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</p:pic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3051175" y="4069715"/>
            <a:ext cx="334010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</a:t>
            </a:r>
            <a:r>
              <a:rPr lang="zh-CN"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</a:t>
            </a:r>
            <a:r>
              <a:rPr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</a:t>
            </a:r>
            <a:endParaRPr sz="2000" b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圆角矩形 30"/>
          <p:cNvSpPr/>
          <p:nvPr>
            <p:custDataLst>
              <p:tags r:id="rId4"/>
            </p:custDataLst>
          </p:nvPr>
        </p:nvSpPr>
        <p:spPr>
          <a:xfrm>
            <a:off x="2178685" y="4146550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5"/>
            </p:custDataLst>
          </p:nvPr>
        </p:nvSpPr>
        <p:spPr>
          <a:xfrm>
            <a:off x="3051175" y="3032125"/>
            <a:ext cx="321500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局部安装</a:t>
            </a:r>
            <a:r>
              <a:rPr lang="en-US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xpress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endParaRPr lang="en-US" altLang="zh-CN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52"/>
          <p:cNvSpPr/>
          <p:nvPr>
            <p:custDataLst>
              <p:tags r:id="rId6"/>
            </p:custDataLst>
          </p:nvPr>
        </p:nvSpPr>
        <p:spPr>
          <a:xfrm>
            <a:off x="2178685" y="3143250"/>
            <a:ext cx="723265" cy="4114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7"/>
            </p:custDataLst>
          </p:nvPr>
        </p:nvSpPr>
        <p:spPr>
          <a:xfrm>
            <a:off x="3051175" y="5002530"/>
            <a:ext cx="376936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启动项目，浏览页面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43"/>
          <p:cNvSpPr/>
          <p:nvPr>
            <p:custDataLst>
              <p:tags r:id="rId8"/>
            </p:custDataLst>
          </p:nvPr>
        </p:nvSpPr>
        <p:spPr>
          <a:xfrm>
            <a:off x="2178685" y="210820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ïsľïḋé"/>
          <p:cNvCxnSpPr/>
          <p:nvPr>
            <p:custDataLst>
              <p:tags r:id="rId9"/>
            </p:custDataLst>
          </p:nvPr>
        </p:nvCxnSpPr>
        <p:spPr>
          <a:xfrm>
            <a:off x="1716405" y="1639570"/>
            <a:ext cx="0" cy="473646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íś1îḍé"/>
          <p:cNvSpPr/>
          <p:nvPr>
            <p:custDataLst>
              <p:tags r:id="rId10"/>
            </p:custDataLst>
          </p:nvPr>
        </p:nvSpPr>
        <p:spPr>
          <a:xfrm>
            <a:off x="1644015" y="222504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íś1îḍé"/>
          <p:cNvSpPr/>
          <p:nvPr>
            <p:custDataLst>
              <p:tags r:id="rId11"/>
            </p:custDataLst>
          </p:nvPr>
        </p:nvSpPr>
        <p:spPr>
          <a:xfrm>
            <a:off x="1651635" y="324294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íś1îḍé"/>
          <p:cNvSpPr/>
          <p:nvPr>
            <p:custDataLst>
              <p:tags r:id="rId12"/>
            </p:custDataLst>
          </p:nvPr>
        </p:nvSpPr>
        <p:spPr>
          <a:xfrm>
            <a:off x="1658620" y="428180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íś1îḍé"/>
          <p:cNvSpPr/>
          <p:nvPr>
            <p:custDataLst>
              <p:tags r:id="rId13"/>
            </p:custDataLst>
          </p:nvPr>
        </p:nvSpPr>
        <p:spPr>
          <a:xfrm>
            <a:off x="1644015" y="519430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ṧļíḋe"/>
          <p:cNvSpPr/>
          <p:nvPr>
            <p:custDataLst>
              <p:tags r:id="rId14"/>
            </p:custDataLst>
          </p:nvPr>
        </p:nvSpPr>
        <p:spPr>
          <a:xfrm>
            <a:off x="1439545" y="1144905"/>
            <a:ext cx="553720" cy="5537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ṣḷiďê"/>
          <p:cNvSpPr/>
          <p:nvPr>
            <p:custDataLst>
              <p:tags r:id="rId15"/>
            </p:custDataLst>
          </p:nvPr>
        </p:nvSpPr>
        <p:spPr bwMode="auto">
          <a:xfrm>
            <a:off x="1577933" y="129978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C:/Users/TXY/Desktop/图片1.png图片1"/>
          <p:cNvPicPr>
            <a:picLocks noChangeAspect="1"/>
          </p:cNvPicPr>
          <p:nvPr/>
        </p:nvPicPr>
        <p:blipFill>
          <a:blip r:embed="rId16"/>
          <a:srcRect t="17535" r="3518"/>
          <a:stretch>
            <a:fillRect/>
          </a:stretch>
        </p:blipFill>
        <p:spPr>
          <a:xfrm>
            <a:off x="6841490" y="3032125"/>
            <a:ext cx="3012440" cy="1971040"/>
          </a:xfrm>
          <a:prstGeom prst="rect">
            <a:avLst/>
          </a:prstGeom>
          <a:blipFill dpi="0" rotWithShape="1">
            <a:blip r:embed="rId17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</p:pic>
      <p:sp>
        <p:nvSpPr>
          <p:cNvPr id="3" name="文本框 2"/>
          <p:cNvSpPr txBox="1"/>
          <p:nvPr>
            <p:custDataLst>
              <p:tags r:id="rId18"/>
            </p:custDataLst>
          </p:nvPr>
        </p:nvSpPr>
        <p:spPr>
          <a:xfrm>
            <a:off x="3051175" y="2007235"/>
            <a:ext cx="280797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43"/>
          <p:cNvSpPr/>
          <p:nvPr>
            <p:custDataLst>
              <p:tags r:id="rId19"/>
            </p:custDataLst>
          </p:nvPr>
        </p:nvSpPr>
        <p:spPr>
          <a:xfrm>
            <a:off x="2178685" y="5112385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ldLvl="0" animBg="1"/>
      <p:bldP spid="3" grpId="0"/>
      <p:bldP spid="38" grpId="1" animBg="1"/>
      <p:bldP spid="3" grpId="1"/>
      <p:bldP spid="33" grpId="0"/>
      <p:bldP spid="34" grpId="0" bldLvl="0" animBg="1"/>
      <p:bldP spid="33" grpId="1"/>
      <p:bldP spid="34" grpId="1" animBg="1"/>
      <p:bldP spid="30" grpId="0" bldLvl="0" animBg="1"/>
      <p:bldP spid="28" grpId="0"/>
      <p:bldP spid="30" grpId="1" animBg="1"/>
      <p:bldP spid="28" grpId="1"/>
      <p:bldP spid="4" grpId="0" bldLvl="0" animBg="1"/>
      <p:bldP spid="37" grpId="0"/>
      <p:bldP spid="4" grpId="1" animBg="1"/>
      <p:bldP spid="3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224915" y="1855470"/>
            <a:ext cx="802957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</a:t>
            </a:r>
            <a:r>
              <a:rPr lang="en-US" altLang="zh-CN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DuDaInfo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表中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的商品数据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4" name="图片 3" descr="C:/Users/TXY/Desktop/图片2.png图片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915" y="2588895"/>
            <a:ext cx="8768715" cy="2994025"/>
          </a:xfrm>
          <a:prstGeom prst="rect">
            <a:avLst/>
          </a:prstGeom>
          <a:blipFill dpi="0" rotWithShape="1">
            <a:blip r:embed="rId4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</p:pic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准备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6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311910" y="4462780"/>
            <a:ext cx="8563610" cy="100457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59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080" y="3312961"/>
            <a:ext cx="569913" cy="569913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828163" y="2623009"/>
            <a:ext cx="2226314" cy="2226314"/>
          </a:xfrm>
          <a:prstGeom prst="ellipse">
            <a:avLst/>
          </a:prstGeom>
          <a:blipFill dpi="0" rotWithShape="1">
            <a:blip r:embed="rId5" cstate="screen"/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15" name="直接连接符 115"/>
          <p:cNvCxnSpPr/>
          <p:nvPr>
            <p:custDataLst>
              <p:tags r:id="rId6"/>
            </p:custDataLst>
          </p:nvPr>
        </p:nvCxnSpPr>
        <p:spPr>
          <a:xfrm>
            <a:off x="3656965" y="2765425"/>
            <a:ext cx="1245870" cy="0"/>
          </a:xfrm>
          <a:prstGeom prst="line">
            <a:avLst/>
          </a:prstGeom>
          <a:ln w="12700">
            <a:solidFill>
              <a:schemeClr val="lt1">
                <a:lumMod val="65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/>
          <p:cNvSpPr/>
          <p:nvPr>
            <p:custDataLst>
              <p:tags r:id="rId7"/>
            </p:custDataLst>
          </p:nvPr>
        </p:nvSpPr>
        <p:spPr>
          <a:xfrm>
            <a:off x="3026410" y="2450465"/>
            <a:ext cx="630555" cy="63055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任意多边形 125"/>
          <p:cNvSpPr/>
          <p:nvPr>
            <p:custDataLst>
              <p:tags r:id="rId8"/>
            </p:custDataLst>
          </p:nvPr>
        </p:nvSpPr>
        <p:spPr bwMode="auto">
          <a:xfrm>
            <a:off x="3238500" y="2597785"/>
            <a:ext cx="234315" cy="304165"/>
          </a:xfrm>
          <a:custGeom>
            <a:avLst/>
            <a:gdLst>
              <a:gd name="connsiteX0" fmla="*/ 344255 w 438150"/>
              <a:gd name="connsiteY0" fmla="*/ 320246 h 568325"/>
              <a:gd name="connsiteX1" fmla="*/ 438150 w 438150"/>
              <a:gd name="connsiteY1" fmla="*/ 399092 h 568325"/>
              <a:gd name="connsiteX2" fmla="*/ 438150 w 438150"/>
              <a:gd name="connsiteY2" fmla="*/ 406601 h 568325"/>
              <a:gd name="connsiteX3" fmla="*/ 438150 w 438150"/>
              <a:gd name="connsiteY3" fmla="*/ 545520 h 568325"/>
              <a:gd name="connsiteX4" fmla="*/ 438150 w 438150"/>
              <a:gd name="connsiteY4" fmla="*/ 549275 h 568325"/>
              <a:gd name="connsiteX5" fmla="*/ 284162 w 438150"/>
              <a:gd name="connsiteY5" fmla="*/ 549275 h 568325"/>
              <a:gd name="connsiteX6" fmla="*/ 284162 w 438150"/>
              <a:gd name="connsiteY6" fmla="*/ 545520 h 568325"/>
              <a:gd name="connsiteX7" fmla="*/ 284162 w 438150"/>
              <a:gd name="connsiteY7" fmla="*/ 402847 h 568325"/>
              <a:gd name="connsiteX8" fmla="*/ 344255 w 438150"/>
              <a:gd name="connsiteY8" fmla="*/ 320246 h 568325"/>
              <a:gd name="connsiteX9" fmla="*/ 352879 w 438150"/>
              <a:gd name="connsiteY9" fmla="*/ 200025 h 568325"/>
              <a:gd name="connsiteX10" fmla="*/ 356621 w 438150"/>
              <a:gd name="connsiteY10" fmla="*/ 200025 h 568325"/>
              <a:gd name="connsiteX11" fmla="*/ 367847 w 438150"/>
              <a:gd name="connsiteY11" fmla="*/ 200025 h 568325"/>
              <a:gd name="connsiteX12" fmla="*/ 379072 w 438150"/>
              <a:gd name="connsiteY12" fmla="*/ 203767 h 568325"/>
              <a:gd name="connsiteX13" fmla="*/ 409008 w 438150"/>
              <a:gd name="connsiteY13" fmla="*/ 263638 h 568325"/>
              <a:gd name="connsiteX14" fmla="*/ 360363 w 438150"/>
              <a:gd name="connsiteY14" fmla="*/ 304800 h 568325"/>
              <a:gd name="connsiteX15" fmla="*/ 311717 w 438150"/>
              <a:gd name="connsiteY15" fmla="*/ 263638 h 568325"/>
              <a:gd name="connsiteX16" fmla="*/ 352879 w 438150"/>
              <a:gd name="connsiteY16" fmla="*/ 200025 h 568325"/>
              <a:gd name="connsiteX17" fmla="*/ 100853 w 438150"/>
              <a:gd name="connsiteY17" fmla="*/ 196018 h 568325"/>
              <a:gd name="connsiteX18" fmla="*/ 254000 w 438150"/>
              <a:gd name="connsiteY18" fmla="*/ 320120 h 568325"/>
              <a:gd name="connsiteX19" fmla="*/ 254000 w 438150"/>
              <a:gd name="connsiteY19" fmla="*/ 331402 h 568325"/>
              <a:gd name="connsiteX20" fmla="*/ 254000 w 438150"/>
              <a:gd name="connsiteY20" fmla="*/ 557043 h 568325"/>
              <a:gd name="connsiteX21" fmla="*/ 254000 w 438150"/>
              <a:gd name="connsiteY21" fmla="*/ 568325 h 568325"/>
              <a:gd name="connsiteX22" fmla="*/ 0 w 438150"/>
              <a:gd name="connsiteY22" fmla="*/ 568325 h 568325"/>
              <a:gd name="connsiteX23" fmla="*/ 0 w 438150"/>
              <a:gd name="connsiteY23" fmla="*/ 560804 h 568325"/>
              <a:gd name="connsiteX24" fmla="*/ 0 w 438150"/>
              <a:gd name="connsiteY24" fmla="*/ 327642 h 568325"/>
              <a:gd name="connsiteX25" fmla="*/ 100853 w 438150"/>
              <a:gd name="connsiteY25" fmla="*/ 196018 h 568325"/>
              <a:gd name="connsiteX26" fmla="*/ 112091 w 438150"/>
              <a:gd name="connsiteY26" fmla="*/ 0 h 568325"/>
              <a:gd name="connsiteX27" fmla="*/ 115818 w 438150"/>
              <a:gd name="connsiteY27" fmla="*/ 0 h 568325"/>
              <a:gd name="connsiteX28" fmla="*/ 138181 w 438150"/>
              <a:gd name="connsiteY28" fmla="*/ 0 h 568325"/>
              <a:gd name="connsiteX29" fmla="*/ 153090 w 438150"/>
              <a:gd name="connsiteY29" fmla="*/ 3762 h 568325"/>
              <a:gd name="connsiteX30" fmla="*/ 205271 w 438150"/>
              <a:gd name="connsiteY30" fmla="*/ 101566 h 568325"/>
              <a:gd name="connsiteX31" fmla="*/ 127000 w 438150"/>
              <a:gd name="connsiteY31" fmla="*/ 169276 h 568325"/>
              <a:gd name="connsiteX32" fmla="*/ 48729 w 438150"/>
              <a:gd name="connsiteY32" fmla="*/ 101566 h 568325"/>
              <a:gd name="connsiteX33" fmla="*/ 112091 w 438150"/>
              <a:gd name="connsiteY33" fmla="*/ 0 h 56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38150" h="568325">
                <a:moveTo>
                  <a:pt x="344255" y="320246"/>
                </a:moveTo>
                <a:cubicBezTo>
                  <a:pt x="393080" y="312737"/>
                  <a:pt x="434394" y="346528"/>
                  <a:pt x="438150" y="399092"/>
                </a:cubicBezTo>
                <a:cubicBezTo>
                  <a:pt x="438150" y="399092"/>
                  <a:pt x="438150" y="402847"/>
                  <a:pt x="438150" y="406601"/>
                </a:cubicBezTo>
                <a:cubicBezTo>
                  <a:pt x="438150" y="451656"/>
                  <a:pt x="438150" y="496711"/>
                  <a:pt x="438150" y="545520"/>
                </a:cubicBezTo>
                <a:cubicBezTo>
                  <a:pt x="438150" y="545520"/>
                  <a:pt x="438150" y="545520"/>
                  <a:pt x="438150" y="549275"/>
                </a:cubicBezTo>
                <a:cubicBezTo>
                  <a:pt x="438150" y="549275"/>
                  <a:pt x="438150" y="549275"/>
                  <a:pt x="284162" y="549275"/>
                </a:cubicBezTo>
                <a:cubicBezTo>
                  <a:pt x="284162" y="549275"/>
                  <a:pt x="284162" y="545520"/>
                  <a:pt x="284162" y="545520"/>
                </a:cubicBezTo>
                <a:cubicBezTo>
                  <a:pt x="284162" y="496711"/>
                  <a:pt x="284162" y="451656"/>
                  <a:pt x="284162" y="402847"/>
                </a:cubicBezTo>
                <a:cubicBezTo>
                  <a:pt x="284162" y="361546"/>
                  <a:pt x="310453" y="327755"/>
                  <a:pt x="344255" y="320246"/>
                </a:cubicBezTo>
                <a:close/>
                <a:moveTo>
                  <a:pt x="352879" y="200025"/>
                </a:moveTo>
                <a:cubicBezTo>
                  <a:pt x="352879" y="200025"/>
                  <a:pt x="352879" y="200025"/>
                  <a:pt x="356621" y="200025"/>
                </a:cubicBezTo>
                <a:cubicBezTo>
                  <a:pt x="356621" y="200025"/>
                  <a:pt x="356621" y="200025"/>
                  <a:pt x="367847" y="200025"/>
                </a:cubicBezTo>
                <a:cubicBezTo>
                  <a:pt x="371589" y="200025"/>
                  <a:pt x="375330" y="203767"/>
                  <a:pt x="379072" y="203767"/>
                </a:cubicBezTo>
                <a:cubicBezTo>
                  <a:pt x="401524" y="211251"/>
                  <a:pt x="412750" y="237445"/>
                  <a:pt x="409008" y="263638"/>
                </a:cubicBezTo>
                <a:cubicBezTo>
                  <a:pt x="405266" y="286090"/>
                  <a:pt x="386556" y="304800"/>
                  <a:pt x="360363" y="304800"/>
                </a:cubicBezTo>
                <a:cubicBezTo>
                  <a:pt x="337911" y="304800"/>
                  <a:pt x="319201" y="286090"/>
                  <a:pt x="311717" y="263638"/>
                </a:cubicBezTo>
                <a:cubicBezTo>
                  <a:pt x="307975" y="233703"/>
                  <a:pt x="326685" y="207509"/>
                  <a:pt x="352879" y="200025"/>
                </a:cubicBezTo>
                <a:close/>
                <a:moveTo>
                  <a:pt x="100853" y="196018"/>
                </a:moveTo>
                <a:cubicBezTo>
                  <a:pt x="175559" y="180975"/>
                  <a:pt x="246529" y="241146"/>
                  <a:pt x="254000" y="320120"/>
                </a:cubicBezTo>
                <a:cubicBezTo>
                  <a:pt x="254000" y="323881"/>
                  <a:pt x="254000" y="327642"/>
                  <a:pt x="254000" y="331402"/>
                </a:cubicBezTo>
                <a:cubicBezTo>
                  <a:pt x="254000" y="406616"/>
                  <a:pt x="254000" y="481829"/>
                  <a:pt x="254000" y="557043"/>
                </a:cubicBezTo>
                <a:cubicBezTo>
                  <a:pt x="254000" y="557043"/>
                  <a:pt x="254000" y="557043"/>
                  <a:pt x="254000" y="568325"/>
                </a:cubicBezTo>
                <a:cubicBezTo>
                  <a:pt x="254000" y="568325"/>
                  <a:pt x="254000" y="568325"/>
                  <a:pt x="0" y="568325"/>
                </a:cubicBezTo>
                <a:cubicBezTo>
                  <a:pt x="0" y="564564"/>
                  <a:pt x="0" y="564564"/>
                  <a:pt x="0" y="560804"/>
                </a:cubicBezTo>
                <a:cubicBezTo>
                  <a:pt x="0" y="485590"/>
                  <a:pt x="0" y="406616"/>
                  <a:pt x="0" y="327642"/>
                </a:cubicBezTo>
                <a:cubicBezTo>
                  <a:pt x="0" y="263710"/>
                  <a:pt x="44823" y="211060"/>
                  <a:pt x="100853" y="196018"/>
                </a:cubicBezTo>
                <a:close/>
                <a:moveTo>
                  <a:pt x="112091" y="0"/>
                </a:moveTo>
                <a:cubicBezTo>
                  <a:pt x="115818" y="0"/>
                  <a:pt x="115818" y="0"/>
                  <a:pt x="115818" y="0"/>
                </a:cubicBezTo>
                <a:cubicBezTo>
                  <a:pt x="115818" y="0"/>
                  <a:pt x="115818" y="0"/>
                  <a:pt x="138181" y="0"/>
                </a:cubicBezTo>
                <a:cubicBezTo>
                  <a:pt x="141909" y="0"/>
                  <a:pt x="149363" y="3762"/>
                  <a:pt x="153090" y="3762"/>
                </a:cubicBezTo>
                <a:cubicBezTo>
                  <a:pt x="190362" y="18808"/>
                  <a:pt x="212725" y="60187"/>
                  <a:pt x="205271" y="101566"/>
                </a:cubicBezTo>
                <a:cubicBezTo>
                  <a:pt x="197816" y="139183"/>
                  <a:pt x="164272" y="169276"/>
                  <a:pt x="127000" y="169276"/>
                </a:cubicBezTo>
                <a:cubicBezTo>
                  <a:pt x="89728" y="173038"/>
                  <a:pt x="56184" y="142944"/>
                  <a:pt x="48729" y="101566"/>
                </a:cubicBezTo>
                <a:cubicBezTo>
                  <a:pt x="41275" y="52664"/>
                  <a:pt x="71092" y="7523"/>
                  <a:pt x="11209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vert="horz" wrap="square" lIns="83999" tIns="41999" rIns="83999" bIns="41999" numCol="1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TextBox 13"/>
          <p:cNvSpPr txBox="1"/>
          <p:nvPr>
            <p:custDataLst>
              <p:tags r:id="rId9"/>
            </p:custDataLst>
          </p:nvPr>
        </p:nvSpPr>
        <p:spPr>
          <a:xfrm>
            <a:off x="5923280" y="2698750"/>
            <a:ext cx="5295265" cy="996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DuDa_API</a:t>
            </a:r>
            <a:endParaRPr lang="en-US" altLang="zh-CN" b="1" i="1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npm init -y </a:t>
            </a:r>
            <a:endParaRPr lang="en-US" altLang="zh-CN" b="1" i="1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npm install express</a:t>
            </a:r>
            <a:endParaRPr lang="en-US" altLang="zh-CN" b="1" i="1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TextBox 14"/>
          <p:cNvSpPr txBox="1"/>
          <p:nvPr/>
        </p:nvSpPr>
        <p:spPr>
          <a:xfrm>
            <a:off x="5923280" y="2315845"/>
            <a:ext cx="5454015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创建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项目文件夹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DuDa_API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，局部安装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TextBox 8"/>
          <p:cNvSpPr txBox="1"/>
          <p:nvPr/>
        </p:nvSpPr>
        <p:spPr>
          <a:xfrm>
            <a:off x="5303203" y="2482850"/>
            <a:ext cx="403860" cy="4305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2" name="直接连接符 116"/>
          <p:cNvCxnSpPr/>
          <p:nvPr>
            <p:custDataLst>
              <p:tags r:id="rId10"/>
            </p:custDataLst>
          </p:nvPr>
        </p:nvCxnSpPr>
        <p:spPr>
          <a:xfrm flipV="1">
            <a:off x="3656965" y="4570095"/>
            <a:ext cx="1245870" cy="29845"/>
          </a:xfrm>
          <a:prstGeom prst="line">
            <a:avLst/>
          </a:prstGeom>
          <a:ln w="12700">
            <a:solidFill>
              <a:schemeClr val="lt1">
                <a:lumMod val="65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>
            <p:custDataLst>
              <p:tags r:id="rId11"/>
            </p:custDataLst>
          </p:nvPr>
        </p:nvSpPr>
        <p:spPr>
          <a:xfrm>
            <a:off x="3026410" y="4284980"/>
            <a:ext cx="630555" cy="63055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Freeform 50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3189605" y="4472305"/>
            <a:ext cx="284480" cy="284480"/>
          </a:xfrm>
          <a:custGeom>
            <a:avLst/>
            <a:gdLst>
              <a:gd name="T0" fmla="*/ 92 w 184"/>
              <a:gd name="T1" fmla="*/ 184 h 184"/>
              <a:gd name="T2" fmla="*/ 184 w 184"/>
              <a:gd name="T3" fmla="*/ 92 h 184"/>
              <a:gd name="T4" fmla="*/ 173 w 184"/>
              <a:gd name="T5" fmla="*/ 49 h 184"/>
              <a:gd name="T6" fmla="*/ 171 w 184"/>
              <a:gd name="T7" fmla="*/ 49 h 184"/>
              <a:gd name="T8" fmla="*/ 170 w 184"/>
              <a:gd name="T9" fmla="*/ 49 h 184"/>
              <a:gd name="T10" fmla="*/ 158 w 184"/>
              <a:gd name="T11" fmla="*/ 48 h 184"/>
              <a:gd name="T12" fmla="*/ 149 w 184"/>
              <a:gd name="T13" fmla="*/ 56 h 184"/>
              <a:gd name="T14" fmla="*/ 160 w 184"/>
              <a:gd name="T15" fmla="*/ 92 h 184"/>
              <a:gd name="T16" fmla="*/ 92 w 184"/>
              <a:gd name="T17" fmla="*/ 160 h 184"/>
              <a:gd name="T18" fmla="*/ 24 w 184"/>
              <a:gd name="T19" fmla="*/ 92 h 184"/>
              <a:gd name="T20" fmla="*/ 92 w 184"/>
              <a:gd name="T21" fmla="*/ 24 h 184"/>
              <a:gd name="T22" fmla="*/ 128 w 184"/>
              <a:gd name="T23" fmla="*/ 35 h 184"/>
              <a:gd name="T24" fmla="*/ 135 w 184"/>
              <a:gd name="T25" fmla="*/ 27 h 184"/>
              <a:gd name="T26" fmla="*/ 134 w 184"/>
              <a:gd name="T27" fmla="*/ 14 h 184"/>
              <a:gd name="T28" fmla="*/ 134 w 184"/>
              <a:gd name="T29" fmla="*/ 10 h 184"/>
              <a:gd name="T30" fmla="*/ 92 w 184"/>
              <a:gd name="T31" fmla="*/ 0 h 184"/>
              <a:gd name="T32" fmla="*/ 0 w 184"/>
              <a:gd name="T33" fmla="*/ 92 h 184"/>
              <a:gd name="T34" fmla="*/ 92 w 184"/>
              <a:gd name="T35" fmla="*/ 184 h 184"/>
              <a:gd name="T36" fmla="*/ 92 w 184"/>
              <a:gd name="T37" fmla="*/ 184 h 184"/>
              <a:gd name="T38" fmla="*/ 92 w 184"/>
              <a:gd name="T39" fmla="*/ 18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84" h="184">
                <a:moveTo>
                  <a:pt x="92" y="184"/>
                </a:moveTo>
                <a:cubicBezTo>
                  <a:pt x="143" y="184"/>
                  <a:pt x="184" y="143"/>
                  <a:pt x="184" y="92"/>
                </a:cubicBezTo>
                <a:cubicBezTo>
                  <a:pt x="184" y="76"/>
                  <a:pt x="180" y="62"/>
                  <a:pt x="173" y="49"/>
                </a:cubicBezTo>
                <a:cubicBezTo>
                  <a:pt x="172" y="49"/>
                  <a:pt x="172" y="49"/>
                  <a:pt x="171" y="49"/>
                </a:cubicBezTo>
                <a:cubicBezTo>
                  <a:pt x="170" y="49"/>
                  <a:pt x="170" y="49"/>
                  <a:pt x="170" y="49"/>
                </a:cubicBezTo>
                <a:cubicBezTo>
                  <a:pt x="158" y="48"/>
                  <a:pt x="158" y="48"/>
                  <a:pt x="158" y="48"/>
                </a:cubicBezTo>
                <a:cubicBezTo>
                  <a:pt x="149" y="56"/>
                  <a:pt x="149" y="56"/>
                  <a:pt x="149" y="56"/>
                </a:cubicBezTo>
                <a:cubicBezTo>
                  <a:pt x="156" y="67"/>
                  <a:pt x="160" y="79"/>
                  <a:pt x="160" y="92"/>
                </a:cubicBezTo>
                <a:cubicBezTo>
                  <a:pt x="160" y="129"/>
                  <a:pt x="129" y="160"/>
                  <a:pt x="92" y="160"/>
                </a:cubicBezTo>
                <a:cubicBezTo>
                  <a:pt x="55" y="160"/>
                  <a:pt x="24" y="129"/>
                  <a:pt x="24" y="92"/>
                </a:cubicBezTo>
                <a:cubicBezTo>
                  <a:pt x="24" y="55"/>
                  <a:pt x="55" y="24"/>
                  <a:pt x="92" y="24"/>
                </a:cubicBezTo>
                <a:cubicBezTo>
                  <a:pt x="105" y="24"/>
                  <a:pt x="117" y="28"/>
                  <a:pt x="128" y="35"/>
                </a:cubicBezTo>
                <a:cubicBezTo>
                  <a:pt x="135" y="27"/>
                  <a:pt x="135" y="27"/>
                  <a:pt x="135" y="27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4" y="12"/>
                  <a:pt x="134" y="11"/>
                  <a:pt x="134" y="10"/>
                </a:cubicBezTo>
                <a:cubicBezTo>
                  <a:pt x="122" y="4"/>
                  <a:pt x="107" y="0"/>
                  <a:pt x="92" y="0"/>
                </a:cubicBezTo>
                <a:cubicBezTo>
                  <a:pt x="41" y="0"/>
                  <a:pt x="0" y="41"/>
                  <a:pt x="0" y="92"/>
                </a:cubicBezTo>
                <a:cubicBezTo>
                  <a:pt x="0" y="143"/>
                  <a:pt x="41" y="184"/>
                  <a:pt x="92" y="184"/>
                </a:cubicBezTo>
                <a:close/>
                <a:moveTo>
                  <a:pt x="92" y="184"/>
                </a:moveTo>
                <a:cubicBezTo>
                  <a:pt x="92" y="184"/>
                  <a:pt x="92" y="184"/>
                  <a:pt x="92" y="184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vert="horz" wrap="square" lIns="83999" tIns="41999" rIns="83999" bIns="419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Freeform 51"/>
          <p:cNvSpPr>
            <a:spLocks noEditPoints="1"/>
          </p:cNvSpPr>
          <p:nvPr>
            <p:custDataLst>
              <p:tags r:id="rId13"/>
            </p:custDataLst>
          </p:nvPr>
        </p:nvSpPr>
        <p:spPr bwMode="auto">
          <a:xfrm>
            <a:off x="3262630" y="4544695"/>
            <a:ext cx="139065" cy="139065"/>
          </a:xfrm>
          <a:custGeom>
            <a:avLst/>
            <a:gdLst>
              <a:gd name="T0" fmla="*/ 45 w 90"/>
              <a:gd name="T1" fmla="*/ 21 h 90"/>
              <a:gd name="T2" fmla="*/ 47 w 90"/>
              <a:gd name="T3" fmla="*/ 21 h 90"/>
              <a:gd name="T4" fmla="*/ 64 w 90"/>
              <a:gd name="T5" fmla="*/ 4 h 90"/>
              <a:gd name="T6" fmla="*/ 64 w 90"/>
              <a:gd name="T7" fmla="*/ 4 h 90"/>
              <a:gd name="T8" fmla="*/ 45 w 90"/>
              <a:gd name="T9" fmla="*/ 0 h 90"/>
              <a:gd name="T10" fmla="*/ 0 w 90"/>
              <a:gd name="T11" fmla="*/ 45 h 90"/>
              <a:gd name="T12" fmla="*/ 45 w 90"/>
              <a:gd name="T13" fmla="*/ 90 h 90"/>
              <a:gd name="T14" fmla="*/ 90 w 90"/>
              <a:gd name="T15" fmla="*/ 45 h 90"/>
              <a:gd name="T16" fmla="*/ 86 w 90"/>
              <a:gd name="T17" fmla="*/ 26 h 90"/>
              <a:gd name="T18" fmla="*/ 86 w 90"/>
              <a:gd name="T19" fmla="*/ 26 h 90"/>
              <a:gd name="T20" fmla="*/ 69 w 90"/>
              <a:gd name="T21" fmla="*/ 43 h 90"/>
              <a:gd name="T22" fmla="*/ 69 w 90"/>
              <a:gd name="T23" fmla="*/ 45 h 90"/>
              <a:gd name="T24" fmla="*/ 45 w 90"/>
              <a:gd name="T25" fmla="*/ 69 h 90"/>
              <a:gd name="T26" fmla="*/ 21 w 90"/>
              <a:gd name="T27" fmla="*/ 45 h 90"/>
              <a:gd name="T28" fmla="*/ 45 w 90"/>
              <a:gd name="T29" fmla="*/ 21 h 90"/>
              <a:gd name="T30" fmla="*/ 45 w 90"/>
              <a:gd name="T31" fmla="*/ 21 h 90"/>
              <a:gd name="T32" fmla="*/ 45 w 90"/>
              <a:gd name="T33" fmla="*/ 21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90" h="90">
                <a:moveTo>
                  <a:pt x="45" y="21"/>
                </a:moveTo>
                <a:cubicBezTo>
                  <a:pt x="46" y="21"/>
                  <a:pt x="46" y="21"/>
                  <a:pt x="47" y="21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58" y="1"/>
                  <a:pt x="52" y="0"/>
                  <a:pt x="45" y="0"/>
                </a:cubicBezTo>
                <a:cubicBezTo>
                  <a:pt x="20" y="0"/>
                  <a:pt x="0" y="20"/>
                  <a:pt x="0" y="45"/>
                </a:cubicBezTo>
                <a:cubicBezTo>
                  <a:pt x="0" y="70"/>
                  <a:pt x="20" y="90"/>
                  <a:pt x="45" y="90"/>
                </a:cubicBezTo>
                <a:cubicBezTo>
                  <a:pt x="70" y="90"/>
                  <a:pt x="90" y="70"/>
                  <a:pt x="90" y="45"/>
                </a:cubicBezTo>
                <a:cubicBezTo>
                  <a:pt x="90" y="38"/>
                  <a:pt x="89" y="32"/>
                  <a:pt x="86" y="26"/>
                </a:cubicBezTo>
                <a:cubicBezTo>
                  <a:pt x="86" y="26"/>
                  <a:pt x="86" y="26"/>
                  <a:pt x="86" y="26"/>
                </a:cubicBezTo>
                <a:cubicBezTo>
                  <a:pt x="69" y="43"/>
                  <a:pt x="69" y="43"/>
                  <a:pt x="69" y="43"/>
                </a:cubicBezTo>
                <a:cubicBezTo>
                  <a:pt x="69" y="44"/>
                  <a:pt x="69" y="44"/>
                  <a:pt x="69" y="45"/>
                </a:cubicBezTo>
                <a:cubicBezTo>
                  <a:pt x="69" y="58"/>
                  <a:pt x="58" y="69"/>
                  <a:pt x="45" y="69"/>
                </a:cubicBezTo>
                <a:cubicBezTo>
                  <a:pt x="32" y="69"/>
                  <a:pt x="21" y="58"/>
                  <a:pt x="21" y="45"/>
                </a:cubicBezTo>
                <a:cubicBezTo>
                  <a:pt x="21" y="32"/>
                  <a:pt x="32" y="21"/>
                  <a:pt x="45" y="21"/>
                </a:cubicBezTo>
                <a:close/>
                <a:moveTo>
                  <a:pt x="45" y="21"/>
                </a:moveTo>
                <a:cubicBezTo>
                  <a:pt x="45" y="21"/>
                  <a:pt x="45" y="21"/>
                  <a:pt x="45" y="21"/>
                </a:cubicBezTo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</p:spPr>
        <p:txBody>
          <a:bodyPr vert="horz" wrap="square" lIns="83999" tIns="41999" rIns="83999" bIns="419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Freeform 52"/>
          <p:cNvSpPr>
            <a:spLocks noEditPoints="1"/>
          </p:cNvSpPr>
          <p:nvPr>
            <p:custDataLst>
              <p:tags r:id="rId14"/>
            </p:custDataLst>
          </p:nvPr>
        </p:nvSpPr>
        <p:spPr bwMode="auto">
          <a:xfrm>
            <a:off x="3345815" y="4443095"/>
            <a:ext cx="157480" cy="157480"/>
          </a:xfrm>
          <a:custGeom>
            <a:avLst/>
            <a:gdLst>
              <a:gd name="T0" fmla="*/ 86 w 102"/>
              <a:gd name="T1" fmla="*/ 28 h 102"/>
              <a:gd name="T2" fmla="*/ 91 w 102"/>
              <a:gd name="T3" fmla="*/ 23 h 102"/>
              <a:gd name="T4" fmla="*/ 91 w 102"/>
              <a:gd name="T5" fmla="*/ 14 h 102"/>
              <a:gd name="T6" fmla="*/ 87 w 102"/>
              <a:gd name="T7" fmla="*/ 11 h 102"/>
              <a:gd name="T8" fmla="*/ 83 w 102"/>
              <a:gd name="T9" fmla="*/ 9 h 102"/>
              <a:gd name="T10" fmla="*/ 79 w 102"/>
              <a:gd name="T11" fmla="*/ 11 h 102"/>
              <a:gd name="T12" fmla="*/ 74 w 102"/>
              <a:gd name="T13" fmla="*/ 17 h 102"/>
              <a:gd name="T14" fmla="*/ 72 w 102"/>
              <a:gd name="T15" fmla="*/ 2 h 102"/>
              <a:gd name="T16" fmla="*/ 70 w 102"/>
              <a:gd name="T17" fmla="*/ 0 h 102"/>
              <a:gd name="T18" fmla="*/ 69 w 102"/>
              <a:gd name="T19" fmla="*/ 0 h 102"/>
              <a:gd name="T20" fmla="*/ 47 w 102"/>
              <a:gd name="T21" fmla="*/ 23 h 102"/>
              <a:gd name="T22" fmla="*/ 44 w 102"/>
              <a:gd name="T23" fmla="*/ 30 h 102"/>
              <a:gd name="T24" fmla="*/ 44 w 102"/>
              <a:gd name="T25" fmla="*/ 31 h 102"/>
              <a:gd name="T26" fmla="*/ 45 w 102"/>
              <a:gd name="T27" fmla="*/ 45 h 102"/>
              <a:gd name="T28" fmla="*/ 37 w 102"/>
              <a:gd name="T29" fmla="*/ 53 h 102"/>
              <a:gd name="T30" fmla="*/ 22 w 102"/>
              <a:gd name="T31" fmla="*/ 68 h 102"/>
              <a:gd name="T32" fmla="*/ 22 w 102"/>
              <a:gd name="T33" fmla="*/ 68 h 102"/>
              <a:gd name="T34" fmla="*/ 8 w 102"/>
              <a:gd name="T35" fmla="*/ 82 h 102"/>
              <a:gd name="T36" fmla="*/ 2 w 102"/>
              <a:gd name="T37" fmla="*/ 89 h 102"/>
              <a:gd name="T38" fmla="*/ 0 w 102"/>
              <a:gd name="T39" fmla="*/ 92 h 102"/>
              <a:gd name="T40" fmla="*/ 0 w 102"/>
              <a:gd name="T41" fmla="*/ 97 h 102"/>
              <a:gd name="T42" fmla="*/ 5 w 102"/>
              <a:gd name="T43" fmla="*/ 102 h 102"/>
              <a:gd name="T44" fmla="*/ 5 w 102"/>
              <a:gd name="T45" fmla="*/ 102 h 102"/>
              <a:gd name="T46" fmla="*/ 10 w 102"/>
              <a:gd name="T47" fmla="*/ 102 h 102"/>
              <a:gd name="T48" fmla="*/ 13 w 102"/>
              <a:gd name="T49" fmla="*/ 100 h 102"/>
              <a:gd name="T50" fmla="*/ 57 w 102"/>
              <a:gd name="T51" fmla="*/ 56 h 102"/>
              <a:gd name="T52" fmla="*/ 70 w 102"/>
              <a:gd name="T53" fmla="*/ 57 h 102"/>
              <a:gd name="T54" fmla="*/ 71 w 102"/>
              <a:gd name="T55" fmla="*/ 57 h 102"/>
              <a:gd name="T56" fmla="*/ 71 w 102"/>
              <a:gd name="T57" fmla="*/ 57 h 102"/>
              <a:gd name="T58" fmla="*/ 78 w 102"/>
              <a:gd name="T59" fmla="*/ 54 h 102"/>
              <a:gd name="T60" fmla="*/ 101 w 102"/>
              <a:gd name="T61" fmla="*/ 32 h 102"/>
              <a:gd name="T62" fmla="*/ 100 w 102"/>
              <a:gd name="T63" fmla="*/ 29 h 102"/>
              <a:gd name="T64" fmla="*/ 86 w 102"/>
              <a:gd name="T65" fmla="*/ 28 h 102"/>
              <a:gd name="T66" fmla="*/ 86 w 102"/>
              <a:gd name="T67" fmla="*/ 28 h 102"/>
              <a:gd name="T68" fmla="*/ 86 w 102"/>
              <a:gd name="T69" fmla="*/ 28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2" h="102">
                <a:moveTo>
                  <a:pt x="86" y="28"/>
                </a:moveTo>
                <a:cubicBezTo>
                  <a:pt x="91" y="23"/>
                  <a:pt x="91" y="23"/>
                  <a:pt x="91" y="23"/>
                </a:cubicBezTo>
                <a:cubicBezTo>
                  <a:pt x="93" y="20"/>
                  <a:pt x="93" y="17"/>
                  <a:pt x="91" y="14"/>
                </a:cubicBezTo>
                <a:cubicBezTo>
                  <a:pt x="87" y="11"/>
                  <a:pt x="87" y="11"/>
                  <a:pt x="87" y="11"/>
                </a:cubicBezTo>
                <a:cubicBezTo>
                  <a:pt x="86" y="10"/>
                  <a:pt x="85" y="9"/>
                  <a:pt x="83" y="9"/>
                </a:cubicBezTo>
                <a:cubicBezTo>
                  <a:pt x="82" y="9"/>
                  <a:pt x="80" y="10"/>
                  <a:pt x="79" y="11"/>
                </a:cubicBezTo>
                <a:cubicBezTo>
                  <a:pt x="74" y="17"/>
                  <a:pt x="74" y="17"/>
                  <a:pt x="74" y="17"/>
                </a:cubicBezTo>
                <a:cubicBezTo>
                  <a:pt x="72" y="2"/>
                  <a:pt x="72" y="2"/>
                  <a:pt x="72" y="2"/>
                </a:cubicBezTo>
                <a:cubicBezTo>
                  <a:pt x="72" y="0"/>
                  <a:pt x="71" y="0"/>
                  <a:pt x="70" y="0"/>
                </a:cubicBezTo>
                <a:cubicBezTo>
                  <a:pt x="70" y="0"/>
                  <a:pt x="69" y="0"/>
                  <a:pt x="69" y="0"/>
                </a:cubicBezTo>
                <a:cubicBezTo>
                  <a:pt x="47" y="23"/>
                  <a:pt x="47" y="23"/>
                  <a:pt x="47" y="23"/>
                </a:cubicBezTo>
                <a:cubicBezTo>
                  <a:pt x="45" y="25"/>
                  <a:pt x="44" y="28"/>
                  <a:pt x="44" y="30"/>
                </a:cubicBezTo>
                <a:cubicBezTo>
                  <a:pt x="44" y="31"/>
                  <a:pt x="44" y="31"/>
                  <a:pt x="44" y="31"/>
                </a:cubicBezTo>
                <a:cubicBezTo>
                  <a:pt x="45" y="45"/>
                  <a:pt x="45" y="45"/>
                  <a:pt x="45" y="45"/>
                </a:cubicBezTo>
                <a:cubicBezTo>
                  <a:pt x="37" y="53"/>
                  <a:pt x="37" y="53"/>
                  <a:pt x="37" y="53"/>
                </a:cubicBezTo>
                <a:cubicBezTo>
                  <a:pt x="22" y="68"/>
                  <a:pt x="22" y="68"/>
                  <a:pt x="22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8" y="82"/>
                  <a:pt x="8" y="82"/>
                  <a:pt x="8" y="82"/>
                </a:cubicBezTo>
                <a:cubicBezTo>
                  <a:pt x="2" y="89"/>
                  <a:pt x="2" y="89"/>
                  <a:pt x="2" y="89"/>
                </a:cubicBezTo>
                <a:cubicBezTo>
                  <a:pt x="1" y="90"/>
                  <a:pt x="0" y="91"/>
                  <a:pt x="0" y="92"/>
                </a:cubicBezTo>
                <a:cubicBezTo>
                  <a:pt x="0" y="97"/>
                  <a:pt x="0" y="97"/>
                  <a:pt x="0" y="97"/>
                </a:cubicBezTo>
                <a:cubicBezTo>
                  <a:pt x="0" y="100"/>
                  <a:pt x="2" y="102"/>
                  <a:pt x="5" y="102"/>
                </a:cubicBezTo>
                <a:cubicBezTo>
                  <a:pt x="5" y="102"/>
                  <a:pt x="5" y="102"/>
                  <a:pt x="5" y="102"/>
                </a:cubicBezTo>
                <a:cubicBezTo>
                  <a:pt x="10" y="102"/>
                  <a:pt x="10" y="102"/>
                  <a:pt x="10" y="102"/>
                </a:cubicBezTo>
                <a:cubicBezTo>
                  <a:pt x="11" y="102"/>
                  <a:pt x="12" y="101"/>
                  <a:pt x="13" y="100"/>
                </a:cubicBezTo>
                <a:cubicBezTo>
                  <a:pt x="57" y="56"/>
                  <a:pt x="57" y="56"/>
                  <a:pt x="57" y="56"/>
                </a:cubicBezTo>
                <a:cubicBezTo>
                  <a:pt x="70" y="57"/>
                  <a:pt x="70" y="57"/>
                  <a:pt x="70" y="57"/>
                </a:cubicBezTo>
                <a:cubicBezTo>
                  <a:pt x="71" y="57"/>
                  <a:pt x="71" y="57"/>
                  <a:pt x="71" y="57"/>
                </a:cubicBezTo>
                <a:cubicBezTo>
                  <a:pt x="71" y="57"/>
                  <a:pt x="71" y="57"/>
                  <a:pt x="71" y="57"/>
                </a:cubicBezTo>
                <a:cubicBezTo>
                  <a:pt x="74" y="57"/>
                  <a:pt x="77" y="56"/>
                  <a:pt x="78" y="54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02" y="31"/>
                  <a:pt x="101" y="29"/>
                  <a:pt x="100" y="29"/>
                </a:cubicBezTo>
                <a:lnTo>
                  <a:pt x="86" y="28"/>
                </a:lnTo>
                <a:close/>
                <a:moveTo>
                  <a:pt x="86" y="28"/>
                </a:moveTo>
                <a:cubicBezTo>
                  <a:pt x="86" y="28"/>
                  <a:pt x="86" y="28"/>
                  <a:pt x="86" y="28"/>
                </a:cubicBezTo>
              </a:path>
            </a:pathLst>
          </a:custGeom>
          <a:solidFill>
            <a:schemeClr val="lt1">
              <a:lumMod val="95000"/>
            </a:schemeClr>
          </a:solidFill>
          <a:ln>
            <a:noFill/>
          </a:ln>
        </p:spPr>
        <p:txBody>
          <a:bodyPr vert="horz" wrap="square" lIns="83999" tIns="41999" rIns="83999" bIns="41999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TextBox 8"/>
          <p:cNvSpPr txBox="1"/>
          <p:nvPr/>
        </p:nvSpPr>
        <p:spPr>
          <a:xfrm>
            <a:off x="5265738" y="4354830"/>
            <a:ext cx="403860" cy="4305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TextBox 13"/>
          <p:cNvSpPr txBox="1"/>
          <p:nvPr>
            <p:custDataLst>
              <p:tags r:id="rId15"/>
            </p:custDataLst>
          </p:nvPr>
        </p:nvSpPr>
        <p:spPr>
          <a:xfrm>
            <a:off x="5669915" y="4829810"/>
            <a:ext cx="5375275" cy="5537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266700" algn="just"/>
            <a:r>
              <a:rPr lang="en-US" altLang="zh-CN" b="1" i="1" kern="1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npm install mysql</a:t>
            </a:r>
            <a:endParaRPr lang="en-US" altLang="zh-CN" b="1" i="1" kern="1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endParaRPr lang="zh-CN" altLang="zh-CN" sz="1800" kern="100" dirty="0">
              <a:solidFill>
                <a:schemeClr val="dk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TextBox 14"/>
          <p:cNvSpPr txBox="1"/>
          <p:nvPr/>
        </p:nvSpPr>
        <p:spPr>
          <a:xfrm>
            <a:off x="5894070" y="4365625"/>
            <a:ext cx="4498340" cy="307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局部安装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mysql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16"/>
            </p:custDataLst>
          </p:nvPr>
        </p:nvSpPr>
        <p:spPr>
          <a:xfrm>
            <a:off x="1294130" y="993140"/>
            <a:ext cx="7004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局部安装express和mysql</a:t>
            </a:r>
            <a:endParaRPr lang="en-US" altLang="zh-CN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17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/>
      <p:bldP spid="16" grpId="1" animBg="1"/>
      <p:bldP spid="17" grpId="1" animBg="1"/>
      <p:bldP spid="18" grpId="1"/>
      <p:bldP spid="19" grpId="1"/>
      <p:bldP spid="20" grpId="1"/>
      <p:bldP spid="27" grpId="0" animBg="1"/>
      <p:bldP spid="29" grpId="0" animBg="1"/>
      <p:bldP spid="30" grpId="0" animBg="1"/>
      <p:bldP spid="31" grpId="0" animBg="1"/>
      <p:bldP spid="24" grpId="0"/>
      <p:bldP spid="26" grpId="0"/>
      <p:bldP spid="25" grpId="0"/>
      <p:bldP spid="27" grpId="1" animBg="1"/>
      <p:bldP spid="29" grpId="1" animBg="1"/>
      <p:bldP spid="30" grpId="1" animBg="1"/>
      <p:bldP spid="31" grpId="1" animBg="1"/>
      <p:bldP spid="24" grpId="1"/>
      <p:bldP spid="26" grpId="1"/>
      <p:bldP spid="2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850265" y="4095750"/>
            <a:ext cx="3530600" cy="855980"/>
          </a:xfrm>
          <a:custGeom>
            <a:avLst/>
            <a:gdLst>
              <a:gd name="connsiteX0" fmla="*/ 0 w 2468619"/>
              <a:gd name="connsiteY0" fmla="*/ 0 h 641798"/>
              <a:gd name="connsiteX1" fmla="*/ 2468619 w 2468619"/>
              <a:gd name="connsiteY1" fmla="*/ 0 h 641798"/>
              <a:gd name="connsiteX2" fmla="*/ 2468619 w 2468619"/>
              <a:gd name="connsiteY2" fmla="*/ 641798 h 641798"/>
              <a:gd name="connsiteX3" fmla="*/ 0 w 2468619"/>
              <a:gd name="connsiteY3" fmla="*/ 641798 h 641798"/>
              <a:gd name="connsiteX4" fmla="*/ 0 w 2468619"/>
              <a:gd name="connsiteY4" fmla="*/ 631152 h 641798"/>
              <a:gd name="connsiteX5" fmla="*/ 310253 w 2468619"/>
              <a:gd name="connsiteY5" fmla="*/ 320899 h 641798"/>
              <a:gd name="connsiteX6" fmla="*/ 0 w 2468619"/>
              <a:gd name="connsiteY6" fmla="*/ 10646 h 64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68619" h="641798">
                <a:moveTo>
                  <a:pt x="0" y="0"/>
                </a:moveTo>
                <a:lnTo>
                  <a:pt x="2468619" y="0"/>
                </a:lnTo>
                <a:lnTo>
                  <a:pt x="2468619" y="641798"/>
                </a:lnTo>
                <a:lnTo>
                  <a:pt x="0" y="641798"/>
                </a:lnTo>
                <a:lnTo>
                  <a:pt x="0" y="631152"/>
                </a:lnTo>
                <a:lnTo>
                  <a:pt x="310253" y="320899"/>
                </a:lnTo>
                <a:lnTo>
                  <a:pt x="0" y="1064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194560" y="4229735"/>
            <a:ext cx="857250" cy="52197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db.</a:t>
            </a:r>
            <a:r>
              <a: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js</a:t>
            </a:r>
            <a:endParaRPr lang="en-US" altLang="zh-CN" sz="28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525905" y="4251325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en-US" altLang="zh-CN" sz="266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1419225" y="4216400"/>
            <a:ext cx="614680" cy="614680"/>
          </a:xfrm>
          <a:custGeom>
            <a:avLst/>
            <a:gdLst>
              <a:gd name="connsiteX0" fmla="*/ 230458 w 460916"/>
              <a:gd name="connsiteY0" fmla="*/ 26429 h 460916"/>
              <a:gd name="connsiteX1" fmla="*/ 26429 w 460916"/>
              <a:gd name="connsiteY1" fmla="*/ 230458 h 460916"/>
              <a:gd name="connsiteX2" fmla="*/ 230458 w 460916"/>
              <a:gd name="connsiteY2" fmla="*/ 434487 h 460916"/>
              <a:gd name="connsiteX3" fmla="*/ 434487 w 460916"/>
              <a:gd name="connsiteY3" fmla="*/ 230458 h 460916"/>
              <a:gd name="connsiteX4" fmla="*/ 230458 w 460916"/>
              <a:gd name="connsiteY4" fmla="*/ 26429 h 460916"/>
              <a:gd name="connsiteX5" fmla="*/ 230458 w 460916"/>
              <a:gd name="connsiteY5" fmla="*/ 0 h 460916"/>
              <a:gd name="connsiteX6" fmla="*/ 460916 w 460916"/>
              <a:gd name="connsiteY6" fmla="*/ 230458 h 460916"/>
              <a:gd name="connsiteX7" fmla="*/ 230458 w 460916"/>
              <a:gd name="connsiteY7" fmla="*/ 460916 h 460916"/>
              <a:gd name="connsiteX8" fmla="*/ 0 w 460916"/>
              <a:gd name="connsiteY8" fmla="*/ 230458 h 460916"/>
              <a:gd name="connsiteX9" fmla="*/ 230458 w 460916"/>
              <a:gd name="connsiteY9" fmla="*/ 0 h 46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916" h="460916">
                <a:moveTo>
                  <a:pt x="230458" y="26429"/>
                </a:moveTo>
                <a:cubicBezTo>
                  <a:pt x="117776" y="26429"/>
                  <a:pt x="26429" y="117776"/>
                  <a:pt x="26429" y="230458"/>
                </a:cubicBezTo>
                <a:cubicBezTo>
                  <a:pt x="26429" y="343140"/>
                  <a:pt x="117776" y="434487"/>
                  <a:pt x="230458" y="434487"/>
                </a:cubicBezTo>
                <a:cubicBezTo>
                  <a:pt x="343140" y="434487"/>
                  <a:pt x="434487" y="343140"/>
                  <a:pt x="434487" y="230458"/>
                </a:cubicBezTo>
                <a:cubicBezTo>
                  <a:pt x="434487" y="117776"/>
                  <a:pt x="343140" y="26429"/>
                  <a:pt x="230458" y="26429"/>
                </a:cubicBezTo>
                <a:close/>
                <a:moveTo>
                  <a:pt x="230458" y="0"/>
                </a:moveTo>
                <a:cubicBezTo>
                  <a:pt x="357736" y="0"/>
                  <a:pt x="460916" y="103180"/>
                  <a:pt x="460916" y="230458"/>
                </a:cubicBezTo>
                <a:cubicBezTo>
                  <a:pt x="460916" y="357736"/>
                  <a:pt x="357736" y="460916"/>
                  <a:pt x="230458" y="460916"/>
                </a:cubicBezTo>
                <a:cubicBezTo>
                  <a:pt x="103180" y="460916"/>
                  <a:pt x="0" y="357736"/>
                  <a:pt x="0" y="230458"/>
                </a:cubicBezTo>
                <a:cubicBezTo>
                  <a:pt x="0" y="103180"/>
                  <a:pt x="103180" y="0"/>
                  <a:pt x="2304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TextBox 82"/>
          <p:cNvSpPr txBox="1"/>
          <p:nvPr>
            <p:custDataLst>
              <p:tags r:id="rId7"/>
            </p:custDataLst>
          </p:nvPr>
        </p:nvSpPr>
        <p:spPr>
          <a:xfrm>
            <a:off x="1038225" y="2472055"/>
            <a:ext cx="3304540" cy="11988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>
                <a:latin typeface="+mn-ea"/>
              </a:defRPr>
            </a:lvl1pPr>
          </a:lstStyle>
          <a:p>
            <a:pPr algn="l"/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DuDa_API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根目录下的数据库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/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该文件连接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服务器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/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要暴露定义的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conn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连接对象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8"/>
            </p:custDataLst>
          </p:nvPr>
        </p:nvSpPr>
        <p:spPr>
          <a:xfrm>
            <a:off x="7786370" y="4095750"/>
            <a:ext cx="3530600" cy="855980"/>
          </a:xfrm>
          <a:custGeom>
            <a:avLst/>
            <a:gdLst>
              <a:gd name="connsiteX0" fmla="*/ 0 w 2468619"/>
              <a:gd name="connsiteY0" fmla="*/ 0 h 641798"/>
              <a:gd name="connsiteX1" fmla="*/ 2147720 w 2468619"/>
              <a:gd name="connsiteY1" fmla="*/ 0 h 641798"/>
              <a:gd name="connsiteX2" fmla="*/ 2468619 w 2468619"/>
              <a:gd name="connsiteY2" fmla="*/ 320899 h 641798"/>
              <a:gd name="connsiteX3" fmla="*/ 2147720 w 2468619"/>
              <a:gd name="connsiteY3" fmla="*/ 641798 h 641798"/>
              <a:gd name="connsiteX4" fmla="*/ 0 w 2468619"/>
              <a:gd name="connsiteY4" fmla="*/ 641798 h 641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8619" h="641798">
                <a:moveTo>
                  <a:pt x="0" y="0"/>
                </a:moveTo>
                <a:lnTo>
                  <a:pt x="2147720" y="0"/>
                </a:lnTo>
                <a:lnTo>
                  <a:pt x="2468619" y="320899"/>
                </a:lnTo>
                <a:lnTo>
                  <a:pt x="2147720" y="641798"/>
                </a:lnTo>
                <a:lnTo>
                  <a:pt x="0" y="64179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8829675" y="4214495"/>
            <a:ext cx="1062990" cy="52197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app.js</a:t>
            </a:r>
            <a:endParaRPr lang="en-US" altLang="zh-CN" sz="28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8126730" y="4250690"/>
            <a:ext cx="384810" cy="50165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2665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n-US" altLang="zh-CN" sz="2665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任意多边形 13"/>
          <p:cNvSpPr/>
          <p:nvPr>
            <p:custDataLst>
              <p:tags r:id="rId11"/>
            </p:custDataLst>
          </p:nvPr>
        </p:nvSpPr>
        <p:spPr>
          <a:xfrm>
            <a:off x="8020050" y="4215765"/>
            <a:ext cx="614680" cy="614680"/>
          </a:xfrm>
          <a:custGeom>
            <a:avLst/>
            <a:gdLst>
              <a:gd name="connsiteX0" fmla="*/ 230458 w 460916"/>
              <a:gd name="connsiteY0" fmla="*/ 26429 h 460916"/>
              <a:gd name="connsiteX1" fmla="*/ 26429 w 460916"/>
              <a:gd name="connsiteY1" fmla="*/ 230458 h 460916"/>
              <a:gd name="connsiteX2" fmla="*/ 230458 w 460916"/>
              <a:gd name="connsiteY2" fmla="*/ 434487 h 460916"/>
              <a:gd name="connsiteX3" fmla="*/ 434487 w 460916"/>
              <a:gd name="connsiteY3" fmla="*/ 230458 h 460916"/>
              <a:gd name="connsiteX4" fmla="*/ 230458 w 460916"/>
              <a:gd name="connsiteY4" fmla="*/ 26429 h 460916"/>
              <a:gd name="connsiteX5" fmla="*/ 230458 w 460916"/>
              <a:gd name="connsiteY5" fmla="*/ 0 h 460916"/>
              <a:gd name="connsiteX6" fmla="*/ 460916 w 460916"/>
              <a:gd name="connsiteY6" fmla="*/ 230458 h 460916"/>
              <a:gd name="connsiteX7" fmla="*/ 230458 w 460916"/>
              <a:gd name="connsiteY7" fmla="*/ 460916 h 460916"/>
              <a:gd name="connsiteX8" fmla="*/ 0 w 460916"/>
              <a:gd name="connsiteY8" fmla="*/ 230458 h 460916"/>
              <a:gd name="connsiteX9" fmla="*/ 230458 w 460916"/>
              <a:gd name="connsiteY9" fmla="*/ 0 h 46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0916" h="460916">
                <a:moveTo>
                  <a:pt x="230458" y="26429"/>
                </a:moveTo>
                <a:cubicBezTo>
                  <a:pt x="117776" y="26429"/>
                  <a:pt x="26429" y="117776"/>
                  <a:pt x="26429" y="230458"/>
                </a:cubicBezTo>
                <a:cubicBezTo>
                  <a:pt x="26429" y="343140"/>
                  <a:pt x="117776" y="434487"/>
                  <a:pt x="230458" y="434487"/>
                </a:cubicBezTo>
                <a:cubicBezTo>
                  <a:pt x="343140" y="434487"/>
                  <a:pt x="434487" y="343140"/>
                  <a:pt x="434487" y="230458"/>
                </a:cubicBezTo>
                <a:cubicBezTo>
                  <a:pt x="434487" y="117776"/>
                  <a:pt x="343140" y="26429"/>
                  <a:pt x="230458" y="26429"/>
                </a:cubicBezTo>
                <a:close/>
                <a:moveTo>
                  <a:pt x="230458" y="0"/>
                </a:moveTo>
                <a:cubicBezTo>
                  <a:pt x="357736" y="0"/>
                  <a:pt x="460916" y="103180"/>
                  <a:pt x="460916" y="230458"/>
                </a:cubicBezTo>
                <a:cubicBezTo>
                  <a:pt x="460916" y="357736"/>
                  <a:pt x="357736" y="460916"/>
                  <a:pt x="230458" y="460916"/>
                </a:cubicBezTo>
                <a:cubicBezTo>
                  <a:pt x="103180" y="460916"/>
                  <a:pt x="0" y="357736"/>
                  <a:pt x="0" y="230458"/>
                </a:cubicBezTo>
                <a:cubicBezTo>
                  <a:pt x="0" y="103180"/>
                  <a:pt x="103180" y="0"/>
                  <a:pt x="2304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TextBox 82"/>
          <p:cNvSpPr txBox="1"/>
          <p:nvPr>
            <p:custDataLst>
              <p:tags r:id="rId12"/>
            </p:custDataLst>
          </p:nvPr>
        </p:nvSpPr>
        <p:spPr>
          <a:xfrm>
            <a:off x="8126730" y="2472055"/>
            <a:ext cx="3492500" cy="11988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100">
                <a:latin typeface="+mn-ea"/>
              </a:defRPr>
            </a:lvl1pPr>
          </a:lstStyle>
          <a:p>
            <a:pPr algn="l"/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新建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app.js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文件，引入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db.js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/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使用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db.js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中的</a:t>
            </a:r>
            <a:r>
              <a:rPr lang="en-US" altLang="zh-CN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conn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对象进行数据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查询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algn="l"/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将查询结果响应到</a:t>
            </a:r>
            <a:r>
              <a:rPr lang="zh-CN" altLang="en-US" sz="16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客户端</a:t>
            </a:r>
            <a:endParaRPr lang="zh-CN" altLang="en-US" sz="16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3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sz="2400" b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编写</a:t>
            </a:r>
            <a:r>
              <a:rPr lang="zh-CN" sz="2400" b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功能</a:t>
            </a:r>
            <a:r>
              <a:rPr sz="2400" b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代码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" name="图片 7" descr="C:/Users/TXY/Desktop/图片1.png图片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 t="13599" r="3278"/>
          <a:stretch>
            <a:fillRect/>
          </a:stretch>
        </p:blipFill>
        <p:spPr>
          <a:xfrm>
            <a:off x="4369435" y="3121025"/>
            <a:ext cx="3400425" cy="2364105"/>
          </a:xfrm>
          <a:prstGeom prst="rect">
            <a:avLst/>
          </a:prstGeom>
          <a:blipFill dpi="0" rotWithShape="1">
            <a:blip r:embed="rId16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</p:pic>
      <p:sp>
        <p:nvSpPr>
          <p:cNvPr id="2" name="Isosceles Triangle 2_1"/>
          <p:cNvSpPr/>
          <p:nvPr>
            <p:custDataLst>
              <p:tags r:id="rId17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078730" y="3670935"/>
            <a:ext cx="1495425" cy="81343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6" grpId="1"/>
      <p:bldP spid="10" grpId="1"/>
      <p:bldP spid="11" grpId="1" animBg="1"/>
      <p:bldP spid="19" grpId="1"/>
      <p:bldP spid="5" grpId="1" animBg="1"/>
      <p:bldP spid="20" grpId="0"/>
      <p:bldP spid="4" grpId="1" animBg="1"/>
      <p:bldP spid="7" grpId="1"/>
      <p:bldP spid="13" grpId="1"/>
      <p:bldP spid="14" grpId="1" animBg="1"/>
      <p:bldP spid="2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圆角矩形 25"/>
          <p:cNvSpPr/>
          <p:nvPr>
            <p:custDataLst>
              <p:tags r:id="rId1"/>
            </p:custDataLst>
          </p:nvPr>
        </p:nvSpPr>
        <p:spPr>
          <a:xfrm>
            <a:off x="3301365" y="1204595"/>
            <a:ext cx="7391400" cy="528828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4"/>
            </p:custDataLst>
          </p:nvPr>
        </p:nvSpPr>
        <p:spPr>
          <a:xfrm>
            <a:off x="3314700" y="1204595"/>
            <a:ext cx="7368540" cy="528828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583305" y="1415415"/>
            <a:ext cx="7116445" cy="507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mysql = require('mysql');	//引入mysql模块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//创建数据库连接对象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var conn = mysql.createConnection({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host : 'localhost',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user : 'root',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password : '',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database : 'DuDaInfo'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//建立数据库连接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conn.connect(function(err){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if(err){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console.error('数据库连接失败！ ' + err.message);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return;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}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//把创建的conn对象暴露出去，以供其他模块使用</a:t>
            </a:r>
            <a:endParaRPr lang="en-US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module.exports.conn = conn;</a:t>
            </a:r>
            <a:endParaRPr lang="en-US" altLang="zh-CN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597275" y="1449070"/>
            <a:ext cx="6061075" cy="29654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657600" y="2280920"/>
            <a:ext cx="2680335" cy="112014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21005" y="2341245"/>
            <a:ext cx="4791075" cy="767080"/>
            <a:chOff x="663" y="4983"/>
            <a:chExt cx="7545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63" y="4983"/>
              <a:ext cx="3634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设置为自己的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密码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4841" y="6191"/>
              <a:ext cx="336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4841" y="535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449" y="535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449" y="501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67460" y="1585595"/>
            <a:ext cx="13227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db.js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21640" y="5542915"/>
            <a:ext cx="6399530" cy="869950"/>
            <a:chOff x="664" y="6985"/>
            <a:chExt cx="10078" cy="1370"/>
          </a:xfrm>
        </p:grpSpPr>
        <p:sp>
          <p:nvSpPr>
            <p:cNvPr id="5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64" y="6985"/>
              <a:ext cx="3669" cy="10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exports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conn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供主程序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调用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4877" y="8355"/>
              <a:ext cx="586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 flipV="1">
              <a:off x="4877" y="751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4485" y="751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4485" y="718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5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6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59" grpId="0" bldLvl="0" animBg="1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圆角矩形 25"/>
          <p:cNvSpPr/>
          <p:nvPr>
            <p:custDataLst>
              <p:tags r:id="rId1"/>
            </p:custDataLst>
          </p:nvPr>
        </p:nvSpPr>
        <p:spPr>
          <a:xfrm>
            <a:off x="3301365" y="1003935"/>
            <a:ext cx="8093710" cy="536511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4"/>
            </p:custDataLst>
          </p:nvPr>
        </p:nvSpPr>
        <p:spPr>
          <a:xfrm>
            <a:off x="3322955" y="1003935"/>
            <a:ext cx="8123555" cy="536575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571875" y="1167765"/>
            <a:ext cx="7811770" cy="44234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const express = require('express');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const db= require('./db.js');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const app = express();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app.get('/',function(req,res){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res.setHeader('Content-Type', 'text/json;charset=utf8');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var  sql = '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SELECT id,name,price,image,add_time FROM product order by add_time desc limit 0,4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'; 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只查询最新发布的四个商品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db.conn.query(sql,function (err, 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result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) {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if(err){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console.log('[SELECT ERROR] - ',err.message);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return;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}  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console.log(result);   // 注意：返回的是一个数组[{},{},...,{}]  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2323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res.json(</a:t>
            </a:r>
            <a:r>
              <a:rPr lang="en-US" altLang="zh-CN" dirty="0">
                <a:solidFill>
                  <a:srgbClr val="232323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result</a:t>
            </a:r>
            <a:r>
              <a:rPr lang="en-US" altLang="zh-CN" dirty="0">
                <a:solidFill>
                  <a:srgbClr val="2323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);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});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app.listen(3000);  // 监听端口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475355" y="2022475"/>
            <a:ext cx="7832725" cy="36068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04470" y="2634615"/>
            <a:ext cx="7981315" cy="767080"/>
            <a:chOff x="322" y="4453"/>
            <a:chExt cx="12569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4453"/>
              <a:ext cx="4215" cy="12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db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模块的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query()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方法根据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SQL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语句查询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5661"/>
              <a:ext cx="7810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5081" y="482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689" y="482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689" y="448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" name="组合 4"/>
          <p:cNvGrpSpPr/>
          <p:nvPr/>
        </p:nvGrpSpPr>
        <p:grpSpPr>
          <a:xfrm>
            <a:off x="204470" y="5055870"/>
            <a:ext cx="5369560" cy="868680"/>
            <a:chOff x="322" y="6178"/>
            <a:chExt cx="8456" cy="1368"/>
          </a:xfrm>
        </p:grpSpPr>
        <p:sp>
          <p:nvSpPr>
            <p:cNvPr id="69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22" y="6442"/>
              <a:ext cx="4215" cy="11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将查询结果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result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res.json()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响应到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3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081" y="6178"/>
              <a:ext cx="3697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>
              <a:off x="5081" y="6178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4689" y="708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4689" y="6716"/>
              <a:ext cx="3" cy="70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7535" y="1585595"/>
            <a:ext cx="20935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app.js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5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6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202690" y="1093470"/>
            <a:ext cx="452437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启动项目，浏览页面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TextBox 3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47190" y="2333625"/>
            <a:ext cx="420560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rPr>
              <a:t>启动项目</a:t>
            </a:r>
            <a:endParaRPr lang="zh-CN" altLang="en-US" sz="28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A02020204030203" pitchFamily="34" charset="0"/>
              <a:sym typeface="Arial" panose="020B0604020202020204" pitchFamily="34" charset="0"/>
            </a:endParaRPr>
          </a:p>
        </p:txBody>
      </p:sp>
      <p:sp>
        <p:nvSpPr>
          <p:cNvPr id="27" name="TextBox 3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739900" y="2972435"/>
            <a:ext cx="4450715" cy="685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进入项目文件夹，打开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CMD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窗口</a:t>
            </a:r>
            <a:endParaRPr 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nodemon</a:t>
            </a:r>
            <a:r>
              <a:rPr lang="en-US" sz="16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app.js</a:t>
            </a:r>
            <a:endParaRPr lang="en-US" sz="16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Oval 100"/>
          <p:cNvSpPr/>
          <p:nvPr>
            <p:custDataLst>
              <p:tags r:id="rId6"/>
            </p:custDataLst>
          </p:nvPr>
        </p:nvSpPr>
        <p:spPr bwMode="auto">
          <a:xfrm flipH="1">
            <a:off x="967105" y="2311400"/>
            <a:ext cx="556260" cy="5568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9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Freeform 73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1122680" y="2442845"/>
            <a:ext cx="245745" cy="294005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extBox 3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647825" y="4164965"/>
            <a:ext cx="420560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rPr>
              <a:t>浏览器测试</a:t>
            </a:r>
            <a:endParaRPr lang="zh-CN" altLang="en-US" sz="28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A02020204030203" pitchFamily="34" charset="0"/>
              <a:sym typeface="Arial" panose="020B0604020202020204" pitchFamily="34" charset="0"/>
            </a:endParaRPr>
          </a:p>
        </p:txBody>
      </p:sp>
      <p:sp>
        <p:nvSpPr>
          <p:cNvPr id="11" name="Oval 100"/>
          <p:cNvSpPr/>
          <p:nvPr>
            <p:custDataLst>
              <p:tags r:id="rId9"/>
            </p:custDataLst>
          </p:nvPr>
        </p:nvSpPr>
        <p:spPr bwMode="auto">
          <a:xfrm flipH="1">
            <a:off x="967740" y="4230370"/>
            <a:ext cx="556260" cy="5568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9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Freeform 73"/>
          <p:cNvSpPr>
            <a:spLocks noChangeAspect="1" noChangeArrowheads="1"/>
          </p:cNvSpPr>
          <p:nvPr>
            <p:custDataLst>
              <p:tags r:id="rId10"/>
            </p:custDataLst>
          </p:nvPr>
        </p:nvSpPr>
        <p:spPr bwMode="auto">
          <a:xfrm>
            <a:off x="1123315" y="4361815"/>
            <a:ext cx="245745" cy="294005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11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TextBox 30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647825" y="4796155"/>
            <a:ext cx="311912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http://localhost:3000</a:t>
            </a:r>
            <a:endParaRPr lang="en-US" sz="1600" b="1" dirty="0" err="1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68" name="图片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46015" y="2809875"/>
            <a:ext cx="7023735" cy="2165350"/>
          </a:xfrm>
          <a:prstGeom prst="rect">
            <a:avLst/>
          </a:prstGeom>
          <a:blipFill dpi="0" rotWithShape="1">
            <a:blip r:embed="rId14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</p:pic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24" grpId="0"/>
      <p:bldP spid="27" grpId="0"/>
      <p:bldP spid="32" grpId="1" animBg="1"/>
      <p:bldP spid="33" grpId="1" animBg="1"/>
      <p:bldP spid="24" grpId="1"/>
      <p:bldP spid="27" grpId="1"/>
      <p:bldP spid="12" grpId="0" animBg="1"/>
      <p:bldP spid="11" grpId="0" animBg="1"/>
      <p:bldP spid="9" grpId="0"/>
      <p:bldP spid="3" grpId="0"/>
      <p:bldP spid="12" grpId="1" animBg="1"/>
      <p:bldP spid="11" grpId="1" animBg="1"/>
      <p:bldP spid="9" grpId="1"/>
      <p:bldP spid="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672082" y="1678135"/>
            <a:ext cx="4277891" cy="4277891"/>
          </a:xfrm>
          <a:prstGeom prst="arc">
            <a:avLst>
              <a:gd name="adj1" fmla="val 19163328"/>
              <a:gd name="adj2" fmla="val 2334291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4649470" y="1977390"/>
            <a:ext cx="353060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4749165" y="2068830"/>
            <a:ext cx="1530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5254625" y="1294130"/>
            <a:ext cx="5445760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局部安装</a:t>
            </a: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，定义一个接口，查询数据表中商品数据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返回。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649470" y="2941320"/>
            <a:ext cx="6784340" cy="1452245"/>
            <a:chOff x="7322" y="4632"/>
            <a:chExt cx="10684" cy="2287"/>
          </a:xfrm>
        </p:grpSpPr>
        <p:sp>
          <p:nvSpPr>
            <p:cNvPr id="101" name="圆角矩形 127"/>
            <p:cNvSpPr/>
            <p:nvPr>
              <p:custDataLst>
                <p:tags r:id="rId7"/>
              </p:custDataLst>
            </p:nvPr>
          </p:nvSpPr>
          <p:spPr>
            <a:xfrm>
              <a:off x="7322" y="5623"/>
              <a:ext cx="510" cy="509"/>
            </a:xfrm>
            <a:prstGeom prst="roundRect">
              <a:avLst/>
            </a:prstGeom>
            <a:solidFill>
              <a:schemeClr val="accent4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2" name="任意多边形 128"/>
            <p:cNvSpPr/>
            <p:nvPr>
              <p:custDataLst>
                <p:tags r:id="rId8"/>
              </p:custDataLst>
            </p:nvPr>
          </p:nvSpPr>
          <p:spPr>
            <a:xfrm>
              <a:off x="7449" y="5771"/>
              <a:ext cx="265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矩形 79"/>
            <p:cNvSpPr/>
            <p:nvPr>
              <p:custDataLst>
                <p:tags r:id="rId9"/>
              </p:custDataLst>
            </p:nvPr>
          </p:nvSpPr>
          <p:spPr>
            <a:xfrm>
              <a:off x="8230" y="4632"/>
              <a:ext cx="9776" cy="2287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实现步骤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准备数据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创建项目文件夹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、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本地安装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express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和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mysql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模块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编写代码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启动项目浏览页面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</p:grp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649470" y="4727575"/>
            <a:ext cx="4304665" cy="1451610"/>
            <a:chOff x="7322" y="7224"/>
            <a:chExt cx="6779" cy="2286"/>
          </a:xfrm>
        </p:grpSpPr>
        <p:sp>
          <p:nvSpPr>
            <p:cNvPr id="98" name="圆角矩形 121"/>
            <p:cNvSpPr/>
            <p:nvPr>
              <p:custDataLst>
                <p:tags r:id="rId44"/>
              </p:custDataLst>
            </p:nvPr>
          </p:nvSpPr>
          <p:spPr>
            <a:xfrm>
              <a:off x="7322" y="7797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9" name="任意多边形 122"/>
            <p:cNvSpPr/>
            <p:nvPr>
              <p:custDataLst>
                <p:tags r:id="rId45"/>
              </p:custDataLst>
            </p:nvPr>
          </p:nvSpPr>
          <p:spPr>
            <a:xfrm>
              <a:off x="7466" y="7941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1" name="矩形 90"/>
            <p:cNvSpPr/>
            <p:nvPr>
              <p:custDataLst>
                <p:tags r:id="rId46"/>
              </p:custDataLst>
            </p:nvPr>
          </p:nvSpPr>
          <p:spPr>
            <a:xfrm>
              <a:off x="8259" y="7224"/>
              <a:ext cx="5843" cy="2287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任务实现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db.js 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–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数据库配置文件</a:t>
              </a:r>
              <a:endPara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app.js –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项目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主程序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90" name="图片 89"/>
          <p:cNvPicPr/>
          <p:nvPr/>
        </p:nvPicPr>
        <p:blipFill>
          <a:blip r:embed="rId47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4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103" grpId="0" animBg="1"/>
      <p:bldP spid="104" grpId="0" animBg="1"/>
      <p:bldP spid="79" grpId="0"/>
      <p:bldP spid="103" grpId="1" animBg="1"/>
      <p:bldP spid="104" grpId="1" animBg="1"/>
      <p:bldP spid="79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1"/>
          <a:srcRect l="13203" r="13095"/>
          <a:stretch>
            <a:fillRect/>
          </a:stretch>
        </p:blipFill>
        <p:spPr>
          <a:xfrm>
            <a:off x="5273675" y="1387475"/>
            <a:ext cx="1926590" cy="2614930"/>
          </a:xfrm>
          <a:prstGeom prst="rect">
            <a:avLst/>
          </a:prstGeom>
        </p:spPr>
      </p:pic>
      <p:pic>
        <p:nvPicPr>
          <p:cNvPr id="25" name="图片 24" descr="C:/Users/TXY/Desktop/千库网_小程序软件_元素编号12821445.png千库网_小程序软件_元素编号12821445"/>
          <p:cNvPicPr>
            <a:picLocks noChangeAspect="1"/>
          </p:cNvPicPr>
          <p:nvPr/>
        </p:nvPicPr>
        <p:blipFill rotWithShape="1">
          <a:blip r:embed="rId2"/>
          <a:srcRect l="23143" t="10308" r="20524" b="11946"/>
          <a:stretch>
            <a:fillRect/>
          </a:stretch>
        </p:blipFill>
        <p:spPr>
          <a:xfrm>
            <a:off x="2120900" y="2813685"/>
            <a:ext cx="875030" cy="112331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2715895" y="5104130"/>
            <a:ext cx="6899910" cy="644525"/>
            <a:chOff x="5754" y="9202"/>
            <a:chExt cx="11392" cy="1015"/>
          </a:xfrm>
        </p:grpSpPr>
        <p:sp>
          <p:nvSpPr>
            <p:cNvPr id="9" name="任意多边形 228"/>
            <p:cNvSpPr/>
            <p:nvPr>
              <p:custDataLst>
                <p:tags r:id="rId3"/>
              </p:custDataLst>
            </p:nvPr>
          </p:nvSpPr>
          <p:spPr>
            <a:xfrm>
              <a:off x="5754" y="9202"/>
              <a:ext cx="11392" cy="1015"/>
            </a:xfrm>
            <a:prstGeom prst="roundRect">
              <a:avLst/>
            </a:prstGeom>
            <a:solidFill>
              <a:schemeClr val="dk1">
                <a:lumMod val="75000"/>
                <a:lumOff val="25000"/>
              </a:schemeClr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0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137" y="9453"/>
              <a:ext cx="10643" cy="58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留意业务流程，思考实现原理，动手实践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模仿，</a:t>
              </a:r>
              <a:r>
                <a:rPr lang="zh-CN" altLang="en-US" b="1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提升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编程能力。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r="-6112" b="16523"/>
          <a:stretch>
            <a:fillRect/>
          </a:stretch>
        </p:blipFill>
        <p:spPr>
          <a:xfrm>
            <a:off x="9026525" y="1708785"/>
            <a:ext cx="1780540" cy="2059305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>
          <a:xfrm>
            <a:off x="3455670" y="2527935"/>
            <a:ext cx="163004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>
            <a:off x="3455670" y="3002280"/>
            <a:ext cx="163004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7211695" y="2527935"/>
            <a:ext cx="163004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 flipV="1">
            <a:off x="7211695" y="3002280"/>
            <a:ext cx="1621790" cy="88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948815" y="3782060"/>
            <a:ext cx="1629410" cy="50673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</a:t>
            </a:r>
            <a:r>
              <a:rPr lang="zh-CN" altLang="en-US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小程序</a:t>
            </a:r>
            <a:endParaRPr lang="zh-CN" altLang="en-US" sz="18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5273675" y="4002405"/>
            <a:ext cx="209105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Express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7"/>
            </p:custDataLst>
          </p:nvPr>
        </p:nvSpPr>
        <p:spPr>
          <a:xfrm>
            <a:off x="8841740" y="3768090"/>
            <a:ext cx="209105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3447415" y="2113915"/>
            <a:ext cx="1629410" cy="41402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endParaRPr lang="zh-CN" altLang="en-US" sz="1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3513455" y="3002280"/>
            <a:ext cx="1629410" cy="41402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提供接口</a:t>
            </a:r>
            <a:r>
              <a: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endParaRPr lang="zh-CN" altLang="en-US" sz="1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0"/>
            </p:custDataLst>
          </p:nvPr>
        </p:nvSpPr>
        <p:spPr>
          <a:xfrm>
            <a:off x="7200265" y="2113915"/>
            <a:ext cx="1629410" cy="26225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</a:t>
            </a:r>
            <a:r>
              <a: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查询</a:t>
            </a:r>
            <a:endParaRPr lang="zh-CN" altLang="en-US" sz="1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11"/>
            </p:custDataLst>
          </p:nvPr>
        </p:nvSpPr>
        <p:spPr>
          <a:xfrm>
            <a:off x="7313930" y="2993390"/>
            <a:ext cx="1629410" cy="39243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返回查询</a:t>
            </a:r>
            <a:r>
              <a: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altLang="en-US" sz="1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 descr="千库网_IE浏览器_元素编号12120172"/>
          <p:cNvPicPr>
            <a:picLocks noChangeAspect="1"/>
          </p:cNvPicPr>
          <p:nvPr/>
        </p:nvPicPr>
        <p:blipFill>
          <a:blip r:embed="rId12"/>
          <a:srcRect l="24655" t="14898" r="12207" b="27171"/>
          <a:stretch>
            <a:fillRect/>
          </a:stretch>
        </p:blipFill>
        <p:spPr>
          <a:xfrm>
            <a:off x="2041525" y="1353185"/>
            <a:ext cx="1115695" cy="102362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2181225" y="2190750"/>
            <a:ext cx="1040765" cy="48704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endParaRPr lang="zh-CN" altLang="en-US" sz="18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/>
      <p:bldP spid="12" grpId="1"/>
      <p:bldP spid="13" grpId="1"/>
      <p:bldP spid="18" grpId="1"/>
      <p:bldP spid="14" grpId="0"/>
      <p:bldP spid="14" grpId="1"/>
      <p:bldP spid="16" grpId="0"/>
      <p:bldP spid="16" grpId="1"/>
      <p:bldP spid="17" grpId="0"/>
      <p:bldP spid="17" grpId="1"/>
      <p:bldP spid="15" grpId="0"/>
      <p:bldP spid="1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63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64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1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SLIDE_BACKGROUND_TYPE" val="general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2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3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6"/>
  <p:tag name="KSO_WM_UNIT_FILL_TYPE" val="1"/>
</p:tagLst>
</file>

<file path=ppt/tags/tag68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686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8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695.xml><?xml version="1.0" encoding="utf-8"?>
<p:tagLst xmlns:p="http://schemas.openxmlformats.org/presentationml/2006/main">
  <p:tag name="KSO_WM_SLIDE_BACKGROUND_TYPE" val="general"/>
</p:tagLst>
</file>

<file path=ppt/tags/tag6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9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0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3.xml><?xml version="1.0" encoding="utf-8"?>
<p:tagLst xmlns:p="http://schemas.openxmlformats.org/presentationml/2006/main">
  <p:tag name="KSO_WM_UNIT_LINE_FORE_SCHEMECOLOR_INDEX_BRIGHTNESS" val="-0.35"/>
  <p:tag name="KSO_WM_UNIT_LINE_FORE_SCHEMECOLOR_INDEX" val="14"/>
  <p:tag name="KSO_WM_UNIT_LINE_FILL_TYPE" val="2"/>
</p:tagLst>
</file>

<file path=ppt/tags/tag70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UNIT_LINE_FORE_SCHEMECOLOR_INDEX_BRIGHTNESS" val="-0.35"/>
  <p:tag name="KSO_WM_UNIT_LINE_FORE_SCHEMECOLOR_INDEX" val="14"/>
  <p:tag name="KSO_WM_UNIT_LINE_FILL_TYPE" val="2"/>
</p:tagLst>
</file>

<file path=ppt/tags/tag70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1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1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5.xml><?xml version="1.0" encoding="utf-8"?>
<p:tagLst xmlns:p="http://schemas.openxmlformats.org/presentationml/2006/main">
  <p:tag name="KSO_WM_SLIDE_BACKGROUND_TYPE" val="general"/>
</p:tagLst>
</file>

<file path=ppt/tags/tag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20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2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2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2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2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2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27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28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29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3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1.xml><?xml version="1.0" encoding="utf-8"?>
<p:tagLst xmlns:p="http://schemas.openxmlformats.org/presentationml/2006/main">
  <p:tag name="KSO_WM_SLIDE_BACKGROUND_TYPE" val="general"/>
</p:tagLst>
</file>

<file path=ppt/tags/tag732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3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3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4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48.xml><?xml version="1.0" encoding="utf-8"?>
<p:tagLst xmlns:p="http://schemas.openxmlformats.org/presentationml/2006/main">
  <p:tag name="KSO_WM_SLIDE_BACKGROUND_TYPE" val="general"/>
</p:tagLst>
</file>

<file path=ppt/tags/tag749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5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3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64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65.xml><?xml version="1.0" encoding="utf-8"?>
<p:tagLst xmlns:p="http://schemas.openxmlformats.org/presentationml/2006/main">
  <p:tag name="KSO_WM_SLIDE_BACKGROUND_TYPE" val="general"/>
</p:tagLst>
</file>

<file path=ppt/tags/tag7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8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6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7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7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7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7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7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7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p="http://schemas.openxmlformats.org/presentationml/2006/main">
  <p:tag name="KSO_WM_SLIDE_BACKGROUND_TYPE" val="general"/>
</p:tagLst>
</file>

<file path=ppt/tags/tag7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1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82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8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5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78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9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91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92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9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6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1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18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1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2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21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22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25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26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827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828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829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830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831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832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833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83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835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36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37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1719</Words>
  <Application>WPS 演示</Application>
  <PresentationFormat>宽屏</PresentationFormat>
  <Paragraphs>192</Paragraphs>
  <Slides>14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Times New Roman</vt:lpstr>
      <vt:lpstr>等线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613</cp:revision>
  <dcterms:created xsi:type="dcterms:W3CDTF">2020-10-23T09:50:00Z</dcterms:created>
  <dcterms:modified xsi:type="dcterms:W3CDTF">2024-07-24T01:56:51Z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AC264ED68910408BAA80BE17A3F2729B_12</vt:lpwstr>
  </property>
  <property fmtid="{D5CDD505-2E9C-101B-9397-08002B2CF9AE}" pid="3" name="KSOProductBuildVer">
    <vt:lpwstr>2052-12.1.0.17147</vt:lpwstr>
  </property>
</Properties>
</file>