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40" r:id="rId4"/>
    <p:sldId id="471" r:id="rId6"/>
    <p:sldId id="472" r:id="rId7"/>
    <p:sldId id="442" r:id="rId8"/>
    <p:sldId id="443" r:id="rId9"/>
    <p:sldId id="444" r:id="rId10"/>
    <p:sldId id="491" r:id="rId11"/>
    <p:sldId id="492" r:id="rId12"/>
    <p:sldId id="489" r:id="rId13"/>
    <p:sldId id="490" r:id="rId14"/>
    <p:sldId id="458" r:id="rId15"/>
    <p:sldId id="493" r:id="rId16"/>
    <p:sldId id="445" r:id="rId17"/>
    <p:sldId id="460" r:id="rId18"/>
    <p:sldId id="495" r:id="rId19"/>
    <p:sldId id="494" r:id="rId20"/>
    <p:sldId id="456" r:id="rId21"/>
    <p:sldId id="457" r:id="rId22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36" userDrawn="1">
          <p15:clr>
            <a:srgbClr val="A4A3A4"/>
          </p15:clr>
        </p15:guide>
        <p15:guide id="2" pos="391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5C6"/>
    <a:srgbClr val="333333"/>
    <a:srgbClr val="4C944C"/>
    <a:srgbClr val="0070C0"/>
    <a:srgbClr val="000000"/>
    <a:srgbClr val="AFABAB"/>
    <a:srgbClr val="3C853C"/>
    <a:srgbClr val="232323"/>
    <a:srgbClr val="D86060"/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D5D866-21FD-475E-8EC7-EAEDDA05492D}" styleName="{96a5a69e-e2c1-4257-9d08-7c964cdb7bb0}">
    <a:wholeTbl>
      <a:tcTxStyle>
        <a:fontRef idx="none">
          <a:prstClr val="black"/>
        </a:fontRef>
      </a:tcTxStyle>
      <a:tcStyle>
        <a:tcBdr>
          <a:left>
            <a:ln w="9525" cmpd="sng">
              <a:solidFill>
                <a:srgbClr val="E4E4E4"/>
              </a:solidFill>
            </a:ln>
          </a:left>
          <a:right>
            <a:ln w="9525" cmpd="sng">
              <a:solidFill>
                <a:srgbClr val="E4E4E4"/>
              </a:solidFill>
            </a:ln>
          </a:right>
          <a:top>
            <a:ln w="9525" cmpd="sng">
              <a:solidFill>
                <a:srgbClr val="E4E4E4"/>
              </a:solidFill>
            </a:ln>
          </a:top>
          <a:bottom>
            <a:ln w="9525" cmpd="sng">
              <a:solidFill>
                <a:srgbClr val="E4E4E4"/>
              </a:solidFill>
            </a:ln>
          </a:bottom>
          <a:insideH>
            <a:ln w="9525" cmpd="sng">
              <a:solidFill>
                <a:srgbClr val="E4E4E4"/>
              </a:solidFill>
            </a:ln>
          </a:insideH>
          <a:insideV>
            <a:ln w="9525" cmpd="sng">
              <a:solidFill>
                <a:srgbClr val="E4E4E4"/>
              </a:solidFill>
            </a:ln>
          </a:insideV>
        </a:tcBdr>
        <a:fill>
          <a:solidFill>
            <a:srgbClr val="FFFFFF"/>
          </a:solidFill>
        </a:fill>
      </a:tcStyle>
    </a:wholeTbl>
    <a:lastRow>
      <a:tcTxStyle>
        <a:fontRef idx="none">
          <a:prstClr val="black"/>
        </a:fontRef>
      </a:tcTxStyle>
      <a:tcStyle>
        <a:tcBdr>
          <a:top>
            <a:ln w="28575" cmpd="sng">
              <a:solidFill>
                <a:srgbClr val="4684D3"/>
              </a:solidFill>
            </a:ln>
          </a:top>
        </a:tcBdr>
        <a:fill>
          <a:solidFill>
            <a:srgbClr val="EEEEEE"/>
          </a:solidFill>
        </a:fill>
      </a:tcStyle>
    </a:lastRow>
    <a:firstRow>
      <a:tcTxStyle>
        <a:fontRef idx="none">
          <a:prstClr val="black"/>
        </a:fontRef>
      </a:tcTxStyle>
      <a:tcStyle>
        <a:tcBdr>
          <a:left>
            <a:ln w="9525" cmpd="sng">
              <a:solidFill>
                <a:srgbClr val="E4E4E4"/>
              </a:solidFill>
            </a:ln>
          </a:left>
          <a:right>
            <a:ln w="9525" cmpd="sng">
              <a:solidFill>
                <a:srgbClr val="E4E4E4"/>
              </a:solidFill>
            </a:ln>
          </a:right>
          <a:top>
            <a:ln w="9525" cmpd="sng">
              <a:solidFill>
                <a:srgbClr val="E4E4E4"/>
              </a:solidFill>
            </a:ln>
          </a:top>
          <a:bottom>
            <a:ln w="9525" cmpd="sng">
              <a:solidFill>
                <a:srgbClr val="E4E4E4"/>
              </a:solidFill>
            </a:ln>
          </a:bottom>
          <a:insideH>
            <a:ln w="9525" cmpd="sng">
              <a:solidFill>
                <a:srgbClr val="E4E4E4"/>
              </a:solidFill>
            </a:ln>
          </a:insideH>
          <a:insideV>
            <a:ln w="9525" cmpd="sng">
              <a:solidFill>
                <a:srgbClr val="E4E4E4"/>
              </a:solidFill>
            </a:ln>
          </a:insideV>
        </a:tcBdr>
        <a:fill>
          <a:solidFill>
            <a:srgbClr val="4684D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68" d="100"/>
          <a:sy n="68" d="100"/>
        </p:scale>
        <p:origin x="174" y="72"/>
      </p:cViewPr>
      <p:guideLst>
        <p:guide orient="horz" pos="2036"/>
        <p:guide pos="39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gs" Target="tags/tag861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99.xml"/><Relationship Id="rId8" Type="http://schemas.openxmlformats.org/officeDocument/2006/relationships/tags" Target="../tags/tag598.xml"/><Relationship Id="rId7" Type="http://schemas.openxmlformats.org/officeDocument/2006/relationships/tags" Target="../tags/tag597.xml"/><Relationship Id="rId6" Type="http://schemas.openxmlformats.org/officeDocument/2006/relationships/image" Target="../media/image1.png"/><Relationship Id="rId5" Type="http://schemas.openxmlformats.org/officeDocument/2006/relationships/tags" Target="../tags/tag596.xml"/><Relationship Id="rId4" Type="http://schemas.openxmlformats.org/officeDocument/2006/relationships/tags" Target="../tags/tag595.xml"/><Relationship Id="rId3" Type="http://schemas.openxmlformats.org/officeDocument/2006/relationships/tags" Target="../tags/tag594.xml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6.xml"/><Relationship Id="rId22" Type="http://schemas.openxmlformats.org/officeDocument/2006/relationships/tags" Target="../tags/tag610.xml"/><Relationship Id="rId21" Type="http://schemas.openxmlformats.org/officeDocument/2006/relationships/tags" Target="../tags/tag609.xml"/><Relationship Id="rId20" Type="http://schemas.openxmlformats.org/officeDocument/2006/relationships/tags" Target="../tags/tag608.xml"/><Relationship Id="rId2" Type="http://schemas.openxmlformats.org/officeDocument/2006/relationships/tags" Target="../tags/tag593.xml"/><Relationship Id="rId19" Type="http://schemas.openxmlformats.org/officeDocument/2006/relationships/image" Target="../media/image3.png"/><Relationship Id="rId18" Type="http://schemas.openxmlformats.org/officeDocument/2006/relationships/tags" Target="../tags/tag607.xml"/><Relationship Id="rId17" Type="http://schemas.openxmlformats.org/officeDocument/2006/relationships/tags" Target="../tags/tag606.xml"/><Relationship Id="rId16" Type="http://schemas.openxmlformats.org/officeDocument/2006/relationships/tags" Target="../tags/tag605.xml"/><Relationship Id="rId15" Type="http://schemas.openxmlformats.org/officeDocument/2006/relationships/tags" Target="../tags/tag604.xml"/><Relationship Id="rId14" Type="http://schemas.openxmlformats.org/officeDocument/2006/relationships/tags" Target="../tags/tag603.xml"/><Relationship Id="rId13" Type="http://schemas.openxmlformats.org/officeDocument/2006/relationships/image" Target="../media/image2.png"/><Relationship Id="rId12" Type="http://schemas.openxmlformats.org/officeDocument/2006/relationships/tags" Target="../tags/tag602.xml"/><Relationship Id="rId11" Type="http://schemas.openxmlformats.org/officeDocument/2006/relationships/tags" Target="../tags/tag601.xml"/><Relationship Id="rId10" Type="http://schemas.openxmlformats.org/officeDocument/2006/relationships/tags" Target="../tags/tag600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19.xml"/><Relationship Id="rId8" Type="http://schemas.openxmlformats.org/officeDocument/2006/relationships/tags" Target="../tags/tag618.xml"/><Relationship Id="rId74" Type="http://schemas.openxmlformats.org/officeDocument/2006/relationships/notesSlide" Target="../notesSlides/notesSlide3.xml"/><Relationship Id="rId73" Type="http://schemas.openxmlformats.org/officeDocument/2006/relationships/slideLayout" Target="../slideLayouts/slideLayout11.xml"/><Relationship Id="rId72" Type="http://schemas.openxmlformats.org/officeDocument/2006/relationships/tags" Target="../tags/tag681.xml"/><Relationship Id="rId71" Type="http://schemas.openxmlformats.org/officeDocument/2006/relationships/image" Target="../media/image4.png"/><Relationship Id="rId70" Type="http://schemas.openxmlformats.org/officeDocument/2006/relationships/tags" Target="../tags/tag680.xml"/><Relationship Id="rId7" Type="http://schemas.openxmlformats.org/officeDocument/2006/relationships/tags" Target="../tags/tag617.xml"/><Relationship Id="rId69" Type="http://schemas.openxmlformats.org/officeDocument/2006/relationships/tags" Target="../tags/tag679.xml"/><Relationship Id="rId68" Type="http://schemas.openxmlformats.org/officeDocument/2006/relationships/tags" Target="../tags/tag678.xml"/><Relationship Id="rId67" Type="http://schemas.openxmlformats.org/officeDocument/2006/relationships/tags" Target="../tags/tag677.xml"/><Relationship Id="rId66" Type="http://schemas.openxmlformats.org/officeDocument/2006/relationships/tags" Target="../tags/tag676.xml"/><Relationship Id="rId65" Type="http://schemas.openxmlformats.org/officeDocument/2006/relationships/tags" Target="../tags/tag675.xml"/><Relationship Id="rId64" Type="http://schemas.openxmlformats.org/officeDocument/2006/relationships/tags" Target="../tags/tag674.xml"/><Relationship Id="rId63" Type="http://schemas.openxmlformats.org/officeDocument/2006/relationships/tags" Target="../tags/tag673.xml"/><Relationship Id="rId62" Type="http://schemas.openxmlformats.org/officeDocument/2006/relationships/tags" Target="../tags/tag672.xml"/><Relationship Id="rId61" Type="http://schemas.openxmlformats.org/officeDocument/2006/relationships/tags" Target="../tags/tag671.xml"/><Relationship Id="rId60" Type="http://schemas.openxmlformats.org/officeDocument/2006/relationships/tags" Target="../tags/tag670.xml"/><Relationship Id="rId6" Type="http://schemas.openxmlformats.org/officeDocument/2006/relationships/tags" Target="../tags/tag616.xml"/><Relationship Id="rId59" Type="http://schemas.openxmlformats.org/officeDocument/2006/relationships/tags" Target="../tags/tag669.xml"/><Relationship Id="rId58" Type="http://schemas.openxmlformats.org/officeDocument/2006/relationships/tags" Target="../tags/tag668.xml"/><Relationship Id="rId57" Type="http://schemas.openxmlformats.org/officeDocument/2006/relationships/tags" Target="../tags/tag667.xml"/><Relationship Id="rId56" Type="http://schemas.openxmlformats.org/officeDocument/2006/relationships/tags" Target="../tags/tag666.xml"/><Relationship Id="rId55" Type="http://schemas.openxmlformats.org/officeDocument/2006/relationships/tags" Target="../tags/tag665.xml"/><Relationship Id="rId54" Type="http://schemas.openxmlformats.org/officeDocument/2006/relationships/tags" Target="../tags/tag664.xml"/><Relationship Id="rId53" Type="http://schemas.openxmlformats.org/officeDocument/2006/relationships/tags" Target="../tags/tag663.xml"/><Relationship Id="rId52" Type="http://schemas.openxmlformats.org/officeDocument/2006/relationships/tags" Target="../tags/tag662.xml"/><Relationship Id="rId51" Type="http://schemas.openxmlformats.org/officeDocument/2006/relationships/tags" Target="../tags/tag661.xml"/><Relationship Id="rId50" Type="http://schemas.openxmlformats.org/officeDocument/2006/relationships/tags" Target="../tags/tag660.xml"/><Relationship Id="rId5" Type="http://schemas.openxmlformats.org/officeDocument/2006/relationships/tags" Target="../tags/tag615.xml"/><Relationship Id="rId49" Type="http://schemas.openxmlformats.org/officeDocument/2006/relationships/tags" Target="../tags/tag659.xml"/><Relationship Id="rId48" Type="http://schemas.openxmlformats.org/officeDocument/2006/relationships/tags" Target="../tags/tag658.xml"/><Relationship Id="rId47" Type="http://schemas.openxmlformats.org/officeDocument/2006/relationships/tags" Target="../tags/tag657.xml"/><Relationship Id="rId46" Type="http://schemas.openxmlformats.org/officeDocument/2006/relationships/tags" Target="../tags/tag656.xml"/><Relationship Id="rId45" Type="http://schemas.openxmlformats.org/officeDocument/2006/relationships/tags" Target="../tags/tag655.xml"/><Relationship Id="rId44" Type="http://schemas.openxmlformats.org/officeDocument/2006/relationships/tags" Target="../tags/tag654.xml"/><Relationship Id="rId43" Type="http://schemas.openxmlformats.org/officeDocument/2006/relationships/tags" Target="../tags/tag653.xml"/><Relationship Id="rId42" Type="http://schemas.openxmlformats.org/officeDocument/2006/relationships/tags" Target="../tags/tag652.xml"/><Relationship Id="rId41" Type="http://schemas.openxmlformats.org/officeDocument/2006/relationships/tags" Target="../tags/tag651.xml"/><Relationship Id="rId40" Type="http://schemas.openxmlformats.org/officeDocument/2006/relationships/tags" Target="../tags/tag650.xml"/><Relationship Id="rId4" Type="http://schemas.openxmlformats.org/officeDocument/2006/relationships/tags" Target="../tags/tag614.xml"/><Relationship Id="rId39" Type="http://schemas.openxmlformats.org/officeDocument/2006/relationships/tags" Target="../tags/tag649.xml"/><Relationship Id="rId38" Type="http://schemas.openxmlformats.org/officeDocument/2006/relationships/tags" Target="../tags/tag648.xml"/><Relationship Id="rId37" Type="http://schemas.openxmlformats.org/officeDocument/2006/relationships/tags" Target="../tags/tag647.xml"/><Relationship Id="rId36" Type="http://schemas.openxmlformats.org/officeDocument/2006/relationships/tags" Target="../tags/tag646.xml"/><Relationship Id="rId35" Type="http://schemas.openxmlformats.org/officeDocument/2006/relationships/tags" Target="../tags/tag645.xml"/><Relationship Id="rId34" Type="http://schemas.openxmlformats.org/officeDocument/2006/relationships/tags" Target="../tags/tag644.xml"/><Relationship Id="rId33" Type="http://schemas.openxmlformats.org/officeDocument/2006/relationships/tags" Target="../tags/tag643.xml"/><Relationship Id="rId32" Type="http://schemas.openxmlformats.org/officeDocument/2006/relationships/tags" Target="../tags/tag642.xml"/><Relationship Id="rId31" Type="http://schemas.openxmlformats.org/officeDocument/2006/relationships/tags" Target="../tags/tag641.xml"/><Relationship Id="rId30" Type="http://schemas.openxmlformats.org/officeDocument/2006/relationships/tags" Target="../tags/tag640.xml"/><Relationship Id="rId3" Type="http://schemas.openxmlformats.org/officeDocument/2006/relationships/tags" Target="../tags/tag613.xml"/><Relationship Id="rId29" Type="http://schemas.openxmlformats.org/officeDocument/2006/relationships/tags" Target="../tags/tag639.xml"/><Relationship Id="rId28" Type="http://schemas.openxmlformats.org/officeDocument/2006/relationships/tags" Target="../tags/tag638.xml"/><Relationship Id="rId27" Type="http://schemas.openxmlformats.org/officeDocument/2006/relationships/tags" Target="../tags/tag637.xml"/><Relationship Id="rId26" Type="http://schemas.openxmlformats.org/officeDocument/2006/relationships/tags" Target="../tags/tag636.xml"/><Relationship Id="rId25" Type="http://schemas.openxmlformats.org/officeDocument/2006/relationships/tags" Target="../tags/tag635.xml"/><Relationship Id="rId24" Type="http://schemas.openxmlformats.org/officeDocument/2006/relationships/tags" Target="../tags/tag634.xml"/><Relationship Id="rId23" Type="http://schemas.openxmlformats.org/officeDocument/2006/relationships/tags" Target="../tags/tag633.xml"/><Relationship Id="rId22" Type="http://schemas.openxmlformats.org/officeDocument/2006/relationships/tags" Target="../tags/tag632.xml"/><Relationship Id="rId21" Type="http://schemas.openxmlformats.org/officeDocument/2006/relationships/tags" Target="../tags/tag631.xml"/><Relationship Id="rId20" Type="http://schemas.openxmlformats.org/officeDocument/2006/relationships/tags" Target="../tags/tag630.xml"/><Relationship Id="rId2" Type="http://schemas.openxmlformats.org/officeDocument/2006/relationships/tags" Target="../tags/tag612.xml"/><Relationship Id="rId19" Type="http://schemas.openxmlformats.org/officeDocument/2006/relationships/tags" Target="../tags/tag629.xml"/><Relationship Id="rId18" Type="http://schemas.openxmlformats.org/officeDocument/2006/relationships/tags" Target="../tags/tag628.xml"/><Relationship Id="rId17" Type="http://schemas.openxmlformats.org/officeDocument/2006/relationships/tags" Target="../tags/tag627.xml"/><Relationship Id="rId16" Type="http://schemas.openxmlformats.org/officeDocument/2006/relationships/tags" Target="../tags/tag626.xml"/><Relationship Id="rId15" Type="http://schemas.openxmlformats.org/officeDocument/2006/relationships/tags" Target="../tags/tag625.xml"/><Relationship Id="rId14" Type="http://schemas.openxmlformats.org/officeDocument/2006/relationships/tags" Target="../tags/tag624.xml"/><Relationship Id="rId13" Type="http://schemas.openxmlformats.org/officeDocument/2006/relationships/tags" Target="../tags/tag623.xml"/><Relationship Id="rId12" Type="http://schemas.openxmlformats.org/officeDocument/2006/relationships/tags" Target="../tags/tag622.xml"/><Relationship Id="rId11" Type="http://schemas.openxmlformats.org/officeDocument/2006/relationships/tags" Target="../tags/tag621.xml"/><Relationship Id="rId10" Type="http://schemas.openxmlformats.org/officeDocument/2006/relationships/tags" Target="../tags/tag620.xml"/><Relationship Id="rId1" Type="http://schemas.openxmlformats.org/officeDocument/2006/relationships/tags" Target="../tags/tag61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89.xml"/><Relationship Id="rId7" Type="http://schemas.openxmlformats.org/officeDocument/2006/relationships/tags" Target="../tags/tag688.xml"/><Relationship Id="rId6" Type="http://schemas.openxmlformats.org/officeDocument/2006/relationships/tags" Target="../tags/tag687.xml"/><Relationship Id="rId5" Type="http://schemas.openxmlformats.org/officeDocument/2006/relationships/tags" Target="../tags/tag686.xml"/><Relationship Id="rId4" Type="http://schemas.openxmlformats.org/officeDocument/2006/relationships/tags" Target="../tags/tag685.xml"/><Relationship Id="rId3" Type="http://schemas.openxmlformats.org/officeDocument/2006/relationships/tags" Target="../tags/tag684.xml"/><Relationship Id="rId2" Type="http://schemas.openxmlformats.org/officeDocument/2006/relationships/tags" Target="../tags/tag683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68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695.xml"/><Relationship Id="rId7" Type="http://schemas.openxmlformats.org/officeDocument/2006/relationships/image" Target="../media/image5.jpeg"/><Relationship Id="rId6" Type="http://schemas.openxmlformats.org/officeDocument/2006/relationships/image" Target="../media/image3.png"/><Relationship Id="rId5" Type="http://schemas.openxmlformats.org/officeDocument/2006/relationships/tags" Target="../tags/tag694.xml"/><Relationship Id="rId4" Type="http://schemas.openxmlformats.org/officeDocument/2006/relationships/tags" Target="../tags/tag693.xml"/><Relationship Id="rId3" Type="http://schemas.openxmlformats.org/officeDocument/2006/relationships/tags" Target="../tags/tag692.xml"/><Relationship Id="rId2" Type="http://schemas.openxmlformats.org/officeDocument/2006/relationships/tags" Target="../tags/tag691.xml"/><Relationship Id="rId17" Type="http://schemas.openxmlformats.org/officeDocument/2006/relationships/notesSlide" Target="../notesSlides/notesSlide5.xml"/><Relationship Id="rId16" Type="http://schemas.openxmlformats.org/officeDocument/2006/relationships/slideLayout" Target="../slideLayouts/slideLayout11.xml"/><Relationship Id="rId15" Type="http://schemas.openxmlformats.org/officeDocument/2006/relationships/tags" Target="../tags/tag699.xml"/><Relationship Id="rId14" Type="http://schemas.openxmlformats.org/officeDocument/2006/relationships/tags" Target="../tags/tag698.xml"/><Relationship Id="rId13" Type="http://schemas.openxmlformats.org/officeDocument/2006/relationships/tags" Target="../tags/tag697.xml"/><Relationship Id="rId12" Type="http://schemas.openxmlformats.org/officeDocument/2006/relationships/tags" Target="../tags/tag696.xml"/><Relationship Id="rId11" Type="http://schemas.openxmlformats.org/officeDocument/2006/relationships/image" Target="../media/image8.png"/><Relationship Id="rId10" Type="http://schemas.openxmlformats.org/officeDocument/2006/relationships/image" Target="../media/image7.png"/><Relationship Id="rId1" Type="http://schemas.openxmlformats.org/officeDocument/2006/relationships/tags" Target="../tags/tag69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07.xml"/><Relationship Id="rId8" Type="http://schemas.openxmlformats.org/officeDocument/2006/relationships/tags" Target="../tags/tag706.xml"/><Relationship Id="rId7" Type="http://schemas.openxmlformats.org/officeDocument/2006/relationships/tags" Target="../tags/tag705.xml"/><Relationship Id="rId6" Type="http://schemas.openxmlformats.org/officeDocument/2006/relationships/tags" Target="../tags/tag704.xml"/><Relationship Id="rId5" Type="http://schemas.openxmlformats.org/officeDocument/2006/relationships/tags" Target="../tags/tag703.xml"/><Relationship Id="rId4" Type="http://schemas.openxmlformats.org/officeDocument/2006/relationships/tags" Target="../tags/tag702.xml"/><Relationship Id="rId3" Type="http://schemas.openxmlformats.org/officeDocument/2006/relationships/tags" Target="../tags/tag701.xml"/><Relationship Id="rId25" Type="http://schemas.openxmlformats.org/officeDocument/2006/relationships/notesSlide" Target="../notesSlides/notesSlide6.xml"/><Relationship Id="rId24" Type="http://schemas.openxmlformats.org/officeDocument/2006/relationships/slideLayout" Target="../slideLayouts/slideLayout11.xml"/><Relationship Id="rId23" Type="http://schemas.openxmlformats.org/officeDocument/2006/relationships/tags" Target="../tags/tag721.xml"/><Relationship Id="rId22" Type="http://schemas.openxmlformats.org/officeDocument/2006/relationships/tags" Target="../tags/tag720.xml"/><Relationship Id="rId21" Type="http://schemas.openxmlformats.org/officeDocument/2006/relationships/tags" Target="../tags/tag719.xml"/><Relationship Id="rId20" Type="http://schemas.openxmlformats.org/officeDocument/2006/relationships/tags" Target="../tags/tag718.xml"/><Relationship Id="rId2" Type="http://schemas.openxmlformats.org/officeDocument/2006/relationships/tags" Target="../tags/tag700.xml"/><Relationship Id="rId19" Type="http://schemas.openxmlformats.org/officeDocument/2006/relationships/tags" Target="../tags/tag717.xml"/><Relationship Id="rId18" Type="http://schemas.openxmlformats.org/officeDocument/2006/relationships/tags" Target="../tags/tag716.xml"/><Relationship Id="rId17" Type="http://schemas.openxmlformats.org/officeDocument/2006/relationships/tags" Target="../tags/tag715.xml"/><Relationship Id="rId16" Type="http://schemas.openxmlformats.org/officeDocument/2006/relationships/tags" Target="../tags/tag714.xml"/><Relationship Id="rId15" Type="http://schemas.openxmlformats.org/officeDocument/2006/relationships/tags" Target="../tags/tag713.xml"/><Relationship Id="rId14" Type="http://schemas.openxmlformats.org/officeDocument/2006/relationships/tags" Target="../tags/tag712.xml"/><Relationship Id="rId13" Type="http://schemas.openxmlformats.org/officeDocument/2006/relationships/tags" Target="../tags/tag711.xml"/><Relationship Id="rId12" Type="http://schemas.openxmlformats.org/officeDocument/2006/relationships/tags" Target="../tags/tag710.xml"/><Relationship Id="rId11" Type="http://schemas.openxmlformats.org/officeDocument/2006/relationships/tags" Target="../tags/tag709.xml"/><Relationship Id="rId10" Type="http://schemas.openxmlformats.org/officeDocument/2006/relationships/tags" Target="../tags/tag708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1.xml"/><Relationship Id="rId6" Type="http://schemas.openxmlformats.org/officeDocument/2006/relationships/tags" Target="../tags/tag727.xml"/><Relationship Id="rId5" Type="http://schemas.openxmlformats.org/officeDocument/2006/relationships/tags" Target="../tags/tag726.xml"/><Relationship Id="rId4" Type="http://schemas.openxmlformats.org/officeDocument/2006/relationships/tags" Target="../tags/tag725.xml"/><Relationship Id="rId3" Type="http://schemas.openxmlformats.org/officeDocument/2006/relationships/tags" Target="../tags/tag724.xml"/><Relationship Id="rId2" Type="http://schemas.openxmlformats.org/officeDocument/2006/relationships/tags" Target="../tags/tag723.xml"/><Relationship Id="rId1" Type="http://schemas.openxmlformats.org/officeDocument/2006/relationships/tags" Target="../tags/tag72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34.xml"/><Relationship Id="rId8" Type="http://schemas.openxmlformats.org/officeDocument/2006/relationships/image" Target="../media/image11.png"/><Relationship Id="rId7" Type="http://schemas.openxmlformats.org/officeDocument/2006/relationships/tags" Target="../tags/tag733.xml"/><Relationship Id="rId6" Type="http://schemas.openxmlformats.org/officeDocument/2006/relationships/tags" Target="../tags/tag732.xml"/><Relationship Id="rId5" Type="http://schemas.openxmlformats.org/officeDocument/2006/relationships/tags" Target="../tags/tag731.xml"/><Relationship Id="rId4" Type="http://schemas.openxmlformats.org/officeDocument/2006/relationships/tags" Target="../tags/tag730.xml"/><Relationship Id="rId3" Type="http://schemas.openxmlformats.org/officeDocument/2006/relationships/tags" Target="../tags/tag729.xml"/><Relationship Id="rId2" Type="http://schemas.openxmlformats.org/officeDocument/2006/relationships/image" Target="../media/image10.png"/><Relationship Id="rId16" Type="http://schemas.openxmlformats.org/officeDocument/2006/relationships/slideLayout" Target="../slideLayouts/slideLayout11.xml"/><Relationship Id="rId15" Type="http://schemas.openxmlformats.org/officeDocument/2006/relationships/tags" Target="../tags/tag739.xml"/><Relationship Id="rId14" Type="http://schemas.openxmlformats.org/officeDocument/2006/relationships/tags" Target="../tags/tag738.xml"/><Relationship Id="rId13" Type="http://schemas.openxmlformats.org/officeDocument/2006/relationships/image" Target="../media/image12.png"/><Relationship Id="rId12" Type="http://schemas.openxmlformats.org/officeDocument/2006/relationships/tags" Target="../tags/tag737.xml"/><Relationship Id="rId11" Type="http://schemas.openxmlformats.org/officeDocument/2006/relationships/tags" Target="../tags/tag736.xml"/><Relationship Id="rId10" Type="http://schemas.openxmlformats.org/officeDocument/2006/relationships/tags" Target="../tags/tag735.xml"/><Relationship Id="rId1" Type="http://schemas.openxmlformats.org/officeDocument/2006/relationships/tags" Target="../tags/tag72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tags" Target="../tags/tag746.xml"/><Relationship Id="rId7" Type="http://schemas.openxmlformats.org/officeDocument/2006/relationships/tags" Target="../tags/tag745.xml"/><Relationship Id="rId6" Type="http://schemas.openxmlformats.org/officeDocument/2006/relationships/tags" Target="../tags/tag744.xml"/><Relationship Id="rId5" Type="http://schemas.openxmlformats.org/officeDocument/2006/relationships/image" Target="../media/image13.png"/><Relationship Id="rId4" Type="http://schemas.openxmlformats.org/officeDocument/2006/relationships/tags" Target="../tags/tag743.xml"/><Relationship Id="rId3" Type="http://schemas.openxmlformats.org/officeDocument/2006/relationships/tags" Target="../tags/tag742.xml"/><Relationship Id="rId2" Type="http://schemas.openxmlformats.org/officeDocument/2006/relationships/tags" Target="../tags/tag741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748.xml"/><Relationship Id="rId11" Type="http://schemas.openxmlformats.org/officeDocument/2006/relationships/tags" Target="../tags/tag747.xml"/><Relationship Id="rId10" Type="http://schemas.openxmlformats.org/officeDocument/2006/relationships/image" Target="../media/image15.png"/><Relationship Id="rId1" Type="http://schemas.openxmlformats.org/officeDocument/2006/relationships/tags" Target="../tags/tag74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tags" Target="../tags/tag753.xml"/><Relationship Id="rId6" Type="http://schemas.openxmlformats.org/officeDocument/2006/relationships/tags" Target="../tags/tag752.xml"/><Relationship Id="rId5" Type="http://schemas.openxmlformats.org/officeDocument/2006/relationships/tags" Target="../tags/tag751.xml"/><Relationship Id="rId4" Type="http://schemas.openxmlformats.org/officeDocument/2006/relationships/image" Target="../media/image17.svg"/><Relationship Id="rId3" Type="http://schemas.openxmlformats.org/officeDocument/2006/relationships/image" Target="../media/image16.jpeg"/><Relationship Id="rId2" Type="http://schemas.openxmlformats.org/officeDocument/2006/relationships/tags" Target="../tags/tag750.xml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756.xml"/><Relationship Id="rId11" Type="http://schemas.openxmlformats.org/officeDocument/2006/relationships/tags" Target="../tags/tag755.xml"/><Relationship Id="rId10" Type="http://schemas.openxmlformats.org/officeDocument/2006/relationships/tags" Target="../tags/tag754.xml"/><Relationship Id="rId1" Type="http://schemas.openxmlformats.org/officeDocument/2006/relationships/tags" Target="../tags/tag74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62.xml"/><Relationship Id="rId8" Type="http://schemas.openxmlformats.org/officeDocument/2006/relationships/tags" Target="../tags/tag761.xml"/><Relationship Id="rId7" Type="http://schemas.openxmlformats.org/officeDocument/2006/relationships/tags" Target="../tags/tag760.xml"/><Relationship Id="rId6" Type="http://schemas.openxmlformats.org/officeDocument/2006/relationships/tags" Target="../tags/tag759.xml"/><Relationship Id="rId5" Type="http://schemas.openxmlformats.org/officeDocument/2006/relationships/image" Target="../media/image20.jpeg"/><Relationship Id="rId4" Type="http://schemas.openxmlformats.org/officeDocument/2006/relationships/image" Target="../media/image17.svg"/><Relationship Id="rId3" Type="http://schemas.openxmlformats.org/officeDocument/2006/relationships/image" Target="../media/image16.jpeg"/><Relationship Id="rId2" Type="http://schemas.openxmlformats.org/officeDocument/2006/relationships/tags" Target="../tags/tag758.xml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75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68.xml"/><Relationship Id="rId8" Type="http://schemas.openxmlformats.org/officeDocument/2006/relationships/tags" Target="../tags/tag767.xml"/><Relationship Id="rId7" Type="http://schemas.openxmlformats.org/officeDocument/2006/relationships/tags" Target="../tags/tag766.xml"/><Relationship Id="rId6" Type="http://schemas.openxmlformats.org/officeDocument/2006/relationships/tags" Target="../tags/tag765.xml"/><Relationship Id="rId5" Type="http://schemas.openxmlformats.org/officeDocument/2006/relationships/image" Target="../media/image21.jpeg"/><Relationship Id="rId4" Type="http://schemas.openxmlformats.org/officeDocument/2006/relationships/image" Target="../media/image17.svg"/><Relationship Id="rId3" Type="http://schemas.openxmlformats.org/officeDocument/2006/relationships/image" Target="../media/image16.jpeg"/><Relationship Id="rId2" Type="http://schemas.openxmlformats.org/officeDocument/2006/relationships/tags" Target="../tags/tag764.xml"/><Relationship Id="rId18" Type="http://schemas.openxmlformats.org/officeDocument/2006/relationships/notesSlide" Target="../notesSlides/notesSlide9.xml"/><Relationship Id="rId17" Type="http://schemas.openxmlformats.org/officeDocument/2006/relationships/slideLayout" Target="../slideLayouts/slideLayout11.xml"/><Relationship Id="rId16" Type="http://schemas.openxmlformats.org/officeDocument/2006/relationships/tags" Target="../tags/tag775.xml"/><Relationship Id="rId15" Type="http://schemas.openxmlformats.org/officeDocument/2006/relationships/tags" Target="../tags/tag774.xml"/><Relationship Id="rId14" Type="http://schemas.openxmlformats.org/officeDocument/2006/relationships/tags" Target="../tags/tag773.xml"/><Relationship Id="rId13" Type="http://schemas.openxmlformats.org/officeDocument/2006/relationships/tags" Target="../tags/tag772.xml"/><Relationship Id="rId12" Type="http://schemas.openxmlformats.org/officeDocument/2006/relationships/tags" Target="../tags/tag771.xml"/><Relationship Id="rId11" Type="http://schemas.openxmlformats.org/officeDocument/2006/relationships/tags" Target="../tags/tag770.xml"/><Relationship Id="rId10" Type="http://schemas.openxmlformats.org/officeDocument/2006/relationships/tags" Target="../tags/tag769.xml"/><Relationship Id="rId1" Type="http://schemas.openxmlformats.org/officeDocument/2006/relationships/tags" Target="../tags/tag76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jpeg"/><Relationship Id="rId8" Type="http://schemas.openxmlformats.org/officeDocument/2006/relationships/image" Target="../media/image22.jpeg"/><Relationship Id="rId7" Type="http://schemas.openxmlformats.org/officeDocument/2006/relationships/tags" Target="../tags/tag781.xml"/><Relationship Id="rId6" Type="http://schemas.openxmlformats.org/officeDocument/2006/relationships/tags" Target="../tags/tag780.xml"/><Relationship Id="rId5" Type="http://schemas.openxmlformats.org/officeDocument/2006/relationships/tags" Target="../tags/tag779.xml"/><Relationship Id="rId4" Type="http://schemas.openxmlformats.org/officeDocument/2006/relationships/image" Target="../media/image18.png"/><Relationship Id="rId3" Type="http://schemas.openxmlformats.org/officeDocument/2006/relationships/tags" Target="../tags/tag778.xml"/><Relationship Id="rId2" Type="http://schemas.openxmlformats.org/officeDocument/2006/relationships/tags" Target="../tags/tag777.xml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11.xml"/><Relationship Id="rId13" Type="http://schemas.openxmlformats.org/officeDocument/2006/relationships/tags" Target="../tags/tag784.xml"/><Relationship Id="rId12" Type="http://schemas.openxmlformats.org/officeDocument/2006/relationships/tags" Target="../tags/tag783.xml"/><Relationship Id="rId11" Type="http://schemas.openxmlformats.org/officeDocument/2006/relationships/tags" Target="../tags/tag782.xml"/><Relationship Id="rId10" Type="http://schemas.openxmlformats.org/officeDocument/2006/relationships/image" Target="../media/image24.jpeg"/><Relationship Id="rId1" Type="http://schemas.openxmlformats.org/officeDocument/2006/relationships/tags" Target="../tags/tag77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791.xml"/><Relationship Id="rId8" Type="http://schemas.openxmlformats.org/officeDocument/2006/relationships/tags" Target="../tags/tag790.xml"/><Relationship Id="rId7" Type="http://schemas.openxmlformats.org/officeDocument/2006/relationships/tags" Target="../tags/tag789.xml"/><Relationship Id="rId6" Type="http://schemas.openxmlformats.org/officeDocument/2006/relationships/tags" Target="../tags/tag788.xml"/><Relationship Id="rId5" Type="http://schemas.openxmlformats.org/officeDocument/2006/relationships/tags" Target="../tags/tag787.xml"/><Relationship Id="rId4" Type="http://schemas.openxmlformats.org/officeDocument/2006/relationships/tags" Target="../tags/tag786.xml"/><Relationship Id="rId3" Type="http://schemas.openxmlformats.org/officeDocument/2006/relationships/tags" Target="../tags/tag785.xml"/><Relationship Id="rId2" Type="http://schemas.openxmlformats.org/officeDocument/2006/relationships/image" Target="../media/image26.jpeg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792.xml"/><Relationship Id="rId1" Type="http://schemas.openxmlformats.org/officeDocument/2006/relationships/image" Target="../media/image25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1.xml"/><Relationship Id="rId7" Type="http://schemas.openxmlformats.org/officeDocument/2006/relationships/tags" Target="../tags/tag797.xml"/><Relationship Id="rId6" Type="http://schemas.openxmlformats.org/officeDocument/2006/relationships/tags" Target="../tags/tag796.xml"/><Relationship Id="rId5" Type="http://schemas.openxmlformats.org/officeDocument/2006/relationships/tags" Target="../tags/tag795.xml"/><Relationship Id="rId4" Type="http://schemas.openxmlformats.org/officeDocument/2006/relationships/image" Target="../media/image28.jpeg"/><Relationship Id="rId3" Type="http://schemas.openxmlformats.org/officeDocument/2006/relationships/image" Target="../media/image27.jpeg"/><Relationship Id="rId2" Type="http://schemas.openxmlformats.org/officeDocument/2006/relationships/tags" Target="../tags/tag794.xml"/><Relationship Id="rId1" Type="http://schemas.openxmlformats.org/officeDocument/2006/relationships/tags" Target="../tags/tag79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806.xml"/><Relationship Id="rId8" Type="http://schemas.openxmlformats.org/officeDocument/2006/relationships/tags" Target="../tags/tag805.xml"/><Relationship Id="rId7" Type="http://schemas.openxmlformats.org/officeDocument/2006/relationships/tags" Target="../tags/tag804.xml"/><Relationship Id="rId6" Type="http://schemas.openxmlformats.org/officeDocument/2006/relationships/tags" Target="../tags/tag803.xml"/><Relationship Id="rId5" Type="http://schemas.openxmlformats.org/officeDocument/2006/relationships/tags" Target="../tags/tag802.xml"/><Relationship Id="rId4" Type="http://schemas.openxmlformats.org/officeDocument/2006/relationships/tags" Target="../tags/tag801.xml"/><Relationship Id="rId3" Type="http://schemas.openxmlformats.org/officeDocument/2006/relationships/tags" Target="../tags/tag800.xml"/><Relationship Id="rId2" Type="http://schemas.openxmlformats.org/officeDocument/2006/relationships/tags" Target="../tags/tag799.xml"/><Relationship Id="rId17" Type="http://schemas.openxmlformats.org/officeDocument/2006/relationships/notesSlide" Target="../notesSlides/notesSlide13.xml"/><Relationship Id="rId16" Type="http://schemas.openxmlformats.org/officeDocument/2006/relationships/slideLayout" Target="../slideLayouts/slideLayout11.xml"/><Relationship Id="rId15" Type="http://schemas.openxmlformats.org/officeDocument/2006/relationships/tags" Target="../tags/tag811.xml"/><Relationship Id="rId14" Type="http://schemas.openxmlformats.org/officeDocument/2006/relationships/tags" Target="../tags/tag810.xml"/><Relationship Id="rId13" Type="http://schemas.openxmlformats.org/officeDocument/2006/relationships/image" Target="../media/image29.jpeg"/><Relationship Id="rId12" Type="http://schemas.openxmlformats.org/officeDocument/2006/relationships/tags" Target="../tags/tag809.xml"/><Relationship Id="rId11" Type="http://schemas.openxmlformats.org/officeDocument/2006/relationships/tags" Target="../tags/tag808.xml"/><Relationship Id="rId10" Type="http://schemas.openxmlformats.org/officeDocument/2006/relationships/tags" Target="../tags/tag807.xml"/><Relationship Id="rId1" Type="http://schemas.openxmlformats.org/officeDocument/2006/relationships/tags" Target="../tags/tag798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820.xml"/><Relationship Id="rId8" Type="http://schemas.openxmlformats.org/officeDocument/2006/relationships/tags" Target="../tags/tag819.xml"/><Relationship Id="rId7" Type="http://schemas.openxmlformats.org/officeDocument/2006/relationships/tags" Target="../tags/tag818.xml"/><Relationship Id="rId6" Type="http://schemas.openxmlformats.org/officeDocument/2006/relationships/tags" Target="../tags/tag817.xml"/><Relationship Id="rId51" Type="http://schemas.openxmlformats.org/officeDocument/2006/relationships/notesSlide" Target="../notesSlides/notesSlide14.xml"/><Relationship Id="rId50" Type="http://schemas.openxmlformats.org/officeDocument/2006/relationships/slideLayout" Target="../slideLayouts/slideLayout11.xml"/><Relationship Id="rId5" Type="http://schemas.openxmlformats.org/officeDocument/2006/relationships/tags" Target="../tags/tag816.xml"/><Relationship Id="rId49" Type="http://schemas.openxmlformats.org/officeDocument/2006/relationships/tags" Target="../tags/tag858.xml"/><Relationship Id="rId48" Type="http://schemas.openxmlformats.org/officeDocument/2006/relationships/image" Target="../media/image31.jpeg"/><Relationship Id="rId47" Type="http://schemas.openxmlformats.org/officeDocument/2006/relationships/image" Target="../media/image30.jpeg"/><Relationship Id="rId46" Type="http://schemas.openxmlformats.org/officeDocument/2006/relationships/tags" Target="../tags/tag857.xml"/><Relationship Id="rId45" Type="http://schemas.openxmlformats.org/officeDocument/2006/relationships/tags" Target="../tags/tag856.xml"/><Relationship Id="rId44" Type="http://schemas.openxmlformats.org/officeDocument/2006/relationships/tags" Target="../tags/tag855.xml"/><Relationship Id="rId43" Type="http://schemas.openxmlformats.org/officeDocument/2006/relationships/tags" Target="../tags/tag854.xml"/><Relationship Id="rId42" Type="http://schemas.openxmlformats.org/officeDocument/2006/relationships/tags" Target="../tags/tag853.xml"/><Relationship Id="rId41" Type="http://schemas.openxmlformats.org/officeDocument/2006/relationships/tags" Target="../tags/tag852.xml"/><Relationship Id="rId40" Type="http://schemas.openxmlformats.org/officeDocument/2006/relationships/tags" Target="../tags/tag851.xml"/><Relationship Id="rId4" Type="http://schemas.openxmlformats.org/officeDocument/2006/relationships/tags" Target="../tags/tag815.xml"/><Relationship Id="rId39" Type="http://schemas.openxmlformats.org/officeDocument/2006/relationships/tags" Target="../tags/tag850.xml"/><Relationship Id="rId38" Type="http://schemas.openxmlformats.org/officeDocument/2006/relationships/tags" Target="../tags/tag849.xml"/><Relationship Id="rId37" Type="http://schemas.openxmlformats.org/officeDocument/2006/relationships/tags" Target="../tags/tag848.xml"/><Relationship Id="rId36" Type="http://schemas.openxmlformats.org/officeDocument/2006/relationships/tags" Target="../tags/tag847.xml"/><Relationship Id="rId35" Type="http://schemas.openxmlformats.org/officeDocument/2006/relationships/tags" Target="../tags/tag846.xml"/><Relationship Id="rId34" Type="http://schemas.openxmlformats.org/officeDocument/2006/relationships/tags" Target="../tags/tag845.xml"/><Relationship Id="rId33" Type="http://schemas.openxmlformats.org/officeDocument/2006/relationships/tags" Target="../tags/tag844.xml"/><Relationship Id="rId32" Type="http://schemas.openxmlformats.org/officeDocument/2006/relationships/tags" Target="../tags/tag843.xml"/><Relationship Id="rId31" Type="http://schemas.openxmlformats.org/officeDocument/2006/relationships/tags" Target="../tags/tag842.xml"/><Relationship Id="rId30" Type="http://schemas.openxmlformats.org/officeDocument/2006/relationships/tags" Target="../tags/tag841.xml"/><Relationship Id="rId3" Type="http://schemas.openxmlformats.org/officeDocument/2006/relationships/tags" Target="../tags/tag814.xml"/><Relationship Id="rId29" Type="http://schemas.openxmlformats.org/officeDocument/2006/relationships/tags" Target="../tags/tag840.xml"/><Relationship Id="rId28" Type="http://schemas.openxmlformats.org/officeDocument/2006/relationships/tags" Target="../tags/tag839.xml"/><Relationship Id="rId27" Type="http://schemas.openxmlformats.org/officeDocument/2006/relationships/tags" Target="../tags/tag838.xml"/><Relationship Id="rId26" Type="http://schemas.openxmlformats.org/officeDocument/2006/relationships/tags" Target="../tags/tag837.xml"/><Relationship Id="rId25" Type="http://schemas.openxmlformats.org/officeDocument/2006/relationships/tags" Target="../tags/tag836.xml"/><Relationship Id="rId24" Type="http://schemas.openxmlformats.org/officeDocument/2006/relationships/tags" Target="../tags/tag835.xml"/><Relationship Id="rId23" Type="http://schemas.openxmlformats.org/officeDocument/2006/relationships/tags" Target="../tags/tag834.xml"/><Relationship Id="rId22" Type="http://schemas.openxmlformats.org/officeDocument/2006/relationships/tags" Target="../tags/tag833.xml"/><Relationship Id="rId21" Type="http://schemas.openxmlformats.org/officeDocument/2006/relationships/tags" Target="../tags/tag832.xml"/><Relationship Id="rId20" Type="http://schemas.openxmlformats.org/officeDocument/2006/relationships/tags" Target="../tags/tag831.xml"/><Relationship Id="rId2" Type="http://schemas.openxmlformats.org/officeDocument/2006/relationships/tags" Target="../tags/tag813.xml"/><Relationship Id="rId19" Type="http://schemas.openxmlformats.org/officeDocument/2006/relationships/tags" Target="../tags/tag830.xml"/><Relationship Id="rId18" Type="http://schemas.openxmlformats.org/officeDocument/2006/relationships/tags" Target="../tags/tag829.xml"/><Relationship Id="rId17" Type="http://schemas.openxmlformats.org/officeDocument/2006/relationships/tags" Target="../tags/tag828.xml"/><Relationship Id="rId16" Type="http://schemas.openxmlformats.org/officeDocument/2006/relationships/tags" Target="../tags/tag827.xml"/><Relationship Id="rId15" Type="http://schemas.openxmlformats.org/officeDocument/2006/relationships/tags" Target="../tags/tag826.xml"/><Relationship Id="rId14" Type="http://schemas.openxmlformats.org/officeDocument/2006/relationships/tags" Target="../tags/tag825.xml"/><Relationship Id="rId13" Type="http://schemas.openxmlformats.org/officeDocument/2006/relationships/tags" Target="../tags/tag824.xml"/><Relationship Id="rId12" Type="http://schemas.openxmlformats.org/officeDocument/2006/relationships/tags" Target="../tags/tag823.xml"/><Relationship Id="rId11" Type="http://schemas.openxmlformats.org/officeDocument/2006/relationships/tags" Target="../tags/tag822.xml"/><Relationship Id="rId10" Type="http://schemas.openxmlformats.org/officeDocument/2006/relationships/tags" Target="../tags/tag821.xml"/><Relationship Id="rId1" Type="http://schemas.openxmlformats.org/officeDocument/2006/relationships/tags" Target="../tags/tag81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60.xml"/><Relationship Id="rId1" Type="http://schemas.openxmlformats.org/officeDocument/2006/relationships/tags" Target="../tags/tag8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83970" y="2195830"/>
            <a:ext cx="9753600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企业门户网站简介</a:t>
            </a:r>
            <a:endParaRPr lang="zh-CN" altLang="en-US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4248760" y="35539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b="1" strike="noStrike" baseline="0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lang="zh-CN" altLang="en-US" sz="4400" b="1" strike="noStrike" baseline="0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377505" y="5348606"/>
            <a:ext cx="5547360" cy="648780"/>
            <a:chOff x="215700" y="5229588"/>
            <a:chExt cx="5547360" cy="648780"/>
          </a:xfrm>
        </p:grpSpPr>
        <p:grpSp>
          <p:nvGrpSpPr>
            <p:cNvPr id="3" name="组合 2"/>
            <p:cNvGrpSpPr/>
            <p:nvPr/>
          </p:nvGrpSpPr>
          <p:grpSpPr>
            <a:xfrm>
              <a:off x="215700" y="5229588"/>
              <a:ext cx="5547360" cy="509270"/>
              <a:chOff x="160302" y="5307692"/>
              <a:chExt cx="8798537" cy="826850"/>
            </a:xfrm>
          </p:grpSpPr>
          <p:sp>
            <p:nvSpPr>
              <p:cNvPr id="127" name="TextBox 31"/>
              <p:cNvSpPr txBox="1">
                <a:spLocks noChangeArrowheads="1"/>
              </p:cNvSpPr>
              <p:nvPr/>
            </p:nvSpPr>
            <p:spPr bwMode="auto">
              <a:xfrm>
                <a:off x="160302" y="5461309"/>
                <a:ext cx="8798537" cy="673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algn="ctr" eaLnBrk="1" hangingPunct="1"/>
                <a:r>
                  <a:rPr lang="en-US" altLang="zh-CN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Lato Black" panose="020F0A02020204030203" pitchFamily="34" charset="0"/>
                    <a:sym typeface="Arial" panose="020B0604020202020204" pitchFamily="34" charset="0"/>
                  </a:rPr>
                  <a:t>Web</a:t>
                </a:r>
                <a:r>
                  <a:rPr lang="zh-CN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Lato Black" panose="020F0A02020204030203" pitchFamily="34" charset="0"/>
                    <a:sym typeface="Arial" panose="020B0604020202020204" pitchFamily="34" charset="0"/>
                  </a:rPr>
                  <a:t>应用开发的常见场景</a:t>
                </a:r>
                <a:endParaRPr lang="id-ID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28" name="TextBox 30"/>
              <p:cNvSpPr txBox="1">
                <a:spLocks noChangeArrowheads="1"/>
              </p:cNvSpPr>
              <p:nvPr/>
            </p:nvSpPr>
            <p:spPr bwMode="auto">
              <a:xfrm>
                <a:off x="3250141" y="5307692"/>
                <a:ext cx="5589011" cy="368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</a:pPr>
                <a:endParaRPr lang="en-US" altLang="zh-CN" sz="1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Lato" panose="020F0502020204030203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8" name="Freeform 8"/>
            <p:cNvSpPr/>
            <p:nvPr/>
          </p:nvSpPr>
          <p:spPr bwMode="auto">
            <a:xfrm>
              <a:off x="590495" y="5326109"/>
              <a:ext cx="502395" cy="552259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400" b="1" ker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" name="Freeform 14"/>
            <p:cNvSpPr>
              <a:spLocks noEditPoints="1"/>
            </p:cNvSpPr>
            <p:nvPr/>
          </p:nvSpPr>
          <p:spPr bwMode="auto">
            <a:xfrm>
              <a:off x="714825" y="5418994"/>
              <a:ext cx="257215" cy="336508"/>
            </a:xfrm>
            <a:custGeom>
              <a:avLst/>
              <a:gdLst>
                <a:gd name="T0" fmla="*/ 95 w 723"/>
                <a:gd name="T1" fmla="*/ 160 h 986"/>
                <a:gd name="T2" fmla="*/ 80 w 723"/>
                <a:gd name="T3" fmla="*/ 986 h 986"/>
                <a:gd name="T4" fmla="*/ 723 w 723"/>
                <a:gd name="T5" fmla="*/ 242 h 986"/>
                <a:gd name="T6" fmla="*/ 668 w 723"/>
                <a:gd name="T7" fmla="*/ 260 h 986"/>
                <a:gd name="T8" fmla="*/ 83 w 723"/>
                <a:gd name="T9" fmla="*/ 929 h 986"/>
                <a:gd name="T10" fmla="*/ 313 w 723"/>
                <a:gd name="T11" fmla="*/ 105 h 986"/>
                <a:gd name="T12" fmla="*/ 410 w 723"/>
                <a:gd name="T13" fmla="*/ 105 h 986"/>
                <a:gd name="T14" fmla="*/ 360 w 723"/>
                <a:gd name="T15" fmla="*/ 157 h 986"/>
                <a:gd name="T16" fmla="*/ 253 w 723"/>
                <a:gd name="T17" fmla="*/ 107 h 986"/>
                <a:gd name="T18" fmla="*/ 133 w 723"/>
                <a:gd name="T19" fmla="*/ 250 h 986"/>
                <a:gd name="T20" fmla="*/ 590 w 723"/>
                <a:gd name="T21" fmla="*/ 250 h 986"/>
                <a:gd name="T22" fmla="*/ 470 w 723"/>
                <a:gd name="T23" fmla="*/ 107 h 986"/>
                <a:gd name="T24" fmla="*/ 253 w 723"/>
                <a:gd name="T25" fmla="*/ 107 h 986"/>
                <a:gd name="T26" fmla="*/ 255 w 723"/>
                <a:gd name="T27" fmla="*/ 749 h 986"/>
                <a:gd name="T28" fmla="*/ 175 w 723"/>
                <a:gd name="T29" fmla="*/ 771 h 986"/>
                <a:gd name="T30" fmla="*/ 158 w 723"/>
                <a:gd name="T31" fmla="*/ 789 h 986"/>
                <a:gd name="T32" fmla="*/ 255 w 723"/>
                <a:gd name="T33" fmla="*/ 796 h 986"/>
                <a:gd name="T34" fmla="*/ 153 w 723"/>
                <a:gd name="T35" fmla="*/ 846 h 986"/>
                <a:gd name="T36" fmla="*/ 280 w 723"/>
                <a:gd name="T37" fmla="*/ 784 h 986"/>
                <a:gd name="T38" fmla="*/ 280 w 723"/>
                <a:gd name="T39" fmla="*/ 744 h 986"/>
                <a:gd name="T40" fmla="*/ 128 w 723"/>
                <a:gd name="T41" fmla="*/ 751 h 986"/>
                <a:gd name="T42" fmla="*/ 248 w 723"/>
                <a:gd name="T43" fmla="*/ 879 h 986"/>
                <a:gd name="T44" fmla="*/ 248 w 723"/>
                <a:gd name="T45" fmla="*/ 387 h 986"/>
                <a:gd name="T46" fmla="*/ 175 w 723"/>
                <a:gd name="T47" fmla="*/ 409 h 986"/>
                <a:gd name="T48" fmla="*/ 200 w 723"/>
                <a:gd name="T49" fmla="*/ 474 h 986"/>
                <a:gd name="T50" fmla="*/ 153 w 723"/>
                <a:gd name="T51" fmla="*/ 492 h 986"/>
                <a:gd name="T52" fmla="*/ 248 w 723"/>
                <a:gd name="T53" fmla="*/ 362 h 986"/>
                <a:gd name="T54" fmla="*/ 128 w 723"/>
                <a:gd name="T55" fmla="*/ 489 h 986"/>
                <a:gd name="T56" fmla="*/ 279 w 723"/>
                <a:gd name="T57" fmla="*/ 416 h 986"/>
                <a:gd name="T58" fmla="*/ 278 w 723"/>
                <a:gd name="T59" fmla="*/ 382 h 986"/>
                <a:gd name="T60" fmla="*/ 255 w 723"/>
                <a:gd name="T61" fmla="*/ 582 h 986"/>
                <a:gd name="T62" fmla="*/ 158 w 723"/>
                <a:gd name="T63" fmla="*/ 607 h 986"/>
                <a:gd name="T64" fmla="*/ 255 w 723"/>
                <a:gd name="T65" fmla="*/ 672 h 986"/>
                <a:gd name="T66" fmla="*/ 280 w 723"/>
                <a:gd name="T67" fmla="*/ 563 h 986"/>
                <a:gd name="T68" fmla="*/ 128 w 723"/>
                <a:gd name="T69" fmla="*/ 569 h 986"/>
                <a:gd name="T70" fmla="*/ 255 w 723"/>
                <a:gd name="T71" fmla="*/ 696 h 986"/>
                <a:gd name="T72" fmla="*/ 334 w 723"/>
                <a:gd name="T73" fmla="*/ 538 h 986"/>
                <a:gd name="T74" fmla="*/ 378 w 723"/>
                <a:gd name="T75" fmla="*/ 836 h 986"/>
                <a:gd name="T76" fmla="*/ 580 w 723"/>
                <a:gd name="T77" fmla="*/ 774 h 986"/>
                <a:gd name="T78" fmla="*/ 370 w 723"/>
                <a:gd name="T79" fmla="*/ 829 h 986"/>
                <a:gd name="T80" fmla="*/ 580 w 723"/>
                <a:gd name="T81" fmla="*/ 587 h 986"/>
                <a:gd name="T82" fmla="*/ 370 w 723"/>
                <a:gd name="T83" fmla="*/ 474 h 986"/>
                <a:gd name="T84" fmla="*/ 370 w 723"/>
                <a:gd name="T85" fmla="*/ 40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23" h="986">
                  <a:moveTo>
                    <a:pt x="55" y="260"/>
                  </a:moveTo>
                  <a:cubicBezTo>
                    <a:pt x="55" y="232"/>
                    <a:pt x="68" y="218"/>
                    <a:pt x="95" y="217"/>
                  </a:cubicBezTo>
                  <a:lnTo>
                    <a:pt x="95" y="160"/>
                  </a:lnTo>
                  <a:cubicBezTo>
                    <a:pt x="45" y="161"/>
                    <a:pt x="0" y="193"/>
                    <a:pt x="0" y="242"/>
                  </a:cubicBezTo>
                  <a:lnTo>
                    <a:pt x="0" y="906"/>
                  </a:lnTo>
                  <a:cubicBezTo>
                    <a:pt x="0" y="947"/>
                    <a:pt x="40" y="986"/>
                    <a:pt x="80" y="986"/>
                  </a:cubicBezTo>
                  <a:lnTo>
                    <a:pt x="643" y="986"/>
                  </a:lnTo>
                  <a:cubicBezTo>
                    <a:pt x="683" y="986"/>
                    <a:pt x="723" y="947"/>
                    <a:pt x="723" y="906"/>
                  </a:cubicBezTo>
                  <a:lnTo>
                    <a:pt x="723" y="242"/>
                  </a:lnTo>
                  <a:cubicBezTo>
                    <a:pt x="723" y="193"/>
                    <a:pt x="678" y="161"/>
                    <a:pt x="628" y="160"/>
                  </a:cubicBezTo>
                  <a:lnTo>
                    <a:pt x="628" y="217"/>
                  </a:lnTo>
                  <a:cubicBezTo>
                    <a:pt x="655" y="218"/>
                    <a:pt x="668" y="232"/>
                    <a:pt x="668" y="260"/>
                  </a:cubicBezTo>
                  <a:lnTo>
                    <a:pt x="668" y="889"/>
                  </a:lnTo>
                  <a:cubicBezTo>
                    <a:pt x="668" y="908"/>
                    <a:pt x="659" y="929"/>
                    <a:pt x="640" y="929"/>
                  </a:cubicBezTo>
                  <a:lnTo>
                    <a:pt x="83" y="929"/>
                  </a:lnTo>
                  <a:cubicBezTo>
                    <a:pt x="61" y="929"/>
                    <a:pt x="55" y="906"/>
                    <a:pt x="55" y="884"/>
                  </a:cubicBezTo>
                  <a:lnTo>
                    <a:pt x="55" y="260"/>
                  </a:lnTo>
                  <a:close/>
                  <a:moveTo>
                    <a:pt x="313" y="105"/>
                  </a:moveTo>
                  <a:cubicBezTo>
                    <a:pt x="313" y="82"/>
                    <a:pt x="335" y="60"/>
                    <a:pt x="358" y="60"/>
                  </a:cubicBezTo>
                  <a:lnTo>
                    <a:pt x="365" y="60"/>
                  </a:lnTo>
                  <a:cubicBezTo>
                    <a:pt x="388" y="60"/>
                    <a:pt x="410" y="82"/>
                    <a:pt x="410" y="105"/>
                  </a:cubicBezTo>
                  <a:lnTo>
                    <a:pt x="410" y="110"/>
                  </a:lnTo>
                  <a:cubicBezTo>
                    <a:pt x="410" y="135"/>
                    <a:pt x="388" y="157"/>
                    <a:pt x="363" y="157"/>
                  </a:cubicBezTo>
                  <a:lnTo>
                    <a:pt x="360" y="157"/>
                  </a:lnTo>
                  <a:cubicBezTo>
                    <a:pt x="335" y="157"/>
                    <a:pt x="313" y="135"/>
                    <a:pt x="313" y="110"/>
                  </a:cubicBezTo>
                  <a:lnTo>
                    <a:pt x="313" y="105"/>
                  </a:lnTo>
                  <a:close/>
                  <a:moveTo>
                    <a:pt x="253" y="107"/>
                  </a:moveTo>
                  <a:lnTo>
                    <a:pt x="173" y="107"/>
                  </a:lnTo>
                  <a:cubicBezTo>
                    <a:pt x="145" y="107"/>
                    <a:pt x="133" y="120"/>
                    <a:pt x="133" y="147"/>
                  </a:cubicBezTo>
                  <a:lnTo>
                    <a:pt x="133" y="250"/>
                  </a:lnTo>
                  <a:cubicBezTo>
                    <a:pt x="133" y="267"/>
                    <a:pt x="144" y="285"/>
                    <a:pt x="160" y="285"/>
                  </a:cubicBezTo>
                  <a:lnTo>
                    <a:pt x="563" y="285"/>
                  </a:lnTo>
                  <a:cubicBezTo>
                    <a:pt x="579" y="285"/>
                    <a:pt x="590" y="267"/>
                    <a:pt x="590" y="250"/>
                  </a:cubicBezTo>
                  <a:lnTo>
                    <a:pt x="590" y="147"/>
                  </a:lnTo>
                  <a:cubicBezTo>
                    <a:pt x="590" y="120"/>
                    <a:pt x="578" y="107"/>
                    <a:pt x="550" y="107"/>
                  </a:cubicBezTo>
                  <a:lnTo>
                    <a:pt x="470" y="107"/>
                  </a:lnTo>
                  <a:cubicBezTo>
                    <a:pt x="470" y="52"/>
                    <a:pt x="423" y="0"/>
                    <a:pt x="370" y="0"/>
                  </a:cubicBezTo>
                  <a:lnTo>
                    <a:pt x="353" y="0"/>
                  </a:lnTo>
                  <a:cubicBezTo>
                    <a:pt x="300" y="0"/>
                    <a:pt x="253" y="52"/>
                    <a:pt x="253" y="107"/>
                  </a:cubicBezTo>
                  <a:close/>
                  <a:moveTo>
                    <a:pt x="153" y="756"/>
                  </a:moveTo>
                  <a:cubicBezTo>
                    <a:pt x="153" y="751"/>
                    <a:pt x="154" y="749"/>
                    <a:pt x="160" y="749"/>
                  </a:cubicBezTo>
                  <a:lnTo>
                    <a:pt x="255" y="749"/>
                  </a:lnTo>
                  <a:lnTo>
                    <a:pt x="255" y="756"/>
                  </a:lnTo>
                  <a:cubicBezTo>
                    <a:pt x="255" y="764"/>
                    <a:pt x="216" y="787"/>
                    <a:pt x="208" y="791"/>
                  </a:cubicBezTo>
                  <a:cubicBezTo>
                    <a:pt x="201" y="786"/>
                    <a:pt x="186" y="771"/>
                    <a:pt x="175" y="771"/>
                  </a:cubicBezTo>
                  <a:lnTo>
                    <a:pt x="173" y="771"/>
                  </a:lnTo>
                  <a:cubicBezTo>
                    <a:pt x="167" y="771"/>
                    <a:pt x="158" y="780"/>
                    <a:pt x="158" y="786"/>
                  </a:cubicBezTo>
                  <a:lnTo>
                    <a:pt x="158" y="789"/>
                  </a:lnTo>
                  <a:cubicBezTo>
                    <a:pt x="158" y="795"/>
                    <a:pt x="193" y="834"/>
                    <a:pt x="200" y="834"/>
                  </a:cubicBezTo>
                  <a:lnTo>
                    <a:pt x="203" y="834"/>
                  </a:lnTo>
                  <a:cubicBezTo>
                    <a:pt x="208" y="834"/>
                    <a:pt x="247" y="802"/>
                    <a:pt x="255" y="796"/>
                  </a:cubicBezTo>
                  <a:cubicBezTo>
                    <a:pt x="255" y="810"/>
                    <a:pt x="261" y="854"/>
                    <a:pt x="248" y="854"/>
                  </a:cubicBezTo>
                  <a:lnTo>
                    <a:pt x="160" y="854"/>
                  </a:lnTo>
                  <a:cubicBezTo>
                    <a:pt x="154" y="854"/>
                    <a:pt x="153" y="852"/>
                    <a:pt x="153" y="846"/>
                  </a:cubicBezTo>
                  <a:lnTo>
                    <a:pt x="153" y="756"/>
                  </a:lnTo>
                  <a:close/>
                  <a:moveTo>
                    <a:pt x="248" y="879"/>
                  </a:moveTo>
                  <a:cubicBezTo>
                    <a:pt x="295" y="879"/>
                    <a:pt x="277" y="827"/>
                    <a:pt x="280" y="784"/>
                  </a:cubicBezTo>
                  <a:cubicBezTo>
                    <a:pt x="282" y="762"/>
                    <a:pt x="337" y="742"/>
                    <a:pt x="343" y="721"/>
                  </a:cubicBezTo>
                  <a:lnTo>
                    <a:pt x="335" y="721"/>
                  </a:lnTo>
                  <a:cubicBezTo>
                    <a:pt x="318" y="721"/>
                    <a:pt x="293" y="737"/>
                    <a:pt x="280" y="744"/>
                  </a:cubicBezTo>
                  <a:cubicBezTo>
                    <a:pt x="274" y="735"/>
                    <a:pt x="268" y="724"/>
                    <a:pt x="253" y="724"/>
                  </a:cubicBezTo>
                  <a:lnTo>
                    <a:pt x="155" y="724"/>
                  </a:lnTo>
                  <a:cubicBezTo>
                    <a:pt x="141" y="724"/>
                    <a:pt x="128" y="737"/>
                    <a:pt x="128" y="751"/>
                  </a:cubicBezTo>
                  <a:lnTo>
                    <a:pt x="128" y="851"/>
                  </a:lnTo>
                  <a:cubicBezTo>
                    <a:pt x="128" y="868"/>
                    <a:pt x="143" y="879"/>
                    <a:pt x="160" y="879"/>
                  </a:cubicBezTo>
                  <a:lnTo>
                    <a:pt x="248" y="879"/>
                  </a:lnTo>
                  <a:close/>
                  <a:moveTo>
                    <a:pt x="153" y="394"/>
                  </a:moveTo>
                  <a:cubicBezTo>
                    <a:pt x="153" y="389"/>
                    <a:pt x="154" y="387"/>
                    <a:pt x="160" y="387"/>
                  </a:cubicBezTo>
                  <a:lnTo>
                    <a:pt x="248" y="387"/>
                  </a:lnTo>
                  <a:cubicBezTo>
                    <a:pt x="253" y="387"/>
                    <a:pt x="255" y="389"/>
                    <a:pt x="255" y="394"/>
                  </a:cubicBezTo>
                  <a:cubicBezTo>
                    <a:pt x="255" y="401"/>
                    <a:pt x="213" y="429"/>
                    <a:pt x="208" y="429"/>
                  </a:cubicBezTo>
                  <a:cubicBezTo>
                    <a:pt x="203" y="429"/>
                    <a:pt x="190" y="409"/>
                    <a:pt x="175" y="409"/>
                  </a:cubicBezTo>
                  <a:cubicBezTo>
                    <a:pt x="168" y="409"/>
                    <a:pt x="158" y="417"/>
                    <a:pt x="158" y="424"/>
                  </a:cubicBezTo>
                  <a:lnTo>
                    <a:pt x="158" y="427"/>
                  </a:lnTo>
                  <a:cubicBezTo>
                    <a:pt x="158" y="437"/>
                    <a:pt x="192" y="470"/>
                    <a:pt x="200" y="474"/>
                  </a:cubicBezTo>
                  <a:lnTo>
                    <a:pt x="255" y="434"/>
                  </a:lnTo>
                  <a:lnTo>
                    <a:pt x="255" y="492"/>
                  </a:lnTo>
                  <a:lnTo>
                    <a:pt x="153" y="492"/>
                  </a:lnTo>
                  <a:lnTo>
                    <a:pt x="153" y="394"/>
                  </a:lnTo>
                  <a:close/>
                  <a:moveTo>
                    <a:pt x="278" y="382"/>
                  </a:moveTo>
                  <a:cubicBezTo>
                    <a:pt x="275" y="369"/>
                    <a:pt x="264" y="362"/>
                    <a:pt x="248" y="362"/>
                  </a:cubicBezTo>
                  <a:lnTo>
                    <a:pt x="160" y="362"/>
                  </a:lnTo>
                  <a:cubicBezTo>
                    <a:pt x="143" y="362"/>
                    <a:pt x="128" y="373"/>
                    <a:pt x="128" y="390"/>
                  </a:cubicBezTo>
                  <a:lnTo>
                    <a:pt x="128" y="489"/>
                  </a:lnTo>
                  <a:cubicBezTo>
                    <a:pt x="128" y="504"/>
                    <a:pt x="141" y="517"/>
                    <a:pt x="155" y="517"/>
                  </a:cubicBezTo>
                  <a:lnTo>
                    <a:pt x="253" y="517"/>
                  </a:lnTo>
                  <a:cubicBezTo>
                    <a:pt x="292" y="517"/>
                    <a:pt x="280" y="455"/>
                    <a:pt x="279" y="416"/>
                  </a:cubicBezTo>
                  <a:lnTo>
                    <a:pt x="343" y="362"/>
                  </a:lnTo>
                  <a:cubicBezTo>
                    <a:pt x="343" y="362"/>
                    <a:pt x="338" y="360"/>
                    <a:pt x="338" y="360"/>
                  </a:cubicBezTo>
                  <a:cubicBezTo>
                    <a:pt x="313" y="360"/>
                    <a:pt x="293" y="381"/>
                    <a:pt x="278" y="382"/>
                  </a:cubicBezTo>
                  <a:close/>
                  <a:moveTo>
                    <a:pt x="153" y="569"/>
                  </a:moveTo>
                  <a:lnTo>
                    <a:pt x="255" y="569"/>
                  </a:lnTo>
                  <a:lnTo>
                    <a:pt x="255" y="582"/>
                  </a:lnTo>
                  <a:lnTo>
                    <a:pt x="208" y="612"/>
                  </a:lnTo>
                  <a:lnTo>
                    <a:pt x="176" y="588"/>
                  </a:lnTo>
                  <a:cubicBezTo>
                    <a:pt x="168" y="593"/>
                    <a:pt x="158" y="595"/>
                    <a:pt x="158" y="607"/>
                  </a:cubicBezTo>
                  <a:cubicBezTo>
                    <a:pt x="158" y="614"/>
                    <a:pt x="193" y="654"/>
                    <a:pt x="200" y="654"/>
                  </a:cubicBezTo>
                  <a:cubicBezTo>
                    <a:pt x="212" y="654"/>
                    <a:pt x="242" y="620"/>
                    <a:pt x="255" y="617"/>
                  </a:cubicBezTo>
                  <a:lnTo>
                    <a:pt x="255" y="672"/>
                  </a:lnTo>
                  <a:lnTo>
                    <a:pt x="153" y="672"/>
                  </a:lnTo>
                  <a:lnTo>
                    <a:pt x="153" y="569"/>
                  </a:lnTo>
                  <a:close/>
                  <a:moveTo>
                    <a:pt x="280" y="563"/>
                  </a:moveTo>
                  <a:cubicBezTo>
                    <a:pt x="275" y="555"/>
                    <a:pt x="269" y="544"/>
                    <a:pt x="255" y="544"/>
                  </a:cubicBezTo>
                  <a:lnTo>
                    <a:pt x="153" y="544"/>
                  </a:lnTo>
                  <a:cubicBezTo>
                    <a:pt x="140" y="544"/>
                    <a:pt x="128" y="557"/>
                    <a:pt x="128" y="569"/>
                  </a:cubicBezTo>
                  <a:lnTo>
                    <a:pt x="128" y="672"/>
                  </a:lnTo>
                  <a:cubicBezTo>
                    <a:pt x="128" y="684"/>
                    <a:pt x="140" y="696"/>
                    <a:pt x="153" y="696"/>
                  </a:cubicBezTo>
                  <a:lnTo>
                    <a:pt x="255" y="696"/>
                  </a:lnTo>
                  <a:cubicBezTo>
                    <a:pt x="291" y="696"/>
                    <a:pt x="280" y="632"/>
                    <a:pt x="279" y="596"/>
                  </a:cubicBezTo>
                  <a:lnTo>
                    <a:pt x="343" y="542"/>
                  </a:lnTo>
                  <a:lnTo>
                    <a:pt x="334" y="538"/>
                  </a:lnTo>
                  <a:lnTo>
                    <a:pt x="280" y="563"/>
                  </a:lnTo>
                  <a:close/>
                  <a:moveTo>
                    <a:pt x="370" y="829"/>
                  </a:moveTo>
                  <a:cubicBezTo>
                    <a:pt x="370" y="834"/>
                    <a:pt x="372" y="836"/>
                    <a:pt x="378" y="836"/>
                  </a:cubicBezTo>
                  <a:lnTo>
                    <a:pt x="573" y="836"/>
                  </a:lnTo>
                  <a:cubicBezTo>
                    <a:pt x="579" y="836"/>
                    <a:pt x="580" y="834"/>
                    <a:pt x="580" y="829"/>
                  </a:cubicBezTo>
                  <a:lnTo>
                    <a:pt x="580" y="774"/>
                  </a:lnTo>
                  <a:cubicBezTo>
                    <a:pt x="580" y="768"/>
                    <a:pt x="579" y="766"/>
                    <a:pt x="573" y="766"/>
                  </a:cubicBezTo>
                  <a:lnTo>
                    <a:pt x="370" y="766"/>
                  </a:lnTo>
                  <a:lnTo>
                    <a:pt x="370" y="829"/>
                  </a:lnTo>
                  <a:close/>
                  <a:moveTo>
                    <a:pt x="370" y="654"/>
                  </a:moveTo>
                  <a:lnTo>
                    <a:pt x="580" y="654"/>
                  </a:lnTo>
                  <a:lnTo>
                    <a:pt x="580" y="587"/>
                  </a:lnTo>
                  <a:lnTo>
                    <a:pt x="370" y="587"/>
                  </a:lnTo>
                  <a:lnTo>
                    <a:pt x="370" y="654"/>
                  </a:lnTo>
                  <a:close/>
                  <a:moveTo>
                    <a:pt x="370" y="474"/>
                  </a:moveTo>
                  <a:lnTo>
                    <a:pt x="523" y="474"/>
                  </a:lnTo>
                  <a:lnTo>
                    <a:pt x="523" y="407"/>
                  </a:lnTo>
                  <a:lnTo>
                    <a:pt x="370" y="407"/>
                  </a:lnTo>
                  <a:lnTo>
                    <a:pt x="370" y="47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pPr>
                <a:defRPr/>
              </a:pPr>
              <a:endParaRPr lang="zh-CN" altLang="en-US" sz="1600" b="1" ker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717665" y="5443212"/>
            <a:ext cx="4877435" cy="784225"/>
            <a:chOff x="1526718" y="5627287"/>
            <a:chExt cx="5775615" cy="784268"/>
          </a:xfrm>
        </p:grpSpPr>
        <p:grpSp>
          <p:nvGrpSpPr>
            <p:cNvPr id="51" name="组合 50"/>
            <p:cNvGrpSpPr/>
            <p:nvPr/>
          </p:nvGrpSpPr>
          <p:grpSpPr>
            <a:xfrm>
              <a:off x="1681097" y="5627287"/>
              <a:ext cx="5621236" cy="784268"/>
              <a:chOff x="650801" y="4854450"/>
              <a:chExt cx="5621236" cy="784268"/>
            </a:xfrm>
          </p:grpSpPr>
          <p:sp>
            <p:nvSpPr>
              <p:cNvPr id="55" name="TextBox 31"/>
              <p:cNvSpPr txBox="1">
                <a:spLocks noChangeArrowheads="1"/>
              </p:cNvSpPr>
              <p:nvPr/>
            </p:nvSpPr>
            <p:spPr bwMode="auto">
              <a:xfrm>
                <a:off x="1078093" y="4854450"/>
                <a:ext cx="5193944" cy="784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r>
                  <a:rPr lang="zh-CN" altLang="en-US" sz="2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Lato Black" panose="020F0A02020204030203" pitchFamily="34" charset="0"/>
                    <a:sym typeface="Arial" panose="020B0604020202020204" pitchFamily="34" charset="0"/>
                  </a:rPr>
                  <a:t>  主题数据库，网页模板</a:t>
                </a:r>
                <a:endParaRPr lang="en-US" altLang="zh-C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endParaRPr>
              </a:p>
              <a:p>
                <a:pPr algn="ctr" eaLnBrk="1" hangingPunct="1"/>
                <a:endParaRPr lang="id-ID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4" name="Freeform 14"/>
              <p:cNvSpPr>
                <a:spLocks noEditPoints="1"/>
              </p:cNvSpPr>
              <p:nvPr/>
            </p:nvSpPr>
            <p:spPr bwMode="auto">
              <a:xfrm>
                <a:off x="650801" y="5072734"/>
                <a:ext cx="257215" cy="336508"/>
              </a:xfrm>
              <a:custGeom>
                <a:avLst/>
                <a:gdLst>
                  <a:gd name="T0" fmla="*/ 95 w 723"/>
                  <a:gd name="T1" fmla="*/ 160 h 986"/>
                  <a:gd name="T2" fmla="*/ 80 w 723"/>
                  <a:gd name="T3" fmla="*/ 986 h 986"/>
                  <a:gd name="T4" fmla="*/ 723 w 723"/>
                  <a:gd name="T5" fmla="*/ 242 h 986"/>
                  <a:gd name="T6" fmla="*/ 668 w 723"/>
                  <a:gd name="T7" fmla="*/ 260 h 986"/>
                  <a:gd name="T8" fmla="*/ 83 w 723"/>
                  <a:gd name="T9" fmla="*/ 929 h 986"/>
                  <a:gd name="T10" fmla="*/ 313 w 723"/>
                  <a:gd name="T11" fmla="*/ 105 h 986"/>
                  <a:gd name="T12" fmla="*/ 410 w 723"/>
                  <a:gd name="T13" fmla="*/ 105 h 986"/>
                  <a:gd name="T14" fmla="*/ 360 w 723"/>
                  <a:gd name="T15" fmla="*/ 157 h 986"/>
                  <a:gd name="T16" fmla="*/ 253 w 723"/>
                  <a:gd name="T17" fmla="*/ 107 h 986"/>
                  <a:gd name="T18" fmla="*/ 133 w 723"/>
                  <a:gd name="T19" fmla="*/ 250 h 986"/>
                  <a:gd name="T20" fmla="*/ 590 w 723"/>
                  <a:gd name="T21" fmla="*/ 250 h 986"/>
                  <a:gd name="T22" fmla="*/ 470 w 723"/>
                  <a:gd name="T23" fmla="*/ 107 h 986"/>
                  <a:gd name="T24" fmla="*/ 253 w 723"/>
                  <a:gd name="T25" fmla="*/ 107 h 986"/>
                  <a:gd name="T26" fmla="*/ 255 w 723"/>
                  <a:gd name="T27" fmla="*/ 749 h 986"/>
                  <a:gd name="T28" fmla="*/ 175 w 723"/>
                  <a:gd name="T29" fmla="*/ 771 h 986"/>
                  <a:gd name="T30" fmla="*/ 158 w 723"/>
                  <a:gd name="T31" fmla="*/ 789 h 986"/>
                  <a:gd name="T32" fmla="*/ 255 w 723"/>
                  <a:gd name="T33" fmla="*/ 796 h 986"/>
                  <a:gd name="T34" fmla="*/ 153 w 723"/>
                  <a:gd name="T35" fmla="*/ 846 h 986"/>
                  <a:gd name="T36" fmla="*/ 280 w 723"/>
                  <a:gd name="T37" fmla="*/ 784 h 986"/>
                  <a:gd name="T38" fmla="*/ 280 w 723"/>
                  <a:gd name="T39" fmla="*/ 744 h 986"/>
                  <a:gd name="T40" fmla="*/ 128 w 723"/>
                  <a:gd name="T41" fmla="*/ 751 h 986"/>
                  <a:gd name="T42" fmla="*/ 248 w 723"/>
                  <a:gd name="T43" fmla="*/ 879 h 986"/>
                  <a:gd name="T44" fmla="*/ 248 w 723"/>
                  <a:gd name="T45" fmla="*/ 387 h 986"/>
                  <a:gd name="T46" fmla="*/ 175 w 723"/>
                  <a:gd name="T47" fmla="*/ 409 h 986"/>
                  <a:gd name="T48" fmla="*/ 200 w 723"/>
                  <a:gd name="T49" fmla="*/ 474 h 986"/>
                  <a:gd name="T50" fmla="*/ 153 w 723"/>
                  <a:gd name="T51" fmla="*/ 492 h 986"/>
                  <a:gd name="T52" fmla="*/ 248 w 723"/>
                  <a:gd name="T53" fmla="*/ 362 h 986"/>
                  <a:gd name="T54" fmla="*/ 128 w 723"/>
                  <a:gd name="T55" fmla="*/ 489 h 986"/>
                  <a:gd name="T56" fmla="*/ 279 w 723"/>
                  <a:gd name="T57" fmla="*/ 416 h 986"/>
                  <a:gd name="T58" fmla="*/ 278 w 723"/>
                  <a:gd name="T59" fmla="*/ 382 h 986"/>
                  <a:gd name="T60" fmla="*/ 255 w 723"/>
                  <a:gd name="T61" fmla="*/ 582 h 986"/>
                  <a:gd name="T62" fmla="*/ 158 w 723"/>
                  <a:gd name="T63" fmla="*/ 607 h 986"/>
                  <a:gd name="T64" fmla="*/ 255 w 723"/>
                  <a:gd name="T65" fmla="*/ 672 h 986"/>
                  <a:gd name="T66" fmla="*/ 280 w 723"/>
                  <a:gd name="T67" fmla="*/ 563 h 986"/>
                  <a:gd name="T68" fmla="*/ 128 w 723"/>
                  <a:gd name="T69" fmla="*/ 569 h 986"/>
                  <a:gd name="T70" fmla="*/ 255 w 723"/>
                  <a:gd name="T71" fmla="*/ 696 h 986"/>
                  <a:gd name="T72" fmla="*/ 334 w 723"/>
                  <a:gd name="T73" fmla="*/ 538 h 986"/>
                  <a:gd name="T74" fmla="*/ 378 w 723"/>
                  <a:gd name="T75" fmla="*/ 836 h 986"/>
                  <a:gd name="T76" fmla="*/ 580 w 723"/>
                  <a:gd name="T77" fmla="*/ 774 h 986"/>
                  <a:gd name="T78" fmla="*/ 370 w 723"/>
                  <a:gd name="T79" fmla="*/ 829 h 986"/>
                  <a:gd name="T80" fmla="*/ 580 w 723"/>
                  <a:gd name="T81" fmla="*/ 587 h 986"/>
                  <a:gd name="T82" fmla="*/ 370 w 723"/>
                  <a:gd name="T83" fmla="*/ 474 h 986"/>
                  <a:gd name="T84" fmla="*/ 370 w 723"/>
                  <a:gd name="T85" fmla="*/ 407 h 9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23" h="986">
                    <a:moveTo>
                      <a:pt x="55" y="260"/>
                    </a:moveTo>
                    <a:cubicBezTo>
                      <a:pt x="55" y="232"/>
                      <a:pt x="68" y="218"/>
                      <a:pt x="95" y="217"/>
                    </a:cubicBezTo>
                    <a:lnTo>
                      <a:pt x="95" y="160"/>
                    </a:lnTo>
                    <a:cubicBezTo>
                      <a:pt x="45" y="161"/>
                      <a:pt x="0" y="193"/>
                      <a:pt x="0" y="242"/>
                    </a:cubicBezTo>
                    <a:lnTo>
                      <a:pt x="0" y="906"/>
                    </a:lnTo>
                    <a:cubicBezTo>
                      <a:pt x="0" y="947"/>
                      <a:pt x="40" y="986"/>
                      <a:pt x="80" y="986"/>
                    </a:cubicBezTo>
                    <a:lnTo>
                      <a:pt x="643" y="986"/>
                    </a:lnTo>
                    <a:cubicBezTo>
                      <a:pt x="683" y="986"/>
                      <a:pt x="723" y="947"/>
                      <a:pt x="723" y="906"/>
                    </a:cubicBezTo>
                    <a:lnTo>
                      <a:pt x="723" y="242"/>
                    </a:lnTo>
                    <a:cubicBezTo>
                      <a:pt x="723" y="193"/>
                      <a:pt x="678" y="161"/>
                      <a:pt x="628" y="160"/>
                    </a:cubicBezTo>
                    <a:lnTo>
                      <a:pt x="628" y="217"/>
                    </a:lnTo>
                    <a:cubicBezTo>
                      <a:pt x="655" y="218"/>
                      <a:pt x="668" y="232"/>
                      <a:pt x="668" y="260"/>
                    </a:cubicBezTo>
                    <a:lnTo>
                      <a:pt x="668" y="889"/>
                    </a:lnTo>
                    <a:cubicBezTo>
                      <a:pt x="668" y="908"/>
                      <a:pt x="659" y="929"/>
                      <a:pt x="640" y="929"/>
                    </a:cubicBezTo>
                    <a:lnTo>
                      <a:pt x="83" y="929"/>
                    </a:lnTo>
                    <a:cubicBezTo>
                      <a:pt x="61" y="929"/>
                      <a:pt x="55" y="906"/>
                      <a:pt x="55" y="884"/>
                    </a:cubicBezTo>
                    <a:lnTo>
                      <a:pt x="55" y="260"/>
                    </a:lnTo>
                    <a:close/>
                    <a:moveTo>
                      <a:pt x="313" y="105"/>
                    </a:moveTo>
                    <a:cubicBezTo>
                      <a:pt x="313" y="82"/>
                      <a:pt x="335" y="60"/>
                      <a:pt x="358" y="60"/>
                    </a:cubicBezTo>
                    <a:lnTo>
                      <a:pt x="365" y="60"/>
                    </a:lnTo>
                    <a:cubicBezTo>
                      <a:pt x="388" y="60"/>
                      <a:pt x="410" y="82"/>
                      <a:pt x="410" y="105"/>
                    </a:cubicBezTo>
                    <a:lnTo>
                      <a:pt x="410" y="110"/>
                    </a:lnTo>
                    <a:cubicBezTo>
                      <a:pt x="410" y="135"/>
                      <a:pt x="388" y="157"/>
                      <a:pt x="363" y="157"/>
                    </a:cubicBezTo>
                    <a:lnTo>
                      <a:pt x="360" y="157"/>
                    </a:lnTo>
                    <a:cubicBezTo>
                      <a:pt x="335" y="157"/>
                      <a:pt x="313" y="135"/>
                      <a:pt x="313" y="110"/>
                    </a:cubicBezTo>
                    <a:lnTo>
                      <a:pt x="313" y="105"/>
                    </a:lnTo>
                    <a:close/>
                    <a:moveTo>
                      <a:pt x="253" y="107"/>
                    </a:moveTo>
                    <a:lnTo>
                      <a:pt x="173" y="107"/>
                    </a:lnTo>
                    <a:cubicBezTo>
                      <a:pt x="145" y="107"/>
                      <a:pt x="133" y="120"/>
                      <a:pt x="133" y="147"/>
                    </a:cubicBezTo>
                    <a:lnTo>
                      <a:pt x="133" y="250"/>
                    </a:lnTo>
                    <a:cubicBezTo>
                      <a:pt x="133" y="267"/>
                      <a:pt x="144" y="285"/>
                      <a:pt x="160" y="285"/>
                    </a:cubicBezTo>
                    <a:lnTo>
                      <a:pt x="563" y="285"/>
                    </a:lnTo>
                    <a:cubicBezTo>
                      <a:pt x="579" y="285"/>
                      <a:pt x="590" y="267"/>
                      <a:pt x="590" y="250"/>
                    </a:cubicBezTo>
                    <a:lnTo>
                      <a:pt x="590" y="147"/>
                    </a:lnTo>
                    <a:cubicBezTo>
                      <a:pt x="590" y="120"/>
                      <a:pt x="578" y="107"/>
                      <a:pt x="550" y="107"/>
                    </a:cubicBezTo>
                    <a:lnTo>
                      <a:pt x="470" y="107"/>
                    </a:lnTo>
                    <a:cubicBezTo>
                      <a:pt x="470" y="52"/>
                      <a:pt x="423" y="0"/>
                      <a:pt x="370" y="0"/>
                    </a:cubicBezTo>
                    <a:lnTo>
                      <a:pt x="353" y="0"/>
                    </a:lnTo>
                    <a:cubicBezTo>
                      <a:pt x="300" y="0"/>
                      <a:pt x="253" y="52"/>
                      <a:pt x="253" y="107"/>
                    </a:cubicBezTo>
                    <a:close/>
                    <a:moveTo>
                      <a:pt x="153" y="756"/>
                    </a:moveTo>
                    <a:cubicBezTo>
                      <a:pt x="153" y="751"/>
                      <a:pt x="154" y="749"/>
                      <a:pt x="160" y="749"/>
                    </a:cubicBezTo>
                    <a:lnTo>
                      <a:pt x="255" y="749"/>
                    </a:lnTo>
                    <a:lnTo>
                      <a:pt x="255" y="756"/>
                    </a:lnTo>
                    <a:cubicBezTo>
                      <a:pt x="255" y="764"/>
                      <a:pt x="216" y="787"/>
                      <a:pt x="208" y="791"/>
                    </a:cubicBezTo>
                    <a:cubicBezTo>
                      <a:pt x="201" y="786"/>
                      <a:pt x="186" y="771"/>
                      <a:pt x="175" y="771"/>
                    </a:cubicBezTo>
                    <a:lnTo>
                      <a:pt x="173" y="771"/>
                    </a:lnTo>
                    <a:cubicBezTo>
                      <a:pt x="167" y="771"/>
                      <a:pt x="158" y="780"/>
                      <a:pt x="158" y="786"/>
                    </a:cubicBezTo>
                    <a:lnTo>
                      <a:pt x="158" y="789"/>
                    </a:lnTo>
                    <a:cubicBezTo>
                      <a:pt x="158" y="795"/>
                      <a:pt x="193" y="834"/>
                      <a:pt x="200" y="834"/>
                    </a:cubicBezTo>
                    <a:lnTo>
                      <a:pt x="203" y="834"/>
                    </a:lnTo>
                    <a:cubicBezTo>
                      <a:pt x="208" y="834"/>
                      <a:pt x="247" y="802"/>
                      <a:pt x="255" y="796"/>
                    </a:cubicBezTo>
                    <a:cubicBezTo>
                      <a:pt x="255" y="810"/>
                      <a:pt x="261" y="854"/>
                      <a:pt x="248" y="854"/>
                    </a:cubicBezTo>
                    <a:lnTo>
                      <a:pt x="160" y="854"/>
                    </a:lnTo>
                    <a:cubicBezTo>
                      <a:pt x="154" y="854"/>
                      <a:pt x="153" y="852"/>
                      <a:pt x="153" y="846"/>
                    </a:cubicBezTo>
                    <a:lnTo>
                      <a:pt x="153" y="756"/>
                    </a:lnTo>
                    <a:close/>
                    <a:moveTo>
                      <a:pt x="248" y="879"/>
                    </a:moveTo>
                    <a:cubicBezTo>
                      <a:pt x="295" y="879"/>
                      <a:pt x="277" y="827"/>
                      <a:pt x="280" y="784"/>
                    </a:cubicBezTo>
                    <a:cubicBezTo>
                      <a:pt x="282" y="762"/>
                      <a:pt x="337" y="742"/>
                      <a:pt x="343" y="721"/>
                    </a:cubicBezTo>
                    <a:lnTo>
                      <a:pt x="335" y="721"/>
                    </a:lnTo>
                    <a:cubicBezTo>
                      <a:pt x="318" y="721"/>
                      <a:pt x="293" y="737"/>
                      <a:pt x="280" y="744"/>
                    </a:cubicBezTo>
                    <a:cubicBezTo>
                      <a:pt x="274" y="735"/>
                      <a:pt x="268" y="724"/>
                      <a:pt x="253" y="724"/>
                    </a:cubicBezTo>
                    <a:lnTo>
                      <a:pt x="155" y="724"/>
                    </a:lnTo>
                    <a:cubicBezTo>
                      <a:pt x="141" y="724"/>
                      <a:pt x="128" y="737"/>
                      <a:pt x="128" y="751"/>
                    </a:cubicBezTo>
                    <a:lnTo>
                      <a:pt x="128" y="851"/>
                    </a:lnTo>
                    <a:cubicBezTo>
                      <a:pt x="128" y="868"/>
                      <a:pt x="143" y="879"/>
                      <a:pt x="160" y="879"/>
                    </a:cubicBezTo>
                    <a:lnTo>
                      <a:pt x="248" y="879"/>
                    </a:lnTo>
                    <a:close/>
                    <a:moveTo>
                      <a:pt x="153" y="394"/>
                    </a:moveTo>
                    <a:cubicBezTo>
                      <a:pt x="153" y="389"/>
                      <a:pt x="154" y="387"/>
                      <a:pt x="160" y="387"/>
                    </a:cubicBezTo>
                    <a:lnTo>
                      <a:pt x="248" y="387"/>
                    </a:lnTo>
                    <a:cubicBezTo>
                      <a:pt x="253" y="387"/>
                      <a:pt x="255" y="389"/>
                      <a:pt x="255" y="394"/>
                    </a:cubicBezTo>
                    <a:cubicBezTo>
                      <a:pt x="255" y="401"/>
                      <a:pt x="213" y="429"/>
                      <a:pt x="208" y="429"/>
                    </a:cubicBezTo>
                    <a:cubicBezTo>
                      <a:pt x="203" y="429"/>
                      <a:pt x="190" y="409"/>
                      <a:pt x="175" y="409"/>
                    </a:cubicBezTo>
                    <a:cubicBezTo>
                      <a:pt x="168" y="409"/>
                      <a:pt x="158" y="417"/>
                      <a:pt x="158" y="424"/>
                    </a:cubicBezTo>
                    <a:lnTo>
                      <a:pt x="158" y="427"/>
                    </a:lnTo>
                    <a:cubicBezTo>
                      <a:pt x="158" y="437"/>
                      <a:pt x="192" y="470"/>
                      <a:pt x="200" y="474"/>
                    </a:cubicBezTo>
                    <a:lnTo>
                      <a:pt x="255" y="434"/>
                    </a:lnTo>
                    <a:lnTo>
                      <a:pt x="255" y="492"/>
                    </a:lnTo>
                    <a:lnTo>
                      <a:pt x="153" y="492"/>
                    </a:lnTo>
                    <a:lnTo>
                      <a:pt x="153" y="394"/>
                    </a:lnTo>
                    <a:close/>
                    <a:moveTo>
                      <a:pt x="278" y="382"/>
                    </a:moveTo>
                    <a:cubicBezTo>
                      <a:pt x="275" y="369"/>
                      <a:pt x="264" y="362"/>
                      <a:pt x="248" y="362"/>
                    </a:cubicBezTo>
                    <a:lnTo>
                      <a:pt x="160" y="362"/>
                    </a:lnTo>
                    <a:cubicBezTo>
                      <a:pt x="143" y="362"/>
                      <a:pt x="128" y="373"/>
                      <a:pt x="128" y="390"/>
                    </a:cubicBezTo>
                    <a:lnTo>
                      <a:pt x="128" y="489"/>
                    </a:lnTo>
                    <a:cubicBezTo>
                      <a:pt x="128" y="504"/>
                      <a:pt x="141" y="517"/>
                      <a:pt x="155" y="517"/>
                    </a:cubicBezTo>
                    <a:lnTo>
                      <a:pt x="253" y="517"/>
                    </a:lnTo>
                    <a:cubicBezTo>
                      <a:pt x="292" y="517"/>
                      <a:pt x="280" y="455"/>
                      <a:pt x="279" y="416"/>
                    </a:cubicBezTo>
                    <a:lnTo>
                      <a:pt x="343" y="362"/>
                    </a:lnTo>
                    <a:cubicBezTo>
                      <a:pt x="343" y="362"/>
                      <a:pt x="338" y="360"/>
                      <a:pt x="338" y="360"/>
                    </a:cubicBezTo>
                    <a:cubicBezTo>
                      <a:pt x="313" y="360"/>
                      <a:pt x="293" y="381"/>
                      <a:pt x="278" y="382"/>
                    </a:cubicBezTo>
                    <a:close/>
                    <a:moveTo>
                      <a:pt x="153" y="569"/>
                    </a:moveTo>
                    <a:lnTo>
                      <a:pt x="255" y="569"/>
                    </a:lnTo>
                    <a:lnTo>
                      <a:pt x="255" y="582"/>
                    </a:lnTo>
                    <a:lnTo>
                      <a:pt x="208" y="612"/>
                    </a:lnTo>
                    <a:lnTo>
                      <a:pt x="176" y="588"/>
                    </a:lnTo>
                    <a:cubicBezTo>
                      <a:pt x="168" y="593"/>
                      <a:pt x="158" y="595"/>
                      <a:pt x="158" y="607"/>
                    </a:cubicBezTo>
                    <a:cubicBezTo>
                      <a:pt x="158" y="614"/>
                      <a:pt x="193" y="654"/>
                      <a:pt x="200" y="654"/>
                    </a:cubicBezTo>
                    <a:cubicBezTo>
                      <a:pt x="212" y="654"/>
                      <a:pt x="242" y="620"/>
                      <a:pt x="255" y="617"/>
                    </a:cubicBezTo>
                    <a:lnTo>
                      <a:pt x="255" y="672"/>
                    </a:lnTo>
                    <a:lnTo>
                      <a:pt x="153" y="672"/>
                    </a:lnTo>
                    <a:lnTo>
                      <a:pt x="153" y="569"/>
                    </a:lnTo>
                    <a:close/>
                    <a:moveTo>
                      <a:pt x="280" y="563"/>
                    </a:moveTo>
                    <a:cubicBezTo>
                      <a:pt x="275" y="555"/>
                      <a:pt x="269" y="544"/>
                      <a:pt x="255" y="544"/>
                    </a:cubicBezTo>
                    <a:lnTo>
                      <a:pt x="153" y="544"/>
                    </a:lnTo>
                    <a:cubicBezTo>
                      <a:pt x="140" y="544"/>
                      <a:pt x="128" y="557"/>
                      <a:pt x="128" y="569"/>
                    </a:cubicBezTo>
                    <a:lnTo>
                      <a:pt x="128" y="672"/>
                    </a:lnTo>
                    <a:cubicBezTo>
                      <a:pt x="128" y="684"/>
                      <a:pt x="140" y="696"/>
                      <a:pt x="153" y="696"/>
                    </a:cubicBezTo>
                    <a:lnTo>
                      <a:pt x="255" y="696"/>
                    </a:lnTo>
                    <a:cubicBezTo>
                      <a:pt x="291" y="696"/>
                      <a:pt x="280" y="632"/>
                      <a:pt x="279" y="596"/>
                    </a:cubicBezTo>
                    <a:lnTo>
                      <a:pt x="343" y="542"/>
                    </a:lnTo>
                    <a:lnTo>
                      <a:pt x="334" y="538"/>
                    </a:lnTo>
                    <a:lnTo>
                      <a:pt x="280" y="563"/>
                    </a:lnTo>
                    <a:close/>
                    <a:moveTo>
                      <a:pt x="370" y="829"/>
                    </a:moveTo>
                    <a:cubicBezTo>
                      <a:pt x="370" y="834"/>
                      <a:pt x="372" y="836"/>
                      <a:pt x="378" y="836"/>
                    </a:cubicBezTo>
                    <a:lnTo>
                      <a:pt x="573" y="836"/>
                    </a:lnTo>
                    <a:cubicBezTo>
                      <a:pt x="579" y="836"/>
                      <a:pt x="580" y="834"/>
                      <a:pt x="580" y="829"/>
                    </a:cubicBezTo>
                    <a:lnTo>
                      <a:pt x="580" y="774"/>
                    </a:lnTo>
                    <a:cubicBezTo>
                      <a:pt x="580" y="768"/>
                      <a:pt x="579" y="766"/>
                      <a:pt x="573" y="766"/>
                    </a:cubicBezTo>
                    <a:lnTo>
                      <a:pt x="370" y="766"/>
                    </a:lnTo>
                    <a:lnTo>
                      <a:pt x="370" y="829"/>
                    </a:lnTo>
                    <a:close/>
                    <a:moveTo>
                      <a:pt x="370" y="654"/>
                    </a:moveTo>
                    <a:lnTo>
                      <a:pt x="580" y="654"/>
                    </a:lnTo>
                    <a:lnTo>
                      <a:pt x="580" y="587"/>
                    </a:lnTo>
                    <a:lnTo>
                      <a:pt x="370" y="587"/>
                    </a:lnTo>
                    <a:lnTo>
                      <a:pt x="370" y="654"/>
                    </a:lnTo>
                    <a:close/>
                    <a:moveTo>
                      <a:pt x="370" y="474"/>
                    </a:moveTo>
                    <a:lnTo>
                      <a:pt x="523" y="474"/>
                    </a:lnTo>
                    <a:lnTo>
                      <a:pt x="523" y="407"/>
                    </a:lnTo>
                    <a:lnTo>
                      <a:pt x="370" y="407"/>
                    </a:lnTo>
                    <a:lnTo>
                      <a:pt x="370" y="47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68571" tIns="34285" rIns="68571" bIns="34285" numCol="1" anchor="t" anchorCtr="0" compatLnSpc="1"/>
              <a:lstStyle/>
              <a:p>
                <a:pPr>
                  <a:defRPr/>
                </a:pPr>
                <a:endParaRPr lang="zh-CN" altLang="en-US" sz="1600" b="1" kern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60" name="Freeform 8"/>
            <p:cNvSpPr/>
            <p:nvPr/>
          </p:nvSpPr>
          <p:spPr bwMode="auto">
            <a:xfrm>
              <a:off x="1526718" y="5627295"/>
              <a:ext cx="581246" cy="552480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400" b="1" ker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1" name="Freeform 14"/>
            <p:cNvSpPr>
              <a:spLocks noEditPoints="1"/>
            </p:cNvSpPr>
            <p:nvPr/>
          </p:nvSpPr>
          <p:spPr bwMode="auto">
            <a:xfrm>
              <a:off x="1680113" y="5720010"/>
              <a:ext cx="272953" cy="336569"/>
            </a:xfrm>
            <a:custGeom>
              <a:avLst/>
              <a:gdLst>
                <a:gd name="T0" fmla="*/ 95 w 723"/>
                <a:gd name="T1" fmla="*/ 160 h 986"/>
                <a:gd name="T2" fmla="*/ 80 w 723"/>
                <a:gd name="T3" fmla="*/ 986 h 986"/>
                <a:gd name="T4" fmla="*/ 723 w 723"/>
                <a:gd name="T5" fmla="*/ 242 h 986"/>
                <a:gd name="T6" fmla="*/ 668 w 723"/>
                <a:gd name="T7" fmla="*/ 260 h 986"/>
                <a:gd name="T8" fmla="*/ 83 w 723"/>
                <a:gd name="T9" fmla="*/ 929 h 986"/>
                <a:gd name="T10" fmla="*/ 313 w 723"/>
                <a:gd name="T11" fmla="*/ 105 h 986"/>
                <a:gd name="T12" fmla="*/ 410 w 723"/>
                <a:gd name="T13" fmla="*/ 105 h 986"/>
                <a:gd name="T14" fmla="*/ 360 w 723"/>
                <a:gd name="T15" fmla="*/ 157 h 986"/>
                <a:gd name="T16" fmla="*/ 253 w 723"/>
                <a:gd name="T17" fmla="*/ 107 h 986"/>
                <a:gd name="T18" fmla="*/ 133 w 723"/>
                <a:gd name="T19" fmla="*/ 250 h 986"/>
                <a:gd name="T20" fmla="*/ 590 w 723"/>
                <a:gd name="T21" fmla="*/ 250 h 986"/>
                <a:gd name="T22" fmla="*/ 470 w 723"/>
                <a:gd name="T23" fmla="*/ 107 h 986"/>
                <a:gd name="T24" fmla="*/ 253 w 723"/>
                <a:gd name="T25" fmla="*/ 107 h 986"/>
                <a:gd name="T26" fmla="*/ 255 w 723"/>
                <a:gd name="T27" fmla="*/ 749 h 986"/>
                <a:gd name="T28" fmla="*/ 175 w 723"/>
                <a:gd name="T29" fmla="*/ 771 h 986"/>
                <a:gd name="T30" fmla="*/ 158 w 723"/>
                <a:gd name="T31" fmla="*/ 789 h 986"/>
                <a:gd name="T32" fmla="*/ 255 w 723"/>
                <a:gd name="T33" fmla="*/ 796 h 986"/>
                <a:gd name="T34" fmla="*/ 153 w 723"/>
                <a:gd name="T35" fmla="*/ 846 h 986"/>
                <a:gd name="T36" fmla="*/ 280 w 723"/>
                <a:gd name="T37" fmla="*/ 784 h 986"/>
                <a:gd name="T38" fmla="*/ 280 w 723"/>
                <a:gd name="T39" fmla="*/ 744 h 986"/>
                <a:gd name="T40" fmla="*/ 128 w 723"/>
                <a:gd name="T41" fmla="*/ 751 h 986"/>
                <a:gd name="T42" fmla="*/ 248 w 723"/>
                <a:gd name="T43" fmla="*/ 879 h 986"/>
                <a:gd name="T44" fmla="*/ 248 w 723"/>
                <a:gd name="T45" fmla="*/ 387 h 986"/>
                <a:gd name="T46" fmla="*/ 175 w 723"/>
                <a:gd name="T47" fmla="*/ 409 h 986"/>
                <a:gd name="T48" fmla="*/ 200 w 723"/>
                <a:gd name="T49" fmla="*/ 474 h 986"/>
                <a:gd name="T50" fmla="*/ 153 w 723"/>
                <a:gd name="T51" fmla="*/ 492 h 986"/>
                <a:gd name="T52" fmla="*/ 248 w 723"/>
                <a:gd name="T53" fmla="*/ 362 h 986"/>
                <a:gd name="T54" fmla="*/ 128 w 723"/>
                <a:gd name="T55" fmla="*/ 489 h 986"/>
                <a:gd name="T56" fmla="*/ 279 w 723"/>
                <a:gd name="T57" fmla="*/ 416 h 986"/>
                <a:gd name="T58" fmla="*/ 278 w 723"/>
                <a:gd name="T59" fmla="*/ 382 h 986"/>
                <a:gd name="T60" fmla="*/ 255 w 723"/>
                <a:gd name="T61" fmla="*/ 582 h 986"/>
                <a:gd name="T62" fmla="*/ 158 w 723"/>
                <a:gd name="T63" fmla="*/ 607 h 986"/>
                <a:gd name="T64" fmla="*/ 255 w 723"/>
                <a:gd name="T65" fmla="*/ 672 h 986"/>
                <a:gd name="T66" fmla="*/ 280 w 723"/>
                <a:gd name="T67" fmla="*/ 563 h 986"/>
                <a:gd name="T68" fmla="*/ 128 w 723"/>
                <a:gd name="T69" fmla="*/ 569 h 986"/>
                <a:gd name="T70" fmla="*/ 255 w 723"/>
                <a:gd name="T71" fmla="*/ 696 h 986"/>
                <a:gd name="T72" fmla="*/ 334 w 723"/>
                <a:gd name="T73" fmla="*/ 538 h 986"/>
                <a:gd name="T74" fmla="*/ 378 w 723"/>
                <a:gd name="T75" fmla="*/ 836 h 986"/>
                <a:gd name="T76" fmla="*/ 580 w 723"/>
                <a:gd name="T77" fmla="*/ 774 h 986"/>
                <a:gd name="T78" fmla="*/ 370 w 723"/>
                <a:gd name="T79" fmla="*/ 829 h 986"/>
                <a:gd name="T80" fmla="*/ 580 w 723"/>
                <a:gd name="T81" fmla="*/ 587 h 986"/>
                <a:gd name="T82" fmla="*/ 370 w 723"/>
                <a:gd name="T83" fmla="*/ 474 h 986"/>
                <a:gd name="T84" fmla="*/ 370 w 723"/>
                <a:gd name="T85" fmla="*/ 40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23" h="986">
                  <a:moveTo>
                    <a:pt x="55" y="260"/>
                  </a:moveTo>
                  <a:cubicBezTo>
                    <a:pt x="55" y="232"/>
                    <a:pt x="68" y="218"/>
                    <a:pt x="95" y="217"/>
                  </a:cubicBezTo>
                  <a:lnTo>
                    <a:pt x="95" y="160"/>
                  </a:lnTo>
                  <a:cubicBezTo>
                    <a:pt x="45" y="161"/>
                    <a:pt x="0" y="193"/>
                    <a:pt x="0" y="242"/>
                  </a:cubicBezTo>
                  <a:lnTo>
                    <a:pt x="0" y="906"/>
                  </a:lnTo>
                  <a:cubicBezTo>
                    <a:pt x="0" y="947"/>
                    <a:pt x="40" y="986"/>
                    <a:pt x="80" y="986"/>
                  </a:cubicBezTo>
                  <a:lnTo>
                    <a:pt x="643" y="986"/>
                  </a:lnTo>
                  <a:cubicBezTo>
                    <a:pt x="683" y="986"/>
                    <a:pt x="723" y="947"/>
                    <a:pt x="723" y="906"/>
                  </a:cubicBezTo>
                  <a:lnTo>
                    <a:pt x="723" y="242"/>
                  </a:lnTo>
                  <a:cubicBezTo>
                    <a:pt x="723" y="193"/>
                    <a:pt x="678" y="161"/>
                    <a:pt x="628" y="160"/>
                  </a:cubicBezTo>
                  <a:lnTo>
                    <a:pt x="628" y="217"/>
                  </a:lnTo>
                  <a:cubicBezTo>
                    <a:pt x="655" y="218"/>
                    <a:pt x="668" y="232"/>
                    <a:pt x="668" y="260"/>
                  </a:cubicBezTo>
                  <a:lnTo>
                    <a:pt x="668" y="889"/>
                  </a:lnTo>
                  <a:cubicBezTo>
                    <a:pt x="668" y="908"/>
                    <a:pt x="659" y="929"/>
                    <a:pt x="640" y="929"/>
                  </a:cubicBezTo>
                  <a:lnTo>
                    <a:pt x="83" y="929"/>
                  </a:lnTo>
                  <a:cubicBezTo>
                    <a:pt x="61" y="929"/>
                    <a:pt x="55" y="906"/>
                    <a:pt x="55" y="884"/>
                  </a:cubicBezTo>
                  <a:lnTo>
                    <a:pt x="55" y="260"/>
                  </a:lnTo>
                  <a:close/>
                  <a:moveTo>
                    <a:pt x="313" y="105"/>
                  </a:moveTo>
                  <a:cubicBezTo>
                    <a:pt x="313" y="82"/>
                    <a:pt x="335" y="60"/>
                    <a:pt x="358" y="60"/>
                  </a:cubicBezTo>
                  <a:lnTo>
                    <a:pt x="365" y="60"/>
                  </a:lnTo>
                  <a:cubicBezTo>
                    <a:pt x="388" y="60"/>
                    <a:pt x="410" y="82"/>
                    <a:pt x="410" y="105"/>
                  </a:cubicBezTo>
                  <a:lnTo>
                    <a:pt x="410" y="110"/>
                  </a:lnTo>
                  <a:cubicBezTo>
                    <a:pt x="410" y="135"/>
                    <a:pt x="388" y="157"/>
                    <a:pt x="363" y="157"/>
                  </a:cubicBezTo>
                  <a:lnTo>
                    <a:pt x="360" y="157"/>
                  </a:lnTo>
                  <a:cubicBezTo>
                    <a:pt x="335" y="157"/>
                    <a:pt x="313" y="135"/>
                    <a:pt x="313" y="110"/>
                  </a:cubicBezTo>
                  <a:lnTo>
                    <a:pt x="313" y="105"/>
                  </a:lnTo>
                  <a:close/>
                  <a:moveTo>
                    <a:pt x="253" y="107"/>
                  </a:moveTo>
                  <a:lnTo>
                    <a:pt x="173" y="107"/>
                  </a:lnTo>
                  <a:cubicBezTo>
                    <a:pt x="145" y="107"/>
                    <a:pt x="133" y="120"/>
                    <a:pt x="133" y="147"/>
                  </a:cubicBezTo>
                  <a:lnTo>
                    <a:pt x="133" y="250"/>
                  </a:lnTo>
                  <a:cubicBezTo>
                    <a:pt x="133" y="267"/>
                    <a:pt x="144" y="285"/>
                    <a:pt x="160" y="285"/>
                  </a:cubicBezTo>
                  <a:lnTo>
                    <a:pt x="563" y="285"/>
                  </a:lnTo>
                  <a:cubicBezTo>
                    <a:pt x="579" y="285"/>
                    <a:pt x="590" y="267"/>
                    <a:pt x="590" y="250"/>
                  </a:cubicBezTo>
                  <a:lnTo>
                    <a:pt x="590" y="147"/>
                  </a:lnTo>
                  <a:cubicBezTo>
                    <a:pt x="590" y="120"/>
                    <a:pt x="578" y="107"/>
                    <a:pt x="550" y="107"/>
                  </a:cubicBezTo>
                  <a:lnTo>
                    <a:pt x="470" y="107"/>
                  </a:lnTo>
                  <a:cubicBezTo>
                    <a:pt x="470" y="52"/>
                    <a:pt x="423" y="0"/>
                    <a:pt x="370" y="0"/>
                  </a:cubicBezTo>
                  <a:lnTo>
                    <a:pt x="353" y="0"/>
                  </a:lnTo>
                  <a:cubicBezTo>
                    <a:pt x="300" y="0"/>
                    <a:pt x="253" y="52"/>
                    <a:pt x="253" y="107"/>
                  </a:cubicBezTo>
                  <a:close/>
                  <a:moveTo>
                    <a:pt x="153" y="756"/>
                  </a:moveTo>
                  <a:cubicBezTo>
                    <a:pt x="153" y="751"/>
                    <a:pt x="154" y="749"/>
                    <a:pt x="160" y="749"/>
                  </a:cubicBezTo>
                  <a:lnTo>
                    <a:pt x="255" y="749"/>
                  </a:lnTo>
                  <a:lnTo>
                    <a:pt x="255" y="756"/>
                  </a:lnTo>
                  <a:cubicBezTo>
                    <a:pt x="255" y="764"/>
                    <a:pt x="216" y="787"/>
                    <a:pt x="208" y="791"/>
                  </a:cubicBezTo>
                  <a:cubicBezTo>
                    <a:pt x="201" y="786"/>
                    <a:pt x="186" y="771"/>
                    <a:pt x="175" y="771"/>
                  </a:cubicBezTo>
                  <a:lnTo>
                    <a:pt x="173" y="771"/>
                  </a:lnTo>
                  <a:cubicBezTo>
                    <a:pt x="167" y="771"/>
                    <a:pt x="158" y="780"/>
                    <a:pt x="158" y="786"/>
                  </a:cubicBezTo>
                  <a:lnTo>
                    <a:pt x="158" y="789"/>
                  </a:lnTo>
                  <a:cubicBezTo>
                    <a:pt x="158" y="795"/>
                    <a:pt x="193" y="834"/>
                    <a:pt x="200" y="834"/>
                  </a:cubicBezTo>
                  <a:lnTo>
                    <a:pt x="203" y="834"/>
                  </a:lnTo>
                  <a:cubicBezTo>
                    <a:pt x="208" y="834"/>
                    <a:pt x="247" y="802"/>
                    <a:pt x="255" y="796"/>
                  </a:cubicBezTo>
                  <a:cubicBezTo>
                    <a:pt x="255" y="810"/>
                    <a:pt x="261" y="854"/>
                    <a:pt x="248" y="854"/>
                  </a:cubicBezTo>
                  <a:lnTo>
                    <a:pt x="160" y="854"/>
                  </a:lnTo>
                  <a:cubicBezTo>
                    <a:pt x="154" y="854"/>
                    <a:pt x="153" y="852"/>
                    <a:pt x="153" y="846"/>
                  </a:cubicBezTo>
                  <a:lnTo>
                    <a:pt x="153" y="756"/>
                  </a:lnTo>
                  <a:close/>
                  <a:moveTo>
                    <a:pt x="248" y="879"/>
                  </a:moveTo>
                  <a:cubicBezTo>
                    <a:pt x="295" y="879"/>
                    <a:pt x="277" y="827"/>
                    <a:pt x="280" y="784"/>
                  </a:cubicBezTo>
                  <a:cubicBezTo>
                    <a:pt x="282" y="762"/>
                    <a:pt x="337" y="742"/>
                    <a:pt x="343" y="721"/>
                  </a:cubicBezTo>
                  <a:lnTo>
                    <a:pt x="335" y="721"/>
                  </a:lnTo>
                  <a:cubicBezTo>
                    <a:pt x="318" y="721"/>
                    <a:pt x="293" y="737"/>
                    <a:pt x="280" y="744"/>
                  </a:cubicBezTo>
                  <a:cubicBezTo>
                    <a:pt x="274" y="735"/>
                    <a:pt x="268" y="724"/>
                    <a:pt x="253" y="724"/>
                  </a:cubicBezTo>
                  <a:lnTo>
                    <a:pt x="155" y="724"/>
                  </a:lnTo>
                  <a:cubicBezTo>
                    <a:pt x="141" y="724"/>
                    <a:pt x="128" y="737"/>
                    <a:pt x="128" y="751"/>
                  </a:cubicBezTo>
                  <a:lnTo>
                    <a:pt x="128" y="851"/>
                  </a:lnTo>
                  <a:cubicBezTo>
                    <a:pt x="128" y="868"/>
                    <a:pt x="143" y="879"/>
                    <a:pt x="160" y="879"/>
                  </a:cubicBezTo>
                  <a:lnTo>
                    <a:pt x="248" y="879"/>
                  </a:lnTo>
                  <a:close/>
                  <a:moveTo>
                    <a:pt x="153" y="394"/>
                  </a:moveTo>
                  <a:cubicBezTo>
                    <a:pt x="153" y="389"/>
                    <a:pt x="154" y="387"/>
                    <a:pt x="160" y="387"/>
                  </a:cubicBezTo>
                  <a:lnTo>
                    <a:pt x="248" y="387"/>
                  </a:lnTo>
                  <a:cubicBezTo>
                    <a:pt x="253" y="387"/>
                    <a:pt x="255" y="389"/>
                    <a:pt x="255" y="394"/>
                  </a:cubicBezTo>
                  <a:cubicBezTo>
                    <a:pt x="255" y="401"/>
                    <a:pt x="213" y="429"/>
                    <a:pt x="208" y="429"/>
                  </a:cubicBezTo>
                  <a:cubicBezTo>
                    <a:pt x="203" y="429"/>
                    <a:pt x="190" y="409"/>
                    <a:pt x="175" y="409"/>
                  </a:cubicBezTo>
                  <a:cubicBezTo>
                    <a:pt x="168" y="409"/>
                    <a:pt x="158" y="417"/>
                    <a:pt x="158" y="424"/>
                  </a:cubicBezTo>
                  <a:lnTo>
                    <a:pt x="158" y="427"/>
                  </a:lnTo>
                  <a:cubicBezTo>
                    <a:pt x="158" y="437"/>
                    <a:pt x="192" y="470"/>
                    <a:pt x="200" y="474"/>
                  </a:cubicBezTo>
                  <a:lnTo>
                    <a:pt x="255" y="434"/>
                  </a:lnTo>
                  <a:lnTo>
                    <a:pt x="255" y="492"/>
                  </a:lnTo>
                  <a:lnTo>
                    <a:pt x="153" y="492"/>
                  </a:lnTo>
                  <a:lnTo>
                    <a:pt x="153" y="394"/>
                  </a:lnTo>
                  <a:close/>
                  <a:moveTo>
                    <a:pt x="278" y="382"/>
                  </a:moveTo>
                  <a:cubicBezTo>
                    <a:pt x="275" y="369"/>
                    <a:pt x="264" y="362"/>
                    <a:pt x="248" y="362"/>
                  </a:cubicBezTo>
                  <a:lnTo>
                    <a:pt x="160" y="362"/>
                  </a:lnTo>
                  <a:cubicBezTo>
                    <a:pt x="143" y="362"/>
                    <a:pt x="128" y="373"/>
                    <a:pt x="128" y="390"/>
                  </a:cubicBezTo>
                  <a:lnTo>
                    <a:pt x="128" y="489"/>
                  </a:lnTo>
                  <a:cubicBezTo>
                    <a:pt x="128" y="504"/>
                    <a:pt x="141" y="517"/>
                    <a:pt x="155" y="517"/>
                  </a:cubicBezTo>
                  <a:lnTo>
                    <a:pt x="253" y="517"/>
                  </a:lnTo>
                  <a:cubicBezTo>
                    <a:pt x="292" y="517"/>
                    <a:pt x="280" y="455"/>
                    <a:pt x="279" y="416"/>
                  </a:cubicBezTo>
                  <a:lnTo>
                    <a:pt x="343" y="362"/>
                  </a:lnTo>
                  <a:cubicBezTo>
                    <a:pt x="343" y="362"/>
                    <a:pt x="338" y="360"/>
                    <a:pt x="338" y="360"/>
                  </a:cubicBezTo>
                  <a:cubicBezTo>
                    <a:pt x="313" y="360"/>
                    <a:pt x="293" y="381"/>
                    <a:pt x="278" y="382"/>
                  </a:cubicBezTo>
                  <a:close/>
                  <a:moveTo>
                    <a:pt x="153" y="569"/>
                  </a:moveTo>
                  <a:lnTo>
                    <a:pt x="255" y="569"/>
                  </a:lnTo>
                  <a:lnTo>
                    <a:pt x="255" y="582"/>
                  </a:lnTo>
                  <a:lnTo>
                    <a:pt x="208" y="612"/>
                  </a:lnTo>
                  <a:lnTo>
                    <a:pt x="176" y="588"/>
                  </a:lnTo>
                  <a:cubicBezTo>
                    <a:pt x="168" y="593"/>
                    <a:pt x="158" y="595"/>
                    <a:pt x="158" y="607"/>
                  </a:cubicBezTo>
                  <a:cubicBezTo>
                    <a:pt x="158" y="614"/>
                    <a:pt x="193" y="654"/>
                    <a:pt x="200" y="654"/>
                  </a:cubicBezTo>
                  <a:cubicBezTo>
                    <a:pt x="212" y="654"/>
                    <a:pt x="242" y="620"/>
                    <a:pt x="255" y="617"/>
                  </a:cubicBezTo>
                  <a:lnTo>
                    <a:pt x="255" y="672"/>
                  </a:lnTo>
                  <a:lnTo>
                    <a:pt x="153" y="672"/>
                  </a:lnTo>
                  <a:lnTo>
                    <a:pt x="153" y="569"/>
                  </a:lnTo>
                  <a:close/>
                  <a:moveTo>
                    <a:pt x="280" y="563"/>
                  </a:moveTo>
                  <a:cubicBezTo>
                    <a:pt x="275" y="555"/>
                    <a:pt x="269" y="544"/>
                    <a:pt x="255" y="544"/>
                  </a:cubicBezTo>
                  <a:lnTo>
                    <a:pt x="153" y="544"/>
                  </a:lnTo>
                  <a:cubicBezTo>
                    <a:pt x="140" y="544"/>
                    <a:pt x="128" y="557"/>
                    <a:pt x="128" y="569"/>
                  </a:cubicBezTo>
                  <a:lnTo>
                    <a:pt x="128" y="672"/>
                  </a:lnTo>
                  <a:cubicBezTo>
                    <a:pt x="128" y="684"/>
                    <a:pt x="140" y="696"/>
                    <a:pt x="153" y="696"/>
                  </a:cubicBezTo>
                  <a:lnTo>
                    <a:pt x="255" y="696"/>
                  </a:lnTo>
                  <a:cubicBezTo>
                    <a:pt x="291" y="696"/>
                    <a:pt x="280" y="632"/>
                    <a:pt x="279" y="596"/>
                  </a:cubicBezTo>
                  <a:lnTo>
                    <a:pt x="343" y="542"/>
                  </a:lnTo>
                  <a:lnTo>
                    <a:pt x="334" y="538"/>
                  </a:lnTo>
                  <a:lnTo>
                    <a:pt x="280" y="563"/>
                  </a:lnTo>
                  <a:close/>
                  <a:moveTo>
                    <a:pt x="370" y="829"/>
                  </a:moveTo>
                  <a:cubicBezTo>
                    <a:pt x="370" y="834"/>
                    <a:pt x="372" y="836"/>
                    <a:pt x="378" y="836"/>
                  </a:cubicBezTo>
                  <a:lnTo>
                    <a:pt x="573" y="836"/>
                  </a:lnTo>
                  <a:cubicBezTo>
                    <a:pt x="579" y="836"/>
                    <a:pt x="580" y="834"/>
                    <a:pt x="580" y="829"/>
                  </a:cubicBezTo>
                  <a:lnTo>
                    <a:pt x="580" y="774"/>
                  </a:lnTo>
                  <a:cubicBezTo>
                    <a:pt x="580" y="768"/>
                    <a:pt x="579" y="766"/>
                    <a:pt x="573" y="766"/>
                  </a:cubicBezTo>
                  <a:lnTo>
                    <a:pt x="370" y="766"/>
                  </a:lnTo>
                  <a:lnTo>
                    <a:pt x="370" y="829"/>
                  </a:lnTo>
                  <a:close/>
                  <a:moveTo>
                    <a:pt x="370" y="654"/>
                  </a:moveTo>
                  <a:lnTo>
                    <a:pt x="580" y="654"/>
                  </a:lnTo>
                  <a:lnTo>
                    <a:pt x="580" y="587"/>
                  </a:lnTo>
                  <a:lnTo>
                    <a:pt x="370" y="587"/>
                  </a:lnTo>
                  <a:lnTo>
                    <a:pt x="370" y="654"/>
                  </a:lnTo>
                  <a:close/>
                  <a:moveTo>
                    <a:pt x="370" y="474"/>
                  </a:moveTo>
                  <a:lnTo>
                    <a:pt x="523" y="474"/>
                  </a:lnTo>
                  <a:lnTo>
                    <a:pt x="523" y="407"/>
                  </a:lnTo>
                  <a:lnTo>
                    <a:pt x="370" y="407"/>
                  </a:lnTo>
                  <a:lnTo>
                    <a:pt x="370" y="47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pPr>
                <a:defRPr/>
              </a:pPr>
              <a:endParaRPr lang="zh-CN" altLang="en-US" sz="1600" b="1" ker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" name="PA-组合 3"/>
          <p:cNvGrpSpPr/>
          <p:nvPr>
            <p:custDataLst>
              <p:tags r:id="rId2"/>
            </p:custDataLst>
          </p:nvPr>
        </p:nvGrpSpPr>
        <p:grpSpPr>
          <a:xfrm>
            <a:off x="4319270" y="1202055"/>
            <a:ext cx="3695700" cy="3523615"/>
            <a:chOff x="4573717" y="1302784"/>
            <a:chExt cx="3035183" cy="2814813"/>
          </a:xfrm>
        </p:grpSpPr>
        <p:sp>
          <p:nvSpPr>
            <p:cNvPr id="46" name="PA-文本框 39"/>
            <p:cNvSpPr txBox="1"/>
            <p:nvPr>
              <p:custDataLst>
                <p:tags r:id="rId3"/>
              </p:custDataLst>
            </p:nvPr>
          </p:nvSpPr>
          <p:spPr>
            <a:xfrm>
              <a:off x="4617067" y="3775543"/>
              <a:ext cx="2141065" cy="2389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68589" tIns="34295" rIns="68589" bIns="34295" rtlCol="0">
              <a:spAutoFit/>
            </a:bodyPr>
            <a:lstStyle/>
            <a:p>
              <a:r>
                <a:rPr lang="zh-CN" altLang="en-US" sz="15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搜索引擎</a:t>
              </a:r>
              <a:endPara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6" name="PA-îṧľïdè"/>
            <p:cNvSpPr/>
            <p:nvPr>
              <p:custDataLst>
                <p:tags r:id="rId4"/>
              </p:custDataLst>
            </p:nvPr>
          </p:nvSpPr>
          <p:spPr>
            <a:xfrm>
              <a:off x="4573719" y="1740022"/>
              <a:ext cx="3035181" cy="2354241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9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8" name="PA-iṥliďè"/>
            <p:cNvSpPr/>
            <p:nvPr>
              <p:custDataLst>
                <p:tags r:id="rId5"/>
              </p:custDataLst>
            </p:nvPr>
          </p:nvSpPr>
          <p:spPr>
            <a:xfrm>
              <a:off x="4584856" y="1740046"/>
              <a:ext cx="2993278" cy="2377551"/>
            </a:xfrm>
            <a:custGeom>
              <a:avLst/>
              <a:gdLst>
                <a:gd name="connsiteX0" fmla="*/ 4998 w 4468049"/>
                <a:gd name="connsiteY0" fmla="*/ 46 h 2797976"/>
                <a:gd name="connsiteX1" fmla="*/ 4463366 w 4468049"/>
                <a:gd name="connsiteY1" fmla="*/ 46 h 2797976"/>
                <a:gd name="connsiteX2" fmla="*/ 4468207 w 4468049"/>
                <a:gd name="connsiteY2" fmla="*/ 4887 h 2797976"/>
                <a:gd name="connsiteX3" fmla="*/ 4468207 w 4468049"/>
                <a:gd name="connsiteY3" fmla="*/ 2793182 h 2797976"/>
                <a:gd name="connsiteX4" fmla="*/ 4463366 w 4468049"/>
                <a:gd name="connsiteY4" fmla="*/ 2798023 h 2797976"/>
                <a:gd name="connsiteX5" fmla="*/ 4998 w 4468049"/>
                <a:gd name="connsiteY5" fmla="*/ 2798023 h 2797976"/>
                <a:gd name="connsiteX6" fmla="*/ 157 w 4468049"/>
                <a:gd name="connsiteY6" fmla="*/ 2793182 h 2797976"/>
                <a:gd name="connsiteX7" fmla="*/ 157 w 4468049"/>
                <a:gd name="connsiteY7" fmla="*/ 4887 h 2797976"/>
                <a:gd name="connsiteX8" fmla="*/ 4998 w 4468049"/>
                <a:gd name="connsiteY8" fmla="*/ 46 h 279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68049" h="2797976">
                  <a:moveTo>
                    <a:pt x="4998" y="46"/>
                  </a:moveTo>
                  <a:lnTo>
                    <a:pt x="4463366" y="46"/>
                  </a:lnTo>
                  <a:cubicBezTo>
                    <a:pt x="4466270" y="46"/>
                    <a:pt x="4468207" y="1982"/>
                    <a:pt x="4468207" y="4887"/>
                  </a:cubicBezTo>
                  <a:lnTo>
                    <a:pt x="4468207" y="2793182"/>
                  </a:lnTo>
                  <a:cubicBezTo>
                    <a:pt x="4468207" y="2796086"/>
                    <a:pt x="4466270" y="2798023"/>
                    <a:pt x="4463366" y="2798023"/>
                  </a:cubicBezTo>
                  <a:lnTo>
                    <a:pt x="4998" y="2798023"/>
                  </a:lnTo>
                  <a:cubicBezTo>
                    <a:pt x="2093" y="2798023"/>
                    <a:pt x="157" y="2796086"/>
                    <a:pt x="157" y="2793182"/>
                  </a:cubicBezTo>
                  <a:lnTo>
                    <a:pt x="157" y="4887"/>
                  </a:lnTo>
                  <a:cubicBezTo>
                    <a:pt x="157" y="1982"/>
                    <a:pt x="2093" y="46"/>
                    <a:pt x="4998" y="46"/>
                  </a:cubicBezTo>
                  <a:close/>
                </a:path>
              </a:pathLst>
            </a:custGeom>
            <a:blipFill rotWithShape="1">
              <a:blip r:embed="rId6"/>
              <a:stretch>
                <a:fillRect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zh-CN" altLang="en-US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7" name="PA-i$ľïḓe"/>
            <p:cNvSpPr/>
            <p:nvPr>
              <p:custDataLst>
                <p:tags r:id="rId7"/>
              </p:custDataLst>
            </p:nvPr>
          </p:nvSpPr>
          <p:spPr>
            <a:xfrm>
              <a:off x="4573717" y="1302784"/>
              <a:ext cx="3035181" cy="437239"/>
            </a:xfrm>
            <a:prstGeom prst="roundRect">
              <a:avLst>
                <a:gd name="adj" fmla="val 7637"/>
              </a:avLst>
            </a:prstGeom>
            <a:gradFill>
              <a:gsLst>
                <a:gs pos="0">
                  <a:srgbClr val="3C853C"/>
                </a:gs>
                <a:gs pos="60000">
                  <a:srgbClr val="3C853C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en-US" altLang="zh-CN" sz="1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" name="PA-文本框 49"/>
            <p:cNvSpPr txBox="1"/>
            <p:nvPr>
              <p:custDataLst>
                <p:tags r:id="rId8"/>
              </p:custDataLst>
            </p:nvPr>
          </p:nvSpPr>
          <p:spPr>
            <a:xfrm>
              <a:off x="5549218" y="1348970"/>
              <a:ext cx="1876160" cy="294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管理系统</a:t>
              </a: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6" name="PA-组合 5"/>
          <p:cNvGrpSpPr/>
          <p:nvPr>
            <p:custDataLst>
              <p:tags r:id="rId9"/>
            </p:custDataLst>
          </p:nvPr>
        </p:nvGrpSpPr>
        <p:grpSpPr>
          <a:xfrm>
            <a:off x="339090" y="1200785"/>
            <a:ext cx="3884295" cy="3521075"/>
            <a:chOff x="594222" y="1301586"/>
            <a:chExt cx="3035183" cy="2792676"/>
          </a:xfrm>
        </p:grpSpPr>
        <p:sp>
          <p:nvSpPr>
            <p:cNvPr id="62" name="PA-îšļïḑé"/>
            <p:cNvSpPr/>
            <p:nvPr>
              <p:custDataLst>
                <p:tags r:id="rId10"/>
              </p:custDataLst>
            </p:nvPr>
          </p:nvSpPr>
          <p:spPr>
            <a:xfrm>
              <a:off x="594224" y="1740023"/>
              <a:ext cx="3035181" cy="2354239"/>
            </a:xfrm>
            <a:prstGeom prst="rect">
              <a:avLst/>
            </a:prstGeom>
            <a:solidFill>
              <a:schemeClr val="tx1">
                <a:lumMod val="85000"/>
                <a:lumOff val="15000"/>
                <a:alpha val="13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594222" y="1301586"/>
              <a:ext cx="3035181" cy="2792676"/>
              <a:chOff x="594222" y="1301586"/>
              <a:chExt cx="3035181" cy="2792676"/>
            </a:xfrm>
          </p:grpSpPr>
          <p:sp>
            <p:nvSpPr>
              <p:cNvPr id="63" name="PA-îṩlîďe"/>
              <p:cNvSpPr/>
              <p:nvPr>
                <p:custDataLst>
                  <p:tags r:id="rId11"/>
                </p:custDataLst>
              </p:nvPr>
            </p:nvSpPr>
            <p:spPr>
              <a:xfrm>
                <a:off x="594222" y="1301586"/>
                <a:ext cx="3035181" cy="437239"/>
              </a:xfrm>
              <a:prstGeom prst="roundRect">
                <a:avLst>
                  <a:gd name="adj" fmla="val 5380"/>
                </a:avLst>
              </a:prstGeom>
              <a:gradFill>
                <a:gsLst>
                  <a:gs pos="0">
                    <a:schemeClr val="accent1">
                      <a:alpha val="98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en-US" altLang="zh-CN" sz="1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4" name="PA-iṧ1íḓé"/>
              <p:cNvSpPr/>
              <p:nvPr>
                <p:custDataLst>
                  <p:tags r:id="rId12"/>
                </p:custDataLst>
              </p:nvPr>
            </p:nvSpPr>
            <p:spPr>
              <a:xfrm>
                <a:off x="609604" y="1726153"/>
                <a:ext cx="2992511" cy="2368109"/>
              </a:xfrm>
              <a:custGeom>
                <a:avLst/>
                <a:gdLst>
                  <a:gd name="connsiteX0" fmla="*/ 4998 w 4468049"/>
                  <a:gd name="connsiteY0" fmla="*/ 46 h 2797976"/>
                  <a:gd name="connsiteX1" fmla="*/ 4463366 w 4468049"/>
                  <a:gd name="connsiteY1" fmla="*/ 46 h 2797976"/>
                  <a:gd name="connsiteX2" fmla="*/ 4468207 w 4468049"/>
                  <a:gd name="connsiteY2" fmla="*/ 4887 h 2797976"/>
                  <a:gd name="connsiteX3" fmla="*/ 4468207 w 4468049"/>
                  <a:gd name="connsiteY3" fmla="*/ 2793182 h 2797976"/>
                  <a:gd name="connsiteX4" fmla="*/ 4463366 w 4468049"/>
                  <a:gd name="connsiteY4" fmla="*/ 2798023 h 2797976"/>
                  <a:gd name="connsiteX5" fmla="*/ 4998 w 4468049"/>
                  <a:gd name="connsiteY5" fmla="*/ 2798023 h 2797976"/>
                  <a:gd name="connsiteX6" fmla="*/ 157 w 4468049"/>
                  <a:gd name="connsiteY6" fmla="*/ 2793182 h 2797976"/>
                  <a:gd name="connsiteX7" fmla="*/ 157 w 4468049"/>
                  <a:gd name="connsiteY7" fmla="*/ 4887 h 2797976"/>
                  <a:gd name="connsiteX8" fmla="*/ 4998 w 4468049"/>
                  <a:gd name="connsiteY8" fmla="*/ 46 h 2797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68049" h="2797976">
                    <a:moveTo>
                      <a:pt x="4998" y="46"/>
                    </a:moveTo>
                    <a:lnTo>
                      <a:pt x="4463366" y="46"/>
                    </a:lnTo>
                    <a:cubicBezTo>
                      <a:pt x="4466270" y="46"/>
                      <a:pt x="4468207" y="1982"/>
                      <a:pt x="4468207" y="4887"/>
                    </a:cubicBezTo>
                    <a:lnTo>
                      <a:pt x="4468207" y="2793182"/>
                    </a:lnTo>
                    <a:cubicBezTo>
                      <a:pt x="4468207" y="2796086"/>
                      <a:pt x="4466270" y="2798023"/>
                      <a:pt x="4463366" y="2798023"/>
                    </a:cubicBezTo>
                    <a:lnTo>
                      <a:pt x="4998" y="2798023"/>
                    </a:lnTo>
                    <a:cubicBezTo>
                      <a:pt x="2093" y="2798023"/>
                      <a:pt x="157" y="2796086"/>
                      <a:pt x="157" y="2793182"/>
                    </a:cubicBezTo>
                    <a:lnTo>
                      <a:pt x="157" y="4887"/>
                    </a:lnTo>
                    <a:cubicBezTo>
                      <a:pt x="157" y="1982"/>
                      <a:pt x="2093" y="46"/>
                      <a:pt x="4998" y="46"/>
                    </a:cubicBezTo>
                    <a:close/>
                  </a:path>
                </a:pathLst>
              </a:custGeom>
              <a:blipFill>
                <a:blip r:embed="rId13"/>
                <a:stretch>
                  <a:fillRect/>
                </a:stretch>
              </a:blipFill>
              <a:ln w="3810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b="1">
                  <a:solidFill>
                    <a:schemeClr val="l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6" name="PA-文本框 55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514508" y="1344770"/>
                <a:ext cx="1876160" cy="292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电商网站</a:t>
                </a:r>
                <a:endPara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5" name="PA-组合 4"/>
          <p:cNvGrpSpPr/>
          <p:nvPr>
            <p:custDataLst>
              <p:tags r:id="rId15"/>
            </p:custDataLst>
          </p:nvPr>
        </p:nvGrpSpPr>
        <p:grpSpPr>
          <a:xfrm>
            <a:off x="7976870" y="1202055"/>
            <a:ext cx="4310380" cy="3523615"/>
            <a:chOff x="8473982" y="1302784"/>
            <a:chExt cx="3114411" cy="2794322"/>
          </a:xfrm>
        </p:grpSpPr>
        <p:sp>
          <p:nvSpPr>
            <p:cNvPr id="47" name="PA-文本框 39"/>
            <p:cNvSpPr txBox="1"/>
            <p:nvPr>
              <p:custDataLst>
                <p:tags r:id="rId16"/>
              </p:custDataLst>
            </p:nvPr>
          </p:nvSpPr>
          <p:spPr>
            <a:xfrm>
              <a:off x="8473982" y="3775543"/>
              <a:ext cx="2141065" cy="2371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68589" tIns="34295" rIns="68589" bIns="34295" rtlCol="0">
              <a:spAutoFit/>
            </a:bodyPr>
            <a:lstStyle/>
            <a:p>
              <a:r>
                <a:rPr lang="zh-CN" altLang="en-US" sz="15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门户网站</a:t>
              </a:r>
              <a:endPara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0" name="PA-iśḻiḍé"/>
            <p:cNvSpPr/>
            <p:nvPr>
              <p:custDataLst>
                <p:tags r:id="rId17"/>
              </p:custDataLst>
            </p:nvPr>
          </p:nvSpPr>
          <p:spPr>
            <a:xfrm>
              <a:off x="8553212" y="1740022"/>
              <a:ext cx="3035181" cy="2333416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9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2" name="PA-iṥ1ïdé"/>
            <p:cNvSpPr/>
            <p:nvPr>
              <p:custDataLst>
                <p:tags r:id="rId18"/>
              </p:custDataLst>
            </p:nvPr>
          </p:nvSpPr>
          <p:spPr>
            <a:xfrm>
              <a:off x="8551521" y="1744417"/>
              <a:ext cx="2931345" cy="2352689"/>
            </a:xfrm>
            <a:custGeom>
              <a:avLst/>
              <a:gdLst>
                <a:gd name="connsiteX0" fmla="*/ 4998 w 4468049"/>
                <a:gd name="connsiteY0" fmla="*/ 46 h 2797976"/>
                <a:gd name="connsiteX1" fmla="*/ 4463366 w 4468049"/>
                <a:gd name="connsiteY1" fmla="*/ 46 h 2797976"/>
                <a:gd name="connsiteX2" fmla="*/ 4468207 w 4468049"/>
                <a:gd name="connsiteY2" fmla="*/ 4887 h 2797976"/>
                <a:gd name="connsiteX3" fmla="*/ 4468207 w 4468049"/>
                <a:gd name="connsiteY3" fmla="*/ 2793182 h 2797976"/>
                <a:gd name="connsiteX4" fmla="*/ 4463366 w 4468049"/>
                <a:gd name="connsiteY4" fmla="*/ 2798023 h 2797976"/>
                <a:gd name="connsiteX5" fmla="*/ 4998 w 4468049"/>
                <a:gd name="connsiteY5" fmla="*/ 2798023 h 2797976"/>
                <a:gd name="connsiteX6" fmla="*/ 157 w 4468049"/>
                <a:gd name="connsiteY6" fmla="*/ 2793182 h 2797976"/>
                <a:gd name="connsiteX7" fmla="*/ 157 w 4468049"/>
                <a:gd name="connsiteY7" fmla="*/ 4887 h 2797976"/>
                <a:gd name="connsiteX8" fmla="*/ 4998 w 4468049"/>
                <a:gd name="connsiteY8" fmla="*/ 46 h 279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68049" h="2797976">
                  <a:moveTo>
                    <a:pt x="4998" y="46"/>
                  </a:moveTo>
                  <a:lnTo>
                    <a:pt x="4463366" y="46"/>
                  </a:lnTo>
                  <a:cubicBezTo>
                    <a:pt x="4466270" y="46"/>
                    <a:pt x="4468207" y="1982"/>
                    <a:pt x="4468207" y="4887"/>
                  </a:cubicBezTo>
                  <a:lnTo>
                    <a:pt x="4468207" y="2793182"/>
                  </a:lnTo>
                  <a:cubicBezTo>
                    <a:pt x="4468207" y="2796086"/>
                    <a:pt x="4466270" y="2798023"/>
                    <a:pt x="4463366" y="2798023"/>
                  </a:cubicBezTo>
                  <a:lnTo>
                    <a:pt x="4998" y="2798023"/>
                  </a:lnTo>
                  <a:cubicBezTo>
                    <a:pt x="2093" y="2798023"/>
                    <a:pt x="157" y="2796086"/>
                    <a:pt x="157" y="2793182"/>
                  </a:cubicBezTo>
                  <a:lnTo>
                    <a:pt x="157" y="4887"/>
                  </a:lnTo>
                  <a:cubicBezTo>
                    <a:pt x="157" y="1982"/>
                    <a:pt x="2093" y="46"/>
                    <a:pt x="4998" y="46"/>
                  </a:cubicBezTo>
                  <a:close/>
                </a:path>
              </a:pathLst>
            </a:custGeom>
            <a:blipFill rotWithShape="1">
              <a:blip r:embed="rId19"/>
              <a:stretch>
                <a:fillRect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zh-CN" altLang="en-US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1" name="PA-iṡḷiďè"/>
            <p:cNvSpPr/>
            <p:nvPr>
              <p:custDataLst>
                <p:tags r:id="rId20"/>
              </p:custDataLst>
            </p:nvPr>
          </p:nvSpPr>
          <p:spPr>
            <a:xfrm>
              <a:off x="8553356" y="1302784"/>
              <a:ext cx="2967591" cy="437101"/>
            </a:xfrm>
            <a:prstGeom prst="roundRect">
              <a:avLst>
                <a:gd name="adj" fmla="val 9900"/>
              </a:avLst>
            </a:prstGeom>
            <a:gradFill>
              <a:gsLst>
                <a:gs pos="0">
                  <a:schemeClr val="accent1"/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en-US" altLang="zh-CN" sz="1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" name="PA-文本框 51"/>
            <p:cNvSpPr txBox="1"/>
            <p:nvPr>
              <p:custDataLst>
                <p:tags r:id="rId21"/>
              </p:custDataLst>
            </p:nvPr>
          </p:nvSpPr>
          <p:spPr>
            <a:xfrm>
              <a:off x="9557338" y="1348970"/>
              <a:ext cx="1876160" cy="2920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门户网站</a:t>
              </a: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2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77440" y="4935855"/>
            <a:ext cx="8432165" cy="1117600"/>
            <a:chOff x="3744" y="7773"/>
            <a:chExt cx="13279" cy="1760"/>
          </a:xfrm>
        </p:grpSpPr>
        <p:sp>
          <p:nvSpPr>
            <p:cNvPr id="127" name="TextBox 3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051" y="8285"/>
              <a:ext cx="12973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企业门户网站开发中涉及的交互有哪些？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61" name="ï$líḍe"/>
            <p:cNvSpPr/>
            <p:nvPr>
              <p:custDataLst>
                <p:tags r:id="rId4"/>
              </p:custDataLst>
            </p:nvPr>
          </p:nvSpPr>
          <p:spPr bwMode="auto">
            <a:xfrm>
              <a:off x="4449" y="8665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2" name="îşľîḋé"/>
            <p:cNvSpPr/>
            <p:nvPr>
              <p:custDataLst>
                <p:tags r:id="rId5"/>
              </p:custDataLst>
            </p:nvPr>
          </p:nvSpPr>
          <p:spPr bwMode="auto">
            <a:xfrm>
              <a:off x="4579" y="9306"/>
              <a:ext cx="524" cy="82"/>
            </a:xfrm>
            <a:prstGeom prst="ellipse">
              <a:avLst/>
            </a:pr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3" name="îśḷïḋé"/>
            <p:cNvSpPr/>
            <p:nvPr>
              <p:custDataLst>
                <p:tags r:id="rId6"/>
              </p:custDataLst>
            </p:nvPr>
          </p:nvSpPr>
          <p:spPr bwMode="auto">
            <a:xfrm>
              <a:off x="4273" y="8754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4" name="iṩḷïďê"/>
            <p:cNvSpPr/>
            <p:nvPr>
              <p:custDataLst>
                <p:tags r:id="rId7"/>
              </p:custDataLst>
            </p:nvPr>
          </p:nvSpPr>
          <p:spPr bwMode="auto">
            <a:xfrm>
              <a:off x="4461" y="8779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5" name="îsľîḋé"/>
            <p:cNvSpPr/>
            <p:nvPr>
              <p:custDataLst>
                <p:tags r:id="rId8"/>
              </p:custDataLst>
            </p:nvPr>
          </p:nvSpPr>
          <p:spPr bwMode="auto">
            <a:xfrm>
              <a:off x="4116" y="8832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6" name="ïsḻïdê"/>
            <p:cNvSpPr/>
            <p:nvPr>
              <p:custDataLst>
                <p:tags r:id="rId9"/>
              </p:custDataLst>
            </p:nvPr>
          </p:nvSpPr>
          <p:spPr bwMode="auto">
            <a:xfrm>
              <a:off x="4130" y="8828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7" name="iS1îḍê"/>
            <p:cNvSpPr/>
            <p:nvPr>
              <p:custDataLst>
                <p:tags r:id="rId10"/>
              </p:custDataLst>
            </p:nvPr>
          </p:nvSpPr>
          <p:spPr bwMode="auto">
            <a:xfrm>
              <a:off x="4128" y="8917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8" name="işļíḓé"/>
            <p:cNvSpPr/>
            <p:nvPr>
              <p:custDataLst>
                <p:tags r:id="rId11"/>
              </p:custDataLst>
            </p:nvPr>
          </p:nvSpPr>
          <p:spPr bwMode="auto">
            <a:xfrm>
              <a:off x="4118" y="8879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9" name="iŝ1îḓé"/>
            <p:cNvSpPr/>
            <p:nvPr>
              <p:custDataLst>
                <p:tags r:id="rId12"/>
              </p:custDataLst>
            </p:nvPr>
          </p:nvSpPr>
          <p:spPr bwMode="auto">
            <a:xfrm>
              <a:off x="4815" y="8883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0" name="íşlíḑè"/>
            <p:cNvSpPr/>
            <p:nvPr>
              <p:custDataLst>
                <p:tags r:id="rId13"/>
              </p:custDataLst>
            </p:nvPr>
          </p:nvSpPr>
          <p:spPr bwMode="auto">
            <a:xfrm>
              <a:off x="4875" y="9303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19 w 121"/>
                <a:gd name="T7" fmla="*/ 32 h 59"/>
                <a:gd name="T8" fmla="*/ 52 w 121"/>
                <a:gd name="T9" fmla="*/ 55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3" y="43"/>
                    <a:pt x="19" y="32"/>
                  </a:cubicBezTo>
                  <a:cubicBezTo>
                    <a:pt x="25" y="22"/>
                    <a:pt x="52" y="55"/>
                    <a:pt x="52" y="55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1" name="î$ļïḓe"/>
            <p:cNvSpPr/>
            <p:nvPr>
              <p:custDataLst>
                <p:tags r:id="rId14"/>
              </p:custDataLst>
            </p:nvPr>
          </p:nvSpPr>
          <p:spPr bwMode="auto">
            <a:xfrm>
              <a:off x="4682" y="8883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2" name="ïŝlïḓe"/>
            <p:cNvSpPr/>
            <p:nvPr>
              <p:custDataLst>
                <p:tags r:id="rId15"/>
              </p:custDataLst>
            </p:nvPr>
          </p:nvSpPr>
          <p:spPr bwMode="auto">
            <a:xfrm>
              <a:off x="4742" y="9302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20 w 121"/>
                <a:gd name="T7" fmla="*/ 33 h 59"/>
                <a:gd name="T8" fmla="*/ 52 w 121"/>
                <a:gd name="T9" fmla="*/ 56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4" y="43"/>
                    <a:pt x="20" y="33"/>
                  </a:cubicBezTo>
                  <a:cubicBezTo>
                    <a:pt x="25" y="22"/>
                    <a:pt x="52" y="56"/>
                    <a:pt x="52" y="56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3" name="îṡḻîḓê"/>
            <p:cNvSpPr/>
            <p:nvPr>
              <p:custDataLst>
                <p:tags r:id="rId16"/>
              </p:custDataLst>
            </p:nvPr>
          </p:nvSpPr>
          <p:spPr bwMode="auto">
            <a:xfrm>
              <a:off x="4020" y="9151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4" name="ísľïḍé"/>
            <p:cNvSpPr/>
            <p:nvPr>
              <p:custDataLst>
                <p:tags r:id="rId17"/>
              </p:custDataLst>
            </p:nvPr>
          </p:nvSpPr>
          <p:spPr bwMode="auto">
            <a:xfrm>
              <a:off x="4041" y="9199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5" name="îṡľiḓe"/>
            <p:cNvSpPr/>
            <p:nvPr>
              <p:custDataLst>
                <p:tags r:id="rId18"/>
              </p:custDataLst>
            </p:nvPr>
          </p:nvSpPr>
          <p:spPr bwMode="auto">
            <a:xfrm>
              <a:off x="4109" y="9211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6" name="îšľîdè"/>
            <p:cNvSpPr/>
            <p:nvPr>
              <p:custDataLst>
                <p:tags r:id="rId19"/>
              </p:custDataLst>
            </p:nvPr>
          </p:nvSpPr>
          <p:spPr bwMode="auto">
            <a:xfrm>
              <a:off x="4186" y="9211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7" name="íṡlîḓe"/>
            <p:cNvSpPr/>
            <p:nvPr>
              <p:custDataLst>
                <p:tags r:id="rId20"/>
              </p:custDataLst>
            </p:nvPr>
          </p:nvSpPr>
          <p:spPr bwMode="auto">
            <a:xfrm>
              <a:off x="4223" y="9199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8" name="ís1ïďè"/>
            <p:cNvSpPr/>
            <p:nvPr>
              <p:custDataLst>
                <p:tags r:id="rId21"/>
              </p:custDataLst>
            </p:nvPr>
          </p:nvSpPr>
          <p:spPr bwMode="auto">
            <a:xfrm>
              <a:off x="4265" y="9187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9" name="îṣ1íďé"/>
            <p:cNvSpPr/>
            <p:nvPr>
              <p:custDataLst>
                <p:tags r:id="rId22"/>
              </p:custDataLst>
            </p:nvPr>
          </p:nvSpPr>
          <p:spPr bwMode="auto">
            <a:xfrm>
              <a:off x="4307" y="9166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0" name="ïṧḷiḋè"/>
            <p:cNvSpPr/>
            <p:nvPr>
              <p:custDataLst>
                <p:tags r:id="rId23"/>
              </p:custDataLst>
            </p:nvPr>
          </p:nvSpPr>
          <p:spPr bwMode="auto">
            <a:xfrm>
              <a:off x="4041" y="8878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1" name="ïṥ1iḍê"/>
            <p:cNvSpPr/>
            <p:nvPr>
              <p:custDataLst>
                <p:tags r:id="rId24"/>
              </p:custDataLst>
            </p:nvPr>
          </p:nvSpPr>
          <p:spPr bwMode="auto">
            <a:xfrm>
              <a:off x="4096" y="8886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2" name="îşlîḍè"/>
            <p:cNvSpPr/>
            <p:nvPr>
              <p:custDataLst>
                <p:tags r:id="rId25"/>
              </p:custDataLst>
            </p:nvPr>
          </p:nvSpPr>
          <p:spPr bwMode="auto">
            <a:xfrm>
              <a:off x="4192" y="8871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3" name="îṧľíḋe"/>
            <p:cNvSpPr/>
            <p:nvPr>
              <p:custDataLst>
                <p:tags r:id="rId26"/>
              </p:custDataLst>
            </p:nvPr>
          </p:nvSpPr>
          <p:spPr bwMode="auto">
            <a:xfrm>
              <a:off x="4193" y="9084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4" name="îṥļiḍe"/>
            <p:cNvSpPr/>
            <p:nvPr>
              <p:custDataLst>
                <p:tags r:id="rId27"/>
              </p:custDataLst>
            </p:nvPr>
          </p:nvSpPr>
          <p:spPr bwMode="auto">
            <a:xfrm>
              <a:off x="4199" y="9117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5" name="i$ḻïḓè"/>
            <p:cNvSpPr/>
            <p:nvPr>
              <p:custDataLst>
                <p:tags r:id="rId28"/>
              </p:custDataLst>
            </p:nvPr>
          </p:nvSpPr>
          <p:spPr bwMode="auto">
            <a:xfrm>
              <a:off x="4206" y="9150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6" name="íś1iḓe"/>
            <p:cNvSpPr/>
            <p:nvPr>
              <p:custDataLst>
                <p:tags r:id="rId29"/>
              </p:custDataLst>
            </p:nvPr>
          </p:nvSpPr>
          <p:spPr bwMode="auto">
            <a:xfrm>
              <a:off x="3853" y="8400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7" name="ïṩḷiḋê"/>
            <p:cNvSpPr/>
            <p:nvPr>
              <p:custDataLst>
                <p:tags r:id="rId30"/>
              </p:custDataLst>
            </p:nvPr>
          </p:nvSpPr>
          <p:spPr bwMode="auto">
            <a:xfrm>
              <a:off x="3982" y="8792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8" name="iSlîḓe"/>
            <p:cNvSpPr/>
            <p:nvPr>
              <p:custDataLst>
                <p:tags r:id="rId31"/>
              </p:custDataLst>
            </p:nvPr>
          </p:nvSpPr>
          <p:spPr bwMode="auto">
            <a:xfrm>
              <a:off x="4095" y="8764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9" name="iṣľîḍé"/>
            <p:cNvSpPr/>
            <p:nvPr>
              <p:custDataLst>
                <p:tags r:id="rId32"/>
              </p:custDataLst>
            </p:nvPr>
          </p:nvSpPr>
          <p:spPr bwMode="auto">
            <a:xfrm>
              <a:off x="4107" y="8760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0" name="îṧ1ïdè"/>
            <p:cNvSpPr/>
            <p:nvPr>
              <p:custDataLst>
                <p:tags r:id="rId33"/>
              </p:custDataLst>
            </p:nvPr>
          </p:nvSpPr>
          <p:spPr bwMode="auto">
            <a:xfrm>
              <a:off x="4123" y="8750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1" name="iṧlïḋe"/>
            <p:cNvSpPr/>
            <p:nvPr>
              <p:custDataLst>
                <p:tags r:id="rId34"/>
              </p:custDataLst>
            </p:nvPr>
          </p:nvSpPr>
          <p:spPr bwMode="auto">
            <a:xfrm>
              <a:off x="4237" y="8711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2" name="íṣ1íḍê"/>
            <p:cNvSpPr/>
            <p:nvPr>
              <p:custDataLst>
                <p:tags r:id="rId35"/>
              </p:custDataLst>
            </p:nvPr>
          </p:nvSpPr>
          <p:spPr bwMode="auto">
            <a:xfrm>
              <a:off x="4251" y="8706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3" name="îṡľîďè"/>
            <p:cNvSpPr/>
            <p:nvPr>
              <p:custDataLst>
                <p:tags r:id="rId36"/>
              </p:custDataLst>
            </p:nvPr>
          </p:nvSpPr>
          <p:spPr bwMode="auto">
            <a:xfrm>
              <a:off x="4265" y="8708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4" name="ïśľîḓe"/>
            <p:cNvSpPr/>
            <p:nvPr>
              <p:custDataLst>
                <p:tags r:id="rId37"/>
              </p:custDataLst>
            </p:nvPr>
          </p:nvSpPr>
          <p:spPr bwMode="auto">
            <a:xfrm>
              <a:off x="4211" y="8636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5" name="ïšḻíḋê"/>
            <p:cNvSpPr/>
            <p:nvPr>
              <p:custDataLst>
                <p:tags r:id="rId38"/>
              </p:custDataLst>
            </p:nvPr>
          </p:nvSpPr>
          <p:spPr bwMode="auto">
            <a:xfrm>
              <a:off x="4236" y="8641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6" name="işľídè"/>
            <p:cNvSpPr/>
            <p:nvPr>
              <p:custDataLst>
                <p:tags r:id="rId39"/>
              </p:custDataLst>
            </p:nvPr>
          </p:nvSpPr>
          <p:spPr bwMode="auto">
            <a:xfrm>
              <a:off x="4066" y="8677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7" name="îsḷiḍe"/>
            <p:cNvSpPr/>
            <p:nvPr>
              <p:custDataLst>
                <p:tags r:id="rId40"/>
              </p:custDataLst>
            </p:nvPr>
          </p:nvSpPr>
          <p:spPr bwMode="auto">
            <a:xfrm>
              <a:off x="4092" y="8684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8" name="iṧlîde"/>
            <p:cNvSpPr/>
            <p:nvPr>
              <p:custDataLst>
                <p:tags r:id="rId41"/>
              </p:custDataLst>
            </p:nvPr>
          </p:nvSpPr>
          <p:spPr bwMode="auto">
            <a:xfrm>
              <a:off x="4051" y="8628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9" name="ísḷîdé"/>
            <p:cNvSpPr/>
            <p:nvPr>
              <p:custDataLst>
                <p:tags r:id="rId42"/>
              </p:custDataLst>
            </p:nvPr>
          </p:nvSpPr>
          <p:spPr bwMode="auto">
            <a:xfrm>
              <a:off x="4176" y="8579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0" name="ïṡ1idè"/>
            <p:cNvSpPr/>
            <p:nvPr>
              <p:custDataLst>
                <p:tags r:id="rId43"/>
              </p:custDataLst>
            </p:nvPr>
          </p:nvSpPr>
          <p:spPr bwMode="auto">
            <a:xfrm>
              <a:off x="4154" y="8767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1" name="işliḋè"/>
            <p:cNvSpPr/>
            <p:nvPr>
              <p:custDataLst>
                <p:tags r:id="rId44"/>
              </p:custDataLst>
            </p:nvPr>
          </p:nvSpPr>
          <p:spPr bwMode="auto">
            <a:xfrm>
              <a:off x="3758" y="8315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2" name="íslïďê"/>
            <p:cNvSpPr/>
            <p:nvPr>
              <p:custDataLst>
                <p:tags r:id="rId45"/>
              </p:custDataLst>
            </p:nvPr>
          </p:nvSpPr>
          <p:spPr bwMode="auto">
            <a:xfrm>
              <a:off x="3909" y="8620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3" name="îṣḻíḑe"/>
            <p:cNvSpPr/>
            <p:nvPr>
              <p:custDataLst>
                <p:tags r:id="rId46"/>
              </p:custDataLst>
            </p:nvPr>
          </p:nvSpPr>
          <p:spPr bwMode="auto">
            <a:xfrm>
              <a:off x="3847" y="8714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4" name="ïśḷïde"/>
            <p:cNvSpPr/>
            <p:nvPr>
              <p:custDataLst>
                <p:tags r:id="rId47"/>
              </p:custDataLst>
            </p:nvPr>
          </p:nvSpPr>
          <p:spPr bwMode="auto">
            <a:xfrm>
              <a:off x="3948" y="8748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5" name="iṡḷîḑê"/>
            <p:cNvSpPr/>
            <p:nvPr>
              <p:custDataLst>
                <p:tags r:id="rId48"/>
              </p:custDataLst>
            </p:nvPr>
          </p:nvSpPr>
          <p:spPr bwMode="auto">
            <a:xfrm>
              <a:off x="3744" y="8493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6" name="íṩ1ídè"/>
            <p:cNvSpPr/>
            <p:nvPr>
              <p:custDataLst>
                <p:tags r:id="rId49"/>
              </p:custDataLst>
            </p:nvPr>
          </p:nvSpPr>
          <p:spPr bwMode="auto">
            <a:xfrm>
              <a:off x="3814" y="8093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7" name="ïSļîḋê"/>
            <p:cNvSpPr/>
            <p:nvPr>
              <p:custDataLst>
                <p:tags r:id="rId50"/>
              </p:custDataLst>
            </p:nvPr>
          </p:nvSpPr>
          <p:spPr bwMode="auto">
            <a:xfrm>
              <a:off x="4769" y="9431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8" name="ïś1iďé"/>
            <p:cNvSpPr/>
            <p:nvPr>
              <p:custDataLst>
                <p:tags r:id="rId51"/>
              </p:custDataLst>
            </p:nvPr>
          </p:nvSpPr>
          <p:spPr bwMode="auto">
            <a:xfrm>
              <a:off x="4987" y="7773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9" name="îṩḷïḋê"/>
            <p:cNvSpPr/>
            <p:nvPr>
              <p:custDataLst>
                <p:tags r:id="rId52"/>
              </p:custDataLst>
            </p:nvPr>
          </p:nvSpPr>
          <p:spPr bwMode="auto">
            <a:xfrm>
              <a:off x="4725" y="7842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0" name="îṡḷiďê"/>
            <p:cNvSpPr/>
            <p:nvPr>
              <p:custDataLst>
                <p:tags r:id="rId53"/>
              </p:custDataLst>
            </p:nvPr>
          </p:nvSpPr>
          <p:spPr bwMode="auto">
            <a:xfrm>
              <a:off x="4725" y="7842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1" name="îṧļîḑè"/>
            <p:cNvSpPr/>
            <p:nvPr>
              <p:custDataLst>
                <p:tags r:id="rId54"/>
              </p:custDataLst>
            </p:nvPr>
          </p:nvSpPr>
          <p:spPr bwMode="auto">
            <a:xfrm>
              <a:off x="4730" y="7842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2" name="îṡļîḑè"/>
            <p:cNvSpPr/>
            <p:nvPr>
              <p:custDataLst>
                <p:tags r:id="rId55"/>
              </p:custDataLst>
            </p:nvPr>
          </p:nvSpPr>
          <p:spPr bwMode="auto">
            <a:xfrm>
              <a:off x="4730" y="7842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3" name="í$1ïďê"/>
            <p:cNvSpPr/>
            <p:nvPr>
              <p:custDataLst>
                <p:tags r:id="rId56"/>
              </p:custDataLst>
            </p:nvPr>
          </p:nvSpPr>
          <p:spPr bwMode="auto">
            <a:xfrm>
              <a:off x="4732" y="8506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4" name="isľíďe"/>
            <p:cNvSpPr/>
            <p:nvPr>
              <p:custDataLst>
                <p:tags r:id="rId57"/>
              </p:custDataLst>
            </p:nvPr>
          </p:nvSpPr>
          <p:spPr bwMode="auto">
            <a:xfrm>
              <a:off x="4737" y="8506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5" name="ïṡlíḓé"/>
            <p:cNvSpPr/>
            <p:nvPr>
              <p:custDataLst>
                <p:tags r:id="rId58"/>
              </p:custDataLst>
            </p:nvPr>
          </p:nvSpPr>
          <p:spPr bwMode="auto">
            <a:xfrm>
              <a:off x="4678" y="8174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6" name="îŝ1îdè"/>
            <p:cNvSpPr/>
            <p:nvPr>
              <p:custDataLst>
                <p:tags r:id="rId59"/>
              </p:custDataLst>
            </p:nvPr>
          </p:nvSpPr>
          <p:spPr bwMode="auto">
            <a:xfrm>
              <a:off x="4686" y="8170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7" name="íśḷîḍé"/>
            <p:cNvSpPr/>
            <p:nvPr>
              <p:custDataLst>
                <p:tags r:id="rId60"/>
              </p:custDataLst>
            </p:nvPr>
          </p:nvSpPr>
          <p:spPr bwMode="auto">
            <a:xfrm>
              <a:off x="4669" y="8818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8" name="ï$ḻíḑe"/>
            <p:cNvSpPr/>
            <p:nvPr>
              <p:custDataLst>
                <p:tags r:id="rId61"/>
              </p:custDataLst>
            </p:nvPr>
          </p:nvSpPr>
          <p:spPr bwMode="auto">
            <a:xfrm>
              <a:off x="4675" y="8811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9" name="îŝľïďê"/>
            <p:cNvSpPr/>
            <p:nvPr>
              <p:custDataLst>
                <p:tags r:id="rId62"/>
              </p:custDataLst>
            </p:nvPr>
          </p:nvSpPr>
          <p:spPr bwMode="auto">
            <a:xfrm>
              <a:off x="4987" y="8093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0" name="íṡḷíḑe"/>
            <p:cNvSpPr/>
            <p:nvPr>
              <p:custDataLst>
                <p:tags r:id="rId63"/>
              </p:custDataLst>
            </p:nvPr>
          </p:nvSpPr>
          <p:spPr bwMode="auto">
            <a:xfrm>
              <a:off x="4987" y="8093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1" name="iśļïďê"/>
            <p:cNvSpPr/>
            <p:nvPr>
              <p:custDataLst>
                <p:tags r:id="rId64"/>
              </p:custDataLst>
            </p:nvPr>
          </p:nvSpPr>
          <p:spPr bwMode="auto">
            <a:xfrm>
              <a:off x="4987" y="8075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2" name="íṧlîḍé"/>
            <p:cNvSpPr/>
            <p:nvPr>
              <p:custDataLst>
                <p:tags r:id="rId65"/>
              </p:custDataLst>
            </p:nvPr>
          </p:nvSpPr>
          <p:spPr bwMode="auto">
            <a:xfrm>
              <a:off x="4987" y="8075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3" name="iṩļïḍê"/>
            <p:cNvSpPr/>
            <p:nvPr>
              <p:custDataLst>
                <p:tags r:id="rId66"/>
              </p:custDataLst>
            </p:nvPr>
          </p:nvSpPr>
          <p:spPr bwMode="auto">
            <a:xfrm>
              <a:off x="4987" y="8077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4" name="íŝḻiḑe"/>
            <p:cNvSpPr/>
            <p:nvPr>
              <p:custDataLst>
                <p:tags r:id="rId67"/>
              </p:custDataLst>
            </p:nvPr>
          </p:nvSpPr>
          <p:spPr bwMode="auto">
            <a:xfrm>
              <a:off x="4987" y="8077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5" name="iṣḷíḋé"/>
            <p:cNvSpPr/>
            <p:nvPr>
              <p:custDataLst>
                <p:tags r:id="rId68"/>
              </p:custDataLst>
            </p:nvPr>
          </p:nvSpPr>
          <p:spPr bwMode="auto">
            <a:xfrm>
              <a:off x="4987" y="8390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6" name="îSḷíḍe"/>
            <p:cNvSpPr/>
            <p:nvPr>
              <p:custDataLst>
                <p:tags r:id="rId69"/>
              </p:custDataLst>
            </p:nvPr>
          </p:nvSpPr>
          <p:spPr bwMode="auto">
            <a:xfrm>
              <a:off x="4987" y="8711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7" name="ïşliďê"/>
            <p:cNvSpPr/>
            <p:nvPr>
              <p:custDataLst>
                <p:tags r:id="rId70"/>
              </p:custDataLst>
            </p:nvPr>
          </p:nvSpPr>
          <p:spPr bwMode="auto">
            <a:xfrm>
              <a:off x="4987" y="9043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391285" y="1643380"/>
            <a:ext cx="9610090" cy="2889885"/>
            <a:chOff x="2191" y="1964"/>
            <a:chExt cx="15134" cy="4551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2191" y="1964"/>
              <a:ext cx="15134" cy="4551"/>
            </a:xfrm>
            <a:prstGeom prst="rect">
              <a:avLst/>
            </a:prstGeom>
            <a:ln w="88900" cap="sq" cmpd="thickThin">
              <a:solidFill>
                <a:srgbClr val="5585C6"/>
              </a:solidFill>
              <a:prstDash val="solid"/>
              <a:miter lim="800000"/>
              <a:headEnd/>
              <a:tailEnd/>
            </a:ln>
            <a:effectLst>
              <a:innerShdw blurRad="76200">
                <a:srgbClr val="000000"/>
              </a:innerShdw>
            </a:effectLst>
          </p:spPr>
        </p:pic>
        <p:sp>
          <p:nvSpPr>
            <p:cNvPr id="2" name="矩形 1"/>
            <p:cNvSpPr/>
            <p:nvPr/>
          </p:nvSpPr>
          <p:spPr>
            <a:xfrm>
              <a:off x="8382" y="3700"/>
              <a:ext cx="2450" cy="1501"/>
            </a:xfrm>
            <a:prstGeom prst="rect">
              <a:avLst/>
            </a:prstGeom>
            <a:solidFill>
              <a:srgbClr val="5585C6"/>
            </a:solidFill>
            <a:ln>
              <a:solidFill>
                <a:srgbClr val="5585C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400" b="1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accent5"/>
                  </a:solidFill>
                  <a:effectLst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</a:rPr>
                <a:t>Express</a:t>
              </a:r>
              <a:r>
                <a:rPr lang="zh-CN" altLang="en-US" sz="2400" b="1">
                  <a:ln w="9525">
                    <a:solidFill>
                      <a:schemeClr val="bg1"/>
                    </a:solidFill>
                    <a:prstDash val="solid"/>
                  </a:ln>
                  <a:solidFill>
                    <a:schemeClr val="accent5"/>
                  </a:solidFill>
                  <a:effectLst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</a:rPr>
                <a:t>框架搭建的服务器</a:t>
              </a:r>
              <a:endParaRPr lang="zh-CN" altLang="en-US" sz="2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endParaRPr>
            </a:p>
          </p:txBody>
        </p:sp>
      </p:grpSp>
    </p:spTree>
    <p:custDataLst>
      <p:tags r:id="rId7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909893" y="3024859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2718453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项目需求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5030918" y="3024859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5839478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实现步骤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8009703" y="3025136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03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8818263" y="3136306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项目准备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3" grpId="1" animBg="1"/>
      <p:bldP spid="8" grpId="1"/>
      <p:bldP spid="9" grpId="0" animBg="1"/>
      <p:bldP spid="10" grpId="0"/>
      <p:bldP spid="9" grpId="1" animBg="1"/>
      <p:bldP spid="10" grpId="1"/>
      <p:bldP spid="11" grpId="0" animBg="1"/>
      <p:bldP spid="12" grpId="0"/>
      <p:bldP spid="11" grpId="1" animBg="1"/>
      <p:bldP spid="1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项目需求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iŝľíḓé"/>
          <p:cNvSpPr/>
          <p:nvPr>
            <p:custDataLst>
              <p:tags r:id="rId3"/>
            </p:custDataLst>
          </p:nvPr>
        </p:nvSpPr>
        <p:spPr bwMode="auto">
          <a:xfrm>
            <a:off x="933450" y="1243330"/>
            <a:ext cx="614045" cy="6140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ïṣlîdè"/>
          <p:cNvSpPr/>
          <p:nvPr>
            <p:custDataLst>
              <p:tags r:id="rId4"/>
            </p:custDataLst>
          </p:nvPr>
        </p:nvSpPr>
        <p:spPr bwMode="auto">
          <a:xfrm>
            <a:off x="1111885" y="1419860"/>
            <a:ext cx="257175" cy="317500"/>
          </a:xfrm>
          <a:custGeom>
            <a:avLst/>
            <a:gdLst>
              <a:gd name="connsiteX0" fmla="*/ 324459 w 489089"/>
              <a:gd name="connsiteY0" fmla="*/ 442516 h 603828"/>
              <a:gd name="connsiteX1" fmla="*/ 386263 w 489089"/>
              <a:gd name="connsiteY1" fmla="*/ 442516 h 603828"/>
              <a:gd name="connsiteX2" fmla="*/ 386263 w 489089"/>
              <a:gd name="connsiteY2" fmla="*/ 452958 h 603828"/>
              <a:gd name="connsiteX3" fmla="*/ 402563 w 489089"/>
              <a:gd name="connsiteY3" fmla="*/ 469096 h 603828"/>
              <a:gd name="connsiteX4" fmla="*/ 489089 w 489089"/>
              <a:gd name="connsiteY4" fmla="*/ 469096 h 603828"/>
              <a:gd name="connsiteX5" fmla="*/ 489089 w 489089"/>
              <a:gd name="connsiteY5" fmla="*/ 587485 h 603828"/>
              <a:gd name="connsiteX6" fmla="*/ 472925 w 489089"/>
              <a:gd name="connsiteY6" fmla="*/ 603758 h 603828"/>
              <a:gd name="connsiteX7" fmla="*/ 324459 w 489089"/>
              <a:gd name="connsiteY7" fmla="*/ 603758 h 603828"/>
              <a:gd name="connsiteX8" fmla="*/ 308159 w 489089"/>
              <a:gd name="connsiteY8" fmla="*/ 587485 h 603828"/>
              <a:gd name="connsiteX9" fmla="*/ 308159 w 489089"/>
              <a:gd name="connsiteY9" fmla="*/ 458789 h 603828"/>
              <a:gd name="connsiteX10" fmla="*/ 324459 w 489089"/>
              <a:gd name="connsiteY10" fmla="*/ 442516 h 603828"/>
              <a:gd name="connsiteX11" fmla="*/ 16307 w 489089"/>
              <a:gd name="connsiteY11" fmla="*/ 442516 h 603828"/>
              <a:gd name="connsiteX12" fmla="*/ 78272 w 489089"/>
              <a:gd name="connsiteY12" fmla="*/ 442516 h 603828"/>
              <a:gd name="connsiteX13" fmla="*/ 78272 w 489089"/>
              <a:gd name="connsiteY13" fmla="*/ 452963 h 603828"/>
              <a:gd name="connsiteX14" fmla="*/ 94443 w 489089"/>
              <a:gd name="connsiteY14" fmla="*/ 469107 h 603828"/>
              <a:gd name="connsiteX15" fmla="*/ 181141 w 489089"/>
              <a:gd name="connsiteY15" fmla="*/ 469107 h 603828"/>
              <a:gd name="connsiteX16" fmla="*/ 181141 w 489089"/>
              <a:gd name="connsiteY16" fmla="*/ 587548 h 603828"/>
              <a:gd name="connsiteX17" fmla="*/ 164834 w 489089"/>
              <a:gd name="connsiteY17" fmla="*/ 603828 h 603828"/>
              <a:gd name="connsiteX18" fmla="*/ 16307 w 489089"/>
              <a:gd name="connsiteY18" fmla="*/ 603828 h 603828"/>
              <a:gd name="connsiteX19" fmla="*/ 0 w 489089"/>
              <a:gd name="connsiteY19" fmla="*/ 587548 h 603828"/>
              <a:gd name="connsiteX20" fmla="*/ 0 w 489089"/>
              <a:gd name="connsiteY20" fmla="*/ 458796 h 603828"/>
              <a:gd name="connsiteX21" fmla="*/ 16307 w 489089"/>
              <a:gd name="connsiteY21" fmla="*/ 442516 h 603828"/>
              <a:gd name="connsiteX22" fmla="*/ 311829 w 489089"/>
              <a:gd name="connsiteY22" fmla="*/ 339702 h 603828"/>
              <a:gd name="connsiteX23" fmla="*/ 343461 w 489089"/>
              <a:gd name="connsiteY23" fmla="*/ 339702 h 603828"/>
              <a:gd name="connsiteX24" fmla="*/ 377808 w 489089"/>
              <a:gd name="connsiteY24" fmla="*/ 422969 h 603828"/>
              <a:gd name="connsiteX25" fmla="*/ 346040 w 489089"/>
              <a:gd name="connsiteY25" fmla="*/ 422969 h 603828"/>
              <a:gd name="connsiteX26" fmla="*/ 145806 w 489089"/>
              <a:gd name="connsiteY26" fmla="*/ 339702 h 603828"/>
              <a:gd name="connsiteX27" fmla="*/ 177472 w 489089"/>
              <a:gd name="connsiteY27" fmla="*/ 339702 h 603828"/>
              <a:gd name="connsiteX28" fmla="*/ 132216 w 489089"/>
              <a:gd name="connsiteY28" fmla="*/ 449713 h 603828"/>
              <a:gd name="connsiteX29" fmla="*/ 100415 w 489089"/>
              <a:gd name="connsiteY29" fmla="*/ 449713 h 603828"/>
              <a:gd name="connsiteX30" fmla="*/ 270626 w 489089"/>
              <a:gd name="connsiteY30" fmla="*/ 0 h 603828"/>
              <a:gd name="connsiteX31" fmla="*/ 383104 w 489089"/>
              <a:gd name="connsiteY31" fmla="*/ 88302 h 603828"/>
              <a:gd name="connsiteX32" fmla="*/ 384326 w 489089"/>
              <a:gd name="connsiteY32" fmla="*/ 93321 h 603828"/>
              <a:gd name="connsiteX33" fmla="*/ 389217 w 489089"/>
              <a:gd name="connsiteY33" fmla="*/ 94813 h 603828"/>
              <a:gd name="connsiteX34" fmla="*/ 470178 w 489089"/>
              <a:gd name="connsiteY34" fmla="*/ 205224 h 603828"/>
              <a:gd name="connsiteX35" fmla="*/ 354441 w 489089"/>
              <a:gd name="connsiteY35" fmla="*/ 320790 h 603828"/>
              <a:gd name="connsiteX36" fmla="*/ 134785 w 489089"/>
              <a:gd name="connsiteY36" fmla="*/ 320790 h 603828"/>
              <a:gd name="connsiteX37" fmla="*/ 18912 w 489089"/>
              <a:gd name="connsiteY37" fmla="*/ 205224 h 603828"/>
              <a:gd name="connsiteX38" fmla="*/ 134785 w 489089"/>
              <a:gd name="connsiteY38" fmla="*/ 89523 h 603828"/>
              <a:gd name="connsiteX39" fmla="*/ 149320 w 489089"/>
              <a:gd name="connsiteY39" fmla="*/ 90472 h 603828"/>
              <a:gd name="connsiteX40" fmla="*/ 157063 w 489089"/>
              <a:gd name="connsiteY40" fmla="*/ 91422 h 603828"/>
              <a:gd name="connsiteX41" fmla="*/ 159236 w 489089"/>
              <a:gd name="connsiteY41" fmla="*/ 83962 h 603828"/>
              <a:gd name="connsiteX42" fmla="*/ 270626 w 489089"/>
              <a:gd name="connsiteY42" fmla="*/ 0 h 60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89089" h="603828">
                <a:moveTo>
                  <a:pt x="324459" y="442516"/>
                </a:moveTo>
                <a:lnTo>
                  <a:pt x="386263" y="442516"/>
                </a:lnTo>
                <a:lnTo>
                  <a:pt x="386263" y="452958"/>
                </a:lnTo>
                <a:cubicBezTo>
                  <a:pt x="386263" y="461908"/>
                  <a:pt x="393598" y="469096"/>
                  <a:pt x="402563" y="469096"/>
                </a:cubicBezTo>
                <a:lnTo>
                  <a:pt x="489089" y="469096"/>
                </a:lnTo>
                <a:lnTo>
                  <a:pt x="489089" y="587485"/>
                </a:lnTo>
                <a:cubicBezTo>
                  <a:pt x="489089" y="596435"/>
                  <a:pt x="481890" y="603758"/>
                  <a:pt x="472925" y="603758"/>
                </a:cubicBezTo>
                <a:lnTo>
                  <a:pt x="324459" y="603758"/>
                </a:lnTo>
                <a:cubicBezTo>
                  <a:pt x="315358" y="603758"/>
                  <a:pt x="308159" y="596435"/>
                  <a:pt x="308159" y="587485"/>
                </a:cubicBezTo>
                <a:lnTo>
                  <a:pt x="308159" y="458789"/>
                </a:lnTo>
                <a:cubicBezTo>
                  <a:pt x="308159" y="449839"/>
                  <a:pt x="315358" y="442516"/>
                  <a:pt x="324459" y="442516"/>
                </a:cubicBezTo>
                <a:close/>
                <a:moveTo>
                  <a:pt x="16307" y="442516"/>
                </a:moveTo>
                <a:lnTo>
                  <a:pt x="78272" y="442516"/>
                </a:lnTo>
                <a:lnTo>
                  <a:pt x="78272" y="452963"/>
                </a:lnTo>
                <a:cubicBezTo>
                  <a:pt x="78272" y="461917"/>
                  <a:pt x="85475" y="469107"/>
                  <a:pt x="94443" y="469107"/>
                </a:cubicBezTo>
                <a:lnTo>
                  <a:pt x="181141" y="469107"/>
                </a:lnTo>
                <a:lnTo>
                  <a:pt x="181141" y="587548"/>
                </a:lnTo>
                <a:cubicBezTo>
                  <a:pt x="181141" y="596502"/>
                  <a:pt x="173803" y="603828"/>
                  <a:pt x="164834" y="603828"/>
                </a:cubicBezTo>
                <a:lnTo>
                  <a:pt x="16307" y="603828"/>
                </a:lnTo>
                <a:cubicBezTo>
                  <a:pt x="7338" y="603828"/>
                  <a:pt x="0" y="596502"/>
                  <a:pt x="0" y="587548"/>
                </a:cubicBezTo>
                <a:lnTo>
                  <a:pt x="0" y="458796"/>
                </a:lnTo>
                <a:cubicBezTo>
                  <a:pt x="0" y="449842"/>
                  <a:pt x="7338" y="442516"/>
                  <a:pt x="16307" y="442516"/>
                </a:cubicBezTo>
                <a:close/>
                <a:moveTo>
                  <a:pt x="311829" y="339702"/>
                </a:moveTo>
                <a:lnTo>
                  <a:pt x="343461" y="339702"/>
                </a:lnTo>
                <a:lnTo>
                  <a:pt x="377808" y="422969"/>
                </a:lnTo>
                <a:lnTo>
                  <a:pt x="346040" y="422969"/>
                </a:lnTo>
                <a:close/>
                <a:moveTo>
                  <a:pt x="145806" y="339702"/>
                </a:moveTo>
                <a:lnTo>
                  <a:pt x="177472" y="339702"/>
                </a:lnTo>
                <a:lnTo>
                  <a:pt x="132216" y="449713"/>
                </a:lnTo>
                <a:lnTo>
                  <a:pt x="100415" y="449713"/>
                </a:lnTo>
                <a:close/>
                <a:moveTo>
                  <a:pt x="270626" y="0"/>
                </a:moveTo>
                <a:cubicBezTo>
                  <a:pt x="324284" y="0"/>
                  <a:pt x="370606" y="36352"/>
                  <a:pt x="383104" y="88302"/>
                </a:cubicBezTo>
                <a:lnTo>
                  <a:pt x="384326" y="93321"/>
                </a:lnTo>
                <a:lnTo>
                  <a:pt x="389217" y="94813"/>
                </a:lnTo>
                <a:cubicBezTo>
                  <a:pt x="437712" y="110005"/>
                  <a:pt x="470178" y="154359"/>
                  <a:pt x="470178" y="205224"/>
                </a:cubicBezTo>
                <a:cubicBezTo>
                  <a:pt x="470178" y="268975"/>
                  <a:pt x="418287" y="320790"/>
                  <a:pt x="354441" y="320790"/>
                </a:cubicBezTo>
                <a:lnTo>
                  <a:pt x="134785" y="320790"/>
                </a:lnTo>
                <a:cubicBezTo>
                  <a:pt x="70939" y="320790"/>
                  <a:pt x="18912" y="268975"/>
                  <a:pt x="18912" y="205224"/>
                </a:cubicBezTo>
                <a:cubicBezTo>
                  <a:pt x="18912" y="141473"/>
                  <a:pt x="70939" y="89523"/>
                  <a:pt x="134785" y="89523"/>
                </a:cubicBezTo>
                <a:cubicBezTo>
                  <a:pt x="139539" y="89523"/>
                  <a:pt x="144565" y="89930"/>
                  <a:pt x="149320" y="90472"/>
                </a:cubicBezTo>
                <a:lnTo>
                  <a:pt x="157063" y="91422"/>
                </a:lnTo>
                <a:lnTo>
                  <a:pt x="159236" y="83962"/>
                </a:lnTo>
                <a:cubicBezTo>
                  <a:pt x="173228" y="34588"/>
                  <a:pt x="219007" y="0"/>
                  <a:pt x="2706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>
            <p:custDataLst>
              <p:tags r:id="rId5"/>
            </p:custDataLst>
          </p:nvPr>
        </p:nvSpPr>
        <p:spPr>
          <a:xfrm>
            <a:off x="1581150" y="1186815"/>
            <a:ext cx="10027285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使用全局安装的</a:t>
            </a:r>
            <a:r>
              <a:rPr lang="en-US" altLang="zh-CN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Express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框架，结合已有的静态页面模板和数据库中的企业数据，实现</a:t>
            </a:r>
            <a:r>
              <a:rPr lang="zh-CN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企业门户网站首页、列表页、详情页和</a:t>
            </a:r>
            <a:r>
              <a:rPr lang="zh-CN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其他图文页面。</a:t>
            </a:r>
            <a:endParaRPr lang="zh-CN" sz="2200" spc="3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81" name="图片 181" descr="C:/Users/Administrator/Desktop/图片1.png图片1"/>
          <p:cNvPicPr>
            <a:picLocks noChangeAspect="1"/>
          </p:cNvPicPr>
          <p:nvPr/>
        </p:nvPicPr>
        <p:blipFill>
          <a:blip r:embed="rId6"/>
          <a:srcRect l="6617" r="6617"/>
          <a:stretch>
            <a:fillRect/>
          </a:stretch>
        </p:blipFill>
        <p:spPr>
          <a:xfrm>
            <a:off x="557530" y="2183765"/>
            <a:ext cx="4311015" cy="3836035"/>
          </a:xfrm>
          <a:prstGeom prst="rect">
            <a:avLst/>
          </a:prstGeom>
          <a:blipFill dpi="0" rotWithShape="1">
            <a:blip r:embed="rId7" cstate="screen"/>
            <a:srcRect/>
            <a:stretch>
              <a:fillRect/>
            </a:stretch>
          </a:blipFill>
          <a:ln>
            <a:solidFill>
              <a:schemeClr val="accent5"/>
            </a:solidFill>
          </a:ln>
          <a:effectLst/>
        </p:spPr>
      </p:pic>
      <p:sp>
        <p:nvSpPr>
          <p:cNvPr id="4" name="圆角矩形 8"/>
          <p:cNvSpPr/>
          <p:nvPr>
            <p:custDataLst>
              <p:tags r:id="rId8"/>
            </p:custDataLst>
          </p:nvPr>
        </p:nvSpPr>
        <p:spPr>
          <a:xfrm>
            <a:off x="2156460" y="6179185"/>
            <a:ext cx="1329690" cy="434340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首页</a:t>
            </a:r>
            <a:endParaRPr lang="zh-CN" altLang="en-US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92" name="图片 1"/>
          <p:cNvPicPr>
            <a:picLocks noChangeAspect="1"/>
          </p:cNvPicPr>
          <p:nvPr/>
        </p:nvPicPr>
        <p:blipFill>
          <a:blip r:embed="rId9"/>
          <a:srcRect l="9713" t="4948" r="14911" b="10437"/>
          <a:stretch>
            <a:fillRect/>
          </a:stretch>
        </p:blipFill>
        <p:spPr>
          <a:xfrm>
            <a:off x="2905760" y="2183765"/>
            <a:ext cx="5711190" cy="383603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  <p:pic>
        <p:nvPicPr>
          <p:cNvPr id="199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18660" y="2183765"/>
            <a:ext cx="6014720" cy="38354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  <p:pic>
        <p:nvPicPr>
          <p:cNvPr id="3" name="图片 181" descr="C:/Users/TXY/Desktop/图片1.png图片1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6469380" y="2183130"/>
            <a:ext cx="4973320" cy="383667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  <p:sp>
        <p:nvSpPr>
          <p:cNvPr id="5" name="圆角矩形 8"/>
          <p:cNvSpPr/>
          <p:nvPr>
            <p:custDataLst>
              <p:tags r:id="rId12"/>
            </p:custDataLst>
          </p:nvPr>
        </p:nvSpPr>
        <p:spPr>
          <a:xfrm>
            <a:off x="4415155" y="6179185"/>
            <a:ext cx="1329690" cy="434340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列表页</a:t>
            </a:r>
            <a:endParaRPr lang="zh-CN" altLang="en-US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圆角矩形 8"/>
          <p:cNvSpPr/>
          <p:nvPr>
            <p:custDataLst>
              <p:tags r:id="rId13"/>
            </p:custDataLst>
          </p:nvPr>
        </p:nvSpPr>
        <p:spPr>
          <a:xfrm>
            <a:off x="6342380" y="6179185"/>
            <a:ext cx="1329690" cy="434340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详情页</a:t>
            </a:r>
            <a:endParaRPr lang="zh-CN" altLang="en-US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圆角矩形 8"/>
          <p:cNvSpPr/>
          <p:nvPr>
            <p:custDataLst>
              <p:tags r:id="rId14"/>
            </p:custDataLst>
          </p:nvPr>
        </p:nvSpPr>
        <p:spPr>
          <a:xfrm>
            <a:off x="8255635" y="6179185"/>
            <a:ext cx="1427480" cy="434340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图文页</a:t>
            </a:r>
            <a:endParaRPr lang="zh-CN" altLang="en-US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  <p:bldP spid="5" grpId="0" bldLvl="0" animBg="1"/>
      <p:bldP spid="5" grpId="1" animBg="1"/>
      <p:bldP spid="6" grpId="0" bldLvl="0" animBg="1"/>
      <p:bldP spid="6" grpId="1" animBg="1"/>
      <p:bldP spid="7" grpId="0" bldLvl="0" animBg="1"/>
      <p:bldP spid="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9330" y="593725"/>
            <a:ext cx="2592705" cy="5919470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9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4"/>
            </p:custDataLst>
          </p:nvPr>
        </p:nvSpPr>
        <p:spPr>
          <a:xfrm>
            <a:off x="2770505" y="3710305"/>
            <a:ext cx="303403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sz="20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规划</a:t>
            </a:r>
            <a:r>
              <a:rPr lang="zh-CN" sz="20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项目路由</a:t>
            </a:r>
            <a:endParaRPr lang="zh-CN" sz="2000" b="1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圆角矩形 30"/>
          <p:cNvSpPr/>
          <p:nvPr>
            <p:custDataLst>
              <p:tags r:id="rId5"/>
            </p:custDataLst>
          </p:nvPr>
        </p:nvSpPr>
        <p:spPr>
          <a:xfrm>
            <a:off x="1898015" y="3787140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6"/>
            </p:custDataLst>
          </p:nvPr>
        </p:nvSpPr>
        <p:spPr>
          <a:xfrm>
            <a:off x="2770505" y="5541645"/>
            <a:ext cx="280733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</a:t>
            </a:r>
            <a:r>
              <a:rPr lang="en-US" alt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ejs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模板引擎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圆角矩形 48"/>
          <p:cNvSpPr/>
          <p:nvPr>
            <p:custDataLst>
              <p:tags r:id="rId7"/>
            </p:custDataLst>
          </p:nvPr>
        </p:nvSpPr>
        <p:spPr>
          <a:xfrm>
            <a:off x="1898015" y="5659755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8"/>
            </p:custDataLst>
          </p:nvPr>
        </p:nvSpPr>
        <p:spPr>
          <a:xfrm>
            <a:off x="2770505" y="2794635"/>
            <a:ext cx="264350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准备</a:t>
            </a:r>
            <a:r>
              <a:rPr 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项目页面</a:t>
            </a:r>
            <a:r>
              <a:rPr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endParaRPr lang="zh-CN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52"/>
          <p:cNvSpPr/>
          <p:nvPr>
            <p:custDataLst>
              <p:tags r:id="rId9"/>
            </p:custDataLst>
          </p:nvPr>
        </p:nvSpPr>
        <p:spPr>
          <a:xfrm>
            <a:off x="1898015" y="2905760"/>
            <a:ext cx="723265" cy="4114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0"/>
            </p:custDataLst>
          </p:nvPr>
        </p:nvSpPr>
        <p:spPr>
          <a:xfrm>
            <a:off x="2770505" y="4625975"/>
            <a:ext cx="264350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创建项目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文件夹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圆角矩形 43"/>
          <p:cNvSpPr/>
          <p:nvPr>
            <p:custDataLst>
              <p:tags r:id="rId11"/>
            </p:custDataLst>
          </p:nvPr>
        </p:nvSpPr>
        <p:spPr>
          <a:xfrm>
            <a:off x="1898015" y="1979930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ïsľïḋé"/>
          <p:cNvCxnSpPr/>
          <p:nvPr>
            <p:custDataLst>
              <p:tags r:id="rId12"/>
            </p:custDataLst>
          </p:nvPr>
        </p:nvCxnSpPr>
        <p:spPr>
          <a:xfrm>
            <a:off x="1435735" y="1372870"/>
            <a:ext cx="0" cy="5140325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íś1îḍé"/>
          <p:cNvSpPr/>
          <p:nvPr>
            <p:custDataLst>
              <p:tags r:id="rId13"/>
            </p:custDataLst>
          </p:nvPr>
        </p:nvSpPr>
        <p:spPr>
          <a:xfrm>
            <a:off x="1363345" y="195834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íś1îḍé"/>
          <p:cNvSpPr/>
          <p:nvPr>
            <p:custDataLst>
              <p:tags r:id="rId14"/>
            </p:custDataLst>
          </p:nvPr>
        </p:nvSpPr>
        <p:spPr>
          <a:xfrm>
            <a:off x="1370965" y="292544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íś1îḍé"/>
          <p:cNvSpPr/>
          <p:nvPr>
            <p:custDataLst>
              <p:tags r:id="rId15"/>
            </p:custDataLst>
          </p:nvPr>
        </p:nvSpPr>
        <p:spPr>
          <a:xfrm>
            <a:off x="1377950" y="401510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íś1îḍé"/>
          <p:cNvSpPr/>
          <p:nvPr>
            <p:custDataLst>
              <p:tags r:id="rId16"/>
            </p:custDataLst>
          </p:nvPr>
        </p:nvSpPr>
        <p:spPr>
          <a:xfrm>
            <a:off x="1363345" y="492760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iṧļíḋe"/>
          <p:cNvSpPr/>
          <p:nvPr>
            <p:custDataLst>
              <p:tags r:id="rId17"/>
            </p:custDataLst>
          </p:nvPr>
        </p:nvSpPr>
        <p:spPr>
          <a:xfrm>
            <a:off x="1158875" y="1072515"/>
            <a:ext cx="553720" cy="5537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ṣḷiďê"/>
          <p:cNvSpPr/>
          <p:nvPr>
            <p:custDataLst>
              <p:tags r:id="rId18"/>
            </p:custDataLst>
          </p:nvPr>
        </p:nvSpPr>
        <p:spPr bwMode="auto">
          <a:xfrm>
            <a:off x="1297263" y="1227390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íś1îḍé"/>
          <p:cNvSpPr/>
          <p:nvPr>
            <p:custDataLst>
              <p:tags r:id="rId19"/>
            </p:custDataLst>
          </p:nvPr>
        </p:nvSpPr>
        <p:spPr>
          <a:xfrm>
            <a:off x="1363585" y="5760322"/>
            <a:ext cx="144000" cy="1440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0"/>
            </p:custDataLst>
          </p:nvPr>
        </p:nvSpPr>
        <p:spPr>
          <a:xfrm>
            <a:off x="2770505" y="1878965"/>
            <a:ext cx="264350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准备</a:t>
            </a:r>
            <a:r>
              <a:rPr 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项目数据</a:t>
            </a:r>
            <a:endParaRPr lang="zh-CN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43"/>
          <p:cNvSpPr/>
          <p:nvPr>
            <p:custDataLst>
              <p:tags r:id="rId21"/>
            </p:custDataLst>
          </p:nvPr>
        </p:nvSpPr>
        <p:spPr>
          <a:xfrm>
            <a:off x="1898015" y="4735830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22"/>
            </p:custDataLst>
          </p:nvPr>
        </p:nvSpPr>
        <p:spPr>
          <a:xfrm>
            <a:off x="6463030" y="2270760"/>
            <a:ext cx="2099945" cy="29083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2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8" grpId="0" bldLvl="0" animBg="1"/>
      <p:bldP spid="3" grpId="1"/>
      <p:bldP spid="38" grpId="1" animBg="1"/>
      <p:bldP spid="33" grpId="0"/>
      <p:bldP spid="34" grpId="0" bldLvl="0" animBg="1"/>
      <p:bldP spid="33" grpId="1"/>
      <p:bldP spid="34" grpId="1" animBg="1"/>
      <p:bldP spid="28" grpId="0"/>
      <p:bldP spid="30" grpId="0" bldLvl="0" animBg="1"/>
      <p:bldP spid="28" grpId="1"/>
      <p:bldP spid="30" grpId="1" animBg="1"/>
      <p:bldP spid="37" grpId="0"/>
      <p:bldP spid="4" grpId="0" bldLvl="0" animBg="1"/>
      <p:bldP spid="37" grpId="1"/>
      <p:bldP spid="4" grpId="1" animBg="1"/>
      <p:bldP spid="46" grpId="0"/>
      <p:bldP spid="47" grpId="0" bldLvl="0" animBg="1"/>
      <p:bldP spid="46" grpId="1"/>
      <p:bldP spid="47" grpId="1" animBg="1"/>
      <p:bldP spid="6" grpId="0" animBg="1"/>
      <p:bldP spid="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准备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项目数据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5"/>
            </p:custDataLst>
          </p:nvPr>
        </p:nvGraphicFramePr>
        <p:xfrm>
          <a:off x="1065530" y="2499360"/>
          <a:ext cx="9976485" cy="2933700"/>
        </p:xfrm>
        <a:graphic>
          <a:graphicData uri="http://schemas.openxmlformats.org/drawingml/2006/table">
            <a:tbl>
              <a:tblPr firstRow="1" lastRow="1">
                <a:tableStyleId>{77D5D866-21FD-475E-8EC7-EAEDDA05492D}</a:tableStyleId>
              </a:tblPr>
              <a:tblGrid>
                <a:gridCol w="2913380"/>
                <a:gridCol w="7063105"/>
              </a:tblGrid>
              <a:tr h="5867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/>
                        <a:t>表名</a:t>
                      </a:r>
                      <a:endParaRPr lang="en-US" altLang="en-US" sz="1800" b="1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/>
                        <a:t>表功能</a:t>
                      </a:r>
                      <a:endParaRPr lang="en-US" altLang="en-US" sz="1800" b="1"/>
                    </a:p>
                  </a:txBody>
                  <a:tcPr marL="68580" marR="68580" marT="0" marB="0" vert="horz" anchor="ctr" anchorCtr="0"/>
                </a:tc>
              </a:tr>
              <a:tr h="5867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product_category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商品类别表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5867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product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商品信息表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5867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page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页面</a:t>
                      </a:r>
                      <a:r>
                        <a:rPr lang="en-US" sz="1800">
                          <a:sym typeface="Arial" panose="020B0604020202020204" pitchFamily="34" charset="0"/>
                        </a:rPr>
                        <a:t>图文信息表</a:t>
                      </a:r>
                      <a:r>
                        <a:rPr lang="en-US" sz="1800"/>
                        <a:t>，如联系我们、公司简介等栏目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58674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967105" y="1918970"/>
            <a:ext cx="10561320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2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数据库</a:t>
            </a:r>
            <a:r>
              <a:rPr lang="en-US" altLang="zh-CN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DuDaInfo</a:t>
            </a:r>
            <a:r>
              <a:rPr lang="zh-CN" altLang="en-US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，需要</a:t>
            </a:r>
            <a:r>
              <a:rPr lang="en-US" altLang="zh-CN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</a:t>
            </a:r>
            <a:r>
              <a:rPr lang="zh-CN" altLang="en-US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张表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71475" y="1710690"/>
            <a:ext cx="9093200" cy="3042920"/>
            <a:chOff x="585" y="2694"/>
            <a:chExt cx="14320" cy="4792"/>
          </a:xfrm>
        </p:grpSpPr>
        <p:sp>
          <p:nvSpPr>
            <p:cNvPr id="39" name="圆角矩形 8"/>
            <p:cNvSpPr/>
            <p:nvPr>
              <p:custDataLst>
                <p:tags r:id="rId1"/>
              </p:custDataLst>
            </p:nvPr>
          </p:nvSpPr>
          <p:spPr>
            <a:xfrm>
              <a:off x="3560" y="6719"/>
              <a:ext cx="10275" cy="767"/>
            </a:xfrm>
            <a:prstGeom prst="roundRect">
              <a:avLst>
                <a:gd name="adj" fmla="val 14029"/>
              </a:avLst>
            </a:prstGeom>
            <a:solidFill>
              <a:schemeClr val="dk1">
                <a:lumMod val="75000"/>
                <a:lumOff val="25000"/>
              </a:schemeClr>
            </a:solidFill>
            <a:ln w="57150" cap="rnd" cmpd="sng" algn="ctr">
              <a:noFill/>
              <a:prstDash val="solid"/>
              <a:round/>
            </a:ln>
            <a:effectLst>
              <a:outerShdw blurRad="50800" dist="50800" dir="5400000" algn="ctr" rotWithShape="0">
                <a:srgbClr val="1673B4">
                  <a:alpha val="20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product_category</a:t>
              </a:r>
              <a:r>
                <a:rPr lang="zh-CN" altLang="en-US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表：</a:t>
              </a:r>
              <a:r>
                <a:rPr lang="en-US" altLang="zh-CN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cat_id</a:t>
              </a:r>
              <a:r>
                <a:rPr lang="zh-CN" altLang="en-US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为主码、</a:t>
              </a:r>
              <a:r>
                <a:rPr lang="zh-CN" altLang="en-US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自增</a:t>
              </a:r>
              <a:endPara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pic>
          <p:nvPicPr>
            <p:cNvPr id="276" name="图片 3"/>
            <p:cNvPicPr>
              <a:picLocks noChangeAspect="1"/>
            </p:cNvPicPr>
            <p:nvPr/>
          </p:nvPicPr>
          <p:blipFill>
            <a:blip r:embed="rId2"/>
            <a:srcRect b="3229"/>
            <a:stretch>
              <a:fillRect/>
            </a:stretch>
          </p:blipFill>
          <p:spPr>
            <a:xfrm>
              <a:off x="585" y="2694"/>
              <a:ext cx="14320" cy="388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10" name="矩形 9"/>
            <p:cNvSpPr/>
            <p:nvPr>
              <p:custDataLst>
                <p:tags r:id="rId3"/>
              </p:custDataLst>
            </p:nvPr>
          </p:nvSpPr>
          <p:spPr>
            <a:xfrm>
              <a:off x="699" y="3590"/>
              <a:ext cx="13924" cy="56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Freeform 10"/>
          <p:cNvSpPr/>
          <p:nvPr userDrawn="1">
            <p:custDataLst>
              <p:tags r:id="rId4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5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准备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项目数据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7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040255" y="2601595"/>
            <a:ext cx="9478010" cy="3474085"/>
            <a:chOff x="3065" y="3518"/>
            <a:chExt cx="14926" cy="5471"/>
          </a:xfrm>
        </p:grpSpPr>
        <p:grpSp>
          <p:nvGrpSpPr>
            <p:cNvPr id="16" name="组合 15"/>
            <p:cNvGrpSpPr/>
            <p:nvPr/>
          </p:nvGrpSpPr>
          <p:grpSpPr>
            <a:xfrm>
              <a:off x="3065" y="3518"/>
              <a:ext cx="14926" cy="5471"/>
              <a:chOff x="3241" y="4047"/>
              <a:chExt cx="14926" cy="5471"/>
            </a:xfrm>
          </p:grpSpPr>
          <p:pic>
            <p:nvPicPr>
              <p:cNvPr id="17" name="图片 1"/>
              <p:cNvPicPr>
                <a:picLocks noChangeAspect="1"/>
              </p:cNvPicPr>
              <p:nvPr/>
            </p:nvPicPr>
            <p:blipFill>
              <a:blip r:embed="rId8"/>
              <a:srcRect l="422" b="1017"/>
              <a:stretch>
                <a:fillRect/>
              </a:stretch>
            </p:blipFill>
            <p:spPr>
              <a:xfrm>
                <a:off x="3241" y="4047"/>
                <a:ext cx="14926" cy="457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</p:pic>
          <p:sp>
            <p:nvSpPr>
              <p:cNvPr id="18" name="圆角矩形 8"/>
              <p:cNvSpPr/>
              <p:nvPr>
                <p:custDataLst>
                  <p:tags r:id="rId9"/>
                </p:custDataLst>
              </p:nvPr>
            </p:nvSpPr>
            <p:spPr>
              <a:xfrm>
                <a:off x="6267" y="8751"/>
                <a:ext cx="10141" cy="767"/>
              </a:xfrm>
              <a:prstGeom prst="roundRect">
                <a:avLst>
                  <a:gd name="adj" fmla="val 14029"/>
                </a:avLst>
              </a:prstGeom>
              <a:solidFill>
                <a:schemeClr val="dk1">
                  <a:lumMod val="75000"/>
                  <a:lumOff val="25000"/>
                </a:schemeClr>
              </a:solidFill>
              <a:ln w="57150" cap="rnd" cmpd="sng" algn="ctr">
                <a:noFill/>
                <a:prstDash val="solid"/>
                <a:round/>
              </a:ln>
              <a:effectLst>
                <a:outerShdw blurRad="50800" dist="50800" dir="5400000" algn="ctr" rotWithShape="0">
                  <a:srgbClr val="1673B4">
                    <a:alpha val="20000"/>
                  </a:srgbClr>
                </a:outerShdw>
              </a:effectLst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lang="en-US" altLang="zh-CN" sz="2400" b="1" kern="0" noProof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product</a:t>
                </a:r>
                <a:r>
                  <a:rPr lang="zh-CN" altLang="en-US" sz="2400" b="1" kern="0" noProof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表：</a:t>
                </a:r>
                <a:r>
                  <a:rPr lang="en-US" altLang="zh-CN" sz="2400" b="1" kern="0" noProof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id</a:t>
                </a:r>
                <a:r>
                  <a:rPr lang="zh-CN" altLang="en-US" sz="2400" b="1" kern="0" noProof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为主码、</a:t>
                </a:r>
                <a:r>
                  <a:rPr lang="zh-CN" altLang="en-US" sz="2400" b="1" kern="0" noProof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自增，</a:t>
                </a:r>
                <a:r>
                  <a:rPr lang="en-US" altLang="zh-CN" sz="2400" b="1" kern="0" noProof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cat_id</a:t>
                </a:r>
                <a:r>
                  <a:rPr lang="zh-CN" altLang="en-US" sz="2400" b="1" kern="0" noProof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为</a:t>
                </a:r>
                <a:r>
                  <a:rPr lang="zh-CN" altLang="en-US" sz="2400" b="1" kern="0" noProof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外码</a:t>
                </a:r>
                <a:endParaRPr lang="zh-CN" altLang="en-US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5" name="矩形 24"/>
              <p:cNvSpPr/>
              <p:nvPr>
                <p:custDataLst>
                  <p:tags r:id="rId10"/>
                </p:custDataLst>
              </p:nvPr>
            </p:nvSpPr>
            <p:spPr>
              <a:xfrm>
                <a:off x="3241" y="4866"/>
                <a:ext cx="14740" cy="53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6" name="矩形 25"/>
            <p:cNvSpPr/>
            <p:nvPr>
              <p:custDataLst>
                <p:tags r:id="rId11"/>
              </p:custDataLst>
            </p:nvPr>
          </p:nvSpPr>
          <p:spPr>
            <a:xfrm>
              <a:off x="3065" y="5199"/>
              <a:ext cx="14740" cy="378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343910" y="3878580"/>
            <a:ext cx="8648065" cy="2782570"/>
            <a:chOff x="5323" y="5428"/>
            <a:chExt cx="13619" cy="4382"/>
          </a:xfrm>
        </p:grpSpPr>
        <p:sp>
          <p:nvSpPr>
            <p:cNvPr id="28" name="圆角矩形 27"/>
            <p:cNvSpPr/>
            <p:nvPr>
              <p:custDataLst>
                <p:tags r:id="rId12"/>
              </p:custDataLst>
            </p:nvPr>
          </p:nvSpPr>
          <p:spPr>
            <a:xfrm>
              <a:off x="9658" y="9043"/>
              <a:ext cx="6303" cy="767"/>
            </a:xfrm>
            <a:prstGeom prst="roundRect">
              <a:avLst>
                <a:gd name="adj" fmla="val 14029"/>
              </a:avLst>
            </a:prstGeom>
            <a:solidFill>
              <a:schemeClr val="dk1">
                <a:lumMod val="75000"/>
                <a:lumOff val="25000"/>
              </a:schemeClr>
            </a:solidFill>
            <a:ln w="57150" cap="rnd" cmpd="sng" algn="ctr">
              <a:noFill/>
              <a:prstDash val="solid"/>
              <a:round/>
            </a:ln>
            <a:effectLst>
              <a:outerShdw blurRad="50800" dist="50800" dir="5400000" algn="ctr" rotWithShape="0">
                <a:srgbClr val="1673B4">
                  <a:alpha val="20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page</a:t>
              </a:r>
              <a:r>
                <a:rPr lang="zh-CN" altLang="en-US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表：</a:t>
              </a:r>
              <a:r>
                <a:rPr lang="en-US" altLang="zh-CN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id</a:t>
              </a:r>
              <a:r>
                <a:rPr lang="zh-CN" altLang="en-US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为主</a:t>
              </a:r>
              <a:r>
                <a:rPr lang="zh-CN" altLang="en-US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码、</a:t>
              </a:r>
              <a:r>
                <a:rPr lang="zh-CN" altLang="en-US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自增</a:t>
              </a:r>
              <a:endPara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pic>
          <p:nvPicPr>
            <p:cNvPr id="29" name="图片 1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323" y="5428"/>
              <a:ext cx="13619" cy="361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30" name="矩形 29"/>
            <p:cNvSpPr/>
            <p:nvPr>
              <p:custDataLst>
                <p:tags r:id="rId14"/>
              </p:custDataLst>
            </p:nvPr>
          </p:nvSpPr>
          <p:spPr>
            <a:xfrm>
              <a:off x="5443" y="6360"/>
              <a:ext cx="13165" cy="56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custDataLst>
      <p:tags r:id="rId1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67105" y="1918970"/>
            <a:ext cx="105613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数据库</a:t>
            </a:r>
            <a:r>
              <a:rPr lang="en-US" altLang="zh-CN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DuDaInfo</a:t>
            </a:r>
            <a:r>
              <a:rPr lang="zh-CN" altLang="en-US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商品类别表product_category</a:t>
            </a:r>
            <a:r>
              <a:rPr 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zh-CN" altLang="en-US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、图文信息表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page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准备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项目数据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58165" y="2715895"/>
            <a:ext cx="5994400" cy="2262505"/>
            <a:chOff x="878" y="4636"/>
            <a:chExt cx="9440" cy="3563"/>
          </a:xfrm>
        </p:grpSpPr>
        <p:pic>
          <p:nvPicPr>
            <p:cNvPr id="195" name="图片 3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878" y="4636"/>
              <a:ext cx="9441" cy="2717"/>
            </a:xfrm>
            <a:prstGeom prst="rect">
              <a:avLst/>
            </a:prstGeom>
            <a:ln w="88900" cap="sq" cmpd="thickThin">
              <a:solidFill>
                <a:srgbClr val="4C944C"/>
              </a:solidFill>
              <a:prstDash val="solid"/>
              <a:miter lim="800000"/>
              <a:headEnd/>
              <a:tailEnd/>
            </a:ln>
            <a:effectLst>
              <a:innerShdw blurRad="76200">
                <a:srgbClr val="000000"/>
              </a:innerShdw>
            </a:effectLst>
          </p:spPr>
        </p:pic>
        <p:sp>
          <p:nvSpPr>
            <p:cNvPr id="39" name="圆角矩形 8"/>
            <p:cNvSpPr/>
            <p:nvPr>
              <p:custDataLst>
                <p:tags r:id="rId6"/>
              </p:custDataLst>
            </p:nvPr>
          </p:nvSpPr>
          <p:spPr>
            <a:xfrm>
              <a:off x="2263" y="7433"/>
              <a:ext cx="4792" cy="767"/>
            </a:xfrm>
            <a:prstGeom prst="roundRect">
              <a:avLst>
                <a:gd name="adj" fmla="val 14029"/>
              </a:avLst>
            </a:prstGeom>
            <a:solidFill>
              <a:schemeClr val="dk1">
                <a:lumMod val="75000"/>
                <a:lumOff val="25000"/>
              </a:schemeClr>
            </a:solidFill>
            <a:ln w="57150" cap="rnd" cmpd="sng" algn="ctr">
              <a:noFill/>
              <a:prstDash val="solid"/>
              <a:round/>
            </a:ln>
            <a:effectLst>
              <a:outerShdw blurRad="50800" dist="50800" dir="5400000" algn="ctr" rotWithShape="0">
                <a:srgbClr val="1673B4">
                  <a:alpha val="20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product_category</a:t>
              </a:r>
              <a:endPara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4" name="矩形 3"/>
          <p:cNvSpPr/>
          <p:nvPr>
            <p:custDataLst>
              <p:tags r:id="rId7"/>
            </p:custDataLst>
          </p:nvPr>
        </p:nvSpPr>
        <p:spPr>
          <a:xfrm>
            <a:off x="558165" y="2715895"/>
            <a:ext cx="879475" cy="172529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098800" y="3346450"/>
            <a:ext cx="7668260" cy="2713355"/>
            <a:chOff x="4880" y="5270"/>
            <a:chExt cx="12076" cy="4273"/>
          </a:xfrm>
        </p:grpSpPr>
        <p:sp>
          <p:nvSpPr>
            <p:cNvPr id="9" name="圆角矩形 8"/>
            <p:cNvSpPr/>
            <p:nvPr>
              <p:custDataLst>
                <p:tags r:id="rId8"/>
              </p:custDataLst>
            </p:nvPr>
          </p:nvSpPr>
          <p:spPr>
            <a:xfrm>
              <a:off x="9864" y="8777"/>
              <a:ext cx="3800" cy="767"/>
            </a:xfrm>
            <a:prstGeom prst="roundRect">
              <a:avLst>
                <a:gd name="adj" fmla="val 14029"/>
              </a:avLst>
            </a:prstGeom>
            <a:solidFill>
              <a:schemeClr val="dk1">
                <a:lumMod val="75000"/>
                <a:lumOff val="25000"/>
              </a:schemeClr>
            </a:solidFill>
            <a:ln w="57150" cap="rnd" cmpd="sng" algn="ctr">
              <a:noFill/>
              <a:prstDash val="solid"/>
              <a:round/>
            </a:ln>
            <a:effectLst>
              <a:outerShdw blurRad="50800" dist="50800" dir="5400000" algn="ctr" rotWithShape="0">
                <a:srgbClr val="1673B4">
                  <a:alpha val="20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product</a:t>
              </a:r>
              <a:endParaRPr 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pic>
          <p:nvPicPr>
            <p:cNvPr id="6" name="图片 1"/>
            <p:cNvPicPr>
              <a:picLocks noChangeAspect="1"/>
            </p:cNvPicPr>
            <p:nvPr/>
          </p:nvPicPr>
          <p:blipFill rotWithShape="1">
            <a:blip r:embed="rId9"/>
            <a:stretch>
              <a:fillRect/>
            </a:stretch>
          </p:blipFill>
          <p:spPr>
            <a:xfrm>
              <a:off x="4880" y="5270"/>
              <a:ext cx="12076" cy="3385"/>
            </a:xfrm>
            <a:prstGeom prst="rect">
              <a:avLst/>
            </a:prstGeom>
            <a:ln w="88900" cap="sq" cmpd="thickThin">
              <a:solidFill>
                <a:srgbClr val="4C944C"/>
              </a:solidFill>
              <a:prstDash val="solid"/>
              <a:miter lim="800000"/>
              <a:headEnd/>
              <a:tailEnd/>
            </a:ln>
            <a:effectLst>
              <a:innerShdw blurRad="76200">
                <a:srgbClr val="000000"/>
              </a:innerShdw>
            </a:effectLst>
          </p:spPr>
        </p:pic>
      </p:grpSp>
      <p:grpSp>
        <p:nvGrpSpPr>
          <p:cNvPr id="13" name="组合 12"/>
          <p:cNvGrpSpPr/>
          <p:nvPr/>
        </p:nvGrpSpPr>
        <p:grpSpPr>
          <a:xfrm>
            <a:off x="4605020" y="4576445"/>
            <a:ext cx="7397750" cy="1970405"/>
            <a:chOff x="7252" y="7207"/>
            <a:chExt cx="11650" cy="3103"/>
          </a:xfrm>
        </p:grpSpPr>
        <p:pic>
          <p:nvPicPr>
            <p:cNvPr id="3" name="图片 1" descr="C:/Users/TXY/Desktop/图片4.png图片4"/>
            <p:cNvPicPr>
              <a:picLocks noChangeAspect="1"/>
            </p:cNvPicPr>
            <p:nvPr/>
          </p:nvPicPr>
          <p:blipFill rotWithShape="1">
            <a:blip r:embed="rId10"/>
            <a:stretch>
              <a:fillRect/>
            </a:stretch>
          </p:blipFill>
          <p:spPr>
            <a:xfrm>
              <a:off x="7252" y="7207"/>
              <a:ext cx="11651" cy="2233"/>
            </a:xfrm>
            <a:prstGeom prst="rect">
              <a:avLst/>
            </a:prstGeom>
            <a:ln w="88900" cap="sq" cmpd="thickThin">
              <a:solidFill>
                <a:srgbClr val="4C944C"/>
              </a:solidFill>
              <a:prstDash val="solid"/>
              <a:miter lim="800000"/>
              <a:headEnd/>
              <a:tailEnd/>
            </a:ln>
            <a:effectLst>
              <a:innerShdw blurRad="76200">
                <a:srgbClr val="000000"/>
              </a:innerShdw>
            </a:effectLst>
          </p:spPr>
        </p:pic>
        <p:sp>
          <p:nvSpPr>
            <p:cNvPr id="10" name="圆角矩形 9"/>
            <p:cNvSpPr/>
            <p:nvPr>
              <p:custDataLst>
                <p:tags r:id="rId11"/>
              </p:custDataLst>
            </p:nvPr>
          </p:nvSpPr>
          <p:spPr>
            <a:xfrm>
              <a:off x="11177" y="9544"/>
              <a:ext cx="3800" cy="767"/>
            </a:xfrm>
            <a:prstGeom prst="roundRect">
              <a:avLst>
                <a:gd name="adj" fmla="val 14029"/>
              </a:avLst>
            </a:prstGeom>
            <a:solidFill>
              <a:schemeClr val="dk1">
                <a:lumMod val="75000"/>
                <a:lumOff val="25000"/>
              </a:schemeClr>
            </a:solidFill>
            <a:ln w="57150" cap="rnd" cmpd="sng" algn="ctr">
              <a:noFill/>
              <a:prstDash val="solid"/>
              <a:round/>
            </a:ln>
            <a:effectLst>
              <a:outerShdw blurRad="50800" dist="50800" dir="5400000" algn="ctr" rotWithShape="0">
                <a:srgbClr val="1673B4">
                  <a:alpha val="20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sz="2400" b="1" kern="0" noProof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page</a:t>
              </a:r>
              <a:endParaRPr 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" grpId="0" bldLvl="0" animBg="1"/>
      <p:bldP spid="4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080" y="3312961"/>
            <a:ext cx="569913" cy="569913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5"/>
            </p:custDataLst>
          </p:nvPr>
        </p:nvSpPr>
        <p:spPr>
          <a:xfrm>
            <a:off x="1294130" y="993140"/>
            <a:ext cx="7004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准备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项目页面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模板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6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7"/>
            </p:custDataLst>
          </p:nvPr>
        </p:nvGraphicFramePr>
        <p:xfrm>
          <a:off x="967105" y="1775460"/>
          <a:ext cx="7066915" cy="3859530"/>
        </p:xfrm>
        <a:graphic>
          <a:graphicData uri="http://schemas.openxmlformats.org/drawingml/2006/table">
            <a:tbl>
              <a:tblPr firstRow="1" lastRow="1">
                <a:tableStyleId>{77D5D866-21FD-475E-8EC7-EAEDDA05492D}</a:tableStyleId>
              </a:tblPr>
              <a:tblGrid>
                <a:gridCol w="1927225"/>
                <a:gridCol w="5139690"/>
              </a:tblGrid>
              <a:tr h="6165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/>
                        <a:t>页面名</a:t>
                      </a:r>
                      <a:endParaRPr lang="en-US" altLang="en-US" sz="1800" b="1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/>
                        <a:t>页面功能</a:t>
                      </a:r>
                      <a:endParaRPr lang="en-US" altLang="en-US" sz="1800" b="1"/>
                    </a:p>
                  </a:txBody>
                  <a:tcPr marL="68580" marR="68580" marT="0" marB="0" vert="horz" anchor="ctr" anchorCtr="0"/>
                </a:tc>
              </a:tr>
              <a:tr h="7727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index.html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首页，主要显示最新发布的商品、新闻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8413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productList.html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商品列表页，主要显示所有商品、分类查询商品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8064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detail.html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商品详情页，主要显示商品的详细信息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8223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page.html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/>
                        <a:t>图文页面，主要显示公司简介、人才招聘、联系我们等栏目信息</a:t>
                      </a:r>
                      <a:endParaRPr lang="en-US" sz="1800"/>
                    </a:p>
                  </a:txBody>
                  <a:tcPr marL="68580" marR="68580" marT="0" marB="0" vert="horz" anchor="ctr" anchorCtr="0"/>
                </a:tc>
              </a:tr>
            </a:tbl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8368671" y="1776095"/>
            <a:ext cx="3231787" cy="3558427"/>
            <a:chOff x="15214" y="3965"/>
            <a:chExt cx="3539" cy="3075"/>
          </a:xfrm>
        </p:grpSpPr>
        <p:pic>
          <p:nvPicPr>
            <p:cNvPr id="187" name="图片 11"/>
            <p:cNvPicPr>
              <a:picLocks noChangeAspect="1"/>
            </p:cNvPicPr>
            <p:nvPr/>
          </p:nvPicPr>
          <p:blipFill>
            <a:blip r:embed="rId8"/>
            <a:srcRect r="169" b="45181"/>
            <a:stretch>
              <a:fillRect/>
            </a:stretch>
          </p:blipFill>
          <p:spPr>
            <a:xfrm>
              <a:off x="15214" y="3965"/>
              <a:ext cx="3539" cy="215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pic>
          <p:nvPicPr>
            <p:cNvPr id="4" name="图片 11"/>
            <p:cNvPicPr>
              <a:picLocks noChangeAspect="1"/>
            </p:cNvPicPr>
            <p:nvPr/>
          </p:nvPicPr>
          <p:blipFill>
            <a:blip r:embed="rId8"/>
            <a:srcRect t="76415" r="-282"/>
            <a:stretch>
              <a:fillRect/>
            </a:stretch>
          </p:blipFill>
          <p:spPr>
            <a:xfrm>
              <a:off x="15215" y="6115"/>
              <a:ext cx="3538" cy="92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</p:grp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9"/>
          <a:srcRect t="15917"/>
          <a:stretch>
            <a:fillRect/>
          </a:stretch>
        </p:blipFill>
        <p:spPr>
          <a:xfrm>
            <a:off x="3804285" y="5913120"/>
            <a:ext cx="1551305" cy="5181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圆角矩形 9"/>
          <p:cNvSpPr/>
          <p:nvPr>
            <p:custDataLst>
              <p:tags r:id="rId10"/>
            </p:custDataLst>
          </p:nvPr>
        </p:nvSpPr>
        <p:spPr>
          <a:xfrm>
            <a:off x="1767205" y="5913120"/>
            <a:ext cx="2026920" cy="4870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2. 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模板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下载：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圆角矩形 5"/>
          <p:cNvSpPr/>
          <p:nvPr>
            <p:custDataLst>
              <p:tags r:id="rId11"/>
            </p:custDataLst>
          </p:nvPr>
        </p:nvSpPr>
        <p:spPr>
          <a:xfrm>
            <a:off x="8995410" y="5426075"/>
            <a:ext cx="2007235" cy="4870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1. 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自行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实现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  <p:bldP spid="10" grpId="0" bldLvl="0" animBg="1"/>
      <p:bldP spid="10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080" y="3312961"/>
            <a:ext cx="569913" cy="569913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450215" y="2700020"/>
            <a:ext cx="2826385" cy="2719070"/>
          </a:xfrm>
          <a:prstGeom prst="ellipse">
            <a:avLst/>
          </a:prstGeom>
          <a:blipFill dpi="0" rotWithShape="1">
            <a:blip r:embed="rId5" cstate="screen"/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1294130" y="993140"/>
            <a:ext cx="7004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规划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项目路由</a:t>
            </a:r>
            <a:endParaRPr lang="en-US" altLang="zh-CN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7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8"/>
            </p:custDataLst>
          </p:nvPr>
        </p:nvGraphicFramePr>
        <p:xfrm>
          <a:off x="3408045" y="2137410"/>
          <a:ext cx="7644130" cy="3763010"/>
        </p:xfrm>
        <a:graphic>
          <a:graphicData uri="http://schemas.openxmlformats.org/drawingml/2006/table">
            <a:tbl>
              <a:tblPr firstRow="1" lastRow="1">
                <a:tableStyleId>{77D5D866-21FD-475E-8EC7-EAEDDA05492D}</a:tableStyleId>
              </a:tblPr>
              <a:tblGrid>
                <a:gridCol w="1945005"/>
                <a:gridCol w="2533650"/>
                <a:gridCol w="3165475"/>
              </a:tblGrid>
              <a:tr h="6032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800" b="1"/>
                        <a:t>页面</a:t>
                      </a:r>
                      <a:endParaRPr lang="zh-CN" altLang="en-US" sz="1800" b="1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800" b="1"/>
                        <a:t>路由</a:t>
                      </a:r>
                      <a:r>
                        <a:rPr lang="zh-CN" altLang="en-US" sz="1800" b="1"/>
                        <a:t>地址</a:t>
                      </a:r>
                      <a:endParaRPr lang="zh-CN" altLang="en-US" sz="1800" b="1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800" b="1"/>
                        <a:t>页面模板</a:t>
                      </a:r>
                      <a:endParaRPr lang="zh-CN" altLang="en-US" sz="1800" b="1"/>
                    </a:p>
                  </a:txBody>
                  <a:tcPr marL="68580" marR="68580" marT="0" marB="0" vert="horz" anchor="ctr" anchorCtr="0"/>
                </a:tc>
              </a:tr>
              <a:tr h="7562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800"/>
                        <a:t>首页</a:t>
                      </a:r>
                      <a:endParaRPr lang="zh-CN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/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index.html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8102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800"/>
                        <a:t>商品列表</a:t>
                      </a:r>
                      <a:r>
                        <a:rPr lang="zh-CN" altLang="en-US" sz="1800"/>
                        <a:t>页</a:t>
                      </a:r>
                      <a:endParaRPr lang="zh-CN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/product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productList.html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7893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800"/>
                        <a:t>商品</a:t>
                      </a:r>
                      <a:r>
                        <a:rPr lang="zh-CN" altLang="en-US" sz="1800"/>
                        <a:t>详情页</a:t>
                      </a:r>
                      <a:endParaRPr lang="zh-CN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800"/>
                        <a:t>/detail</a:t>
                      </a:r>
                      <a:endParaRPr lang="en-US" altLang="zh-CN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detail.html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  <a:tr h="8039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800"/>
                        <a:t>图文</a:t>
                      </a:r>
                      <a:r>
                        <a:rPr lang="zh-CN" altLang="en-US" sz="1800"/>
                        <a:t>页面</a:t>
                      </a:r>
                      <a:endParaRPr lang="zh-CN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/page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page.html</a:t>
                      </a:r>
                      <a:endParaRPr lang="en-US" altLang="en-US" sz="1800"/>
                    </a:p>
                  </a:txBody>
                  <a:tcPr marL="68580" marR="68580" marT="0" marB="0" vert="horz" anchor="ctr" anchorCtr="0"/>
                </a:tc>
              </a:tr>
            </a:tbl>
          </a:graphicData>
        </a:graphic>
      </p:graphicFrame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2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2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080" y="3312961"/>
            <a:ext cx="569913" cy="569913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828163" y="2623009"/>
            <a:ext cx="2226314" cy="2226314"/>
          </a:xfrm>
          <a:prstGeom prst="ellipse">
            <a:avLst/>
          </a:prstGeom>
          <a:blipFill dpi="0" rotWithShape="1">
            <a:blip r:embed="rId5" cstate="screen"/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椭圆 15"/>
          <p:cNvSpPr/>
          <p:nvPr>
            <p:custDataLst>
              <p:tags r:id="rId6"/>
            </p:custDataLst>
          </p:nvPr>
        </p:nvSpPr>
        <p:spPr>
          <a:xfrm>
            <a:off x="3026410" y="2450465"/>
            <a:ext cx="630555" cy="63055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任意多边形 125"/>
          <p:cNvSpPr/>
          <p:nvPr>
            <p:custDataLst>
              <p:tags r:id="rId7"/>
            </p:custDataLst>
          </p:nvPr>
        </p:nvSpPr>
        <p:spPr bwMode="auto">
          <a:xfrm>
            <a:off x="3238500" y="2597785"/>
            <a:ext cx="234315" cy="304165"/>
          </a:xfrm>
          <a:custGeom>
            <a:avLst/>
            <a:gdLst>
              <a:gd name="connsiteX0" fmla="*/ 344255 w 438150"/>
              <a:gd name="connsiteY0" fmla="*/ 320246 h 568325"/>
              <a:gd name="connsiteX1" fmla="*/ 438150 w 438150"/>
              <a:gd name="connsiteY1" fmla="*/ 399092 h 568325"/>
              <a:gd name="connsiteX2" fmla="*/ 438150 w 438150"/>
              <a:gd name="connsiteY2" fmla="*/ 406601 h 568325"/>
              <a:gd name="connsiteX3" fmla="*/ 438150 w 438150"/>
              <a:gd name="connsiteY3" fmla="*/ 545520 h 568325"/>
              <a:gd name="connsiteX4" fmla="*/ 438150 w 438150"/>
              <a:gd name="connsiteY4" fmla="*/ 549275 h 568325"/>
              <a:gd name="connsiteX5" fmla="*/ 284162 w 438150"/>
              <a:gd name="connsiteY5" fmla="*/ 549275 h 568325"/>
              <a:gd name="connsiteX6" fmla="*/ 284162 w 438150"/>
              <a:gd name="connsiteY6" fmla="*/ 545520 h 568325"/>
              <a:gd name="connsiteX7" fmla="*/ 284162 w 438150"/>
              <a:gd name="connsiteY7" fmla="*/ 402847 h 568325"/>
              <a:gd name="connsiteX8" fmla="*/ 344255 w 438150"/>
              <a:gd name="connsiteY8" fmla="*/ 320246 h 568325"/>
              <a:gd name="connsiteX9" fmla="*/ 352879 w 438150"/>
              <a:gd name="connsiteY9" fmla="*/ 200025 h 568325"/>
              <a:gd name="connsiteX10" fmla="*/ 356621 w 438150"/>
              <a:gd name="connsiteY10" fmla="*/ 200025 h 568325"/>
              <a:gd name="connsiteX11" fmla="*/ 367847 w 438150"/>
              <a:gd name="connsiteY11" fmla="*/ 200025 h 568325"/>
              <a:gd name="connsiteX12" fmla="*/ 379072 w 438150"/>
              <a:gd name="connsiteY12" fmla="*/ 203767 h 568325"/>
              <a:gd name="connsiteX13" fmla="*/ 409008 w 438150"/>
              <a:gd name="connsiteY13" fmla="*/ 263638 h 568325"/>
              <a:gd name="connsiteX14" fmla="*/ 360363 w 438150"/>
              <a:gd name="connsiteY14" fmla="*/ 304800 h 568325"/>
              <a:gd name="connsiteX15" fmla="*/ 311717 w 438150"/>
              <a:gd name="connsiteY15" fmla="*/ 263638 h 568325"/>
              <a:gd name="connsiteX16" fmla="*/ 352879 w 438150"/>
              <a:gd name="connsiteY16" fmla="*/ 200025 h 568325"/>
              <a:gd name="connsiteX17" fmla="*/ 100853 w 438150"/>
              <a:gd name="connsiteY17" fmla="*/ 196018 h 568325"/>
              <a:gd name="connsiteX18" fmla="*/ 254000 w 438150"/>
              <a:gd name="connsiteY18" fmla="*/ 320120 h 568325"/>
              <a:gd name="connsiteX19" fmla="*/ 254000 w 438150"/>
              <a:gd name="connsiteY19" fmla="*/ 331402 h 568325"/>
              <a:gd name="connsiteX20" fmla="*/ 254000 w 438150"/>
              <a:gd name="connsiteY20" fmla="*/ 557043 h 568325"/>
              <a:gd name="connsiteX21" fmla="*/ 254000 w 438150"/>
              <a:gd name="connsiteY21" fmla="*/ 568325 h 568325"/>
              <a:gd name="connsiteX22" fmla="*/ 0 w 438150"/>
              <a:gd name="connsiteY22" fmla="*/ 568325 h 568325"/>
              <a:gd name="connsiteX23" fmla="*/ 0 w 438150"/>
              <a:gd name="connsiteY23" fmla="*/ 560804 h 568325"/>
              <a:gd name="connsiteX24" fmla="*/ 0 w 438150"/>
              <a:gd name="connsiteY24" fmla="*/ 327642 h 568325"/>
              <a:gd name="connsiteX25" fmla="*/ 100853 w 438150"/>
              <a:gd name="connsiteY25" fmla="*/ 196018 h 568325"/>
              <a:gd name="connsiteX26" fmla="*/ 112091 w 438150"/>
              <a:gd name="connsiteY26" fmla="*/ 0 h 568325"/>
              <a:gd name="connsiteX27" fmla="*/ 115818 w 438150"/>
              <a:gd name="connsiteY27" fmla="*/ 0 h 568325"/>
              <a:gd name="connsiteX28" fmla="*/ 138181 w 438150"/>
              <a:gd name="connsiteY28" fmla="*/ 0 h 568325"/>
              <a:gd name="connsiteX29" fmla="*/ 153090 w 438150"/>
              <a:gd name="connsiteY29" fmla="*/ 3762 h 568325"/>
              <a:gd name="connsiteX30" fmla="*/ 205271 w 438150"/>
              <a:gd name="connsiteY30" fmla="*/ 101566 h 568325"/>
              <a:gd name="connsiteX31" fmla="*/ 127000 w 438150"/>
              <a:gd name="connsiteY31" fmla="*/ 169276 h 568325"/>
              <a:gd name="connsiteX32" fmla="*/ 48729 w 438150"/>
              <a:gd name="connsiteY32" fmla="*/ 101566 h 568325"/>
              <a:gd name="connsiteX33" fmla="*/ 112091 w 438150"/>
              <a:gd name="connsiteY33" fmla="*/ 0 h 56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38150" h="568325">
                <a:moveTo>
                  <a:pt x="344255" y="320246"/>
                </a:moveTo>
                <a:cubicBezTo>
                  <a:pt x="393080" y="312737"/>
                  <a:pt x="434394" y="346528"/>
                  <a:pt x="438150" y="399092"/>
                </a:cubicBezTo>
                <a:cubicBezTo>
                  <a:pt x="438150" y="399092"/>
                  <a:pt x="438150" y="402847"/>
                  <a:pt x="438150" y="406601"/>
                </a:cubicBezTo>
                <a:cubicBezTo>
                  <a:pt x="438150" y="451656"/>
                  <a:pt x="438150" y="496711"/>
                  <a:pt x="438150" y="545520"/>
                </a:cubicBezTo>
                <a:cubicBezTo>
                  <a:pt x="438150" y="545520"/>
                  <a:pt x="438150" y="545520"/>
                  <a:pt x="438150" y="549275"/>
                </a:cubicBezTo>
                <a:cubicBezTo>
                  <a:pt x="438150" y="549275"/>
                  <a:pt x="438150" y="549275"/>
                  <a:pt x="284162" y="549275"/>
                </a:cubicBezTo>
                <a:cubicBezTo>
                  <a:pt x="284162" y="549275"/>
                  <a:pt x="284162" y="545520"/>
                  <a:pt x="284162" y="545520"/>
                </a:cubicBezTo>
                <a:cubicBezTo>
                  <a:pt x="284162" y="496711"/>
                  <a:pt x="284162" y="451656"/>
                  <a:pt x="284162" y="402847"/>
                </a:cubicBezTo>
                <a:cubicBezTo>
                  <a:pt x="284162" y="361546"/>
                  <a:pt x="310453" y="327755"/>
                  <a:pt x="344255" y="320246"/>
                </a:cubicBezTo>
                <a:close/>
                <a:moveTo>
                  <a:pt x="352879" y="200025"/>
                </a:moveTo>
                <a:cubicBezTo>
                  <a:pt x="352879" y="200025"/>
                  <a:pt x="352879" y="200025"/>
                  <a:pt x="356621" y="200025"/>
                </a:cubicBezTo>
                <a:cubicBezTo>
                  <a:pt x="356621" y="200025"/>
                  <a:pt x="356621" y="200025"/>
                  <a:pt x="367847" y="200025"/>
                </a:cubicBezTo>
                <a:cubicBezTo>
                  <a:pt x="371589" y="200025"/>
                  <a:pt x="375330" y="203767"/>
                  <a:pt x="379072" y="203767"/>
                </a:cubicBezTo>
                <a:cubicBezTo>
                  <a:pt x="401524" y="211251"/>
                  <a:pt x="412750" y="237445"/>
                  <a:pt x="409008" y="263638"/>
                </a:cubicBezTo>
                <a:cubicBezTo>
                  <a:pt x="405266" y="286090"/>
                  <a:pt x="386556" y="304800"/>
                  <a:pt x="360363" y="304800"/>
                </a:cubicBezTo>
                <a:cubicBezTo>
                  <a:pt x="337911" y="304800"/>
                  <a:pt x="319201" y="286090"/>
                  <a:pt x="311717" y="263638"/>
                </a:cubicBezTo>
                <a:cubicBezTo>
                  <a:pt x="307975" y="233703"/>
                  <a:pt x="326685" y="207509"/>
                  <a:pt x="352879" y="200025"/>
                </a:cubicBezTo>
                <a:close/>
                <a:moveTo>
                  <a:pt x="100853" y="196018"/>
                </a:moveTo>
                <a:cubicBezTo>
                  <a:pt x="175559" y="180975"/>
                  <a:pt x="246529" y="241146"/>
                  <a:pt x="254000" y="320120"/>
                </a:cubicBezTo>
                <a:cubicBezTo>
                  <a:pt x="254000" y="323881"/>
                  <a:pt x="254000" y="327642"/>
                  <a:pt x="254000" y="331402"/>
                </a:cubicBezTo>
                <a:cubicBezTo>
                  <a:pt x="254000" y="406616"/>
                  <a:pt x="254000" y="481829"/>
                  <a:pt x="254000" y="557043"/>
                </a:cubicBezTo>
                <a:cubicBezTo>
                  <a:pt x="254000" y="557043"/>
                  <a:pt x="254000" y="557043"/>
                  <a:pt x="254000" y="568325"/>
                </a:cubicBezTo>
                <a:cubicBezTo>
                  <a:pt x="254000" y="568325"/>
                  <a:pt x="254000" y="568325"/>
                  <a:pt x="0" y="568325"/>
                </a:cubicBezTo>
                <a:cubicBezTo>
                  <a:pt x="0" y="564564"/>
                  <a:pt x="0" y="564564"/>
                  <a:pt x="0" y="560804"/>
                </a:cubicBezTo>
                <a:cubicBezTo>
                  <a:pt x="0" y="485590"/>
                  <a:pt x="0" y="406616"/>
                  <a:pt x="0" y="327642"/>
                </a:cubicBezTo>
                <a:cubicBezTo>
                  <a:pt x="0" y="263710"/>
                  <a:pt x="44823" y="211060"/>
                  <a:pt x="100853" y="196018"/>
                </a:cubicBezTo>
                <a:close/>
                <a:moveTo>
                  <a:pt x="112091" y="0"/>
                </a:moveTo>
                <a:cubicBezTo>
                  <a:pt x="115818" y="0"/>
                  <a:pt x="115818" y="0"/>
                  <a:pt x="115818" y="0"/>
                </a:cubicBezTo>
                <a:cubicBezTo>
                  <a:pt x="115818" y="0"/>
                  <a:pt x="115818" y="0"/>
                  <a:pt x="138181" y="0"/>
                </a:cubicBezTo>
                <a:cubicBezTo>
                  <a:pt x="141909" y="0"/>
                  <a:pt x="149363" y="3762"/>
                  <a:pt x="153090" y="3762"/>
                </a:cubicBezTo>
                <a:cubicBezTo>
                  <a:pt x="190362" y="18808"/>
                  <a:pt x="212725" y="60187"/>
                  <a:pt x="205271" y="101566"/>
                </a:cubicBezTo>
                <a:cubicBezTo>
                  <a:pt x="197816" y="139183"/>
                  <a:pt x="164272" y="169276"/>
                  <a:pt x="127000" y="169276"/>
                </a:cubicBezTo>
                <a:cubicBezTo>
                  <a:pt x="89728" y="173038"/>
                  <a:pt x="56184" y="142944"/>
                  <a:pt x="48729" y="101566"/>
                </a:cubicBezTo>
                <a:cubicBezTo>
                  <a:pt x="41275" y="52664"/>
                  <a:pt x="71092" y="7523"/>
                  <a:pt x="11209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vert="horz" wrap="square" lIns="83999" tIns="41999" rIns="83999" bIns="41999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TextBox 13"/>
          <p:cNvSpPr txBox="1"/>
          <p:nvPr>
            <p:custDataLst>
              <p:tags r:id="rId8"/>
            </p:custDataLst>
          </p:nvPr>
        </p:nvSpPr>
        <p:spPr>
          <a:xfrm>
            <a:off x="4054475" y="2698750"/>
            <a:ext cx="7571105" cy="66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b="1" i="1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npm install express express-generator -g  </a:t>
            </a:r>
            <a:r>
              <a:rPr lang="zh-CN" altLang="en-US" b="1" i="1" kern="100" dirty="0">
                <a:solidFill>
                  <a:schemeClr val="dk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（已安装忽略）</a:t>
            </a:r>
            <a:endParaRPr lang="en-US" altLang="zh-CN" b="1" i="1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b="1" i="1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xpress </a:t>
            </a:r>
            <a:r>
              <a:rPr lang="en-US" altLang="zh-CN" sz="1800" b="1" i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-e</a:t>
            </a:r>
            <a:r>
              <a: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DuDa_APP   </a:t>
            </a:r>
            <a:r>
              <a:rPr lang="en-US" altLang="zh-CN" sz="1600" b="1" i="1" kern="1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lang="en-US" altLang="zh-CN" sz="1600" b="1" i="1" kern="1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DuDa_APP </a:t>
            </a:r>
            <a:r>
              <a:rPr lang="zh-CN" altLang="en-US" sz="1600" b="1" i="1" kern="1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为项目包名</a:t>
            </a:r>
            <a:endParaRPr lang="zh-CN" altLang="en-US" sz="1600" b="1" i="1" kern="100" dirty="0"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9" name="TextBox 14"/>
          <p:cNvSpPr txBox="1"/>
          <p:nvPr/>
        </p:nvSpPr>
        <p:spPr>
          <a:xfrm>
            <a:off x="4054475" y="2315845"/>
            <a:ext cx="4927600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搭建项目环境，指定视图引擎为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ejs</a:t>
            </a:r>
            <a:endParaRPr kumimoji="0" lang="en-US" altLang="zh-CN" sz="2000" b="1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椭圆 26"/>
          <p:cNvSpPr/>
          <p:nvPr>
            <p:custDataLst>
              <p:tags r:id="rId9"/>
            </p:custDataLst>
          </p:nvPr>
        </p:nvSpPr>
        <p:spPr>
          <a:xfrm>
            <a:off x="3026410" y="4474845"/>
            <a:ext cx="630555" cy="63055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Freeform 50"/>
          <p:cNvSpPr>
            <a:spLocks noEditPoints="1"/>
          </p:cNvSpPr>
          <p:nvPr>
            <p:custDataLst>
              <p:tags r:id="rId10"/>
            </p:custDataLst>
          </p:nvPr>
        </p:nvSpPr>
        <p:spPr bwMode="auto">
          <a:xfrm>
            <a:off x="3189605" y="4662170"/>
            <a:ext cx="284480" cy="284480"/>
          </a:xfrm>
          <a:custGeom>
            <a:avLst/>
            <a:gdLst>
              <a:gd name="T0" fmla="*/ 92 w 184"/>
              <a:gd name="T1" fmla="*/ 184 h 184"/>
              <a:gd name="T2" fmla="*/ 184 w 184"/>
              <a:gd name="T3" fmla="*/ 92 h 184"/>
              <a:gd name="T4" fmla="*/ 173 w 184"/>
              <a:gd name="T5" fmla="*/ 49 h 184"/>
              <a:gd name="T6" fmla="*/ 171 w 184"/>
              <a:gd name="T7" fmla="*/ 49 h 184"/>
              <a:gd name="T8" fmla="*/ 170 w 184"/>
              <a:gd name="T9" fmla="*/ 49 h 184"/>
              <a:gd name="T10" fmla="*/ 158 w 184"/>
              <a:gd name="T11" fmla="*/ 48 h 184"/>
              <a:gd name="T12" fmla="*/ 149 w 184"/>
              <a:gd name="T13" fmla="*/ 56 h 184"/>
              <a:gd name="T14" fmla="*/ 160 w 184"/>
              <a:gd name="T15" fmla="*/ 92 h 184"/>
              <a:gd name="T16" fmla="*/ 92 w 184"/>
              <a:gd name="T17" fmla="*/ 160 h 184"/>
              <a:gd name="T18" fmla="*/ 24 w 184"/>
              <a:gd name="T19" fmla="*/ 92 h 184"/>
              <a:gd name="T20" fmla="*/ 92 w 184"/>
              <a:gd name="T21" fmla="*/ 24 h 184"/>
              <a:gd name="T22" fmla="*/ 128 w 184"/>
              <a:gd name="T23" fmla="*/ 35 h 184"/>
              <a:gd name="T24" fmla="*/ 135 w 184"/>
              <a:gd name="T25" fmla="*/ 27 h 184"/>
              <a:gd name="T26" fmla="*/ 134 w 184"/>
              <a:gd name="T27" fmla="*/ 14 h 184"/>
              <a:gd name="T28" fmla="*/ 134 w 184"/>
              <a:gd name="T29" fmla="*/ 10 h 184"/>
              <a:gd name="T30" fmla="*/ 92 w 184"/>
              <a:gd name="T31" fmla="*/ 0 h 184"/>
              <a:gd name="T32" fmla="*/ 0 w 184"/>
              <a:gd name="T33" fmla="*/ 92 h 184"/>
              <a:gd name="T34" fmla="*/ 92 w 184"/>
              <a:gd name="T35" fmla="*/ 184 h 184"/>
              <a:gd name="T36" fmla="*/ 92 w 184"/>
              <a:gd name="T37" fmla="*/ 184 h 184"/>
              <a:gd name="T38" fmla="*/ 92 w 184"/>
              <a:gd name="T39" fmla="*/ 184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84" h="184">
                <a:moveTo>
                  <a:pt x="92" y="184"/>
                </a:moveTo>
                <a:cubicBezTo>
                  <a:pt x="143" y="184"/>
                  <a:pt x="184" y="143"/>
                  <a:pt x="184" y="92"/>
                </a:cubicBezTo>
                <a:cubicBezTo>
                  <a:pt x="184" y="76"/>
                  <a:pt x="180" y="62"/>
                  <a:pt x="173" y="49"/>
                </a:cubicBezTo>
                <a:cubicBezTo>
                  <a:pt x="172" y="49"/>
                  <a:pt x="172" y="49"/>
                  <a:pt x="171" y="49"/>
                </a:cubicBezTo>
                <a:cubicBezTo>
                  <a:pt x="170" y="49"/>
                  <a:pt x="170" y="49"/>
                  <a:pt x="170" y="49"/>
                </a:cubicBezTo>
                <a:cubicBezTo>
                  <a:pt x="158" y="48"/>
                  <a:pt x="158" y="48"/>
                  <a:pt x="158" y="48"/>
                </a:cubicBezTo>
                <a:cubicBezTo>
                  <a:pt x="149" y="56"/>
                  <a:pt x="149" y="56"/>
                  <a:pt x="149" y="56"/>
                </a:cubicBezTo>
                <a:cubicBezTo>
                  <a:pt x="156" y="67"/>
                  <a:pt x="160" y="79"/>
                  <a:pt x="160" y="92"/>
                </a:cubicBezTo>
                <a:cubicBezTo>
                  <a:pt x="160" y="129"/>
                  <a:pt x="129" y="160"/>
                  <a:pt x="92" y="160"/>
                </a:cubicBezTo>
                <a:cubicBezTo>
                  <a:pt x="55" y="160"/>
                  <a:pt x="24" y="129"/>
                  <a:pt x="24" y="92"/>
                </a:cubicBezTo>
                <a:cubicBezTo>
                  <a:pt x="24" y="55"/>
                  <a:pt x="55" y="24"/>
                  <a:pt x="92" y="24"/>
                </a:cubicBezTo>
                <a:cubicBezTo>
                  <a:pt x="105" y="24"/>
                  <a:pt x="117" y="28"/>
                  <a:pt x="128" y="35"/>
                </a:cubicBezTo>
                <a:cubicBezTo>
                  <a:pt x="135" y="27"/>
                  <a:pt x="135" y="27"/>
                  <a:pt x="135" y="27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4" y="12"/>
                  <a:pt x="134" y="11"/>
                  <a:pt x="134" y="10"/>
                </a:cubicBezTo>
                <a:cubicBezTo>
                  <a:pt x="122" y="4"/>
                  <a:pt x="107" y="0"/>
                  <a:pt x="92" y="0"/>
                </a:cubicBezTo>
                <a:cubicBezTo>
                  <a:pt x="41" y="0"/>
                  <a:pt x="0" y="41"/>
                  <a:pt x="0" y="92"/>
                </a:cubicBezTo>
                <a:cubicBezTo>
                  <a:pt x="0" y="143"/>
                  <a:pt x="41" y="184"/>
                  <a:pt x="92" y="184"/>
                </a:cubicBezTo>
                <a:close/>
                <a:moveTo>
                  <a:pt x="92" y="184"/>
                </a:moveTo>
                <a:cubicBezTo>
                  <a:pt x="92" y="184"/>
                  <a:pt x="92" y="184"/>
                  <a:pt x="92" y="184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vert="horz" wrap="square" lIns="83999" tIns="41999" rIns="83999" bIns="419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Freeform 51"/>
          <p:cNvSpPr>
            <a:spLocks noEditPoints="1"/>
          </p:cNvSpPr>
          <p:nvPr>
            <p:custDataLst>
              <p:tags r:id="rId11"/>
            </p:custDataLst>
          </p:nvPr>
        </p:nvSpPr>
        <p:spPr bwMode="auto">
          <a:xfrm>
            <a:off x="3262630" y="4734560"/>
            <a:ext cx="139065" cy="139065"/>
          </a:xfrm>
          <a:custGeom>
            <a:avLst/>
            <a:gdLst>
              <a:gd name="T0" fmla="*/ 45 w 90"/>
              <a:gd name="T1" fmla="*/ 21 h 90"/>
              <a:gd name="T2" fmla="*/ 47 w 90"/>
              <a:gd name="T3" fmla="*/ 21 h 90"/>
              <a:gd name="T4" fmla="*/ 64 w 90"/>
              <a:gd name="T5" fmla="*/ 4 h 90"/>
              <a:gd name="T6" fmla="*/ 64 w 90"/>
              <a:gd name="T7" fmla="*/ 4 h 90"/>
              <a:gd name="T8" fmla="*/ 45 w 90"/>
              <a:gd name="T9" fmla="*/ 0 h 90"/>
              <a:gd name="T10" fmla="*/ 0 w 90"/>
              <a:gd name="T11" fmla="*/ 45 h 90"/>
              <a:gd name="T12" fmla="*/ 45 w 90"/>
              <a:gd name="T13" fmla="*/ 90 h 90"/>
              <a:gd name="T14" fmla="*/ 90 w 90"/>
              <a:gd name="T15" fmla="*/ 45 h 90"/>
              <a:gd name="T16" fmla="*/ 86 w 90"/>
              <a:gd name="T17" fmla="*/ 26 h 90"/>
              <a:gd name="T18" fmla="*/ 86 w 90"/>
              <a:gd name="T19" fmla="*/ 26 h 90"/>
              <a:gd name="T20" fmla="*/ 69 w 90"/>
              <a:gd name="T21" fmla="*/ 43 h 90"/>
              <a:gd name="T22" fmla="*/ 69 w 90"/>
              <a:gd name="T23" fmla="*/ 45 h 90"/>
              <a:gd name="T24" fmla="*/ 45 w 90"/>
              <a:gd name="T25" fmla="*/ 69 h 90"/>
              <a:gd name="T26" fmla="*/ 21 w 90"/>
              <a:gd name="T27" fmla="*/ 45 h 90"/>
              <a:gd name="T28" fmla="*/ 45 w 90"/>
              <a:gd name="T29" fmla="*/ 21 h 90"/>
              <a:gd name="T30" fmla="*/ 45 w 90"/>
              <a:gd name="T31" fmla="*/ 21 h 90"/>
              <a:gd name="T32" fmla="*/ 45 w 90"/>
              <a:gd name="T33" fmla="*/ 21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90" h="90">
                <a:moveTo>
                  <a:pt x="45" y="21"/>
                </a:moveTo>
                <a:cubicBezTo>
                  <a:pt x="46" y="21"/>
                  <a:pt x="46" y="21"/>
                  <a:pt x="47" y="21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58" y="1"/>
                  <a:pt x="52" y="0"/>
                  <a:pt x="45" y="0"/>
                </a:cubicBezTo>
                <a:cubicBezTo>
                  <a:pt x="20" y="0"/>
                  <a:pt x="0" y="20"/>
                  <a:pt x="0" y="45"/>
                </a:cubicBezTo>
                <a:cubicBezTo>
                  <a:pt x="0" y="70"/>
                  <a:pt x="20" y="90"/>
                  <a:pt x="45" y="90"/>
                </a:cubicBezTo>
                <a:cubicBezTo>
                  <a:pt x="70" y="90"/>
                  <a:pt x="90" y="70"/>
                  <a:pt x="90" y="45"/>
                </a:cubicBezTo>
                <a:cubicBezTo>
                  <a:pt x="90" y="38"/>
                  <a:pt x="89" y="32"/>
                  <a:pt x="86" y="26"/>
                </a:cubicBezTo>
                <a:cubicBezTo>
                  <a:pt x="86" y="26"/>
                  <a:pt x="86" y="26"/>
                  <a:pt x="86" y="26"/>
                </a:cubicBezTo>
                <a:cubicBezTo>
                  <a:pt x="69" y="43"/>
                  <a:pt x="69" y="43"/>
                  <a:pt x="69" y="43"/>
                </a:cubicBezTo>
                <a:cubicBezTo>
                  <a:pt x="69" y="44"/>
                  <a:pt x="69" y="44"/>
                  <a:pt x="69" y="45"/>
                </a:cubicBezTo>
                <a:cubicBezTo>
                  <a:pt x="69" y="58"/>
                  <a:pt x="58" y="69"/>
                  <a:pt x="45" y="69"/>
                </a:cubicBezTo>
                <a:cubicBezTo>
                  <a:pt x="32" y="69"/>
                  <a:pt x="21" y="58"/>
                  <a:pt x="21" y="45"/>
                </a:cubicBezTo>
                <a:cubicBezTo>
                  <a:pt x="21" y="32"/>
                  <a:pt x="32" y="21"/>
                  <a:pt x="45" y="21"/>
                </a:cubicBezTo>
                <a:close/>
                <a:moveTo>
                  <a:pt x="45" y="21"/>
                </a:moveTo>
                <a:cubicBezTo>
                  <a:pt x="45" y="21"/>
                  <a:pt x="45" y="21"/>
                  <a:pt x="45" y="21"/>
                </a:cubicBezTo>
              </a:path>
            </a:pathLst>
          </a:custGeom>
          <a:solidFill>
            <a:schemeClr val="lt1">
              <a:lumMod val="95000"/>
            </a:schemeClr>
          </a:solidFill>
          <a:ln>
            <a:noFill/>
          </a:ln>
        </p:spPr>
        <p:txBody>
          <a:bodyPr vert="horz" wrap="square" lIns="83999" tIns="41999" rIns="83999" bIns="419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Freeform 52"/>
          <p:cNvSpPr>
            <a:spLocks noEditPoints="1"/>
          </p:cNvSpPr>
          <p:nvPr>
            <p:custDataLst>
              <p:tags r:id="rId12"/>
            </p:custDataLst>
          </p:nvPr>
        </p:nvSpPr>
        <p:spPr bwMode="auto">
          <a:xfrm>
            <a:off x="3345815" y="4632960"/>
            <a:ext cx="157480" cy="157480"/>
          </a:xfrm>
          <a:custGeom>
            <a:avLst/>
            <a:gdLst>
              <a:gd name="T0" fmla="*/ 86 w 102"/>
              <a:gd name="T1" fmla="*/ 28 h 102"/>
              <a:gd name="T2" fmla="*/ 91 w 102"/>
              <a:gd name="T3" fmla="*/ 23 h 102"/>
              <a:gd name="T4" fmla="*/ 91 w 102"/>
              <a:gd name="T5" fmla="*/ 14 h 102"/>
              <a:gd name="T6" fmla="*/ 87 w 102"/>
              <a:gd name="T7" fmla="*/ 11 h 102"/>
              <a:gd name="T8" fmla="*/ 83 w 102"/>
              <a:gd name="T9" fmla="*/ 9 h 102"/>
              <a:gd name="T10" fmla="*/ 79 w 102"/>
              <a:gd name="T11" fmla="*/ 11 h 102"/>
              <a:gd name="T12" fmla="*/ 74 w 102"/>
              <a:gd name="T13" fmla="*/ 17 h 102"/>
              <a:gd name="T14" fmla="*/ 72 w 102"/>
              <a:gd name="T15" fmla="*/ 2 h 102"/>
              <a:gd name="T16" fmla="*/ 70 w 102"/>
              <a:gd name="T17" fmla="*/ 0 h 102"/>
              <a:gd name="T18" fmla="*/ 69 w 102"/>
              <a:gd name="T19" fmla="*/ 0 h 102"/>
              <a:gd name="T20" fmla="*/ 47 w 102"/>
              <a:gd name="T21" fmla="*/ 23 h 102"/>
              <a:gd name="T22" fmla="*/ 44 w 102"/>
              <a:gd name="T23" fmla="*/ 30 h 102"/>
              <a:gd name="T24" fmla="*/ 44 w 102"/>
              <a:gd name="T25" fmla="*/ 31 h 102"/>
              <a:gd name="T26" fmla="*/ 45 w 102"/>
              <a:gd name="T27" fmla="*/ 45 h 102"/>
              <a:gd name="T28" fmla="*/ 37 w 102"/>
              <a:gd name="T29" fmla="*/ 53 h 102"/>
              <a:gd name="T30" fmla="*/ 22 w 102"/>
              <a:gd name="T31" fmla="*/ 68 h 102"/>
              <a:gd name="T32" fmla="*/ 22 w 102"/>
              <a:gd name="T33" fmla="*/ 68 h 102"/>
              <a:gd name="T34" fmla="*/ 8 w 102"/>
              <a:gd name="T35" fmla="*/ 82 h 102"/>
              <a:gd name="T36" fmla="*/ 2 w 102"/>
              <a:gd name="T37" fmla="*/ 89 h 102"/>
              <a:gd name="T38" fmla="*/ 0 w 102"/>
              <a:gd name="T39" fmla="*/ 92 h 102"/>
              <a:gd name="T40" fmla="*/ 0 w 102"/>
              <a:gd name="T41" fmla="*/ 97 h 102"/>
              <a:gd name="T42" fmla="*/ 5 w 102"/>
              <a:gd name="T43" fmla="*/ 102 h 102"/>
              <a:gd name="T44" fmla="*/ 5 w 102"/>
              <a:gd name="T45" fmla="*/ 102 h 102"/>
              <a:gd name="T46" fmla="*/ 10 w 102"/>
              <a:gd name="T47" fmla="*/ 102 h 102"/>
              <a:gd name="T48" fmla="*/ 13 w 102"/>
              <a:gd name="T49" fmla="*/ 100 h 102"/>
              <a:gd name="T50" fmla="*/ 57 w 102"/>
              <a:gd name="T51" fmla="*/ 56 h 102"/>
              <a:gd name="T52" fmla="*/ 70 w 102"/>
              <a:gd name="T53" fmla="*/ 57 h 102"/>
              <a:gd name="T54" fmla="*/ 71 w 102"/>
              <a:gd name="T55" fmla="*/ 57 h 102"/>
              <a:gd name="T56" fmla="*/ 71 w 102"/>
              <a:gd name="T57" fmla="*/ 57 h 102"/>
              <a:gd name="T58" fmla="*/ 78 w 102"/>
              <a:gd name="T59" fmla="*/ 54 h 102"/>
              <a:gd name="T60" fmla="*/ 101 w 102"/>
              <a:gd name="T61" fmla="*/ 32 h 102"/>
              <a:gd name="T62" fmla="*/ 100 w 102"/>
              <a:gd name="T63" fmla="*/ 29 h 102"/>
              <a:gd name="T64" fmla="*/ 86 w 102"/>
              <a:gd name="T65" fmla="*/ 28 h 102"/>
              <a:gd name="T66" fmla="*/ 86 w 102"/>
              <a:gd name="T67" fmla="*/ 28 h 102"/>
              <a:gd name="T68" fmla="*/ 86 w 102"/>
              <a:gd name="T69" fmla="*/ 28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2" h="102">
                <a:moveTo>
                  <a:pt x="86" y="28"/>
                </a:moveTo>
                <a:cubicBezTo>
                  <a:pt x="91" y="23"/>
                  <a:pt x="91" y="23"/>
                  <a:pt x="91" y="23"/>
                </a:cubicBezTo>
                <a:cubicBezTo>
                  <a:pt x="93" y="20"/>
                  <a:pt x="93" y="17"/>
                  <a:pt x="91" y="14"/>
                </a:cubicBezTo>
                <a:cubicBezTo>
                  <a:pt x="87" y="11"/>
                  <a:pt x="87" y="11"/>
                  <a:pt x="87" y="11"/>
                </a:cubicBezTo>
                <a:cubicBezTo>
                  <a:pt x="86" y="10"/>
                  <a:pt x="85" y="9"/>
                  <a:pt x="83" y="9"/>
                </a:cubicBezTo>
                <a:cubicBezTo>
                  <a:pt x="82" y="9"/>
                  <a:pt x="80" y="10"/>
                  <a:pt x="79" y="11"/>
                </a:cubicBezTo>
                <a:cubicBezTo>
                  <a:pt x="74" y="17"/>
                  <a:pt x="74" y="17"/>
                  <a:pt x="74" y="17"/>
                </a:cubicBezTo>
                <a:cubicBezTo>
                  <a:pt x="72" y="2"/>
                  <a:pt x="72" y="2"/>
                  <a:pt x="72" y="2"/>
                </a:cubicBezTo>
                <a:cubicBezTo>
                  <a:pt x="72" y="0"/>
                  <a:pt x="71" y="0"/>
                  <a:pt x="70" y="0"/>
                </a:cubicBezTo>
                <a:cubicBezTo>
                  <a:pt x="70" y="0"/>
                  <a:pt x="69" y="0"/>
                  <a:pt x="69" y="0"/>
                </a:cubicBezTo>
                <a:cubicBezTo>
                  <a:pt x="47" y="23"/>
                  <a:pt x="47" y="23"/>
                  <a:pt x="47" y="23"/>
                </a:cubicBezTo>
                <a:cubicBezTo>
                  <a:pt x="45" y="25"/>
                  <a:pt x="44" y="28"/>
                  <a:pt x="44" y="30"/>
                </a:cubicBezTo>
                <a:cubicBezTo>
                  <a:pt x="44" y="31"/>
                  <a:pt x="44" y="31"/>
                  <a:pt x="44" y="31"/>
                </a:cubicBezTo>
                <a:cubicBezTo>
                  <a:pt x="45" y="45"/>
                  <a:pt x="45" y="45"/>
                  <a:pt x="45" y="45"/>
                </a:cubicBezTo>
                <a:cubicBezTo>
                  <a:pt x="37" y="53"/>
                  <a:pt x="37" y="53"/>
                  <a:pt x="37" y="53"/>
                </a:cubicBezTo>
                <a:cubicBezTo>
                  <a:pt x="22" y="68"/>
                  <a:pt x="22" y="68"/>
                  <a:pt x="22" y="68"/>
                </a:cubicBezTo>
                <a:cubicBezTo>
                  <a:pt x="22" y="68"/>
                  <a:pt x="22" y="68"/>
                  <a:pt x="22" y="68"/>
                </a:cubicBezTo>
                <a:cubicBezTo>
                  <a:pt x="8" y="82"/>
                  <a:pt x="8" y="82"/>
                  <a:pt x="8" y="82"/>
                </a:cubicBezTo>
                <a:cubicBezTo>
                  <a:pt x="2" y="89"/>
                  <a:pt x="2" y="89"/>
                  <a:pt x="2" y="89"/>
                </a:cubicBezTo>
                <a:cubicBezTo>
                  <a:pt x="1" y="90"/>
                  <a:pt x="0" y="91"/>
                  <a:pt x="0" y="92"/>
                </a:cubicBezTo>
                <a:cubicBezTo>
                  <a:pt x="0" y="97"/>
                  <a:pt x="0" y="97"/>
                  <a:pt x="0" y="97"/>
                </a:cubicBezTo>
                <a:cubicBezTo>
                  <a:pt x="0" y="100"/>
                  <a:pt x="2" y="102"/>
                  <a:pt x="5" y="102"/>
                </a:cubicBezTo>
                <a:cubicBezTo>
                  <a:pt x="5" y="102"/>
                  <a:pt x="5" y="102"/>
                  <a:pt x="5" y="102"/>
                </a:cubicBezTo>
                <a:cubicBezTo>
                  <a:pt x="10" y="102"/>
                  <a:pt x="10" y="102"/>
                  <a:pt x="10" y="102"/>
                </a:cubicBezTo>
                <a:cubicBezTo>
                  <a:pt x="11" y="102"/>
                  <a:pt x="12" y="101"/>
                  <a:pt x="13" y="100"/>
                </a:cubicBezTo>
                <a:cubicBezTo>
                  <a:pt x="57" y="56"/>
                  <a:pt x="57" y="56"/>
                  <a:pt x="57" y="56"/>
                </a:cubicBezTo>
                <a:cubicBezTo>
                  <a:pt x="70" y="57"/>
                  <a:pt x="70" y="57"/>
                  <a:pt x="70" y="57"/>
                </a:cubicBezTo>
                <a:cubicBezTo>
                  <a:pt x="71" y="57"/>
                  <a:pt x="71" y="57"/>
                  <a:pt x="71" y="57"/>
                </a:cubicBezTo>
                <a:cubicBezTo>
                  <a:pt x="71" y="57"/>
                  <a:pt x="71" y="57"/>
                  <a:pt x="71" y="57"/>
                </a:cubicBezTo>
                <a:cubicBezTo>
                  <a:pt x="74" y="57"/>
                  <a:pt x="77" y="56"/>
                  <a:pt x="78" y="54"/>
                </a:cubicBezTo>
                <a:cubicBezTo>
                  <a:pt x="101" y="32"/>
                  <a:pt x="101" y="32"/>
                  <a:pt x="101" y="32"/>
                </a:cubicBezTo>
                <a:cubicBezTo>
                  <a:pt x="102" y="31"/>
                  <a:pt x="101" y="29"/>
                  <a:pt x="100" y="29"/>
                </a:cubicBezTo>
                <a:lnTo>
                  <a:pt x="86" y="28"/>
                </a:lnTo>
                <a:close/>
                <a:moveTo>
                  <a:pt x="86" y="28"/>
                </a:moveTo>
                <a:cubicBezTo>
                  <a:pt x="86" y="28"/>
                  <a:pt x="86" y="28"/>
                  <a:pt x="86" y="28"/>
                </a:cubicBezTo>
              </a:path>
            </a:pathLst>
          </a:custGeom>
          <a:solidFill>
            <a:schemeClr val="lt1">
              <a:lumMod val="95000"/>
            </a:schemeClr>
          </a:solidFill>
          <a:ln>
            <a:noFill/>
          </a:ln>
        </p:spPr>
        <p:txBody>
          <a:bodyPr vert="horz" wrap="square" lIns="83999" tIns="41999" rIns="83999" bIns="419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TextBox 13"/>
          <p:cNvSpPr txBox="1"/>
          <p:nvPr>
            <p:custDataLst>
              <p:tags r:id="rId13"/>
            </p:custDataLst>
          </p:nvPr>
        </p:nvSpPr>
        <p:spPr>
          <a:xfrm>
            <a:off x="3801110" y="4829810"/>
            <a:ext cx="5375275" cy="830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266700" algn="just"/>
            <a:r>
              <a: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</a:t>
            </a:r>
            <a:r>
              <a:rPr lang="en-US" altLang="zh-CN" b="1" i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DuDa_APP</a:t>
            </a:r>
            <a:endParaRPr lang="en-US" altLang="zh-CN" b="1" i="1" kern="1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b="1" i="1" kern="100" dirty="0" err="1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npm</a:t>
            </a:r>
            <a:r>
              <a:rPr lang="en-US" altLang="zh-CN" sz="1800" b="1" i="1" kern="100" dirty="0">
                <a:solidFill>
                  <a:schemeClr val="dk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install</a:t>
            </a:r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TextBox 14"/>
          <p:cNvSpPr txBox="1"/>
          <p:nvPr/>
        </p:nvSpPr>
        <p:spPr>
          <a:xfrm>
            <a:off x="4025265" y="4365625"/>
            <a:ext cx="4498340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切换目录，并安装依赖包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14"/>
            </p:custDataLst>
          </p:nvPr>
        </p:nvSpPr>
        <p:spPr>
          <a:xfrm>
            <a:off x="1294130" y="993140"/>
            <a:ext cx="7004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4. 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创建项目文件夹</a:t>
            </a:r>
            <a:endParaRPr lang="en-US" altLang="zh-CN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15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6" grpId="0" bldLvl="0" animBg="1"/>
      <p:bldP spid="17" grpId="0" bldLvl="0" animBg="1"/>
      <p:bldP spid="18" grpId="0"/>
      <p:bldP spid="19" grpId="0"/>
      <p:bldP spid="16" grpId="1" animBg="1"/>
      <p:bldP spid="17" grpId="1" animBg="1"/>
      <p:bldP spid="18" grpId="1"/>
      <p:bldP spid="19" grpId="1"/>
      <p:bldP spid="27" grpId="0" bldLvl="0" animBg="1"/>
      <p:bldP spid="29" grpId="0" bldLvl="0" animBg="1"/>
      <p:bldP spid="30" grpId="0" bldLvl="0" animBg="1"/>
      <p:bldP spid="31" grpId="0" bldLvl="0" animBg="1"/>
      <p:bldP spid="26" grpId="0"/>
      <p:bldP spid="25" grpId="0"/>
      <p:bldP spid="27" grpId="1" animBg="1"/>
      <p:bldP spid="29" grpId="1" animBg="1"/>
      <p:bldP spid="30" grpId="1" animBg="1"/>
      <p:bldP spid="31" grpId="1" animBg="1"/>
      <p:bldP spid="26" grpId="1"/>
      <p:bldP spid="2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523875" y="2379980"/>
            <a:ext cx="2502535" cy="2574290"/>
          </a:xfrm>
          <a:prstGeom prst="rect">
            <a:avLst/>
          </a:prstGeom>
          <a:blipFill dpi="0" rotWithShape="1">
            <a:blip r:embed="rId4" cstate="screen"/>
            <a:srcRect/>
            <a:stretch>
              <a:fillRect/>
            </a:stretch>
          </a:blipFill>
          <a:ln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118485" y="4185285"/>
            <a:ext cx="6229985" cy="714375"/>
            <a:chOff x="4911" y="6591"/>
            <a:chExt cx="9811" cy="1125"/>
          </a:xfrm>
        </p:grpSpPr>
        <p:sp>
          <p:nvSpPr>
            <p:cNvPr id="18" name="TextBox 13"/>
            <p:cNvSpPr txBox="1"/>
            <p:nvPr/>
          </p:nvSpPr>
          <p:spPr>
            <a:xfrm>
              <a:off x="5710" y="7194"/>
              <a:ext cx="9013" cy="5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图片、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CSS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样式、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JS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文件等静态资源放入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public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文件夹。</a:t>
              </a: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9" name="TextBox 14"/>
            <p:cNvSpPr txBox="1"/>
            <p:nvPr/>
          </p:nvSpPr>
          <p:spPr>
            <a:xfrm>
              <a:off x="5710" y="6591"/>
              <a:ext cx="8779" cy="4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静态资源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处理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1" name="TextBox 8"/>
            <p:cNvSpPr txBox="1"/>
            <p:nvPr/>
          </p:nvSpPr>
          <p:spPr>
            <a:xfrm>
              <a:off x="4911" y="6645"/>
              <a:ext cx="654" cy="77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02</a:t>
              </a: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5"/>
            </p:custDataLst>
          </p:nvPr>
        </p:nvSpPr>
        <p:spPr>
          <a:xfrm>
            <a:off x="1244600" y="1073150"/>
            <a:ext cx="35052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Clr>
                <a:srgbClr val="3C853C"/>
              </a:buClr>
              <a:buSzTx/>
              <a:buFontTx/>
            </a:pP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5. </a:t>
            </a:r>
            <a:r>
              <a:rPr lang="zh-CN" altLang="en-US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实现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ejs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模板引擎</a:t>
            </a:r>
            <a:endParaRPr lang="en-US" altLang="zh-CN" sz="2400" b="1" dirty="0" err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Isosceles Triangle 2_1"/>
          <p:cNvSpPr/>
          <p:nvPr>
            <p:custDataLst>
              <p:tags r:id="rId6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942340" y="3273425"/>
            <a:ext cx="1694815" cy="1668145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右箭头 3"/>
          <p:cNvSpPr/>
          <p:nvPr/>
        </p:nvSpPr>
        <p:spPr>
          <a:xfrm>
            <a:off x="3134995" y="3461385"/>
            <a:ext cx="6160770" cy="43434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3130868" y="2449195"/>
            <a:ext cx="5884227" cy="873760"/>
            <a:chOff x="4931" y="3857"/>
            <a:chExt cx="9266" cy="1376"/>
          </a:xfrm>
        </p:grpSpPr>
        <p:sp>
          <p:nvSpPr>
            <p:cNvPr id="20" name="TextBox 8"/>
            <p:cNvSpPr txBox="1"/>
            <p:nvPr/>
          </p:nvSpPr>
          <p:spPr>
            <a:xfrm>
              <a:off x="4931" y="4078"/>
              <a:ext cx="636" cy="67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FFFF00"/>
                  </a:highligh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01</a:t>
              </a: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" name="TextBox 13"/>
            <p:cNvSpPr txBox="1"/>
            <p:nvPr/>
          </p:nvSpPr>
          <p:spPr>
            <a:xfrm>
              <a:off x="5732" y="4460"/>
              <a:ext cx="8465" cy="7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p>
              <a:pPr algn="just">
                <a:lnSpc>
                  <a:spcPct val="120000"/>
                </a:lnSpc>
              </a:pPr>
              <a:r>
                <a:rPr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将html文件另存为ejs文件，放入views文件夹</a:t>
              </a:r>
              <a:r>
                <a:rPr lang="zh-CN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。</a:t>
              </a:r>
              <a:endParaRPr 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" name="TextBox 14"/>
            <p:cNvSpPr txBox="1"/>
            <p:nvPr/>
          </p:nvSpPr>
          <p:spPr>
            <a:xfrm>
              <a:off x="5732" y="3857"/>
              <a:ext cx="8465" cy="4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页面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处理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9347835" y="721360"/>
            <a:ext cx="2129155" cy="5273040"/>
            <a:chOff x="14721" y="1136"/>
            <a:chExt cx="3353" cy="8304"/>
          </a:xfrm>
        </p:grpSpPr>
        <p:grpSp>
          <p:nvGrpSpPr>
            <p:cNvPr id="32" name="组合 31"/>
            <p:cNvGrpSpPr/>
            <p:nvPr/>
          </p:nvGrpSpPr>
          <p:grpSpPr>
            <a:xfrm>
              <a:off x="14731" y="1136"/>
              <a:ext cx="3332" cy="5180"/>
              <a:chOff x="14990" y="3108"/>
              <a:chExt cx="2676" cy="4678"/>
            </a:xfrm>
            <a:solidFill>
              <a:schemeClr val="bg1"/>
            </a:solidFill>
          </p:grpSpPr>
          <p:pic>
            <p:nvPicPr>
              <p:cNvPr id="30" name="图片 29"/>
              <p:cNvPicPr>
                <a:picLocks noChangeAspect="1"/>
              </p:cNvPicPr>
              <p:nvPr/>
            </p:nvPicPr>
            <p:blipFill>
              <a:blip r:embed="rId8"/>
              <a:srcRect b="-23235"/>
              <a:stretch>
                <a:fillRect/>
              </a:stretch>
            </p:blipFill>
            <p:spPr>
              <a:xfrm>
                <a:off x="14990" y="3108"/>
                <a:ext cx="2676" cy="4678"/>
              </a:xfrm>
              <a:prstGeom prst="rect">
                <a:avLst/>
              </a:prstGeom>
              <a:grpFill/>
              <a:ln>
                <a:solidFill>
                  <a:schemeClr val="accent5"/>
                </a:solidFill>
              </a:ln>
              <a:effectLst/>
            </p:spPr>
          </p:pic>
          <p:pic>
            <p:nvPicPr>
              <p:cNvPr id="31" name="图片 30"/>
              <p:cNvPicPr>
                <a:picLocks noChangeAspect="1"/>
              </p:cNvPicPr>
              <p:nvPr/>
            </p:nvPicPr>
            <p:blipFill>
              <a:blip r:embed="rId9"/>
              <a:srcRect l="4735" t="-917"/>
              <a:stretch>
                <a:fillRect/>
              </a:stretch>
            </p:blipFill>
            <p:spPr>
              <a:xfrm>
                <a:off x="15139" y="6610"/>
                <a:ext cx="2527" cy="1176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</p:pic>
        </p:grpSp>
        <p:pic>
          <p:nvPicPr>
            <p:cNvPr id="10" name="图片 9" descr="C:/Users/TXY/Desktop/QQ截图20240601211943.jpgQQ截图20240601211943"/>
            <p:cNvPicPr>
              <a:picLocks noChangeAspect="1"/>
            </p:cNvPicPr>
            <p:nvPr/>
          </p:nvPicPr>
          <p:blipFill>
            <a:blip r:embed="rId10"/>
            <a:srcRect l="13601" t="37971" r="682"/>
            <a:stretch>
              <a:fillRect/>
            </a:stretch>
          </p:blipFill>
          <p:spPr>
            <a:xfrm>
              <a:off x="14721" y="5091"/>
              <a:ext cx="3353" cy="43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/>
              </a:solidFill>
            </a:ln>
            <a:effectLst/>
          </p:spPr>
        </p:pic>
      </p:grpSp>
      <p:sp>
        <p:nvSpPr>
          <p:cNvPr id="33" name="矩形 32"/>
          <p:cNvSpPr/>
          <p:nvPr>
            <p:custDataLst>
              <p:tags r:id="rId11"/>
            </p:custDataLst>
          </p:nvPr>
        </p:nvSpPr>
        <p:spPr>
          <a:xfrm>
            <a:off x="9628505" y="4294505"/>
            <a:ext cx="1734185" cy="1237615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12"/>
            </p:custDataLst>
          </p:nvPr>
        </p:nvSpPr>
        <p:spPr>
          <a:xfrm>
            <a:off x="671195" y="2379980"/>
            <a:ext cx="1965325" cy="85280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  <p:bldP spid="33" grpId="1" animBg="1"/>
      <p:bldP spid="4" grpId="0" animBg="1"/>
      <p:bldP spid="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635" y="2639695"/>
            <a:ext cx="5774690" cy="2869565"/>
          </a:xfrm>
          <a:prstGeom prst="rect">
            <a:avLst/>
          </a:prstGeom>
          <a:ln>
            <a:solidFill>
              <a:schemeClr val="accent4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l="958"/>
          <a:stretch>
            <a:fillRect/>
          </a:stretch>
        </p:blipFill>
        <p:spPr>
          <a:xfrm>
            <a:off x="298450" y="2325370"/>
            <a:ext cx="5797550" cy="3500120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28" name="Freeform 10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4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14"/>
          <p:cNvSpPr txBox="1"/>
          <p:nvPr>
            <p:custDataLst>
              <p:tags r:id="rId5"/>
            </p:custDataLst>
          </p:nvPr>
        </p:nvSpPr>
        <p:spPr>
          <a:xfrm>
            <a:off x="1873885" y="1715135"/>
            <a:ext cx="769112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在</a:t>
            </a: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框架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中，页面的静态资源路径从</a:t>
            </a: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“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</a:t>
            </a: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”</a:t>
            </a: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开始。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6"/>
            </p:custDataLst>
          </p:nvPr>
        </p:nvSpPr>
        <p:spPr>
          <a:xfrm>
            <a:off x="1210310" y="1073150"/>
            <a:ext cx="35052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Clr>
                <a:srgbClr val="3C853C"/>
              </a:buClr>
              <a:buSzTx/>
              <a:buFontTx/>
            </a:pP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5. </a:t>
            </a:r>
            <a:r>
              <a:rPr lang="zh-CN" altLang="en-US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实现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ejs模板引擎</a:t>
            </a:r>
            <a:endParaRPr lang="en-US" altLang="zh-CN" sz="2400" b="1" dirty="0" err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Isosceles Triangle 2_1"/>
          <p:cNvSpPr/>
          <p:nvPr>
            <p:custDataLst>
              <p:tags r:id="rId7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382645" y="3688080"/>
            <a:ext cx="27114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758440" y="4727575"/>
            <a:ext cx="27114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723265" y="4060825"/>
            <a:ext cx="2421890" cy="24257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31330" y="3351530"/>
            <a:ext cx="3173095" cy="26035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9992995" y="4567555"/>
            <a:ext cx="27114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TextBox 8"/>
          <p:cNvSpPr txBox="1"/>
          <p:nvPr/>
        </p:nvSpPr>
        <p:spPr>
          <a:xfrm>
            <a:off x="1210310" y="1675765"/>
            <a:ext cx="415290" cy="48895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03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圆角矩形 2"/>
          <p:cNvSpPr/>
          <p:nvPr>
            <p:custDataLst>
              <p:tags r:id="rId8"/>
            </p:custDataLst>
          </p:nvPr>
        </p:nvSpPr>
        <p:spPr>
          <a:xfrm>
            <a:off x="1873885" y="5906770"/>
            <a:ext cx="2413000" cy="4870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包含</a:t>
            </a: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top.ejs</a:t>
            </a:r>
            <a:endParaRPr lang="en-US" altLang="zh-CN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圆角矩形 4"/>
          <p:cNvSpPr/>
          <p:nvPr>
            <p:custDataLst>
              <p:tags r:id="rId9"/>
            </p:custDataLst>
          </p:nvPr>
        </p:nvSpPr>
        <p:spPr>
          <a:xfrm>
            <a:off x="7560945" y="5562600"/>
            <a:ext cx="2789555" cy="4870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包含</a:t>
            </a: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bottom</a:t>
            </a: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.ejs</a:t>
            </a:r>
            <a:endParaRPr lang="en-US" altLang="zh-CN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32" grpId="1" animBg="1"/>
      <p:bldP spid="12" grpId="0" bldLvl="0" animBg="1"/>
      <p:bldP spid="12" grpId="1" animBg="1"/>
      <p:bldP spid="26" grpId="0"/>
      <p:bldP spid="26" grpId="1"/>
      <p:bldP spid="21" grpId="1"/>
      <p:bldP spid="3" grpId="0" animBg="1"/>
      <p:bldP spid="3" grpId="1" animBg="1"/>
      <p:bldP spid="5" grpId="0" animBg="1"/>
      <p:bldP spid="5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32555" y="1647825"/>
            <a:ext cx="30111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views/include/top.ejs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t="12808" r="80014" b="21424"/>
          <a:stretch>
            <a:fillRect/>
          </a:stretch>
        </p:blipFill>
        <p:spPr>
          <a:xfrm>
            <a:off x="427355" y="1774825"/>
            <a:ext cx="2670175" cy="4613275"/>
          </a:xfrm>
          <a:prstGeom prst="rect">
            <a:avLst/>
          </a:prstGeom>
          <a:ln>
            <a:solidFill>
              <a:schemeClr val="accent4"/>
            </a:solidFill>
          </a:ln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 l="22117" t="16048" r="47435" b="33255"/>
          <a:stretch>
            <a:fillRect/>
          </a:stretch>
        </p:blipFill>
        <p:spPr>
          <a:xfrm>
            <a:off x="3292475" y="2016125"/>
            <a:ext cx="4135755" cy="3665855"/>
          </a:xfrm>
          <a:prstGeom prst="rect">
            <a:avLst/>
          </a:prstGeom>
          <a:ln>
            <a:solidFill>
              <a:schemeClr val="accent4"/>
            </a:solidFill>
          </a:ln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4"/>
          <a:srcRect l="21545" t="15280" r="47313" b="44490"/>
          <a:stretch>
            <a:fillRect/>
          </a:stretch>
        </p:blipFill>
        <p:spPr>
          <a:xfrm>
            <a:off x="7497445" y="2216150"/>
            <a:ext cx="4533265" cy="3075305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32" name="矩形 31"/>
          <p:cNvSpPr/>
          <p:nvPr/>
        </p:nvSpPr>
        <p:spPr>
          <a:xfrm>
            <a:off x="828675" y="3275330"/>
            <a:ext cx="2138045" cy="107251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863205" y="1774825"/>
            <a:ext cx="345376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views/include/bottom.ejs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5" name="文本框 34"/>
          <p:cNvSpPr txBox="1"/>
          <p:nvPr>
            <p:custDataLst>
              <p:tags r:id="rId5"/>
            </p:custDataLst>
          </p:nvPr>
        </p:nvSpPr>
        <p:spPr>
          <a:xfrm>
            <a:off x="1148715" y="107315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公共模板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文件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Isosceles Triangle 2_1"/>
          <p:cNvSpPr/>
          <p:nvPr>
            <p:custDataLst>
              <p:tags r:id="rId6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32" grpId="1" animBg="1"/>
      <p:bldP spid="2" grpId="0"/>
      <p:bldP spid="2" grpId="1"/>
      <p:bldP spid="34" grpId="0"/>
      <p:bldP spid="34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1233170" y="1073150"/>
            <a:ext cx="452437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改写端口，启动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项目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633845" y="2519680"/>
            <a:ext cx="5212715" cy="2381250"/>
            <a:chOff x="11894" y="3554"/>
            <a:chExt cx="8209" cy="3750"/>
          </a:xfrm>
        </p:grpSpPr>
        <p:sp>
          <p:nvSpPr>
            <p:cNvPr id="27" name="TextBox 30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3094" y="4668"/>
              <a:ext cx="7009" cy="10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进入项目文件夹，打开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CMD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窗口</a:t>
              </a:r>
              <a:endParaRPr 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nodemon</a:t>
              </a:r>
              <a:r>
                <a:rPr lang="en-US" sz="16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app.js</a:t>
              </a:r>
              <a:endParaRPr lang="en-US" sz="16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TextBox 3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3094" y="3554"/>
              <a:ext cx="6623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服务器测试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1" name="Oval 100"/>
            <p:cNvSpPr/>
            <p:nvPr>
              <p:custDataLst>
                <p:tags r:id="rId7"/>
              </p:custDataLst>
            </p:nvPr>
          </p:nvSpPr>
          <p:spPr bwMode="auto">
            <a:xfrm flipH="1">
              <a:off x="11894" y="3554"/>
              <a:ext cx="876" cy="8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9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Freeform 73"/>
            <p:cNvSpPr>
              <a:spLocks noChangeAspect="1"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2139" y="3761"/>
              <a:ext cx="387" cy="463"/>
            </a:xfrm>
            <a:custGeom>
              <a:avLst/>
              <a:gdLst>
                <a:gd name="connsiteX0" fmla="*/ 206367 w 449768"/>
                <a:gd name="connsiteY0" fmla="*/ 423375 h 538305"/>
                <a:gd name="connsiteX1" fmla="*/ 208536 w 449768"/>
                <a:gd name="connsiteY1" fmla="*/ 434347 h 538305"/>
                <a:gd name="connsiteX2" fmla="*/ 136133 w 449768"/>
                <a:gd name="connsiteY2" fmla="*/ 527584 h 538305"/>
                <a:gd name="connsiteX3" fmla="*/ 120760 w 449768"/>
                <a:gd name="connsiteY3" fmla="*/ 517169 h 538305"/>
                <a:gd name="connsiteX4" fmla="*/ 192667 w 449768"/>
                <a:gd name="connsiteY4" fmla="*/ 423933 h 538305"/>
                <a:gd name="connsiteX5" fmla="*/ 206367 w 449768"/>
                <a:gd name="connsiteY5" fmla="*/ 423375 h 538305"/>
                <a:gd name="connsiteX6" fmla="*/ 158371 w 449768"/>
                <a:gd name="connsiteY6" fmla="*/ 386315 h 538305"/>
                <a:gd name="connsiteX7" fmla="*/ 160292 w 449768"/>
                <a:gd name="connsiteY7" fmla="*/ 397002 h 538305"/>
                <a:gd name="connsiteX8" fmla="*/ 51725 w 449768"/>
                <a:gd name="connsiteY8" fmla="*/ 536376 h 538305"/>
                <a:gd name="connsiteX9" fmla="*/ 41315 w 449768"/>
                <a:gd name="connsiteY9" fmla="*/ 525997 h 538305"/>
                <a:gd name="connsiteX10" fmla="*/ 144924 w 449768"/>
                <a:gd name="connsiteY10" fmla="*/ 387118 h 538305"/>
                <a:gd name="connsiteX11" fmla="*/ 158371 w 449768"/>
                <a:gd name="connsiteY11" fmla="*/ 386315 h 538305"/>
                <a:gd name="connsiteX12" fmla="*/ 112005 w 449768"/>
                <a:gd name="connsiteY12" fmla="*/ 349971 h 538305"/>
                <a:gd name="connsiteX13" fmla="*/ 113740 w 449768"/>
                <a:gd name="connsiteY13" fmla="*/ 362927 h 538305"/>
                <a:gd name="connsiteX14" fmla="*/ 41338 w 449768"/>
                <a:gd name="connsiteY14" fmla="*/ 455221 h 538305"/>
                <a:gd name="connsiteX15" fmla="*/ 25965 w 449768"/>
                <a:gd name="connsiteY15" fmla="*/ 444857 h 538305"/>
                <a:gd name="connsiteX16" fmla="*/ 98367 w 449768"/>
                <a:gd name="connsiteY16" fmla="*/ 352562 h 538305"/>
                <a:gd name="connsiteX17" fmla="*/ 112005 w 449768"/>
                <a:gd name="connsiteY17" fmla="*/ 349971 h 538305"/>
                <a:gd name="connsiteX18" fmla="*/ 287508 w 449768"/>
                <a:gd name="connsiteY18" fmla="*/ 153269 h 538305"/>
                <a:gd name="connsiteX19" fmla="*/ 261020 w 449768"/>
                <a:gd name="connsiteY19" fmla="*/ 165441 h 538305"/>
                <a:gd name="connsiteX20" fmla="*/ 255548 w 449768"/>
                <a:gd name="connsiteY20" fmla="*/ 175874 h 538305"/>
                <a:gd name="connsiteX21" fmla="*/ 276441 w 449768"/>
                <a:gd name="connsiteY21" fmla="*/ 232511 h 538305"/>
                <a:gd name="connsiteX22" fmla="*/ 328174 w 449768"/>
                <a:gd name="connsiteY22" fmla="*/ 227543 h 538305"/>
                <a:gd name="connsiteX23" fmla="*/ 333645 w 449768"/>
                <a:gd name="connsiteY23" fmla="*/ 217110 h 538305"/>
                <a:gd name="connsiteX24" fmla="*/ 317727 w 449768"/>
                <a:gd name="connsiteY24" fmla="*/ 160472 h 538305"/>
                <a:gd name="connsiteX25" fmla="*/ 287508 w 449768"/>
                <a:gd name="connsiteY25" fmla="*/ 153269 h 538305"/>
                <a:gd name="connsiteX26" fmla="*/ 437111 w 449768"/>
                <a:gd name="connsiteY26" fmla="*/ 0 h 538305"/>
                <a:gd name="connsiteX27" fmla="*/ 442086 w 449768"/>
                <a:gd name="connsiteY27" fmla="*/ 0 h 538305"/>
                <a:gd name="connsiteX28" fmla="*/ 447557 w 449768"/>
                <a:gd name="connsiteY28" fmla="*/ 4968 h 538305"/>
                <a:gd name="connsiteX29" fmla="*/ 447557 w 449768"/>
                <a:gd name="connsiteY29" fmla="*/ 9937 h 538305"/>
                <a:gd name="connsiteX30" fmla="*/ 447557 w 449768"/>
                <a:gd name="connsiteY30" fmla="*/ 20370 h 538305"/>
                <a:gd name="connsiteX31" fmla="*/ 447557 w 449768"/>
                <a:gd name="connsiteY31" fmla="*/ 46204 h 538305"/>
                <a:gd name="connsiteX32" fmla="*/ 442086 w 449768"/>
                <a:gd name="connsiteY32" fmla="*/ 103338 h 538305"/>
                <a:gd name="connsiteX33" fmla="*/ 442086 w 449768"/>
                <a:gd name="connsiteY33" fmla="*/ 113771 h 538305"/>
                <a:gd name="connsiteX34" fmla="*/ 437111 w 449768"/>
                <a:gd name="connsiteY34" fmla="*/ 134141 h 538305"/>
                <a:gd name="connsiteX35" fmla="*/ 421194 w 449768"/>
                <a:gd name="connsiteY35" fmla="*/ 175874 h 538305"/>
                <a:gd name="connsiteX36" fmla="*/ 354040 w 449768"/>
                <a:gd name="connsiteY36" fmla="*/ 289645 h 538305"/>
                <a:gd name="connsiteX37" fmla="*/ 344091 w 449768"/>
                <a:gd name="connsiteY37" fmla="*/ 325913 h 538305"/>
                <a:gd name="connsiteX38" fmla="*/ 276441 w 449768"/>
                <a:gd name="connsiteY38" fmla="*/ 506754 h 538305"/>
                <a:gd name="connsiteX39" fmla="*/ 261020 w 449768"/>
                <a:gd name="connsiteY39" fmla="*/ 496321 h 538305"/>
                <a:gd name="connsiteX40" fmla="*/ 17278 w 449768"/>
                <a:gd name="connsiteY40" fmla="*/ 310511 h 538305"/>
                <a:gd name="connsiteX41" fmla="*/ 1858 w 449768"/>
                <a:gd name="connsiteY41" fmla="*/ 289645 h 538305"/>
                <a:gd name="connsiteX42" fmla="*/ 162528 w 449768"/>
                <a:gd name="connsiteY42" fmla="*/ 186307 h 538305"/>
                <a:gd name="connsiteX43" fmla="*/ 193369 w 449768"/>
                <a:gd name="connsiteY43" fmla="*/ 165441 h 538305"/>
                <a:gd name="connsiteX44" fmla="*/ 312753 w 449768"/>
                <a:gd name="connsiteY44" fmla="*/ 51669 h 538305"/>
                <a:gd name="connsiteX45" fmla="*/ 400799 w 449768"/>
                <a:gd name="connsiteY45" fmla="*/ 9937 h 538305"/>
                <a:gd name="connsiteX46" fmla="*/ 426665 w 449768"/>
                <a:gd name="connsiteY46" fmla="*/ 4968 h 538305"/>
                <a:gd name="connsiteX47" fmla="*/ 437111 w 449768"/>
                <a:gd name="connsiteY47" fmla="*/ 0 h 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49768" h="538305">
                  <a:moveTo>
                    <a:pt x="206367" y="423375"/>
                  </a:moveTo>
                  <a:cubicBezTo>
                    <a:pt x="209652" y="425297"/>
                    <a:pt x="211016" y="429140"/>
                    <a:pt x="208536" y="434347"/>
                  </a:cubicBezTo>
                  <a:cubicBezTo>
                    <a:pt x="198122" y="460136"/>
                    <a:pt x="172335" y="506754"/>
                    <a:pt x="136133" y="527584"/>
                  </a:cubicBezTo>
                  <a:cubicBezTo>
                    <a:pt x="125719" y="532543"/>
                    <a:pt x="115305" y="527584"/>
                    <a:pt x="120760" y="517169"/>
                  </a:cubicBezTo>
                  <a:cubicBezTo>
                    <a:pt x="130678" y="491380"/>
                    <a:pt x="151507" y="450217"/>
                    <a:pt x="192667" y="423933"/>
                  </a:cubicBezTo>
                  <a:cubicBezTo>
                    <a:pt x="197874" y="421453"/>
                    <a:pt x="203081" y="421453"/>
                    <a:pt x="206367" y="423375"/>
                  </a:cubicBezTo>
                  <a:close/>
                  <a:moveTo>
                    <a:pt x="158371" y="386315"/>
                  </a:moveTo>
                  <a:cubicBezTo>
                    <a:pt x="161532" y="388230"/>
                    <a:pt x="162771" y="392060"/>
                    <a:pt x="160292" y="397002"/>
                  </a:cubicBezTo>
                  <a:cubicBezTo>
                    <a:pt x="144924" y="433081"/>
                    <a:pt x="113693" y="500297"/>
                    <a:pt x="51725" y="536376"/>
                  </a:cubicBezTo>
                  <a:cubicBezTo>
                    <a:pt x="41315" y="541318"/>
                    <a:pt x="36357" y="536376"/>
                    <a:pt x="41315" y="525997"/>
                  </a:cubicBezTo>
                  <a:cubicBezTo>
                    <a:pt x="51725" y="489918"/>
                    <a:pt x="82957" y="422702"/>
                    <a:pt x="144924" y="387118"/>
                  </a:cubicBezTo>
                  <a:cubicBezTo>
                    <a:pt x="150130" y="384399"/>
                    <a:pt x="155211" y="384399"/>
                    <a:pt x="158371" y="386315"/>
                  </a:cubicBezTo>
                  <a:close/>
                  <a:moveTo>
                    <a:pt x="112005" y="349971"/>
                  </a:moveTo>
                  <a:cubicBezTo>
                    <a:pt x="115228" y="352562"/>
                    <a:pt x="116468" y="357744"/>
                    <a:pt x="113740" y="362927"/>
                  </a:cubicBezTo>
                  <a:cubicBezTo>
                    <a:pt x="103326" y="388591"/>
                    <a:pt x="77539" y="429556"/>
                    <a:pt x="41338" y="455221"/>
                  </a:cubicBezTo>
                  <a:cubicBezTo>
                    <a:pt x="25965" y="460157"/>
                    <a:pt x="21006" y="455221"/>
                    <a:pt x="25965" y="444857"/>
                  </a:cubicBezTo>
                  <a:cubicBezTo>
                    <a:pt x="36379" y="419192"/>
                    <a:pt x="57207" y="378227"/>
                    <a:pt x="98367" y="352562"/>
                  </a:cubicBezTo>
                  <a:cubicBezTo>
                    <a:pt x="103574" y="347380"/>
                    <a:pt x="108781" y="347380"/>
                    <a:pt x="112005" y="349971"/>
                  </a:cubicBezTo>
                  <a:close/>
                  <a:moveTo>
                    <a:pt x="287508" y="153269"/>
                  </a:moveTo>
                  <a:cubicBezTo>
                    <a:pt x="277809" y="153890"/>
                    <a:pt x="268730" y="157740"/>
                    <a:pt x="261020" y="165441"/>
                  </a:cubicBezTo>
                  <a:cubicBezTo>
                    <a:pt x="261020" y="170409"/>
                    <a:pt x="261020" y="170409"/>
                    <a:pt x="255548" y="175874"/>
                  </a:cubicBezTo>
                  <a:cubicBezTo>
                    <a:pt x="245600" y="196243"/>
                    <a:pt x="250574" y="222575"/>
                    <a:pt x="276441" y="232511"/>
                  </a:cubicBezTo>
                  <a:cubicBezTo>
                    <a:pt x="291861" y="242944"/>
                    <a:pt x="317727" y="242944"/>
                    <a:pt x="328174" y="227543"/>
                  </a:cubicBezTo>
                  <a:cubicBezTo>
                    <a:pt x="333645" y="222575"/>
                    <a:pt x="333645" y="222575"/>
                    <a:pt x="333645" y="217110"/>
                  </a:cubicBezTo>
                  <a:cubicBezTo>
                    <a:pt x="349066" y="196243"/>
                    <a:pt x="338620" y="170409"/>
                    <a:pt x="317727" y="160472"/>
                  </a:cubicBezTo>
                  <a:cubicBezTo>
                    <a:pt x="307530" y="155256"/>
                    <a:pt x="297208" y="152648"/>
                    <a:pt x="287508" y="153269"/>
                  </a:cubicBezTo>
                  <a:close/>
                  <a:moveTo>
                    <a:pt x="437111" y="0"/>
                  </a:moveTo>
                  <a:lnTo>
                    <a:pt x="442086" y="0"/>
                  </a:lnTo>
                  <a:cubicBezTo>
                    <a:pt x="447557" y="0"/>
                    <a:pt x="452532" y="0"/>
                    <a:pt x="447557" y="4968"/>
                  </a:cubicBezTo>
                  <a:lnTo>
                    <a:pt x="447557" y="9937"/>
                  </a:lnTo>
                  <a:cubicBezTo>
                    <a:pt x="452532" y="15402"/>
                    <a:pt x="447557" y="15402"/>
                    <a:pt x="447557" y="20370"/>
                  </a:cubicBezTo>
                  <a:cubicBezTo>
                    <a:pt x="447557" y="25835"/>
                    <a:pt x="447557" y="36268"/>
                    <a:pt x="447557" y="46204"/>
                  </a:cubicBezTo>
                  <a:cubicBezTo>
                    <a:pt x="447557" y="62102"/>
                    <a:pt x="447557" y="82472"/>
                    <a:pt x="442086" y="103338"/>
                  </a:cubicBezTo>
                  <a:cubicBezTo>
                    <a:pt x="442086" y="108306"/>
                    <a:pt x="442086" y="108306"/>
                    <a:pt x="442086" y="113771"/>
                  </a:cubicBezTo>
                  <a:cubicBezTo>
                    <a:pt x="437111" y="124205"/>
                    <a:pt x="437111" y="129173"/>
                    <a:pt x="437111" y="134141"/>
                  </a:cubicBezTo>
                  <a:cubicBezTo>
                    <a:pt x="431640" y="150039"/>
                    <a:pt x="426665" y="165441"/>
                    <a:pt x="421194" y="175874"/>
                  </a:cubicBezTo>
                  <a:cubicBezTo>
                    <a:pt x="406271" y="212141"/>
                    <a:pt x="385378" y="248409"/>
                    <a:pt x="354040" y="289645"/>
                  </a:cubicBezTo>
                  <a:cubicBezTo>
                    <a:pt x="349066" y="294613"/>
                    <a:pt x="344091" y="315479"/>
                    <a:pt x="344091" y="325913"/>
                  </a:cubicBezTo>
                  <a:cubicBezTo>
                    <a:pt x="354040" y="367148"/>
                    <a:pt x="359512" y="460053"/>
                    <a:pt x="276441" y="506754"/>
                  </a:cubicBezTo>
                  <a:cubicBezTo>
                    <a:pt x="265994" y="517187"/>
                    <a:pt x="255548" y="512219"/>
                    <a:pt x="261020" y="496321"/>
                  </a:cubicBezTo>
                  <a:cubicBezTo>
                    <a:pt x="261020" y="439684"/>
                    <a:pt x="240128" y="305046"/>
                    <a:pt x="17278" y="310511"/>
                  </a:cubicBezTo>
                  <a:cubicBezTo>
                    <a:pt x="1858" y="310511"/>
                    <a:pt x="-3117" y="300078"/>
                    <a:pt x="1858" y="289645"/>
                  </a:cubicBezTo>
                  <a:cubicBezTo>
                    <a:pt x="17278" y="253377"/>
                    <a:pt x="59062" y="180842"/>
                    <a:pt x="162528" y="186307"/>
                  </a:cubicBezTo>
                  <a:cubicBezTo>
                    <a:pt x="172975" y="186307"/>
                    <a:pt x="188395" y="175874"/>
                    <a:pt x="193369" y="165441"/>
                  </a:cubicBezTo>
                  <a:cubicBezTo>
                    <a:pt x="214261" y="139606"/>
                    <a:pt x="250574" y="87937"/>
                    <a:pt x="312753" y="51669"/>
                  </a:cubicBezTo>
                  <a:cubicBezTo>
                    <a:pt x="349066" y="25835"/>
                    <a:pt x="379907" y="15402"/>
                    <a:pt x="400799" y="9937"/>
                  </a:cubicBezTo>
                  <a:cubicBezTo>
                    <a:pt x="416219" y="9937"/>
                    <a:pt x="426665" y="9937"/>
                    <a:pt x="426665" y="4968"/>
                  </a:cubicBezTo>
                  <a:cubicBezTo>
                    <a:pt x="431640" y="4968"/>
                    <a:pt x="431640" y="0"/>
                    <a:pt x="4371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" name="TextBox 3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3094" y="6225"/>
              <a:ext cx="4912" cy="10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浏览器打开地址：</a:t>
              </a:r>
              <a:endParaRPr 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http://localhost:3005</a:t>
              </a:r>
              <a:endParaRPr 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967105" y="2301875"/>
            <a:ext cx="5478780" cy="2145030"/>
            <a:chOff x="1523" y="3442"/>
            <a:chExt cx="8628" cy="3378"/>
          </a:xfrm>
        </p:grpSpPr>
        <p:sp>
          <p:nvSpPr>
            <p:cNvPr id="24" name="TextBox 3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594" y="3477"/>
              <a:ext cx="6623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监听端口</a:t>
              </a:r>
              <a:r>
                <a:rPr lang="en-US" altLang="zh-CN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3005</a:t>
              </a:r>
              <a:endParaRPr lang="en-US" altLang="zh-CN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" name="Oval 100"/>
            <p:cNvSpPr/>
            <p:nvPr>
              <p:custDataLst>
                <p:tags r:id="rId11"/>
              </p:custDataLst>
            </p:nvPr>
          </p:nvSpPr>
          <p:spPr bwMode="auto">
            <a:xfrm flipH="1">
              <a:off x="1523" y="3442"/>
              <a:ext cx="876" cy="8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9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3" name="Freeform 73"/>
            <p:cNvSpPr>
              <a:spLocks noChangeAspect="1"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768" y="3649"/>
              <a:ext cx="387" cy="463"/>
            </a:xfrm>
            <a:custGeom>
              <a:avLst/>
              <a:gdLst>
                <a:gd name="connsiteX0" fmla="*/ 206367 w 449768"/>
                <a:gd name="connsiteY0" fmla="*/ 423375 h 538305"/>
                <a:gd name="connsiteX1" fmla="*/ 208536 w 449768"/>
                <a:gd name="connsiteY1" fmla="*/ 434347 h 538305"/>
                <a:gd name="connsiteX2" fmla="*/ 136133 w 449768"/>
                <a:gd name="connsiteY2" fmla="*/ 527584 h 538305"/>
                <a:gd name="connsiteX3" fmla="*/ 120760 w 449768"/>
                <a:gd name="connsiteY3" fmla="*/ 517169 h 538305"/>
                <a:gd name="connsiteX4" fmla="*/ 192667 w 449768"/>
                <a:gd name="connsiteY4" fmla="*/ 423933 h 538305"/>
                <a:gd name="connsiteX5" fmla="*/ 206367 w 449768"/>
                <a:gd name="connsiteY5" fmla="*/ 423375 h 538305"/>
                <a:gd name="connsiteX6" fmla="*/ 158371 w 449768"/>
                <a:gd name="connsiteY6" fmla="*/ 386315 h 538305"/>
                <a:gd name="connsiteX7" fmla="*/ 160292 w 449768"/>
                <a:gd name="connsiteY7" fmla="*/ 397002 h 538305"/>
                <a:gd name="connsiteX8" fmla="*/ 51725 w 449768"/>
                <a:gd name="connsiteY8" fmla="*/ 536376 h 538305"/>
                <a:gd name="connsiteX9" fmla="*/ 41315 w 449768"/>
                <a:gd name="connsiteY9" fmla="*/ 525997 h 538305"/>
                <a:gd name="connsiteX10" fmla="*/ 144924 w 449768"/>
                <a:gd name="connsiteY10" fmla="*/ 387118 h 538305"/>
                <a:gd name="connsiteX11" fmla="*/ 158371 w 449768"/>
                <a:gd name="connsiteY11" fmla="*/ 386315 h 538305"/>
                <a:gd name="connsiteX12" fmla="*/ 112005 w 449768"/>
                <a:gd name="connsiteY12" fmla="*/ 349971 h 538305"/>
                <a:gd name="connsiteX13" fmla="*/ 113740 w 449768"/>
                <a:gd name="connsiteY13" fmla="*/ 362927 h 538305"/>
                <a:gd name="connsiteX14" fmla="*/ 41338 w 449768"/>
                <a:gd name="connsiteY14" fmla="*/ 455221 h 538305"/>
                <a:gd name="connsiteX15" fmla="*/ 25965 w 449768"/>
                <a:gd name="connsiteY15" fmla="*/ 444857 h 538305"/>
                <a:gd name="connsiteX16" fmla="*/ 98367 w 449768"/>
                <a:gd name="connsiteY16" fmla="*/ 352562 h 538305"/>
                <a:gd name="connsiteX17" fmla="*/ 112005 w 449768"/>
                <a:gd name="connsiteY17" fmla="*/ 349971 h 538305"/>
                <a:gd name="connsiteX18" fmla="*/ 287508 w 449768"/>
                <a:gd name="connsiteY18" fmla="*/ 153269 h 538305"/>
                <a:gd name="connsiteX19" fmla="*/ 261020 w 449768"/>
                <a:gd name="connsiteY19" fmla="*/ 165441 h 538305"/>
                <a:gd name="connsiteX20" fmla="*/ 255548 w 449768"/>
                <a:gd name="connsiteY20" fmla="*/ 175874 h 538305"/>
                <a:gd name="connsiteX21" fmla="*/ 276441 w 449768"/>
                <a:gd name="connsiteY21" fmla="*/ 232511 h 538305"/>
                <a:gd name="connsiteX22" fmla="*/ 328174 w 449768"/>
                <a:gd name="connsiteY22" fmla="*/ 227543 h 538305"/>
                <a:gd name="connsiteX23" fmla="*/ 333645 w 449768"/>
                <a:gd name="connsiteY23" fmla="*/ 217110 h 538305"/>
                <a:gd name="connsiteX24" fmla="*/ 317727 w 449768"/>
                <a:gd name="connsiteY24" fmla="*/ 160472 h 538305"/>
                <a:gd name="connsiteX25" fmla="*/ 287508 w 449768"/>
                <a:gd name="connsiteY25" fmla="*/ 153269 h 538305"/>
                <a:gd name="connsiteX26" fmla="*/ 437111 w 449768"/>
                <a:gd name="connsiteY26" fmla="*/ 0 h 538305"/>
                <a:gd name="connsiteX27" fmla="*/ 442086 w 449768"/>
                <a:gd name="connsiteY27" fmla="*/ 0 h 538305"/>
                <a:gd name="connsiteX28" fmla="*/ 447557 w 449768"/>
                <a:gd name="connsiteY28" fmla="*/ 4968 h 538305"/>
                <a:gd name="connsiteX29" fmla="*/ 447557 w 449768"/>
                <a:gd name="connsiteY29" fmla="*/ 9937 h 538305"/>
                <a:gd name="connsiteX30" fmla="*/ 447557 w 449768"/>
                <a:gd name="connsiteY30" fmla="*/ 20370 h 538305"/>
                <a:gd name="connsiteX31" fmla="*/ 447557 w 449768"/>
                <a:gd name="connsiteY31" fmla="*/ 46204 h 538305"/>
                <a:gd name="connsiteX32" fmla="*/ 442086 w 449768"/>
                <a:gd name="connsiteY32" fmla="*/ 103338 h 538305"/>
                <a:gd name="connsiteX33" fmla="*/ 442086 w 449768"/>
                <a:gd name="connsiteY33" fmla="*/ 113771 h 538305"/>
                <a:gd name="connsiteX34" fmla="*/ 437111 w 449768"/>
                <a:gd name="connsiteY34" fmla="*/ 134141 h 538305"/>
                <a:gd name="connsiteX35" fmla="*/ 421194 w 449768"/>
                <a:gd name="connsiteY35" fmla="*/ 175874 h 538305"/>
                <a:gd name="connsiteX36" fmla="*/ 354040 w 449768"/>
                <a:gd name="connsiteY36" fmla="*/ 289645 h 538305"/>
                <a:gd name="connsiteX37" fmla="*/ 344091 w 449768"/>
                <a:gd name="connsiteY37" fmla="*/ 325913 h 538305"/>
                <a:gd name="connsiteX38" fmla="*/ 276441 w 449768"/>
                <a:gd name="connsiteY38" fmla="*/ 506754 h 538305"/>
                <a:gd name="connsiteX39" fmla="*/ 261020 w 449768"/>
                <a:gd name="connsiteY39" fmla="*/ 496321 h 538305"/>
                <a:gd name="connsiteX40" fmla="*/ 17278 w 449768"/>
                <a:gd name="connsiteY40" fmla="*/ 310511 h 538305"/>
                <a:gd name="connsiteX41" fmla="*/ 1858 w 449768"/>
                <a:gd name="connsiteY41" fmla="*/ 289645 h 538305"/>
                <a:gd name="connsiteX42" fmla="*/ 162528 w 449768"/>
                <a:gd name="connsiteY42" fmla="*/ 186307 h 538305"/>
                <a:gd name="connsiteX43" fmla="*/ 193369 w 449768"/>
                <a:gd name="connsiteY43" fmla="*/ 165441 h 538305"/>
                <a:gd name="connsiteX44" fmla="*/ 312753 w 449768"/>
                <a:gd name="connsiteY44" fmla="*/ 51669 h 538305"/>
                <a:gd name="connsiteX45" fmla="*/ 400799 w 449768"/>
                <a:gd name="connsiteY45" fmla="*/ 9937 h 538305"/>
                <a:gd name="connsiteX46" fmla="*/ 426665 w 449768"/>
                <a:gd name="connsiteY46" fmla="*/ 4968 h 538305"/>
                <a:gd name="connsiteX47" fmla="*/ 437111 w 449768"/>
                <a:gd name="connsiteY47" fmla="*/ 0 h 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49768" h="538305">
                  <a:moveTo>
                    <a:pt x="206367" y="423375"/>
                  </a:moveTo>
                  <a:cubicBezTo>
                    <a:pt x="209652" y="425297"/>
                    <a:pt x="211016" y="429140"/>
                    <a:pt x="208536" y="434347"/>
                  </a:cubicBezTo>
                  <a:cubicBezTo>
                    <a:pt x="198122" y="460136"/>
                    <a:pt x="172335" y="506754"/>
                    <a:pt x="136133" y="527584"/>
                  </a:cubicBezTo>
                  <a:cubicBezTo>
                    <a:pt x="125719" y="532543"/>
                    <a:pt x="115305" y="527584"/>
                    <a:pt x="120760" y="517169"/>
                  </a:cubicBezTo>
                  <a:cubicBezTo>
                    <a:pt x="130678" y="491380"/>
                    <a:pt x="151507" y="450217"/>
                    <a:pt x="192667" y="423933"/>
                  </a:cubicBezTo>
                  <a:cubicBezTo>
                    <a:pt x="197874" y="421453"/>
                    <a:pt x="203081" y="421453"/>
                    <a:pt x="206367" y="423375"/>
                  </a:cubicBezTo>
                  <a:close/>
                  <a:moveTo>
                    <a:pt x="158371" y="386315"/>
                  </a:moveTo>
                  <a:cubicBezTo>
                    <a:pt x="161532" y="388230"/>
                    <a:pt x="162771" y="392060"/>
                    <a:pt x="160292" y="397002"/>
                  </a:cubicBezTo>
                  <a:cubicBezTo>
                    <a:pt x="144924" y="433081"/>
                    <a:pt x="113693" y="500297"/>
                    <a:pt x="51725" y="536376"/>
                  </a:cubicBezTo>
                  <a:cubicBezTo>
                    <a:pt x="41315" y="541318"/>
                    <a:pt x="36357" y="536376"/>
                    <a:pt x="41315" y="525997"/>
                  </a:cubicBezTo>
                  <a:cubicBezTo>
                    <a:pt x="51725" y="489918"/>
                    <a:pt x="82957" y="422702"/>
                    <a:pt x="144924" y="387118"/>
                  </a:cubicBezTo>
                  <a:cubicBezTo>
                    <a:pt x="150130" y="384399"/>
                    <a:pt x="155211" y="384399"/>
                    <a:pt x="158371" y="386315"/>
                  </a:cubicBezTo>
                  <a:close/>
                  <a:moveTo>
                    <a:pt x="112005" y="349971"/>
                  </a:moveTo>
                  <a:cubicBezTo>
                    <a:pt x="115228" y="352562"/>
                    <a:pt x="116468" y="357744"/>
                    <a:pt x="113740" y="362927"/>
                  </a:cubicBezTo>
                  <a:cubicBezTo>
                    <a:pt x="103326" y="388591"/>
                    <a:pt x="77539" y="429556"/>
                    <a:pt x="41338" y="455221"/>
                  </a:cubicBezTo>
                  <a:cubicBezTo>
                    <a:pt x="25965" y="460157"/>
                    <a:pt x="21006" y="455221"/>
                    <a:pt x="25965" y="444857"/>
                  </a:cubicBezTo>
                  <a:cubicBezTo>
                    <a:pt x="36379" y="419192"/>
                    <a:pt x="57207" y="378227"/>
                    <a:pt x="98367" y="352562"/>
                  </a:cubicBezTo>
                  <a:cubicBezTo>
                    <a:pt x="103574" y="347380"/>
                    <a:pt x="108781" y="347380"/>
                    <a:pt x="112005" y="349971"/>
                  </a:cubicBezTo>
                  <a:close/>
                  <a:moveTo>
                    <a:pt x="287508" y="153269"/>
                  </a:moveTo>
                  <a:cubicBezTo>
                    <a:pt x="277809" y="153890"/>
                    <a:pt x="268730" y="157740"/>
                    <a:pt x="261020" y="165441"/>
                  </a:cubicBezTo>
                  <a:cubicBezTo>
                    <a:pt x="261020" y="170409"/>
                    <a:pt x="261020" y="170409"/>
                    <a:pt x="255548" y="175874"/>
                  </a:cubicBezTo>
                  <a:cubicBezTo>
                    <a:pt x="245600" y="196243"/>
                    <a:pt x="250574" y="222575"/>
                    <a:pt x="276441" y="232511"/>
                  </a:cubicBezTo>
                  <a:cubicBezTo>
                    <a:pt x="291861" y="242944"/>
                    <a:pt x="317727" y="242944"/>
                    <a:pt x="328174" y="227543"/>
                  </a:cubicBezTo>
                  <a:cubicBezTo>
                    <a:pt x="333645" y="222575"/>
                    <a:pt x="333645" y="222575"/>
                    <a:pt x="333645" y="217110"/>
                  </a:cubicBezTo>
                  <a:cubicBezTo>
                    <a:pt x="349066" y="196243"/>
                    <a:pt x="338620" y="170409"/>
                    <a:pt x="317727" y="160472"/>
                  </a:cubicBezTo>
                  <a:cubicBezTo>
                    <a:pt x="307530" y="155256"/>
                    <a:pt x="297208" y="152648"/>
                    <a:pt x="287508" y="153269"/>
                  </a:cubicBezTo>
                  <a:close/>
                  <a:moveTo>
                    <a:pt x="437111" y="0"/>
                  </a:moveTo>
                  <a:lnTo>
                    <a:pt x="442086" y="0"/>
                  </a:lnTo>
                  <a:cubicBezTo>
                    <a:pt x="447557" y="0"/>
                    <a:pt x="452532" y="0"/>
                    <a:pt x="447557" y="4968"/>
                  </a:cubicBezTo>
                  <a:lnTo>
                    <a:pt x="447557" y="9937"/>
                  </a:lnTo>
                  <a:cubicBezTo>
                    <a:pt x="452532" y="15402"/>
                    <a:pt x="447557" y="15402"/>
                    <a:pt x="447557" y="20370"/>
                  </a:cubicBezTo>
                  <a:cubicBezTo>
                    <a:pt x="447557" y="25835"/>
                    <a:pt x="447557" y="36268"/>
                    <a:pt x="447557" y="46204"/>
                  </a:cubicBezTo>
                  <a:cubicBezTo>
                    <a:pt x="447557" y="62102"/>
                    <a:pt x="447557" y="82472"/>
                    <a:pt x="442086" y="103338"/>
                  </a:cubicBezTo>
                  <a:cubicBezTo>
                    <a:pt x="442086" y="108306"/>
                    <a:pt x="442086" y="108306"/>
                    <a:pt x="442086" y="113771"/>
                  </a:cubicBezTo>
                  <a:cubicBezTo>
                    <a:pt x="437111" y="124205"/>
                    <a:pt x="437111" y="129173"/>
                    <a:pt x="437111" y="134141"/>
                  </a:cubicBezTo>
                  <a:cubicBezTo>
                    <a:pt x="431640" y="150039"/>
                    <a:pt x="426665" y="165441"/>
                    <a:pt x="421194" y="175874"/>
                  </a:cubicBezTo>
                  <a:cubicBezTo>
                    <a:pt x="406271" y="212141"/>
                    <a:pt x="385378" y="248409"/>
                    <a:pt x="354040" y="289645"/>
                  </a:cubicBezTo>
                  <a:cubicBezTo>
                    <a:pt x="349066" y="294613"/>
                    <a:pt x="344091" y="315479"/>
                    <a:pt x="344091" y="325913"/>
                  </a:cubicBezTo>
                  <a:cubicBezTo>
                    <a:pt x="354040" y="367148"/>
                    <a:pt x="359512" y="460053"/>
                    <a:pt x="276441" y="506754"/>
                  </a:cubicBezTo>
                  <a:cubicBezTo>
                    <a:pt x="265994" y="517187"/>
                    <a:pt x="255548" y="512219"/>
                    <a:pt x="261020" y="496321"/>
                  </a:cubicBezTo>
                  <a:cubicBezTo>
                    <a:pt x="261020" y="439684"/>
                    <a:pt x="240128" y="305046"/>
                    <a:pt x="17278" y="310511"/>
                  </a:cubicBezTo>
                  <a:cubicBezTo>
                    <a:pt x="1858" y="310511"/>
                    <a:pt x="-3117" y="300078"/>
                    <a:pt x="1858" y="289645"/>
                  </a:cubicBezTo>
                  <a:cubicBezTo>
                    <a:pt x="17278" y="253377"/>
                    <a:pt x="59062" y="180842"/>
                    <a:pt x="162528" y="186307"/>
                  </a:cubicBezTo>
                  <a:cubicBezTo>
                    <a:pt x="172975" y="186307"/>
                    <a:pt x="188395" y="175874"/>
                    <a:pt x="193369" y="165441"/>
                  </a:cubicBezTo>
                  <a:cubicBezTo>
                    <a:pt x="214261" y="139606"/>
                    <a:pt x="250574" y="87937"/>
                    <a:pt x="312753" y="51669"/>
                  </a:cubicBezTo>
                  <a:cubicBezTo>
                    <a:pt x="349066" y="25835"/>
                    <a:pt x="379907" y="15402"/>
                    <a:pt x="400799" y="9937"/>
                  </a:cubicBezTo>
                  <a:cubicBezTo>
                    <a:pt x="416219" y="9937"/>
                    <a:pt x="426665" y="9937"/>
                    <a:pt x="426665" y="4968"/>
                  </a:cubicBezTo>
                  <a:cubicBezTo>
                    <a:pt x="431640" y="4968"/>
                    <a:pt x="431640" y="0"/>
                    <a:pt x="4371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523" y="5413"/>
              <a:ext cx="8628" cy="140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  <p:sp>
          <p:nvSpPr>
            <p:cNvPr id="6" name="TextBox 30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94" y="4615"/>
              <a:ext cx="7009" cy="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在app.js末尾追加代码：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1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672082" y="1282530"/>
            <a:ext cx="4277891" cy="4277891"/>
          </a:xfrm>
          <a:prstGeom prst="arc">
            <a:avLst>
              <a:gd name="adj1" fmla="val 18231108"/>
              <a:gd name="adj2" fmla="val 3656587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圆角矩形 121"/>
          <p:cNvSpPr/>
          <p:nvPr>
            <p:custDataLst>
              <p:tags r:id="rId4"/>
            </p:custDataLst>
          </p:nvPr>
        </p:nvSpPr>
        <p:spPr>
          <a:xfrm>
            <a:off x="4648835" y="1543050"/>
            <a:ext cx="35369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" name="任意多边形 122"/>
          <p:cNvSpPr/>
          <p:nvPr>
            <p:custDataLst>
              <p:tags r:id="rId5"/>
            </p:custDataLst>
          </p:nvPr>
        </p:nvSpPr>
        <p:spPr>
          <a:xfrm>
            <a:off x="4749165" y="1634490"/>
            <a:ext cx="1530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9" name="矩形 78"/>
          <p:cNvSpPr/>
          <p:nvPr>
            <p:custDataLst>
              <p:tags r:id="rId6"/>
            </p:custDataLst>
          </p:nvPr>
        </p:nvSpPr>
        <p:spPr>
          <a:xfrm>
            <a:off x="5254625" y="1141730"/>
            <a:ext cx="5445760" cy="1036320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项目需求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首页、列表页、详情页、图文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页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1" name="圆角矩形 127"/>
          <p:cNvSpPr/>
          <p:nvPr>
            <p:custDataLst>
              <p:tags r:id="rId7"/>
            </p:custDataLst>
          </p:nvPr>
        </p:nvSpPr>
        <p:spPr>
          <a:xfrm>
            <a:off x="4649470" y="3261995"/>
            <a:ext cx="323850" cy="323215"/>
          </a:xfrm>
          <a:prstGeom prst="roundRect">
            <a:avLst/>
          </a:prstGeom>
          <a:solidFill>
            <a:schemeClr val="accent4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2" name="任意多边形 128"/>
          <p:cNvSpPr/>
          <p:nvPr>
            <p:custDataLst>
              <p:tags r:id="rId8"/>
            </p:custDataLst>
          </p:nvPr>
        </p:nvSpPr>
        <p:spPr>
          <a:xfrm>
            <a:off x="4730115" y="3355975"/>
            <a:ext cx="16827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0" name="矩形 79"/>
          <p:cNvSpPr/>
          <p:nvPr>
            <p:custDataLst>
              <p:tags r:id="rId9"/>
            </p:custDataLst>
          </p:nvPr>
        </p:nvSpPr>
        <p:spPr>
          <a:xfrm>
            <a:off x="5226050" y="2609850"/>
            <a:ext cx="5955665" cy="145224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实现步骤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准备项目数据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准备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项目页面模板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规划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项目路由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创建项目文件夹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实现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ejs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模板引擎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改写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端口、启动项目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圆角矩形 121"/>
          <p:cNvSpPr/>
          <p:nvPr>
            <p:custDataLst>
              <p:tags r:id="rId44"/>
            </p:custDataLst>
          </p:nvPr>
        </p:nvSpPr>
        <p:spPr>
          <a:xfrm>
            <a:off x="4649470" y="4951095"/>
            <a:ext cx="32321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9" name="任意多边形 122"/>
          <p:cNvSpPr/>
          <p:nvPr>
            <p:custDataLst>
              <p:tags r:id="rId45"/>
            </p:custDataLst>
          </p:nvPr>
        </p:nvSpPr>
        <p:spPr>
          <a:xfrm>
            <a:off x="4740910" y="5042535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1" name="矩形 90"/>
          <p:cNvSpPr/>
          <p:nvPr>
            <p:custDataLst>
              <p:tags r:id="rId46"/>
            </p:custDataLst>
          </p:nvPr>
        </p:nvSpPr>
        <p:spPr>
          <a:xfrm>
            <a:off x="5244465" y="4381500"/>
            <a:ext cx="6454140" cy="186753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项目准备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product_category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和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page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表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index.ejs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productList.ejs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detail.ejs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page.ej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s-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模板引擎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/product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/detail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/page-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路由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地址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90" name="图片 89"/>
          <p:cNvPicPr/>
          <p:nvPr/>
        </p:nvPicPr>
        <p:blipFill>
          <a:blip r:embed="rId47"/>
          <a:srcRect/>
          <a:stretch>
            <a:fillRect/>
          </a:stretch>
        </p:blipFill>
        <p:spPr bwMode="auto">
          <a:xfrm>
            <a:off x="11182373" y="267176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 descr="千库网_准备好与未准备好准备或未准备好的优势_摄影图编号11469014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255125" y="998855"/>
            <a:ext cx="2732405" cy="2282825"/>
          </a:xfrm>
          <a:prstGeom prst="rect">
            <a:avLst/>
          </a:prstGeom>
          <a:effectLst>
            <a:reflection blurRad="6350" stA="50000" endA="300" endPos="90000" dist="50800" dir="5400000" sy="-100000" algn="bl" rotWithShape="0"/>
          </a:effectLst>
        </p:spPr>
      </p:pic>
    </p:spTree>
    <p:custDataLst>
      <p:tags r:id="rId4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  <p:bldP spid="79" grpId="0"/>
      <p:bldP spid="79" grpId="1"/>
      <p:bldP spid="80" grpId="0"/>
      <p:bldP spid="80" grpId="1"/>
      <p:bldP spid="91" grpId="0"/>
      <p:bldP spid="91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3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593.xml><?xml version="1.0" encoding="utf-8"?>
<p:tagLst xmlns:p="http://schemas.openxmlformats.org/presentationml/2006/main">
  <p:tag name="PA" val="v5.2.10"/>
</p:tagLst>
</file>

<file path=ppt/tags/tag594.xml><?xml version="1.0" encoding="utf-8"?>
<p:tagLst xmlns:p="http://schemas.openxmlformats.org/presentationml/2006/main">
  <p:tag name="PA" val="v5.2.10"/>
</p:tagLst>
</file>

<file path=ppt/tags/tag595.xml><?xml version="1.0" encoding="utf-8"?>
<p:tagLst xmlns:p="http://schemas.openxmlformats.org/presentationml/2006/main">
  <p:tag name="PA" val="v5.2.10"/>
</p:tagLst>
</file>

<file path=ppt/tags/tag596.xml><?xml version="1.0" encoding="utf-8"?>
<p:tagLst xmlns:p="http://schemas.openxmlformats.org/presentationml/2006/main">
  <p:tag name="PA" val="v5.2.10"/>
</p:tagLst>
</file>

<file path=ppt/tags/tag597.xml><?xml version="1.0" encoding="utf-8"?>
<p:tagLst xmlns:p="http://schemas.openxmlformats.org/presentationml/2006/main">
  <p:tag name="PA" val="v5.2.10"/>
</p:tagLst>
</file>

<file path=ppt/tags/tag598.xml><?xml version="1.0" encoding="utf-8"?>
<p:tagLst xmlns:p="http://schemas.openxmlformats.org/presentationml/2006/main">
  <p:tag name="PA" val="v5.2.10"/>
</p:tagLst>
</file>

<file path=ppt/tags/tag599.xml><?xml version="1.0" encoding="utf-8"?>
<p:tagLst xmlns:p="http://schemas.openxmlformats.org/presentationml/2006/main">
  <p:tag name="PA" val="v5.2.10"/>
</p:tagLst>
</file>

<file path=ppt/tags/tag600.xml><?xml version="1.0" encoding="utf-8"?>
<p:tagLst xmlns:p="http://schemas.openxmlformats.org/presentationml/2006/main">
  <p:tag name="PA" val="v5.2.10"/>
</p:tagLst>
</file>

<file path=ppt/tags/tag601.xml><?xml version="1.0" encoding="utf-8"?>
<p:tagLst xmlns:p="http://schemas.openxmlformats.org/presentationml/2006/main">
  <p:tag name="PA" val="v5.2.10"/>
</p:tagLst>
</file>

<file path=ppt/tags/tag602.xml><?xml version="1.0" encoding="utf-8"?>
<p:tagLst xmlns:p="http://schemas.openxmlformats.org/presentationml/2006/main">
  <p:tag name="PA" val="v5.2.10"/>
</p:tagLst>
</file>

<file path=ppt/tags/tag603.xml><?xml version="1.0" encoding="utf-8"?>
<p:tagLst xmlns:p="http://schemas.openxmlformats.org/presentationml/2006/main">
  <p:tag name="PA" val="v5.2.10"/>
</p:tagLst>
</file>

<file path=ppt/tags/tag604.xml><?xml version="1.0" encoding="utf-8"?>
<p:tagLst xmlns:p="http://schemas.openxmlformats.org/presentationml/2006/main">
  <p:tag name="PA" val="v5.2.10"/>
</p:tagLst>
</file>

<file path=ppt/tags/tag605.xml><?xml version="1.0" encoding="utf-8"?>
<p:tagLst xmlns:p="http://schemas.openxmlformats.org/presentationml/2006/main">
  <p:tag name="PA" val="v5.2.10"/>
</p:tagLst>
</file>

<file path=ppt/tags/tag606.xml><?xml version="1.0" encoding="utf-8"?>
<p:tagLst xmlns:p="http://schemas.openxmlformats.org/presentationml/2006/main">
  <p:tag name="PA" val="v5.2.10"/>
</p:tagLst>
</file>

<file path=ppt/tags/tag607.xml><?xml version="1.0" encoding="utf-8"?>
<p:tagLst xmlns:p="http://schemas.openxmlformats.org/presentationml/2006/main">
  <p:tag name="PA" val="v5.2.10"/>
</p:tagLst>
</file>

<file path=ppt/tags/tag608.xml><?xml version="1.0" encoding="utf-8"?>
<p:tagLst xmlns:p="http://schemas.openxmlformats.org/presentationml/2006/main">
  <p:tag name="PA" val="v5.2.10"/>
</p:tagLst>
</file>

<file path=ppt/tags/tag609.xml><?xml version="1.0" encoding="utf-8"?>
<p:tagLst xmlns:p="http://schemas.openxmlformats.org/presentationml/2006/main">
  <p:tag name="PA" val="v5.2.10"/>
</p:tagLst>
</file>

<file path=ppt/tags/tag610.xml><?xml version="1.0" encoding="utf-8"?>
<p:tagLst xmlns:p="http://schemas.openxmlformats.org/presentationml/2006/main">
  <p:tag name="KSO_WM_SLIDE_ID" val="custom20191730_3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3"/>
  <p:tag name="KSO_WM_SLIDE_INDEX" val="3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682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8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8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8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89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5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696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697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698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699.xml><?xml version="1.0" encoding="utf-8"?>
<p:tagLst xmlns:p="http://schemas.openxmlformats.org/presentationml/2006/main">
  <p:tag name="KSO_WM_SLIDE_BACKGROUND_TYPE" val="general"/>
</p:tagLst>
</file>

<file path=ppt/tags/tag7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2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703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704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705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706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707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6"/>
  <p:tag name="KSO_WM_UNIT_FILL_TYPE" val="1"/>
</p:tagLst>
</file>

<file path=ppt/tags/tag708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709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710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71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1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1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1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1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1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18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719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72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21.xml><?xml version="1.0" encoding="utf-8"?>
<p:tagLst xmlns:p="http://schemas.openxmlformats.org/presentationml/2006/main">
  <p:tag name="KSO_WM_SLIDE_BACKGROUND_TYPE" val="general"/>
</p:tagLst>
</file>

<file path=ppt/tags/tag7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4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2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6.xml><?xml version="1.0" encoding="utf-8"?>
<p:tagLst xmlns:p="http://schemas.openxmlformats.org/presentationml/2006/main">
  <p:tag name="TABLE_ENDDRAG_ORIGIN_RECT" val="785*230"/>
  <p:tag name="TABLE_ENDDRAG_RECT" val="83*196*785*230"/>
</p:tagLst>
</file>

<file path=ppt/tags/tag727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28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2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3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34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3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3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37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3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39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2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4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4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4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46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47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48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1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5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53.xml><?xml version="1.0" encoding="utf-8"?>
<p:tagLst xmlns:p="http://schemas.openxmlformats.org/presentationml/2006/main">
  <p:tag name="TABLE_ENDDRAG_ORIGIN_RECT" val="556*303"/>
  <p:tag name="TABLE_ENDDRAG_RECT" val="76*139*556*303"/>
</p:tagLst>
</file>

<file path=ppt/tags/tag754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55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56.xml><?xml version="1.0" encoding="utf-8"?>
<p:tagLst xmlns:p="http://schemas.openxmlformats.org/presentationml/2006/main">
  <p:tag name="KSO_WM_SLIDE_BACKGROUND_TYPE" val="general"/>
</p:tagLst>
</file>

<file path=ppt/tags/tag7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9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6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1.xml><?xml version="1.0" encoding="utf-8"?>
<p:tagLst xmlns:p="http://schemas.openxmlformats.org/presentationml/2006/main">
  <p:tag name="TABLE_ENDDRAG_ORIGIN_RECT" val="601*314"/>
  <p:tag name="TABLE_ENDDRAG_RECT" val="268*145*601*314"/>
</p:tagLst>
</file>

<file path=ppt/tags/tag762.xml><?xml version="1.0" encoding="utf-8"?>
<p:tagLst xmlns:p="http://schemas.openxmlformats.org/presentationml/2006/main">
  <p:tag name="KSO_WM_SLIDE_BACKGROUND_TYPE" val="general"/>
</p:tagLst>
</file>

<file path=ppt/tags/tag7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6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7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7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7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3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7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75.xml><?xml version="1.0" encoding="utf-8"?>
<p:tagLst xmlns:p="http://schemas.openxmlformats.org/presentationml/2006/main">
  <p:tag name="KSO_WM_SLIDE_BACKGROUND_TYPE" val="general"/>
</p:tagLst>
</file>

<file path=ppt/tags/tag7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8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77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8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8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8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84.xml><?xml version="1.0" encoding="utf-8"?>
<p:tagLst xmlns:p="http://schemas.openxmlformats.org/presentationml/2006/main">
  <p:tag name="KSO_WM_SLIDE_BACKGROUND_TYPE" val="general"/>
</p:tagLst>
</file>

<file path=ppt/tags/tag7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90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91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92.xml><?xml version="1.0" encoding="utf-8"?>
<p:tagLst xmlns:p="http://schemas.openxmlformats.org/presentationml/2006/main">
  <p:tag name="KSO_WM_SLIDE_BACKGROUND_TYPE" val="general"/>
</p:tagLst>
</file>

<file path=ppt/tags/tag7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5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9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97.xml><?xml version="1.0" encoding="utf-8"?>
<p:tagLst xmlns:p="http://schemas.openxmlformats.org/presentationml/2006/main">
  <p:tag name="KSO_WM_SLIDE_BACKGROUND_TYPE" val="general"/>
</p:tagLst>
</file>

<file path=ppt/tags/tag7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0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80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0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0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7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0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0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1.xml><?xml version="1.0" encoding="utf-8"?>
<p:tagLst xmlns:p="http://schemas.openxmlformats.org/presentationml/2006/main">
  <p:tag name="KSO_WM_SLIDE_BACKGROUND_TYPE" val="general"/>
</p:tagLst>
</file>

<file path=ppt/tags/tag8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4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15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81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2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23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24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25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2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9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50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51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52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53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54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55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8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59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60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61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  <p:tag name="resource_record_key" val="{&quot;13&quot;:[19948770,4563120],&quot;29&quot;:[20457991,20458315,20405940],&quot;65&quot;:[20191730]}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1435</Words>
  <Application>WPS 演示</Application>
  <PresentationFormat>宽屏</PresentationFormat>
  <Paragraphs>262</Paragraphs>
  <Slides>18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Times New Roman</vt:lpstr>
      <vt:lpstr>等线</vt:lpstr>
      <vt:lpstr>Arial Unicode MS</vt:lpstr>
      <vt:lpstr>Calibri Light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712</cp:revision>
  <dcterms:created xsi:type="dcterms:W3CDTF">2020-10-23T09:50:00Z</dcterms:created>
  <dcterms:modified xsi:type="dcterms:W3CDTF">2024-08-04T11:24:34Z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65C16B89874F4363AE904F039842AB5C_13</vt:lpwstr>
  </property>
  <property fmtid="{D5CDD505-2E9C-101B-9397-08002B2CF9AE}" pid="3" name="KSOProductBuildVer">
    <vt:lpwstr>2052-12.1.0.17147</vt:lpwstr>
  </property>
</Properties>
</file>