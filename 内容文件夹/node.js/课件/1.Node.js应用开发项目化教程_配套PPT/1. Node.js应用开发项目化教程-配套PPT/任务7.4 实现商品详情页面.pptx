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49" r:id="rId10"/>
    <p:sldId id="471" r:id="rId11"/>
    <p:sldId id="445" r:id="rId12"/>
    <p:sldId id="460" r:id="rId13"/>
    <p:sldId id="482" r:id="rId14"/>
    <p:sldId id="451" r:id="rId15"/>
    <p:sldId id="452" r:id="rId16"/>
    <p:sldId id="453" r:id="rId17"/>
    <p:sldId id="454" r:id="rId18"/>
    <p:sldId id="456" r:id="rId19"/>
    <p:sldId id="457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9F9F9"/>
    <a:srgbClr val="333333"/>
    <a:srgbClr val="4C944C"/>
    <a:srgbClr val="0070C0"/>
    <a:srgbClr val="AFABAB"/>
    <a:srgbClr val="3C853C"/>
    <a:srgbClr val="232323"/>
    <a:srgbClr val="D8606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144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854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0" Type="http://schemas.openxmlformats.org/officeDocument/2006/relationships/notesSlide" Target="../notesSlides/notesSlide2.xml"/><Relationship Id="rId8" Type="http://schemas.openxmlformats.org/officeDocument/2006/relationships/tags" Target="../tags/tag599.xml"/><Relationship Id="rId79" Type="http://schemas.openxmlformats.org/officeDocument/2006/relationships/slideLayout" Target="../slideLayouts/slideLayout11.xml"/><Relationship Id="rId78" Type="http://schemas.openxmlformats.org/officeDocument/2006/relationships/tags" Target="../tags/tag663.xml"/><Relationship Id="rId77" Type="http://schemas.openxmlformats.org/officeDocument/2006/relationships/image" Target="../media/image6.png"/><Relationship Id="rId76" Type="http://schemas.openxmlformats.org/officeDocument/2006/relationships/image" Target="../media/image5.jpeg"/><Relationship Id="rId75" Type="http://schemas.openxmlformats.org/officeDocument/2006/relationships/image" Target="../media/image4.jpeg"/><Relationship Id="rId74" Type="http://schemas.openxmlformats.org/officeDocument/2006/relationships/image" Target="../media/image3.jpeg"/><Relationship Id="rId73" Type="http://schemas.openxmlformats.org/officeDocument/2006/relationships/image" Target="../media/image2.png"/><Relationship Id="rId72" Type="http://schemas.openxmlformats.org/officeDocument/2006/relationships/image" Target="../media/image1.png"/><Relationship Id="rId71" Type="http://schemas.openxmlformats.org/officeDocument/2006/relationships/tags" Target="../tags/tag662.xml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1.xml"/><Relationship Id="rId7" Type="http://schemas.openxmlformats.org/officeDocument/2006/relationships/tags" Target="../tags/tag670.xml"/><Relationship Id="rId6" Type="http://schemas.openxmlformats.org/officeDocument/2006/relationships/tags" Target="../tags/tag669.xml"/><Relationship Id="rId5" Type="http://schemas.openxmlformats.org/officeDocument/2006/relationships/tags" Target="../tags/tag668.xml"/><Relationship Id="rId4" Type="http://schemas.openxmlformats.org/officeDocument/2006/relationships/tags" Target="../tags/tag667.xml"/><Relationship Id="rId3" Type="http://schemas.openxmlformats.org/officeDocument/2006/relationships/tags" Target="../tags/tag666.xml"/><Relationship Id="rId2" Type="http://schemas.openxmlformats.org/officeDocument/2006/relationships/tags" Target="../tags/tag665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78.xml"/><Relationship Id="rId8" Type="http://schemas.openxmlformats.org/officeDocument/2006/relationships/tags" Target="../tags/tag677.xml"/><Relationship Id="rId7" Type="http://schemas.openxmlformats.org/officeDocument/2006/relationships/image" Target="../media/image7.png"/><Relationship Id="rId6" Type="http://schemas.openxmlformats.org/officeDocument/2006/relationships/image" Target="../media/image2.png"/><Relationship Id="rId5" Type="http://schemas.openxmlformats.org/officeDocument/2006/relationships/tags" Target="../tags/tag676.xml"/><Relationship Id="rId4" Type="http://schemas.openxmlformats.org/officeDocument/2006/relationships/tags" Target="../tags/tag675.xml"/><Relationship Id="rId3" Type="http://schemas.openxmlformats.org/officeDocument/2006/relationships/tags" Target="../tags/tag674.xml"/><Relationship Id="rId2" Type="http://schemas.openxmlformats.org/officeDocument/2006/relationships/tags" Target="../tags/tag673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679.xml"/><Relationship Id="rId1" Type="http://schemas.openxmlformats.org/officeDocument/2006/relationships/tags" Target="../tags/tag67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8.xml"/><Relationship Id="rId8" Type="http://schemas.openxmlformats.org/officeDocument/2006/relationships/tags" Target="../tags/tag687.xml"/><Relationship Id="rId7" Type="http://schemas.openxmlformats.org/officeDocument/2006/relationships/tags" Target="../tags/tag686.xml"/><Relationship Id="rId6" Type="http://schemas.openxmlformats.org/officeDocument/2006/relationships/tags" Target="../tags/tag685.xml"/><Relationship Id="rId5" Type="http://schemas.openxmlformats.org/officeDocument/2006/relationships/tags" Target="../tags/tag684.xml"/><Relationship Id="rId4" Type="http://schemas.openxmlformats.org/officeDocument/2006/relationships/tags" Target="../tags/tag683.xml"/><Relationship Id="rId3" Type="http://schemas.openxmlformats.org/officeDocument/2006/relationships/tags" Target="../tags/tag682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702.xml"/><Relationship Id="rId23" Type="http://schemas.openxmlformats.org/officeDocument/2006/relationships/tags" Target="../tags/tag701.xml"/><Relationship Id="rId22" Type="http://schemas.openxmlformats.org/officeDocument/2006/relationships/tags" Target="../tags/tag700.xml"/><Relationship Id="rId21" Type="http://schemas.openxmlformats.org/officeDocument/2006/relationships/tags" Target="../tags/tag699.xml"/><Relationship Id="rId20" Type="http://schemas.openxmlformats.org/officeDocument/2006/relationships/tags" Target="../tags/tag698.xml"/><Relationship Id="rId2" Type="http://schemas.openxmlformats.org/officeDocument/2006/relationships/tags" Target="../tags/tag681.xml"/><Relationship Id="rId19" Type="http://schemas.openxmlformats.org/officeDocument/2006/relationships/tags" Target="../tags/tag697.xml"/><Relationship Id="rId18" Type="http://schemas.openxmlformats.org/officeDocument/2006/relationships/image" Target="../media/image8.jpeg"/><Relationship Id="rId17" Type="http://schemas.openxmlformats.org/officeDocument/2006/relationships/tags" Target="../tags/tag696.xml"/><Relationship Id="rId16" Type="http://schemas.openxmlformats.org/officeDocument/2006/relationships/tags" Target="../tags/tag695.xml"/><Relationship Id="rId15" Type="http://schemas.openxmlformats.org/officeDocument/2006/relationships/tags" Target="../tags/tag694.xml"/><Relationship Id="rId14" Type="http://schemas.openxmlformats.org/officeDocument/2006/relationships/tags" Target="../tags/tag693.xml"/><Relationship Id="rId13" Type="http://schemas.openxmlformats.org/officeDocument/2006/relationships/tags" Target="../tags/tag692.xml"/><Relationship Id="rId12" Type="http://schemas.openxmlformats.org/officeDocument/2006/relationships/tags" Target="../tags/tag691.xml"/><Relationship Id="rId11" Type="http://schemas.openxmlformats.org/officeDocument/2006/relationships/tags" Target="../tags/tag690.xml"/><Relationship Id="rId10" Type="http://schemas.openxmlformats.org/officeDocument/2006/relationships/tags" Target="../tags/tag689.xml"/><Relationship Id="rId1" Type="http://schemas.openxmlformats.org/officeDocument/2006/relationships/tags" Target="../tags/tag68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709.xml"/><Relationship Id="rId7" Type="http://schemas.openxmlformats.org/officeDocument/2006/relationships/tags" Target="../tags/tag708.xml"/><Relationship Id="rId6" Type="http://schemas.openxmlformats.org/officeDocument/2006/relationships/image" Target="../media/image9.png"/><Relationship Id="rId5" Type="http://schemas.openxmlformats.org/officeDocument/2006/relationships/tags" Target="../tags/tag707.xml"/><Relationship Id="rId4" Type="http://schemas.openxmlformats.org/officeDocument/2006/relationships/tags" Target="../tags/tag706.xml"/><Relationship Id="rId3" Type="http://schemas.openxmlformats.org/officeDocument/2006/relationships/tags" Target="../tags/tag705.xml"/><Relationship Id="rId2" Type="http://schemas.openxmlformats.org/officeDocument/2006/relationships/tags" Target="../tags/tag704.xml"/><Relationship Id="rId1" Type="http://schemas.openxmlformats.org/officeDocument/2006/relationships/tags" Target="../tags/tag70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7.xml"/><Relationship Id="rId8" Type="http://schemas.openxmlformats.org/officeDocument/2006/relationships/tags" Target="../tags/tag716.xml"/><Relationship Id="rId7" Type="http://schemas.openxmlformats.org/officeDocument/2006/relationships/tags" Target="../tags/tag715.xml"/><Relationship Id="rId6" Type="http://schemas.openxmlformats.org/officeDocument/2006/relationships/tags" Target="../tags/tag714.xml"/><Relationship Id="rId5" Type="http://schemas.openxmlformats.org/officeDocument/2006/relationships/tags" Target="../tags/tag713.xml"/><Relationship Id="rId4" Type="http://schemas.openxmlformats.org/officeDocument/2006/relationships/tags" Target="../tags/tag712.xml"/><Relationship Id="rId3" Type="http://schemas.openxmlformats.org/officeDocument/2006/relationships/tags" Target="../tags/tag711.xml"/><Relationship Id="rId2" Type="http://schemas.openxmlformats.org/officeDocument/2006/relationships/tags" Target="../tags/tag710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18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5.xml"/><Relationship Id="rId8" Type="http://schemas.openxmlformats.org/officeDocument/2006/relationships/image" Target="../media/image8.jpeg"/><Relationship Id="rId7" Type="http://schemas.openxmlformats.org/officeDocument/2006/relationships/tags" Target="../tags/tag724.xml"/><Relationship Id="rId6" Type="http://schemas.openxmlformats.org/officeDocument/2006/relationships/tags" Target="../tags/tag723.xml"/><Relationship Id="rId5" Type="http://schemas.openxmlformats.org/officeDocument/2006/relationships/tags" Target="../tags/tag722.xml"/><Relationship Id="rId4" Type="http://schemas.openxmlformats.org/officeDocument/2006/relationships/image" Target="../media/image11.png"/><Relationship Id="rId3" Type="http://schemas.openxmlformats.org/officeDocument/2006/relationships/tags" Target="../tags/tag721.xml"/><Relationship Id="rId2" Type="http://schemas.openxmlformats.org/officeDocument/2006/relationships/tags" Target="../tags/tag720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26.xml"/><Relationship Id="rId1" Type="http://schemas.openxmlformats.org/officeDocument/2006/relationships/tags" Target="../tags/tag71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35.xml"/><Relationship Id="rId8" Type="http://schemas.openxmlformats.org/officeDocument/2006/relationships/tags" Target="../tags/tag734.xml"/><Relationship Id="rId7" Type="http://schemas.openxmlformats.org/officeDocument/2006/relationships/tags" Target="../tags/tag733.xml"/><Relationship Id="rId6" Type="http://schemas.openxmlformats.org/officeDocument/2006/relationships/tags" Target="../tags/tag732.xml"/><Relationship Id="rId5" Type="http://schemas.openxmlformats.org/officeDocument/2006/relationships/tags" Target="../tags/tag731.xml"/><Relationship Id="rId4" Type="http://schemas.openxmlformats.org/officeDocument/2006/relationships/tags" Target="../tags/tag730.xml"/><Relationship Id="rId3" Type="http://schemas.openxmlformats.org/officeDocument/2006/relationships/tags" Target="../tags/tag729.xml"/><Relationship Id="rId2" Type="http://schemas.openxmlformats.org/officeDocument/2006/relationships/tags" Target="../tags/tag728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72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tags" Target="../tags/tag743.xml"/><Relationship Id="rId7" Type="http://schemas.openxmlformats.org/officeDocument/2006/relationships/tags" Target="../tags/tag742.xml"/><Relationship Id="rId6" Type="http://schemas.openxmlformats.org/officeDocument/2006/relationships/tags" Target="../tags/tag741.xml"/><Relationship Id="rId5" Type="http://schemas.openxmlformats.org/officeDocument/2006/relationships/tags" Target="../tags/tag740.xml"/><Relationship Id="rId4" Type="http://schemas.openxmlformats.org/officeDocument/2006/relationships/tags" Target="../tags/tag739.xml"/><Relationship Id="rId3" Type="http://schemas.openxmlformats.org/officeDocument/2006/relationships/tags" Target="../tags/tag738.xml"/><Relationship Id="rId2" Type="http://schemas.openxmlformats.org/officeDocument/2006/relationships/tags" Target="../tags/tag737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749.xml"/><Relationship Id="rId15" Type="http://schemas.openxmlformats.org/officeDocument/2006/relationships/image" Target="../media/image7.png"/><Relationship Id="rId14" Type="http://schemas.openxmlformats.org/officeDocument/2006/relationships/tags" Target="../tags/tag748.xml"/><Relationship Id="rId13" Type="http://schemas.openxmlformats.org/officeDocument/2006/relationships/tags" Target="../tags/tag747.xml"/><Relationship Id="rId12" Type="http://schemas.openxmlformats.org/officeDocument/2006/relationships/tags" Target="../tags/tag746.xml"/><Relationship Id="rId11" Type="http://schemas.openxmlformats.org/officeDocument/2006/relationships/tags" Target="../tags/tag745.xml"/><Relationship Id="rId10" Type="http://schemas.openxmlformats.org/officeDocument/2006/relationships/tags" Target="../tags/tag744.xml"/><Relationship Id="rId1" Type="http://schemas.openxmlformats.org/officeDocument/2006/relationships/tags" Target="../tags/tag73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58.xml"/><Relationship Id="rId8" Type="http://schemas.openxmlformats.org/officeDocument/2006/relationships/tags" Target="../tags/tag757.xml"/><Relationship Id="rId7" Type="http://schemas.openxmlformats.org/officeDocument/2006/relationships/tags" Target="../tags/tag756.xml"/><Relationship Id="rId6" Type="http://schemas.openxmlformats.org/officeDocument/2006/relationships/tags" Target="../tags/tag755.xml"/><Relationship Id="rId5" Type="http://schemas.openxmlformats.org/officeDocument/2006/relationships/tags" Target="../tags/tag754.xml"/><Relationship Id="rId4" Type="http://schemas.openxmlformats.org/officeDocument/2006/relationships/tags" Target="../tags/tag753.xml"/><Relationship Id="rId3" Type="http://schemas.openxmlformats.org/officeDocument/2006/relationships/tags" Target="../tags/tag752.xml"/><Relationship Id="rId2" Type="http://schemas.openxmlformats.org/officeDocument/2006/relationships/tags" Target="../tags/tag751.xml"/><Relationship Id="rId19" Type="http://schemas.openxmlformats.org/officeDocument/2006/relationships/notesSlide" Target="../notesSlides/notesSlide10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66.xml"/><Relationship Id="rId16" Type="http://schemas.openxmlformats.org/officeDocument/2006/relationships/tags" Target="../tags/tag765.xml"/><Relationship Id="rId15" Type="http://schemas.openxmlformats.org/officeDocument/2006/relationships/tags" Target="../tags/tag764.xml"/><Relationship Id="rId14" Type="http://schemas.openxmlformats.org/officeDocument/2006/relationships/tags" Target="../tags/tag763.xml"/><Relationship Id="rId13" Type="http://schemas.openxmlformats.org/officeDocument/2006/relationships/tags" Target="../tags/tag762.xml"/><Relationship Id="rId12" Type="http://schemas.openxmlformats.org/officeDocument/2006/relationships/tags" Target="../tags/tag761.xml"/><Relationship Id="rId11" Type="http://schemas.openxmlformats.org/officeDocument/2006/relationships/tags" Target="../tags/tag760.xml"/><Relationship Id="rId10" Type="http://schemas.openxmlformats.org/officeDocument/2006/relationships/tags" Target="../tags/tag759.xml"/><Relationship Id="rId1" Type="http://schemas.openxmlformats.org/officeDocument/2006/relationships/tags" Target="../tags/tag75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773.xml"/><Relationship Id="rId7" Type="http://schemas.openxmlformats.org/officeDocument/2006/relationships/tags" Target="../tags/tag772.xml"/><Relationship Id="rId6" Type="http://schemas.openxmlformats.org/officeDocument/2006/relationships/tags" Target="../tags/tag771.xml"/><Relationship Id="rId5" Type="http://schemas.openxmlformats.org/officeDocument/2006/relationships/tags" Target="../tags/tag770.xml"/><Relationship Id="rId4" Type="http://schemas.openxmlformats.org/officeDocument/2006/relationships/tags" Target="../tags/tag769.xml"/><Relationship Id="rId3" Type="http://schemas.openxmlformats.org/officeDocument/2006/relationships/tags" Target="../tags/tag768.xml"/><Relationship Id="rId2" Type="http://schemas.openxmlformats.org/officeDocument/2006/relationships/tags" Target="../tags/tag767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74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83.xml"/><Relationship Id="rId8" Type="http://schemas.openxmlformats.org/officeDocument/2006/relationships/tags" Target="../tags/tag782.xml"/><Relationship Id="rId7" Type="http://schemas.openxmlformats.org/officeDocument/2006/relationships/tags" Target="../tags/tag781.xml"/><Relationship Id="rId6" Type="http://schemas.openxmlformats.org/officeDocument/2006/relationships/tags" Target="../tags/tag780.xml"/><Relationship Id="rId5" Type="http://schemas.openxmlformats.org/officeDocument/2006/relationships/tags" Target="../tags/tag779.xml"/><Relationship Id="rId4" Type="http://schemas.openxmlformats.org/officeDocument/2006/relationships/tags" Target="../tags/tag778.xml"/><Relationship Id="rId3" Type="http://schemas.openxmlformats.org/officeDocument/2006/relationships/tags" Target="../tags/tag777.xml"/><Relationship Id="rId2" Type="http://schemas.openxmlformats.org/officeDocument/2006/relationships/tags" Target="../tags/tag776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91.xml"/><Relationship Id="rId16" Type="http://schemas.openxmlformats.org/officeDocument/2006/relationships/tags" Target="../tags/tag790.xml"/><Relationship Id="rId15" Type="http://schemas.openxmlformats.org/officeDocument/2006/relationships/tags" Target="../tags/tag789.xml"/><Relationship Id="rId14" Type="http://schemas.openxmlformats.org/officeDocument/2006/relationships/tags" Target="../tags/tag788.xml"/><Relationship Id="rId13" Type="http://schemas.openxmlformats.org/officeDocument/2006/relationships/tags" Target="../tags/tag787.xml"/><Relationship Id="rId12" Type="http://schemas.openxmlformats.org/officeDocument/2006/relationships/tags" Target="../tags/tag786.xml"/><Relationship Id="rId11" Type="http://schemas.openxmlformats.org/officeDocument/2006/relationships/tags" Target="../tags/tag785.xml"/><Relationship Id="rId10" Type="http://schemas.openxmlformats.org/officeDocument/2006/relationships/tags" Target="../tags/tag784.xml"/><Relationship Id="rId1" Type="http://schemas.openxmlformats.org/officeDocument/2006/relationships/tags" Target="../tags/tag77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99.xml"/><Relationship Id="rId8" Type="http://schemas.openxmlformats.org/officeDocument/2006/relationships/tags" Target="../tags/tag798.xml"/><Relationship Id="rId7" Type="http://schemas.openxmlformats.org/officeDocument/2006/relationships/tags" Target="../tags/tag797.xml"/><Relationship Id="rId6" Type="http://schemas.openxmlformats.org/officeDocument/2006/relationships/tags" Target="../tags/tag796.xml"/><Relationship Id="rId5" Type="http://schemas.openxmlformats.org/officeDocument/2006/relationships/tags" Target="../tags/tag795.xml"/><Relationship Id="rId4" Type="http://schemas.openxmlformats.org/officeDocument/2006/relationships/tags" Target="../tags/tag794.xml"/><Relationship Id="rId3" Type="http://schemas.openxmlformats.org/officeDocument/2006/relationships/tags" Target="../tags/tag793.xml"/><Relationship Id="rId2" Type="http://schemas.openxmlformats.org/officeDocument/2006/relationships/tags" Target="../tags/tag792.xml"/><Relationship Id="rId17" Type="http://schemas.openxmlformats.org/officeDocument/2006/relationships/notesSlide" Target="../notesSlides/notesSlide12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804.xml"/><Relationship Id="rId14" Type="http://schemas.openxmlformats.org/officeDocument/2006/relationships/image" Target="../media/image7.png"/><Relationship Id="rId13" Type="http://schemas.openxmlformats.org/officeDocument/2006/relationships/tags" Target="../tags/tag803.xml"/><Relationship Id="rId12" Type="http://schemas.openxmlformats.org/officeDocument/2006/relationships/tags" Target="../tags/tag802.xml"/><Relationship Id="rId11" Type="http://schemas.openxmlformats.org/officeDocument/2006/relationships/tags" Target="../tags/tag801.xml"/><Relationship Id="rId10" Type="http://schemas.openxmlformats.org/officeDocument/2006/relationships/tags" Target="../tags/tag800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13.xml"/><Relationship Id="rId8" Type="http://schemas.openxmlformats.org/officeDocument/2006/relationships/tags" Target="../tags/tag812.xml"/><Relationship Id="rId7" Type="http://schemas.openxmlformats.org/officeDocument/2006/relationships/tags" Target="../tags/tag811.xml"/><Relationship Id="rId6" Type="http://schemas.openxmlformats.org/officeDocument/2006/relationships/tags" Target="../tags/tag810.xml"/><Relationship Id="rId51" Type="http://schemas.openxmlformats.org/officeDocument/2006/relationships/notesSlide" Target="../notesSlides/notesSlide13.xml"/><Relationship Id="rId50" Type="http://schemas.openxmlformats.org/officeDocument/2006/relationships/slideLayout" Target="../slideLayouts/slideLayout11.xml"/><Relationship Id="rId5" Type="http://schemas.openxmlformats.org/officeDocument/2006/relationships/tags" Target="../tags/tag809.xml"/><Relationship Id="rId49" Type="http://schemas.openxmlformats.org/officeDocument/2006/relationships/tags" Target="../tags/tag851.xml"/><Relationship Id="rId48" Type="http://schemas.openxmlformats.org/officeDocument/2006/relationships/image" Target="../media/image15.png"/><Relationship Id="rId47" Type="http://schemas.openxmlformats.org/officeDocument/2006/relationships/image" Target="../media/image14.png"/><Relationship Id="rId46" Type="http://schemas.openxmlformats.org/officeDocument/2006/relationships/tags" Target="../tags/tag850.xml"/><Relationship Id="rId45" Type="http://schemas.openxmlformats.org/officeDocument/2006/relationships/tags" Target="../tags/tag849.xml"/><Relationship Id="rId44" Type="http://schemas.openxmlformats.org/officeDocument/2006/relationships/tags" Target="../tags/tag848.xml"/><Relationship Id="rId43" Type="http://schemas.openxmlformats.org/officeDocument/2006/relationships/tags" Target="../tags/tag847.xml"/><Relationship Id="rId42" Type="http://schemas.openxmlformats.org/officeDocument/2006/relationships/tags" Target="../tags/tag846.xml"/><Relationship Id="rId41" Type="http://schemas.openxmlformats.org/officeDocument/2006/relationships/tags" Target="../tags/tag845.xml"/><Relationship Id="rId40" Type="http://schemas.openxmlformats.org/officeDocument/2006/relationships/tags" Target="../tags/tag844.xml"/><Relationship Id="rId4" Type="http://schemas.openxmlformats.org/officeDocument/2006/relationships/tags" Target="../tags/tag808.xml"/><Relationship Id="rId39" Type="http://schemas.openxmlformats.org/officeDocument/2006/relationships/tags" Target="../tags/tag843.xml"/><Relationship Id="rId38" Type="http://schemas.openxmlformats.org/officeDocument/2006/relationships/tags" Target="../tags/tag842.xml"/><Relationship Id="rId37" Type="http://schemas.openxmlformats.org/officeDocument/2006/relationships/tags" Target="../tags/tag841.xml"/><Relationship Id="rId36" Type="http://schemas.openxmlformats.org/officeDocument/2006/relationships/tags" Target="../tags/tag840.xml"/><Relationship Id="rId35" Type="http://schemas.openxmlformats.org/officeDocument/2006/relationships/tags" Target="../tags/tag839.xml"/><Relationship Id="rId34" Type="http://schemas.openxmlformats.org/officeDocument/2006/relationships/tags" Target="../tags/tag838.xml"/><Relationship Id="rId33" Type="http://schemas.openxmlformats.org/officeDocument/2006/relationships/tags" Target="../tags/tag837.xml"/><Relationship Id="rId32" Type="http://schemas.openxmlformats.org/officeDocument/2006/relationships/tags" Target="../tags/tag836.xml"/><Relationship Id="rId31" Type="http://schemas.openxmlformats.org/officeDocument/2006/relationships/tags" Target="../tags/tag835.xml"/><Relationship Id="rId30" Type="http://schemas.openxmlformats.org/officeDocument/2006/relationships/tags" Target="../tags/tag834.xml"/><Relationship Id="rId3" Type="http://schemas.openxmlformats.org/officeDocument/2006/relationships/tags" Target="../tags/tag807.xml"/><Relationship Id="rId29" Type="http://schemas.openxmlformats.org/officeDocument/2006/relationships/tags" Target="../tags/tag833.xml"/><Relationship Id="rId28" Type="http://schemas.openxmlformats.org/officeDocument/2006/relationships/tags" Target="../tags/tag832.xml"/><Relationship Id="rId27" Type="http://schemas.openxmlformats.org/officeDocument/2006/relationships/tags" Target="../tags/tag831.xml"/><Relationship Id="rId26" Type="http://schemas.openxmlformats.org/officeDocument/2006/relationships/tags" Target="../tags/tag830.xml"/><Relationship Id="rId25" Type="http://schemas.openxmlformats.org/officeDocument/2006/relationships/tags" Target="../tags/tag829.xml"/><Relationship Id="rId24" Type="http://schemas.openxmlformats.org/officeDocument/2006/relationships/tags" Target="../tags/tag828.xml"/><Relationship Id="rId23" Type="http://schemas.openxmlformats.org/officeDocument/2006/relationships/tags" Target="../tags/tag827.xml"/><Relationship Id="rId22" Type="http://schemas.openxmlformats.org/officeDocument/2006/relationships/tags" Target="../tags/tag826.xml"/><Relationship Id="rId21" Type="http://schemas.openxmlformats.org/officeDocument/2006/relationships/tags" Target="../tags/tag825.xml"/><Relationship Id="rId20" Type="http://schemas.openxmlformats.org/officeDocument/2006/relationships/tags" Target="../tags/tag824.xml"/><Relationship Id="rId2" Type="http://schemas.openxmlformats.org/officeDocument/2006/relationships/tags" Target="../tags/tag806.xml"/><Relationship Id="rId19" Type="http://schemas.openxmlformats.org/officeDocument/2006/relationships/tags" Target="../tags/tag823.xml"/><Relationship Id="rId18" Type="http://schemas.openxmlformats.org/officeDocument/2006/relationships/tags" Target="../tags/tag822.xml"/><Relationship Id="rId17" Type="http://schemas.openxmlformats.org/officeDocument/2006/relationships/tags" Target="../tags/tag821.xml"/><Relationship Id="rId16" Type="http://schemas.openxmlformats.org/officeDocument/2006/relationships/tags" Target="../tags/tag820.xml"/><Relationship Id="rId15" Type="http://schemas.openxmlformats.org/officeDocument/2006/relationships/tags" Target="../tags/tag819.xml"/><Relationship Id="rId14" Type="http://schemas.openxmlformats.org/officeDocument/2006/relationships/tags" Target="../tags/tag818.xml"/><Relationship Id="rId13" Type="http://schemas.openxmlformats.org/officeDocument/2006/relationships/tags" Target="../tags/tag817.xml"/><Relationship Id="rId12" Type="http://schemas.openxmlformats.org/officeDocument/2006/relationships/tags" Target="../tags/tag816.xml"/><Relationship Id="rId11" Type="http://schemas.openxmlformats.org/officeDocument/2006/relationships/tags" Target="../tags/tag815.xml"/><Relationship Id="rId10" Type="http://schemas.openxmlformats.org/officeDocument/2006/relationships/tags" Target="../tags/tag814.xml"/><Relationship Id="rId1" Type="http://schemas.openxmlformats.org/officeDocument/2006/relationships/tags" Target="../tags/tag80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53.xml"/><Relationship Id="rId1" Type="http://schemas.openxmlformats.org/officeDocument/2006/relationships/tags" Target="../tags/tag8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60780" y="2195830"/>
            <a:ext cx="1015365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实现商品详情</a:t>
            </a: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页面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651635" y="5016500"/>
            <a:ext cx="9290685" cy="1196975"/>
            <a:chOff x="2601" y="7900"/>
            <a:chExt cx="14631" cy="1885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260" y="8129"/>
              <a:ext cx="12973" cy="1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如何在列表页中根据用户的点击，将指定商品信息显示在页面模板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中？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4"/>
              </p:custDataLst>
            </p:nvPr>
          </p:nvSpPr>
          <p:spPr bwMode="auto">
            <a:xfrm>
              <a:off x="3306" y="8792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2" name="îşľîḋé"/>
            <p:cNvSpPr/>
            <p:nvPr>
              <p:custDataLst>
                <p:tags r:id="rId5"/>
              </p:custDataLst>
            </p:nvPr>
          </p:nvSpPr>
          <p:spPr bwMode="auto">
            <a:xfrm>
              <a:off x="2824" y="9703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6"/>
              </p:custDataLst>
            </p:nvPr>
          </p:nvSpPr>
          <p:spPr bwMode="auto">
            <a:xfrm>
              <a:off x="3130" y="8881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7"/>
              </p:custDataLst>
            </p:nvPr>
          </p:nvSpPr>
          <p:spPr bwMode="auto">
            <a:xfrm>
              <a:off x="3318" y="8906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2973" y="8959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9"/>
              </p:custDataLst>
            </p:nvPr>
          </p:nvSpPr>
          <p:spPr bwMode="auto">
            <a:xfrm>
              <a:off x="2987" y="8955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0"/>
              </p:custDataLst>
            </p:nvPr>
          </p:nvSpPr>
          <p:spPr bwMode="auto">
            <a:xfrm>
              <a:off x="2985" y="9044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1"/>
              </p:custDataLst>
            </p:nvPr>
          </p:nvSpPr>
          <p:spPr bwMode="auto">
            <a:xfrm>
              <a:off x="2975" y="9006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2"/>
              </p:custDataLst>
            </p:nvPr>
          </p:nvSpPr>
          <p:spPr bwMode="auto">
            <a:xfrm>
              <a:off x="3060" y="9280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0" name="íşlíḑè"/>
            <p:cNvSpPr/>
            <p:nvPr>
              <p:custDataLst>
                <p:tags r:id="rId13"/>
              </p:custDataLst>
            </p:nvPr>
          </p:nvSpPr>
          <p:spPr bwMode="auto">
            <a:xfrm>
              <a:off x="3120" y="9700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4"/>
              </p:custDataLst>
            </p:nvPr>
          </p:nvSpPr>
          <p:spPr bwMode="auto">
            <a:xfrm>
              <a:off x="2927" y="9280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2" name="ïŝlïḓe"/>
            <p:cNvSpPr/>
            <p:nvPr>
              <p:custDataLst>
                <p:tags r:id="rId15"/>
              </p:custDataLst>
            </p:nvPr>
          </p:nvSpPr>
          <p:spPr bwMode="auto">
            <a:xfrm>
              <a:off x="2987" y="9699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877" y="9278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898" y="9326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966" y="9338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3043" y="9338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3080" y="9326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3122" y="9314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3164" y="9293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898" y="9005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953" y="9013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3049" y="8998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3050" y="9211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3056" y="924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3063" y="9277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710" y="8527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839" y="8919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952" y="8891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964" y="8887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980" y="8877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3094" y="8838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3108" y="8833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3122" y="8835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3068" y="8763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3093" y="8768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923" y="8804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949" y="8811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908" y="8755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3033" y="8706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3011" y="8894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615" y="8442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766" y="8747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704" y="8841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805" y="8875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601" y="8620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2671" y="8220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3626" y="9558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3844" y="7900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3582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3582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587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3587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3589" y="8633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3594" y="8633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3535" y="8301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3543" y="8297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3526" y="8945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3532" y="8938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3844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3844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3844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3844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3844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3844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3844" y="8517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3844" y="8838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3844" y="9170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05100" y="2314575"/>
            <a:ext cx="7160260" cy="2701925"/>
            <a:chOff x="3932" y="4344"/>
            <a:chExt cx="10924" cy="3119"/>
          </a:xfrm>
        </p:grpSpPr>
        <p:sp>
          <p:nvSpPr>
            <p:cNvPr id="19" name="矩形: 圆角 18"/>
            <p:cNvSpPr/>
            <p:nvPr>
              <p:custDataLst>
                <p:tags r:id="rId71"/>
              </p:custDataLst>
            </p:nvPr>
          </p:nvSpPr>
          <p:spPr>
            <a:xfrm>
              <a:off x="3932" y="4344"/>
              <a:ext cx="10924" cy="3119"/>
            </a:xfrm>
            <a:prstGeom prst="round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1" name="图片 181" descr="C:/Users/TXY/Desktop/图片1.png图片1"/>
            <p:cNvPicPr>
              <a:picLocks noChangeAspect="1"/>
            </p:cNvPicPr>
            <p:nvPr/>
          </p:nvPicPr>
          <p:blipFill>
            <a:blip r:embed="rId72"/>
            <a:srcRect t="53062" r="-466"/>
            <a:stretch>
              <a:fillRect/>
            </a:stretch>
          </p:blipFill>
          <p:spPr>
            <a:xfrm>
              <a:off x="10006" y="4563"/>
              <a:ext cx="4483" cy="2728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</p:pic>
      </p:grpSp>
      <p:pic>
        <p:nvPicPr>
          <p:cNvPr id="8" name="图片 181" descr="C:/Users/TXY/Desktop/图片3.png图片3"/>
          <p:cNvPicPr>
            <a:picLocks noChangeAspect="1"/>
          </p:cNvPicPr>
          <p:nvPr/>
        </p:nvPicPr>
        <p:blipFill>
          <a:blip r:embed="rId73"/>
          <a:srcRect l="-8" t="32396" r="-1119" b="30705"/>
          <a:stretch>
            <a:fillRect/>
          </a:stretch>
        </p:blipFill>
        <p:spPr>
          <a:xfrm>
            <a:off x="2937510" y="2468880"/>
            <a:ext cx="3631565" cy="2399030"/>
          </a:xfrm>
          <a:prstGeom prst="rect">
            <a:avLst/>
          </a:prstGeom>
          <a:blipFill dpi="0" rotWithShape="1">
            <a:blip r:embed="rId74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  <p:pic>
        <p:nvPicPr>
          <p:cNvPr id="9" name="图片 8" descr="C:/Users/TXY/Desktop/444.jpg444"/>
          <p:cNvPicPr>
            <a:picLocks noChangeAspect="1"/>
          </p:cNvPicPr>
          <p:nvPr/>
        </p:nvPicPr>
        <p:blipFill>
          <a:blip r:embed="rId75"/>
          <a:srcRect t="4265" b="4265"/>
          <a:stretch>
            <a:fillRect/>
          </a:stretch>
        </p:blipFill>
        <p:spPr>
          <a:xfrm>
            <a:off x="2988310" y="1392555"/>
            <a:ext cx="2261870" cy="859155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76"/>
          <a:srcRect r="43482" b="6838"/>
          <a:stretch>
            <a:fillRect/>
          </a:stretch>
        </p:blipFill>
        <p:spPr bwMode="auto">
          <a:xfrm>
            <a:off x="7612380" y="1392555"/>
            <a:ext cx="2024380" cy="8578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5245735" y="1392555"/>
            <a:ext cx="2366645" cy="858520"/>
          </a:xfrm>
          <a:prstGeom prst="rect">
            <a:avLst/>
          </a:prstGeom>
        </p:spPr>
      </p:pic>
    </p:spTree>
    <p:custDataLst>
      <p:tags r:id="rId7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3" grpId="1" animBg="1"/>
      <p:bldP spid="8" grpId="1"/>
      <p:bldP spid="9" grpId="0" animBg="1"/>
      <p:bldP spid="10" grpId="0"/>
      <p:bldP spid="9" grpId="1" animBg="1"/>
      <p:bldP spid="10" grpId="1"/>
      <p:bldP spid="11" grpId="0" animBg="1"/>
      <p:bldP spid="12" grpId="0"/>
      <p:bldP spid="11" grpId="1" animBg="1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990600" y="1129030"/>
            <a:ext cx="614045" cy="614045"/>
          </a:xfrm>
          <a:prstGeom prst="ellipse">
            <a:avLst/>
          </a:prstGeom>
          <a:solidFill>
            <a:srgbClr val="4C9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1169035" y="129413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1730375" y="1112520"/>
            <a:ext cx="10197465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中完成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数据库表中的指定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商品数据查询，显示在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模板页面中。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1" name="图片 181" descr="C:/Users/TXY/Desktop/图片3.png图片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640" y="1924050"/>
            <a:ext cx="5339080" cy="448437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pic>
        <p:nvPicPr>
          <p:cNvPr id="199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4720" y="2101215"/>
            <a:ext cx="5913755" cy="384365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sp>
        <p:nvSpPr>
          <p:cNvPr id="5" name="圆角矩形 8"/>
          <p:cNvSpPr/>
          <p:nvPr>
            <p:custDataLst>
              <p:tags r:id="rId8"/>
            </p:custDataLst>
          </p:nvPr>
        </p:nvSpPr>
        <p:spPr>
          <a:xfrm>
            <a:off x="7165975" y="5771515"/>
            <a:ext cx="4122420" cy="63690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列表</a:t>
            </a: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页点击商品图片或</a:t>
            </a: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名称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详情页：</a:t>
            </a: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/detail/</a:t>
            </a:r>
            <a:r>
              <a:rPr lang="en-US" altLang="zh-CN" b="1" kern="0" noProof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9</a:t>
            </a:r>
            <a:endParaRPr lang="en-US" altLang="zh-CN" b="1" kern="0" noProof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圆角矩形 8"/>
          <p:cNvSpPr/>
          <p:nvPr>
            <p:custDataLst>
              <p:tags r:id="rId9"/>
            </p:custDataLst>
          </p:nvPr>
        </p:nvSpPr>
        <p:spPr>
          <a:xfrm>
            <a:off x="2080260" y="6111240"/>
            <a:ext cx="2530475" cy="5632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默认所有商品列表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/product</a:t>
            </a:r>
            <a:endParaRPr lang="en-US" altLang="zh-CN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6" grpId="0" bldLvl="0" animBg="1"/>
      <p:bldP spid="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2770505" y="3896995"/>
            <a:ext cx="458025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编写路由代码</a:t>
            </a:r>
            <a:endParaRPr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圆角矩形 30"/>
          <p:cNvSpPr/>
          <p:nvPr>
            <p:custDataLst>
              <p:tags r:id="rId4"/>
            </p:custDataLst>
          </p:nvPr>
        </p:nvSpPr>
        <p:spPr>
          <a:xfrm>
            <a:off x="1898015" y="397383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"/>
            </p:custDataLst>
          </p:nvPr>
        </p:nvSpPr>
        <p:spPr>
          <a:xfrm>
            <a:off x="2770505" y="5728335"/>
            <a:ext cx="280733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启动项目，浏览页面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8"/>
          <p:cNvSpPr/>
          <p:nvPr>
            <p:custDataLst>
              <p:tags r:id="rId6"/>
            </p:custDataLst>
          </p:nvPr>
        </p:nvSpPr>
        <p:spPr>
          <a:xfrm>
            <a:off x="1898015" y="5846445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770505" y="2981325"/>
            <a:ext cx="428752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创建模板引擎</a:t>
            </a:r>
            <a:endParaRPr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52"/>
          <p:cNvSpPr/>
          <p:nvPr>
            <p:custDataLst>
              <p:tags r:id="rId8"/>
            </p:custDataLst>
          </p:nvPr>
        </p:nvSpPr>
        <p:spPr>
          <a:xfrm>
            <a:off x="1898015" y="3092450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2770505" y="4812665"/>
            <a:ext cx="376936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模板引擎解析数据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3"/>
          <p:cNvSpPr/>
          <p:nvPr>
            <p:custDataLst>
              <p:tags r:id="rId10"/>
            </p:custDataLst>
          </p:nvPr>
        </p:nvSpPr>
        <p:spPr>
          <a:xfrm>
            <a:off x="1898015" y="21666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ïsľïḋé"/>
          <p:cNvCxnSpPr/>
          <p:nvPr>
            <p:custDataLst>
              <p:tags r:id="rId11"/>
            </p:custDataLst>
          </p:nvPr>
        </p:nvCxnSpPr>
        <p:spPr>
          <a:xfrm>
            <a:off x="1435735" y="1639570"/>
            <a:ext cx="0" cy="473646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íś1îḍé"/>
          <p:cNvSpPr/>
          <p:nvPr>
            <p:custDataLst>
              <p:tags r:id="rId12"/>
            </p:custDataLst>
          </p:nvPr>
        </p:nvSpPr>
        <p:spPr>
          <a:xfrm>
            <a:off x="1363345" y="222504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íś1îḍé"/>
          <p:cNvSpPr/>
          <p:nvPr>
            <p:custDataLst>
              <p:tags r:id="rId13"/>
            </p:custDataLst>
          </p:nvPr>
        </p:nvSpPr>
        <p:spPr>
          <a:xfrm>
            <a:off x="1370965" y="31921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íś1îḍé"/>
          <p:cNvSpPr/>
          <p:nvPr>
            <p:custDataLst>
              <p:tags r:id="rId14"/>
            </p:custDataLst>
          </p:nvPr>
        </p:nvSpPr>
        <p:spPr>
          <a:xfrm>
            <a:off x="1377950" y="428180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íś1îḍé"/>
          <p:cNvSpPr/>
          <p:nvPr>
            <p:custDataLst>
              <p:tags r:id="rId15"/>
            </p:custDataLst>
          </p:nvPr>
        </p:nvSpPr>
        <p:spPr>
          <a:xfrm>
            <a:off x="1363345" y="519430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ṧļíḋe"/>
          <p:cNvSpPr/>
          <p:nvPr>
            <p:custDataLst>
              <p:tags r:id="rId16"/>
            </p:custDataLst>
          </p:nvPr>
        </p:nvSpPr>
        <p:spPr>
          <a:xfrm>
            <a:off x="1158875" y="133921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ṣḷiďê"/>
          <p:cNvSpPr/>
          <p:nvPr>
            <p:custDataLst>
              <p:tags r:id="rId17"/>
            </p:custDataLst>
          </p:nvPr>
        </p:nvSpPr>
        <p:spPr bwMode="auto">
          <a:xfrm>
            <a:off x="1297263" y="14940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C:/Users/TXY/Desktop/QQ截图20240601211943.jpgQQ截图20240601211943"/>
          <p:cNvPicPr>
            <a:picLocks noChangeAspect="1"/>
          </p:cNvPicPr>
          <p:nvPr/>
        </p:nvPicPr>
        <p:blipFill>
          <a:blip r:embed="rId18"/>
          <a:srcRect t="9438" b="9438"/>
          <a:stretch>
            <a:fillRect/>
          </a:stretch>
        </p:blipFill>
        <p:spPr>
          <a:xfrm>
            <a:off x="6323965" y="1144905"/>
            <a:ext cx="2980690" cy="537464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7" name="íś1îḍé"/>
          <p:cNvSpPr/>
          <p:nvPr>
            <p:custDataLst>
              <p:tags r:id="rId19"/>
            </p:custDataLst>
          </p:nvPr>
        </p:nvSpPr>
        <p:spPr>
          <a:xfrm>
            <a:off x="1363585" y="6027022"/>
            <a:ext cx="144000" cy="144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0"/>
            </p:custDataLst>
          </p:nvPr>
        </p:nvSpPr>
        <p:spPr>
          <a:xfrm>
            <a:off x="2770505" y="2065655"/>
            <a:ext cx="437007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43"/>
          <p:cNvSpPr/>
          <p:nvPr>
            <p:custDataLst>
              <p:tags r:id="rId21"/>
            </p:custDataLst>
          </p:nvPr>
        </p:nvSpPr>
        <p:spPr>
          <a:xfrm>
            <a:off x="1898015" y="49225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22"/>
            </p:custDataLst>
          </p:nvPr>
        </p:nvSpPr>
        <p:spPr>
          <a:xfrm>
            <a:off x="7463790" y="6083935"/>
            <a:ext cx="1705610" cy="3625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23"/>
            </p:custDataLst>
          </p:nvPr>
        </p:nvSpPr>
        <p:spPr>
          <a:xfrm>
            <a:off x="7463790" y="4598035"/>
            <a:ext cx="1705610" cy="3625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8" grpId="0" animBg="1"/>
      <p:bldP spid="3" grpId="1"/>
      <p:bldP spid="38" grpId="1" animBg="1"/>
      <p:bldP spid="33" grpId="0"/>
      <p:bldP spid="34" grpId="0" animBg="1"/>
      <p:bldP spid="33" grpId="1"/>
      <p:bldP spid="34" grpId="1" animBg="1"/>
      <p:bldP spid="28" grpId="0"/>
      <p:bldP spid="30" grpId="0" animBg="1"/>
      <p:bldP spid="28" grpId="1"/>
      <p:bldP spid="30" grpId="1" animBg="1"/>
      <p:bldP spid="37" grpId="0"/>
      <p:bldP spid="4" grpId="0" animBg="1"/>
      <p:bldP spid="37" grpId="1"/>
      <p:bldP spid="4" grpId="1" animBg="1"/>
      <p:bldP spid="46" grpId="0"/>
      <p:bldP spid="47" grpId="0" animBg="1"/>
      <p:bldP spid="46" grpId="1"/>
      <p:bldP spid="47" grpId="1" animBg="1"/>
      <p:bldP spid="5" grpId="0" animBg="1"/>
      <p:bldP spid="5" grpId="1" animBg="1"/>
      <p:bldP spid="6" grpId="0" bldLvl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24915" y="1875790"/>
            <a:ext cx="915987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表中的商品数据</a:t>
            </a:r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2851785" y="5247640"/>
            <a:ext cx="648843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id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</a:t>
            </a: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name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</a:t>
            </a: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image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</a:t>
            </a: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content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等字段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79220" y="2840355"/>
            <a:ext cx="9174480" cy="2148840"/>
            <a:chOff x="2172" y="4473"/>
            <a:chExt cx="14448" cy="3384"/>
          </a:xfrm>
        </p:grpSpPr>
        <p:pic>
          <p:nvPicPr>
            <p:cNvPr id="6" name="图片 1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2172" y="4473"/>
              <a:ext cx="14449" cy="3385"/>
            </a:xfrm>
            <a:prstGeom prst="rect">
              <a:avLst/>
            </a:prstGeom>
            <a:ln w="88900" cap="sq" cmpd="thickThin">
              <a:solidFill>
                <a:srgbClr val="4C944C"/>
              </a:solidFill>
              <a:prstDash val="solid"/>
              <a:miter lim="800000"/>
              <a:headEnd/>
              <a:tailEnd/>
            </a:ln>
            <a:effectLst>
              <a:innerShdw blurRad="76200">
                <a:srgbClr val="000000"/>
              </a:innerShdw>
            </a:effectLst>
          </p:spPr>
        </p:pic>
        <p:sp>
          <p:nvSpPr>
            <p:cNvPr id="3" name="矩形 2"/>
            <p:cNvSpPr/>
            <p:nvPr/>
          </p:nvSpPr>
          <p:spPr>
            <a:xfrm>
              <a:off x="5381" y="4526"/>
              <a:ext cx="685" cy="3227"/>
            </a:xfrm>
            <a:prstGeom prst="rect">
              <a:avLst/>
            </a:prstGeom>
            <a:noFill/>
            <a:ln w="57150">
              <a:solidFill>
                <a:srgbClr val="F9F9F9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6898005" y="2875915"/>
            <a:ext cx="1513840" cy="210693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9" grpId="0" bldLvl="0" animBg="1"/>
      <p:bldP spid="9" grpId="1" animBg="1"/>
      <p:bldP spid="10" grpId="0" bldLvl="0" animBg="1"/>
      <p:bldP spid="1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170" y="2506345"/>
            <a:ext cx="8368665" cy="422719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28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13"/>
          <p:cNvSpPr txBox="1"/>
          <p:nvPr>
            <p:custDataLst>
              <p:tags r:id="rId4"/>
            </p:custDataLst>
          </p:nvPr>
        </p:nvSpPr>
        <p:spPr>
          <a:xfrm>
            <a:off x="2978150" y="2131695"/>
            <a:ext cx="5115560" cy="2324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&lt;!--  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注意动态参数值为商品的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id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字段值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--&gt;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14"/>
          <p:cNvSpPr txBox="1"/>
          <p:nvPr>
            <p:custDataLst>
              <p:tags r:id="rId5"/>
            </p:custDataLst>
          </p:nvPr>
        </p:nvSpPr>
        <p:spPr>
          <a:xfrm>
            <a:off x="1143000" y="1748790"/>
            <a:ext cx="9739630" cy="6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列表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页中，商品图片和名称设置为超链接，带地址栏参数（商品表中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id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值），以区分用户选择的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商品。</a:t>
            </a:r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6"/>
            </p:custDataLst>
          </p:nvPr>
        </p:nvSpPr>
        <p:spPr>
          <a:xfrm>
            <a:off x="1210310" y="1073150"/>
            <a:ext cx="640334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创建模板引擎-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设置列表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超链接</a:t>
            </a:r>
            <a:endParaRPr lang="zh-CN" altLang="en-US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3157855" y="4537075"/>
            <a:ext cx="5886450" cy="63563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2642870" y="3328670"/>
            <a:ext cx="5709920" cy="63690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368040" y="3569335"/>
            <a:ext cx="2544445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346190" y="4773930"/>
            <a:ext cx="2544445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1" grpId="0" bldLvl="0" animBg="1"/>
      <p:bldP spid="12" grpId="1" animBg="1"/>
      <p:bldP spid="11" grpId="1" animBg="1"/>
      <p:bldP spid="25" grpId="0"/>
      <p:bldP spid="2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1090930" y="2299970"/>
            <a:ext cx="2502535" cy="2574290"/>
          </a:xfrm>
          <a:prstGeom prst="roundRect">
            <a:avLst/>
          </a:prstGeom>
          <a:blipFill dpi="0" rotWithShape="1">
            <a:blip r:embed="rId4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460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1304925" y="3143885"/>
            <a:ext cx="1670050" cy="31940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 descr="C:/Users/TXY/Desktop/QQ截图20240601211943.jpgQQ截图20240601211943"/>
          <p:cNvPicPr>
            <a:picLocks noChangeAspect="1"/>
          </p:cNvPicPr>
          <p:nvPr/>
        </p:nvPicPr>
        <p:blipFill>
          <a:blip r:embed="rId8"/>
          <a:srcRect t="15075" b="-4033"/>
          <a:stretch>
            <a:fillRect/>
          </a:stretch>
        </p:blipFill>
        <p:spPr>
          <a:xfrm>
            <a:off x="8632190" y="1073150"/>
            <a:ext cx="2522220" cy="5135245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/>
        </p:spPr>
      </p:pic>
      <p:sp>
        <p:nvSpPr>
          <p:cNvPr id="33" name="矩形 32"/>
          <p:cNvSpPr/>
          <p:nvPr>
            <p:custDataLst>
              <p:tags r:id="rId9"/>
            </p:custDataLst>
          </p:nvPr>
        </p:nvSpPr>
        <p:spPr>
          <a:xfrm>
            <a:off x="9509760" y="3779520"/>
            <a:ext cx="1516380" cy="2921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4"/>
          <p:cNvSpPr txBox="1"/>
          <p:nvPr/>
        </p:nvSpPr>
        <p:spPr>
          <a:xfrm>
            <a:off x="4755515" y="3154045"/>
            <a:ext cx="381698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detail.ejs--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详情页模板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4006215" y="3461385"/>
            <a:ext cx="4459605" cy="42354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3" grpId="1" animBg="1"/>
      <p:bldP spid="5" grpId="0" bldLvl="0" animBg="1"/>
      <p:bldP spid="5" grpId="1" animBg="1"/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>
            <p:custDataLst>
              <p:tags r:id="rId1"/>
            </p:custDataLst>
          </p:nvPr>
        </p:nvSpPr>
        <p:spPr>
          <a:xfrm>
            <a:off x="995680" y="2152015"/>
            <a:ext cx="9335135" cy="446405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13"/>
          <p:cNvSpPr txBox="1"/>
          <p:nvPr>
            <p:custDataLst>
              <p:tags r:id="rId4"/>
            </p:custDataLst>
          </p:nvPr>
        </p:nvSpPr>
        <p:spPr>
          <a:xfrm>
            <a:off x="1224915" y="2152015"/>
            <a:ext cx="8931910" cy="4661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&lt;DIV id="detail"&gt;	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&lt;DIV class="productImg"&gt;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&lt;IMG src="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商品图片路径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 width=300&gt;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&lt;/DIV&gt;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&lt;DIV class="productInfo"&gt;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&lt;H1&gt;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商品名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&lt;/H1&gt;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&lt;UL&gt;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&lt;LI class=productPrice&gt;价格：&lt;EM class=price&gt;￥888 元&lt;/EM&gt;&lt;/LI&gt;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&lt;/UL&gt;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&lt;/DIV&gt;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&lt;DIV class=clear&gt;&lt;/DIV&gt;		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&lt;DIV class="productContent"&gt;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&lt;H3&gt;产品介绍&lt;/H3&gt;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&lt;UL&gt;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商品介绍文字</a:t>
            </a:r>
            <a:r>
              <a:rPr lang="zh-CN" altLang="en-US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商品介绍文字商品介绍文字商品介绍文字商品介绍文字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&lt;/UL&gt;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&lt;/DIV&gt;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&lt;/DIV&gt;	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14"/>
          <p:cNvSpPr txBox="1"/>
          <p:nvPr>
            <p:custDataLst>
              <p:tags r:id="rId5"/>
            </p:custDataLst>
          </p:nvPr>
        </p:nvSpPr>
        <p:spPr>
          <a:xfrm>
            <a:off x="1210310" y="1691640"/>
            <a:ext cx="925766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deatil.ejs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：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分析商品类别数据布局标签结构，商品信息分别在哪个标签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内。</a:t>
            </a:r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6"/>
            </p:custDataLst>
          </p:nvPr>
        </p:nvSpPr>
        <p:spPr>
          <a:xfrm>
            <a:off x="121031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368040" y="3009265"/>
            <a:ext cx="14255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696845" y="3831590"/>
            <a:ext cx="9302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7869555" y="4363085"/>
            <a:ext cx="4946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552065" y="6028690"/>
            <a:ext cx="69183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圆角矩形 25"/>
          <p:cNvSpPr/>
          <p:nvPr>
            <p:custDataLst>
              <p:tags r:id="rId8"/>
            </p:custDataLst>
          </p:nvPr>
        </p:nvSpPr>
        <p:spPr>
          <a:xfrm>
            <a:off x="972820" y="2152015"/>
            <a:ext cx="9357995" cy="452310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829675" y="4516755"/>
            <a:ext cx="1371600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index.js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8126730" y="4552950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>
            <a:off x="8020050" y="4518025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82"/>
          <p:cNvSpPr txBox="1"/>
          <p:nvPr>
            <p:custDataLst>
              <p:tags r:id="rId6"/>
            </p:custDataLst>
          </p:nvPr>
        </p:nvSpPr>
        <p:spPr>
          <a:xfrm>
            <a:off x="8126730" y="3051175"/>
            <a:ext cx="3910330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编写路由代码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C:/Users/TXY/Desktop/QQ截图20240601211943.jpgQQ截图2024060121194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247" b="-910"/>
          <a:stretch>
            <a:fillRect/>
          </a:stretch>
        </p:blipFill>
        <p:spPr>
          <a:xfrm>
            <a:off x="1489710" y="1742440"/>
            <a:ext cx="2500630" cy="474472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2426970" y="3030855"/>
            <a:ext cx="1289685" cy="31432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>
            <p:custDataLst>
              <p:tags r:id="rId12"/>
            </p:custDataLst>
          </p:nvPr>
        </p:nvGrpSpPr>
        <p:grpSpPr>
          <a:xfrm>
            <a:off x="4664075" y="1734820"/>
            <a:ext cx="6111240" cy="2423795"/>
            <a:chOff x="7345" y="2732"/>
            <a:chExt cx="9624" cy="3817"/>
          </a:xfrm>
        </p:grpSpPr>
        <p:sp>
          <p:nvSpPr>
            <p:cNvPr id="9" name="文本框 8"/>
            <p:cNvSpPr txBox="1"/>
            <p:nvPr>
              <p:custDataLst>
                <p:tags r:id="rId13"/>
              </p:custDataLst>
            </p:nvPr>
          </p:nvSpPr>
          <p:spPr>
            <a:xfrm>
              <a:off x="7345" y="3661"/>
              <a:ext cx="9625" cy="2888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路由地址：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/detail/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，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为商品的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id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字段值，动态参数</a:t>
              </a:r>
              <a:endPara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获取地址栏动态参数值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将查询结果发送到模板引擎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detail.ejs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50000"/>
                </a:lnSpc>
                <a:buNone/>
              </a:pPr>
              <a:endParaRPr lang="zh-CN" altLang="en-US" kern="0" spc="0" dirty="0">
                <a:ln>
                  <a:noFill/>
                  <a:prstDash val="sysDot"/>
                </a:ln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4"/>
              </p:custDataLst>
            </p:nvPr>
          </p:nvSpPr>
          <p:spPr>
            <a:xfrm>
              <a:off x="7345" y="2732"/>
              <a:ext cx="9625" cy="546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Autofit/>
            </a:bodyPr>
            <a:p>
              <a:r>
                <a:rPr lang="en-US" altLang="zh-CN" sz="2400" b="1" dirty="0">
                  <a:solidFill>
                    <a:schemeClr val="tx1"/>
                  </a:solidFill>
                </a:rPr>
                <a:t>routes/index.js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9" name="图片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91655" y="3791585"/>
            <a:ext cx="4147185" cy="269557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 bldLvl="0" animBg="1"/>
      <p:bldP spid="20" grpId="0"/>
      <p:bldP spid="7" grpId="1"/>
      <p:bldP spid="13" grpId="1"/>
      <p:bldP spid="14" grpId="1" animBg="1"/>
      <p:bldP spid="2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322955" y="414655"/>
            <a:ext cx="8123555" cy="595503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414655"/>
            <a:ext cx="8093710" cy="595439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73450" y="414655"/>
            <a:ext cx="7811770" cy="57988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express = require('express');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db= require('../db.js');  // 注意路径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router = express.Router();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/*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详情页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*/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router.get('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/detail/:id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', function(req, res, next) {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var id=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req.params.id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;  //取地址栏参数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var sqlStr="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select id,image,name,price,content from product where id=?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var sqlParam=[id];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db.conn.query(sqlStr,sqlParam,function(err,result){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	if(err){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console.log(err);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return;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}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	console.log(result); 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返回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[{......}] 数组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	res.render('detail.ejs', { oneProduct:result });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});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module.exports = router;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475355" y="1490345"/>
            <a:ext cx="7756525" cy="42735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4470" y="4091305"/>
            <a:ext cx="8924290" cy="767080"/>
            <a:chOff x="322" y="4453"/>
            <a:chExt cx="14054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453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查询结果带到渲染模板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detail.ejs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661"/>
              <a:ext cx="929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482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448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routes/index.js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04470" y="2402840"/>
            <a:ext cx="5699125" cy="868680"/>
            <a:chOff x="322" y="6178"/>
            <a:chExt cx="8975" cy="1368"/>
          </a:xfrm>
        </p:grpSpPr>
        <p:sp>
          <p:nvSpPr>
            <p:cNvPr id="19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6442"/>
              <a:ext cx="4215" cy="11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地址栏动态参数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0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6178"/>
              <a:ext cx="421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V="1">
              <a:off x="4689" y="6716"/>
              <a:ext cx="3" cy="70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4530" y="1810385"/>
            <a:ext cx="6318250" cy="322643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4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模板引擎解析数据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圆角矩形 8"/>
          <p:cNvSpPr/>
          <p:nvPr>
            <p:custDataLst>
              <p:tags r:id="rId5"/>
            </p:custDataLst>
          </p:nvPr>
        </p:nvSpPr>
        <p:spPr>
          <a:xfrm>
            <a:off x="744855" y="5367020"/>
            <a:ext cx="2860675" cy="741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静态代码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样例文字要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替换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圆角矩形 8"/>
          <p:cNvSpPr/>
          <p:nvPr>
            <p:custDataLst>
              <p:tags r:id="rId6"/>
            </p:custDataLst>
          </p:nvPr>
        </p:nvSpPr>
        <p:spPr>
          <a:xfrm>
            <a:off x="6461125" y="5367020"/>
            <a:ext cx="4756785" cy="72580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动态代码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查询结果为含一个元素的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数组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右箭头 5"/>
          <p:cNvSpPr/>
          <p:nvPr>
            <p:custDataLst>
              <p:tags r:id="rId7"/>
            </p:custDataLst>
          </p:nvPr>
        </p:nvSpPr>
        <p:spPr>
          <a:xfrm>
            <a:off x="5074285" y="3552190"/>
            <a:ext cx="577850" cy="39497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Isosceles Triangle 2_1"/>
          <p:cNvSpPr/>
          <p:nvPr>
            <p:custDataLst>
              <p:tags r:id="rId8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667500" y="2233930"/>
            <a:ext cx="2198370" cy="20764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855" y="1957705"/>
            <a:ext cx="4725035" cy="308673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2" name="矩形 11"/>
          <p:cNvSpPr/>
          <p:nvPr/>
        </p:nvSpPr>
        <p:spPr>
          <a:xfrm>
            <a:off x="6382385" y="4470400"/>
            <a:ext cx="2693035" cy="18478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5" grpId="0" bldLvl="0" animBg="1"/>
      <p:bldP spid="6" grpId="0" bldLvl="0" animBg="1"/>
      <p:bldP spid="6" grpId="1" animBg="1"/>
      <p:bldP spid="59" grpId="0" bldLvl="0" animBg="1"/>
      <p:bldP spid="12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277870" y="687070"/>
            <a:ext cx="8546465" cy="585406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687070"/>
            <a:ext cx="8444865" cy="585343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22955" y="784225"/>
            <a:ext cx="8369935" cy="55403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&lt;!-- 产品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详情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--&gt;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&lt;DIV id="detail"&gt;	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&lt;DIV class="productImg"&gt;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&lt;IMG src="/&lt;%= oneProduct[0].image %&gt;" width=300&gt;	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&lt;/DIV&gt;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&lt;DIV class="productInfo"&gt;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&lt;H1&gt;&lt;%= oneProduct[0].name %&gt;&lt;/H1&gt;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&lt;UL&gt;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   &lt;LI class=productPrice&gt;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价格：&lt;EM class=price&gt;￥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&lt;%= oneProduct[0].price %&gt;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元&lt;/EM&gt;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&lt;/UL&gt;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&lt;/DIV&gt;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&lt;DIV class=clear&gt;&lt;/DIV&gt;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&lt;DIV class="productContent"&gt;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&lt;H3&gt;产品介绍&lt;/H3&gt;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&lt;UL&gt;&lt;%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oneProduct[0].content %&gt;&lt;/UL&gt;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&lt;/DIV&gt;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&lt;/DIV&gt;	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&lt;!-- 产品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详情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--&gt;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272915" y="1811655"/>
            <a:ext cx="4340225" cy="2222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841240" y="4959350"/>
            <a:ext cx="3120390" cy="28448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4470" y="2757170"/>
            <a:ext cx="9925050" cy="860425"/>
            <a:chOff x="322" y="4717"/>
            <a:chExt cx="15630" cy="1355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717"/>
              <a:ext cx="4215" cy="13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返回的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oneProduct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为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含一个商品数据的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数组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neProduct[0]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调用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925"/>
              <a:ext cx="1087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475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9280" y="1662430"/>
            <a:ext cx="22815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detail.ejs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508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客户端代码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98755" y="4429125"/>
            <a:ext cx="8093075" cy="886460"/>
            <a:chOff x="113" y="4648"/>
            <a:chExt cx="12745" cy="1396"/>
          </a:xfrm>
        </p:grpSpPr>
        <p:sp>
          <p:nvSpPr>
            <p:cNvPr id="14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13" y="4648"/>
              <a:ext cx="4424" cy="13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商品详情文字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可能含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HTML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标签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使用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&lt;%-   %&gt;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解析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15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925"/>
              <a:ext cx="777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>
              <a:off x="4689" y="475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" name="矩形 4"/>
          <p:cNvSpPr/>
          <p:nvPr/>
        </p:nvSpPr>
        <p:spPr>
          <a:xfrm>
            <a:off x="4272915" y="2563495"/>
            <a:ext cx="4340225" cy="2222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485380" y="3315335"/>
            <a:ext cx="2515235" cy="19939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9" grpId="0" bldLvl="0" animBg="1"/>
      <p:bldP spid="5" grpId="0" bldLvl="0" animBg="1"/>
      <p:bldP spid="8" grpId="0" bldLvl="0" animBg="1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图片 181" descr="C:/Users/TXY/Desktop/图片3.png图片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0305" y="438785"/>
            <a:ext cx="6749415" cy="493204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4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141730" y="1073150"/>
            <a:ext cx="452437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5.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启动项目，浏览页面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TextBox 3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47190" y="2333625"/>
            <a:ext cx="420560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启动项目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sp>
        <p:nvSpPr>
          <p:cNvPr id="27" name="TextBox 3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47825" y="3086100"/>
            <a:ext cx="4450715" cy="68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进入项目文件夹，打开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CMD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窗口</a:t>
            </a:r>
            <a:endParaRPr 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nodemon</a:t>
            </a:r>
            <a:r>
              <a: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app.js</a:t>
            </a:r>
            <a:endParaRPr lang="en-US" sz="16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Oval 100"/>
          <p:cNvSpPr/>
          <p:nvPr>
            <p:custDataLst>
              <p:tags r:id="rId7"/>
            </p:custDataLst>
          </p:nvPr>
        </p:nvSpPr>
        <p:spPr bwMode="auto">
          <a:xfrm flipH="1">
            <a:off x="967105" y="2311400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Freeform 73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1122680" y="2442845"/>
            <a:ext cx="245745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3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647825" y="4164965"/>
            <a:ext cx="420560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服务器测试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sp>
        <p:nvSpPr>
          <p:cNvPr id="11" name="Oval 100"/>
          <p:cNvSpPr/>
          <p:nvPr>
            <p:custDataLst>
              <p:tags r:id="rId10"/>
            </p:custDataLst>
          </p:nvPr>
        </p:nvSpPr>
        <p:spPr bwMode="auto">
          <a:xfrm flipH="1">
            <a:off x="967740" y="4230370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Freeform 73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1123315" y="4361815"/>
            <a:ext cx="245745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12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TextBox 30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647825" y="4796155"/>
            <a:ext cx="3436620" cy="1005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浏览器打开地址：</a:t>
            </a:r>
            <a:endParaRPr 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http://localhost:3005/product</a:t>
            </a:r>
            <a:endParaRPr lang="en-US" sz="1600" b="1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选择商品点击图片，进入</a:t>
            </a:r>
            <a:r>
              <a:rPr lang="zh-CN" alt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详情页</a:t>
            </a:r>
            <a:endParaRPr lang="zh-CN" altLang="en-US" sz="1600" b="1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99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6620" y="2150745"/>
            <a:ext cx="5913755" cy="384365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24" grpId="0"/>
      <p:bldP spid="27" grpId="0"/>
      <p:bldP spid="32" grpId="1" animBg="1"/>
      <p:bldP spid="33" grpId="1" animBg="1"/>
      <p:bldP spid="24" grpId="1"/>
      <p:bldP spid="27" grpId="1"/>
      <p:bldP spid="12" grpId="0" animBg="1"/>
      <p:bldP spid="11" grpId="0" animBg="1"/>
      <p:bldP spid="9" grpId="0"/>
      <p:bldP spid="3" grpId="0"/>
      <p:bldP spid="12" grpId="1" animBg="1"/>
      <p:bldP spid="11" grpId="1" animBg="1"/>
      <p:bldP spid="9" grpId="1"/>
      <p:bldP spid="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32253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9470" y="1645920"/>
            <a:ext cx="353060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206883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267460"/>
            <a:ext cx="5445760" cy="1036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中结合模板引擎实现商品详情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页面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649470" y="3197225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4730115" y="3289300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226050" y="2616200"/>
            <a:ext cx="595566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设置列表超链接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创建模板引擎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编写路由代码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模板引擎解析数据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启动项目浏览页面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4649470" y="4951095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4740910" y="504253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46"/>
            </p:custDataLst>
          </p:nvPr>
        </p:nvSpPr>
        <p:spPr>
          <a:xfrm>
            <a:off x="5244465" y="4404360"/>
            <a:ext cx="5973445" cy="18675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routes/index.js –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路由代码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views/productList.ejs –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设置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商品图片、标题超链接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views/detail.ejs –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详情模板引擎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0" name="图片 89"/>
          <p:cNvPicPr/>
          <p:nvPr/>
        </p:nvPicPr>
        <p:blipFill>
          <a:blip r:embed="rId47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024370" y="4146550"/>
            <a:ext cx="4999355" cy="924560"/>
          </a:xfrm>
          <a:prstGeom prst="rect">
            <a:avLst/>
          </a:prstGeom>
        </p:spPr>
      </p:pic>
    </p:spTree>
    <p:custDataLst>
      <p:tags r:id="rId4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91" grpId="0"/>
      <p:bldP spid="9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3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4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1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78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79.xml><?xml version="1.0" encoding="utf-8"?>
<p:tagLst xmlns:p="http://schemas.openxmlformats.org/presentationml/2006/main">
  <p:tag name="KSO_WM_SLIDE_BACKGROUND_TYPE" val="general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688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90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8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70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2.xml><?xml version="1.0" encoding="utf-8"?>
<p:tagLst xmlns:p="http://schemas.openxmlformats.org/presentationml/2006/main">
  <p:tag name="KSO_WM_SLIDE_BACKGROUND_TYPE" val="general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9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8.xml><?xml version="1.0" encoding="utf-8"?>
<p:tagLst xmlns:p="http://schemas.openxmlformats.org/presentationml/2006/main">
  <p:tag name="KSO_WM_SLIDE_BACKGROUND_TYPE" val="general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6.xml><?xml version="1.0" encoding="utf-8"?>
<p:tagLst xmlns:p="http://schemas.openxmlformats.org/presentationml/2006/main">
  <p:tag name="KSO_WM_SLIDE_BACKGROUND_TYPE" val="general"/>
</p:tagLst>
</file>

<file path=ppt/tags/tag72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35.xml><?xml version="1.0" encoding="utf-8"?>
<p:tagLst xmlns:p="http://schemas.openxmlformats.org/presentationml/2006/main">
  <p:tag name="KSO_WM_SLIDE_BACKGROUND_TYPE" val="general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3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3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4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6.xml><?xml version="1.0" encoding="utf-8"?>
<p:tagLst xmlns:p="http://schemas.openxmlformats.org/presentationml/2006/main">
  <p:tag name="KSO_WM_DIAGRAM_VIRTUALLY_FRAME" val="{&quot;height&quot;:190.86559728427193,&quot;left&quot;:367.25,&quot;top&quot;:136.5844027157281,&quot;width&quot;:481.27314960629917}"/>
</p:tagLst>
</file>

<file path=ppt/tags/tag74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762_1*l_h_f*1_1_1"/>
  <p:tag name="KSO_WM_TEMPLATE_CATEGORY" val="diagram"/>
  <p:tag name="KSO_WM_TEMPLATE_INDEX" val="20234762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90.86559728427193,&quot;left&quot;:367.25,&quot;top&quot;:136.5844027157281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内容以便观者准确地理解您传达的思想。单击此处添加文本具体内容，简明扼要地阐述您的观点。"/>
</p:tagLst>
</file>

<file path=ppt/tags/tag74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4762_1*l_h_a*1_1_1"/>
  <p:tag name="KSO_WM_TEMPLATE_CATEGORY" val="diagram"/>
  <p:tag name="KSO_WM_TEMPLATE_INDEX" val="20234762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90.86559728427193,&quot;left&quot;:367.25,&quot;top&quot;:136.5844027157281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内容"/>
</p:tagLst>
</file>

<file path=ppt/tags/tag749.xml><?xml version="1.0" encoding="utf-8"?>
<p:tagLst xmlns:p="http://schemas.openxmlformats.org/presentationml/2006/main">
  <p:tag name="KSO_WM_SLIDE_BACKGROUND_TYPE" val="general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60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6.xml><?xml version="1.0" encoding="utf-8"?>
<p:tagLst xmlns:p="http://schemas.openxmlformats.org/presentationml/2006/main">
  <p:tag name="KSO_WM_SLIDE_BACKGROUND_TYPE" val="general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70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-0.25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4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8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1.xml><?xml version="1.0" encoding="utf-8"?>
<p:tagLst xmlns:p="http://schemas.openxmlformats.org/presentationml/2006/main">
  <p:tag name="KSO_WM_SLIDE_BACKGROUND_TYPE" val="general"/>
</p:tagLst>
</file>

<file path=ppt/tags/tag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9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p="http://schemas.openxmlformats.org/presentationml/2006/main">
  <p:tag name="KSO_WM_SLIDE_BACKGROUND_TYPE" val="general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8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7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18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7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48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1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52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53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54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2432</Words>
  <Application>WPS 演示</Application>
  <PresentationFormat>宽屏</PresentationFormat>
  <Paragraphs>225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701</cp:revision>
  <dcterms:created xsi:type="dcterms:W3CDTF">2020-10-23T09:50:00Z</dcterms:created>
  <dcterms:modified xsi:type="dcterms:W3CDTF">2024-07-03T13:45:18Z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124ADBFC66884CBEBD9F114034C1CD45_13</vt:lpwstr>
  </property>
  <property fmtid="{D5CDD505-2E9C-101B-9397-08002B2CF9AE}" pid="3" name="KSOProductBuildVer">
    <vt:lpwstr>2052-12.1.0.16929</vt:lpwstr>
  </property>
</Properties>
</file>