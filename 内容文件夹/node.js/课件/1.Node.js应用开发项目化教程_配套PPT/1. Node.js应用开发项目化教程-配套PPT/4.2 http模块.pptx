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</p:sldMasterIdLst>
  <p:notesMasterIdLst>
    <p:notesMasterId r:id="rId5"/>
  </p:notesMasterIdLst>
  <p:sldIdLst>
    <p:sldId id="463" r:id="rId4"/>
    <p:sldId id="464" r:id="rId6"/>
    <p:sldId id="465" r:id="rId7"/>
    <p:sldId id="466" r:id="rId8"/>
    <p:sldId id="467" r:id="rId9"/>
    <p:sldId id="468" r:id="rId10"/>
    <p:sldId id="469" r:id="rId11"/>
    <p:sldId id="470" r:id="rId12"/>
    <p:sldId id="471" r:id="rId13"/>
    <p:sldId id="472" r:id="rId14"/>
    <p:sldId id="473" r:id="rId15"/>
    <p:sldId id="474" r:id="rId16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9" userDrawn="1">
          <p15:clr>
            <a:srgbClr val="A4A3A4"/>
          </p15:clr>
        </p15:guide>
        <p15:guide id="2" pos="381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333333"/>
    <a:srgbClr val="3C853C"/>
    <a:srgbClr val="667F6E"/>
    <a:srgbClr val="1817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8" d="100"/>
          <a:sy n="68" d="100"/>
        </p:scale>
        <p:origin x="630" y="66"/>
      </p:cViewPr>
      <p:guideLst>
        <p:guide orient="horz" pos="2139"/>
        <p:guide pos="381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gs" Target="tags/tag759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6FD2-0759-46B1-9F64-D04F29189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BD92E64-5989-4DAC-91ED-545C524ECB9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tags" Target="../tags/tag125.xml"/><Relationship Id="rId34" Type="http://schemas.openxmlformats.org/officeDocument/2006/relationships/tags" Target="../tags/tag124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3" Type="http://schemas.openxmlformats.org/officeDocument/2006/relationships/tags" Target="../tags/tag217.xml"/><Relationship Id="rId92" Type="http://schemas.openxmlformats.org/officeDocument/2006/relationships/tags" Target="../tags/tag216.xml"/><Relationship Id="rId91" Type="http://schemas.openxmlformats.org/officeDocument/2006/relationships/tags" Target="../tags/tag215.xml"/><Relationship Id="rId90" Type="http://schemas.openxmlformats.org/officeDocument/2006/relationships/tags" Target="../tags/tag214.xml"/><Relationship Id="rId9" Type="http://schemas.openxmlformats.org/officeDocument/2006/relationships/tags" Target="../tags/tag133.xml"/><Relationship Id="rId89" Type="http://schemas.openxmlformats.org/officeDocument/2006/relationships/tags" Target="../tags/tag213.xml"/><Relationship Id="rId88" Type="http://schemas.openxmlformats.org/officeDocument/2006/relationships/tags" Target="../tags/tag212.xml"/><Relationship Id="rId87" Type="http://schemas.openxmlformats.org/officeDocument/2006/relationships/tags" Target="../tags/tag211.xml"/><Relationship Id="rId86" Type="http://schemas.openxmlformats.org/officeDocument/2006/relationships/tags" Target="../tags/tag210.xml"/><Relationship Id="rId85" Type="http://schemas.openxmlformats.org/officeDocument/2006/relationships/tags" Target="../tags/tag209.xml"/><Relationship Id="rId84" Type="http://schemas.openxmlformats.org/officeDocument/2006/relationships/tags" Target="../tags/tag208.xml"/><Relationship Id="rId83" Type="http://schemas.openxmlformats.org/officeDocument/2006/relationships/tags" Target="../tags/tag207.xml"/><Relationship Id="rId82" Type="http://schemas.openxmlformats.org/officeDocument/2006/relationships/tags" Target="../tags/tag206.xml"/><Relationship Id="rId81" Type="http://schemas.openxmlformats.org/officeDocument/2006/relationships/tags" Target="../tags/tag205.xml"/><Relationship Id="rId80" Type="http://schemas.openxmlformats.org/officeDocument/2006/relationships/tags" Target="../tags/tag204.xml"/><Relationship Id="rId8" Type="http://schemas.openxmlformats.org/officeDocument/2006/relationships/tags" Target="../tags/tag132.xml"/><Relationship Id="rId79" Type="http://schemas.openxmlformats.org/officeDocument/2006/relationships/tags" Target="../tags/tag203.xml"/><Relationship Id="rId78" Type="http://schemas.openxmlformats.org/officeDocument/2006/relationships/tags" Target="../tags/tag202.xml"/><Relationship Id="rId77" Type="http://schemas.openxmlformats.org/officeDocument/2006/relationships/tags" Target="../tags/tag201.xml"/><Relationship Id="rId76" Type="http://schemas.openxmlformats.org/officeDocument/2006/relationships/tags" Target="../tags/tag200.xml"/><Relationship Id="rId75" Type="http://schemas.openxmlformats.org/officeDocument/2006/relationships/tags" Target="../tags/tag199.xml"/><Relationship Id="rId74" Type="http://schemas.openxmlformats.org/officeDocument/2006/relationships/tags" Target="../tags/tag198.xml"/><Relationship Id="rId73" Type="http://schemas.openxmlformats.org/officeDocument/2006/relationships/tags" Target="../tags/tag197.xml"/><Relationship Id="rId72" Type="http://schemas.openxmlformats.org/officeDocument/2006/relationships/tags" Target="../tags/tag196.xml"/><Relationship Id="rId71" Type="http://schemas.openxmlformats.org/officeDocument/2006/relationships/tags" Target="../tags/tag195.xml"/><Relationship Id="rId70" Type="http://schemas.openxmlformats.org/officeDocument/2006/relationships/tags" Target="../tags/tag194.xml"/><Relationship Id="rId7" Type="http://schemas.openxmlformats.org/officeDocument/2006/relationships/tags" Target="../tags/tag131.xml"/><Relationship Id="rId69" Type="http://schemas.openxmlformats.org/officeDocument/2006/relationships/tags" Target="../tags/tag193.xml"/><Relationship Id="rId68" Type="http://schemas.openxmlformats.org/officeDocument/2006/relationships/tags" Target="../tags/tag192.xml"/><Relationship Id="rId67" Type="http://schemas.openxmlformats.org/officeDocument/2006/relationships/tags" Target="../tags/tag191.xml"/><Relationship Id="rId66" Type="http://schemas.openxmlformats.org/officeDocument/2006/relationships/tags" Target="../tags/tag190.xml"/><Relationship Id="rId65" Type="http://schemas.openxmlformats.org/officeDocument/2006/relationships/tags" Target="../tags/tag189.xml"/><Relationship Id="rId64" Type="http://schemas.openxmlformats.org/officeDocument/2006/relationships/tags" Target="../tags/tag188.xml"/><Relationship Id="rId63" Type="http://schemas.openxmlformats.org/officeDocument/2006/relationships/tags" Target="../tags/tag187.xml"/><Relationship Id="rId62" Type="http://schemas.openxmlformats.org/officeDocument/2006/relationships/tags" Target="../tags/tag186.xml"/><Relationship Id="rId61" Type="http://schemas.openxmlformats.org/officeDocument/2006/relationships/tags" Target="../tags/tag185.xml"/><Relationship Id="rId60" Type="http://schemas.openxmlformats.org/officeDocument/2006/relationships/tags" Target="../tags/tag184.xml"/><Relationship Id="rId6" Type="http://schemas.openxmlformats.org/officeDocument/2006/relationships/tags" Target="../tags/tag130.xml"/><Relationship Id="rId59" Type="http://schemas.openxmlformats.org/officeDocument/2006/relationships/tags" Target="../tags/tag183.xml"/><Relationship Id="rId58" Type="http://schemas.openxmlformats.org/officeDocument/2006/relationships/tags" Target="../tags/tag182.xml"/><Relationship Id="rId57" Type="http://schemas.openxmlformats.org/officeDocument/2006/relationships/tags" Target="../tags/tag181.xml"/><Relationship Id="rId56" Type="http://schemas.openxmlformats.org/officeDocument/2006/relationships/tags" Target="../tags/tag180.xml"/><Relationship Id="rId55" Type="http://schemas.openxmlformats.org/officeDocument/2006/relationships/tags" Target="../tags/tag179.xml"/><Relationship Id="rId54" Type="http://schemas.openxmlformats.org/officeDocument/2006/relationships/tags" Target="../tags/tag178.xml"/><Relationship Id="rId53" Type="http://schemas.openxmlformats.org/officeDocument/2006/relationships/tags" Target="../tags/tag177.xml"/><Relationship Id="rId52" Type="http://schemas.openxmlformats.org/officeDocument/2006/relationships/tags" Target="../tags/tag176.xml"/><Relationship Id="rId51" Type="http://schemas.openxmlformats.org/officeDocument/2006/relationships/tags" Target="../tags/tag175.xml"/><Relationship Id="rId50" Type="http://schemas.openxmlformats.org/officeDocument/2006/relationships/tags" Target="../tags/tag174.xml"/><Relationship Id="rId5" Type="http://schemas.openxmlformats.org/officeDocument/2006/relationships/tags" Target="../tags/tag129.xml"/><Relationship Id="rId49" Type="http://schemas.openxmlformats.org/officeDocument/2006/relationships/tags" Target="../tags/tag173.xml"/><Relationship Id="rId48" Type="http://schemas.openxmlformats.org/officeDocument/2006/relationships/tags" Target="../tags/tag172.xml"/><Relationship Id="rId47" Type="http://schemas.openxmlformats.org/officeDocument/2006/relationships/tags" Target="../tags/tag171.xml"/><Relationship Id="rId46" Type="http://schemas.openxmlformats.org/officeDocument/2006/relationships/tags" Target="../tags/tag170.xml"/><Relationship Id="rId45" Type="http://schemas.openxmlformats.org/officeDocument/2006/relationships/tags" Target="../tags/tag169.xml"/><Relationship Id="rId44" Type="http://schemas.openxmlformats.org/officeDocument/2006/relationships/tags" Target="../tags/tag168.xml"/><Relationship Id="rId43" Type="http://schemas.openxmlformats.org/officeDocument/2006/relationships/tags" Target="../tags/tag167.xml"/><Relationship Id="rId42" Type="http://schemas.openxmlformats.org/officeDocument/2006/relationships/tags" Target="../tags/tag166.xml"/><Relationship Id="rId41" Type="http://schemas.openxmlformats.org/officeDocument/2006/relationships/tags" Target="../tags/tag165.xml"/><Relationship Id="rId40" Type="http://schemas.openxmlformats.org/officeDocument/2006/relationships/tags" Target="../tags/tag164.xml"/><Relationship Id="rId4" Type="http://schemas.openxmlformats.org/officeDocument/2006/relationships/tags" Target="../tags/tag128.xml"/><Relationship Id="rId39" Type="http://schemas.openxmlformats.org/officeDocument/2006/relationships/tags" Target="../tags/tag163.xml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tags" Target="../tags/tag158.xml"/><Relationship Id="rId33" Type="http://schemas.openxmlformats.org/officeDocument/2006/relationships/tags" Target="../tags/tag157.xml"/><Relationship Id="rId32" Type="http://schemas.openxmlformats.org/officeDocument/2006/relationships/tags" Target="../tags/tag156.xml"/><Relationship Id="rId31" Type="http://schemas.openxmlformats.org/officeDocument/2006/relationships/tags" Target="../tags/tag155.xml"/><Relationship Id="rId30" Type="http://schemas.openxmlformats.org/officeDocument/2006/relationships/tags" Target="../tags/tag154.xml"/><Relationship Id="rId3" Type="http://schemas.openxmlformats.org/officeDocument/2006/relationships/tags" Target="../tags/tag127.xml"/><Relationship Id="rId29" Type="http://schemas.openxmlformats.org/officeDocument/2006/relationships/tags" Target="../tags/tag153.xml"/><Relationship Id="rId28" Type="http://schemas.openxmlformats.org/officeDocument/2006/relationships/tags" Target="../tags/tag152.xml"/><Relationship Id="rId27" Type="http://schemas.openxmlformats.org/officeDocument/2006/relationships/tags" Target="../tags/tag151.xml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4" Type="http://schemas.openxmlformats.org/officeDocument/2006/relationships/tags" Target="../tags/tag314.xml"/><Relationship Id="rId83" Type="http://schemas.openxmlformats.org/officeDocument/2006/relationships/tags" Target="../tags/tag313.xml"/><Relationship Id="rId82" Type="http://schemas.openxmlformats.org/officeDocument/2006/relationships/tags" Target="../tags/tag312.xml"/><Relationship Id="rId81" Type="http://schemas.openxmlformats.org/officeDocument/2006/relationships/tags" Target="../tags/tag311.xml"/><Relationship Id="rId80" Type="http://schemas.openxmlformats.org/officeDocument/2006/relationships/tags" Target="../tags/tag310.xml"/><Relationship Id="rId8" Type="http://schemas.openxmlformats.org/officeDocument/2006/relationships/tags" Target="../tags/tag238.xml"/><Relationship Id="rId79" Type="http://schemas.openxmlformats.org/officeDocument/2006/relationships/tags" Target="../tags/tag309.xml"/><Relationship Id="rId78" Type="http://schemas.openxmlformats.org/officeDocument/2006/relationships/tags" Target="../tags/tag308.xml"/><Relationship Id="rId77" Type="http://schemas.openxmlformats.org/officeDocument/2006/relationships/tags" Target="../tags/tag307.xml"/><Relationship Id="rId76" Type="http://schemas.openxmlformats.org/officeDocument/2006/relationships/tags" Target="../tags/tag306.xml"/><Relationship Id="rId75" Type="http://schemas.openxmlformats.org/officeDocument/2006/relationships/tags" Target="../tags/tag305.xml"/><Relationship Id="rId74" Type="http://schemas.openxmlformats.org/officeDocument/2006/relationships/tags" Target="../tags/tag304.xml"/><Relationship Id="rId73" Type="http://schemas.openxmlformats.org/officeDocument/2006/relationships/tags" Target="../tags/tag303.xml"/><Relationship Id="rId72" Type="http://schemas.openxmlformats.org/officeDocument/2006/relationships/tags" Target="../tags/tag302.xml"/><Relationship Id="rId71" Type="http://schemas.openxmlformats.org/officeDocument/2006/relationships/tags" Target="../tags/tag301.xml"/><Relationship Id="rId70" Type="http://schemas.openxmlformats.org/officeDocument/2006/relationships/tags" Target="../tags/tag300.xml"/><Relationship Id="rId7" Type="http://schemas.openxmlformats.org/officeDocument/2006/relationships/tags" Target="../tags/tag237.xml"/><Relationship Id="rId69" Type="http://schemas.openxmlformats.org/officeDocument/2006/relationships/tags" Target="../tags/tag299.xml"/><Relationship Id="rId68" Type="http://schemas.openxmlformats.org/officeDocument/2006/relationships/tags" Target="../tags/tag298.xml"/><Relationship Id="rId67" Type="http://schemas.openxmlformats.org/officeDocument/2006/relationships/tags" Target="../tags/tag297.xml"/><Relationship Id="rId66" Type="http://schemas.openxmlformats.org/officeDocument/2006/relationships/tags" Target="../tags/tag296.xml"/><Relationship Id="rId65" Type="http://schemas.openxmlformats.org/officeDocument/2006/relationships/tags" Target="../tags/tag295.xml"/><Relationship Id="rId64" Type="http://schemas.openxmlformats.org/officeDocument/2006/relationships/tags" Target="../tags/tag294.xml"/><Relationship Id="rId63" Type="http://schemas.openxmlformats.org/officeDocument/2006/relationships/tags" Target="../tags/tag293.xml"/><Relationship Id="rId62" Type="http://schemas.openxmlformats.org/officeDocument/2006/relationships/tags" Target="../tags/tag292.xml"/><Relationship Id="rId61" Type="http://schemas.openxmlformats.org/officeDocument/2006/relationships/tags" Target="../tags/tag291.xml"/><Relationship Id="rId60" Type="http://schemas.openxmlformats.org/officeDocument/2006/relationships/tags" Target="../tags/tag290.xml"/><Relationship Id="rId6" Type="http://schemas.openxmlformats.org/officeDocument/2006/relationships/tags" Target="../tags/tag236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tags" Target="../tags/tag235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tags" Target="../tags/tag234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33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tags" Target="../tags/tag232.xml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4" Type="http://schemas.openxmlformats.org/officeDocument/2006/relationships/tags" Target="../tags/tag415.xml"/><Relationship Id="rId83" Type="http://schemas.openxmlformats.org/officeDocument/2006/relationships/tags" Target="../tags/tag414.xml"/><Relationship Id="rId82" Type="http://schemas.openxmlformats.org/officeDocument/2006/relationships/tags" Target="../tags/tag413.xml"/><Relationship Id="rId81" Type="http://schemas.openxmlformats.org/officeDocument/2006/relationships/tags" Target="../tags/tag412.xml"/><Relationship Id="rId80" Type="http://schemas.openxmlformats.org/officeDocument/2006/relationships/tags" Target="../tags/tag411.xml"/><Relationship Id="rId8" Type="http://schemas.openxmlformats.org/officeDocument/2006/relationships/tags" Target="../tags/tag339.xml"/><Relationship Id="rId79" Type="http://schemas.openxmlformats.org/officeDocument/2006/relationships/tags" Target="../tags/tag410.xml"/><Relationship Id="rId78" Type="http://schemas.openxmlformats.org/officeDocument/2006/relationships/tags" Target="../tags/tag409.xml"/><Relationship Id="rId77" Type="http://schemas.openxmlformats.org/officeDocument/2006/relationships/tags" Target="../tags/tag408.xml"/><Relationship Id="rId76" Type="http://schemas.openxmlformats.org/officeDocument/2006/relationships/tags" Target="../tags/tag407.xml"/><Relationship Id="rId75" Type="http://schemas.openxmlformats.org/officeDocument/2006/relationships/tags" Target="../tags/tag406.xml"/><Relationship Id="rId74" Type="http://schemas.openxmlformats.org/officeDocument/2006/relationships/tags" Target="../tags/tag405.xml"/><Relationship Id="rId73" Type="http://schemas.openxmlformats.org/officeDocument/2006/relationships/tags" Target="../tags/tag404.xml"/><Relationship Id="rId72" Type="http://schemas.openxmlformats.org/officeDocument/2006/relationships/tags" Target="../tags/tag403.xml"/><Relationship Id="rId71" Type="http://schemas.openxmlformats.org/officeDocument/2006/relationships/tags" Target="../tags/tag402.xml"/><Relationship Id="rId70" Type="http://schemas.openxmlformats.org/officeDocument/2006/relationships/tags" Target="../tags/tag401.xml"/><Relationship Id="rId7" Type="http://schemas.openxmlformats.org/officeDocument/2006/relationships/tags" Target="../tags/tag338.xml"/><Relationship Id="rId69" Type="http://schemas.openxmlformats.org/officeDocument/2006/relationships/tags" Target="../tags/tag400.xml"/><Relationship Id="rId68" Type="http://schemas.openxmlformats.org/officeDocument/2006/relationships/tags" Target="../tags/tag399.xml"/><Relationship Id="rId67" Type="http://schemas.openxmlformats.org/officeDocument/2006/relationships/tags" Target="../tags/tag398.xml"/><Relationship Id="rId66" Type="http://schemas.openxmlformats.org/officeDocument/2006/relationships/tags" Target="../tags/tag397.xml"/><Relationship Id="rId65" Type="http://schemas.openxmlformats.org/officeDocument/2006/relationships/tags" Target="../tags/tag396.xml"/><Relationship Id="rId64" Type="http://schemas.openxmlformats.org/officeDocument/2006/relationships/tags" Target="../tags/tag395.xml"/><Relationship Id="rId63" Type="http://schemas.openxmlformats.org/officeDocument/2006/relationships/tags" Target="../tags/tag394.xml"/><Relationship Id="rId62" Type="http://schemas.openxmlformats.org/officeDocument/2006/relationships/tags" Target="../tags/tag393.xml"/><Relationship Id="rId61" Type="http://schemas.openxmlformats.org/officeDocument/2006/relationships/tags" Target="../tags/tag392.xml"/><Relationship Id="rId60" Type="http://schemas.openxmlformats.org/officeDocument/2006/relationships/tags" Target="../tags/tag391.xml"/><Relationship Id="rId6" Type="http://schemas.openxmlformats.org/officeDocument/2006/relationships/tags" Target="../tags/tag337.xml"/><Relationship Id="rId59" Type="http://schemas.openxmlformats.org/officeDocument/2006/relationships/tags" Target="../tags/tag390.xml"/><Relationship Id="rId58" Type="http://schemas.openxmlformats.org/officeDocument/2006/relationships/tags" Target="../tags/tag389.xml"/><Relationship Id="rId57" Type="http://schemas.openxmlformats.org/officeDocument/2006/relationships/tags" Target="../tags/tag388.xml"/><Relationship Id="rId56" Type="http://schemas.openxmlformats.org/officeDocument/2006/relationships/tags" Target="../tags/tag387.xml"/><Relationship Id="rId55" Type="http://schemas.openxmlformats.org/officeDocument/2006/relationships/tags" Target="../tags/tag386.xml"/><Relationship Id="rId54" Type="http://schemas.openxmlformats.org/officeDocument/2006/relationships/tags" Target="../tags/tag385.xml"/><Relationship Id="rId53" Type="http://schemas.openxmlformats.org/officeDocument/2006/relationships/tags" Target="../tags/tag384.xml"/><Relationship Id="rId52" Type="http://schemas.openxmlformats.org/officeDocument/2006/relationships/tags" Target="../tags/tag383.xml"/><Relationship Id="rId51" Type="http://schemas.openxmlformats.org/officeDocument/2006/relationships/tags" Target="../tags/tag382.xml"/><Relationship Id="rId50" Type="http://schemas.openxmlformats.org/officeDocument/2006/relationships/tags" Target="../tags/tag381.xml"/><Relationship Id="rId5" Type="http://schemas.openxmlformats.org/officeDocument/2006/relationships/tags" Target="../tags/tag336.xml"/><Relationship Id="rId49" Type="http://schemas.openxmlformats.org/officeDocument/2006/relationships/tags" Target="../tags/tag380.xml"/><Relationship Id="rId48" Type="http://schemas.openxmlformats.org/officeDocument/2006/relationships/tags" Target="../tags/tag379.xml"/><Relationship Id="rId47" Type="http://schemas.openxmlformats.org/officeDocument/2006/relationships/tags" Target="../tags/tag378.xml"/><Relationship Id="rId46" Type="http://schemas.openxmlformats.org/officeDocument/2006/relationships/tags" Target="../tags/tag377.xml"/><Relationship Id="rId45" Type="http://schemas.openxmlformats.org/officeDocument/2006/relationships/tags" Target="../tags/tag376.xml"/><Relationship Id="rId44" Type="http://schemas.openxmlformats.org/officeDocument/2006/relationships/tags" Target="../tags/tag375.xml"/><Relationship Id="rId43" Type="http://schemas.openxmlformats.org/officeDocument/2006/relationships/tags" Target="../tags/tag374.xml"/><Relationship Id="rId42" Type="http://schemas.openxmlformats.org/officeDocument/2006/relationships/tags" Target="../tags/tag373.xml"/><Relationship Id="rId41" Type="http://schemas.openxmlformats.org/officeDocument/2006/relationships/tags" Target="../tags/tag372.xml"/><Relationship Id="rId40" Type="http://schemas.openxmlformats.org/officeDocument/2006/relationships/tags" Target="../tags/tag371.xml"/><Relationship Id="rId4" Type="http://schemas.openxmlformats.org/officeDocument/2006/relationships/tags" Target="../tags/tag335.xml"/><Relationship Id="rId39" Type="http://schemas.openxmlformats.org/officeDocument/2006/relationships/tags" Target="../tags/tag370.xml"/><Relationship Id="rId38" Type="http://schemas.openxmlformats.org/officeDocument/2006/relationships/tags" Target="../tags/tag369.xml"/><Relationship Id="rId37" Type="http://schemas.openxmlformats.org/officeDocument/2006/relationships/tags" Target="../tags/tag368.xml"/><Relationship Id="rId36" Type="http://schemas.openxmlformats.org/officeDocument/2006/relationships/tags" Target="../tags/tag367.xml"/><Relationship Id="rId35" Type="http://schemas.openxmlformats.org/officeDocument/2006/relationships/tags" Target="../tags/tag366.xml"/><Relationship Id="rId34" Type="http://schemas.openxmlformats.org/officeDocument/2006/relationships/tags" Target="../tags/tag365.xml"/><Relationship Id="rId33" Type="http://schemas.openxmlformats.org/officeDocument/2006/relationships/tags" Target="../tags/tag364.xml"/><Relationship Id="rId32" Type="http://schemas.openxmlformats.org/officeDocument/2006/relationships/tags" Target="../tags/tag363.xml"/><Relationship Id="rId31" Type="http://schemas.openxmlformats.org/officeDocument/2006/relationships/tags" Target="../tags/tag362.xml"/><Relationship Id="rId30" Type="http://schemas.openxmlformats.org/officeDocument/2006/relationships/tags" Target="../tags/tag361.xml"/><Relationship Id="rId3" Type="http://schemas.openxmlformats.org/officeDocument/2006/relationships/tags" Target="../tags/tag334.xml"/><Relationship Id="rId29" Type="http://schemas.openxmlformats.org/officeDocument/2006/relationships/tags" Target="../tags/tag360.xml"/><Relationship Id="rId28" Type="http://schemas.openxmlformats.org/officeDocument/2006/relationships/tags" Target="../tags/tag359.xml"/><Relationship Id="rId27" Type="http://schemas.openxmlformats.org/officeDocument/2006/relationships/tags" Target="../tags/tag358.xml"/><Relationship Id="rId26" Type="http://schemas.openxmlformats.org/officeDocument/2006/relationships/tags" Target="../tags/tag357.xml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6" Type="http://schemas.openxmlformats.org/officeDocument/2006/relationships/tags" Target="../tags/tag446.xml"/><Relationship Id="rId25" Type="http://schemas.openxmlformats.org/officeDocument/2006/relationships/tags" Target="../tags/tag445.xml"/><Relationship Id="rId24" Type="http://schemas.openxmlformats.org/officeDocument/2006/relationships/tags" Target="../tags/tag444.xml"/><Relationship Id="rId23" Type="http://schemas.openxmlformats.org/officeDocument/2006/relationships/tags" Target="../tags/tag443.xml"/><Relationship Id="rId22" Type="http://schemas.openxmlformats.org/officeDocument/2006/relationships/tags" Target="../tags/tag442.xml"/><Relationship Id="rId21" Type="http://schemas.openxmlformats.org/officeDocument/2006/relationships/tags" Target="../tags/tag441.xml"/><Relationship Id="rId20" Type="http://schemas.openxmlformats.org/officeDocument/2006/relationships/tags" Target="../tags/tag440.xml"/><Relationship Id="rId2" Type="http://schemas.openxmlformats.org/officeDocument/2006/relationships/tags" Target="../tags/tag422.xml"/><Relationship Id="rId19" Type="http://schemas.openxmlformats.org/officeDocument/2006/relationships/tags" Target="../tags/tag439.xml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7" Type="http://schemas.openxmlformats.org/officeDocument/2006/relationships/tags" Target="../tags/tag472.xml"/><Relationship Id="rId26" Type="http://schemas.openxmlformats.org/officeDocument/2006/relationships/tags" Target="../tags/tag471.xml"/><Relationship Id="rId25" Type="http://schemas.openxmlformats.org/officeDocument/2006/relationships/tags" Target="../tags/tag470.xml"/><Relationship Id="rId24" Type="http://schemas.openxmlformats.org/officeDocument/2006/relationships/tags" Target="../tags/tag469.xml"/><Relationship Id="rId23" Type="http://schemas.openxmlformats.org/officeDocument/2006/relationships/tags" Target="../tags/tag468.xml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tags" Target="../tags/tag447.xml"/><Relationship Id="rId19" Type="http://schemas.openxmlformats.org/officeDocument/2006/relationships/tags" Target="../tags/tag464.xml"/><Relationship Id="rId18" Type="http://schemas.openxmlformats.org/officeDocument/2006/relationships/tags" Target="../tags/tag463.xml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8" Type="http://schemas.openxmlformats.org/officeDocument/2006/relationships/tags" Target="../tags/tag499.xml"/><Relationship Id="rId27" Type="http://schemas.openxmlformats.org/officeDocument/2006/relationships/tags" Target="../tags/tag498.xml"/><Relationship Id="rId26" Type="http://schemas.openxmlformats.org/officeDocument/2006/relationships/tags" Target="../tags/tag497.xml"/><Relationship Id="rId25" Type="http://schemas.openxmlformats.org/officeDocument/2006/relationships/tags" Target="../tags/tag496.xml"/><Relationship Id="rId24" Type="http://schemas.openxmlformats.org/officeDocument/2006/relationships/tags" Target="../tags/tag495.xml"/><Relationship Id="rId23" Type="http://schemas.openxmlformats.org/officeDocument/2006/relationships/tags" Target="../tags/tag494.xml"/><Relationship Id="rId22" Type="http://schemas.openxmlformats.org/officeDocument/2006/relationships/tags" Target="../tags/tag493.xml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73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tags" Target="../tags/tag483.xml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0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33.xml"/><Relationship Id="rId8" Type="http://schemas.openxmlformats.org/officeDocument/2006/relationships/tags" Target="../tags/tag532.xml"/><Relationship Id="rId7" Type="http://schemas.openxmlformats.org/officeDocument/2006/relationships/tags" Target="../tags/tag531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2" Type="http://schemas.openxmlformats.org/officeDocument/2006/relationships/tags" Target="../tags/tag536.xml"/><Relationship Id="rId11" Type="http://schemas.openxmlformats.org/officeDocument/2006/relationships/tags" Target="../tags/tag535.xml"/><Relationship Id="rId10" Type="http://schemas.openxmlformats.org/officeDocument/2006/relationships/tags" Target="../tags/tag534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8" Type="http://schemas.openxmlformats.org/officeDocument/2006/relationships/tags" Target="../tags/tag583.xml"/><Relationship Id="rId47" Type="http://schemas.openxmlformats.org/officeDocument/2006/relationships/tags" Target="../tags/tag582.xml"/><Relationship Id="rId46" Type="http://schemas.openxmlformats.org/officeDocument/2006/relationships/tags" Target="../tags/tag581.xml"/><Relationship Id="rId45" Type="http://schemas.openxmlformats.org/officeDocument/2006/relationships/tags" Target="../tags/tag580.xml"/><Relationship Id="rId44" Type="http://schemas.openxmlformats.org/officeDocument/2006/relationships/tags" Target="../tags/tag579.xml"/><Relationship Id="rId43" Type="http://schemas.openxmlformats.org/officeDocument/2006/relationships/tags" Target="../tags/tag578.xml"/><Relationship Id="rId42" Type="http://schemas.openxmlformats.org/officeDocument/2006/relationships/tags" Target="../tags/tag577.xml"/><Relationship Id="rId41" Type="http://schemas.openxmlformats.org/officeDocument/2006/relationships/tags" Target="../tags/tag576.xml"/><Relationship Id="rId40" Type="http://schemas.openxmlformats.org/officeDocument/2006/relationships/tags" Target="../tags/tag575.xml"/><Relationship Id="rId4" Type="http://schemas.openxmlformats.org/officeDocument/2006/relationships/tags" Target="../tags/tag539.xml"/><Relationship Id="rId39" Type="http://schemas.openxmlformats.org/officeDocument/2006/relationships/tags" Target="../tags/tag574.xml"/><Relationship Id="rId38" Type="http://schemas.openxmlformats.org/officeDocument/2006/relationships/tags" Target="../tags/tag573.xml"/><Relationship Id="rId37" Type="http://schemas.openxmlformats.org/officeDocument/2006/relationships/tags" Target="../tags/tag572.xml"/><Relationship Id="rId36" Type="http://schemas.openxmlformats.org/officeDocument/2006/relationships/tags" Target="../tags/tag571.xml"/><Relationship Id="rId35" Type="http://schemas.openxmlformats.org/officeDocument/2006/relationships/tags" Target="../tags/tag570.xml"/><Relationship Id="rId34" Type="http://schemas.openxmlformats.org/officeDocument/2006/relationships/tags" Target="../tags/tag569.xml"/><Relationship Id="rId33" Type="http://schemas.openxmlformats.org/officeDocument/2006/relationships/tags" Target="../tags/tag568.xml"/><Relationship Id="rId32" Type="http://schemas.openxmlformats.org/officeDocument/2006/relationships/tags" Target="../tags/tag567.xml"/><Relationship Id="rId31" Type="http://schemas.openxmlformats.org/officeDocument/2006/relationships/tags" Target="../tags/tag566.xml"/><Relationship Id="rId30" Type="http://schemas.openxmlformats.org/officeDocument/2006/relationships/tags" Target="../tags/tag565.xml"/><Relationship Id="rId3" Type="http://schemas.openxmlformats.org/officeDocument/2006/relationships/tags" Target="../tags/tag538.xml"/><Relationship Id="rId29" Type="http://schemas.openxmlformats.org/officeDocument/2006/relationships/tags" Target="../tags/tag564.xml"/><Relationship Id="rId28" Type="http://schemas.openxmlformats.org/officeDocument/2006/relationships/tags" Target="../tags/tag563.xml"/><Relationship Id="rId27" Type="http://schemas.openxmlformats.org/officeDocument/2006/relationships/tags" Target="../tags/tag562.xml"/><Relationship Id="rId26" Type="http://schemas.openxmlformats.org/officeDocument/2006/relationships/tags" Target="../tags/tag561.xml"/><Relationship Id="rId25" Type="http://schemas.openxmlformats.org/officeDocument/2006/relationships/tags" Target="../tags/tag560.xml"/><Relationship Id="rId24" Type="http://schemas.openxmlformats.org/officeDocument/2006/relationships/tags" Target="../tags/tag559.xml"/><Relationship Id="rId23" Type="http://schemas.openxmlformats.org/officeDocument/2006/relationships/tags" Target="../tags/tag558.xml"/><Relationship Id="rId22" Type="http://schemas.openxmlformats.org/officeDocument/2006/relationships/tags" Target="../tags/tag557.xml"/><Relationship Id="rId21" Type="http://schemas.openxmlformats.org/officeDocument/2006/relationships/tags" Target="../tags/tag556.xml"/><Relationship Id="rId20" Type="http://schemas.openxmlformats.org/officeDocument/2006/relationships/tags" Target="../tags/tag555.xml"/><Relationship Id="rId2" Type="http://schemas.openxmlformats.org/officeDocument/2006/relationships/tags" Target="../tags/tag537.xml"/><Relationship Id="rId19" Type="http://schemas.openxmlformats.org/officeDocument/2006/relationships/tags" Target="../tags/tag554.xml"/><Relationship Id="rId18" Type="http://schemas.openxmlformats.org/officeDocument/2006/relationships/tags" Target="../tags/tag553.xml"/><Relationship Id="rId17" Type="http://schemas.openxmlformats.org/officeDocument/2006/relationships/tags" Target="../tags/tag552.xml"/><Relationship Id="rId16" Type="http://schemas.openxmlformats.org/officeDocument/2006/relationships/tags" Target="../tags/tag551.xml"/><Relationship Id="rId15" Type="http://schemas.openxmlformats.org/officeDocument/2006/relationships/tags" Target="../tags/tag550.xml"/><Relationship Id="rId14" Type="http://schemas.openxmlformats.org/officeDocument/2006/relationships/tags" Target="../tags/tag549.xml"/><Relationship Id="rId13" Type="http://schemas.openxmlformats.org/officeDocument/2006/relationships/tags" Target="../tags/tag548.xml"/><Relationship Id="rId12" Type="http://schemas.openxmlformats.org/officeDocument/2006/relationships/tags" Target="../tags/tag547.xml"/><Relationship Id="rId11" Type="http://schemas.openxmlformats.org/officeDocument/2006/relationships/tags" Target="../tags/tag546.xml"/><Relationship Id="rId10" Type="http://schemas.openxmlformats.org/officeDocument/2006/relationships/tags" Target="../tags/tag545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693293" y="6490421"/>
            <a:ext cx="7498707" cy="246556"/>
            <a:chOff x="4693293" y="6630890"/>
            <a:chExt cx="7498707" cy="246556"/>
          </a:xfrm>
          <a:solidFill>
            <a:srgbClr val="3C853C"/>
          </a:solidFill>
        </p:grpSpPr>
        <p:sp>
          <p:nvSpPr>
            <p:cNvPr id="8" name="任意多边形: 形状 9"/>
            <p:cNvSpPr/>
            <p:nvPr/>
          </p:nvSpPr>
          <p:spPr>
            <a:xfrm flipH="1" flipV="1">
              <a:off x="5435916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 flipH="1" flipV="1">
              <a:off x="5188375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任意多边形: 形状 11"/>
            <p:cNvSpPr/>
            <p:nvPr/>
          </p:nvSpPr>
          <p:spPr>
            <a:xfrm flipH="1" flipV="1">
              <a:off x="4940834" y="6630890"/>
              <a:ext cx="250740" cy="246556"/>
            </a:xfrm>
            <a:custGeom>
              <a:avLst/>
              <a:gdLst>
                <a:gd name="connsiteX0" fmla="*/ 134563 w 250740"/>
                <a:gd name="connsiteY0" fmla="*/ 246556 h 246556"/>
                <a:gd name="connsiteX1" fmla="*/ 0 w 250740"/>
                <a:gd name="connsiteY1" fmla="*/ 246556 h 246556"/>
                <a:gd name="connsiteX2" fmla="*/ 116178 w 250740"/>
                <a:gd name="connsiteY2" fmla="*/ 0 h 246556"/>
                <a:gd name="connsiteX3" fmla="*/ 250740 w 250740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40" h="246556">
                  <a:moveTo>
                    <a:pt x="134563" y="246556"/>
                  </a:moveTo>
                  <a:lnTo>
                    <a:pt x="0" y="246556"/>
                  </a:lnTo>
                  <a:lnTo>
                    <a:pt x="116178" y="0"/>
                  </a:lnTo>
                  <a:lnTo>
                    <a:pt x="25074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任意多边形: 形状 12"/>
            <p:cNvSpPr/>
            <p:nvPr/>
          </p:nvSpPr>
          <p:spPr>
            <a:xfrm flipH="1" flipV="1">
              <a:off x="4693293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任意多边形: 形状 13"/>
            <p:cNvSpPr/>
            <p:nvPr/>
          </p:nvSpPr>
          <p:spPr>
            <a:xfrm flipH="1" flipV="1">
              <a:off x="5668723" y="6630890"/>
              <a:ext cx="6523277" cy="246556"/>
            </a:xfrm>
            <a:custGeom>
              <a:avLst/>
              <a:gdLst>
                <a:gd name="connsiteX0" fmla="*/ 6407100 w 6523277"/>
                <a:gd name="connsiteY0" fmla="*/ 246556 h 246556"/>
                <a:gd name="connsiteX1" fmla="*/ 6230994 w 6523277"/>
                <a:gd name="connsiteY1" fmla="*/ 246556 h 246556"/>
                <a:gd name="connsiteX2" fmla="*/ 4926478 w 6523277"/>
                <a:gd name="connsiteY2" fmla="*/ 246556 h 246556"/>
                <a:gd name="connsiteX3" fmla="*/ 4750372 w 6523277"/>
                <a:gd name="connsiteY3" fmla="*/ 246556 h 246556"/>
                <a:gd name="connsiteX4" fmla="*/ 3445856 w 6523277"/>
                <a:gd name="connsiteY4" fmla="*/ 246556 h 246556"/>
                <a:gd name="connsiteX5" fmla="*/ 3269750 w 6523277"/>
                <a:gd name="connsiteY5" fmla="*/ 246556 h 246556"/>
                <a:gd name="connsiteX6" fmla="*/ 3137350 w 6523277"/>
                <a:gd name="connsiteY6" fmla="*/ 246556 h 246556"/>
                <a:gd name="connsiteX7" fmla="*/ 2961244 w 6523277"/>
                <a:gd name="connsiteY7" fmla="*/ 246556 h 246556"/>
                <a:gd name="connsiteX8" fmla="*/ 1656728 w 6523277"/>
                <a:gd name="connsiteY8" fmla="*/ 246556 h 246556"/>
                <a:gd name="connsiteX9" fmla="*/ 1480622 w 6523277"/>
                <a:gd name="connsiteY9" fmla="*/ 246556 h 246556"/>
                <a:gd name="connsiteX10" fmla="*/ 176106 w 6523277"/>
                <a:gd name="connsiteY10" fmla="*/ 246556 h 246556"/>
                <a:gd name="connsiteX11" fmla="*/ 0 w 6523277"/>
                <a:gd name="connsiteY11" fmla="*/ 246556 h 246556"/>
                <a:gd name="connsiteX12" fmla="*/ 0 w 6523277"/>
                <a:gd name="connsiteY12" fmla="*/ 0 h 246556"/>
                <a:gd name="connsiteX13" fmla="*/ 6523277 w 6523277"/>
                <a:gd name="connsiteY1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23277" h="246556">
                  <a:moveTo>
                    <a:pt x="6407100" y="246556"/>
                  </a:moveTo>
                  <a:lnTo>
                    <a:pt x="6230994" y="246556"/>
                  </a:lnTo>
                  <a:lnTo>
                    <a:pt x="4926478" y="246556"/>
                  </a:lnTo>
                  <a:lnTo>
                    <a:pt x="4750372" y="246556"/>
                  </a:lnTo>
                  <a:lnTo>
                    <a:pt x="3445856" y="246556"/>
                  </a:lnTo>
                  <a:lnTo>
                    <a:pt x="3269750" y="246556"/>
                  </a:lnTo>
                  <a:lnTo>
                    <a:pt x="3137350" y="246556"/>
                  </a:lnTo>
                  <a:lnTo>
                    <a:pt x="2961244" y="246556"/>
                  </a:lnTo>
                  <a:lnTo>
                    <a:pt x="1656728" y="246556"/>
                  </a:lnTo>
                  <a:lnTo>
                    <a:pt x="1480622" y="246556"/>
                  </a:lnTo>
                  <a:lnTo>
                    <a:pt x="176106" y="246556"/>
                  </a:lnTo>
                  <a:lnTo>
                    <a:pt x="0" y="246556"/>
                  </a:lnTo>
                  <a:lnTo>
                    <a:pt x="0" y="0"/>
                  </a:lnTo>
                  <a:lnTo>
                    <a:pt x="652327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29_1"/>
          <p:cNvSpPr/>
          <p:nvPr userDrawn="1"/>
        </p:nvSpPr>
        <p:spPr>
          <a:xfrm flipV="1">
            <a:off x="-1" y="812941"/>
            <a:ext cx="12192001" cy="45719"/>
          </a:xfrm>
          <a:prstGeom prst="rect">
            <a:avLst/>
          </a:prstGeom>
          <a:gradFill flip="none" rotWithShape="1">
            <a:gsLst>
              <a:gs pos="100000">
                <a:srgbClr val="667F6E">
                  <a:alpha val="0"/>
                  <a:lumMod val="0"/>
                  <a:lumOff val="100000"/>
                </a:srgbClr>
              </a:gs>
              <a:gs pos="0">
                <a:srgbClr val="667F6E">
                  <a:lumMod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Group 6_1"/>
          <p:cNvGrpSpPr/>
          <p:nvPr userDrawn="1"/>
        </p:nvGrpSpPr>
        <p:grpSpPr>
          <a:xfrm>
            <a:off x="1" y="118334"/>
            <a:ext cx="856142" cy="769441"/>
            <a:chOff x="485029" y="258183"/>
            <a:chExt cx="856142" cy="769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85029" y="414793"/>
              <a:ext cx="817659" cy="532737"/>
              <a:chOff x="461175" y="398890"/>
              <a:chExt cx="817659" cy="532737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461175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>
                <a:off x="699052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>
                <a:off x="936928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156440" y="258183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4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comb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comb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comb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" name="组合 54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6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63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3" name="组合 52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81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>
            <p:custDataLst>
              <p:tags r:id="rId81"/>
            </p:custDataLst>
          </p:nvPr>
        </p:nvGrpSpPr>
        <p:grpSpPr>
          <a:xfrm flipV="1">
            <a:off x="4846073" y="1206906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99" name="直接连接符 98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85"/>
            </p:custDataLst>
          </p:nvPr>
        </p:nvGrpSpPr>
        <p:grpSpPr>
          <a:xfrm>
            <a:off x="4846073" y="5229700"/>
            <a:ext cx="2499854" cy="644021"/>
            <a:chOff x="4846073" y="4936838"/>
            <a:chExt cx="2499854" cy="644021"/>
          </a:xfrm>
        </p:grpSpPr>
        <p:cxnSp>
          <p:nvCxnSpPr>
            <p:cNvPr id="102" name="直接连接符 10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9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26"/>
            </p:custDataLst>
          </p:nvPr>
        </p:nvGrpSpPr>
        <p:grpSpPr>
          <a:xfrm rot="15253305" flipV="1">
            <a:off x="-67126" y="926797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9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 rot="6590921" flipV="1">
            <a:off x="11439861" y="5989771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5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853588" y="-5639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3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9044119" y="-5603"/>
            <a:ext cx="2624337" cy="2103905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/>
          <p:cNvGrpSpPr/>
          <p:nvPr>
            <p:custDataLst>
              <p:tags r:id="rId63"/>
            </p:custDataLst>
          </p:nvPr>
        </p:nvGrpSpPr>
        <p:grpSpPr>
          <a:xfrm>
            <a:off x="3948556" y="-5638"/>
            <a:ext cx="842959" cy="675792"/>
            <a:chOff x="3948556" y="-15912"/>
            <a:chExt cx="842959" cy="675792"/>
          </a:xfrm>
        </p:grpSpPr>
        <p:sp>
          <p:nvSpPr>
            <p:cNvPr id="70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" name="组合 86"/>
          <p:cNvGrpSpPr/>
          <p:nvPr>
            <p:custDataLst>
              <p:tags r:id="rId81"/>
            </p:custDataLst>
          </p:nvPr>
        </p:nvGrpSpPr>
        <p:grpSpPr>
          <a:xfrm rot="5400000" flipV="1">
            <a:off x="8242798" y="3217339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88" name="直接连接符 87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>
            <p:custDataLst>
              <p:tags r:id="rId85"/>
            </p:custDataLst>
          </p:nvPr>
        </p:nvGrpSpPr>
        <p:grpSpPr>
          <a:xfrm rot="5400000">
            <a:off x="1559700" y="3106989"/>
            <a:ext cx="2499854" cy="644021"/>
            <a:chOff x="4846073" y="4936838"/>
            <a:chExt cx="2499854" cy="644021"/>
          </a:xfrm>
        </p:grpSpPr>
        <p:cxnSp>
          <p:nvCxnSpPr>
            <p:cNvPr id="92" name="直接连接符 9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9"/>
            </p:custDataLst>
          </p:nvPr>
        </p:nvSpPr>
        <p:spPr>
          <a:xfrm>
            <a:off x="3376054" y="2898183"/>
            <a:ext cx="5439892" cy="106163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0"/>
            </p:custDataLst>
          </p:nvPr>
        </p:nvSpPr>
        <p:spPr>
          <a:xfrm>
            <a:off x="3376054" y="4047036"/>
            <a:ext cx="5439892" cy="86221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6" cy="8636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3888" y="1414800"/>
            <a:ext cx="5400000" cy="489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8114" y="1414800"/>
            <a:ext cx="5400000" cy="4896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8" y="406800"/>
            <a:ext cx="10944225" cy="864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3887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66800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66800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5994754" y="5393815"/>
            <a:ext cx="5176483" cy="1464185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0"/>
          <p:cNvSpPr/>
          <p:nvPr userDrawn="1">
            <p:custDataLst>
              <p:tags r:id="rId4"/>
            </p:custDataLst>
          </p:nvPr>
        </p:nvSpPr>
        <p:spPr bwMode="auto">
          <a:xfrm>
            <a:off x="9937278" y="4111557"/>
            <a:ext cx="2254721" cy="274644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5"/>
            </p:custDataLst>
          </p:nvPr>
        </p:nvSpPr>
        <p:spPr bwMode="auto">
          <a:xfrm>
            <a:off x="10789885" y="5171320"/>
            <a:ext cx="1402114" cy="168668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4" name="任意多边形 122"/>
            <p:cNvSpPr/>
            <p:nvPr>
              <p:custDataLst>
                <p:tags r:id="rId7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8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9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0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1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2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3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4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5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6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7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8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9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0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1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2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3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Freeform 6"/>
          <p:cNvSpPr/>
          <p:nvPr userDrawn="1">
            <p:custDataLst>
              <p:tags r:id="rId24"/>
            </p:custDataLst>
          </p:nvPr>
        </p:nvSpPr>
        <p:spPr bwMode="auto">
          <a:xfrm>
            <a:off x="1" y="4442537"/>
            <a:ext cx="2055255" cy="2417237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25"/>
            </p:custDataLst>
          </p:nvPr>
        </p:nvSpPr>
        <p:spPr bwMode="auto">
          <a:xfrm>
            <a:off x="404950" y="5366380"/>
            <a:ext cx="3443104" cy="1493394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" name="组合 30"/>
          <p:cNvGrpSpPr/>
          <p:nvPr userDrawn="1">
            <p:custDataLst>
              <p:tags r:id="rId26"/>
            </p:custDataLst>
          </p:nvPr>
        </p:nvGrpSpPr>
        <p:grpSpPr>
          <a:xfrm>
            <a:off x="2325770" y="5591809"/>
            <a:ext cx="1565295" cy="1277607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7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8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29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0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1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2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3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4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5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6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7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8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39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0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1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2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3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Freeform 11"/>
          <p:cNvSpPr/>
          <p:nvPr userDrawn="1">
            <p:custDataLst>
              <p:tags r:id="rId44"/>
            </p:custDataLst>
          </p:nvPr>
        </p:nvSpPr>
        <p:spPr bwMode="auto">
          <a:xfrm>
            <a:off x="10650309" y="-1466"/>
            <a:ext cx="1541691" cy="140049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>
            <p:custDataLst>
              <p:tags r:id="rId45"/>
            </p:custDataLst>
          </p:nvPr>
        </p:nvGrpSpPr>
        <p:grpSpPr>
          <a:xfrm>
            <a:off x="9334948" y="-15876"/>
            <a:ext cx="2381878" cy="1909528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 userDrawn="1"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5" cy="863601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22800" y="1412875"/>
            <a:ext cx="6913236" cy="489593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680960" y="1414800"/>
            <a:ext cx="3887971" cy="489593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99688" y="406800"/>
            <a:ext cx="1368424" cy="5903913"/>
          </a:xfrm>
        </p:spPr>
        <p:txBody>
          <a:bodyPr vert="eaVert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3887" y="406800"/>
            <a:ext cx="9432926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3888" y="980082"/>
            <a:ext cx="10944225" cy="4897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>
            <p:custDataLst>
              <p:tags r:id="rId2"/>
            </p:custDataLst>
          </p:nvPr>
        </p:nvSpPr>
        <p:spPr bwMode="auto">
          <a:xfrm flipH="1">
            <a:off x="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6"/>
          <p:cNvSpPr/>
          <p:nvPr>
            <p:custDataLst>
              <p:tags r:id="rId4"/>
            </p:custDataLst>
          </p:nvPr>
        </p:nvSpPr>
        <p:spPr bwMode="auto">
          <a:xfrm flipH="1">
            <a:off x="9758362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>
            <p:custDataLst>
              <p:tags r:id="rId5"/>
            </p:custDataLst>
          </p:nvPr>
        </p:nvSpPr>
        <p:spPr bwMode="auto">
          <a:xfrm>
            <a:off x="0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" name="组合 48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693212" y="2052491"/>
            <a:ext cx="6805576" cy="2016125"/>
          </a:xfrm>
        </p:spPr>
        <p:txBody>
          <a:bodyPr anchor="ctr">
            <a:normAutofit/>
          </a:bodyPr>
          <a:lstStyle>
            <a:lvl1pPr algn="ctr">
              <a:defRPr sz="96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>
            <p:custDataLst>
              <p:tags r:id="rId4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9039860" y="5642610"/>
            <a:ext cx="3197860" cy="1243330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6985" y="-1905"/>
            <a:ext cx="1170305" cy="938530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139055"/>
            <a:ext cx="1461770" cy="1718945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4"/>
            </p:custDataLst>
          </p:nvPr>
        </p:nvSpPr>
        <p:spPr bwMode="auto">
          <a:xfrm>
            <a:off x="11170920" y="0"/>
            <a:ext cx="1021080" cy="927735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1" name="组合 50"/>
          <p:cNvGrpSpPr/>
          <p:nvPr userDrawn="1">
            <p:custDataLst>
              <p:tags r:id="rId5"/>
            </p:custDataLst>
          </p:nvPr>
        </p:nvGrpSpPr>
        <p:grpSpPr>
          <a:xfrm>
            <a:off x="10561955" y="1905"/>
            <a:ext cx="1576705" cy="1263650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1" name="Freeform 9"/>
          <p:cNvSpPr/>
          <p:nvPr userDrawn="1">
            <p:custDataLst>
              <p:tags r:id="rId3"/>
            </p:custDataLst>
          </p:nvPr>
        </p:nvSpPr>
        <p:spPr bwMode="auto">
          <a:xfrm>
            <a:off x="10150475" y="4893310"/>
            <a:ext cx="2041525" cy="196469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7" name="组合 66"/>
          <p:cNvGrpSpPr/>
          <p:nvPr userDrawn="1">
            <p:custDataLst>
              <p:tags r:id="rId4"/>
            </p:custDataLst>
          </p:nvPr>
        </p:nvGrpSpPr>
        <p:grpSpPr>
          <a:xfrm>
            <a:off x="-17654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2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flipH="1">
            <a:off x="10751185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 userDrawn="1">
            <p:custDataLst>
              <p:tags r:id="rId4"/>
            </p:custDataLst>
          </p:nvPr>
        </p:nvSpPr>
        <p:spPr bwMode="auto">
          <a:xfrm flipH="1">
            <a:off x="1270" y="4761865"/>
            <a:ext cx="2041525" cy="2096135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6985" y="5356225"/>
            <a:ext cx="2432050" cy="1517015"/>
            <a:chOff x="11" y="6292"/>
            <a:chExt cx="7267" cy="4532"/>
          </a:xfrm>
        </p:grpSpPr>
        <p:sp>
          <p:nvSpPr>
            <p:cNvPr id="9" name="Freeform 6"/>
            <p:cNvSpPr/>
            <p:nvPr userDrawn="1">
              <p:custDataLst>
                <p:tags r:id="rId4"/>
              </p:custDataLst>
            </p:nvPr>
          </p:nvSpPr>
          <p:spPr bwMode="auto">
            <a:xfrm>
              <a:off x="11" y="6292"/>
              <a:ext cx="3833" cy="4508"/>
            </a:xfrm>
            <a:custGeom>
              <a:avLst/>
              <a:gdLst>
                <a:gd name="T0" fmla="*/ 0 w 1364"/>
                <a:gd name="T1" fmla="*/ 208 h 1604"/>
                <a:gd name="T2" fmla="*/ 1288 w 1364"/>
                <a:gd name="T3" fmla="*/ 1092 h 1604"/>
                <a:gd name="T4" fmla="*/ 1016 w 1364"/>
                <a:gd name="T5" fmla="*/ 1324 h 1604"/>
                <a:gd name="T6" fmla="*/ 920 w 1364"/>
                <a:gd name="T7" fmla="*/ 1296 h 1604"/>
                <a:gd name="T8" fmla="*/ 648 w 1364"/>
                <a:gd name="T9" fmla="*/ 1604 h 1604"/>
                <a:gd name="T10" fmla="*/ 0 w 1364"/>
                <a:gd name="T11" fmla="*/ 1604 h 1604"/>
                <a:gd name="T12" fmla="*/ 0 w 1364"/>
                <a:gd name="T13" fmla="*/ 208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4" h="1604">
                  <a:moveTo>
                    <a:pt x="0" y="208"/>
                  </a:moveTo>
                  <a:cubicBezTo>
                    <a:pt x="0" y="208"/>
                    <a:pt x="1040" y="0"/>
                    <a:pt x="1288" y="1092"/>
                  </a:cubicBezTo>
                  <a:cubicBezTo>
                    <a:pt x="1288" y="1092"/>
                    <a:pt x="1364" y="1388"/>
                    <a:pt x="1016" y="1324"/>
                  </a:cubicBezTo>
                  <a:cubicBezTo>
                    <a:pt x="920" y="1296"/>
                    <a:pt x="920" y="1296"/>
                    <a:pt x="920" y="1296"/>
                  </a:cubicBezTo>
                  <a:cubicBezTo>
                    <a:pt x="920" y="1296"/>
                    <a:pt x="716" y="1236"/>
                    <a:pt x="648" y="1604"/>
                  </a:cubicBezTo>
                  <a:cubicBezTo>
                    <a:pt x="0" y="1604"/>
                    <a:pt x="0" y="1604"/>
                    <a:pt x="0" y="1604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 userDrawn="1">
              <p:custDataLst>
                <p:tags r:id="rId5"/>
              </p:custDataLst>
            </p:nvPr>
          </p:nvSpPr>
          <p:spPr bwMode="auto">
            <a:xfrm>
              <a:off x="756" y="8015"/>
              <a:ext cx="4753" cy="2785"/>
            </a:xfrm>
            <a:custGeom>
              <a:avLst/>
              <a:gdLst>
                <a:gd name="T0" fmla="*/ 0 w 1624"/>
                <a:gd name="T1" fmla="*/ 704 h 704"/>
                <a:gd name="T2" fmla="*/ 1204 w 1624"/>
                <a:gd name="T3" fmla="*/ 28 h 704"/>
                <a:gd name="T4" fmla="*/ 1452 w 1624"/>
                <a:gd name="T5" fmla="*/ 304 h 704"/>
                <a:gd name="T6" fmla="*/ 1376 w 1624"/>
                <a:gd name="T7" fmla="*/ 704 h 704"/>
                <a:gd name="T8" fmla="*/ 0 w 1624"/>
                <a:gd name="T9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704">
                  <a:moveTo>
                    <a:pt x="0" y="704"/>
                  </a:moveTo>
                  <a:cubicBezTo>
                    <a:pt x="0" y="704"/>
                    <a:pt x="540" y="48"/>
                    <a:pt x="1204" y="28"/>
                  </a:cubicBezTo>
                  <a:cubicBezTo>
                    <a:pt x="1204" y="28"/>
                    <a:pt x="1624" y="0"/>
                    <a:pt x="1452" y="304"/>
                  </a:cubicBezTo>
                  <a:cubicBezTo>
                    <a:pt x="1452" y="304"/>
                    <a:pt x="1252" y="616"/>
                    <a:pt x="1376" y="704"/>
                  </a:cubicBezTo>
                  <a:lnTo>
                    <a:pt x="0" y="70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4359" y="8442"/>
              <a:ext cx="2919" cy="2382"/>
              <a:chOff x="2753955" y="5356596"/>
              <a:chExt cx="1853474" cy="1512821"/>
            </a:xfrm>
            <a:solidFill>
              <a:schemeClr val="accent1"/>
            </a:solidFill>
          </p:grpSpPr>
          <p:sp>
            <p:nvSpPr>
              <p:cNvPr id="36" name="任意多边形 152"/>
              <p:cNvSpPr/>
              <p:nvPr>
                <p:custDataLst>
                  <p:tags r:id="rId7"/>
                </p:custDataLst>
              </p:nvPr>
            </p:nvSpPr>
            <p:spPr>
              <a:xfrm>
                <a:off x="2852811" y="5356596"/>
                <a:ext cx="778025" cy="1338207"/>
              </a:xfrm>
              <a:custGeom>
                <a:avLst/>
                <a:gdLst>
                  <a:gd name="connsiteX0" fmla="*/ 778025 w 778025"/>
                  <a:gd name="connsiteY0" fmla="*/ 0 h 1338207"/>
                  <a:gd name="connsiteX1" fmla="*/ 5411 w 778025"/>
                  <a:gd name="connsiteY1" fmla="*/ 1338207 h 1338207"/>
                  <a:gd name="connsiteX2" fmla="*/ 0 w 778025"/>
                  <a:gd name="connsiteY2" fmla="*/ 1270818 h 1338207"/>
                  <a:gd name="connsiteX3" fmla="*/ 716960 w 778025"/>
                  <a:gd name="connsiteY3" fmla="*/ 29008 h 1338207"/>
                  <a:gd name="connsiteX4" fmla="*/ 778025 w 778025"/>
                  <a:gd name="connsiteY4" fmla="*/ 0 h 13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025" h="1338207">
                    <a:moveTo>
                      <a:pt x="778025" y="0"/>
                    </a:moveTo>
                    <a:cubicBezTo>
                      <a:pt x="778025" y="0"/>
                      <a:pt x="778025" y="0"/>
                      <a:pt x="5411" y="1338207"/>
                    </a:cubicBezTo>
                    <a:cubicBezTo>
                      <a:pt x="1824" y="1317234"/>
                      <a:pt x="566" y="1293826"/>
                      <a:pt x="0" y="1270818"/>
                    </a:cubicBezTo>
                    <a:cubicBezTo>
                      <a:pt x="0" y="1270818"/>
                      <a:pt x="0" y="1270818"/>
                      <a:pt x="716960" y="29008"/>
                    </a:cubicBezTo>
                    <a:cubicBezTo>
                      <a:pt x="737168" y="17994"/>
                      <a:pt x="758069" y="7379"/>
                      <a:pt x="7780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任意多边形 151"/>
              <p:cNvSpPr/>
              <p:nvPr>
                <p:custDataLst>
                  <p:tags r:id="rId8"/>
                </p:custDataLst>
              </p:nvPr>
            </p:nvSpPr>
            <p:spPr>
              <a:xfrm>
                <a:off x="2911753" y="5361148"/>
                <a:ext cx="845438" cy="1440807"/>
              </a:xfrm>
              <a:custGeom>
                <a:avLst/>
                <a:gdLst>
                  <a:gd name="connsiteX0" fmla="*/ 845438 w 845438"/>
                  <a:gd name="connsiteY0" fmla="*/ 0 h 1440807"/>
                  <a:gd name="connsiteX1" fmla="*/ 13588 w 845438"/>
                  <a:gd name="connsiteY1" fmla="*/ 1440807 h 1440807"/>
                  <a:gd name="connsiteX2" fmla="*/ 0 w 845438"/>
                  <a:gd name="connsiteY2" fmla="*/ 1387583 h 1440807"/>
                  <a:gd name="connsiteX3" fmla="*/ 792550 w 845438"/>
                  <a:gd name="connsiteY3" fmla="*/ 14845 h 1440807"/>
                  <a:gd name="connsiteX4" fmla="*/ 845438 w 845438"/>
                  <a:gd name="connsiteY4" fmla="*/ 0 h 144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5438" h="1440807">
                    <a:moveTo>
                      <a:pt x="845438" y="0"/>
                    </a:moveTo>
                    <a:cubicBezTo>
                      <a:pt x="845438" y="0"/>
                      <a:pt x="845438" y="0"/>
                      <a:pt x="13588" y="1440807"/>
                    </a:cubicBezTo>
                    <a:cubicBezTo>
                      <a:pt x="8240" y="1424484"/>
                      <a:pt x="3710" y="1406742"/>
                      <a:pt x="0" y="1387583"/>
                    </a:cubicBezTo>
                    <a:cubicBezTo>
                      <a:pt x="0" y="1387583"/>
                      <a:pt x="0" y="1387583"/>
                      <a:pt x="792550" y="14845"/>
                    </a:cubicBezTo>
                    <a:cubicBezTo>
                      <a:pt x="810998" y="8479"/>
                      <a:pt x="828628" y="3530"/>
                      <a:pt x="8454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任意多边形 150"/>
              <p:cNvSpPr/>
              <p:nvPr>
                <p:custDataLst>
                  <p:tags r:id="rId9"/>
                </p:custDataLst>
              </p:nvPr>
            </p:nvSpPr>
            <p:spPr>
              <a:xfrm>
                <a:off x="2802949" y="5372565"/>
                <a:ext cx="689682" cy="1194565"/>
              </a:xfrm>
              <a:custGeom>
                <a:avLst/>
                <a:gdLst>
                  <a:gd name="connsiteX0" fmla="*/ 689682 w 689682"/>
                  <a:gd name="connsiteY0" fmla="*/ 0 h 1194565"/>
                  <a:gd name="connsiteX1" fmla="*/ 0 w 689682"/>
                  <a:gd name="connsiteY1" fmla="*/ 1194565 h 1194565"/>
                  <a:gd name="connsiteX2" fmla="*/ 4351 w 689682"/>
                  <a:gd name="connsiteY2" fmla="*/ 1110269 h 1194565"/>
                  <a:gd name="connsiteX3" fmla="*/ 618855 w 689682"/>
                  <a:gd name="connsiteY3" fmla="*/ 45917 h 1194565"/>
                  <a:gd name="connsiteX4" fmla="*/ 689682 w 689682"/>
                  <a:gd name="connsiteY4" fmla="*/ 0 h 119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682" h="1194565">
                    <a:moveTo>
                      <a:pt x="689682" y="0"/>
                    </a:moveTo>
                    <a:cubicBezTo>
                      <a:pt x="689682" y="0"/>
                      <a:pt x="689682" y="0"/>
                      <a:pt x="0" y="1194565"/>
                    </a:cubicBezTo>
                    <a:cubicBezTo>
                      <a:pt x="485" y="1166538"/>
                      <a:pt x="1663" y="1138911"/>
                      <a:pt x="4351" y="1110269"/>
                    </a:cubicBezTo>
                    <a:cubicBezTo>
                      <a:pt x="4351" y="1110269"/>
                      <a:pt x="4351" y="1110269"/>
                      <a:pt x="618855" y="45917"/>
                    </a:cubicBezTo>
                    <a:cubicBezTo>
                      <a:pt x="642316" y="29268"/>
                      <a:pt x="665653" y="14434"/>
                      <a:pt x="6896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任意多边形 1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81626" y="5381822"/>
                <a:ext cx="892612" cy="1487595"/>
              </a:xfrm>
              <a:custGeom>
                <a:avLst/>
                <a:gdLst>
                  <a:gd name="connsiteX0" fmla="*/ 892612 w 892612"/>
                  <a:gd name="connsiteY0" fmla="*/ 0 h 1487595"/>
                  <a:gd name="connsiteX1" fmla="*/ 99407 w 892612"/>
                  <a:gd name="connsiteY1" fmla="*/ 1373872 h 1487595"/>
                  <a:gd name="connsiteX2" fmla="*/ 33749 w 892612"/>
                  <a:gd name="connsiteY2" fmla="*/ 1487595 h 1487595"/>
                  <a:gd name="connsiteX3" fmla="*/ 8806 w 892612"/>
                  <a:gd name="connsiteY3" fmla="*/ 1487595 h 1487595"/>
                  <a:gd name="connsiteX4" fmla="*/ 0 w 892612"/>
                  <a:gd name="connsiteY4" fmla="*/ 1469290 h 1487595"/>
                  <a:gd name="connsiteX5" fmla="*/ 846279 w 892612"/>
                  <a:gd name="connsiteY5" fmla="*/ 3492 h 1487595"/>
                  <a:gd name="connsiteX6" fmla="*/ 892612 w 892612"/>
                  <a:gd name="connsiteY6" fmla="*/ 0 h 1487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612" h="1487595">
                    <a:moveTo>
                      <a:pt x="892612" y="0"/>
                    </a:moveTo>
                    <a:cubicBezTo>
                      <a:pt x="892612" y="0"/>
                      <a:pt x="892612" y="0"/>
                      <a:pt x="99407" y="1373872"/>
                    </a:cubicBezTo>
                    <a:lnTo>
                      <a:pt x="33749" y="1487595"/>
                    </a:lnTo>
                    <a:lnTo>
                      <a:pt x="8806" y="1487595"/>
                    </a:lnTo>
                    <a:lnTo>
                      <a:pt x="0" y="1469290"/>
                    </a:lnTo>
                    <a:cubicBezTo>
                      <a:pt x="0" y="1469290"/>
                      <a:pt x="0" y="1469290"/>
                      <a:pt x="846279" y="3492"/>
                    </a:cubicBezTo>
                    <a:cubicBezTo>
                      <a:pt x="862269" y="1383"/>
                      <a:pt x="877440" y="691"/>
                      <a:pt x="8926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任意多边形 1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00041" y="5410660"/>
                <a:ext cx="883628" cy="1458756"/>
              </a:xfrm>
              <a:custGeom>
                <a:avLst/>
                <a:gdLst>
                  <a:gd name="connsiteX0" fmla="*/ 842213 w 883628"/>
                  <a:gd name="connsiteY0" fmla="*/ 0 h 1458756"/>
                  <a:gd name="connsiteX1" fmla="*/ 883628 w 883628"/>
                  <a:gd name="connsiteY1" fmla="*/ 5026 h 1458756"/>
                  <a:gd name="connsiteX2" fmla="*/ 67343 w 883628"/>
                  <a:gd name="connsiteY2" fmla="*/ 1418874 h 1458756"/>
                  <a:gd name="connsiteX3" fmla="*/ 44317 w 883628"/>
                  <a:gd name="connsiteY3" fmla="*/ 1458756 h 1458756"/>
                  <a:gd name="connsiteX4" fmla="*/ 0 w 883628"/>
                  <a:gd name="connsiteY4" fmla="*/ 1458756 h 1458756"/>
                  <a:gd name="connsiteX5" fmla="*/ 7196 w 883628"/>
                  <a:gd name="connsiteY5" fmla="*/ 1446291 h 1458756"/>
                  <a:gd name="connsiteX6" fmla="*/ 842213 w 883628"/>
                  <a:gd name="connsiteY6" fmla="*/ 0 h 145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83628" h="1458756">
                    <a:moveTo>
                      <a:pt x="842213" y="0"/>
                    </a:moveTo>
                    <a:cubicBezTo>
                      <a:pt x="856563" y="731"/>
                      <a:pt x="870096" y="2879"/>
                      <a:pt x="883628" y="5026"/>
                    </a:cubicBezTo>
                    <a:cubicBezTo>
                      <a:pt x="883628" y="5026"/>
                      <a:pt x="883628" y="5026"/>
                      <a:pt x="67343" y="1418874"/>
                    </a:cubicBezTo>
                    <a:lnTo>
                      <a:pt x="44317" y="1458756"/>
                    </a:lnTo>
                    <a:lnTo>
                      <a:pt x="0" y="1458756"/>
                    </a:lnTo>
                    <a:lnTo>
                      <a:pt x="7196" y="1446291"/>
                    </a:lnTo>
                    <a:cubicBezTo>
                      <a:pt x="84672" y="1312099"/>
                      <a:pt x="291274" y="954254"/>
                      <a:pt x="842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任意多边形 1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764377" y="5415763"/>
                <a:ext cx="576287" cy="998158"/>
              </a:xfrm>
              <a:custGeom>
                <a:avLst/>
                <a:gdLst>
                  <a:gd name="connsiteX0" fmla="*/ 576287 w 576287"/>
                  <a:gd name="connsiteY0" fmla="*/ 0 h 998158"/>
                  <a:gd name="connsiteX1" fmla="*/ 0 w 576287"/>
                  <a:gd name="connsiteY1" fmla="*/ 998158 h 998158"/>
                  <a:gd name="connsiteX2" fmla="*/ 22426 w 576287"/>
                  <a:gd name="connsiteY2" fmla="*/ 882555 h 998158"/>
                  <a:gd name="connsiteX3" fmla="*/ 487385 w 576287"/>
                  <a:gd name="connsiteY3" fmla="*/ 77223 h 998158"/>
                  <a:gd name="connsiteX4" fmla="*/ 576287 w 576287"/>
                  <a:gd name="connsiteY4" fmla="*/ 0 h 99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287" h="998158">
                    <a:moveTo>
                      <a:pt x="576287" y="0"/>
                    </a:moveTo>
                    <a:cubicBezTo>
                      <a:pt x="576287" y="0"/>
                      <a:pt x="576287" y="0"/>
                      <a:pt x="0" y="998158"/>
                    </a:cubicBezTo>
                    <a:cubicBezTo>
                      <a:pt x="4726" y="961188"/>
                      <a:pt x="12474" y="922181"/>
                      <a:pt x="22426" y="882555"/>
                    </a:cubicBezTo>
                    <a:cubicBezTo>
                      <a:pt x="22426" y="882555"/>
                      <a:pt x="22426" y="882555"/>
                      <a:pt x="487385" y="77223"/>
                    </a:cubicBezTo>
                    <a:cubicBezTo>
                      <a:pt x="516725" y="48792"/>
                      <a:pt x="546632" y="22578"/>
                      <a:pt x="576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任意多边形 1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227072" y="5446910"/>
                <a:ext cx="857794" cy="1422506"/>
              </a:xfrm>
              <a:custGeom>
                <a:avLst/>
                <a:gdLst>
                  <a:gd name="connsiteX0" fmla="*/ 821284 w 857794"/>
                  <a:gd name="connsiteY0" fmla="*/ 0 h 1422506"/>
                  <a:gd name="connsiteX1" fmla="*/ 857794 w 857794"/>
                  <a:gd name="connsiteY1" fmla="*/ 13522 h 1422506"/>
                  <a:gd name="connsiteX2" fmla="*/ 108221 w 857794"/>
                  <a:gd name="connsiteY2" fmla="*/ 1311821 h 1422506"/>
                  <a:gd name="connsiteX3" fmla="*/ 44317 w 857794"/>
                  <a:gd name="connsiteY3" fmla="*/ 1422506 h 1422506"/>
                  <a:gd name="connsiteX4" fmla="*/ 0 w 857794"/>
                  <a:gd name="connsiteY4" fmla="*/ 1422506 h 1422506"/>
                  <a:gd name="connsiteX5" fmla="*/ 31019 w 857794"/>
                  <a:gd name="connsiteY5" fmla="*/ 1368778 h 1422506"/>
                  <a:gd name="connsiteX6" fmla="*/ 821284 w 857794"/>
                  <a:gd name="connsiteY6" fmla="*/ 0 h 142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794" h="1422506">
                    <a:moveTo>
                      <a:pt x="821284" y="0"/>
                    </a:moveTo>
                    <a:cubicBezTo>
                      <a:pt x="833999" y="3563"/>
                      <a:pt x="845897" y="8543"/>
                      <a:pt x="857794" y="13522"/>
                    </a:cubicBezTo>
                    <a:cubicBezTo>
                      <a:pt x="857794" y="13522"/>
                      <a:pt x="857794" y="13522"/>
                      <a:pt x="108221" y="1311821"/>
                    </a:cubicBezTo>
                    <a:lnTo>
                      <a:pt x="44317" y="1422506"/>
                    </a:lnTo>
                    <a:lnTo>
                      <a:pt x="0" y="1422506"/>
                    </a:lnTo>
                    <a:lnTo>
                      <a:pt x="31019" y="1368778"/>
                    </a:lnTo>
                    <a:cubicBezTo>
                      <a:pt x="143914" y="1173238"/>
                      <a:pt x="369704" y="782159"/>
                      <a:pt x="8212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任意多边形 1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56055" y="5497094"/>
                <a:ext cx="823913" cy="1372323"/>
              </a:xfrm>
              <a:custGeom>
                <a:avLst/>
                <a:gdLst>
                  <a:gd name="connsiteX0" fmla="*/ 792311 w 823913"/>
                  <a:gd name="connsiteY0" fmla="*/ 0 h 1372323"/>
                  <a:gd name="connsiteX1" fmla="*/ 793696 w 823913"/>
                  <a:gd name="connsiteY1" fmla="*/ 800 h 1372323"/>
                  <a:gd name="connsiteX2" fmla="*/ 823913 w 823913"/>
                  <a:gd name="connsiteY2" fmla="*/ 22024 h 1372323"/>
                  <a:gd name="connsiteX3" fmla="*/ 77036 w 823913"/>
                  <a:gd name="connsiteY3" fmla="*/ 1315653 h 1372323"/>
                  <a:gd name="connsiteX4" fmla="*/ 44317 w 823913"/>
                  <a:gd name="connsiteY4" fmla="*/ 1372323 h 1372323"/>
                  <a:gd name="connsiteX5" fmla="*/ 0 w 823913"/>
                  <a:gd name="connsiteY5" fmla="*/ 1372323 h 1372323"/>
                  <a:gd name="connsiteX6" fmla="*/ 44515 w 823913"/>
                  <a:gd name="connsiteY6" fmla="*/ 1295221 h 1372323"/>
                  <a:gd name="connsiteX7" fmla="*/ 792311 w 823913"/>
                  <a:gd name="connsiteY7" fmla="*/ 0 h 137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3913" h="1372323">
                    <a:moveTo>
                      <a:pt x="792311" y="0"/>
                    </a:moveTo>
                    <a:cubicBezTo>
                      <a:pt x="793004" y="400"/>
                      <a:pt x="793004" y="400"/>
                      <a:pt x="793696" y="800"/>
                    </a:cubicBezTo>
                    <a:cubicBezTo>
                      <a:pt x="804083" y="6797"/>
                      <a:pt x="814344" y="14611"/>
                      <a:pt x="823913" y="22024"/>
                    </a:cubicBezTo>
                    <a:cubicBezTo>
                      <a:pt x="823913" y="22024"/>
                      <a:pt x="823913" y="22024"/>
                      <a:pt x="77036" y="1315653"/>
                    </a:cubicBezTo>
                    <a:lnTo>
                      <a:pt x="44317" y="1372323"/>
                    </a:lnTo>
                    <a:lnTo>
                      <a:pt x="0" y="1372323"/>
                    </a:lnTo>
                    <a:lnTo>
                      <a:pt x="44515" y="1295221"/>
                    </a:lnTo>
                    <a:cubicBezTo>
                      <a:pt x="170443" y="1077107"/>
                      <a:pt x="394316" y="689348"/>
                      <a:pt x="7923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任意多边形 14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753955" y="5509416"/>
                <a:ext cx="403655" cy="699151"/>
              </a:xfrm>
              <a:custGeom>
                <a:avLst/>
                <a:gdLst>
                  <a:gd name="connsiteX0" fmla="*/ 403655 w 403655"/>
                  <a:gd name="connsiteY0" fmla="*/ 0 h 699151"/>
                  <a:gd name="connsiteX1" fmla="*/ 0 w 403655"/>
                  <a:gd name="connsiteY1" fmla="*/ 699151 h 699151"/>
                  <a:gd name="connsiteX2" fmla="*/ 82792 w 403655"/>
                  <a:gd name="connsiteY2" fmla="*/ 478990 h 699151"/>
                  <a:gd name="connsiteX3" fmla="*/ 254386 w 403655"/>
                  <a:gd name="connsiteY3" fmla="*/ 181780 h 699151"/>
                  <a:gd name="connsiteX4" fmla="*/ 403655 w 403655"/>
                  <a:gd name="connsiteY4" fmla="*/ 0 h 69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655" h="699151">
                    <a:moveTo>
                      <a:pt x="403655" y="0"/>
                    </a:moveTo>
                    <a:cubicBezTo>
                      <a:pt x="403655" y="0"/>
                      <a:pt x="403655" y="0"/>
                      <a:pt x="0" y="699151"/>
                    </a:cubicBezTo>
                    <a:cubicBezTo>
                      <a:pt x="20719" y="628083"/>
                      <a:pt x="48861" y="553752"/>
                      <a:pt x="82792" y="478990"/>
                    </a:cubicBezTo>
                    <a:cubicBezTo>
                      <a:pt x="82792" y="478990"/>
                      <a:pt x="82792" y="478990"/>
                      <a:pt x="254386" y="181780"/>
                    </a:cubicBezTo>
                    <a:cubicBezTo>
                      <a:pt x="302167" y="115014"/>
                      <a:pt x="352467" y="53477"/>
                      <a:pt x="4036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任意多边形 1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485039" y="5558808"/>
                <a:ext cx="783375" cy="1310608"/>
              </a:xfrm>
              <a:custGeom>
                <a:avLst/>
                <a:gdLst>
                  <a:gd name="connsiteX0" fmla="*/ 756680 w 783375"/>
                  <a:gd name="connsiteY0" fmla="*/ 0 h 1310608"/>
                  <a:gd name="connsiteX1" fmla="*/ 783375 w 783375"/>
                  <a:gd name="connsiteY1" fmla="*/ 30523 h 1310608"/>
                  <a:gd name="connsiteX2" fmla="*/ 50163 w 783375"/>
                  <a:gd name="connsiteY2" fmla="*/ 1300484 h 1310608"/>
                  <a:gd name="connsiteX3" fmla="*/ 44318 w 783375"/>
                  <a:gd name="connsiteY3" fmla="*/ 1310608 h 1310608"/>
                  <a:gd name="connsiteX4" fmla="*/ 0 w 783375"/>
                  <a:gd name="connsiteY4" fmla="*/ 1310608 h 1310608"/>
                  <a:gd name="connsiteX5" fmla="*/ 14449 w 783375"/>
                  <a:gd name="connsiteY5" fmla="*/ 1285582 h 1310608"/>
                  <a:gd name="connsiteX6" fmla="*/ 756680 w 783375"/>
                  <a:gd name="connsiteY6" fmla="*/ 0 h 131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3375" h="1310608">
                    <a:moveTo>
                      <a:pt x="756680" y="0"/>
                    </a:moveTo>
                    <a:cubicBezTo>
                      <a:pt x="766124" y="9230"/>
                      <a:pt x="775567" y="18460"/>
                      <a:pt x="783375" y="30523"/>
                    </a:cubicBezTo>
                    <a:cubicBezTo>
                      <a:pt x="783375" y="30523"/>
                      <a:pt x="783375" y="30523"/>
                      <a:pt x="50163" y="1300484"/>
                    </a:cubicBezTo>
                    <a:lnTo>
                      <a:pt x="44318" y="1310608"/>
                    </a:lnTo>
                    <a:lnTo>
                      <a:pt x="0" y="1310608"/>
                    </a:lnTo>
                    <a:lnTo>
                      <a:pt x="14449" y="1285582"/>
                    </a:lnTo>
                    <a:cubicBezTo>
                      <a:pt x="139440" y="1069091"/>
                      <a:pt x="361647" y="684218"/>
                      <a:pt x="75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任意多边形 1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4023" y="5630782"/>
                <a:ext cx="736081" cy="1238634"/>
              </a:xfrm>
              <a:custGeom>
                <a:avLst/>
                <a:gdLst>
                  <a:gd name="connsiteX0" fmla="*/ 715126 w 736081"/>
                  <a:gd name="connsiteY0" fmla="*/ 0 h 1238634"/>
                  <a:gd name="connsiteX1" fmla="*/ 736081 w 736081"/>
                  <a:gd name="connsiteY1" fmla="*/ 40464 h 1238634"/>
                  <a:gd name="connsiteX2" fmla="*/ 96173 w 736081"/>
                  <a:gd name="connsiteY2" fmla="*/ 1148817 h 1238634"/>
                  <a:gd name="connsiteX3" fmla="*/ 44317 w 736081"/>
                  <a:gd name="connsiteY3" fmla="*/ 1238634 h 1238634"/>
                  <a:gd name="connsiteX4" fmla="*/ 0 w 736081"/>
                  <a:gd name="connsiteY4" fmla="*/ 1238634 h 1238634"/>
                  <a:gd name="connsiteX5" fmla="*/ 46707 w 736081"/>
                  <a:gd name="connsiteY5" fmla="*/ 1157736 h 1238634"/>
                  <a:gd name="connsiteX6" fmla="*/ 715126 w 736081"/>
                  <a:gd name="connsiteY6" fmla="*/ 0 h 1238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081" h="1238634">
                    <a:moveTo>
                      <a:pt x="715126" y="0"/>
                    </a:moveTo>
                    <a:cubicBezTo>
                      <a:pt x="722930" y="12070"/>
                      <a:pt x="729915" y="25558"/>
                      <a:pt x="736081" y="40464"/>
                    </a:cubicBezTo>
                    <a:cubicBezTo>
                      <a:pt x="736081" y="40464"/>
                      <a:pt x="736081" y="40464"/>
                      <a:pt x="96173" y="1148817"/>
                    </a:cubicBezTo>
                    <a:lnTo>
                      <a:pt x="44317" y="1238634"/>
                    </a:lnTo>
                    <a:lnTo>
                      <a:pt x="0" y="1238634"/>
                    </a:lnTo>
                    <a:lnTo>
                      <a:pt x="46707" y="1157736"/>
                    </a:lnTo>
                    <a:cubicBezTo>
                      <a:pt x="176245" y="933368"/>
                      <a:pt x="383507" y="574381"/>
                      <a:pt x="715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任意多边形 1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3743006" y="5718881"/>
                <a:ext cx="680330" cy="1150536"/>
              </a:xfrm>
              <a:custGeom>
                <a:avLst/>
                <a:gdLst>
                  <a:gd name="connsiteX0" fmla="*/ 664262 w 680330"/>
                  <a:gd name="connsiteY0" fmla="*/ 0 h 1150536"/>
                  <a:gd name="connsiteX1" fmla="*/ 680330 w 680330"/>
                  <a:gd name="connsiteY1" fmla="*/ 48930 h 1150536"/>
                  <a:gd name="connsiteX2" fmla="*/ 75412 w 680330"/>
                  <a:gd name="connsiteY2" fmla="*/ 1096678 h 1150536"/>
                  <a:gd name="connsiteX3" fmla="*/ 44317 w 680330"/>
                  <a:gd name="connsiteY3" fmla="*/ 1150536 h 1150536"/>
                  <a:gd name="connsiteX4" fmla="*/ 0 w 680330"/>
                  <a:gd name="connsiteY4" fmla="*/ 1150536 h 1150536"/>
                  <a:gd name="connsiteX5" fmla="*/ 23987 w 680330"/>
                  <a:gd name="connsiteY5" fmla="*/ 1108989 h 1150536"/>
                  <a:gd name="connsiteX6" fmla="*/ 664262 w 680330"/>
                  <a:gd name="connsiteY6" fmla="*/ 0 h 115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30" h="1150536">
                    <a:moveTo>
                      <a:pt x="664262" y="0"/>
                    </a:moveTo>
                    <a:cubicBezTo>
                      <a:pt x="670436" y="14894"/>
                      <a:pt x="675792" y="31204"/>
                      <a:pt x="680330" y="48930"/>
                    </a:cubicBezTo>
                    <a:cubicBezTo>
                      <a:pt x="680330" y="48930"/>
                      <a:pt x="680330" y="48930"/>
                      <a:pt x="75412" y="1096678"/>
                    </a:cubicBezTo>
                    <a:lnTo>
                      <a:pt x="44317" y="1150536"/>
                    </a:lnTo>
                    <a:lnTo>
                      <a:pt x="0" y="1150536"/>
                    </a:lnTo>
                    <a:lnTo>
                      <a:pt x="23987" y="1108989"/>
                    </a:lnTo>
                    <a:cubicBezTo>
                      <a:pt x="148072" y="894069"/>
                      <a:pt x="346606" y="550196"/>
                      <a:pt x="6642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70035" y="5819324"/>
                <a:ext cx="614984" cy="1050093"/>
              </a:xfrm>
              <a:custGeom>
                <a:avLst/>
                <a:gdLst>
                  <a:gd name="connsiteX0" fmla="*/ 606271 w 614984"/>
                  <a:gd name="connsiteY0" fmla="*/ 0 h 1050093"/>
                  <a:gd name="connsiteX1" fmla="*/ 614984 w 614984"/>
                  <a:gd name="connsiteY1" fmla="*/ 61668 h 1050093"/>
                  <a:gd name="connsiteX2" fmla="*/ 115513 w 614984"/>
                  <a:gd name="connsiteY2" fmla="*/ 926777 h 1050093"/>
                  <a:gd name="connsiteX3" fmla="*/ 44317 w 614984"/>
                  <a:gd name="connsiteY3" fmla="*/ 1050093 h 1050093"/>
                  <a:gd name="connsiteX4" fmla="*/ 0 w 614984"/>
                  <a:gd name="connsiteY4" fmla="*/ 1050093 h 1050093"/>
                  <a:gd name="connsiteX5" fmla="*/ 5653 w 614984"/>
                  <a:gd name="connsiteY5" fmla="*/ 1040301 h 1050093"/>
                  <a:gd name="connsiteX6" fmla="*/ 606271 w 614984"/>
                  <a:gd name="connsiteY6" fmla="*/ 0 h 105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984" h="1050093">
                    <a:moveTo>
                      <a:pt x="606271" y="0"/>
                    </a:moveTo>
                    <a:cubicBezTo>
                      <a:pt x="610685" y="19540"/>
                      <a:pt x="613590" y="40096"/>
                      <a:pt x="614984" y="61668"/>
                    </a:cubicBezTo>
                    <a:cubicBezTo>
                      <a:pt x="614984" y="61668"/>
                      <a:pt x="614984" y="61668"/>
                      <a:pt x="115513" y="926777"/>
                    </a:cubicBezTo>
                    <a:lnTo>
                      <a:pt x="44317" y="1050093"/>
                    </a:lnTo>
                    <a:lnTo>
                      <a:pt x="0" y="1050093"/>
                    </a:lnTo>
                    <a:lnTo>
                      <a:pt x="5653" y="1040301"/>
                    </a:lnTo>
                    <a:cubicBezTo>
                      <a:pt x="122052" y="838692"/>
                      <a:pt x="308290" y="516118"/>
                      <a:pt x="6062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任意多边形 13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999017" y="5938200"/>
                <a:ext cx="538932" cy="931217"/>
              </a:xfrm>
              <a:custGeom>
                <a:avLst/>
                <a:gdLst>
                  <a:gd name="connsiteX0" fmla="*/ 537639 w 538932"/>
                  <a:gd name="connsiteY0" fmla="*/ 0 h 931217"/>
                  <a:gd name="connsiteX1" fmla="*/ 537322 w 538932"/>
                  <a:gd name="connsiteY1" fmla="*/ 77309 h 931217"/>
                  <a:gd name="connsiteX2" fmla="*/ 98704 w 538932"/>
                  <a:gd name="connsiteY2" fmla="*/ 837017 h 931217"/>
                  <a:gd name="connsiteX3" fmla="*/ 44318 w 538932"/>
                  <a:gd name="connsiteY3" fmla="*/ 931217 h 931217"/>
                  <a:gd name="connsiteX4" fmla="*/ 0 w 538932"/>
                  <a:gd name="connsiteY4" fmla="*/ 931217 h 931217"/>
                  <a:gd name="connsiteX5" fmla="*/ 50362 w 538932"/>
                  <a:gd name="connsiteY5" fmla="*/ 843989 h 931217"/>
                  <a:gd name="connsiteX6" fmla="*/ 537639 w 538932"/>
                  <a:gd name="connsiteY6" fmla="*/ 0 h 93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8932" h="931217">
                    <a:moveTo>
                      <a:pt x="537639" y="0"/>
                    </a:moveTo>
                    <a:cubicBezTo>
                      <a:pt x="539590" y="23807"/>
                      <a:pt x="539211" y="50049"/>
                      <a:pt x="537322" y="77309"/>
                    </a:cubicBezTo>
                    <a:cubicBezTo>
                      <a:pt x="537322" y="77309"/>
                      <a:pt x="537322" y="77309"/>
                      <a:pt x="98704" y="837017"/>
                    </a:cubicBezTo>
                    <a:lnTo>
                      <a:pt x="44318" y="931217"/>
                    </a:lnTo>
                    <a:lnTo>
                      <a:pt x="0" y="931217"/>
                    </a:lnTo>
                    <a:lnTo>
                      <a:pt x="50362" y="843989"/>
                    </a:lnTo>
                    <a:cubicBezTo>
                      <a:pt x="156981" y="659318"/>
                      <a:pt x="312064" y="390707"/>
                      <a:pt x="5376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任意多边形 1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28002" y="6080530"/>
                <a:ext cx="455464" cy="788887"/>
              </a:xfrm>
              <a:custGeom>
                <a:avLst/>
                <a:gdLst>
                  <a:gd name="connsiteX0" fmla="*/ 455464 w 455464"/>
                  <a:gd name="connsiteY0" fmla="*/ 0 h 788887"/>
                  <a:gd name="connsiteX1" fmla="*/ 440416 w 455464"/>
                  <a:gd name="connsiteY1" fmla="*/ 102823 h 788887"/>
                  <a:gd name="connsiteX2" fmla="*/ 88431 w 455464"/>
                  <a:gd name="connsiteY2" fmla="*/ 712479 h 788887"/>
                  <a:gd name="connsiteX3" fmla="*/ 44317 w 455464"/>
                  <a:gd name="connsiteY3" fmla="*/ 788887 h 788887"/>
                  <a:gd name="connsiteX4" fmla="*/ 0 w 455464"/>
                  <a:gd name="connsiteY4" fmla="*/ 788887 h 788887"/>
                  <a:gd name="connsiteX5" fmla="*/ 35594 w 455464"/>
                  <a:gd name="connsiteY5" fmla="*/ 727235 h 788887"/>
                  <a:gd name="connsiteX6" fmla="*/ 455464 w 455464"/>
                  <a:gd name="connsiteY6" fmla="*/ 0 h 78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64" h="788887">
                    <a:moveTo>
                      <a:pt x="455464" y="0"/>
                    </a:moveTo>
                    <a:cubicBezTo>
                      <a:pt x="451686" y="33729"/>
                      <a:pt x="447216" y="67059"/>
                      <a:pt x="440416" y="102823"/>
                    </a:cubicBezTo>
                    <a:cubicBezTo>
                      <a:pt x="440416" y="102823"/>
                      <a:pt x="440416" y="102823"/>
                      <a:pt x="88431" y="712479"/>
                    </a:cubicBezTo>
                    <a:lnTo>
                      <a:pt x="44317" y="788887"/>
                    </a:lnTo>
                    <a:lnTo>
                      <a:pt x="0" y="788887"/>
                    </a:lnTo>
                    <a:lnTo>
                      <a:pt x="35594" y="727235"/>
                    </a:lnTo>
                    <a:cubicBezTo>
                      <a:pt x="127465" y="568111"/>
                      <a:pt x="261094" y="336658"/>
                      <a:pt x="4554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任意多边形 1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256988" y="6262435"/>
                <a:ext cx="350441" cy="606982"/>
              </a:xfrm>
              <a:custGeom>
                <a:avLst/>
                <a:gdLst>
                  <a:gd name="connsiteX0" fmla="*/ 350441 w 350441"/>
                  <a:gd name="connsiteY0" fmla="*/ 0 h 606982"/>
                  <a:gd name="connsiteX1" fmla="*/ 302636 w 350441"/>
                  <a:gd name="connsiteY1" fmla="*/ 159559 h 606982"/>
                  <a:gd name="connsiteX2" fmla="*/ 92049 w 350441"/>
                  <a:gd name="connsiteY2" fmla="*/ 524307 h 606982"/>
                  <a:gd name="connsiteX3" fmla="*/ 44317 w 350441"/>
                  <a:gd name="connsiteY3" fmla="*/ 606982 h 606982"/>
                  <a:gd name="connsiteX4" fmla="*/ 0 w 350441"/>
                  <a:gd name="connsiteY4" fmla="*/ 606982 h 606982"/>
                  <a:gd name="connsiteX5" fmla="*/ 28827 w 350441"/>
                  <a:gd name="connsiteY5" fmla="*/ 557052 h 606982"/>
                  <a:gd name="connsiteX6" fmla="*/ 350441 w 350441"/>
                  <a:gd name="connsiteY6" fmla="*/ 0 h 60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441" h="606982">
                    <a:moveTo>
                      <a:pt x="350441" y="0"/>
                    </a:moveTo>
                    <a:cubicBezTo>
                      <a:pt x="338221" y="51550"/>
                      <a:pt x="322286" y="104737"/>
                      <a:pt x="302636" y="159559"/>
                    </a:cubicBezTo>
                    <a:cubicBezTo>
                      <a:pt x="302636" y="159559"/>
                      <a:pt x="302636" y="159559"/>
                      <a:pt x="92049" y="524307"/>
                    </a:cubicBezTo>
                    <a:lnTo>
                      <a:pt x="44317" y="606982"/>
                    </a:lnTo>
                    <a:lnTo>
                      <a:pt x="0" y="606982"/>
                    </a:lnTo>
                    <a:lnTo>
                      <a:pt x="28827" y="557052"/>
                    </a:lnTo>
                    <a:cubicBezTo>
                      <a:pt x="99198" y="435165"/>
                      <a:pt x="201556" y="257876"/>
                      <a:pt x="3504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任意多边形 1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4017" y="6554888"/>
                <a:ext cx="181594" cy="314529"/>
              </a:xfrm>
              <a:custGeom>
                <a:avLst/>
                <a:gdLst>
                  <a:gd name="connsiteX0" fmla="*/ 181594 w 181594"/>
                  <a:gd name="connsiteY0" fmla="*/ 0 h 314529"/>
                  <a:gd name="connsiteX1" fmla="*/ 100989 w 181594"/>
                  <a:gd name="connsiteY1" fmla="*/ 187001 h 314529"/>
                  <a:gd name="connsiteX2" fmla="*/ 44195 w 181594"/>
                  <a:gd name="connsiteY2" fmla="*/ 273100 h 314529"/>
                  <a:gd name="connsiteX3" fmla="*/ 9396 w 181594"/>
                  <a:gd name="connsiteY3" fmla="*/ 314529 h 314529"/>
                  <a:gd name="connsiteX4" fmla="*/ 0 w 181594"/>
                  <a:gd name="connsiteY4" fmla="*/ 314529 h 314529"/>
                  <a:gd name="connsiteX5" fmla="*/ 181594 w 181594"/>
                  <a:gd name="connsiteY5" fmla="*/ 0 h 314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94" h="314529">
                    <a:moveTo>
                      <a:pt x="181594" y="0"/>
                    </a:moveTo>
                    <a:cubicBezTo>
                      <a:pt x="162164" y="64117"/>
                      <a:pt x="136056" y="126263"/>
                      <a:pt x="100989" y="187001"/>
                    </a:cubicBezTo>
                    <a:cubicBezTo>
                      <a:pt x="83455" y="217370"/>
                      <a:pt x="64497" y="245976"/>
                      <a:pt x="44195" y="273100"/>
                    </a:cubicBezTo>
                    <a:lnTo>
                      <a:pt x="9396" y="314529"/>
                    </a:lnTo>
                    <a:lnTo>
                      <a:pt x="0" y="314529"/>
                    </a:lnTo>
                    <a:lnTo>
                      <a:pt x="18159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 userDrawn="1">
            <p:custDataLst>
              <p:tags r:id="rId24"/>
            </p:custDataLst>
          </p:nvPr>
        </p:nvGrpSpPr>
        <p:grpSpPr>
          <a:xfrm>
            <a:off x="10436225" y="-8890"/>
            <a:ext cx="1755140" cy="1172845"/>
            <a:chOff x="14243" y="-25"/>
            <a:chExt cx="4956" cy="3312"/>
          </a:xfrm>
        </p:grpSpPr>
        <p:sp>
          <p:nvSpPr>
            <p:cNvPr id="13" name="Freeform 11"/>
            <p:cNvSpPr/>
            <p:nvPr userDrawn="1">
              <p:custDataLst>
                <p:tags r:id="rId25"/>
              </p:custDataLst>
            </p:nvPr>
          </p:nvSpPr>
          <p:spPr bwMode="auto">
            <a:xfrm>
              <a:off x="16525" y="0"/>
              <a:ext cx="2675" cy="2430"/>
            </a:xfrm>
            <a:custGeom>
              <a:avLst/>
              <a:gdLst>
                <a:gd name="T0" fmla="*/ 324 w 952"/>
                <a:gd name="T1" fmla="*/ 0 h 864"/>
                <a:gd name="T2" fmla="*/ 296 w 952"/>
                <a:gd name="T3" fmla="*/ 376 h 864"/>
                <a:gd name="T4" fmla="*/ 536 w 952"/>
                <a:gd name="T5" fmla="*/ 700 h 864"/>
                <a:gd name="T6" fmla="*/ 952 w 952"/>
                <a:gd name="T7" fmla="*/ 768 h 864"/>
                <a:gd name="T8" fmla="*/ 952 w 952"/>
                <a:gd name="T9" fmla="*/ 0 h 864"/>
                <a:gd name="T10" fmla="*/ 324 w 952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864">
                  <a:moveTo>
                    <a:pt x="324" y="0"/>
                  </a:moveTo>
                  <a:cubicBezTo>
                    <a:pt x="324" y="0"/>
                    <a:pt x="488" y="152"/>
                    <a:pt x="296" y="376"/>
                  </a:cubicBezTo>
                  <a:cubicBezTo>
                    <a:pt x="296" y="376"/>
                    <a:pt x="0" y="864"/>
                    <a:pt x="536" y="700"/>
                  </a:cubicBezTo>
                  <a:cubicBezTo>
                    <a:pt x="536" y="700"/>
                    <a:pt x="796" y="616"/>
                    <a:pt x="952" y="768"/>
                  </a:cubicBezTo>
                  <a:cubicBezTo>
                    <a:pt x="952" y="0"/>
                    <a:pt x="952" y="0"/>
                    <a:pt x="952" y="0"/>
                  </a:cubicBezTo>
                  <a:lnTo>
                    <a:pt x="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 userDrawn="1">
              <p:custDataLst>
                <p:tags r:id="rId26"/>
              </p:custDataLst>
            </p:nvPr>
          </p:nvGrpSpPr>
          <p:grpSpPr>
            <a:xfrm>
              <a:off x="14243" y="-25"/>
              <a:ext cx="4133" cy="3313"/>
              <a:chOff x="9044119" y="-15877"/>
              <a:chExt cx="2624337" cy="2103905"/>
            </a:xfrm>
          </p:grpSpPr>
          <p:sp>
            <p:nvSpPr>
              <p:cNvPr id="63" name="任意多边形 1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9044119" y="-15876"/>
                <a:ext cx="407785" cy="706307"/>
              </a:xfrm>
              <a:custGeom>
                <a:avLst/>
                <a:gdLst>
                  <a:gd name="connsiteX0" fmla="*/ 255661 w 302156"/>
                  <a:gd name="connsiteY0" fmla="*/ 0 h 523351"/>
                  <a:gd name="connsiteX1" fmla="*/ 302156 w 302156"/>
                  <a:gd name="connsiteY1" fmla="*/ 0 h 523351"/>
                  <a:gd name="connsiteX2" fmla="*/ 285876 w 302156"/>
                  <a:gd name="connsiteY2" fmla="*/ 28198 h 523351"/>
                  <a:gd name="connsiteX3" fmla="*/ 0 w 302156"/>
                  <a:gd name="connsiteY3" fmla="*/ 523351 h 523351"/>
                  <a:gd name="connsiteX4" fmla="*/ 86860 w 302156"/>
                  <a:gd name="connsiteY4" fmla="*/ 292372 h 523351"/>
                  <a:gd name="connsiteX5" fmla="*/ 207463 w 302156"/>
                  <a:gd name="connsiteY5" fmla="*/ 83480 h 523351"/>
                  <a:gd name="connsiteX6" fmla="*/ 255661 w 302156"/>
                  <a:gd name="connsiteY6" fmla="*/ 0 h 523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2156" h="523351">
                    <a:moveTo>
                      <a:pt x="255661" y="0"/>
                    </a:moveTo>
                    <a:lnTo>
                      <a:pt x="302156" y="0"/>
                    </a:lnTo>
                    <a:lnTo>
                      <a:pt x="285876" y="28198"/>
                    </a:lnTo>
                    <a:cubicBezTo>
                      <a:pt x="223325" y="136541"/>
                      <a:pt x="132341" y="294130"/>
                      <a:pt x="0" y="523351"/>
                    </a:cubicBezTo>
                    <a:cubicBezTo>
                      <a:pt x="21737" y="448790"/>
                      <a:pt x="51262" y="370808"/>
                      <a:pt x="86860" y="292372"/>
                    </a:cubicBezTo>
                    <a:cubicBezTo>
                      <a:pt x="86860" y="292372"/>
                      <a:pt x="86860" y="292372"/>
                      <a:pt x="207463" y="83480"/>
                    </a:cubicBezTo>
                    <a:lnTo>
                      <a:pt x="2556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任意多边形 121"/>
              <p:cNvSpPr/>
              <p:nvPr>
                <p:custDataLst>
                  <p:tags r:id="rId28"/>
                </p:custDataLst>
              </p:nvPr>
            </p:nvSpPr>
            <p:spPr>
              <a:xfrm>
                <a:off x="9058874" y="-15876"/>
                <a:ext cx="575657" cy="997070"/>
              </a:xfrm>
              <a:custGeom>
                <a:avLst/>
                <a:gdLst>
                  <a:gd name="connsiteX0" fmla="*/ 380051 w 426544"/>
                  <a:gd name="connsiteY0" fmla="*/ 0 h 738797"/>
                  <a:gd name="connsiteX1" fmla="*/ 426544 w 426544"/>
                  <a:gd name="connsiteY1" fmla="*/ 0 h 738797"/>
                  <a:gd name="connsiteX2" fmla="*/ 408138 w 426544"/>
                  <a:gd name="connsiteY2" fmla="*/ 31881 h 738797"/>
                  <a:gd name="connsiteX3" fmla="*/ 0 w 426544"/>
                  <a:gd name="connsiteY3" fmla="*/ 738797 h 738797"/>
                  <a:gd name="connsiteX4" fmla="*/ 23528 w 426544"/>
                  <a:gd name="connsiteY4" fmla="*/ 617513 h 738797"/>
                  <a:gd name="connsiteX5" fmla="*/ 350321 w 426544"/>
                  <a:gd name="connsiteY5" fmla="*/ 51493 h 738797"/>
                  <a:gd name="connsiteX6" fmla="*/ 380051 w 426544"/>
                  <a:gd name="connsiteY6" fmla="*/ 0 h 73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6544" h="738797">
                    <a:moveTo>
                      <a:pt x="380051" y="0"/>
                    </a:moveTo>
                    <a:lnTo>
                      <a:pt x="426544" y="0"/>
                    </a:lnTo>
                    <a:lnTo>
                      <a:pt x="408138" y="31881"/>
                    </a:lnTo>
                    <a:cubicBezTo>
                      <a:pt x="318835" y="186559"/>
                      <a:pt x="188939" y="411545"/>
                      <a:pt x="0" y="738797"/>
                    </a:cubicBezTo>
                    <a:cubicBezTo>
                      <a:pt x="4959" y="700009"/>
                      <a:pt x="13087" y="659086"/>
                      <a:pt x="23528" y="617513"/>
                    </a:cubicBezTo>
                    <a:cubicBezTo>
                      <a:pt x="23528" y="617513"/>
                      <a:pt x="23528" y="617513"/>
                      <a:pt x="350321" y="51493"/>
                    </a:cubicBezTo>
                    <a:lnTo>
                      <a:pt x="38005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任意多边形 1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113492" y="-15876"/>
                <a:ext cx="700903" cy="1213998"/>
              </a:xfrm>
              <a:custGeom>
                <a:avLst/>
                <a:gdLst>
                  <a:gd name="connsiteX0" fmla="*/ 472852 w 519347"/>
                  <a:gd name="connsiteY0" fmla="*/ 0 h 899534"/>
                  <a:gd name="connsiteX1" fmla="*/ 519347 w 519347"/>
                  <a:gd name="connsiteY1" fmla="*/ 0 h 899534"/>
                  <a:gd name="connsiteX2" fmla="*/ 488447 w 519347"/>
                  <a:gd name="connsiteY2" fmla="*/ 53520 h 899534"/>
                  <a:gd name="connsiteX3" fmla="*/ 0 w 519347"/>
                  <a:gd name="connsiteY3" fmla="*/ 899534 h 899534"/>
                  <a:gd name="connsiteX4" fmla="*/ 4566 w 519347"/>
                  <a:gd name="connsiteY4" fmla="*/ 811095 h 899534"/>
                  <a:gd name="connsiteX5" fmla="*/ 436464 w 519347"/>
                  <a:gd name="connsiteY5" fmla="*/ 63025 h 899534"/>
                  <a:gd name="connsiteX6" fmla="*/ 472852 w 519347"/>
                  <a:gd name="connsiteY6" fmla="*/ 0 h 89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9347" h="899534">
                    <a:moveTo>
                      <a:pt x="472852" y="0"/>
                    </a:moveTo>
                    <a:lnTo>
                      <a:pt x="519347" y="0"/>
                    </a:lnTo>
                    <a:lnTo>
                      <a:pt x="488447" y="53520"/>
                    </a:lnTo>
                    <a:cubicBezTo>
                      <a:pt x="381572" y="238633"/>
                      <a:pt x="226117" y="507889"/>
                      <a:pt x="0" y="899534"/>
                    </a:cubicBezTo>
                    <a:cubicBezTo>
                      <a:pt x="510" y="870130"/>
                      <a:pt x="1746" y="841145"/>
                      <a:pt x="4566" y="811095"/>
                    </a:cubicBezTo>
                    <a:cubicBezTo>
                      <a:pt x="4566" y="811095"/>
                      <a:pt x="4566" y="811095"/>
                      <a:pt x="436464" y="63025"/>
                    </a:cubicBezTo>
                    <a:lnTo>
                      <a:pt x="4728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任意多边形 119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84090" y="-15876"/>
                <a:ext cx="812932" cy="1394769"/>
              </a:xfrm>
              <a:custGeom>
                <a:avLst/>
                <a:gdLst>
                  <a:gd name="connsiteX0" fmla="*/ 555861 w 602357"/>
                  <a:gd name="connsiteY0" fmla="*/ 0 h 1033480"/>
                  <a:gd name="connsiteX1" fmla="*/ 602357 w 602357"/>
                  <a:gd name="connsiteY1" fmla="*/ 0 h 1033480"/>
                  <a:gd name="connsiteX2" fmla="*/ 552857 w 602357"/>
                  <a:gd name="connsiteY2" fmla="*/ 85735 h 1033480"/>
                  <a:gd name="connsiteX3" fmla="*/ 5677 w 602357"/>
                  <a:gd name="connsiteY3" fmla="*/ 1033480 h 1033480"/>
                  <a:gd name="connsiteX4" fmla="*/ 0 w 602357"/>
                  <a:gd name="connsiteY4" fmla="*/ 962780 h 1033480"/>
                  <a:gd name="connsiteX5" fmla="*/ 503909 w 602357"/>
                  <a:gd name="connsiteY5" fmla="*/ 89985 h 1033480"/>
                  <a:gd name="connsiteX6" fmla="*/ 555861 w 602357"/>
                  <a:gd name="connsiteY6" fmla="*/ 0 h 103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2357" h="1033480">
                    <a:moveTo>
                      <a:pt x="555861" y="0"/>
                    </a:moveTo>
                    <a:lnTo>
                      <a:pt x="602357" y="0"/>
                    </a:lnTo>
                    <a:lnTo>
                      <a:pt x="552857" y="85735"/>
                    </a:lnTo>
                    <a:cubicBezTo>
                      <a:pt x="433131" y="293108"/>
                      <a:pt x="258983" y="594741"/>
                      <a:pt x="5677" y="1033480"/>
                    </a:cubicBezTo>
                    <a:cubicBezTo>
                      <a:pt x="1914" y="1011477"/>
                      <a:pt x="594" y="986919"/>
                      <a:pt x="0" y="962780"/>
                    </a:cubicBezTo>
                    <a:cubicBezTo>
                      <a:pt x="0" y="962780"/>
                      <a:pt x="0" y="962780"/>
                      <a:pt x="503909" y="89985"/>
                    </a:cubicBezTo>
                    <a:lnTo>
                      <a:pt x="5558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任意多边形 11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267546" y="-15876"/>
                <a:ext cx="912104" cy="1546484"/>
              </a:xfrm>
              <a:custGeom>
                <a:avLst/>
                <a:gdLst>
                  <a:gd name="connsiteX0" fmla="*/ 629345 w 675840"/>
                  <a:gd name="connsiteY0" fmla="*/ 0 h 1145896"/>
                  <a:gd name="connsiteX1" fmla="*/ 675840 w 675840"/>
                  <a:gd name="connsiteY1" fmla="*/ 0 h 1145896"/>
                  <a:gd name="connsiteX2" fmla="*/ 673914 w 675840"/>
                  <a:gd name="connsiteY2" fmla="*/ 3335 h 1145896"/>
                  <a:gd name="connsiteX3" fmla="*/ 14256 w 675840"/>
                  <a:gd name="connsiteY3" fmla="*/ 1145896 h 1145896"/>
                  <a:gd name="connsiteX4" fmla="*/ 0 w 675840"/>
                  <a:gd name="connsiteY4" fmla="*/ 1090056 h 1145896"/>
                  <a:gd name="connsiteX5" fmla="*/ 618876 w 675840"/>
                  <a:gd name="connsiteY5" fmla="*/ 18132 h 1145896"/>
                  <a:gd name="connsiteX6" fmla="*/ 629345 w 675840"/>
                  <a:gd name="connsiteY6" fmla="*/ 0 h 1145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40" h="1145896">
                    <a:moveTo>
                      <a:pt x="629345" y="0"/>
                    </a:moveTo>
                    <a:lnTo>
                      <a:pt x="675840" y="0"/>
                    </a:lnTo>
                    <a:lnTo>
                      <a:pt x="673914" y="3335"/>
                    </a:lnTo>
                    <a:cubicBezTo>
                      <a:pt x="546073" y="224762"/>
                      <a:pt x="341528" y="579044"/>
                      <a:pt x="14256" y="1145896"/>
                    </a:cubicBezTo>
                    <a:cubicBezTo>
                      <a:pt x="8645" y="1128771"/>
                      <a:pt x="3893" y="1110157"/>
                      <a:pt x="0" y="1090056"/>
                    </a:cubicBezTo>
                    <a:cubicBezTo>
                      <a:pt x="0" y="1090056"/>
                      <a:pt x="0" y="1090056"/>
                      <a:pt x="618876" y="18132"/>
                    </a:cubicBezTo>
                    <a:lnTo>
                      <a:pt x="629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32"/>
                </p:custDataLst>
              </p:nvPr>
            </p:nvSpPr>
            <p:spPr>
              <a:xfrm>
                <a:off x="9366478" y="-15876"/>
                <a:ext cx="995799" cy="1675374"/>
              </a:xfrm>
              <a:custGeom>
                <a:avLst/>
                <a:gdLst>
                  <a:gd name="connsiteX0" fmla="*/ 691359 w 737856"/>
                  <a:gd name="connsiteY0" fmla="*/ 0 h 1241399"/>
                  <a:gd name="connsiteX1" fmla="*/ 737856 w 737856"/>
                  <a:gd name="connsiteY1" fmla="*/ 0 h 1241399"/>
                  <a:gd name="connsiteX2" fmla="*/ 713003 w 737856"/>
                  <a:gd name="connsiteY2" fmla="*/ 43046 h 1241399"/>
                  <a:gd name="connsiteX3" fmla="*/ 21133 w 737856"/>
                  <a:gd name="connsiteY3" fmla="*/ 1241399 h 1241399"/>
                  <a:gd name="connsiteX4" fmla="*/ 0 w 737856"/>
                  <a:gd name="connsiteY4" fmla="*/ 1197470 h 1241399"/>
                  <a:gd name="connsiteX5" fmla="*/ 660831 w 737856"/>
                  <a:gd name="connsiteY5" fmla="*/ 52877 h 1241399"/>
                  <a:gd name="connsiteX6" fmla="*/ 691359 w 737856"/>
                  <a:gd name="connsiteY6" fmla="*/ 0 h 124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856" h="1241399">
                    <a:moveTo>
                      <a:pt x="691359" y="0"/>
                    </a:moveTo>
                    <a:lnTo>
                      <a:pt x="737856" y="0"/>
                    </a:lnTo>
                    <a:lnTo>
                      <a:pt x="713003" y="43046"/>
                    </a:lnTo>
                    <a:cubicBezTo>
                      <a:pt x="578920" y="275285"/>
                      <a:pt x="364386" y="646867"/>
                      <a:pt x="21133" y="1241399"/>
                    </a:cubicBezTo>
                    <a:cubicBezTo>
                      <a:pt x="13803" y="1227252"/>
                      <a:pt x="6472" y="1213104"/>
                      <a:pt x="0" y="1197470"/>
                    </a:cubicBezTo>
                    <a:cubicBezTo>
                      <a:pt x="0" y="1197470"/>
                      <a:pt x="0" y="1197470"/>
                      <a:pt x="660831" y="52877"/>
                    </a:cubicBezTo>
                    <a:lnTo>
                      <a:pt x="69135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任意多边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9478515" y="-15876"/>
                <a:ext cx="1066392" cy="1785584"/>
              </a:xfrm>
              <a:custGeom>
                <a:avLst/>
                <a:gdLst>
                  <a:gd name="connsiteX0" fmla="*/ 743667 w 790163"/>
                  <a:gd name="connsiteY0" fmla="*/ 0 h 1323061"/>
                  <a:gd name="connsiteX1" fmla="*/ 790163 w 790163"/>
                  <a:gd name="connsiteY1" fmla="*/ 0 h 1323061"/>
                  <a:gd name="connsiteX2" fmla="*/ 738294 w 790163"/>
                  <a:gd name="connsiteY2" fmla="*/ 89838 h 1323061"/>
                  <a:gd name="connsiteX3" fmla="*/ 26293 w 790163"/>
                  <a:gd name="connsiteY3" fmla="*/ 1323061 h 1323061"/>
                  <a:gd name="connsiteX4" fmla="*/ 0 w 790163"/>
                  <a:gd name="connsiteY4" fmla="*/ 1288068 h 1323061"/>
                  <a:gd name="connsiteX5" fmla="*/ 688336 w 790163"/>
                  <a:gd name="connsiteY5" fmla="*/ 95836 h 1323061"/>
                  <a:gd name="connsiteX6" fmla="*/ 743667 w 790163"/>
                  <a:gd name="connsiteY6" fmla="*/ 0 h 13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163" h="1323061">
                    <a:moveTo>
                      <a:pt x="743667" y="0"/>
                    </a:moveTo>
                    <a:lnTo>
                      <a:pt x="790163" y="0"/>
                    </a:lnTo>
                    <a:lnTo>
                      <a:pt x="738294" y="89838"/>
                    </a:lnTo>
                    <a:cubicBezTo>
                      <a:pt x="600310" y="328835"/>
                      <a:pt x="379534" y="711229"/>
                      <a:pt x="26293" y="1323061"/>
                    </a:cubicBezTo>
                    <a:cubicBezTo>
                      <a:pt x="17243" y="1311892"/>
                      <a:pt x="8193" y="1300723"/>
                      <a:pt x="0" y="1288068"/>
                    </a:cubicBezTo>
                    <a:cubicBezTo>
                      <a:pt x="0" y="1288068"/>
                      <a:pt x="0" y="1288068"/>
                      <a:pt x="688336" y="95836"/>
                    </a:cubicBezTo>
                    <a:lnTo>
                      <a:pt x="743667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任意多边形 115"/>
              <p:cNvSpPr/>
              <p:nvPr>
                <p:custDataLst>
                  <p:tags r:id="rId34"/>
                </p:custDataLst>
              </p:nvPr>
            </p:nvSpPr>
            <p:spPr>
              <a:xfrm>
                <a:off x="9598080" y="-15877"/>
                <a:ext cx="1126689" cy="1877994"/>
              </a:xfrm>
              <a:custGeom>
                <a:avLst/>
                <a:gdLst>
                  <a:gd name="connsiteX0" fmla="*/ 788345 w 834841"/>
                  <a:gd name="connsiteY0" fmla="*/ 0 h 1391534"/>
                  <a:gd name="connsiteX1" fmla="*/ 834841 w 834841"/>
                  <a:gd name="connsiteY1" fmla="*/ 0 h 1391534"/>
                  <a:gd name="connsiteX2" fmla="*/ 815980 w 834841"/>
                  <a:gd name="connsiteY2" fmla="*/ 32668 h 1391534"/>
                  <a:gd name="connsiteX3" fmla="*/ 31438 w 834841"/>
                  <a:gd name="connsiteY3" fmla="*/ 1391534 h 1391534"/>
                  <a:gd name="connsiteX4" fmla="*/ 0 w 834841"/>
                  <a:gd name="connsiteY4" fmla="*/ 1365455 h 1391534"/>
                  <a:gd name="connsiteX5" fmla="*/ 780748 w 834841"/>
                  <a:gd name="connsiteY5" fmla="*/ 13159 h 1391534"/>
                  <a:gd name="connsiteX6" fmla="*/ 788345 w 834841"/>
                  <a:gd name="connsiteY6" fmla="*/ 0 h 139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841" h="1391534">
                    <a:moveTo>
                      <a:pt x="788345" y="0"/>
                    </a:moveTo>
                    <a:lnTo>
                      <a:pt x="834841" y="0"/>
                    </a:lnTo>
                    <a:lnTo>
                      <a:pt x="815980" y="32668"/>
                    </a:lnTo>
                    <a:cubicBezTo>
                      <a:pt x="683864" y="261500"/>
                      <a:pt x="448991" y="668312"/>
                      <a:pt x="31438" y="1391534"/>
                    </a:cubicBezTo>
                    <a:cubicBezTo>
                      <a:pt x="20672" y="1383337"/>
                      <a:pt x="9907" y="1375139"/>
                      <a:pt x="0" y="1365455"/>
                    </a:cubicBezTo>
                    <a:cubicBezTo>
                      <a:pt x="0" y="1365455"/>
                      <a:pt x="0" y="1365455"/>
                      <a:pt x="780748" y="13159"/>
                    </a:cubicBezTo>
                    <a:lnTo>
                      <a:pt x="788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任意多边形 1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9730418" y="-15876"/>
                <a:ext cx="1176980" cy="1953062"/>
              </a:xfrm>
              <a:custGeom>
                <a:avLst/>
                <a:gdLst>
                  <a:gd name="connsiteX0" fmla="*/ 825609 w 872105"/>
                  <a:gd name="connsiteY0" fmla="*/ 0 h 1447157"/>
                  <a:gd name="connsiteX1" fmla="*/ 872105 w 872105"/>
                  <a:gd name="connsiteY1" fmla="*/ 0 h 1447157"/>
                  <a:gd name="connsiteX2" fmla="*/ 868689 w 872105"/>
                  <a:gd name="connsiteY2" fmla="*/ 5916 h 1447157"/>
                  <a:gd name="connsiteX3" fmla="*/ 36588 w 872105"/>
                  <a:gd name="connsiteY3" fmla="*/ 1447157 h 1447157"/>
                  <a:gd name="connsiteX4" fmla="*/ 1453 w 872105"/>
                  <a:gd name="connsiteY4" fmla="*/ 1430836 h 1447157"/>
                  <a:gd name="connsiteX5" fmla="*/ 0 w 872105"/>
                  <a:gd name="connsiteY5" fmla="*/ 1429997 h 1447157"/>
                  <a:gd name="connsiteX6" fmla="*/ 786405 w 872105"/>
                  <a:gd name="connsiteY6" fmla="*/ 67903 h 1447157"/>
                  <a:gd name="connsiteX7" fmla="*/ 825609 w 872105"/>
                  <a:gd name="connsiteY7" fmla="*/ 0 h 144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2105" h="1447157">
                    <a:moveTo>
                      <a:pt x="825609" y="0"/>
                    </a:moveTo>
                    <a:lnTo>
                      <a:pt x="872105" y="0"/>
                    </a:lnTo>
                    <a:lnTo>
                      <a:pt x="868689" y="5916"/>
                    </a:lnTo>
                    <a:cubicBezTo>
                      <a:pt x="749817" y="211808"/>
                      <a:pt x="512074" y="623591"/>
                      <a:pt x="36588" y="1447157"/>
                    </a:cubicBezTo>
                    <a:cubicBezTo>
                      <a:pt x="24832" y="1442352"/>
                      <a:pt x="12350" y="1437128"/>
                      <a:pt x="1453" y="1430836"/>
                    </a:cubicBezTo>
                    <a:cubicBezTo>
                      <a:pt x="726" y="1430417"/>
                      <a:pt x="726" y="1430417"/>
                      <a:pt x="0" y="1429997"/>
                    </a:cubicBezTo>
                    <a:cubicBezTo>
                      <a:pt x="0" y="1429997"/>
                      <a:pt x="0" y="1429997"/>
                      <a:pt x="786405" y="67903"/>
                    </a:cubicBezTo>
                    <a:lnTo>
                      <a:pt x="82560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任意多边形 113"/>
              <p:cNvSpPr/>
              <p:nvPr>
                <p:custDataLst>
                  <p:tags r:id="rId36"/>
                </p:custDataLst>
              </p:nvPr>
            </p:nvSpPr>
            <p:spPr>
              <a:xfrm>
                <a:off x="9872180" y="-15876"/>
                <a:ext cx="1217844" cy="2011807"/>
              </a:xfrm>
              <a:custGeom>
                <a:avLst/>
                <a:gdLst>
                  <a:gd name="connsiteX0" fmla="*/ 855889 w 902384"/>
                  <a:gd name="connsiteY0" fmla="*/ 0 h 1490685"/>
                  <a:gd name="connsiteX1" fmla="*/ 902384 w 902384"/>
                  <a:gd name="connsiteY1" fmla="*/ 0 h 1490685"/>
                  <a:gd name="connsiteX2" fmla="*/ 897132 w 902384"/>
                  <a:gd name="connsiteY2" fmla="*/ 9096 h 1490685"/>
                  <a:gd name="connsiteX3" fmla="*/ 41736 w 902384"/>
                  <a:gd name="connsiteY3" fmla="*/ 1490685 h 1490685"/>
                  <a:gd name="connsiteX4" fmla="*/ 0 w 902384"/>
                  <a:gd name="connsiteY4" fmla="*/ 1482442 h 1490685"/>
                  <a:gd name="connsiteX5" fmla="*/ 780554 w 902384"/>
                  <a:gd name="connsiteY5" fmla="*/ 130483 h 1490685"/>
                  <a:gd name="connsiteX6" fmla="*/ 855889 w 902384"/>
                  <a:gd name="connsiteY6" fmla="*/ 0 h 149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2384" h="1490685">
                    <a:moveTo>
                      <a:pt x="855889" y="0"/>
                    </a:moveTo>
                    <a:lnTo>
                      <a:pt x="902384" y="0"/>
                    </a:lnTo>
                    <a:lnTo>
                      <a:pt x="897132" y="9096"/>
                    </a:lnTo>
                    <a:cubicBezTo>
                      <a:pt x="796618" y="183191"/>
                      <a:pt x="566871" y="581124"/>
                      <a:pt x="41736" y="1490685"/>
                    </a:cubicBezTo>
                    <a:cubicBezTo>
                      <a:pt x="26680" y="1489919"/>
                      <a:pt x="13340" y="1486181"/>
                      <a:pt x="0" y="1482442"/>
                    </a:cubicBezTo>
                    <a:cubicBezTo>
                      <a:pt x="0" y="1482442"/>
                      <a:pt x="0" y="1482442"/>
                      <a:pt x="780554" y="130483"/>
                    </a:cubicBezTo>
                    <a:lnTo>
                      <a:pt x="8558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任意多边形 11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022332" y="-15876"/>
                <a:ext cx="1250320" cy="2057325"/>
              </a:xfrm>
              <a:custGeom>
                <a:avLst/>
                <a:gdLst>
                  <a:gd name="connsiteX0" fmla="*/ 879952 w 926448"/>
                  <a:gd name="connsiteY0" fmla="*/ 0 h 1524413"/>
                  <a:gd name="connsiteX1" fmla="*/ 926448 w 926448"/>
                  <a:gd name="connsiteY1" fmla="*/ 0 h 1524413"/>
                  <a:gd name="connsiteX2" fmla="*/ 922230 w 926448"/>
                  <a:gd name="connsiteY2" fmla="*/ 7306 h 1524413"/>
                  <a:gd name="connsiteX3" fmla="*/ 47757 w 926448"/>
                  <a:gd name="connsiteY3" fmla="*/ 1521937 h 1524413"/>
                  <a:gd name="connsiteX4" fmla="*/ 0 w 926448"/>
                  <a:gd name="connsiteY4" fmla="*/ 1524123 h 1524413"/>
                  <a:gd name="connsiteX5" fmla="*/ 843482 w 926448"/>
                  <a:gd name="connsiteY5" fmla="*/ 63168 h 1524413"/>
                  <a:gd name="connsiteX6" fmla="*/ 879952 w 926448"/>
                  <a:gd name="connsiteY6" fmla="*/ 0 h 152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448" h="1524413">
                    <a:moveTo>
                      <a:pt x="879952" y="0"/>
                    </a:moveTo>
                    <a:lnTo>
                      <a:pt x="926448" y="0"/>
                    </a:lnTo>
                    <a:lnTo>
                      <a:pt x="922230" y="7306"/>
                    </a:lnTo>
                    <a:cubicBezTo>
                      <a:pt x="861671" y="112197"/>
                      <a:pt x="667882" y="447850"/>
                      <a:pt x="47757" y="1521937"/>
                    </a:cubicBezTo>
                    <a:cubicBezTo>
                      <a:pt x="30979" y="1524154"/>
                      <a:pt x="15060" y="1524882"/>
                      <a:pt x="0" y="1524123"/>
                    </a:cubicBezTo>
                    <a:cubicBezTo>
                      <a:pt x="0" y="1524123"/>
                      <a:pt x="0" y="1524123"/>
                      <a:pt x="843482" y="63168"/>
                    </a:cubicBezTo>
                    <a:lnTo>
                      <a:pt x="8799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 111"/>
              <p:cNvSpPr/>
              <p:nvPr>
                <p:custDataLst>
                  <p:tags r:id="rId38"/>
                </p:custDataLst>
              </p:nvPr>
            </p:nvSpPr>
            <p:spPr>
              <a:xfrm>
                <a:off x="10185663" y="-2916"/>
                <a:ext cx="1222136" cy="2077396"/>
              </a:xfrm>
              <a:custGeom>
                <a:avLst/>
                <a:gdLst>
                  <a:gd name="connsiteX0" fmla="*/ 888707 w 905564"/>
                  <a:gd name="connsiteY0" fmla="*/ 0 h 1539285"/>
                  <a:gd name="connsiteX1" fmla="*/ 905564 w 905564"/>
                  <a:gd name="connsiteY1" fmla="*/ 51334 h 1539285"/>
                  <a:gd name="connsiteX2" fmla="*/ 52886 w 905564"/>
                  <a:gd name="connsiteY2" fmla="*/ 1528217 h 1539285"/>
                  <a:gd name="connsiteX3" fmla="*/ 0 w 905564"/>
                  <a:gd name="connsiteY3" fmla="*/ 1539285 h 1539285"/>
                  <a:gd name="connsiteX4" fmla="*/ 888707 w 905564"/>
                  <a:gd name="connsiteY4" fmla="*/ 0 h 153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564" h="1539285">
                    <a:moveTo>
                      <a:pt x="888707" y="0"/>
                    </a:moveTo>
                    <a:cubicBezTo>
                      <a:pt x="895184" y="15625"/>
                      <a:pt x="900803" y="32737"/>
                      <a:pt x="905564" y="51334"/>
                    </a:cubicBezTo>
                    <a:cubicBezTo>
                      <a:pt x="905564" y="51334"/>
                      <a:pt x="905564" y="51334"/>
                      <a:pt x="52886" y="1528217"/>
                    </a:cubicBezTo>
                    <a:cubicBezTo>
                      <a:pt x="34399" y="1533392"/>
                      <a:pt x="16771" y="1537082"/>
                      <a:pt x="0" y="1539285"/>
                    </a:cubicBezTo>
                    <a:cubicBezTo>
                      <a:pt x="0" y="1539285"/>
                      <a:pt x="0" y="1539285"/>
                      <a:pt x="88870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任意多边形 110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357701" y="139301"/>
                <a:ext cx="1137436" cy="1948727"/>
              </a:xfrm>
              <a:custGeom>
                <a:avLst/>
                <a:gdLst>
                  <a:gd name="connsiteX0" fmla="*/ 833662 w 842804"/>
                  <a:gd name="connsiteY0" fmla="*/ 0 h 1443945"/>
                  <a:gd name="connsiteX1" fmla="*/ 842804 w 842804"/>
                  <a:gd name="connsiteY1" fmla="*/ 64699 h 1443945"/>
                  <a:gd name="connsiteX2" fmla="*/ 60602 w 842804"/>
                  <a:gd name="connsiteY2" fmla="*/ 1419512 h 1443945"/>
                  <a:gd name="connsiteX3" fmla="*/ 0 w 842804"/>
                  <a:gd name="connsiteY3" fmla="*/ 1443945 h 1443945"/>
                  <a:gd name="connsiteX4" fmla="*/ 833662 w 842804"/>
                  <a:gd name="connsiteY4" fmla="*/ 0 h 144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2804" h="1443945">
                    <a:moveTo>
                      <a:pt x="833662" y="0"/>
                    </a:moveTo>
                    <a:cubicBezTo>
                      <a:pt x="838294" y="20500"/>
                      <a:pt x="841341" y="42067"/>
                      <a:pt x="842804" y="64699"/>
                    </a:cubicBezTo>
                    <a:cubicBezTo>
                      <a:pt x="842804" y="64699"/>
                      <a:pt x="842804" y="64699"/>
                      <a:pt x="60602" y="1419512"/>
                    </a:cubicBezTo>
                    <a:cubicBezTo>
                      <a:pt x="40270" y="1429561"/>
                      <a:pt x="20070" y="1437706"/>
                      <a:pt x="0" y="1443945"/>
                    </a:cubicBezTo>
                    <a:cubicBezTo>
                      <a:pt x="0" y="1443945"/>
                      <a:pt x="0" y="1443945"/>
                      <a:pt x="833662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任意多边形 10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6195" y="307619"/>
                <a:ext cx="1023884" cy="1770248"/>
              </a:xfrm>
              <a:custGeom>
                <a:avLst/>
                <a:gdLst>
                  <a:gd name="connsiteX0" fmla="*/ 757309 w 758666"/>
                  <a:gd name="connsiteY0" fmla="*/ 0 h 1311698"/>
                  <a:gd name="connsiteX1" fmla="*/ 756977 w 758666"/>
                  <a:gd name="connsiteY1" fmla="*/ 81107 h 1311698"/>
                  <a:gd name="connsiteX2" fmla="*/ 70075 w 758666"/>
                  <a:gd name="connsiteY2" fmla="*/ 1270857 h 1311698"/>
                  <a:gd name="connsiteX3" fmla="*/ 0 w 758666"/>
                  <a:gd name="connsiteY3" fmla="*/ 1311698 h 1311698"/>
                  <a:gd name="connsiteX4" fmla="*/ 757309 w 758666"/>
                  <a:gd name="connsiteY4" fmla="*/ 0 h 131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666" h="1311698">
                    <a:moveTo>
                      <a:pt x="757309" y="0"/>
                    </a:moveTo>
                    <a:cubicBezTo>
                      <a:pt x="759356" y="24976"/>
                      <a:pt x="758959" y="52508"/>
                      <a:pt x="756977" y="81107"/>
                    </a:cubicBezTo>
                    <a:cubicBezTo>
                      <a:pt x="756977" y="81107"/>
                      <a:pt x="756977" y="81107"/>
                      <a:pt x="70075" y="1270857"/>
                    </a:cubicBezTo>
                    <a:cubicBezTo>
                      <a:pt x="46298" y="1286873"/>
                      <a:pt x="22653" y="1300983"/>
                      <a:pt x="0" y="1311698"/>
                    </a:cubicBezTo>
                    <a:cubicBezTo>
                      <a:pt x="0" y="1311698"/>
                      <a:pt x="0" y="1311698"/>
                      <a:pt x="757309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任意多边形 10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753860" y="509144"/>
                <a:ext cx="880668" cy="1525362"/>
              </a:xfrm>
              <a:custGeom>
                <a:avLst/>
                <a:gdLst>
                  <a:gd name="connsiteX0" fmla="*/ 652547 w 652547"/>
                  <a:gd name="connsiteY0" fmla="*/ 0 h 1130245"/>
                  <a:gd name="connsiteX1" fmla="*/ 636760 w 652547"/>
                  <a:gd name="connsiteY1" fmla="*/ 107876 h 1130245"/>
                  <a:gd name="connsiteX2" fmla="*/ 85530 w 652547"/>
                  <a:gd name="connsiteY2" fmla="*/ 1062635 h 1130245"/>
                  <a:gd name="connsiteX3" fmla="*/ 0 w 652547"/>
                  <a:gd name="connsiteY3" fmla="*/ 1130245 h 1130245"/>
                  <a:gd name="connsiteX4" fmla="*/ 652547 w 652547"/>
                  <a:gd name="connsiteY4" fmla="*/ 0 h 113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547" h="1130245">
                    <a:moveTo>
                      <a:pt x="652547" y="0"/>
                    </a:moveTo>
                    <a:cubicBezTo>
                      <a:pt x="648584" y="35387"/>
                      <a:pt x="643894" y="70354"/>
                      <a:pt x="636760" y="107876"/>
                    </a:cubicBezTo>
                    <a:cubicBezTo>
                      <a:pt x="636760" y="107876"/>
                      <a:pt x="636760" y="107876"/>
                      <a:pt x="85530" y="1062635"/>
                    </a:cubicBezTo>
                    <a:cubicBezTo>
                      <a:pt x="56601" y="1087574"/>
                      <a:pt x="28664" y="1109119"/>
                      <a:pt x="0" y="1130245"/>
                    </a:cubicBezTo>
                    <a:cubicBezTo>
                      <a:pt x="0" y="1130245"/>
                      <a:pt x="0" y="1130245"/>
                      <a:pt x="65254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任意多边形 107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993875" y="766703"/>
                <a:ext cx="674581" cy="1168406"/>
              </a:xfrm>
              <a:custGeom>
                <a:avLst/>
                <a:gdLst>
                  <a:gd name="connsiteX0" fmla="*/ 499843 w 499843"/>
                  <a:gd name="connsiteY0" fmla="*/ 0 h 865752"/>
                  <a:gd name="connsiteX1" fmla="*/ 449689 w 499843"/>
                  <a:gd name="connsiteY1" fmla="*/ 167400 h 865752"/>
                  <a:gd name="connsiteX2" fmla="*/ 119896 w 499843"/>
                  <a:gd name="connsiteY2" fmla="*/ 738618 h 865752"/>
                  <a:gd name="connsiteX3" fmla="*/ 0 w 499843"/>
                  <a:gd name="connsiteY3" fmla="*/ 865752 h 865752"/>
                  <a:gd name="connsiteX4" fmla="*/ 499843 w 499843"/>
                  <a:gd name="connsiteY4" fmla="*/ 0 h 86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843" h="865752">
                    <a:moveTo>
                      <a:pt x="499843" y="0"/>
                    </a:moveTo>
                    <a:cubicBezTo>
                      <a:pt x="487022" y="54083"/>
                      <a:pt x="470304" y="109883"/>
                      <a:pt x="449689" y="167400"/>
                    </a:cubicBezTo>
                    <a:cubicBezTo>
                      <a:pt x="449689" y="167400"/>
                      <a:pt x="449689" y="167400"/>
                      <a:pt x="119896" y="738618"/>
                    </a:cubicBezTo>
                    <a:cubicBezTo>
                      <a:pt x="80393" y="785230"/>
                      <a:pt x="40427" y="827608"/>
                      <a:pt x="0" y="865752"/>
                    </a:cubicBezTo>
                    <a:cubicBezTo>
                      <a:pt x="0" y="865752"/>
                      <a:pt x="0" y="865752"/>
                      <a:pt x="499843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任意多边形 10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22880" y="1180787"/>
                <a:ext cx="286367" cy="496002"/>
              </a:xfrm>
              <a:custGeom>
                <a:avLst/>
                <a:gdLst>
                  <a:gd name="connsiteX0" fmla="*/ 212189 w 212189"/>
                  <a:gd name="connsiteY0" fmla="*/ 0 h 367522"/>
                  <a:gd name="connsiteX1" fmla="*/ 127623 w 212189"/>
                  <a:gd name="connsiteY1" fmla="*/ 196191 h 367522"/>
                  <a:gd name="connsiteX2" fmla="*/ 0 w 212189"/>
                  <a:gd name="connsiteY2" fmla="*/ 367522 h 367522"/>
                  <a:gd name="connsiteX3" fmla="*/ 212189 w 212189"/>
                  <a:gd name="connsiteY3" fmla="*/ 0 h 367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189" h="367522">
                    <a:moveTo>
                      <a:pt x="212189" y="0"/>
                    </a:moveTo>
                    <a:cubicBezTo>
                      <a:pt x="191805" y="67268"/>
                      <a:pt x="164414" y="132467"/>
                      <a:pt x="127623" y="196191"/>
                    </a:cubicBezTo>
                    <a:cubicBezTo>
                      <a:pt x="90832" y="259914"/>
                      <a:pt x="48064" y="316235"/>
                      <a:pt x="0" y="367522"/>
                    </a:cubicBezTo>
                    <a:lnTo>
                      <a:pt x="2121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0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3" Type="http://schemas.openxmlformats.org/officeDocument/2006/relationships/slideLayout" Target="../slideLayouts/slideLayout6.xml"/><Relationship Id="rId26" Type="http://schemas.openxmlformats.org/officeDocument/2006/relationships/theme" Target="../theme/theme2.xml"/><Relationship Id="rId25" Type="http://schemas.openxmlformats.org/officeDocument/2006/relationships/tags" Target="../tags/tag589.xml"/><Relationship Id="rId24" Type="http://schemas.openxmlformats.org/officeDocument/2006/relationships/tags" Target="../tags/tag588.xml"/><Relationship Id="rId23" Type="http://schemas.openxmlformats.org/officeDocument/2006/relationships/tags" Target="../tags/tag587.xml"/><Relationship Id="rId22" Type="http://schemas.openxmlformats.org/officeDocument/2006/relationships/tags" Target="../tags/tag586.xml"/><Relationship Id="rId21" Type="http://schemas.openxmlformats.org/officeDocument/2006/relationships/tags" Target="../tags/tag585.xml"/><Relationship Id="rId20" Type="http://schemas.openxmlformats.org/officeDocument/2006/relationships/tags" Target="../tags/tag584.xml"/><Relationship Id="rId2" Type="http://schemas.openxmlformats.org/officeDocument/2006/relationships/slideLayout" Target="../slideLayouts/slideLayout5.xml"/><Relationship Id="rId19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slow">
    <p:comb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591.xml"/><Relationship Id="rId1" Type="http://schemas.openxmlformats.org/officeDocument/2006/relationships/tags" Target="../tags/tag59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0.xml"/><Relationship Id="rId7" Type="http://schemas.openxmlformats.org/officeDocument/2006/relationships/tags" Target="../tags/tag595.xml"/><Relationship Id="rId6" Type="http://schemas.openxmlformats.org/officeDocument/2006/relationships/image" Target="../media/image3.emf"/><Relationship Id="rId5" Type="http://schemas.openxmlformats.org/officeDocument/2006/relationships/tags" Target="../tags/tag594.xml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tags" Target="../tags/tag593.xml"/><Relationship Id="rId1" Type="http://schemas.openxmlformats.org/officeDocument/2006/relationships/tags" Target="../tags/tag59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9.xml"/><Relationship Id="rId6" Type="http://schemas.openxmlformats.org/officeDocument/2006/relationships/tags" Target="../tags/tag601.xml"/><Relationship Id="rId5" Type="http://schemas.openxmlformats.org/officeDocument/2006/relationships/tags" Target="../tags/tag600.xml"/><Relationship Id="rId4" Type="http://schemas.openxmlformats.org/officeDocument/2006/relationships/tags" Target="../tags/tag599.xml"/><Relationship Id="rId3" Type="http://schemas.openxmlformats.org/officeDocument/2006/relationships/tags" Target="../tags/tag598.xml"/><Relationship Id="rId2" Type="http://schemas.openxmlformats.org/officeDocument/2006/relationships/tags" Target="../tags/tag597.xml"/><Relationship Id="rId1" Type="http://schemas.openxmlformats.org/officeDocument/2006/relationships/tags" Target="../tags/tag59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jpeg"/><Relationship Id="rId8" Type="http://schemas.openxmlformats.org/officeDocument/2006/relationships/tags" Target="../tags/tag607.xml"/><Relationship Id="rId7" Type="http://schemas.openxmlformats.org/officeDocument/2006/relationships/image" Target="../media/image5.svg"/><Relationship Id="rId6" Type="http://schemas.openxmlformats.org/officeDocument/2006/relationships/image" Target="../media/image4.png"/><Relationship Id="rId5" Type="http://schemas.openxmlformats.org/officeDocument/2006/relationships/tags" Target="../tags/tag606.xml"/><Relationship Id="rId4" Type="http://schemas.openxmlformats.org/officeDocument/2006/relationships/tags" Target="../tags/tag605.xml"/><Relationship Id="rId3" Type="http://schemas.openxmlformats.org/officeDocument/2006/relationships/tags" Target="../tags/tag604.xml"/><Relationship Id="rId2" Type="http://schemas.openxmlformats.org/officeDocument/2006/relationships/tags" Target="../tags/tag603.xml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10.xml"/><Relationship Id="rId10" Type="http://schemas.openxmlformats.org/officeDocument/2006/relationships/tags" Target="../tags/tag608.xml"/><Relationship Id="rId1" Type="http://schemas.openxmlformats.org/officeDocument/2006/relationships/tags" Target="../tags/tag60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jpeg"/><Relationship Id="rId8" Type="http://schemas.openxmlformats.org/officeDocument/2006/relationships/tags" Target="../tags/tag614.xml"/><Relationship Id="rId7" Type="http://schemas.openxmlformats.org/officeDocument/2006/relationships/image" Target="../media/image5.svg"/><Relationship Id="rId6" Type="http://schemas.openxmlformats.org/officeDocument/2006/relationships/image" Target="../media/image4.png"/><Relationship Id="rId5" Type="http://schemas.openxmlformats.org/officeDocument/2006/relationships/tags" Target="../tags/tag613.xml"/><Relationship Id="rId4" Type="http://schemas.openxmlformats.org/officeDocument/2006/relationships/tags" Target="../tags/tag612.xml"/><Relationship Id="rId3" Type="http://schemas.openxmlformats.org/officeDocument/2006/relationships/tags" Target="../tags/tag611.xml"/><Relationship Id="rId2" Type="http://schemas.openxmlformats.org/officeDocument/2006/relationships/tags" Target="../tags/tag610.xml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10.xml"/><Relationship Id="rId10" Type="http://schemas.openxmlformats.org/officeDocument/2006/relationships/tags" Target="../tags/tag615.xml"/><Relationship Id="rId1" Type="http://schemas.openxmlformats.org/officeDocument/2006/relationships/tags" Target="../tags/tag609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24.xml"/><Relationship Id="rId8" Type="http://schemas.openxmlformats.org/officeDocument/2006/relationships/tags" Target="../tags/tag623.xml"/><Relationship Id="rId7" Type="http://schemas.openxmlformats.org/officeDocument/2006/relationships/tags" Target="../tags/tag622.xml"/><Relationship Id="rId6" Type="http://schemas.openxmlformats.org/officeDocument/2006/relationships/tags" Target="../tags/tag621.xml"/><Relationship Id="rId5" Type="http://schemas.openxmlformats.org/officeDocument/2006/relationships/tags" Target="../tags/tag620.xml"/><Relationship Id="rId4" Type="http://schemas.openxmlformats.org/officeDocument/2006/relationships/tags" Target="../tags/tag619.xml"/><Relationship Id="rId3" Type="http://schemas.openxmlformats.org/officeDocument/2006/relationships/tags" Target="../tags/tag618.xml"/><Relationship Id="rId2" Type="http://schemas.openxmlformats.org/officeDocument/2006/relationships/tags" Target="../tags/tag617.xml"/><Relationship Id="rId15" Type="http://schemas.openxmlformats.org/officeDocument/2006/relationships/notesSlide" Target="../notesSlides/notesSlide6.xml"/><Relationship Id="rId14" Type="http://schemas.openxmlformats.org/officeDocument/2006/relationships/slideLayout" Target="../slideLayouts/slideLayout10.xml"/><Relationship Id="rId13" Type="http://schemas.openxmlformats.org/officeDocument/2006/relationships/tags" Target="../tags/tag628.xml"/><Relationship Id="rId12" Type="http://schemas.openxmlformats.org/officeDocument/2006/relationships/tags" Target="../tags/tag627.xml"/><Relationship Id="rId11" Type="http://schemas.openxmlformats.org/officeDocument/2006/relationships/tags" Target="../tags/tag626.xml"/><Relationship Id="rId10" Type="http://schemas.openxmlformats.org/officeDocument/2006/relationships/tags" Target="../tags/tag625.xml"/><Relationship Id="rId1" Type="http://schemas.openxmlformats.org/officeDocument/2006/relationships/tags" Target="../tags/tag616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637.xml"/><Relationship Id="rId8" Type="http://schemas.openxmlformats.org/officeDocument/2006/relationships/tags" Target="../tags/tag636.xml"/><Relationship Id="rId7" Type="http://schemas.openxmlformats.org/officeDocument/2006/relationships/tags" Target="../tags/tag635.xml"/><Relationship Id="rId6" Type="http://schemas.openxmlformats.org/officeDocument/2006/relationships/tags" Target="../tags/tag634.xml"/><Relationship Id="rId5" Type="http://schemas.openxmlformats.org/officeDocument/2006/relationships/tags" Target="../tags/tag633.xml"/><Relationship Id="rId4" Type="http://schemas.openxmlformats.org/officeDocument/2006/relationships/tags" Target="../tags/tag632.xml"/><Relationship Id="rId38" Type="http://schemas.openxmlformats.org/officeDocument/2006/relationships/notesSlide" Target="../notesSlides/notesSlide7.xml"/><Relationship Id="rId37" Type="http://schemas.openxmlformats.org/officeDocument/2006/relationships/slideLayout" Target="../slideLayouts/slideLayout10.xml"/><Relationship Id="rId36" Type="http://schemas.openxmlformats.org/officeDocument/2006/relationships/tags" Target="../tags/tag664.xml"/><Relationship Id="rId35" Type="http://schemas.openxmlformats.org/officeDocument/2006/relationships/tags" Target="../tags/tag663.xml"/><Relationship Id="rId34" Type="http://schemas.openxmlformats.org/officeDocument/2006/relationships/tags" Target="../tags/tag662.xml"/><Relationship Id="rId33" Type="http://schemas.openxmlformats.org/officeDocument/2006/relationships/tags" Target="../tags/tag661.xml"/><Relationship Id="rId32" Type="http://schemas.openxmlformats.org/officeDocument/2006/relationships/tags" Target="../tags/tag660.xml"/><Relationship Id="rId31" Type="http://schemas.openxmlformats.org/officeDocument/2006/relationships/tags" Target="../tags/tag659.xml"/><Relationship Id="rId30" Type="http://schemas.openxmlformats.org/officeDocument/2006/relationships/tags" Target="../tags/tag658.xml"/><Relationship Id="rId3" Type="http://schemas.openxmlformats.org/officeDocument/2006/relationships/tags" Target="../tags/tag631.xml"/><Relationship Id="rId29" Type="http://schemas.openxmlformats.org/officeDocument/2006/relationships/tags" Target="../tags/tag657.xml"/><Relationship Id="rId28" Type="http://schemas.openxmlformats.org/officeDocument/2006/relationships/tags" Target="../tags/tag656.xml"/><Relationship Id="rId27" Type="http://schemas.openxmlformats.org/officeDocument/2006/relationships/tags" Target="../tags/tag655.xml"/><Relationship Id="rId26" Type="http://schemas.openxmlformats.org/officeDocument/2006/relationships/tags" Target="../tags/tag654.xml"/><Relationship Id="rId25" Type="http://schemas.openxmlformats.org/officeDocument/2006/relationships/tags" Target="../tags/tag653.xml"/><Relationship Id="rId24" Type="http://schemas.openxmlformats.org/officeDocument/2006/relationships/tags" Target="../tags/tag652.xml"/><Relationship Id="rId23" Type="http://schemas.openxmlformats.org/officeDocument/2006/relationships/tags" Target="../tags/tag651.xml"/><Relationship Id="rId22" Type="http://schemas.openxmlformats.org/officeDocument/2006/relationships/tags" Target="../tags/tag650.xml"/><Relationship Id="rId21" Type="http://schemas.openxmlformats.org/officeDocument/2006/relationships/tags" Target="../tags/tag649.xml"/><Relationship Id="rId20" Type="http://schemas.openxmlformats.org/officeDocument/2006/relationships/tags" Target="../tags/tag648.xml"/><Relationship Id="rId2" Type="http://schemas.openxmlformats.org/officeDocument/2006/relationships/tags" Target="../tags/tag630.xml"/><Relationship Id="rId19" Type="http://schemas.openxmlformats.org/officeDocument/2006/relationships/tags" Target="../tags/tag647.xml"/><Relationship Id="rId18" Type="http://schemas.openxmlformats.org/officeDocument/2006/relationships/tags" Target="../tags/tag646.xml"/><Relationship Id="rId17" Type="http://schemas.openxmlformats.org/officeDocument/2006/relationships/tags" Target="../tags/tag645.xml"/><Relationship Id="rId16" Type="http://schemas.openxmlformats.org/officeDocument/2006/relationships/tags" Target="../tags/tag644.xml"/><Relationship Id="rId15" Type="http://schemas.openxmlformats.org/officeDocument/2006/relationships/tags" Target="../tags/tag643.xml"/><Relationship Id="rId14" Type="http://schemas.openxmlformats.org/officeDocument/2006/relationships/tags" Target="../tags/tag642.xml"/><Relationship Id="rId13" Type="http://schemas.openxmlformats.org/officeDocument/2006/relationships/tags" Target="../tags/tag641.xml"/><Relationship Id="rId12" Type="http://schemas.openxmlformats.org/officeDocument/2006/relationships/tags" Target="../tags/tag640.xml"/><Relationship Id="rId11" Type="http://schemas.openxmlformats.org/officeDocument/2006/relationships/tags" Target="../tags/tag639.xml"/><Relationship Id="rId10" Type="http://schemas.openxmlformats.org/officeDocument/2006/relationships/tags" Target="../tags/tag638.xml"/><Relationship Id="rId1" Type="http://schemas.openxmlformats.org/officeDocument/2006/relationships/tags" Target="../tags/tag629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673.xml"/><Relationship Id="rId8" Type="http://schemas.openxmlformats.org/officeDocument/2006/relationships/tags" Target="../tags/tag672.xml"/><Relationship Id="rId7" Type="http://schemas.openxmlformats.org/officeDocument/2006/relationships/tags" Target="../tags/tag671.xml"/><Relationship Id="rId6" Type="http://schemas.openxmlformats.org/officeDocument/2006/relationships/tags" Target="../tags/tag670.xml"/><Relationship Id="rId5" Type="http://schemas.openxmlformats.org/officeDocument/2006/relationships/tags" Target="../tags/tag669.xml"/><Relationship Id="rId4" Type="http://schemas.openxmlformats.org/officeDocument/2006/relationships/tags" Target="../tags/tag668.xml"/><Relationship Id="rId3" Type="http://schemas.openxmlformats.org/officeDocument/2006/relationships/tags" Target="../tags/tag667.xml"/><Relationship Id="rId27" Type="http://schemas.openxmlformats.org/officeDocument/2006/relationships/notesSlide" Target="../notesSlides/notesSlide8.xml"/><Relationship Id="rId26" Type="http://schemas.openxmlformats.org/officeDocument/2006/relationships/slideLayout" Target="../slideLayouts/slideLayout10.xml"/><Relationship Id="rId25" Type="http://schemas.openxmlformats.org/officeDocument/2006/relationships/tags" Target="../tags/tag688.xml"/><Relationship Id="rId24" Type="http://schemas.openxmlformats.org/officeDocument/2006/relationships/image" Target="../media/image7.png"/><Relationship Id="rId23" Type="http://schemas.openxmlformats.org/officeDocument/2006/relationships/tags" Target="../tags/tag687.xml"/><Relationship Id="rId22" Type="http://schemas.openxmlformats.org/officeDocument/2006/relationships/tags" Target="../tags/tag686.xml"/><Relationship Id="rId21" Type="http://schemas.openxmlformats.org/officeDocument/2006/relationships/tags" Target="../tags/tag685.xml"/><Relationship Id="rId20" Type="http://schemas.openxmlformats.org/officeDocument/2006/relationships/tags" Target="../tags/tag684.xml"/><Relationship Id="rId2" Type="http://schemas.openxmlformats.org/officeDocument/2006/relationships/tags" Target="../tags/tag666.xml"/><Relationship Id="rId19" Type="http://schemas.openxmlformats.org/officeDocument/2006/relationships/tags" Target="../tags/tag683.xml"/><Relationship Id="rId18" Type="http://schemas.openxmlformats.org/officeDocument/2006/relationships/tags" Target="../tags/tag682.xml"/><Relationship Id="rId17" Type="http://schemas.openxmlformats.org/officeDocument/2006/relationships/tags" Target="../tags/tag681.xml"/><Relationship Id="rId16" Type="http://schemas.openxmlformats.org/officeDocument/2006/relationships/tags" Target="../tags/tag680.xml"/><Relationship Id="rId15" Type="http://schemas.openxmlformats.org/officeDocument/2006/relationships/tags" Target="../tags/tag679.xml"/><Relationship Id="rId14" Type="http://schemas.openxmlformats.org/officeDocument/2006/relationships/tags" Target="../tags/tag678.xml"/><Relationship Id="rId13" Type="http://schemas.openxmlformats.org/officeDocument/2006/relationships/tags" Target="../tags/tag677.xml"/><Relationship Id="rId12" Type="http://schemas.openxmlformats.org/officeDocument/2006/relationships/tags" Target="../tags/tag676.xml"/><Relationship Id="rId11" Type="http://schemas.openxmlformats.org/officeDocument/2006/relationships/tags" Target="../tags/tag675.xml"/><Relationship Id="rId10" Type="http://schemas.openxmlformats.org/officeDocument/2006/relationships/tags" Target="../tags/tag674.xml"/><Relationship Id="rId1" Type="http://schemas.openxmlformats.org/officeDocument/2006/relationships/tags" Target="../tags/tag665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696.xml"/><Relationship Id="rId8" Type="http://schemas.openxmlformats.org/officeDocument/2006/relationships/tags" Target="../tags/tag695.xml"/><Relationship Id="rId7" Type="http://schemas.openxmlformats.org/officeDocument/2006/relationships/image" Target="../media/image8.png"/><Relationship Id="rId6" Type="http://schemas.openxmlformats.org/officeDocument/2006/relationships/tags" Target="../tags/tag694.xml"/><Relationship Id="rId5" Type="http://schemas.openxmlformats.org/officeDocument/2006/relationships/tags" Target="../tags/tag693.xml"/><Relationship Id="rId4" Type="http://schemas.openxmlformats.org/officeDocument/2006/relationships/tags" Target="../tags/tag692.xml"/><Relationship Id="rId3" Type="http://schemas.openxmlformats.org/officeDocument/2006/relationships/tags" Target="../tags/tag691.xml"/><Relationship Id="rId2" Type="http://schemas.openxmlformats.org/officeDocument/2006/relationships/tags" Target="../tags/tag690.xml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10.xml"/><Relationship Id="rId1" Type="http://schemas.openxmlformats.org/officeDocument/2006/relationships/tags" Target="../tags/tag689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705.xml"/><Relationship Id="rId8" Type="http://schemas.openxmlformats.org/officeDocument/2006/relationships/tags" Target="../tags/tag704.xml"/><Relationship Id="rId7" Type="http://schemas.openxmlformats.org/officeDocument/2006/relationships/tags" Target="../tags/tag703.xml"/><Relationship Id="rId6" Type="http://schemas.openxmlformats.org/officeDocument/2006/relationships/tags" Target="../tags/tag702.xml"/><Relationship Id="rId5" Type="http://schemas.openxmlformats.org/officeDocument/2006/relationships/tags" Target="../tags/tag701.xml"/><Relationship Id="rId4" Type="http://schemas.openxmlformats.org/officeDocument/2006/relationships/tags" Target="../tags/tag700.xml"/><Relationship Id="rId3" Type="http://schemas.openxmlformats.org/officeDocument/2006/relationships/tags" Target="../tags/tag699.xml"/><Relationship Id="rId21" Type="http://schemas.openxmlformats.org/officeDocument/2006/relationships/notesSlide" Target="../notesSlides/notesSlide10.xml"/><Relationship Id="rId20" Type="http://schemas.openxmlformats.org/officeDocument/2006/relationships/slideLayout" Target="../slideLayouts/slideLayout10.xml"/><Relationship Id="rId2" Type="http://schemas.openxmlformats.org/officeDocument/2006/relationships/tags" Target="../tags/tag698.xml"/><Relationship Id="rId19" Type="http://schemas.openxmlformats.org/officeDocument/2006/relationships/tags" Target="../tags/tag714.xml"/><Relationship Id="rId18" Type="http://schemas.openxmlformats.org/officeDocument/2006/relationships/image" Target="../media/image9.png"/><Relationship Id="rId17" Type="http://schemas.openxmlformats.org/officeDocument/2006/relationships/tags" Target="../tags/tag713.xml"/><Relationship Id="rId16" Type="http://schemas.openxmlformats.org/officeDocument/2006/relationships/tags" Target="../tags/tag712.xml"/><Relationship Id="rId15" Type="http://schemas.openxmlformats.org/officeDocument/2006/relationships/tags" Target="../tags/tag711.xml"/><Relationship Id="rId14" Type="http://schemas.openxmlformats.org/officeDocument/2006/relationships/tags" Target="../tags/tag710.xml"/><Relationship Id="rId13" Type="http://schemas.openxmlformats.org/officeDocument/2006/relationships/tags" Target="../tags/tag709.xml"/><Relationship Id="rId12" Type="http://schemas.openxmlformats.org/officeDocument/2006/relationships/tags" Target="../tags/tag708.xml"/><Relationship Id="rId11" Type="http://schemas.openxmlformats.org/officeDocument/2006/relationships/tags" Target="../tags/tag707.xml"/><Relationship Id="rId10" Type="http://schemas.openxmlformats.org/officeDocument/2006/relationships/tags" Target="../tags/tag706.xml"/><Relationship Id="rId1" Type="http://schemas.openxmlformats.org/officeDocument/2006/relationships/tags" Target="../tags/tag697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723.xml"/><Relationship Id="rId8" Type="http://schemas.openxmlformats.org/officeDocument/2006/relationships/tags" Target="../tags/tag722.xml"/><Relationship Id="rId7" Type="http://schemas.openxmlformats.org/officeDocument/2006/relationships/tags" Target="../tags/tag721.xml"/><Relationship Id="rId6" Type="http://schemas.openxmlformats.org/officeDocument/2006/relationships/tags" Target="../tags/tag720.xml"/><Relationship Id="rId5" Type="http://schemas.openxmlformats.org/officeDocument/2006/relationships/tags" Target="../tags/tag719.xml"/><Relationship Id="rId44" Type="http://schemas.openxmlformats.org/officeDocument/2006/relationships/notesSlide" Target="../notesSlides/notesSlide11.xml"/><Relationship Id="rId43" Type="http://schemas.openxmlformats.org/officeDocument/2006/relationships/slideLayout" Target="../slideLayouts/slideLayout10.xml"/><Relationship Id="rId42" Type="http://schemas.openxmlformats.org/officeDocument/2006/relationships/tags" Target="../tags/tag756.xml"/><Relationship Id="rId41" Type="http://schemas.openxmlformats.org/officeDocument/2006/relationships/tags" Target="../tags/tag755.xml"/><Relationship Id="rId40" Type="http://schemas.openxmlformats.org/officeDocument/2006/relationships/tags" Target="../tags/tag754.xml"/><Relationship Id="rId4" Type="http://schemas.openxmlformats.org/officeDocument/2006/relationships/tags" Target="../tags/tag718.xml"/><Relationship Id="rId39" Type="http://schemas.openxmlformats.org/officeDocument/2006/relationships/tags" Target="../tags/tag753.xml"/><Relationship Id="rId38" Type="http://schemas.openxmlformats.org/officeDocument/2006/relationships/tags" Target="../tags/tag752.xml"/><Relationship Id="rId37" Type="http://schemas.openxmlformats.org/officeDocument/2006/relationships/tags" Target="../tags/tag751.xml"/><Relationship Id="rId36" Type="http://schemas.openxmlformats.org/officeDocument/2006/relationships/tags" Target="../tags/tag750.xml"/><Relationship Id="rId35" Type="http://schemas.openxmlformats.org/officeDocument/2006/relationships/tags" Target="../tags/tag749.xml"/><Relationship Id="rId34" Type="http://schemas.openxmlformats.org/officeDocument/2006/relationships/tags" Target="../tags/tag748.xml"/><Relationship Id="rId33" Type="http://schemas.openxmlformats.org/officeDocument/2006/relationships/tags" Target="../tags/tag747.xml"/><Relationship Id="rId32" Type="http://schemas.openxmlformats.org/officeDocument/2006/relationships/tags" Target="../tags/tag746.xml"/><Relationship Id="rId31" Type="http://schemas.openxmlformats.org/officeDocument/2006/relationships/tags" Target="../tags/tag745.xml"/><Relationship Id="rId30" Type="http://schemas.openxmlformats.org/officeDocument/2006/relationships/tags" Target="../tags/tag744.xml"/><Relationship Id="rId3" Type="http://schemas.openxmlformats.org/officeDocument/2006/relationships/tags" Target="../tags/tag717.xml"/><Relationship Id="rId29" Type="http://schemas.openxmlformats.org/officeDocument/2006/relationships/tags" Target="../tags/tag743.xml"/><Relationship Id="rId28" Type="http://schemas.openxmlformats.org/officeDocument/2006/relationships/tags" Target="../tags/tag742.xml"/><Relationship Id="rId27" Type="http://schemas.openxmlformats.org/officeDocument/2006/relationships/tags" Target="../tags/tag741.xml"/><Relationship Id="rId26" Type="http://schemas.openxmlformats.org/officeDocument/2006/relationships/tags" Target="../tags/tag740.xml"/><Relationship Id="rId25" Type="http://schemas.openxmlformats.org/officeDocument/2006/relationships/tags" Target="../tags/tag739.xml"/><Relationship Id="rId24" Type="http://schemas.openxmlformats.org/officeDocument/2006/relationships/tags" Target="../tags/tag738.xml"/><Relationship Id="rId23" Type="http://schemas.openxmlformats.org/officeDocument/2006/relationships/tags" Target="../tags/tag737.xml"/><Relationship Id="rId22" Type="http://schemas.openxmlformats.org/officeDocument/2006/relationships/tags" Target="../tags/tag736.xml"/><Relationship Id="rId21" Type="http://schemas.openxmlformats.org/officeDocument/2006/relationships/tags" Target="../tags/tag735.xml"/><Relationship Id="rId20" Type="http://schemas.openxmlformats.org/officeDocument/2006/relationships/tags" Target="../tags/tag734.xml"/><Relationship Id="rId2" Type="http://schemas.openxmlformats.org/officeDocument/2006/relationships/tags" Target="../tags/tag716.xml"/><Relationship Id="rId19" Type="http://schemas.openxmlformats.org/officeDocument/2006/relationships/tags" Target="../tags/tag733.xml"/><Relationship Id="rId18" Type="http://schemas.openxmlformats.org/officeDocument/2006/relationships/tags" Target="../tags/tag732.xml"/><Relationship Id="rId17" Type="http://schemas.openxmlformats.org/officeDocument/2006/relationships/tags" Target="../tags/tag731.xml"/><Relationship Id="rId16" Type="http://schemas.openxmlformats.org/officeDocument/2006/relationships/tags" Target="../tags/tag730.xml"/><Relationship Id="rId15" Type="http://schemas.openxmlformats.org/officeDocument/2006/relationships/tags" Target="../tags/tag729.xml"/><Relationship Id="rId14" Type="http://schemas.openxmlformats.org/officeDocument/2006/relationships/tags" Target="../tags/tag728.xml"/><Relationship Id="rId13" Type="http://schemas.openxmlformats.org/officeDocument/2006/relationships/tags" Target="../tags/tag727.xml"/><Relationship Id="rId12" Type="http://schemas.openxmlformats.org/officeDocument/2006/relationships/tags" Target="../tags/tag726.xml"/><Relationship Id="rId11" Type="http://schemas.openxmlformats.org/officeDocument/2006/relationships/tags" Target="../tags/tag725.xml"/><Relationship Id="rId10" Type="http://schemas.openxmlformats.org/officeDocument/2006/relationships/tags" Target="../tags/tag724.xml"/><Relationship Id="rId1" Type="http://schemas.openxmlformats.org/officeDocument/2006/relationships/tags" Target="../tags/tag715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4.xml"/><Relationship Id="rId2" Type="http://schemas.openxmlformats.org/officeDocument/2006/relationships/tags" Target="../tags/tag758.xml"/><Relationship Id="rId1" Type="http://schemas.openxmlformats.org/officeDocument/2006/relationships/tags" Target="../tags/tag7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72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720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微软雅黑" panose="020B0503020204020204" pitchFamily="34" charset="-122"/>
              </a:rPr>
              <a:t>http模块</a:t>
            </a:r>
            <a:endParaRPr lang="en-US" altLang="zh-CN" sz="7200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28652" y="227393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02" name="图片 101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029973" y="114776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482" y="4425278"/>
            <a:ext cx="1818593" cy="202795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03" name="文本框 102"/>
          <p:cNvSpPr txBox="1"/>
          <p:nvPr>
            <p:custDataLst>
              <p:tags r:id="rId5"/>
            </p:custDataLst>
          </p:nvPr>
        </p:nvSpPr>
        <p:spPr>
          <a:xfrm>
            <a:off x="3080251" y="5301734"/>
            <a:ext cx="6766088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Node.js</a:t>
            </a:r>
            <a:r>
              <a: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中如何实现对</a:t>
            </a:r>
            <a:r>
              <a:rPr lang="en-US" altLang="zh-CN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</a:t>
            </a:r>
            <a:r>
              <a: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请求的管理？</a:t>
            </a:r>
            <a:endParaRPr lang="zh-CN" altLang="en-US" sz="28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8779" y="1889573"/>
            <a:ext cx="7054804" cy="30788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custDataLst>
      <p:tags r:id="rId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目录</a:t>
            </a:r>
            <a:endParaRPr lang="zh-CN" altLang="en-US" sz="4400" b="1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>
            <p:custDataLst>
              <p:tags r:id="rId2"/>
            </p:custDataLst>
          </p:nvPr>
        </p:nvSpPr>
        <p:spPr>
          <a:xfrm>
            <a:off x="2642048" y="3053467"/>
            <a:ext cx="699247" cy="699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01</a:t>
            </a:r>
            <a:endParaRPr lang="en-US" altLang="zh-CN" sz="3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3"/>
            </p:custDataLst>
          </p:nvPr>
        </p:nvSpPr>
        <p:spPr>
          <a:xfrm>
            <a:off x="3450608" y="3164637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24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http模块介绍</a:t>
            </a:r>
            <a:endParaRPr lang="en-US" altLang="zh-CN" sz="2400" b="1" spc="20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矩形 31"/>
          <p:cNvSpPr/>
          <p:nvPr>
            <p:custDataLst>
              <p:tags r:id="rId4"/>
            </p:custDataLst>
          </p:nvPr>
        </p:nvSpPr>
        <p:spPr>
          <a:xfrm>
            <a:off x="7079428" y="3053467"/>
            <a:ext cx="699247" cy="6992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02</a:t>
            </a:r>
            <a:endParaRPr lang="en-US" altLang="zh-CN" sz="3200" b="1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5"/>
            </p:custDataLst>
          </p:nvPr>
        </p:nvSpPr>
        <p:spPr>
          <a:xfrm>
            <a:off x="7943233" y="3164637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 fontScale="80000"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4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创建Web服务端</a:t>
            </a:r>
            <a:endParaRPr lang="zh-CN" altLang="en-US" sz="24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6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180784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http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模块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>
            <p:custDataLst>
              <p:tags r:id="rId3"/>
            </p:custDataLst>
          </p:nvPr>
        </p:nvSpPr>
        <p:spPr>
          <a:xfrm>
            <a:off x="206087" y="1195736"/>
            <a:ext cx="11817531" cy="4585037"/>
          </a:xfrm>
          <a:prstGeom prst="rect">
            <a:avLst/>
          </a:prstGeom>
          <a:solidFill>
            <a:schemeClr val="lt2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48" name="矩形: 圆角 47"/>
          <p:cNvSpPr/>
          <p:nvPr>
            <p:custDataLst>
              <p:tags r:id="rId4"/>
            </p:custDataLst>
          </p:nvPr>
        </p:nvSpPr>
        <p:spPr>
          <a:xfrm>
            <a:off x="206087" y="2131775"/>
            <a:ext cx="1345474" cy="3648997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49" name="矩形: 圆角 48"/>
          <p:cNvSpPr/>
          <p:nvPr>
            <p:custDataLst>
              <p:tags r:id="rId5"/>
            </p:custDataLst>
          </p:nvPr>
        </p:nvSpPr>
        <p:spPr>
          <a:xfrm>
            <a:off x="1551560" y="2131775"/>
            <a:ext cx="231289" cy="3634929"/>
          </a:xfrm>
          <a:prstGeom prst="roundRect">
            <a:avLst>
              <a:gd name="adj" fmla="val 0"/>
            </a:avLst>
          </a:prstGeom>
          <a:solidFill>
            <a:schemeClr val="l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pic>
        <p:nvPicPr>
          <p:cNvPr id="70" name="图形 69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0080" y="3356503"/>
            <a:ext cx="569913" cy="569913"/>
          </a:xfrm>
          <a:prstGeom prst="rect">
            <a:avLst/>
          </a:prstGeom>
        </p:spPr>
      </p:pic>
      <p:sp>
        <p:nvSpPr>
          <p:cNvPr id="71" name="文本框 70"/>
          <p:cNvSpPr txBox="1"/>
          <p:nvPr>
            <p:custDataLst>
              <p:tags r:id="rId8"/>
            </p:custDataLst>
          </p:nvPr>
        </p:nvSpPr>
        <p:spPr>
          <a:xfrm>
            <a:off x="1956403" y="2195173"/>
            <a:ext cx="6956753" cy="3184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en-US" sz="2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什么是</a:t>
            </a:r>
            <a:r>
              <a:rPr lang="en-US" altLang="zh-CN" sz="2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http</a:t>
            </a:r>
            <a:r>
              <a:rPr lang="zh-CN" altLang="en-US" sz="2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模块？</a:t>
            </a:r>
            <a:endParaRPr lang="en-US" altLang="zh-CN" sz="2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Node.js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的核心模块，用于创建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Web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服务器，实现浏览器与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Web 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服务器之间的请求与响应。</a:t>
            </a:r>
            <a:endParaRPr lang="en-US" altLang="zh-CN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  <a:spcBef>
                <a:spcPts val="1800"/>
              </a:spcBef>
            </a:pP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引入方式：</a:t>
            </a:r>
            <a:endParaRPr lang="en-US" altLang="zh-CN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var http=require("http");</a:t>
            </a:r>
            <a:endParaRPr lang="en-US" altLang="zh-CN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39934" y="2625910"/>
            <a:ext cx="2601012" cy="2601012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1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2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450"/>
                            </p:stCondLst>
                            <p:childTnLst>
                              <p:par>
                                <p:cTn id="2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500"/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6" dur="500"/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500"/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bldLvl="0" animBg="1"/>
      <p:bldP spid="48" grpId="0" bldLvl="0" animBg="1"/>
      <p:bldP spid="49" grpId="0" bldLvl="0" animBg="1"/>
      <p:bldP spid="71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180784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http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模块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>
            <p:custDataLst>
              <p:tags r:id="rId3"/>
            </p:custDataLst>
          </p:nvPr>
        </p:nvSpPr>
        <p:spPr>
          <a:xfrm>
            <a:off x="206087" y="1195736"/>
            <a:ext cx="11817531" cy="4585037"/>
          </a:xfrm>
          <a:prstGeom prst="rect">
            <a:avLst/>
          </a:prstGeom>
          <a:solidFill>
            <a:schemeClr val="lt2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48" name="矩形: 圆角 47"/>
          <p:cNvSpPr/>
          <p:nvPr>
            <p:custDataLst>
              <p:tags r:id="rId4"/>
            </p:custDataLst>
          </p:nvPr>
        </p:nvSpPr>
        <p:spPr>
          <a:xfrm>
            <a:off x="206087" y="1443879"/>
            <a:ext cx="1345474" cy="4336894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49" name="矩形: 圆角 48"/>
          <p:cNvSpPr/>
          <p:nvPr>
            <p:custDataLst>
              <p:tags r:id="rId5"/>
            </p:custDataLst>
          </p:nvPr>
        </p:nvSpPr>
        <p:spPr>
          <a:xfrm>
            <a:off x="1551560" y="1450413"/>
            <a:ext cx="231289" cy="4316292"/>
          </a:xfrm>
          <a:prstGeom prst="roundRect">
            <a:avLst>
              <a:gd name="adj" fmla="val 0"/>
            </a:avLst>
          </a:prstGeom>
          <a:solidFill>
            <a:schemeClr val="l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pic>
        <p:nvPicPr>
          <p:cNvPr id="70" name="图形 69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0080" y="3356503"/>
            <a:ext cx="569913" cy="569913"/>
          </a:xfrm>
          <a:prstGeom prst="rect">
            <a:avLst/>
          </a:prstGeom>
        </p:spPr>
      </p:pic>
      <p:sp>
        <p:nvSpPr>
          <p:cNvPr id="71" name="文本框 70"/>
          <p:cNvSpPr txBox="1"/>
          <p:nvPr>
            <p:custDataLst>
              <p:tags r:id="rId8"/>
            </p:custDataLst>
          </p:nvPr>
        </p:nvSpPr>
        <p:spPr>
          <a:xfrm>
            <a:off x="1983501" y="1423568"/>
            <a:ext cx="8008911" cy="4384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http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模块如何实现对客户端和服务器的支持？</a:t>
            </a:r>
            <a:endParaRPr lang="en-US" altLang="zh-CN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1. 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对服务器的支持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--</a:t>
            </a:r>
            <a:r>
              <a:rPr lang="en-US" altLang="zh-CN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http.createServer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() :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创建 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HTTP Web 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服务器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--</a:t>
            </a:r>
            <a:r>
              <a:rPr lang="en-US" altLang="zh-CN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http.Server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:  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服务器实例对象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--</a:t>
            </a:r>
            <a:r>
              <a:rPr lang="en-US" altLang="zh-CN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http.ServerResponse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: 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该对象用于响应处理客户端请求。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2. 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对客户端的支持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--</a:t>
            </a:r>
            <a:r>
              <a:rPr lang="en-US" altLang="zh-CN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http.request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(options[, callback])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  该方法用于创建 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HTTP 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请求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--</a:t>
            </a:r>
            <a:r>
              <a:rPr lang="en-US" altLang="zh-CN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http.ClientRequest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  由 </a:t>
            </a:r>
            <a:r>
              <a:rPr lang="en-US" altLang="zh-CN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http.request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()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创建并返回，它是一个正在处理的 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HTTP 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请求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84901" y="2625910"/>
            <a:ext cx="2601012" cy="2601012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1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2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2" dur="500"/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7" dur="500"/>
                                        <p:tgtEl>
                                          <p:spTgt spid="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" dur="500"/>
                                        <p:tgtEl>
                                          <p:spTgt spid="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7" dur="500"/>
                                        <p:tgtEl>
                                          <p:spTgt spid="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2" dur="500"/>
                                        <p:tgtEl>
                                          <p:spTgt spid="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7" dur="500"/>
                                        <p:tgtEl>
                                          <p:spTgt spid="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2" dur="500"/>
                                        <p:tgtEl>
                                          <p:spTgt spid="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bldLvl="0" animBg="1"/>
      <p:bldP spid="48" grpId="0" bldLvl="0" animBg="1"/>
      <p:bldP spid="49" grpId="0" bldLvl="0" animBg="1"/>
      <p:bldP spid="71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303339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sz="3200" b="0" i="0" u="none" strike="noStrike" cap="none" spc="0" normalizeH="0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创建Web服务端</a:t>
            </a:r>
            <a:endParaRPr kumimoji="1" sz="3200" b="0" i="0" u="none" strike="noStrike" cap="none" spc="0" normalizeH="0" baseline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TextBox 27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316355" y="1011555"/>
            <a:ext cx="2035175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b="1" dirty="0">
                <a:solidFill>
                  <a:schemeClr val="l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Web</a:t>
            </a:r>
            <a:r>
              <a:rPr lang="zh-CN" altLang="en-US" sz="2000" b="1" dirty="0">
                <a:solidFill>
                  <a:schemeClr val="l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服务器创建</a:t>
            </a:r>
            <a:endParaRPr lang="zh-CN" altLang="en-US" sz="2000" b="1" dirty="0">
              <a:solidFill>
                <a:schemeClr val="l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TextBox 28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69315" y="941705"/>
            <a:ext cx="422910" cy="52197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chemeClr val="l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endParaRPr lang="en-US" altLang="zh-CN" sz="2800" b="1" dirty="0">
              <a:solidFill>
                <a:schemeClr val="l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9315" y="1851660"/>
            <a:ext cx="7979410" cy="2209800"/>
            <a:chOff x="1369" y="2916"/>
            <a:chExt cx="12566" cy="3480"/>
          </a:xfrm>
        </p:grpSpPr>
        <p:sp>
          <p:nvSpPr>
            <p:cNvPr id="16" name="Freeform 8"/>
            <p:cNvSpPr/>
            <p:nvPr>
              <p:custDataLst>
                <p:tags r:id="rId5"/>
              </p:custDataLst>
            </p:nvPr>
          </p:nvSpPr>
          <p:spPr bwMode="auto">
            <a:xfrm>
              <a:off x="7872" y="3657"/>
              <a:ext cx="1985" cy="2151"/>
            </a:xfrm>
            <a:custGeom>
              <a:avLst/>
              <a:gdLst>
                <a:gd name="T0" fmla="*/ 1130 w 2260"/>
                <a:gd name="T1" fmla="*/ 0 h 2610"/>
                <a:gd name="T2" fmla="*/ 1695 w 2260"/>
                <a:gd name="T3" fmla="*/ 326 h 2610"/>
                <a:gd name="T4" fmla="*/ 2260 w 2260"/>
                <a:gd name="T5" fmla="*/ 652 h 2610"/>
                <a:gd name="T6" fmla="*/ 2260 w 2260"/>
                <a:gd name="T7" fmla="*/ 1305 h 2610"/>
                <a:gd name="T8" fmla="*/ 2260 w 2260"/>
                <a:gd name="T9" fmla="*/ 1957 h 2610"/>
                <a:gd name="T10" fmla="*/ 1695 w 2260"/>
                <a:gd name="T11" fmla="*/ 2283 h 2610"/>
                <a:gd name="T12" fmla="*/ 1130 w 2260"/>
                <a:gd name="T13" fmla="*/ 2610 h 2610"/>
                <a:gd name="T14" fmla="*/ 565 w 2260"/>
                <a:gd name="T15" fmla="*/ 2283 h 2610"/>
                <a:gd name="T16" fmla="*/ 0 w 2260"/>
                <a:gd name="T17" fmla="*/ 1957 h 2610"/>
                <a:gd name="T18" fmla="*/ 0 w 2260"/>
                <a:gd name="T19" fmla="*/ 1305 h 2610"/>
                <a:gd name="T20" fmla="*/ 0 w 2260"/>
                <a:gd name="T21" fmla="*/ 652 h 2610"/>
                <a:gd name="T22" fmla="*/ 565 w 2260"/>
                <a:gd name="T23" fmla="*/ 326 h 2610"/>
                <a:gd name="T24" fmla="*/ 1130 w 2260"/>
                <a:gd name="T25" fmla="*/ 0 h 2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0" h="2610">
                  <a:moveTo>
                    <a:pt x="1130" y="0"/>
                  </a:moveTo>
                  <a:lnTo>
                    <a:pt x="1695" y="326"/>
                  </a:lnTo>
                  <a:lnTo>
                    <a:pt x="2260" y="652"/>
                  </a:lnTo>
                  <a:lnTo>
                    <a:pt x="2260" y="1305"/>
                  </a:lnTo>
                  <a:lnTo>
                    <a:pt x="2260" y="1957"/>
                  </a:lnTo>
                  <a:lnTo>
                    <a:pt x="1695" y="2283"/>
                  </a:lnTo>
                  <a:lnTo>
                    <a:pt x="1130" y="2610"/>
                  </a:lnTo>
                  <a:lnTo>
                    <a:pt x="565" y="2283"/>
                  </a:lnTo>
                  <a:lnTo>
                    <a:pt x="0" y="1957"/>
                  </a:lnTo>
                  <a:lnTo>
                    <a:pt x="0" y="1305"/>
                  </a:lnTo>
                  <a:lnTo>
                    <a:pt x="0" y="652"/>
                  </a:lnTo>
                  <a:lnTo>
                    <a:pt x="565" y="326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accent1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sz="1600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7" name="Freeform 14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8578" y="4239"/>
              <a:ext cx="635" cy="812"/>
            </a:xfrm>
            <a:custGeom>
              <a:avLst/>
              <a:gdLst>
                <a:gd name="T0" fmla="*/ 95 w 723"/>
                <a:gd name="T1" fmla="*/ 160 h 986"/>
                <a:gd name="T2" fmla="*/ 80 w 723"/>
                <a:gd name="T3" fmla="*/ 986 h 986"/>
                <a:gd name="T4" fmla="*/ 723 w 723"/>
                <a:gd name="T5" fmla="*/ 242 h 986"/>
                <a:gd name="T6" fmla="*/ 668 w 723"/>
                <a:gd name="T7" fmla="*/ 260 h 986"/>
                <a:gd name="T8" fmla="*/ 83 w 723"/>
                <a:gd name="T9" fmla="*/ 929 h 986"/>
                <a:gd name="T10" fmla="*/ 313 w 723"/>
                <a:gd name="T11" fmla="*/ 105 h 986"/>
                <a:gd name="T12" fmla="*/ 410 w 723"/>
                <a:gd name="T13" fmla="*/ 105 h 986"/>
                <a:gd name="T14" fmla="*/ 360 w 723"/>
                <a:gd name="T15" fmla="*/ 157 h 986"/>
                <a:gd name="T16" fmla="*/ 253 w 723"/>
                <a:gd name="T17" fmla="*/ 107 h 986"/>
                <a:gd name="T18" fmla="*/ 133 w 723"/>
                <a:gd name="T19" fmla="*/ 250 h 986"/>
                <a:gd name="T20" fmla="*/ 590 w 723"/>
                <a:gd name="T21" fmla="*/ 250 h 986"/>
                <a:gd name="T22" fmla="*/ 470 w 723"/>
                <a:gd name="T23" fmla="*/ 107 h 986"/>
                <a:gd name="T24" fmla="*/ 253 w 723"/>
                <a:gd name="T25" fmla="*/ 107 h 986"/>
                <a:gd name="T26" fmla="*/ 255 w 723"/>
                <a:gd name="T27" fmla="*/ 749 h 986"/>
                <a:gd name="T28" fmla="*/ 175 w 723"/>
                <a:gd name="T29" fmla="*/ 771 h 986"/>
                <a:gd name="T30" fmla="*/ 158 w 723"/>
                <a:gd name="T31" fmla="*/ 789 h 986"/>
                <a:gd name="T32" fmla="*/ 255 w 723"/>
                <a:gd name="T33" fmla="*/ 796 h 986"/>
                <a:gd name="T34" fmla="*/ 153 w 723"/>
                <a:gd name="T35" fmla="*/ 846 h 986"/>
                <a:gd name="T36" fmla="*/ 280 w 723"/>
                <a:gd name="T37" fmla="*/ 784 h 986"/>
                <a:gd name="T38" fmla="*/ 280 w 723"/>
                <a:gd name="T39" fmla="*/ 744 h 986"/>
                <a:gd name="T40" fmla="*/ 128 w 723"/>
                <a:gd name="T41" fmla="*/ 751 h 986"/>
                <a:gd name="T42" fmla="*/ 248 w 723"/>
                <a:gd name="T43" fmla="*/ 879 h 986"/>
                <a:gd name="T44" fmla="*/ 248 w 723"/>
                <a:gd name="T45" fmla="*/ 387 h 986"/>
                <a:gd name="T46" fmla="*/ 175 w 723"/>
                <a:gd name="T47" fmla="*/ 409 h 986"/>
                <a:gd name="T48" fmla="*/ 200 w 723"/>
                <a:gd name="T49" fmla="*/ 474 h 986"/>
                <a:gd name="T50" fmla="*/ 153 w 723"/>
                <a:gd name="T51" fmla="*/ 492 h 986"/>
                <a:gd name="T52" fmla="*/ 248 w 723"/>
                <a:gd name="T53" fmla="*/ 362 h 986"/>
                <a:gd name="T54" fmla="*/ 128 w 723"/>
                <a:gd name="T55" fmla="*/ 489 h 986"/>
                <a:gd name="T56" fmla="*/ 279 w 723"/>
                <a:gd name="T57" fmla="*/ 416 h 986"/>
                <a:gd name="T58" fmla="*/ 278 w 723"/>
                <a:gd name="T59" fmla="*/ 382 h 986"/>
                <a:gd name="T60" fmla="*/ 255 w 723"/>
                <a:gd name="T61" fmla="*/ 582 h 986"/>
                <a:gd name="T62" fmla="*/ 158 w 723"/>
                <a:gd name="T63" fmla="*/ 607 h 986"/>
                <a:gd name="T64" fmla="*/ 255 w 723"/>
                <a:gd name="T65" fmla="*/ 672 h 986"/>
                <a:gd name="T66" fmla="*/ 280 w 723"/>
                <a:gd name="T67" fmla="*/ 563 h 986"/>
                <a:gd name="T68" fmla="*/ 128 w 723"/>
                <a:gd name="T69" fmla="*/ 569 h 986"/>
                <a:gd name="T70" fmla="*/ 255 w 723"/>
                <a:gd name="T71" fmla="*/ 696 h 986"/>
                <a:gd name="T72" fmla="*/ 334 w 723"/>
                <a:gd name="T73" fmla="*/ 538 h 986"/>
                <a:gd name="T74" fmla="*/ 378 w 723"/>
                <a:gd name="T75" fmla="*/ 836 h 986"/>
                <a:gd name="T76" fmla="*/ 580 w 723"/>
                <a:gd name="T77" fmla="*/ 774 h 986"/>
                <a:gd name="T78" fmla="*/ 370 w 723"/>
                <a:gd name="T79" fmla="*/ 829 h 986"/>
                <a:gd name="T80" fmla="*/ 580 w 723"/>
                <a:gd name="T81" fmla="*/ 587 h 986"/>
                <a:gd name="T82" fmla="*/ 370 w 723"/>
                <a:gd name="T83" fmla="*/ 474 h 986"/>
                <a:gd name="T84" fmla="*/ 370 w 723"/>
                <a:gd name="T85" fmla="*/ 407 h 9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23" h="986">
                  <a:moveTo>
                    <a:pt x="55" y="260"/>
                  </a:moveTo>
                  <a:cubicBezTo>
                    <a:pt x="55" y="232"/>
                    <a:pt x="68" y="218"/>
                    <a:pt x="95" y="217"/>
                  </a:cubicBezTo>
                  <a:lnTo>
                    <a:pt x="95" y="160"/>
                  </a:lnTo>
                  <a:cubicBezTo>
                    <a:pt x="45" y="161"/>
                    <a:pt x="0" y="193"/>
                    <a:pt x="0" y="242"/>
                  </a:cubicBezTo>
                  <a:lnTo>
                    <a:pt x="0" y="906"/>
                  </a:lnTo>
                  <a:cubicBezTo>
                    <a:pt x="0" y="947"/>
                    <a:pt x="40" y="986"/>
                    <a:pt x="80" y="986"/>
                  </a:cubicBezTo>
                  <a:lnTo>
                    <a:pt x="643" y="986"/>
                  </a:lnTo>
                  <a:cubicBezTo>
                    <a:pt x="683" y="986"/>
                    <a:pt x="723" y="947"/>
                    <a:pt x="723" y="906"/>
                  </a:cubicBezTo>
                  <a:lnTo>
                    <a:pt x="723" y="242"/>
                  </a:lnTo>
                  <a:cubicBezTo>
                    <a:pt x="723" y="193"/>
                    <a:pt x="678" y="161"/>
                    <a:pt x="628" y="160"/>
                  </a:cubicBezTo>
                  <a:lnTo>
                    <a:pt x="628" y="217"/>
                  </a:lnTo>
                  <a:cubicBezTo>
                    <a:pt x="655" y="218"/>
                    <a:pt x="668" y="232"/>
                    <a:pt x="668" y="260"/>
                  </a:cubicBezTo>
                  <a:lnTo>
                    <a:pt x="668" y="889"/>
                  </a:lnTo>
                  <a:cubicBezTo>
                    <a:pt x="668" y="908"/>
                    <a:pt x="659" y="929"/>
                    <a:pt x="640" y="929"/>
                  </a:cubicBezTo>
                  <a:lnTo>
                    <a:pt x="83" y="929"/>
                  </a:lnTo>
                  <a:cubicBezTo>
                    <a:pt x="61" y="929"/>
                    <a:pt x="55" y="906"/>
                    <a:pt x="55" y="884"/>
                  </a:cubicBezTo>
                  <a:lnTo>
                    <a:pt x="55" y="260"/>
                  </a:lnTo>
                  <a:close/>
                  <a:moveTo>
                    <a:pt x="313" y="105"/>
                  </a:moveTo>
                  <a:cubicBezTo>
                    <a:pt x="313" y="82"/>
                    <a:pt x="335" y="60"/>
                    <a:pt x="358" y="60"/>
                  </a:cubicBezTo>
                  <a:lnTo>
                    <a:pt x="365" y="60"/>
                  </a:lnTo>
                  <a:cubicBezTo>
                    <a:pt x="388" y="60"/>
                    <a:pt x="410" y="82"/>
                    <a:pt x="410" y="105"/>
                  </a:cubicBezTo>
                  <a:lnTo>
                    <a:pt x="410" y="110"/>
                  </a:lnTo>
                  <a:cubicBezTo>
                    <a:pt x="410" y="135"/>
                    <a:pt x="388" y="157"/>
                    <a:pt x="363" y="157"/>
                  </a:cubicBezTo>
                  <a:lnTo>
                    <a:pt x="360" y="157"/>
                  </a:lnTo>
                  <a:cubicBezTo>
                    <a:pt x="335" y="157"/>
                    <a:pt x="313" y="135"/>
                    <a:pt x="313" y="110"/>
                  </a:cubicBezTo>
                  <a:lnTo>
                    <a:pt x="313" y="105"/>
                  </a:lnTo>
                  <a:close/>
                  <a:moveTo>
                    <a:pt x="253" y="107"/>
                  </a:moveTo>
                  <a:lnTo>
                    <a:pt x="173" y="107"/>
                  </a:lnTo>
                  <a:cubicBezTo>
                    <a:pt x="145" y="107"/>
                    <a:pt x="133" y="120"/>
                    <a:pt x="133" y="147"/>
                  </a:cubicBezTo>
                  <a:lnTo>
                    <a:pt x="133" y="250"/>
                  </a:lnTo>
                  <a:cubicBezTo>
                    <a:pt x="133" y="267"/>
                    <a:pt x="144" y="285"/>
                    <a:pt x="160" y="285"/>
                  </a:cubicBezTo>
                  <a:lnTo>
                    <a:pt x="563" y="285"/>
                  </a:lnTo>
                  <a:cubicBezTo>
                    <a:pt x="579" y="285"/>
                    <a:pt x="590" y="267"/>
                    <a:pt x="590" y="250"/>
                  </a:cubicBezTo>
                  <a:lnTo>
                    <a:pt x="590" y="147"/>
                  </a:lnTo>
                  <a:cubicBezTo>
                    <a:pt x="590" y="120"/>
                    <a:pt x="578" y="107"/>
                    <a:pt x="550" y="107"/>
                  </a:cubicBezTo>
                  <a:lnTo>
                    <a:pt x="470" y="107"/>
                  </a:lnTo>
                  <a:cubicBezTo>
                    <a:pt x="470" y="52"/>
                    <a:pt x="423" y="0"/>
                    <a:pt x="370" y="0"/>
                  </a:cubicBezTo>
                  <a:lnTo>
                    <a:pt x="353" y="0"/>
                  </a:lnTo>
                  <a:cubicBezTo>
                    <a:pt x="300" y="0"/>
                    <a:pt x="253" y="52"/>
                    <a:pt x="253" y="107"/>
                  </a:cubicBezTo>
                  <a:close/>
                  <a:moveTo>
                    <a:pt x="153" y="756"/>
                  </a:moveTo>
                  <a:cubicBezTo>
                    <a:pt x="153" y="751"/>
                    <a:pt x="154" y="749"/>
                    <a:pt x="160" y="749"/>
                  </a:cubicBezTo>
                  <a:lnTo>
                    <a:pt x="255" y="749"/>
                  </a:lnTo>
                  <a:lnTo>
                    <a:pt x="255" y="756"/>
                  </a:lnTo>
                  <a:cubicBezTo>
                    <a:pt x="255" y="764"/>
                    <a:pt x="216" y="787"/>
                    <a:pt x="208" y="791"/>
                  </a:cubicBezTo>
                  <a:cubicBezTo>
                    <a:pt x="201" y="786"/>
                    <a:pt x="186" y="771"/>
                    <a:pt x="175" y="771"/>
                  </a:cubicBezTo>
                  <a:lnTo>
                    <a:pt x="173" y="771"/>
                  </a:lnTo>
                  <a:cubicBezTo>
                    <a:pt x="167" y="771"/>
                    <a:pt x="158" y="780"/>
                    <a:pt x="158" y="786"/>
                  </a:cubicBezTo>
                  <a:lnTo>
                    <a:pt x="158" y="789"/>
                  </a:lnTo>
                  <a:cubicBezTo>
                    <a:pt x="158" y="795"/>
                    <a:pt x="193" y="834"/>
                    <a:pt x="200" y="834"/>
                  </a:cubicBezTo>
                  <a:lnTo>
                    <a:pt x="203" y="834"/>
                  </a:lnTo>
                  <a:cubicBezTo>
                    <a:pt x="208" y="834"/>
                    <a:pt x="247" y="802"/>
                    <a:pt x="255" y="796"/>
                  </a:cubicBezTo>
                  <a:cubicBezTo>
                    <a:pt x="255" y="810"/>
                    <a:pt x="261" y="854"/>
                    <a:pt x="248" y="854"/>
                  </a:cubicBezTo>
                  <a:lnTo>
                    <a:pt x="160" y="854"/>
                  </a:lnTo>
                  <a:cubicBezTo>
                    <a:pt x="154" y="854"/>
                    <a:pt x="153" y="852"/>
                    <a:pt x="153" y="846"/>
                  </a:cubicBezTo>
                  <a:lnTo>
                    <a:pt x="153" y="756"/>
                  </a:lnTo>
                  <a:close/>
                  <a:moveTo>
                    <a:pt x="248" y="879"/>
                  </a:moveTo>
                  <a:cubicBezTo>
                    <a:pt x="295" y="879"/>
                    <a:pt x="277" y="827"/>
                    <a:pt x="280" y="784"/>
                  </a:cubicBezTo>
                  <a:cubicBezTo>
                    <a:pt x="282" y="762"/>
                    <a:pt x="337" y="742"/>
                    <a:pt x="343" y="721"/>
                  </a:cubicBezTo>
                  <a:lnTo>
                    <a:pt x="335" y="721"/>
                  </a:lnTo>
                  <a:cubicBezTo>
                    <a:pt x="318" y="721"/>
                    <a:pt x="293" y="737"/>
                    <a:pt x="280" y="744"/>
                  </a:cubicBezTo>
                  <a:cubicBezTo>
                    <a:pt x="274" y="735"/>
                    <a:pt x="268" y="724"/>
                    <a:pt x="253" y="724"/>
                  </a:cubicBezTo>
                  <a:lnTo>
                    <a:pt x="155" y="724"/>
                  </a:lnTo>
                  <a:cubicBezTo>
                    <a:pt x="141" y="724"/>
                    <a:pt x="128" y="737"/>
                    <a:pt x="128" y="751"/>
                  </a:cubicBezTo>
                  <a:lnTo>
                    <a:pt x="128" y="851"/>
                  </a:lnTo>
                  <a:cubicBezTo>
                    <a:pt x="128" y="868"/>
                    <a:pt x="143" y="879"/>
                    <a:pt x="160" y="879"/>
                  </a:cubicBezTo>
                  <a:lnTo>
                    <a:pt x="248" y="879"/>
                  </a:lnTo>
                  <a:close/>
                  <a:moveTo>
                    <a:pt x="153" y="394"/>
                  </a:moveTo>
                  <a:cubicBezTo>
                    <a:pt x="153" y="389"/>
                    <a:pt x="154" y="387"/>
                    <a:pt x="160" y="387"/>
                  </a:cubicBezTo>
                  <a:lnTo>
                    <a:pt x="248" y="387"/>
                  </a:lnTo>
                  <a:cubicBezTo>
                    <a:pt x="253" y="387"/>
                    <a:pt x="255" y="389"/>
                    <a:pt x="255" y="394"/>
                  </a:cubicBezTo>
                  <a:cubicBezTo>
                    <a:pt x="255" y="401"/>
                    <a:pt x="213" y="429"/>
                    <a:pt x="208" y="429"/>
                  </a:cubicBezTo>
                  <a:cubicBezTo>
                    <a:pt x="203" y="429"/>
                    <a:pt x="190" y="409"/>
                    <a:pt x="175" y="409"/>
                  </a:cubicBezTo>
                  <a:cubicBezTo>
                    <a:pt x="168" y="409"/>
                    <a:pt x="158" y="417"/>
                    <a:pt x="158" y="424"/>
                  </a:cubicBezTo>
                  <a:lnTo>
                    <a:pt x="158" y="427"/>
                  </a:lnTo>
                  <a:cubicBezTo>
                    <a:pt x="158" y="437"/>
                    <a:pt x="192" y="470"/>
                    <a:pt x="200" y="474"/>
                  </a:cubicBezTo>
                  <a:lnTo>
                    <a:pt x="255" y="434"/>
                  </a:lnTo>
                  <a:lnTo>
                    <a:pt x="255" y="492"/>
                  </a:lnTo>
                  <a:lnTo>
                    <a:pt x="153" y="492"/>
                  </a:lnTo>
                  <a:lnTo>
                    <a:pt x="153" y="394"/>
                  </a:lnTo>
                  <a:close/>
                  <a:moveTo>
                    <a:pt x="278" y="382"/>
                  </a:moveTo>
                  <a:cubicBezTo>
                    <a:pt x="275" y="369"/>
                    <a:pt x="264" y="362"/>
                    <a:pt x="248" y="362"/>
                  </a:cubicBezTo>
                  <a:lnTo>
                    <a:pt x="160" y="362"/>
                  </a:lnTo>
                  <a:cubicBezTo>
                    <a:pt x="143" y="362"/>
                    <a:pt x="128" y="373"/>
                    <a:pt x="128" y="390"/>
                  </a:cubicBezTo>
                  <a:lnTo>
                    <a:pt x="128" y="489"/>
                  </a:lnTo>
                  <a:cubicBezTo>
                    <a:pt x="128" y="504"/>
                    <a:pt x="141" y="517"/>
                    <a:pt x="155" y="517"/>
                  </a:cubicBezTo>
                  <a:lnTo>
                    <a:pt x="253" y="517"/>
                  </a:lnTo>
                  <a:cubicBezTo>
                    <a:pt x="292" y="517"/>
                    <a:pt x="280" y="455"/>
                    <a:pt x="279" y="416"/>
                  </a:cubicBezTo>
                  <a:lnTo>
                    <a:pt x="343" y="362"/>
                  </a:lnTo>
                  <a:cubicBezTo>
                    <a:pt x="343" y="362"/>
                    <a:pt x="338" y="360"/>
                    <a:pt x="338" y="360"/>
                  </a:cubicBezTo>
                  <a:cubicBezTo>
                    <a:pt x="313" y="360"/>
                    <a:pt x="293" y="381"/>
                    <a:pt x="278" y="382"/>
                  </a:cubicBezTo>
                  <a:close/>
                  <a:moveTo>
                    <a:pt x="153" y="569"/>
                  </a:moveTo>
                  <a:lnTo>
                    <a:pt x="255" y="569"/>
                  </a:lnTo>
                  <a:lnTo>
                    <a:pt x="255" y="582"/>
                  </a:lnTo>
                  <a:lnTo>
                    <a:pt x="208" y="612"/>
                  </a:lnTo>
                  <a:lnTo>
                    <a:pt x="176" y="588"/>
                  </a:lnTo>
                  <a:cubicBezTo>
                    <a:pt x="168" y="593"/>
                    <a:pt x="158" y="595"/>
                    <a:pt x="158" y="607"/>
                  </a:cubicBezTo>
                  <a:cubicBezTo>
                    <a:pt x="158" y="614"/>
                    <a:pt x="193" y="654"/>
                    <a:pt x="200" y="654"/>
                  </a:cubicBezTo>
                  <a:cubicBezTo>
                    <a:pt x="212" y="654"/>
                    <a:pt x="242" y="620"/>
                    <a:pt x="255" y="617"/>
                  </a:cubicBezTo>
                  <a:lnTo>
                    <a:pt x="255" y="672"/>
                  </a:lnTo>
                  <a:lnTo>
                    <a:pt x="153" y="672"/>
                  </a:lnTo>
                  <a:lnTo>
                    <a:pt x="153" y="569"/>
                  </a:lnTo>
                  <a:close/>
                  <a:moveTo>
                    <a:pt x="280" y="563"/>
                  </a:moveTo>
                  <a:cubicBezTo>
                    <a:pt x="275" y="555"/>
                    <a:pt x="269" y="544"/>
                    <a:pt x="255" y="544"/>
                  </a:cubicBezTo>
                  <a:lnTo>
                    <a:pt x="153" y="544"/>
                  </a:lnTo>
                  <a:cubicBezTo>
                    <a:pt x="140" y="544"/>
                    <a:pt x="128" y="557"/>
                    <a:pt x="128" y="569"/>
                  </a:cubicBezTo>
                  <a:lnTo>
                    <a:pt x="128" y="672"/>
                  </a:lnTo>
                  <a:cubicBezTo>
                    <a:pt x="128" y="684"/>
                    <a:pt x="140" y="696"/>
                    <a:pt x="153" y="696"/>
                  </a:cubicBezTo>
                  <a:lnTo>
                    <a:pt x="255" y="696"/>
                  </a:lnTo>
                  <a:cubicBezTo>
                    <a:pt x="291" y="696"/>
                    <a:pt x="280" y="632"/>
                    <a:pt x="279" y="596"/>
                  </a:cubicBezTo>
                  <a:lnTo>
                    <a:pt x="343" y="542"/>
                  </a:lnTo>
                  <a:lnTo>
                    <a:pt x="334" y="538"/>
                  </a:lnTo>
                  <a:lnTo>
                    <a:pt x="280" y="563"/>
                  </a:lnTo>
                  <a:close/>
                  <a:moveTo>
                    <a:pt x="370" y="829"/>
                  </a:moveTo>
                  <a:cubicBezTo>
                    <a:pt x="370" y="834"/>
                    <a:pt x="372" y="836"/>
                    <a:pt x="378" y="836"/>
                  </a:cubicBezTo>
                  <a:lnTo>
                    <a:pt x="573" y="836"/>
                  </a:lnTo>
                  <a:cubicBezTo>
                    <a:pt x="579" y="836"/>
                    <a:pt x="580" y="834"/>
                    <a:pt x="580" y="829"/>
                  </a:cubicBezTo>
                  <a:lnTo>
                    <a:pt x="580" y="774"/>
                  </a:lnTo>
                  <a:cubicBezTo>
                    <a:pt x="580" y="768"/>
                    <a:pt x="579" y="766"/>
                    <a:pt x="573" y="766"/>
                  </a:cubicBezTo>
                  <a:lnTo>
                    <a:pt x="370" y="766"/>
                  </a:lnTo>
                  <a:lnTo>
                    <a:pt x="370" y="829"/>
                  </a:lnTo>
                  <a:close/>
                  <a:moveTo>
                    <a:pt x="370" y="654"/>
                  </a:moveTo>
                  <a:lnTo>
                    <a:pt x="580" y="654"/>
                  </a:lnTo>
                  <a:lnTo>
                    <a:pt x="580" y="587"/>
                  </a:lnTo>
                  <a:lnTo>
                    <a:pt x="370" y="587"/>
                  </a:lnTo>
                  <a:lnTo>
                    <a:pt x="370" y="654"/>
                  </a:lnTo>
                  <a:close/>
                  <a:moveTo>
                    <a:pt x="370" y="474"/>
                  </a:moveTo>
                  <a:lnTo>
                    <a:pt x="523" y="474"/>
                  </a:lnTo>
                  <a:lnTo>
                    <a:pt x="523" y="407"/>
                  </a:lnTo>
                  <a:lnTo>
                    <a:pt x="370" y="407"/>
                  </a:lnTo>
                  <a:lnTo>
                    <a:pt x="370" y="47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vert="horz" wrap="square" lIns="68571" tIns="34285" rIns="68571" bIns="34285" numCol="1" anchor="t" anchorCtr="0" compatLnSpc="1"/>
            <a:lstStyle/>
            <a:p>
              <a:endParaRPr lang="zh-CN" altLang="en-US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9" name="TextBox 76"/>
            <p:cNvSpPr txBox="1"/>
            <p:nvPr>
              <p:custDataLst>
                <p:tags r:id="rId7"/>
              </p:custDataLst>
            </p:nvPr>
          </p:nvSpPr>
          <p:spPr>
            <a:xfrm>
              <a:off x="1369" y="2916"/>
              <a:ext cx="12567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1. var </a:t>
              </a:r>
              <a:r>
                <a:rPr lang="en-US" altLang="zh-CN" sz="2000" b="1" dirty="0">
                  <a:solidFill>
                    <a:schemeClr val="dk1"/>
                  </a:solidFill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server</a:t>
              </a: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=</a:t>
              </a:r>
              <a:r>
                <a:rPr lang="en-US" altLang="zh-CN" sz="2000" b="1" dirty="0" err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http.createServer</a:t>
              </a: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([options][, </a:t>
              </a:r>
              <a:r>
                <a:rPr lang="en-US" altLang="zh-CN" sz="20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requestListener</a:t>
              </a: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])</a:t>
              </a:r>
              <a:endPara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" name="文本框 19"/>
            <p:cNvSpPr txBox="1"/>
            <p:nvPr>
              <p:custDataLst>
                <p:tags r:id="rId8"/>
              </p:custDataLst>
            </p:nvPr>
          </p:nvSpPr>
          <p:spPr>
            <a:xfrm>
              <a:off x="1395" y="3734"/>
              <a:ext cx="6342" cy="2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用于创建 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http 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服务器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方法有多个可选参数，但一般只接收一个可选传入参数 </a:t>
              </a:r>
              <a:r>
                <a:rPr lang="en-US" altLang="zh-CN" sz="16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requestListener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。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返回：新创建的 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http 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服务器实例。</a:t>
              </a:r>
              <a:endPara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156835" y="3938905"/>
            <a:ext cx="6649720" cy="1983740"/>
            <a:chOff x="8121" y="6203"/>
            <a:chExt cx="10472" cy="3124"/>
          </a:xfrm>
        </p:grpSpPr>
        <p:sp>
          <p:nvSpPr>
            <p:cNvPr id="22" name="Freeform 9"/>
            <p:cNvSpPr/>
            <p:nvPr>
              <p:custDataLst>
                <p:tags r:id="rId9"/>
              </p:custDataLst>
            </p:nvPr>
          </p:nvSpPr>
          <p:spPr bwMode="auto">
            <a:xfrm>
              <a:off x="9546" y="6979"/>
              <a:ext cx="1859" cy="2150"/>
            </a:xfrm>
            <a:custGeom>
              <a:avLst/>
              <a:gdLst>
                <a:gd name="T0" fmla="*/ 1130 w 2260"/>
                <a:gd name="T1" fmla="*/ 0 h 2610"/>
                <a:gd name="T2" fmla="*/ 1695 w 2260"/>
                <a:gd name="T3" fmla="*/ 326 h 2610"/>
                <a:gd name="T4" fmla="*/ 2260 w 2260"/>
                <a:gd name="T5" fmla="*/ 652 h 2610"/>
                <a:gd name="T6" fmla="*/ 2260 w 2260"/>
                <a:gd name="T7" fmla="*/ 1305 h 2610"/>
                <a:gd name="T8" fmla="*/ 2260 w 2260"/>
                <a:gd name="T9" fmla="*/ 1957 h 2610"/>
                <a:gd name="T10" fmla="*/ 1695 w 2260"/>
                <a:gd name="T11" fmla="*/ 2283 h 2610"/>
                <a:gd name="T12" fmla="*/ 1130 w 2260"/>
                <a:gd name="T13" fmla="*/ 2610 h 2610"/>
                <a:gd name="T14" fmla="*/ 565 w 2260"/>
                <a:gd name="T15" fmla="*/ 2283 h 2610"/>
                <a:gd name="T16" fmla="*/ 0 w 2260"/>
                <a:gd name="T17" fmla="*/ 1957 h 2610"/>
                <a:gd name="T18" fmla="*/ 0 w 2260"/>
                <a:gd name="T19" fmla="*/ 1305 h 2610"/>
                <a:gd name="T20" fmla="*/ 0 w 2260"/>
                <a:gd name="T21" fmla="*/ 652 h 2610"/>
                <a:gd name="T22" fmla="*/ 565 w 2260"/>
                <a:gd name="T23" fmla="*/ 326 h 2610"/>
                <a:gd name="T24" fmla="*/ 1130 w 2260"/>
                <a:gd name="T25" fmla="*/ 0 h 2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0" h="2610">
                  <a:moveTo>
                    <a:pt x="1130" y="0"/>
                  </a:moveTo>
                  <a:lnTo>
                    <a:pt x="1695" y="326"/>
                  </a:lnTo>
                  <a:lnTo>
                    <a:pt x="2260" y="652"/>
                  </a:lnTo>
                  <a:lnTo>
                    <a:pt x="2260" y="1305"/>
                  </a:lnTo>
                  <a:lnTo>
                    <a:pt x="2260" y="1957"/>
                  </a:lnTo>
                  <a:lnTo>
                    <a:pt x="1695" y="2283"/>
                  </a:lnTo>
                  <a:lnTo>
                    <a:pt x="1130" y="2610"/>
                  </a:lnTo>
                  <a:lnTo>
                    <a:pt x="565" y="2283"/>
                  </a:lnTo>
                  <a:lnTo>
                    <a:pt x="0" y="1957"/>
                  </a:lnTo>
                  <a:lnTo>
                    <a:pt x="0" y="1305"/>
                  </a:lnTo>
                  <a:lnTo>
                    <a:pt x="0" y="652"/>
                  </a:lnTo>
                  <a:lnTo>
                    <a:pt x="565" y="326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accent2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sz="1600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Freeform 15"/>
            <p:cNvSpPr>
              <a:spLocks noEditPoints="1"/>
            </p:cNvSpPr>
            <p:nvPr>
              <p:custDataLst>
                <p:tags r:id="rId10"/>
              </p:custDataLst>
            </p:nvPr>
          </p:nvSpPr>
          <p:spPr bwMode="auto">
            <a:xfrm>
              <a:off x="10006" y="7651"/>
              <a:ext cx="945" cy="810"/>
            </a:xfrm>
            <a:custGeom>
              <a:avLst/>
              <a:gdLst>
                <a:gd name="T0" fmla="*/ 737 w 1149"/>
                <a:gd name="T1" fmla="*/ 427 h 983"/>
                <a:gd name="T2" fmla="*/ 640 w 1149"/>
                <a:gd name="T3" fmla="*/ 427 h 983"/>
                <a:gd name="T4" fmla="*/ 616 w 1149"/>
                <a:gd name="T5" fmla="*/ 502 h 983"/>
                <a:gd name="T6" fmla="*/ 640 w 1149"/>
                <a:gd name="T7" fmla="*/ 810 h 983"/>
                <a:gd name="T8" fmla="*/ 575 w 1149"/>
                <a:gd name="T9" fmla="*/ 921 h 983"/>
                <a:gd name="T10" fmla="*/ 514 w 1149"/>
                <a:gd name="T11" fmla="*/ 810 h 983"/>
                <a:gd name="T12" fmla="*/ 549 w 1149"/>
                <a:gd name="T13" fmla="*/ 503 h 983"/>
                <a:gd name="T14" fmla="*/ 524 w 1149"/>
                <a:gd name="T15" fmla="*/ 427 h 983"/>
                <a:gd name="T16" fmla="*/ 417 w 1149"/>
                <a:gd name="T17" fmla="*/ 427 h 983"/>
                <a:gd name="T18" fmla="*/ 417 w 1149"/>
                <a:gd name="T19" fmla="*/ 427 h 983"/>
                <a:gd name="T20" fmla="*/ 241 w 1149"/>
                <a:gd name="T21" fmla="*/ 612 h 983"/>
                <a:gd name="T22" fmla="*/ 266 w 1149"/>
                <a:gd name="T23" fmla="*/ 801 h 983"/>
                <a:gd name="T24" fmla="*/ 443 w 1149"/>
                <a:gd name="T25" fmla="*/ 983 h 983"/>
                <a:gd name="T26" fmla="*/ 711 w 1149"/>
                <a:gd name="T27" fmla="*/ 983 h 983"/>
                <a:gd name="T28" fmla="*/ 888 w 1149"/>
                <a:gd name="T29" fmla="*/ 799 h 983"/>
                <a:gd name="T30" fmla="*/ 913 w 1149"/>
                <a:gd name="T31" fmla="*/ 609 h 983"/>
                <a:gd name="T32" fmla="*/ 737 w 1149"/>
                <a:gd name="T33" fmla="*/ 427 h 983"/>
                <a:gd name="T34" fmla="*/ 218 w 1149"/>
                <a:gd name="T35" fmla="*/ 308 h 983"/>
                <a:gd name="T36" fmla="*/ 330 w 1149"/>
                <a:gd name="T37" fmla="*/ 196 h 983"/>
                <a:gd name="T38" fmla="*/ 218 w 1149"/>
                <a:gd name="T39" fmla="*/ 83 h 983"/>
                <a:gd name="T40" fmla="*/ 105 w 1149"/>
                <a:gd name="T41" fmla="*/ 196 h 983"/>
                <a:gd name="T42" fmla="*/ 218 w 1149"/>
                <a:gd name="T43" fmla="*/ 308 h 983"/>
                <a:gd name="T44" fmla="*/ 318 w 1149"/>
                <a:gd name="T45" fmla="*/ 344 h 983"/>
                <a:gd name="T46" fmla="*/ 118 w 1149"/>
                <a:gd name="T47" fmla="*/ 344 h 983"/>
                <a:gd name="T48" fmla="*/ 118 w 1149"/>
                <a:gd name="T49" fmla="*/ 343 h 983"/>
                <a:gd name="T50" fmla="*/ 7 w 1149"/>
                <a:gd name="T51" fmla="*/ 458 h 983"/>
                <a:gd name="T52" fmla="*/ 23 w 1149"/>
                <a:gd name="T53" fmla="*/ 577 h 983"/>
                <a:gd name="T54" fmla="*/ 134 w 1149"/>
                <a:gd name="T55" fmla="*/ 689 h 983"/>
                <a:gd name="T56" fmla="*/ 191 w 1149"/>
                <a:gd name="T57" fmla="*/ 689 h 983"/>
                <a:gd name="T58" fmla="*/ 180 w 1149"/>
                <a:gd name="T59" fmla="*/ 606 h 983"/>
                <a:gd name="T60" fmla="*/ 180 w 1149"/>
                <a:gd name="T61" fmla="*/ 606 h 983"/>
                <a:gd name="T62" fmla="*/ 180 w 1149"/>
                <a:gd name="T63" fmla="*/ 606 h 983"/>
                <a:gd name="T64" fmla="*/ 231 w 1149"/>
                <a:gd name="T65" fmla="*/ 449 h 983"/>
                <a:gd name="T66" fmla="*/ 308 w 1149"/>
                <a:gd name="T67" fmla="*/ 393 h 983"/>
                <a:gd name="T68" fmla="*/ 387 w 1149"/>
                <a:gd name="T69" fmla="*/ 367 h 983"/>
                <a:gd name="T70" fmla="*/ 318 w 1149"/>
                <a:gd name="T71" fmla="*/ 344 h 983"/>
                <a:gd name="T72" fmla="*/ 931 w 1149"/>
                <a:gd name="T73" fmla="*/ 308 h 983"/>
                <a:gd name="T74" fmla="*/ 1043 w 1149"/>
                <a:gd name="T75" fmla="*/ 196 h 983"/>
                <a:gd name="T76" fmla="*/ 931 w 1149"/>
                <a:gd name="T77" fmla="*/ 83 h 983"/>
                <a:gd name="T78" fmla="*/ 819 w 1149"/>
                <a:gd name="T79" fmla="*/ 196 h 983"/>
                <a:gd name="T80" fmla="*/ 931 w 1149"/>
                <a:gd name="T81" fmla="*/ 308 h 983"/>
                <a:gd name="T82" fmla="*/ 1031 w 1149"/>
                <a:gd name="T83" fmla="*/ 344 h 983"/>
                <a:gd name="T84" fmla="*/ 831 w 1149"/>
                <a:gd name="T85" fmla="*/ 344 h 983"/>
                <a:gd name="T86" fmla="*/ 831 w 1149"/>
                <a:gd name="T87" fmla="*/ 343 h 983"/>
                <a:gd name="T88" fmla="*/ 763 w 1149"/>
                <a:gd name="T89" fmla="*/ 366 h 983"/>
                <a:gd name="T90" fmla="*/ 847 w 1149"/>
                <a:gd name="T91" fmla="*/ 393 h 983"/>
                <a:gd name="T92" fmla="*/ 925 w 1149"/>
                <a:gd name="T93" fmla="*/ 450 h 983"/>
                <a:gd name="T94" fmla="*/ 974 w 1149"/>
                <a:gd name="T95" fmla="*/ 603 h 983"/>
                <a:gd name="T96" fmla="*/ 974 w 1149"/>
                <a:gd name="T97" fmla="*/ 603 h 983"/>
                <a:gd name="T98" fmla="*/ 974 w 1149"/>
                <a:gd name="T99" fmla="*/ 603 h 983"/>
                <a:gd name="T100" fmla="*/ 962 w 1149"/>
                <a:gd name="T101" fmla="*/ 689 h 983"/>
                <a:gd name="T102" fmla="*/ 1015 w 1149"/>
                <a:gd name="T103" fmla="*/ 689 h 983"/>
                <a:gd name="T104" fmla="*/ 1126 w 1149"/>
                <a:gd name="T105" fmla="*/ 575 h 983"/>
                <a:gd name="T106" fmla="*/ 1142 w 1149"/>
                <a:gd name="T107" fmla="*/ 456 h 983"/>
                <a:gd name="T108" fmla="*/ 1031 w 1149"/>
                <a:gd name="T109" fmla="*/ 344 h 983"/>
                <a:gd name="T110" fmla="*/ 756 w 1149"/>
                <a:gd name="T111" fmla="*/ 184 h 983"/>
                <a:gd name="T112" fmla="*/ 577 w 1149"/>
                <a:gd name="T113" fmla="*/ 369 h 983"/>
                <a:gd name="T114" fmla="*/ 398 w 1149"/>
                <a:gd name="T115" fmla="*/ 184 h 983"/>
                <a:gd name="T116" fmla="*/ 577 w 1149"/>
                <a:gd name="T117" fmla="*/ 0 h 983"/>
                <a:gd name="T118" fmla="*/ 756 w 1149"/>
                <a:gd name="T119" fmla="*/ 184 h 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149" h="983">
                  <a:moveTo>
                    <a:pt x="737" y="427"/>
                  </a:moveTo>
                  <a:lnTo>
                    <a:pt x="640" y="427"/>
                  </a:lnTo>
                  <a:cubicBezTo>
                    <a:pt x="641" y="437"/>
                    <a:pt x="642" y="483"/>
                    <a:pt x="616" y="502"/>
                  </a:cubicBezTo>
                  <a:cubicBezTo>
                    <a:pt x="616" y="502"/>
                    <a:pt x="658" y="735"/>
                    <a:pt x="640" y="810"/>
                  </a:cubicBezTo>
                  <a:cubicBezTo>
                    <a:pt x="633" y="842"/>
                    <a:pt x="606" y="921"/>
                    <a:pt x="575" y="921"/>
                  </a:cubicBezTo>
                  <a:cubicBezTo>
                    <a:pt x="544" y="920"/>
                    <a:pt x="520" y="841"/>
                    <a:pt x="514" y="810"/>
                  </a:cubicBezTo>
                  <a:cubicBezTo>
                    <a:pt x="499" y="735"/>
                    <a:pt x="549" y="503"/>
                    <a:pt x="549" y="503"/>
                  </a:cubicBezTo>
                  <a:cubicBezTo>
                    <a:pt x="541" y="500"/>
                    <a:pt x="527" y="486"/>
                    <a:pt x="524" y="427"/>
                  </a:cubicBezTo>
                  <a:lnTo>
                    <a:pt x="417" y="427"/>
                  </a:lnTo>
                  <a:lnTo>
                    <a:pt x="417" y="427"/>
                  </a:lnTo>
                  <a:cubicBezTo>
                    <a:pt x="320" y="427"/>
                    <a:pt x="229" y="510"/>
                    <a:pt x="241" y="612"/>
                  </a:cubicBezTo>
                  <a:lnTo>
                    <a:pt x="266" y="801"/>
                  </a:lnTo>
                  <a:cubicBezTo>
                    <a:pt x="286" y="902"/>
                    <a:pt x="345" y="983"/>
                    <a:pt x="443" y="983"/>
                  </a:cubicBezTo>
                  <a:lnTo>
                    <a:pt x="711" y="983"/>
                  </a:lnTo>
                  <a:cubicBezTo>
                    <a:pt x="809" y="983"/>
                    <a:pt x="868" y="899"/>
                    <a:pt x="888" y="799"/>
                  </a:cubicBezTo>
                  <a:lnTo>
                    <a:pt x="913" y="609"/>
                  </a:lnTo>
                  <a:cubicBezTo>
                    <a:pt x="925" y="510"/>
                    <a:pt x="834" y="427"/>
                    <a:pt x="737" y="427"/>
                  </a:cubicBezTo>
                  <a:close/>
                  <a:moveTo>
                    <a:pt x="218" y="308"/>
                  </a:moveTo>
                  <a:cubicBezTo>
                    <a:pt x="280" y="308"/>
                    <a:pt x="330" y="258"/>
                    <a:pt x="330" y="196"/>
                  </a:cubicBezTo>
                  <a:cubicBezTo>
                    <a:pt x="330" y="134"/>
                    <a:pt x="280" y="83"/>
                    <a:pt x="218" y="83"/>
                  </a:cubicBezTo>
                  <a:cubicBezTo>
                    <a:pt x="156" y="83"/>
                    <a:pt x="105" y="134"/>
                    <a:pt x="105" y="196"/>
                  </a:cubicBezTo>
                  <a:cubicBezTo>
                    <a:pt x="105" y="258"/>
                    <a:pt x="156" y="308"/>
                    <a:pt x="218" y="308"/>
                  </a:cubicBezTo>
                  <a:close/>
                  <a:moveTo>
                    <a:pt x="318" y="344"/>
                  </a:moveTo>
                  <a:lnTo>
                    <a:pt x="118" y="344"/>
                  </a:lnTo>
                  <a:lnTo>
                    <a:pt x="118" y="343"/>
                  </a:lnTo>
                  <a:cubicBezTo>
                    <a:pt x="57" y="343"/>
                    <a:pt x="0" y="395"/>
                    <a:pt x="7" y="458"/>
                  </a:cubicBezTo>
                  <a:lnTo>
                    <a:pt x="23" y="577"/>
                  </a:lnTo>
                  <a:cubicBezTo>
                    <a:pt x="35" y="639"/>
                    <a:pt x="73" y="689"/>
                    <a:pt x="134" y="689"/>
                  </a:cubicBezTo>
                  <a:lnTo>
                    <a:pt x="191" y="689"/>
                  </a:lnTo>
                  <a:lnTo>
                    <a:pt x="180" y="606"/>
                  </a:lnTo>
                  <a:lnTo>
                    <a:pt x="180" y="606"/>
                  </a:lnTo>
                  <a:lnTo>
                    <a:pt x="180" y="606"/>
                  </a:lnTo>
                  <a:cubicBezTo>
                    <a:pt x="173" y="549"/>
                    <a:pt x="191" y="493"/>
                    <a:pt x="231" y="449"/>
                  </a:cubicBezTo>
                  <a:cubicBezTo>
                    <a:pt x="252" y="425"/>
                    <a:pt x="279" y="406"/>
                    <a:pt x="308" y="393"/>
                  </a:cubicBezTo>
                  <a:cubicBezTo>
                    <a:pt x="333" y="379"/>
                    <a:pt x="359" y="371"/>
                    <a:pt x="387" y="367"/>
                  </a:cubicBezTo>
                  <a:cubicBezTo>
                    <a:pt x="367" y="352"/>
                    <a:pt x="343" y="344"/>
                    <a:pt x="318" y="344"/>
                  </a:cubicBezTo>
                  <a:close/>
                  <a:moveTo>
                    <a:pt x="931" y="308"/>
                  </a:moveTo>
                  <a:cubicBezTo>
                    <a:pt x="993" y="308"/>
                    <a:pt x="1043" y="258"/>
                    <a:pt x="1043" y="196"/>
                  </a:cubicBezTo>
                  <a:cubicBezTo>
                    <a:pt x="1043" y="134"/>
                    <a:pt x="993" y="83"/>
                    <a:pt x="931" y="83"/>
                  </a:cubicBezTo>
                  <a:cubicBezTo>
                    <a:pt x="869" y="83"/>
                    <a:pt x="819" y="134"/>
                    <a:pt x="819" y="196"/>
                  </a:cubicBezTo>
                  <a:cubicBezTo>
                    <a:pt x="819" y="258"/>
                    <a:pt x="869" y="308"/>
                    <a:pt x="931" y="308"/>
                  </a:cubicBezTo>
                  <a:close/>
                  <a:moveTo>
                    <a:pt x="1031" y="344"/>
                  </a:moveTo>
                  <a:lnTo>
                    <a:pt x="831" y="344"/>
                  </a:lnTo>
                  <a:lnTo>
                    <a:pt x="831" y="343"/>
                  </a:lnTo>
                  <a:cubicBezTo>
                    <a:pt x="806" y="343"/>
                    <a:pt x="782" y="352"/>
                    <a:pt x="763" y="366"/>
                  </a:cubicBezTo>
                  <a:cubicBezTo>
                    <a:pt x="792" y="370"/>
                    <a:pt x="821" y="379"/>
                    <a:pt x="847" y="393"/>
                  </a:cubicBezTo>
                  <a:cubicBezTo>
                    <a:pt x="877" y="406"/>
                    <a:pt x="903" y="426"/>
                    <a:pt x="925" y="450"/>
                  </a:cubicBezTo>
                  <a:cubicBezTo>
                    <a:pt x="963" y="494"/>
                    <a:pt x="981" y="548"/>
                    <a:pt x="974" y="603"/>
                  </a:cubicBezTo>
                  <a:lnTo>
                    <a:pt x="974" y="603"/>
                  </a:lnTo>
                  <a:lnTo>
                    <a:pt x="974" y="603"/>
                  </a:lnTo>
                  <a:lnTo>
                    <a:pt x="962" y="689"/>
                  </a:lnTo>
                  <a:lnTo>
                    <a:pt x="1015" y="689"/>
                  </a:lnTo>
                  <a:cubicBezTo>
                    <a:pt x="1076" y="689"/>
                    <a:pt x="1114" y="637"/>
                    <a:pt x="1126" y="575"/>
                  </a:cubicBezTo>
                  <a:lnTo>
                    <a:pt x="1142" y="456"/>
                  </a:lnTo>
                  <a:cubicBezTo>
                    <a:pt x="1149" y="395"/>
                    <a:pt x="1092" y="344"/>
                    <a:pt x="1031" y="344"/>
                  </a:cubicBezTo>
                  <a:close/>
                  <a:moveTo>
                    <a:pt x="756" y="184"/>
                  </a:moveTo>
                  <a:cubicBezTo>
                    <a:pt x="756" y="286"/>
                    <a:pt x="676" y="369"/>
                    <a:pt x="577" y="369"/>
                  </a:cubicBezTo>
                  <a:cubicBezTo>
                    <a:pt x="478" y="369"/>
                    <a:pt x="398" y="286"/>
                    <a:pt x="398" y="184"/>
                  </a:cubicBezTo>
                  <a:cubicBezTo>
                    <a:pt x="398" y="82"/>
                    <a:pt x="478" y="0"/>
                    <a:pt x="577" y="0"/>
                  </a:cubicBezTo>
                  <a:cubicBezTo>
                    <a:pt x="676" y="0"/>
                    <a:pt x="756" y="82"/>
                    <a:pt x="756" y="18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vert="horz" wrap="square" lIns="68571" tIns="34285" rIns="68571" bIns="34285" numCol="1" anchor="t" anchorCtr="0" compatLnSpc="1"/>
            <a:lstStyle/>
            <a:p>
              <a:endParaRPr lang="zh-CN" altLang="en-US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TextBox 76"/>
            <p:cNvSpPr txBox="1"/>
            <p:nvPr>
              <p:custDataLst>
                <p:tags r:id="rId11"/>
              </p:custDataLst>
            </p:nvPr>
          </p:nvSpPr>
          <p:spPr>
            <a:xfrm>
              <a:off x="8121" y="6203"/>
              <a:ext cx="10472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. </a:t>
              </a:r>
              <a:r>
                <a:rPr lang="sv-SE" altLang="zh-CN" sz="2000" b="1" dirty="0">
                  <a:solidFill>
                    <a:schemeClr val="tx1"/>
                  </a:solidFill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server</a:t>
              </a:r>
              <a:r>
                <a:rPr lang="sv-SE" altLang="zh-CN"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.listen</a:t>
              </a:r>
              <a:r>
                <a:rPr lang="sv-SE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([port[, host[, backlog]]][, callback])</a:t>
              </a:r>
              <a:endParaRPr lang="sv-SE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文本框 25"/>
            <p:cNvSpPr txBox="1"/>
            <p:nvPr>
              <p:custDataLst>
                <p:tags r:id="rId12"/>
              </p:custDataLst>
            </p:nvPr>
          </p:nvSpPr>
          <p:spPr>
            <a:xfrm>
              <a:off x="12081" y="7169"/>
              <a:ext cx="6512" cy="21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用此方法启动一个服务来监听连接端口信息。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调用 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server.listen()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后 </a:t>
              </a:r>
              <a:r>
                <a:rPr lang="en-US" altLang="zh-CN" sz="16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http.Server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 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就可以接收客户端传入连接</a:t>
              </a:r>
              <a:endPara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  <p:custDataLst>
      <p:tags r:id="rId1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7433945" y="4570095"/>
            <a:ext cx="4599305" cy="1365250"/>
            <a:chOff x="11707" y="7197"/>
            <a:chExt cx="7243" cy="2150"/>
          </a:xfrm>
        </p:grpSpPr>
        <p:sp>
          <p:nvSpPr>
            <p:cNvPr id="31" name="Freeform 9"/>
            <p:cNvSpPr/>
            <p:nvPr>
              <p:custDataLst>
                <p:tags r:id="rId3"/>
              </p:custDataLst>
            </p:nvPr>
          </p:nvSpPr>
          <p:spPr bwMode="auto">
            <a:xfrm>
              <a:off x="11707" y="7197"/>
              <a:ext cx="1859" cy="2150"/>
            </a:xfrm>
            <a:custGeom>
              <a:avLst/>
              <a:gdLst>
                <a:gd name="T0" fmla="*/ 1130 w 2260"/>
                <a:gd name="T1" fmla="*/ 0 h 2610"/>
                <a:gd name="T2" fmla="*/ 1695 w 2260"/>
                <a:gd name="T3" fmla="*/ 326 h 2610"/>
                <a:gd name="T4" fmla="*/ 2260 w 2260"/>
                <a:gd name="T5" fmla="*/ 652 h 2610"/>
                <a:gd name="T6" fmla="*/ 2260 w 2260"/>
                <a:gd name="T7" fmla="*/ 1305 h 2610"/>
                <a:gd name="T8" fmla="*/ 2260 w 2260"/>
                <a:gd name="T9" fmla="*/ 1957 h 2610"/>
                <a:gd name="T10" fmla="*/ 1695 w 2260"/>
                <a:gd name="T11" fmla="*/ 2283 h 2610"/>
                <a:gd name="T12" fmla="*/ 1130 w 2260"/>
                <a:gd name="T13" fmla="*/ 2610 h 2610"/>
                <a:gd name="T14" fmla="*/ 565 w 2260"/>
                <a:gd name="T15" fmla="*/ 2283 h 2610"/>
                <a:gd name="T16" fmla="*/ 0 w 2260"/>
                <a:gd name="T17" fmla="*/ 1957 h 2610"/>
                <a:gd name="T18" fmla="*/ 0 w 2260"/>
                <a:gd name="T19" fmla="*/ 1305 h 2610"/>
                <a:gd name="T20" fmla="*/ 0 w 2260"/>
                <a:gd name="T21" fmla="*/ 652 h 2610"/>
                <a:gd name="T22" fmla="*/ 565 w 2260"/>
                <a:gd name="T23" fmla="*/ 326 h 2610"/>
                <a:gd name="T24" fmla="*/ 1130 w 2260"/>
                <a:gd name="T25" fmla="*/ 0 h 2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0" h="2610">
                  <a:moveTo>
                    <a:pt x="1130" y="0"/>
                  </a:moveTo>
                  <a:lnTo>
                    <a:pt x="1695" y="326"/>
                  </a:lnTo>
                  <a:lnTo>
                    <a:pt x="2260" y="652"/>
                  </a:lnTo>
                  <a:lnTo>
                    <a:pt x="2260" y="1305"/>
                  </a:lnTo>
                  <a:lnTo>
                    <a:pt x="2260" y="1957"/>
                  </a:lnTo>
                  <a:lnTo>
                    <a:pt x="1695" y="2283"/>
                  </a:lnTo>
                  <a:lnTo>
                    <a:pt x="1130" y="2610"/>
                  </a:lnTo>
                  <a:lnTo>
                    <a:pt x="565" y="2283"/>
                  </a:lnTo>
                  <a:lnTo>
                    <a:pt x="0" y="1957"/>
                  </a:lnTo>
                  <a:lnTo>
                    <a:pt x="0" y="1305"/>
                  </a:lnTo>
                  <a:lnTo>
                    <a:pt x="0" y="652"/>
                  </a:lnTo>
                  <a:lnTo>
                    <a:pt x="565" y="326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accent2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sz="1600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Freeform 15"/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12166" y="7869"/>
              <a:ext cx="945" cy="810"/>
            </a:xfrm>
            <a:custGeom>
              <a:avLst/>
              <a:gdLst>
                <a:gd name="T0" fmla="*/ 737 w 1149"/>
                <a:gd name="T1" fmla="*/ 427 h 983"/>
                <a:gd name="T2" fmla="*/ 640 w 1149"/>
                <a:gd name="T3" fmla="*/ 427 h 983"/>
                <a:gd name="T4" fmla="*/ 616 w 1149"/>
                <a:gd name="T5" fmla="*/ 502 h 983"/>
                <a:gd name="T6" fmla="*/ 640 w 1149"/>
                <a:gd name="T7" fmla="*/ 810 h 983"/>
                <a:gd name="T8" fmla="*/ 575 w 1149"/>
                <a:gd name="T9" fmla="*/ 921 h 983"/>
                <a:gd name="T10" fmla="*/ 514 w 1149"/>
                <a:gd name="T11" fmla="*/ 810 h 983"/>
                <a:gd name="T12" fmla="*/ 549 w 1149"/>
                <a:gd name="T13" fmla="*/ 503 h 983"/>
                <a:gd name="T14" fmla="*/ 524 w 1149"/>
                <a:gd name="T15" fmla="*/ 427 h 983"/>
                <a:gd name="T16" fmla="*/ 417 w 1149"/>
                <a:gd name="T17" fmla="*/ 427 h 983"/>
                <a:gd name="T18" fmla="*/ 417 w 1149"/>
                <a:gd name="T19" fmla="*/ 427 h 983"/>
                <a:gd name="T20" fmla="*/ 241 w 1149"/>
                <a:gd name="T21" fmla="*/ 612 h 983"/>
                <a:gd name="T22" fmla="*/ 266 w 1149"/>
                <a:gd name="T23" fmla="*/ 801 h 983"/>
                <a:gd name="T24" fmla="*/ 443 w 1149"/>
                <a:gd name="T25" fmla="*/ 983 h 983"/>
                <a:gd name="T26" fmla="*/ 711 w 1149"/>
                <a:gd name="T27" fmla="*/ 983 h 983"/>
                <a:gd name="T28" fmla="*/ 888 w 1149"/>
                <a:gd name="T29" fmla="*/ 799 h 983"/>
                <a:gd name="T30" fmla="*/ 913 w 1149"/>
                <a:gd name="T31" fmla="*/ 609 h 983"/>
                <a:gd name="T32" fmla="*/ 737 w 1149"/>
                <a:gd name="T33" fmla="*/ 427 h 983"/>
                <a:gd name="T34" fmla="*/ 218 w 1149"/>
                <a:gd name="T35" fmla="*/ 308 h 983"/>
                <a:gd name="T36" fmla="*/ 330 w 1149"/>
                <a:gd name="T37" fmla="*/ 196 h 983"/>
                <a:gd name="T38" fmla="*/ 218 w 1149"/>
                <a:gd name="T39" fmla="*/ 83 h 983"/>
                <a:gd name="T40" fmla="*/ 105 w 1149"/>
                <a:gd name="T41" fmla="*/ 196 h 983"/>
                <a:gd name="T42" fmla="*/ 218 w 1149"/>
                <a:gd name="T43" fmla="*/ 308 h 983"/>
                <a:gd name="T44" fmla="*/ 318 w 1149"/>
                <a:gd name="T45" fmla="*/ 344 h 983"/>
                <a:gd name="T46" fmla="*/ 118 w 1149"/>
                <a:gd name="T47" fmla="*/ 344 h 983"/>
                <a:gd name="T48" fmla="*/ 118 w 1149"/>
                <a:gd name="T49" fmla="*/ 343 h 983"/>
                <a:gd name="T50" fmla="*/ 7 w 1149"/>
                <a:gd name="T51" fmla="*/ 458 h 983"/>
                <a:gd name="T52" fmla="*/ 23 w 1149"/>
                <a:gd name="T53" fmla="*/ 577 h 983"/>
                <a:gd name="T54" fmla="*/ 134 w 1149"/>
                <a:gd name="T55" fmla="*/ 689 h 983"/>
                <a:gd name="T56" fmla="*/ 191 w 1149"/>
                <a:gd name="T57" fmla="*/ 689 h 983"/>
                <a:gd name="T58" fmla="*/ 180 w 1149"/>
                <a:gd name="T59" fmla="*/ 606 h 983"/>
                <a:gd name="T60" fmla="*/ 180 w 1149"/>
                <a:gd name="T61" fmla="*/ 606 h 983"/>
                <a:gd name="T62" fmla="*/ 180 w 1149"/>
                <a:gd name="T63" fmla="*/ 606 h 983"/>
                <a:gd name="T64" fmla="*/ 231 w 1149"/>
                <a:gd name="T65" fmla="*/ 449 h 983"/>
                <a:gd name="T66" fmla="*/ 308 w 1149"/>
                <a:gd name="T67" fmla="*/ 393 h 983"/>
                <a:gd name="T68" fmla="*/ 387 w 1149"/>
                <a:gd name="T69" fmla="*/ 367 h 983"/>
                <a:gd name="T70" fmla="*/ 318 w 1149"/>
                <a:gd name="T71" fmla="*/ 344 h 983"/>
                <a:gd name="T72" fmla="*/ 931 w 1149"/>
                <a:gd name="T73" fmla="*/ 308 h 983"/>
                <a:gd name="T74" fmla="*/ 1043 w 1149"/>
                <a:gd name="T75" fmla="*/ 196 h 983"/>
                <a:gd name="T76" fmla="*/ 931 w 1149"/>
                <a:gd name="T77" fmla="*/ 83 h 983"/>
                <a:gd name="T78" fmla="*/ 819 w 1149"/>
                <a:gd name="T79" fmla="*/ 196 h 983"/>
                <a:gd name="T80" fmla="*/ 931 w 1149"/>
                <a:gd name="T81" fmla="*/ 308 h 983"/>
                <a:gd name="T82" fmla="*/ 1031 w 1149"/>
                <a:gd name="T83" fmla="*/ 344 h 983"/>
                <a:gd name="T84" fmla="*/ 831 w 1149"/>
                <a:gd name="T85" fmla="*/ 344 h 983"/>
                <a:gd name="T86" fmla="*/ 831 w 1149"/>
                <a:gd name="T87" fmla="*/ 343 h 983"/>
                <a:gd name="T88" fmla="*/ 763 w 1149"/>
                <a:gd name="T89" fmla="*/ 366 h 983"/>
                <a:gd name="T90" fmla="*/ 847 w 1149"/>
                <a:gd name="T91" fmla="*/ 393 h 983"/>
                <a:gd name="T92" fmla="*/ 925 w 1149"/>
                <a:gd name="T93" fmla="*/ 450 h 983"/>
                <a:gd name="T94" fmla="*/ 974 w 1149"/>
                <a:gd name="T95" fmla="*/ 603 h 983"/>
                <a:gd name="T96" fmla="*/ 974 w 1149"/>
                <a:gd name="T97" fmla="*/ 603 h 983"/>
                <a:gd name="T98" fmla="*/ 974 w 1149"/>
                <a:gd name="T99" fmla="*/ 603 h 983"/>
                <a:gd name="T100" fmla="*/ 962 w 1149"/>
                <a:gd name="T101" fmla="*/ 689 h 983"/>
                <a:gd name="T102" fmla="*/ 1015 w 1149"/>
                <a:gd name="T103" fmla="*/ 689 h 983"/>
                <a:gd name="T104" fmla="*/ 1126 w 1149"/>
                <a:gd name="T105" fmla="*/ 575 h 983"/>
                <a:gd name="T106" fmla="*/ 1142 w 1149"/>
                <a:gd name="T107" fmla="*/ 456 h 983"/>
                <a:gd name="T108" fmla="*/ 1031 w 1149"/>
                <a:gd name="T109" fmla="*/ 344 h 983"/>
                <a:gd name="T110" fmla="*/ 756 w 1149"/>
                <a:gd name="T111" fmla="*/ 184 h 983"/>
                <a:gd name="T112" fmla="*/ 577 w 1149"/>
                <a:gd name="T113" fmla="*/ 369 h 983"/>
                <a:gd name="T114" fmla="*/ 398 w 1149"/>
                <a:gd name="T115" fmla="*/ 184 h 983"/>
                <a:gd name="T116" fmla="*/ 577 w 1149"/>
                <a:gd name="T117" fmla="*/ 0 h 983"/>
                <a:gd name="T118" fmla="*/ 756 w 1149"/>
                <a:gd name="T119" fmla="*/ 184 h 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149" h="983">
                  <a:moveTo>
                    <a:pt x="737" y="427"/>
                  </a:moveTo>
                  <a:lnTo>
                    <a:pt x="640" y="427"/>
                  </a:lnTo>
                  <a:cubicBezTo>
                    <a:pt x="641" y="437"/>
                    <a:pt x="642" y="483"/>
                    <a:pt x="616" y="502"/>
                  </a:cubicBezTo>
                  <a:cubicBezTo>
                    <a:pt x="616" y="502"/>
                    <a:pt x="658" y="735"/>
                    <a:pt x="640" y="810"/>
                  </a:cubicBezTo>
                  <a:cubicBezTo>
                    <a:pt x="633" y="842"/>
                    <a:pt x="606" y="921"/>
                    <a:pt x="575" y="921"/>
                  </a:cubicBezTo>
                  <a:cubicBezTo>
                    <a:pt x="544" y="920"/>
                    <a:pt x="520" y="841"/>
                    <a:pt x="514" y="810"/>
                  </a:cubicBezTo>
                  <a:cubicBezTo>
                    <a:pt x="499" y="735"/>
                    <a:pt x="549" y="503"/>
                    <a:pt x="549" y="503"/>
                  </a:cubicBezTo>
                  <a:cubicBezTo>
                    <a:pt x="541" y="500"/>
                    <a:pt x="527" y="486"/>
                    <a:pt x="524" y="427"/>
                  </a:cubicBezTo>
                  <a:lnTo>
                    <a:pt x="417" y="427"/>
                  </a:lnTo>
                  <a:lnTo>
                    <a:pt x="417" y="427"/>
                  </a:lnTo>
                  <a:cubicBezTo>
                    <a:pt x="320" y="427"/>
                    <a:pt x="229" y="510"/>
                    <a:pt x="241" y="612"/>
                  </a:cubicBezTo>
                  <a:lnTo>
                    <a:pt x="266" y="801"/>
                  </a:lnTo>
                  <a:cubicBezTo>
                    <a:pt x="286" y="902"/>
                    <a:pt x="345" y="983"/>
                    <a:pt x="443" y="983"/>
                  </a:cubicBezTo>
                  <a:lnTo>
                    <a:pt x="711" y="983"/>
                  </a:lnTo>
                  <a:cubicBezTo>
                    <a:pt x="809" y="983"/>
                    <a:pt x="868" y="899"/>
                    <a:pt x="888" y="799"/>
                  </a:cubicBezTo>
                  <a:lnTo>
                    <a:pt x="913" y="609"/>
                  </a:lnTo>
                  <a:cubicBezTo>
                    <a:pt x="925" y="510"/>
                    <a:pt x="834" y="427"/>
                    <a:pt x="737" y="427"/>
                  </a:cubicBezTo>
                  <a:close/>
                  <a:moveTo>
                    <a:pt x="218" y="308"/>
                  </a:moveTo>
                  <a:cubicBezTo>
                    <a:pt x="280" y="308"/>
                    <a:pt x="330" y="258"/>
                    <a:pt x="330" y="196"/>
                  </a:cubicBezTo>
                  <a:cubicBezTo>
                    <a:pt x="330" y="134"/>
                    <a:pt x="280" y="83"/>
                    <a:pt x="218" y="83"/>
                  </a:cubicBezTo>
                  <a:cubicBezTo>
                    <a:pt x="156" y="83"/>
                    <a:pt x="105" y="134"/>
                    <a:pt x="105" y="196"/>
                  </a:cubicBezTo>
                  <a:cubicBezTo>
                    <a:pt x="105" y="258"/>
                    <a:pt x="156" y="308"/>
                    <a:pt x="218" y="308"/>
                  </a:cubicBezTo>
                  <a:close/>
                  <a:moveTo>
                    <a:pt x="318" y="344"/>
                  </a:moveTo>
                  <a:lnTo>
                    <a:pt x="118" y="344"/>
                  </a:lnTo>
                  <a:lnTo>
                    <a:pt x="118" y="343"/>
                  </a:lnTo>
                  <a:cubicBezTo>
                    <a:pt x="57" y="343"/>
                    <a:pt x="0" y="395"/>
                    <a:pt x="7" y="458"/>
                  </a:cubicBezTo>
                  <a:lnTo>
                    <a:pt x="23" y="577"/>
                  </a:lnTo>
                  <a:cubicBezTo>
                    <a:pt x="35" y="639"/>
                    <a:pt x="73" y="689"/>
                    <a:pt x="134" y="689"/>
                  </a:cubicBezTo>
                  <a:lnTo>
                    <a:pt x="191" y="689"/>
                  </a:lnTo>
                  <a:lnTo>
                    <a:pt x="180" y="606"/>
                  </a:lnTo>
                  <a:lnTo>
                    <a:pt x="180" y="606"/>
                  </a:lnTo>
                  <a:lnTo>
                    <a:pt x="180" y="606"/>
                  </a:lnTo>
                  <a:cubicBezTo>
                    <a:pt x="173" y="549"/>
                    <a:pt x="191" y="493"/>
                    <a:pt x="231" y="449"/>
                  </a:cubicBezTo>
                  <a:cubicBezTo>
                    <a:pt x="252" y="425"/>
                    <a:pt x="279" y="406"/>
                    <a:pt x="308" y="393"/>
                  </a:cubicBezTo>
                  <a:cubicBezTo>
                    <a:pt x="333" y="379"/>
                    <a:pt x="359" y="371"/>
                    <a:pt x="387" y="367"/>
                  </a:cubicBezTo>
                  <a:cubicBezTo>
                    <a:pt x="367" y="352"/>
                    <a:pt x="343" y="344"/>
                    <a:pt x="318" y="344"/>
                  </a:cubicBezTo>
                  <a:close/>
                  <a:moveTo>
                    <a:pt x="931" y="308"/>
                  </a:moveTo>
                  <a:cubicBezTo>
                    <a:pt x="993" y="308"/>
                    <a:pt x="1043" y="258"/>
                    <a:pt x="1043" y="196"/>
                  </a:cubicBezTo>
                  <a:cubicBezTo>
                    <a:pt x="1043" y="134"/>
                    <a:pt x="993" y="83"/>
                    <a:pt x="931" y="83"/>
                  </a:cubicBezTo>
                  <a:cubicBezTo>
                    <a:pt x="869" y="83"/>
                    <a:pt x="819" y="134"/>
                    <a:pt x="819" y="196"/>
                  </a:cubicBezTo>
                  <a:cubicBezTo>
                    <a:pt x="819" y="258"/>
                    <a:pt x="869" y="308"/>
                    <a:pt x="931" y="308"/>
                  </a:cubicBezTo>
                  <a:close/>
                  <a:moveTo>
                    <a:pt x="1031" y="344"/>
                  </a:moveTo>
                  <a:lnTo>
                    <a:pt x="831" y="344"/>
                  </a:lnTo>
                  <a:lnTo>
                    <a:pt x="831" y="343"/>
                  </a:lnTo>
                  <a:cubicBezTo>
                    <a:pt x="806" y="343"/>
                    <a:pt x="782" y="352"/>
                    <a:pt x="763" y="366"/>
                  </a:cubicBezTo>
                  <a:cubicBezTo>
                    <a:pt x="792" y="370"/>
                    <a:pt x="821" y="379"/>
                    <a:pt x="847" y="393"/>
                  </a:cubicBezTo>
                  <a:cubicBezTo>
                    <a:pt x="877" y="406"/>
                    <a:pt x="903" y="426"/>
                    <a:pt x="925" y="450"/>
                  </a:cubicBezTo>
                  <a:cubicBezTo>
                    <a:pt x="963" y="494"/>
                    <a:pt x="981" y="548"/>
                    <a:pt x="974" y="603"/>
                  </a:cubicBezTo>
                  <a:lnTo>
                    <a:pt x="974" y="603"/>
                  </a:lnTo>
                  <a:lnTo>
                    <a:pt x="974" y="603"/>
                  </a:lnTo>
                  <a:lnTo>
                    <a:pt x="962" y="689"/>
                  </a:lnTo>
                  <a:lnTo>
                    <a:pt x="1015" y="689"/>
                  </a:lnTo>
                  <a:cubicBezTo>
                    <a:pt x="1076" y="689"/>
                    <a:pt x="1114" y="637"/>
                    <a:pt x="1126" y="575"/>
                  </a:cubicBezTo>
                  <a:lnTo>
                    <a:pt x="1142" y="456"/>
                  </a:lnTo>
                  <a:cubicBezTo>
                    <a:pt x="1149" y="395"/>
                    <a:pt x="1092" y="344"/>
                    <a:pt x="1031" y="344"/>
                  </a:cubicBezTo>
                  <a:close/>
                  <a:moveTo>
                    <a:pt x="756" y="184"/>
                  </a:moveTo>
                  <a:cubicBezTo>
                    <a:pt x="756" y="286"/>
                    <a:pt x="676" y="369"/>
                    <a:pt x="577" y="369"/>
                  </a:cubicBezTo>
                  <a:cubicBezTo>
                    <a:pt x="478" y="369"/>
                    <a:pt x="398" y="286"/>
                    <a:pt x="398" y="184"/>
                  </a:cubicBezTo>
                  <a:cubicBezTo>
                    <a:pt x="398" y="82"/>
                    <a:pt x="478" y="0"/>
                    <a:pt x="577" y="0"/>
                  </a:cubicBezTo>
                  <a:cubicBezTo>
                    <a:pt x="676" y="0"/>
                    <a:pt x="756" y="82"/>
                    <a:pt x="756" y="18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vert="horz" wrap="square" lIns="68571" tIns="34285" rIns="68571" bIns="34285" numCol="1" anchor="t" anchorCtr="0" compatLnSpc="1"/>
            <a:lstStyle/>
            <a:p>
              <a:endParaRPr lang="zh-CN" altLang="en-US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0" name="TextBox 76"/>
            <p:cNvSpPr txBox="1"/>
            <p:nvPr>
              <p:custDataLst>
                <p:tags r:id="rId5"/>
              </p:custDataLst>
            </p:nvPr>
          </p:nvSpPr>
          <p:spPr>
            <a:xfrm>
              <a:off x="13977" y="7501"/>
              <a:ext cx="4888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message.rawHeaders</a:t>
              </a:r>
              <a:endParaRPr lang="en-US" altLang="zh-CN" sz="2000" b="1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1" name="文本框 50"/>
            <p:cNvSpPr txBox="1"/>
            <p:nvPr>
              <p:custDataLst>
                <p:tags r:id="rId6"/>
              </p:custDataLst>
            </p:nvPr>
          </p:nvSpPr>
          <p:spPr>
            <a:xfrm>
              <a:off x="14026" y="8212"/>
              <a:ext cx="4925" cy="6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原始请求头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/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响应头的列表数组</a:t>
              </a:r>
              <a:endPara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6253480" y="2261870"/>
            <a:ext cx="5610860" cy="1550035"/>
            <a:chOff x="9848" y="3562"/>
            <a:chExt cx="8836" cy="2441"/>
          </a:xfrm>
        </p:grpSpPr>
        <p:sp>
          <p:nvSpPr>
            <p:cNvPr id="33" name="Freeform 11"/>
            <p:cNvSpPr/>
            <p:nvPr>
              <p:custDataLst>
                <p:tags r:id="rId7"/>
              </p:custDataLst>
            </p:nvPr>
          </p:nvSpPr>
          <p:spPr bwMode="auto">
            <a:xfrm>
              <a:off x="9848" y="3853"/>
              <a:ext cx="1859" cy="2150"/>
            </a:xfrm>
            <a:custGeom>
              <a:avLst/>
              <a:gdLst>
                <a:gd name="T0" fmla="*/ 1130 w 2260"/>
                <a:gd name="T1" fmla="*/ 0 h 2609"/>
                <a:gd name="T2" fmla="*/ 1695 w 2260"/>
                <a:gd name="T3" fmla="*/ 326 h 2609"/>
                <a:gd name="T4" fmla="*/ 2260 w 2260"/>
                <a:gd name="T5" fmla="*/ 652 h 2609"/>
                <a:gd name="T6" fmla="*/ 2260 w 2260"/>
                <a:gd name="T7" fmla="*/ 1305 h 2609"/>
                <a:gd name="T8" fmla="*/ 2260 w 2260"/>
                <a:gd name="T9" fmla="*/ 1957 h 2609"/>
                <a:gd name="T10" fmla="*/ 1695 w 2260"/>
                <a:gd name="T11" fmla="*/ 2283 h 2609"/>
                <a:gd name="T12" fmla="*/ 1130 w 2260"/>
                <a:gd name="T13" fmla="*/ 2609 h 2609"/>
                <a:gd name="T14" fmla="*/ 565 w 2260"/>
                <a:gd name="T15" fmla="*/ 2283 h 2609"/>
                <a:gd name="T16" fmla="*/ 0 w 2260"/>
                <a:gd name="T17" fmla="*/ 1957 h 2609"/>
                <a:gd name="T18" fmla="*/ 0 w 2260"/>
                <a:gd name="T19" fmla="*/ 1305 h 2609"/>
                <a:gd name="T20" fmla="*/ 0 w 2260"/>
                <a:gd name="T21" fmla="*/ 652 h 2609"/>
                <a:gd name="T22" fmla="*/ 565 w 2260"/>
                <a:gd name="T23" fmla="*/ 326 h 2609"/>
                <a:gd name="T24" fmla="*/ 1130 w 2260"/>
                <a:gd name="T25" fmla="*/ 0 h 2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0" h="2609">
                  <a:moveTo>
                    <a:pt x="1130" y="0"/>
                  </a:moveTo>
                  <a:lnTo>
                    <a:pt x="1695" y="326"/>
                  </a:lnTo>
                  <a:lnTo>
                    <a:pt x="2260" y="652"/>
                  </a:lnTo>
                  <a:lnTo>
                    <a:pt x="2260" y="1305"/>
                  </a:lnTo>
                  <a:lnTo>
                    <a:pt x="2260" y="1957"/>
                  </a:lnTo>
                  <a:lnTo>
                    <a:pt x="1695" y="2283"/>
                  </a:lnTo>
                  <a:lnTo>
                    <a:pt x="1130" y="2609"/>
                  </a:lnTo>
                  <a:lnTo>
                    <a:pt x="565" y="2283"/>
                  </a:lnTo>
                  <a:lnTo>
                    <a:pt x="0" y="1957"/>
                  </a:lnTo>
                  <a:lnTo>
                    <a:pt x="0" y="1305"/>
                  </a:lnTo>
                  <a:lnTo>
                    <a:pt x="0" y="652"/>
                  </a:lnTo>
                  <a:lnTo>
                    <a:pt x="565" y="326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accent2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sz="1600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6" name="Freeform 36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10441" y="4504"/>
              <a:ext cx="435" cy="289"/>
            </a:xfrm>
            <a:custGeom>
              <a:avLst/>
              <a:gdLst>
                <a:gd name="T0" fmla="*/ 133 w 372"/>
                <a:gd name="T1" fmla="*/ 185 h 247"/>
                <a:gd name="T2" fmla="*/ 118 w 372"/>
                <a:gd name="T3" fmla="*/ 152 h 247"/>
                <a:gd name="T4" fmla="*/ 136 w 372"/>
                <a:gd name="T5" fmla="*/ 115 h 247"/>
                <a:gd name="T6" fmla="*/ 180 w 372"/>
                <a:gd name="T7" fmla="*/ 100 h 247"/>
                <a:gd name="T8" fmla="*/ 180 w 372"/>
                <a:gd name="T9" fmla="*/ 84 h 247"/>
                <a:gd name="T10" fmla="*/ 205 w 372"/>
                <a:gd name="T11" fmla="*/ 84 h 247"/>
                <a:gd name="T12" fmla="*/ 205 w 372"/>
                <a:gd name="T13" fmla="*/ 99 h 247"/>
                <a:gd name="T14" fmla="*/ 246 w 372"/>
                <a:gd name="T15" fmla="*/ 114 h 247"/>
                <a:gd name="T16" fmla="*/ 263 w 372"/>
                <a:gd name="T17" fmla="*/ 152 h 247"/>
                <a:gd name="T18" fmla="*/ 221 w 372"/>
                <a:gd name="T19" fmla="*/ 152 h 247"/>
                <a:gd name="T20" fmla="*/ 215 w 372"/>
                <a:gd name="T21" fmla="*/ 136 h 247"/>
                <a:gd name="T22" fmla="*/ 167 w 372"/>
                <a:gd name="T23" fmla="*/ 134 h 247"/>
                <a:gd name="T24" fmla="*/ 167 w 372"/>
                <a:gd name="T25" fmla="*/ 156 h 247"/>
                <a:gd name="T26" fmla="*/ 217 w 372"/>
                <a:gd name="T27" fmla="*/ 171 h 247"/>
                <a:gd name="T28" fmla="*/ 251 w 372"/>
                <a:gd name="T29" fmla="*/ 188 h 247"/>
                <a:gd name="T30" fmla="*/ 266 w 372"/>
                <a:gd name="T31" fmla="*/ 223 h 247"/>
                <a:gd name="T32" fmla="*/ 265 w 372"/>
                <a:gd name="T33" fmla="*/ 234 h 247"/>
                <a:gd name="T34" fmla="*/ 259 w 372"/>
                <a:gd name="T35" fmla="*/ 246 h 247"/>
                <a:gd name="T36" fmla="*/ 222 w 372"/>
                <a:gd name="T37" fmla="*/ 230 h 247"/>
                <a:gd name="T38" fmla="*/ 217 w 372"/>
                <a:gd name="T39" fmla="*/ 217 h 247"/>
                <a:gd name="T40" fmla="*/ 133 w 372"/>
                <a:gd name="T41" fmla="*/ 185 h 247"/>
                <a:gd name="T42" fmla="*/ 191 w 372"/>
                <a:gd name="T43" fmla="*/ 39 h 247"/>
                <a:gd name="T44" fmla="*/ 83 w 372"/>
                <a:gd name="T45" fmla="*/ 83 h 247"/>
                <a:gd name="T46" fmla="*/ 39 w 372"/>
                <a:gd name="T47" fmla="*/ 191 h 247"/>
                <a:gd name="T48" fmla="*/ 44 w 372"/>
                <a:gd name="T49" fmla="*/ 231 h 247"/>
                <a:gd name="T50" fmla="*/ 9 w 372"/>
                <a:gd name="T51" fmla="*/ 247 h 247"/>
                <a:gd name="T52" fmla="*/ 0 w 372"/>
                <a:gd name="T53" fmla="*/ 191 h 247"/>
                <a:gd name="T54" fmla="*/ 56 w 372"/>
                <a:gd name="T55" fmla="*/ 56 h 247"/>
                <a:gd name="T56" fmla="*/ 191 w 372"/>
                <a:gd name="T57" fmla="*/ 0 h 247"/>
                <a:gd name="T58" fmla="*/ 326 w 372"/>
                <a:gd name="T59" fmla="*/ 56 h 247"/>
                <a:gd name="T60" fmla="*/ 372 w 372"/>
                <a:gd name="T61" fmla="*/ 132 h 247"/>
                <a:gd name="T62" fmla="*/ 339 w 372"/>
                <a:gd name="T63" fmla="*/ 152 h 247"/>
                <a:gd name="T64" fmla="*/ 299 w 372"/>
                <a:gd name="T65" fmla="*/ 83 h 247"/>
                <a:gd name="T66" fmla="*/ 191 w 372"/>
                <a:gd name="T67" fmla="*/ 39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72" h="247">
                  <a:moveTo>
                    <a:pt x="133" y="185"/>
                  </a:moveTo>
                  <a:cubicBezTo>
                    <a:pt x="123" y="177"/>
                    <a:pt x="118" y="166"/>
                    <a:pt x="118" y="152"/>
                  </a:cubicBezTo>
                  <a:cubicBezTo>
                    <a:pt x="118" y="136"/>
                    <a:pt x="124" y="124"/>
                    <a:pt x="136" y="115"/>
                  </a:cubicBezTo>
                  <a:cubicBezTo>
                    <a:pt x="147" y="105"/>
                    <a:pt x="160" y="100"/>
                    <a:pt x="180" y="100"/>
                  </a:cubicBezTo>
                  <a:cubicBezTo>
                    <a:pt x="180" y="84"/>
                    <a:pt x="180" y="84"/>
                    <a:pt x="180" y="84"/>
                  </a:cubicBezTo>
                  <a:cubicBezTo>
                    <a:pt x="205" y="84"/>
                    <a:pt x="205" y="84"/>
                    <a:pt x="205" y="84"/>
                  </a:cubicBezTo>
                  <a:cubicBezTo>
                    <a:pt x="205" y="99"/>
                    <a:pt x="205" y="99"/>
                    <a:pt x="205" y="99"/>
                  </a:cubicBezTo>
                  <a:cubicBezTo>
                    <a:pt x="224" y="100"/>
                    <a:pt x="235" y="104"/>
                    <a:pt x="246" y="114"/>
                  </a:cubicBezTo>
                  <a:cubicBezTo>
                    <a:pt x="257" y="123"/>
                    <a:pt x="262" y="136"/>
                    <a:pt x="263" y="152"/>
                  </a:cubicBezTo>
                  <a:cubicBezTo>
                    <a:pt x="221" y="152"/>
                    <a:pt x="221" y="152"/>
                    <a:pt x="221" y="152"/>
                  </a:cubicBezTo>
                  <a:cubicBezTo>
                    <a:pt x="220" y="145"/>
                    <a:pt x="218" y="140"/>
                    <a:pt x="215" y="136"/>
                  </a:cubicBezTo>
                  <a:cubicBezTo>
                    <a:pt x="208" y="128"/>
                    <a:pt x="176" y="128"/>
                    <a:pt x="167" y="134"/>
                  </a:cubicBezTo>
                  <a:cubicBezTo>
                    <a:pt x="161" y="139"/>
                    <a:pt x="160" y="151"/>
                    <a:pt x="167" y="156"/>
                  </a:cubicBezTo>
                  <a:cubicBezTo>
                    <a:pt x="175" y="162"/>
                    <a:pt x="205" y="167"/>
                    <a:pt x="217" y="171"/>
                  </a:cubicBezTo>
                  <a:cubicBezTo>
                    <a:pt x="232" y="176"/>
                    <a:pt x="244" y="181"/>
                    <a:pt x="251" y="188"/>
                  </a:cubicBezTo>
                  <a:cubicBezTo>
                    <a:pt x="261" y="197"/>
                    <a:pt x="266" y="208"/>
                    <a:pt x="266" y="223"/>
                  </a:cubicBezTo>
                  <a:cubicBezTo>
                    <a:pt x="266" y="227"/>
                    <a:pt x="266" y="231"/>
                    <a:pt x="265" y="234"/>
                  </a:cubicBezTo>
                  <a:cubicBezTo>
                    <a:pt x="263" y="238"/>
                    <a:pt x="261" y="242"/>
                    <a:pt x="259" y="246"/>
                  </a:cubicBezTo>
                  <a:cubicBezTo>
                    <a:pt x="247" y="240"/>
                    <a:pt x="235" y="235"/>
                    <a:pt x="222" y="230"/>
                  </a:cubicBezTo>
                  <a:cubicBezTo>
                    <a:pt x="223" y="225"/>
                    <a:pt x="221" y="220"/>
                    <a:pt x="217" y="217"/>
                  </a:cubicBezTo>
                  <a:cubicBezTo>
                    <a:pt x="200" y="204"/>
                    <a:pt x="158" y="207"/>
                    <a:pt x="133" y="185"/>
                  </a:cubicBezTo>
                  <a:close/>
                  <a:moveTo>
                    <a:pt x="191" y="39"/>
                  </a:moveTo>
                  <a:cubicBezTo>
                    <a:pt x="149" y="39"/>
                    <a:pt x="111" y="56"/>
                    <a:pt x="83" y="83"/>
                  </a:cubicBezTo>
                  <a:cubicBezTo>
                    <a:pt x="56" y="111"/>
                    <a:pt x="39" y="149"/>
                    <a:pt x="39" y="191"/>
                  </a:cubicBezTo>
                  <a:cubicBezTo>
                    <a:pt x="39" y="205"/>
                    <a:pt x="40" y="219"/>
                    <a:pt x="44" y="231"/>
                  </a:cubicBezTo>
                  <a:cubicBezTo>
                    <a:pt x="32" y="236"/>
                    <a:pt x="20" y="241"/>
                    <a:pt x="9" y="247"/>
                  </a:cubicBezTo>
                  <a:cubicBezTo>
                    <a:pt x="3" y="229"/>
                    <a:pt x="0" y="210"/>
                    <a:pt x="0" y="191"/>
                  </a:cubicBezTo>
                  <a:cubicBezTo>
                    <a:pt x="0" y="138"/>
                    <a:pt x="22" y="91"/>
                    <a:pt x="56" y="56"/>
                  </a:cubicBezTo>
                  <a:cubicBezTo>
                    <a:pt x="91" y="22"/>
                    <a:pt x="138" y="0"/>
                    <a:pt x="191" y="0"/>
                  </a:cubicBezTo>
                  <a:cubicBezTo>
                    <a:pt x="244" y="0"/>
                    <a:pt x="291" y="22"/>
                    <a:pt x="326" y="56"/>
                  </a:cubicBezTo>
                  <a:cubicBezTo>
                    <a:pt x="347" y="77"/>
                    <a:pt x="363" y="103"/>
                    <a:pt x="372" y="132"/>
                  </a:cubicBezTo>
                  <a:cubicBezTo>
                    <a:pt x="361" y="138"/>
                    <a:pt x="349" y="145"/>
                    <a:pt x="339" y="152"/>
                  </a:cubicBezTo>
                  <a:cubicBezTo>
                    <a:pt x="332" y="126"/>
                    <a:pt x="318" y="102"/>
                    <a:pt x="299" y="83"/>
                  </a:cubicBezTo>
                  <a:cubicBezTo>
                    <a:pt x="271" y="56"/>
                    <a:pt x="233" y="39"/>
                    <a:pt x="191" y="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9" tIns="34295" rIns="68589" bIns="34295" numCol="1" anchor="t" anchorCtr="0" compatLnSpc="1"/>
            <a:lstStyle/>
            <a:p>
              <a:endParaRPr lang="zh-CN" altLang="en-US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7" name="Freeform 37"/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10782" y="4676"/>
              <a:ext cx="454" cy="475"/>
            </a:xfrm>
            <a:custGeom>
              <a:avLst/>
              <a:gdLst>
                <a:gd name="T0" fmla="*/ 41 w 388"/>
                <a:gd name="T1" fmla="*/ 59 h 406"/>
                <a:gd name="T2" fmla="*/ 185 w 388"/>
                <a:gd name="T3" fmla="*/ 0 h 406"/>
                <a:gd name="T4" fmla="*/ 329 w 388"/>
                <a:gd name="T5" fmla="*/ 59 h 406"/>
                <a:gd name="T6" fmla="*/ 388 w 388"/>
                <a:gd name="T7" fmla="*/ 203 h 406"/>
                <a:gd name="T8" fmla="*/ 329 w 388"/>
                <a:gd name="T9" fmla="*/ 347 h 406"/>
                <a:gd name="T10" fmla="*/ 185 w 388"/>
                <a:gd name="T11" fmla="*/ 406 h 406"/>
                <a:gd name="T12" fmla="*/ 111 w 388"/>
                <a:gd name="T13" fmla="*/ 393 h 406"/>
                <a:gd name="T14" fmla="*/ 116 w 388"/>
                <a:gd name="T15" fmla="*/ 342 h 406"/>
                <a:gd name="T16" fmla="*/ 36 w 388"/>
                <a:gd name="T17" fmla="*/ 149 h 406"/>
                <a:gd name="T18" fmla="*/ 0 w 388"/>
                <a:gd name="T19" fmla="*/ 119 h 406"/>
                <a:gd name="T20" fmla="*/ 41 w 388"/>
                <a:gd name="T21" fmla="*/ 59 h 406"/>
                <a:gd name="T22" fmla="*/ 123 w 388"/>
                <a:gd name="T23" fmla="*/ 197 h 406"/>
                <a:gd name="T24" fmla="*/ 107 w 388"/>
                <a:gd name="T25" fmla="*/ 161 h 406"/>
                <a:gd name="T26" fmla="*/ 126 w 388"/>
                <a:gd name="T27" fmla="*/ 121 h 406"/>
                <a:gd name="T28" fmla="*/ 173 w 388"/>
                <a:gd name="T29" fmla="*/ 105 h 406"/>
                <a:gd name="T30" fmla="*/ 173 w 388"/>
                <a:gd name="T31" fmla="*/ 88 h 406"/>
                <a:gd name="T32" fmla="*/ 200 w 388"/>
                <a:gd name="T33" fmla="*/ 88 h 406"/>
                <a:gd name="T34" fmla="*/ 200 w 388"/>
                <a:gd name="T35" fmla="*/ 104 h 406"/>
                <a:gd name="T36" fmla="*/ 244 w 388"/>
                <a:gd name="T37" fmla="*/ 120 h 406"/>
                <a:gd name="T38" fmla="*/ 262 w 388"/>
                <a:gd name="T39" fmla="*/ 161 h 406"/>
                <a:gd name="T40" fmla="*/ 217 w 388"/>
                <a:gd name="T41" fmla="*/ 161 h 406"/>
                <a:gd name="T42" fmla="*/ 211 w 388"/>
                <a:gd name="T43" fmla="*/ 144 h 406"/>
                <a:gd name="T44" fmla="*/ 160 w 388"/>
                <a:gd name="T45" fmla="*/ 142 h 406"/>
                <a:gd name="T46" fmla="*/ 159 w 388"/>
                <a:gd name="T47" fmla="*/ 165 h 406"/>
                <a:gd name="T48" fmla="*/ 213 w 388"/>
                <a:gd name="T49" fmla="*/ 181 h 406"/>
                <a:gd name="T50" fmla="*/ 250 w 388"/>
                <a:gd name="T51" fmla="*/ 200 h 406"/>
                <a:gd name="T52" fmla="*/ 265 w 388"/>
                <a:gd name="T53" fmla="*/ 237 h 406"/>
                <a:gd name="T54" fmla="*/ 248 w 388"/>
                <a:gd name="T55" fmla="*/ 279 h 406"/>
                <a:gd name="T56" fmla="*/ 198 w 388"/>
                <a:gd name="T57" fmla="*/ 296 h 406"/>
                <a:gd name="T58" fmla="*/ 198 w 388"/>
                <a:gd name="T59" fmla="*/ 318 h 406"/>
                <a:gd name="T60" fmla="*/ 172 w 388"/>
                <a:gd name="T61" fmla="*/ 318 h 406"/>
                <a:gd name="T62" fmla="*/ 172 w 388"/>
                <a:gd name="T63" fmla="*/ 296 h 406"/>
                <a:gd name="T64" fmla="*/ 123 w 388"/>
                <a:gd name="T65" fmla="*/ 279 h 406"/>
                <a:gd name="T66" fmla="*/ 105 w 388"/>
                <a:gd name="T67" fmla="*/ 233 h 406"/>
                <a:gd name="T68" fmla="*/ 152 w 388"/>
                <a:gd name="T69" fmla="*/ 233 h 406"/>
                <a:gd name="T70" fmla="*/ 158 w 388"/>
                <a:gd name="T71" fmla="*/ 254 h 406"/>
                <a:gd name="T72" fmla="*/ 212 w 388"/>
                <a:gd name="T73" fmla="*/ 256 h 406"/>
                <a:gd name="T74" fmla="*/ 213 w 388"/>
                <a:gd name="T75" fmla="*/ 231 h 406"/>
                <a:gd name="T76" fmla="*/ 123 w 388"/>
                <a:gd name="T77" fmla="*/ 197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88" h="406">
                  <a:moveTo>
                    <a:pt x="41" y="59"/>
                  </a:moveTo>
                  <a:cubicBezTo>
                    <a:pt x="78" y="22"/>
                    <a:pt x="129" y="0"/>
                    <a:pt x="185" y="0"/>
                  </a:cubicBezTo>
                  <a:cubicBezTo>
                    <a:pt x="241" y="0"/>
                    <a:pt x="292" y="22"/>
                    <a:pt x="329" y="59"/>
                  </a:cubicBezTo>
                  <a:cubicBezTo>
                    <a:pt x="366" y="96"/>
                    <a:pt x="388" y="147"/>
                    <a:pt x="388" y="203"/>
                  </a:cubicBezTo>
                  <a:cubicBezTo>
                    <a:pt x="388" y="259"/>
                    <a:pt x="366" y="310"/>
                    <a:pt x="329" y="347"/>
                  </a:cubicBezTo>
                  <a:cubicBezTo>
                    <a:pt x="292" y="384"/>
                    <a:pt x="241" y="406"/>
                    <a:pt x="185" y="406"/>
                  </a:cubicBezTo>
                  <a:cubicBezTo>
                    <a:pt x="159" y="406"/>
                    <a:pt x="134" y="401"/>
                    <a:pt x="111" y="393"/>
                  </a:cubicBezTo>
                  <a:cubicBezTo>
                    <a:pt x="114" y="376"/>
                    <a:pt x="116" y="359"/>
                    <a:pt x="116" y="342"/>
                  </a:cubicBezTo>
                  <a:cubicBezTo>
                    <a:pt x="116" y="270"/>
                    <a:pt x="87" y="200"/>
                    <a:pt x="36" y="149"/>
                  </a:cubicBezTo>
                  <a:cubicBezTo>
                    <a:pt x="25" y="138"/>
                    <a:pt x="13" y="128"/>
                    <a:pt x="0" y="119"/>
                  </a:cubicBezTo>
                  <a:cubicBezTo>
                    <a:pt x="10" y="96"/>
                    <a:pt x="24" y="76"/>
                    <a:pt x="41" y="59"/>
                  </a:cubicBezTo>
                  <a:close/>
                  <a:moveTo>
                    <a:pt x="123" y="197"/>
                  </a:moveTo>
                  <a:cubicBezTo>
                    <a:pt x="112" y="188"/>
                    <a:pt x="107" y="176"/>
                    <a:pt x="107" y="161"/>
                  </a:cubicBezTo>
                  <a:cubicBezTo>
                    <a:pt x="107" y="144"/>
                    <a:pt x="113" y="131"/>
                    <a:pt x="126" y="121"/>
                  </a:cubicBezTo>
                  <a:cubicBezTo>
                    <a:pt x="138" y="111"/>
                    <a:pt x="152" y="105"/>
                    <a:pt x="173" y="105"/>
                  </a:cubicBezTo>
                  <a:cubicBezTo>
                    <a:pt x="173" y="88"/>
                    <a:pt x="173" y="88"/>
                    <a:pt x="173" y="88"/>
                  </a:cubicBezTo>
                  <a:cubicBezTo>
                    <a:pt x="200" y="88"/>
                    <a:pt x="200" y="88"/>
                    <a:pt x="200" y="88"/>
                  </a:cubicBezTo>
                  <a:cubicBezTo>
                    <a:pt x="200" y="104"/>
                    <a:pt x="200" y="104"/>
                    <a:pt x="200" y="104"/>
                  </a:cubicBezTo>
                  <a:cubicBezTo>
                    <a:pt x="220" y="105"/>
                    <a:pt x="233" y="110"/>
                    <a:pt x="244" y="120"/>
                  </a:cubicBezTo>
                  <a:cubicBezTo>
                    <a:pt x="255" y="130"/>
                    <a:pt x="261" y="143"/>
                    <a:pt x="262" y="161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16" y="154"/>
                    <a:pt x="214" y="148"/>
                    <a:pt x="211" y="144"/>
                  </a:cubicBezTo>
                  <a:cubicBezTo>
                    <a:pt x="203" y="135"/>
                    <a:pt x="168" y="135"/>
                    <a:pt x="160" y="142"/>
                  </a:cubicBezTo>
                  <a:cubicBezTo>
                    <a:pt x="152" y="147"/>
                    <a:pt x="152" y="160"/>
                    <a:pt x="159" y="165"/>
                  </a:cubicBezTo>
                  <a:cubicBezTo>
                    <a:pt x="168" y="172"/>
                    <a:pt x="200" y="177"/>
                    <a:pt x="213" y="181"/>
                  </a:cubicBezTo>
                  <a:cubicBezTo>
                    <a:pt x="229" y="186"/>
                    <a:pt x="242" y="193"/>
                    <a:pt x="250" y="200"/>
                  </a:cubicBezTo>
                  <a:cubicBezTo>
                    <a:pt x="260" y="209"/>
                    <a:pt x="265" y="221"/>
                    <a:pt x="265" y="237"/>
                  </a:cubicBezTo>
                  <a:cubicBezTo>
                    <a:pt x="265" y="256"/>
                    <a:pt x="260" y="270"/>
                    <a:pt x="248" y="279"/>
                  </a:cubicBezTo>
                  <a:cubicBezTo>
                    <a:pt x="236" y="289"/>
                    <a:pt x="222" y="295"/>
                    <a:pt x="198" y="296"/>
                  </a:cubicBezTo>
                  <a:cubicBezTo>
                    <a:pt x="198" y="318"/>
                    <a:pt x="198" y="318"/>
                    <a:pt x="198" y="318"/>
                  </a:cubicBezTo>
                  <a:cubicBezTo>
                    <a:pt x="172" y="318"/>
                    <a:pt x="172" y="318"/>
                    <a:pt x="172" y="318"/>
                  </a:cubicBezTo>
                  <a:cubicBezTo>
                    <a:pt x="172" y="296"/>
                    <a:pt x="172" y="296"/>
                    <a:pt x="172" y="296"/>
                  </a:cubicBezTo>
                  <a:cubicBezTo>
                    <a:pt x="150" y="295"/>
                    <a:pt x="136" y="290"/>
                    <a:pt x="123" y="279"/>
                  </a:cubicBezTo>
                  <a:cubicBezTo>
                    <a:pt x="111" y="268"/>
                    <a:pt x="105" y="252"/>
                    <a:pt x="105" y="233"/>
                  </a:cubicBezTo>
                  <a:cubicBezTo>
                    <a:pt x="152" y="233"/>
                    <a:pt x="152" y="233"/>
                    <a:pt x="152" y="233"/>
                  </a:cubicBezTo>
                  <a:cubicBezTo>
                    <a:pt x="153" y="243"/>
                    <a:pt x="155" y="250"/>
                    <a:pt x="158" y="254"/>
                  </a:cubicBezTo>
                  <a:cubicBezTo>
                    <a:pt x="167" y="265"/>
                    <a:pt x="203" y="263"/>
                    <a:pt x="212" y="256"/>
                  </a:cubicBezTo>
                  <a:cubicBezTo>
                    <a:pt x="220" y="251"/>
                    <a:pt x="221" y="237"/>
                    <a:pt x="213" y="231"/>
                  </a:cubicBezTo>
                  <a:cubicBezTo>
                    <a:pt x="195" y="216"/>
                    <a:pt x="150" y="220"/>
                    <a:pt x="123" y="1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9" tIns="34295" rIns="68589" bIns="34295" numCol="1" anchor="t" anchorCtr="0" compatLnSpc="1"/>
            <a:lstStyle/>
            <a:p>
              <a:endParaRPr lang="zh-CN" altLang="en-US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8" name="Freeform 38"/>
            <p:cNvSpPr>
              <a:spLocks noEditPoints="1"/>
            </p:cNvSpPr>
            <p:nvPr>
              <p:custDataLst>
                <p:tags r:id="rId10"/>
              </p:custDataLst>
            </p:nvPr>
          </p:nvSpPr>
          <p:spPr bwMode="auto">
            <a:xfrm>
              <a:off x="10323" y="4803"/>
              <a:ext cx="549" cy="549"/>
            </a:xfrm>
            <a:custGeom>
              <a:avLst/>
              <a:gdLst>
                <a:gd name="T0" fmla="*/ 235 w 470"/>
                <a:gd name="T1" fmla="*/ 57 h 470"/>
                <a:gd name="T2" fmla="*/ 109 w 470"/>
                <a:gd name="T3" fmla="*/ 109 h 470"/>
                <a:gd name="T4" fmla="*/ 57 w 470"/>
                <a:gd name="T5" fmla="*/ 235 h 470"/>
                <a:gd name="T6" fmla="*/ 109 w 470"/>
                <a:gd name="T7" fmla="*/ 361 h 470"/>
                <a:gd name="T8" fmla="*/ 235 w 470"/>
                <a:gd name="T9" fmla="*/ 413 h 470"/>
                <a:gd name="T10" fmla="*/ 361 w 470"/>
                <a:gd name="T11" fmla="*/ 361 h 470"/>
                <a:gd name="T12" fmla="*/ 413 w 470"/>
                <a:gd name="T13" fmla="*/ 235 h 470"/>
                <a:gd name="T14" fmla="*/ 361 w 470"/>
                <a:gd name="T15" fmla="*/ 109 h 470"/>
                <a:gd name="T16" fmla="*/ 235 w 470"/>
                <a:gd name="T17" fmla="*/ 57 h 470"/>
                <a:gd name="T18" fmla="*/ 170 w 470"/>
                <a:gd name="T19" fmla="*/ 228 h 470"/>
                <a:gd name="T20" fmla="*/ 154 w 470"/>
                <a:gd name="T21" fmla="*/ 191 h 470"/>
                <a:gd name="T22" fmla="*/ 173 w 470"/>
                <a:gd name="T23" fmla="*/ 149 h 470"/>
                <a:gd name="T24" fmla="*/ 222 w 470"/>
                <a:gd name="T25" fmla="*/ 132 h 470"/>
                <a:gd name="T26" fmla="*/ 222 w 470"/>
                <a:gd name="T27" fmla="*/ 114 h 470"/>
                <a:gd name="T28" fmla="*/ 251 w 470"/>
                <a:gd name="T29" fmla="*/ 114 h 470"/>
                <a:gd name="T30" fmla="*/ 251 w 470"/>
                <a:gd name="T31" fmla="*/ 132 h 470"/>
                <a:gd name="T32" fmla="*/ 296 w 470"/>
                <a:gd name="T33" fmla="*/ 148 h 470"/>
                <a:gd name="T34" fmla="*/ 314 w 470"/>
                <a:gd name="T35" fmla="*/ 190 h 470"/>
                <a:gd name="T36" fmla="*/ 267 w 470"/>
                <a:gd name="T37" fmla="*/ 190 h 470"/>
                <a:gd name="T38" fmla="*/ 262 w 470"/>
                <a:gd name="T39" fmla="*/ 173 h 470"/>
                <a:gd name="T40" fmla="*/ 208 w 470"/>
                <a:gd name="T41" fmla="*/ 171 h 470"/>
                <a:gd name="T42" fmla="*/ 208 w 470"/>
                <a:gd name="T43" fmla="*/ 196 h 470"/>
                <a:gd name="T44" fmla="*/ 264 w 470"/>
                <a:gd name="T45" fmla="*/ 212 h 470"/>
                <a:gd name="T46" fmla="*/ 302 w 470"/>
                <a:gd name="T47" fmla="*/ 231 h 470"/>
                <a:gd name="T48" fmla="*/ 318 w 470"/>
                <a:gd name="T49" fmla="*/ 271 h 470"/>
                <a:gd name="T50" fmla="*/ 300 w 470"/>
                <a:gd name="T51" fmla="*/ 314 h 470"/>
                <a:gd name="T52" fmla="*/ 248 w 470"/>
                <a:gd name="T53" fmla="*/ 333 h 470"/>
                <a:gd name="T54" fmla="*/ 248 w 470"/>
                <a:gd name="T55" fmla="*/ 355 h 470"/>
                <a:gd name="T56" fmla="*/ 219 w 470"/>
                <a:gd name="T57" fmla="*/ 355 h 470"/>
                <a:gd name="T58" fmla="*/ 219 w 470"/>
                <a:gd name="T59" fmla="*/ 333 h 470"/>
                <a:gd name="T60" fmla="*/ 171 w 470"/>
                <a:gd name="T61" fmla="*/ 313 h 470"/>
                <a:gd name="T62" fmla="*/ 151 w 470"/>
                <a:gd name="T63" fmla="*/ 266 h 470"/>
                <a:gd name="T64" fmla="*/ 201 w 470"/>
                <a:gd name="T65" fmla="*/ 266 h 470"/>
                <a:gd name="T66" fmla="*/ 207 w 470"/>
                <a:gd name="T67" fmla="*/ 288 h 470"/>
                <a:gd name="T68" fmla="*/ 263 w 470"/>
                <a:gd name="T69" fmla="*/ 290 h 470"/>
                <a:gd name="T70" fmla="*/ 264 w 470"/>
                <a:gd name="T71" fmla="*/ 264 h 470"/>
                <a:gd name="T72" fmla="*/ 170 w 470"/>
                <a:gd name="T73" fmla="*/ 228 h 470"/>
                <a:gd name="T74" fmla="*/ 69 w 470"/>
                <a:gd name="T75" fmla="*/ 69 h 470"/>
                <a:gd name="T76" fmla="*/ 235 w 470"/>
                <a:gd name="T77" fmla="*/ 0 h 470"/>
                <a:gd name="T78" fmla="*/ 401 w 470"/>
                <a:gd name="T79" fmla="*/ 69 h 470"/>
                <a:gd name="T80" fmla="*/ 470 w 470"/>
                <a:gd name="T81" fmla="*/ 235 h 470"/>
                <a:gd name="T82" fmla="*/ 401 w 470"/>
                <a:gd name="T83" fmla="*/ 401 h 470"/>
                <a:gd name="T84" fmla="*/ 235 w 470"/>
                <a:gd name="T85" fmla="*/ 470 h 470"/>
                <a:gd name="T86" fmla="*/ 69 w 470"/>
                <a:gd name="T87" fmla="*/ 401 h 470"/>
                <a:gd name="T88" fmla="*/ 0 w 470"/>
                <a:gd name="T89" fmla="*/ 235 h 470"/>
                <a:gd name="T90" fmla="*/ 69 w 470"/>
                <a:gd name="T91" fmla="*/ 69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0" h="470">
                  <a:moveTo>
                    <a:pt x="235" y="57"/>
                  </a:moveTo>
                  <a:cubicBezTo>
                    <a:pt x="186" y="57"/>
                    <a:pt x="141" y="77"/>
                    <a:pt x="109" y="109"/>
                  </a:cubicBezTo>
                  <a:cubicBezTo>
                    <a:pt x="77" y="141"/>
                    <a:pt x="57" y="186"/>
                    <a:pt x="57" y="235"/>
                  </a:cubicBezTo>
                  <a:cubicBezTo>
                    <a:pt x="57" y="284"/>
                    <a:pt x="77" y="328"/>
                    <a:pt x="109" y="361"/>
                  </a:cubicBezTo>
                  <a:cubicBezTo>
                    <a:pt x="141" y="393"/>
                    <a:pt x="186" y="413"/>
                    <a:pt x="235" y="413"/>
                  </a:cubicBezTo>
                  <a:cubicBezTo>
                    <a:pt x="284" y="413"/>
                    <a:pt x="328" y="393"/>
                    <a:pt x="361" y="361"/>
                  </a:cubicBezTo>
                  <a:cubicBezTo>
                    <a:pt x="393" y="328"/>
                    <a:pt x="413" y="284"/>
                    <a:pt x="413" y="235"/>
                  </a:cubicBezTo>
                  <a:cubicBezTo>
                    <a:pt x="413" y="186"/>
                    <a:pt x="393" y="141"/>
                    <a:pt x="361" y="109"/>
                  </a:cubicBezTo>
                  <a:cubicBezTo>
                    <a:pt x="328" y="77"/>
                    <a:pt x="284" y="57"/>
                    <a:pt x="235" y="57"/>
                  </a:cubicBezTo>
                  <a:close/>
                  <a:moveTo>
                    <a:pt x="170" y="228"/>
                  </a:moveTo>
                  <a:cubicBezTo>
                    <a:pt x="159" y="219"/>
                    <a:pt x="154" y="207"/>
                    <a:pt x="154" y="191"/>
                  </a:cubicBezTo>
                  <a:cubicBezTo>
                    <a:pt x="154" y="174"/>
                    <a:pt x="160" y="160"/>
                    <a:pt x="173" y="149"/>
                  </a:cubicBezTo>
                  <a:cubicBezTo>
                    <a:pt x="186" y="139"/>
                    <a:pt x="200" y="133"/>
                    <a:pt x="222" y="132"/>
                  </a:cubicBezTo>
                  <a:cubicBezTo>
                    <a:pt x="222" y="114"/>
                    <a:pt x="222" y="114"/>
                    <a:pt x="222" y="114"/>
                  </a:cubicBezTo>
                  <a:cubicBezTo>
                    <a:pt x="251" y="114"/>
                    <a:pt x="251" y="114"/>
                    <a:pt x="251" y="114"/>
                  </a:cubicBezTo>
                  <a:cubicBezTo>
                    <a:pt x="251" y="132"/>
                    <a:pt x="251" y="132"/>
                    <a:pt x="251" y="132"/>
                  </a:cubicBezTo>
                  <a:cubicBezTo>
                    <a:pt x="272" y="133"/>
                    <a:pt x="284" y="138"/>
                    <a:pt x="296" y="148"/>
                  </a:cubicBezTo>
                  <a:cubicBezTo>
                    <a:pt x="308" y="158"/>
                    <a:pt x="313" y="172"/>
                    <a:pt x="314" y="190"/>
                  </a:cubicBezTo>
                  <a:cubicBezTo>
                    <a:pt x="267" y="190"/>
                    <a:pt x="267" y="190"/>
                    <a:pt x="267" y="190"/>
                  </a:cubicBezTo>
                  <a:cubicBezTo>
                    <a:pt x="266" y="182"/>
                    <a:pt x="265" y="177"/>
                    <a:pt x="262" y="173"/>
                  </a:cubicBezTo>
                  <a:cubicBezTo>
                    <a:pt x="254" y="164"/>
                    <a:pt x="218" y="164"/>
                    <a:pt x="208" y="171"/>
                  </a:cubicBezTo>
                  <a:cubicBezTo>
                    <a:pt x="201" y="177"/>
                    <a:pt x="200" y="190"/>
                    <a:pt x="208" y="196"/>
                  </a:cubicBezTo>
                  <a:cubicBezTo>
                    <a:pt x="217" y="203"/>
                    <a:pt x="250" y="208"/>
                    <a:pt x="264" y="212"/>
                  </a:cubicBezTo>
                  <a:cubicBezTo>
                    <a:pt x="281" y="218"/>
                    <a:pt x="294" y="224"/>
                    <a:pt x="302" y="231"/>
                  </a:cubicBezTo>
                  <a:cubicBezTo>
                    <a:pt x="313" y="241"/>
                    <a:pt x="318" y="254"/>
                    <a:pt x="318" y="271"/>
                  </a:cubicBezTo>
                  <a:cubicBezTo>
                    <a:pt x="319" y="290"/>
                    <a:pt x="312" y="304"/>
                    <a:pt x="300" y="314"/>
                  </a:cubicBezTo>
                  <a:cubicBezTo>
                    <a:pt x="288" y="325"/>
                    <a:pt x="272" y="332"/>
                    <a:pt x="248" y="333"/>
                  </a:cubicBezTo>
                  <a:cubicBezTo>
                    <a:pt x="248" y="355"/>
                    <a:pt x="248" y="355"/>
                    <a:pt x="248" y="355"/>
                  </a:cubicBezTo>
                  <a:cubicBezTo>
                    <a:pt x="219" y="355"/>
                    <a:pt x="219" y="355"/>
                    <a:pt x="219" y="355"/>
                  </a:cubicBezTo>
                  <a:cubicBezTo>
                    <a:pt x="219" y="333"/>
                    <a:pt x="219" y="333"/>
                    <a:pt x="219" y="333"/>
                  </a:cubicBezTo>
                  <a:cubicBezTo>
                    <a:pt x="196" y="333"/>
                    <a:pt x="183" y="325"/>
                    <a:pt x="171" y="313"/>
                  </a:cubicBezTo>
                  <a:cubicBezTo>
                    <a:pt x="158" y="302"/>
                    <a:pt x="151" y="286"/>
                    <a:pt x="151" y="266"/>
                  </a:cubicBezTo>
                  <a:cubicBezTo>
                    <a:pt x="201" y="266"/>
                    <a:pt x="201" y="266"/>
                    <a:pt x="201" y="266"/>
                  </a:cubicBezTo>
                  <a:cubicBezTo>
                    <a:pt x="202" y="276"/>
                    <a:pt x="204" y="283"/>
                    <a:pt x="207" y="288"/>
                  </a:cubicBezTo>
                  <a:cubicBezTo>
                    <a:pt x="216" y="299"/>
                    <a:pt x="254" y="297"/>
                    <a:pt x="263" y="290"/>
                  </a:cubicBezTo>
                  <a:cubicBezTo>
                    <a:pt x="272" y="284"/>
                    <a:pt x="272" y="271"/>
                    <a:pt x="264" y="264"/>
                  </a:cubicBezTo>
                  <a:cubicBezTo>
                    <a:pt x="245" y="249"/>
                    <a:pt x="198" y="252"/>
                    <a:pt x="170" y="228"/>
                  </a:cubicBezTo>
                  <a:close/>
                  <a:moveTo>
                    <a:pt x="69" y="69"/>
                  </a:moveTo>
                  <a:cubicBezTo>
                    <a:pt x="111" y="26"/>
                    <a:pt x="170" y="0"/>
                    <a:pt x="235" y="0"/>
                  </a:cubicBezTo>
                  <a:cubicBezTo>
                    <a:pt x="300" y="0"/>
                    <a:pt x="359" y="26"/>
                    <a:pt x="401" y="69"/>
                  </a:cubicBezTo>
                  <a:cubicBezTo>
                    <a:pt x="444" y="111"/>
                    <a:pt x="470" y="170"/>
                    <a:pt x="470" y="235"/>
                  </a:cubicBezTo>
                  <a:cubicBezTo>
                    <a:pt x="470" y="300"/>
                    <a:pt x="444" y="359"/>
                    <a:pt x="401" y="401"/>
                  </a:cubicBezTo>
                  <a:cubicBezTo>
                    <a:pt x="359" y="444"/>
                    <a:pt x="300" y="470"/>
                    <a:pt x="235" y="470"/>
                  </a:cubicBezTo>
                  <a:cubicBezTo>
                    <a:pt x="170" y="470"/>
                    <a:pt x="111" y="444"/>
                    <a:pt x="69" y="401"/>
                  </a:cubicBezTo>
                  <a:cubicBezTo>
                    <a:pt x="26" y="359"/>
                    <a:pt x="0" y="300"/>
                    <a:pt x="0" y="235"/>
                  </a:cubicBezTo>
                  <a:cubicBezTo>
                    <a:pt x="0" y="170"/>
                    <a:pt x="26" y="111"/>
                    <a:pt x="69" y="6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9" tIns="34295" rIns="68589" bIns="34295" numCol="1" anchor="t" anchorCtr="0" compatLnSpc="1"/>
            <a:lstStyle/>
            <a:p>
              <a:endParaRPr lang="zh-CN" altLang="en-US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3" name="TextBox 76"/>
            <p:cNvSpPr txBox="1"/>
            <p:nvPr>
              <p:custDataLst>
                <p:tags r:id="rId11"/>
              </p:custDataLst>
            </p:nvPr>
          </p:nvSpPr>
          <p:spPr>
            <a:xfrm>
              <a:off x="12048" y="3562"/>
              <a:ext cx="385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err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response.end</a:t>
              </a:r>
              <a:r>
                <a:rPr lang="en-US" altLang="zh-CN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()</a:t>
              </a:r>
              <a:endPara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4" name="文本框 53"/>
            <p:cNvSpPr txBox="1"/>
            <p:nvPr>
              <p:custDataLst>
                <p:tags r:id="rId12"/>
              </p:custDataLst>
            </p:nvPr>
          </p:nvSpPr>
          <p:spPr>
            <a:xfrm>
              <a:off x="12048" y="4167"/>
              <a:ext cx="6637" cy="16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此方法用于向服务器发出信号，表明已发送所有响应头和主体，该服务器应该视为此消息已完成。</a:t>
              </a:r>
              <a:endPara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843395" y="3509645"/>
            <a:ext cx="4692015" cy="1363980"/>
            <a:chOff x="10777" y="5527"/>
            <a:chExt cx="7389" cy="2148"/>
          </a:xfrm>
        </p:grpSpPr>
        <p:sp>
          <p:nvSpPr>
            <p:cNvPr id="28" name="Freeform 6"/>
            <p:cNvSpPr/>
            <p:nvPr>
              <p:custDataLst>
                <p:tags r:id="rId13"/>
              </p:custDataLst>
            </p:nvPr>
          </p:nvSpPr>
          <p:spPr bwMode="auto">
            <a:xfrm>
              <a:off x="10777" y="5527"/>
              <a:ext cx="1861" cy="2148"/>
            </a:xfrm>
            <a:custGeom>
              <a:avLst/>
              <a:gdLst>
                <a:gd name="T0" fmla="*/ 1130 w 2260"/>
                <a:gd name="T1" fmla="*/ 0 h 2610"/>
                <a:gd name="T2" fmla="*/ 1695 w 2260"/>
                <a:gd name="T3" fmla="*/ 326 h 2610"/>
                <a:gd name="T4" fmla="*/ 2260 w 2260"/>
                <a:gd name="T5" fmla="*/ 652 h 2610"/>
                <a:gd name="T6" fmla="*/ 2260 w 2260"/>
                <a:gd name="T7" fmla="*/ 1305 h 2610"/>
                <a:gd name="T8" fmla="*/ 2260 w 2260"/>
                <a:gd name="T9" fmla="*/ 1957 h 2610"/>
                <a:gd name="T10" fmla="*/ 1695 w 2260"/>
                <a:gd name="T11" fmla="*/ 2283 h 2610"/>
                <a:gd name="T12" fmla="*/ 1130 w 2260"/>
                <a:gd name="T13" fmla="*/ 2610 h 2610"/>
                <a:gd name="T14" fmla="*/ 565 w 2260"/>
                <a:gd name="T15" fmla="*/ 2283 h 2610"/>
                <a:gd name="T16" fmla="*/ 0 w 2260"/>
                <a:gd name="T17" fmla="*/ 1957 h 2610"/>
                <a:gd name="T18" fmla="*/ 0 w 2260"/>
                <a:gd name="T19" fmla="*/ 1305 h 2610"/>
                <a:gd name="T20" fmla="*/ 0 w 2260"/>
                <a:gd name="T21" fmla="*/ 652 h 2610"/>
                <a:gd name="T22" fmla="*/ 565 w 2260"/>
                <a:gd name="T23" fmla="*/ 326 h 2610"/>
                <a:gd name="T24" fmla="*/ 1130 w 2260"/>
                <a:gd name="T25" fmla="*/ 0 h 2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0" h="2610">
                  <a:moveTo>
                    <a:pt x="1130" y="0"/>
                  </a:moveTo>
                  <a:lnTo>
                    <a:pt x="1695" y="326"/>
                  </a:lnTo>
                  <a:lnTo>
                    <a:pt x="2260" y="652"/>
                  </a:lnTo>
                  <a:lnTo>
                    <a:pt x="2260" y="1305"/>
                  </a:lnTo>
                  <a:lnTo>
                    <a:pt x="2260" y="1957"/>
                  </a:lnTo>
                  <a:lnTo>
                    <a:pt x="1695" y="2283"/>
                  </a:lnTo>
                  <a:lnTo>
                    <a:pt x="1130" y="2610"/>
                  </a:lnTo>
                  <a:lnTo>
                    <a:pt x="565" y="2283"/>
                  </a:lnTo>
                  <a:lnTo>
                    <a:pt x="0" y="1957"/>
                  </a:lnTo>
                  <a:lnTo>
                    <a:pt x="0" y="1305"/>
                  </a:lnTo>
                  <a:lnTo>
                    <a:pt x="0" y="652"/>
                  </a:lnTo>
                  <a:lnTo>
                    <a:pt x="565" y="326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accent1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Freeform 17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11270" y="6190"/>
              <a:ext cx="829" cy="831"/>
            </a:xfrm>
            <a:custGeom>
              <a:avLst/>
              <a:gdLst>
                <a:gd name="T0" fmla="*/ 504 w 1008"/>
                <a:gd name="T1" fmla="*/ 1009 h 1009"/>
                <a:gd name="T2" fmla="*/ 0 w 1008"/>
                <a:gd name="T3" fmla="*/ 504 h 1009"/>
                <a:gd name="T4" fmla="*/ 504 w 1008"/>
                <a:gd name="T5" fmla="*/ 0 h 1009"/>
                <a:gd name="T6" fmla="*/ 1008 w 1008"/>
                <a:gd name="T7" fmla="*/ 504 h 1009"/>
                <a:gd name="T8" fmla="*/ 504 w 1008"/>
                <a:gd name="T9" fmla="*/ 1009 h 1009"/>
                <a:gd name="T10" fmla="*/ 725 w 1008"/>
                <a:gd name="T11" fmla="*/ 769 h 1009"/>
                <a:gd name="T12" fmla="*/ 725 w 1008"/>
                <a:gd name="T13" fmla="*/ 769 h 1009"/>
                <a:gd name="T14" fmla="*/ 538 w 1008"/>
                <a:gd name="T15" fmla="*/ 586 h 1009"/>
                <a:gd name="T16" fmla="*/ 504 w 1008"/>
                <a:gd name="T17" fmla="*/ 592 h 1009"/>
                <a:gd name="T18" fmla="*/ 416 w 1008"/>
                <a:gd name="T19" fmla="*/ 504 h 1009"/>
                <a:gd name="T20" fmla="*/ 456 w 1008"/>
                <a:gd name="T21" fmla="*/ 431 h 1009"/>
                <a:gd name="T22" fmla="*/ 456 w 1008"/>
                <a:gd name="T23" fmla="*/ 179 h 1009"/>
                <a:gd name="T24" fmla="*/ 553 w 1008"/>
                <a:gd name="T25" fmla="*/ 179 h 1009"/>
                <a:gd name="T26" fmla="*/ 553 w 1008"/>
                <a:gd name="T27" fmla="*/ 431 h 1009"/>
                <a:gd name="T28" fmla="*/ 592 w 1008"/>
                <a:gd name="T29" fmla="*/ 504 h 1009"/>
                <a:gd name="T30" fmla="*/ 586 w 1008"/>
                <a:gd name="T31" fmla="*/ 536 h 1009"/>
                <a:gd name="T32" fmla="*/ 774 w 1008"/>
                <a:gd name="T33" fmla="*/ 719 h 1009"/>
                <a:gd name="T34" fmla="*/ 725 w 1008"/>
                <a:gd name="T35" fmla="*/ 769 h 1009"/>
                <a:gd name="T36" fmla="*/ 168 w 1008"/>
                <a:gd name="T37" fmla="*/ 471 h 1009"/>
                <a:gd name="T38" fmla="*/ 168 w 1008"/>
                <a:gd name="T39" fmla="*/ 471 h 1009"/>
                <a:gd name="T40" fmla="*/ 234 w 1008"/>
                <a:gd name="T41" fmla="*/ 471 h 1009"/>
                <a:gd name="T42" fmla="*/ 234 w 1008"/>
                <a:gd name="T43" fmla="*/ 538 h 1009"/>
                <a:gd name="T44" fmla="*/ 168 w 1008"/>
                <a:gd name="T45" fmla="*/ 538 h 1009"/>
                <a:gd name="T46" fmla="*/ 168 w 1008"/>
                <a:gd name="T47" fmla="*/ 471 h 1009"/>
                <a:gd name="T48" fmla="*/ 774 w 1008"/>
                <a:gd name="T49" fmla="*/ 471 h 1009"/>
                <a:gd name="T50" fmla="*/ 774 w 1008"/>
                <a:gd name="T51" fmla="*/ 471 h 1009"/>
                <a:gd name="T52" fmla="*/ 840 w 1008"/>
                <a:gd name="T53" fmla="*/ 471 h 1009"/>
                <a:gd name="T54" fmla="*/ 840 w 1008"/>
                <a:gd name="T55" fmla="*/ 538 h 1009"/>
                <a:gd name="T56" fmla="*/ 774 w 1008"/>
                <a:gd name="T57" fmla="*/ 538 h 1009"/>
                <a:gd name="T58" fmla="*/ 774 w 1008"/>
                <a:gd name="T59" fmla="*/ 471 h 1009"/>
                <a:gd name="T60" fmla="*/ 470 w 1008"/>
                <a:gd name="T61" fmla="*/ 840 h 1009"/>
                <a:gd name="T62" fmla="*/ 470 w 1008"/>
                <a:gd name="T63" fmla="*/ 840 h 1009"/>
                <a:gd name="T64" fmla="*/ 470 w 1008"/>
                <a:gd name="T65" fmla="*/ 775 h 1009"/>
                <a:gd name="T66" fmla="*/ 538 w 1008"/>
                <a:gd name="T67" fmla="*/ 775 h 1009"/>
                <a:gd name="T68" fmla="*/ 538 w 1008"/>
                <a:gd name="T69" fmla="*/ 840 h 1009"/>
                <a:gd name="T70" fmla="*/ 470 w 1008"/>
                <a:gd name="T71" fmla="*/ 840 h 1009"/>
                <a:gd name="T72" fmla="*/ 504 w 1008"/>
                <a:gd name="T73" fmla="*/ 912 h 1009"/>
                <a:gd name="T74" fmla="*/ 504 w 1008"/>
                <a:gd name="T75" fmla="*/ 912 h 1009"/>
                <a:gd name="T76" fmla="*/ 912 w 1008"/>
                <a:gd name="T77" fmla="*/ 504 h 1009"/>
                <a:gd name="T78" fmla="*/ 504 w 1008"/>
                <a:gd name="T79" fmla="*/ 97 h 1009"/>
                <a:gd name="T80" fmla="*/ 96 w 1008"/>
                <a:gd name="T81" fmla="*/ 504 h 1009"/>
                <a:gd name="T82" fmla="*/ 504 w 1008"/>
                <a:gd name="T83" fmla="*/ 912 h 10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008" h="1009">
                  <a:moveTo>
                    <a:pt x="504" y="1009"/>
                  </a:moveTo>
                  <a:cubicBezTo>
                    <a:pt x="226" y="1009"/>
                    <a:pt x="0" y="783"/>
                    <a:pt x="0" y="504"/>
                  </a:cubicBezTo>
                  <a:cubicBezTo>
                    <a:pt x="0" y="226"/>
                    <a:pt x="226" y="0"/>
                    <a:pt x="504" y="0"/>
                  </a:cubicBezTo>
                  <a:cubicBezTo>
                    <a:pt x="782" y="0"/>
                    <a:pt x="1008" y="226"/>
                    <a:pt x="1008" y="504"/>
                  </a:cubicBezTo>
                  <a:cubicBezTo>
                    <a:pt x="1008" y="783"/>
                    <a:pt x="782" y="1009"/>
                    <a:pt x="504" y="1009"/>
                  </a:cubicBezTo>
                  <a:close/>
                  <a:moveTo>
                    <a:pt x="725" y="769"/>
                  </a:moveTo>
                  <a:lnTo>
                    <a:pt x="725" y="769"/>
                  </a:lnTo>
                  <a:lnTo>
                    <a:pt x="538" y="586"/>
                  </a:lnTo>
                  <a:cubicBezTo>
                    <a:pt x="528" y="590"/>
                    <a:pt x="516" y="592"/>
                    <a:pt x="504" y="592"/>
                  </a:cubicBezTo>
                  <a:cubicBezTo>
                    <a:pt x="455" y="592"/>
                    <a:pt x="416" y="553"/>
                    <a:pt x="416" y="504"/>
                  </a:cubicBezTo>
                  <a:cubicBezTo>
                    <a:pt x="416" y="474"/>
                    <a:pt x="432" y="447"/>
                    <a:pt x="456" y="431"/>
                  </a:cubicBezTo>
                  <a:lnTo>
                    <a:pt x="456" y="179"/>
                  </a:lnTo>
                  <a:cubicBezTo>
                    <a:pt x="456" y="115"/>
                    <a:pt x="553" y="115"/>
                    <a:pt x="553" y="179"/>
                  </a:cubicBezTo>
                  <a:lnTo>
                    <a:pt x="553" y="431"/>
                  </a:lnTo>
                  <a:cubicBezTo>
                    <a:pt x="576" y="447"/>
                    <a:pt x="592" y="474"/>
                    <a:pt x="592" y="504"/>
                  </a:cubicBezTo>
                  <a:cubicBezTo>
                    <a:pt x="592" y="516"/>
                    <a:pt x="590" y="526"/>
                    <a:pt x="586" y="536"/>
                  </a:cubicBezTo>
                  <a:lnTo>
                    <a:pt x="774" y="719"/>
                  </a:lnTo>
                  <a:cubicBezTo>
                    <a:pt x="806" y="751"/>
                    <a:pt x="758" y="801"/>
                    <a:pt x="725" y="769"/>
                  </a:cubicBezTo>
                  <a:close/>
                  <a:moveTo>
                    <a:pt x="168" y="471"/>
                  </a:moveTo>
                  <a:lnTo>
                    <a:pt x="168" y="471"/>
                  </a:lnTo>
                  <a:lnTo>
                    <a:pt x="234" y="471"/>
                  </a:lnTo>
                  <a:cubicBezTo>
                    <a:pt x="278" y="471"/>
                    <a:pt x="278" y="538"/>
                    <a:pt x="234" y="538"/>
                  </a:cubicBezTo>
                  <a:lnTo>
                    <a:pt x="168" y="538"/>
                  </a:lnTo>
                  <a:cubicBezTo>
                    <a:pt x="123" y="538"/>
                    <a:pt x="123" y="471"/>
                    <a:pt x="168" y="471"/>
                  </a:cubicBezTo>
                  <a:close/>
                  <a:moveTo>
                    <a:pt x="774" y="471"/>
                  </a:moveTo>
                  <a:lnTo>
                    <a:pt x="774" y="471"/>
                  </a:lnTo>
                  <a:lnTo>
                    <a:pt x="840" y="471"/>
                  </a:lnTo>
                  <a:cubicBezTo>
                    <a:pt x="885" y="471"/>
                    <a:pt x="885" y="538"/>
                    <a:pt x="840" y="538"/>
                  </a:cubicBezTo>
                  <a:lnTo>
                    <a:pt x="774" y="538"/>
                  </a:lnTo>
                  <a:cubicBezTo>
                    <a:pt x="730" y="538"/>
                    <a:pt x="730" y="471"/>
                    <a:pt x="774" y="471"/>
                  </a:cubicBezTo>
                  <a:close/>
                  <a:moveTo>
                    <a:pt x="470" y="840"/>
                  </a:moveTo>
                  <a:lnTo>
                    <a:pt x="470" y="840"/>
                  </a:lnTo>
                  <a:lnTo>
                    <a:pt x="470" y="775"/>
                  </a:lnTo>
                  <a:cubicBezTo>
                    <a:pt x="470" y="730"/>
                    <a:pt x="538" y="730"/>
                    <a:pt x="538" y="775"/>
                  </a:cubicBezTo>
                  <a:lnTo>
                    <a:pt x="538" y="840"/>
                  </a:lnTo>
                  <a:cubicBezTo>
                    <a:pt x="538" y="885"/>
                    <a:pt x="470" y="885"/>
                    <a:pt x="470" y="840"/>
                  </a:cubicBezTo>
                  <a:close/>
                  <a:moveTo>
                    <a:pt x="504" y="912"/>
                  </a:moveTo>
                  <a:lnTo>
                    <a:pt x="504" y="912"/>
                  </a:lnTo>
                  <a:cubicBezTo>
                    <a:pt x="729" y="912"/>
                    <a:pt x="912" y="730"/>
                    <a:pt x="912" y="504"/>
                  </a:cubicBezTo>
                  <a:cubicBezTo>
                    <a:pt x="912" y="279"/>
                    <a:pt x="729" y="97"/>
                    <a:pt x="504" y="97"/>
                  </a:cubicBezTo>
                  <a:cubicBezTo>
                    <a:pt x="279" y="97"/>
                    <a:pt x="96" y="279"/>
                    <a:pt x="96" y="504"/>
                  </a:cubicBezTo>
                  <a:cubicBezTo>
                    <a:pt x="96" y="730"/>
                    <a:pt x="279" y="912"/>
                    <a:pt x="504" y="9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vert="horz" wrap="square" lIns="68571" tIns="34285" rIns="68571" bIns="34285" numCol="1" anchor="t" anchorCtr="0" compatLnSpc="1"/>
            <a:lstStyle/>
            <a:p>
              <a:endParaRPr lang="zh-CN" altLang="en-US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6" name="TextBox 76"/>
            <p:cNvSpPr txBox="1"/>
            <p:nvPr>
              <p:custDataLst>
                <p:tags r:id="rId15"/>
              </p:custDataLst>
            </p:nvPr>
          </p:nvSpPr>
          <p:spPr>
            <a:xfrm>
              <a:off x="13498" y="5800"/>
              <a:ext cx="447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message.headers</a:t>
              </a:r>
              <a:endParaRPr lang="en-US" altLang="zh-CN" b="1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6"/>
              </p:custDataLst>
            </p:nvPr>
          </p:nvSpPr>
          <p:spPr>
            <a:xfrm>
              <a:off x="13498" y="6382"/>
              <a:ext cx="4668" cy="6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请求或响应的消息头对象。</a:t>
              </a:r>
              <a:endPara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965835" y="2261870"/>
            <a:ext cx="4811395" cy="1613535"/>
            <a:chOff x="1521" y="3562"/>
            <a:chExt cx="7577" cy="2541"/>
          </a:xfrm>
        </p:grpSpPr>
        <p:sp>
          <p:nvSpPr>
            <p:cNvPr id="30" name="Freeform 8"/>
            <p:cNvSpPr/>
            <p:nvPr>
              <p:custDataLst>
                <p:tags r:id="rId17"/>
              </p:custDataLst>
            </p:nvPr>
          </p:nvSpPr>
          <p:spPr bwMode="auto">
            <a:xfrm>
              <a:off x="7240" y="3953"/>
              <a:ext cx="1859" cy="2150"/>
            </a:xfrm>
            <a:custGeom>
              <a:avLst/>
              <a:gdLst>
                <a:gd name="T0" fmla="*/ 1130 w 2260"/>
                <a:gd name="T1" fmla="*/ 0 h 2610"/>
                <a:gd name="T2" fmla="*/ 1695 w 2260"/>
                <a:gd name="T3" fmla="*/ 326 h 2610"/>
                <a:gd name="T4" fmla="*/ 2260 w 2260"/>
                <a:gd name="T5" fmla="*/ 652 h 2610"/>
                <a:gd name="T6" fmla="*/ 2260 w 2260"/>
                <a:gd name="T7" fmla="*/ 1305 h 2610"/>
                <a:gd name="T8" fmla="*/ 2260 w 2260"/>
                <a:gd name="T9" fmla="*/ 1957 h 2610"/>
                <a:gd name="T10" fmla="*/ 1695 w 2260"/>
                <a:gd name="T11" fmla="*/ 2283 h 2610"/>
                <a:gd name="T12" fmla="*/ 1130 w 2260"/>
                <a:gd name="T13" fmla="*/ 2610 h 2610"/>
                <a:gd name="T14" fmla="*/ 565 w 2260"/>
                <a:gd name="T15" fmla="*/ 2283 h 2610"/>
                <a:gd name="T16" fmla="*/ 0 w 2260"/>
                <a:gd name="T17" fmla="*/ 1957 h 2610"/>
                <a:gd name="T18" fmla="*/ 0 w 2260"/>
                <a:gd name="T19" fmla="*/ 1305 h 2610"/>
                <a:gd name="T20" fmla="*/ 0 w 2260"/>
                <a:gd name="T21" fmla="*/ 652 h 2610"/>
                <a:gd name="T22" fmla="*/ 565 w 2260"/>
                <a:gd name="T23" fmla="*/ 326 h 2610"/>
                <a:gd name="T24" fmla="*/ 1130 w 2260"/>
                <a:gd name="T25" fmla="*/ 0 h 2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0" h="2610">
                  <a:moveTo>
                    <a:pt x="1130" y="0"/>
                  </a:moveTo>
                  <a:lnTo>
                    <a:pt x="1695" y="326"/>
                  </a:lnTo>
                  <a:lnTo>
                    <a:pt x="2260" y="652"/>
                  </a:lnTo>
                  <a:lnTo>
                    <a:pt x="2260" y="1305"/>
                  </a:lnTo>
                  <a:lnTo>
                    <a:pt x="2260" y="1957"/>
                  </a:lnTo>
                  <a:lnTo>
                    <a:pt x="1695" y="2283"/>
                  </a:lnTo>
                  <a:lnTo>
                    <a:pt x="1130" y="2610"/>
                  </a:lnTo>
                  <a:lnTo>
                    <a:pt x="565" y="2283"/>
                  </a:lnTo>
                  <a:lnTo>
                    <a:pt x="0" y="1957"/>
                  </a:lnTo>
                  <a:lnTo>
                    <a:pt x="0" y="1305"/>
                  </a:lnTo>
                  <a:lnTo>
                    <a:pt x="0" y="652"/>
                  </a:lnTo>
                  <a:lnTo>
                    <a:pt x="565" y="326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accent1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sz="1600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Freeform 14"/>
            <p:cNvSpPr>
              <a:spLocks noEditPoints="1"/>
            </p:cNvSpPr>
            <p:nvPr>
              <p:custDataLst>
                <p:tags r:id="rId18"/>
              </p:custDataLst>
            </p:nvPr>
          </p:nvSpPr>
          <p:spPr bwMode="auto">
            <a:xfrm>
              <a:off x="7901" y="4535"/>
              <a:ext cx="595" cy="812"/>
            </a:xfrm>
            <a:custGeom>
              <a:avLst/>
              <a:gdLst>
                <a:gd name="T0" fmla="*/ 95 w 723"/>
                <a:gd name="T1" fmla="*/ 160 h 986"/>
                <a:gd name="T2" fmla="*/ 80 w 723"/>
                <a:gd name="T3" fmla="*/ 986 h 986"/>
                <a:gd name="T4" fmla="*/ 723 w 723"/>
                <a:gd name="T5" fmla="*/ 242 h 986"/>
                <a:gd name="T6" fmla="*/ 668 w 723"/>
                <a:gd name="T7" fmla="*/ 260 h 986"/>
                <a:gd name="T8" fmla="*/ 83 w 723"/>
                <a:gd name="T9" fmla="*/ 929 h 986"/>
                <a:gd name="T10" fmla="*/ 313 w 723"/>
                <a:gd name="T11" fmla="*/ 105 h 986"/>
                <a:gd name="T12" fmla="*/ 410 w 723"/>
                <a:gd name="T13" fmla="*/ 105 h 986"/>
                <a:gd name="T14" fmla="*/ 360 w 723"/>
                <a:gd name="T15" fmla="*/ 157 h 986"/>
                <a:gd name="T16" fmla="*/ 253 w 723"/>
                <a:gd name="T17" fmla="*/ 107 h 986"/>
                <a:gd name="T18" fmla="*/ 133 w 723"/>
                <a:gd name="T19" fmla="*/ 250 h 986"/>
                <a:gd name="T20" fmla="*/ 590 w 723"/>
                <a:gd name="T21" fmla="*/ 250 h 986"/>
                <a:gd name="T22" fmla="*/ 470 w 723"/>
                <a:gd name="T23" fmla="*/ 107 h 986"/>
                <a:gd name="T24" fmla="*/ 253 w 723"/>
                <a:gd name="T25" fmla="*/ 107 h 986"/>
                <a:gd name="T26" fmla="*/ 255 w 723"/>
                <a:gd name="T27" fmla="*/ 749 h 986"/>
                <a:gd name="T28" fmla="*/ 175 w 723"/>
                <a:gd name="T29" fmla="*/ 771 h 986"/>
                <a:gd name="T30" fmla="*/ 158 w 723"/>
                <a:gd name="T31" fmla="*/ 789 h 986"/>
                <a:gd name="T32" fmla="*/ 255 w 723"/>
                <a:gd name="T33" fmla="*/ 796 h 986"/>
                <a:gd name="T34" fmla="*/ 153 w 723"/>
                <a:gd name="T35" fmla="*/ 846 h 986"/>
                <a:gd name="T36" fmla="*/ 280 w 723"/>
                <a:gd name="T37" fmla="*/ 784 h 986"/>
                <a:gd name="T38" fmla="*/ 280 w 723"/>
                <a:gd name="T39" fmla="*/ 744 h 986"/>
                <a:gd name="T40" fmla="*/ 128 w 723"/>
                <a:gd name="T41" fmla="*/ 751 h 986"/>
                <a:gd name="T42" fmla="*/ 248 w 723"/>
                <a:gd name="T43" fmla="*/ 879 h 986"/>
                <a:gd name="T44" fmla="*/ 248 w 723"/>
                <a:gd name="T45" fmla="*/ 387 h 986"/>
                <a:gd name="T46" fmla="*/ 175 w 723"/>
                <a:gd name="T47" fmla="*/ 409 h 986"/>
                <a:gd name="T48" fmla="*/ 200 w 723"/>
                <a:gd name="T49" fmla="*/ 474 h 986"/>
                <a:gd name="T50" fmla="*/ 153 w 723"/>
                <a:gd name="T51" fmla="*/ 492 h 986"/>
                <a:gd name="T52" fmla="*/ 248 w 723"/>
                <a:gd name="T53" fmla="*/ 362 h 986"/>
                <a:gd name="T54" fmla="*/ 128 w 723"/>
                <a:gd name="T55" fmla="*/ 489 h 986"/>
                <a:gd name="T56" fmla="*/ 279 w 723"/>
                <a:gd name="T57" fmla="*/ 416 h 986"/>
                <a:gd name="T58" fmla="*/ 278 w 723"/>
                <a:gd name="T59" fmla="*/ 382 h 986"/>
                <a:gd name="T60" fmla="*/ 255 w 723"/>
                <a:gd name="T61" fmla="*/ 582 h 986"/>
                <a:gd name="T62" fmla="*/ 158 w 723"/>
                <a:gd name="T63" fmla="*/ 607 h 986"/>
                <a:gd name="T64" fmla="*/ 255 w 723"/>
                <a:gd name="T65" fmla="*/ 672 h 986"/>
                <a:gd name="T66" fmla="*/ 280 w 723"/>
                <a:gd name="T67" fmla="*/ 563 h 986"/>
                <a:gd name="T68" fmla="*/ 128 w 723"/>
                <a:gd name="T69" fmla="*/ 569 h 986"/>
                <a:gd name="T70" fmla="*/ 255 w 723"/>
                <a:gd name="T71" fmla="*/ 696 h 986"/>
                <a:gd name="T72" fmla="*/ 334 w 723"/>
                <a:gd name="T73" fmla="*/ 538 h 986"/>
                <a:gd name="T74" fmla="*/ 378 w 723"/>
                <a:gd name="T75" fmla="*/ 836 h 986"/>
                <a:gd name="T76" fmla="*/ 580 w 723"/>
                <a:gd name="T77" fmla="*/ 774 h 986"/>
                <a:gd name="T78" fmla="*/ 370 w 723"/>
                <a:gd name="T79" fmla="*/ 829 h 986"/>
                <a:gd name="T80" fmla="*/ 580 w 723"/>
                <a:gd name="T81" fmla="*/ 587 h 986"/>
                <a:gd name="T82" fmla="*/ 370 w 723"/>
                <a:gd name="T83" fmla="*/ 474 h 986"/>
                <a:gd name="T84" fmla="*/ 370 w 723"/>
                <a:gd name="T85" fmla="*/ 407 h 9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23" h="986">
                  <a:moveTo>
                    <a:pt x="55" y="260"/>
                  </a:moveTo>
                  <a:cubicBezTo>
                    <a:pt x="55" y="232"/>
                    <a:pt x="68" y="218"/>
                    <a:pt x="95" y="217"/>
                  </a:cubicBezTo>
                  <a:lnTo>
                    <a:pt x="95" y="160"/>
                  </a:lnTo>
                  <a:cubicBezTo>
                    <a:pt x="45" y="161"/>
                    <a:pt x="0" y="193"/>
                    <a:pt x="0" y="242"/>
                  </a:cubicBezTo>
                  <a:lnTo>
                    <a:pt x="0" y="906"/>
                  </a:lnTo>
                  <a:cubicBezTo>
                    <a:pt x="0" y="947"/>
                    <a:pt x="40" y="986"/>
                    <a:pt x="80" y="986"/>
                  </a:cubicBezTo>
                  <a:lnTo>
                    <a:pt x="643" y="986"/>
                  </a:lnTo>
                  <a:cubicBezTo>
                    <a:pt x="683" y="986"/>
                    <a:pt x="723" y="947"/>
                    <a:pt x="723" y="906"/>
                  </a:cubicBezTo>
                  <a:lnTo>
                    <a:pt x="723" y="242"/>
                  </a:lnTo>
                  <a:cubicBezTo>
                    <a:pt x="723" y="193"/>
                    <a:pt x="678" y="161"/>
                    <a:pt x="628" y="160"/>
                  </a:cubicBezTo>
                  <a:lnTo>
                    <a:pt x="628" y="217"/>
                  </a:lnTo>
                  <a:cubicBezTo>
                    <a:pt x="655" y="218"/>
                    <a:pt x="668" y="232"/>
                    <a:pt x="668" y="260"/>
                  </a:cubicBezTo>
                  <a:lnTo>
                    <a:pt x="668" y="889"/>
                  </a:lnTo>
                  <a:cubicBezTo>
                    <a:pt x="668" y="908"/>
                    <a:pt x="659" y="929"/>
                    <a:pt x="640" y="929"/>
                  </a:cubicBezTo>
                  <a:lnTo>
                    <a:pt x="83" y="929"/>
                  </a:lnTo>
                  <a:cubicBezTo>
                    <a:pt x="61" y="929"/>
                    <a:pt x="55" y="906"/>
                    <a:pt x="55" y="884"/>
                  </a:cubicBezTo>
                  <a:lnTo>
                    <a:pt x="55" y="260"/>
                  </a:lnTo>
                  <a:close/>
                  <a:moveTo>
                    <a:pt x="313" y="105"/>
                  </a:moveTo>
                  <a:cubicBezTo>
                    <a:pt x="313" y="82"/>
                    <a:pt x="335" y="60"/>
                    <a:pt x="358" y="60"/>
                  </a:cubicBezTo>
                  <a:lnTo>
                    <a:pt x="365" y="60"/>
                  </a:lnTo>
                  <a:cubicBezTo>
                    <a:pt x="388" y="60"/>
                    <a:pt x="410" y="82"/>
                    <a:pt x="410" y="105"/>
                  </a:cubicBezTo>
                  <a:lnTo>
                    <a:pt x="410" y="110"/>
                  </a:lnTo>
                  <a:cubicBezTo>
                    <a:pt x="410" y="135"/>
                    <a:pt x="388" y="157"/>
                    <a:pt x="363" y="157"/>
                  </a:cubicBezTo>
                  <a:lnTo>
                    <a:pt x="360" y="157"/>
                  </a:lnTo>
                  <a:cubicBezTo>
                    <a:pt x="335" y="157"/>
                    <a:pt x="313" y="135"/>
                    <a:pt x="313" y="110"/>
                  </a:cubicBezTo>
                  <a:lnTo>
                    <a:pt x="313" y="105"/>
                  </a:lnTo>
                  <a:close/>
                  <a:moveTo>
                    <a:pt x="253" y="107"/>
                  </a:moveTo>
                  <a:lnTo>
                    <a:pt x="173" y="107"/>
                  </a:lnTo>
                  <a:cubicBezTo>
                    <a:pt x="145" y="107"/>
                    <a:pt x="133" y="120"/>
                    <a:pt x="133" y="147"/>
                  </a:cubicBezTo>
                  <a:lnTo>
                    <a:pt x="133" y="250"/>
                  </a:lnTo>
                  <a:cubicBezTo>
                    <a:pt x="133" y="267"/>
                    <a:pt x="144" y="285"/>
                    <a:pt x="160" y="285"/>
                  </a:cubicBezTo>
                  <a:lnTo>
                    <a:pt x="563" y="285"/>
                  </a:lnTo>
                  <a:cubicBezTo>
                    <a:pt x="579" y="285"/>
                    <a:pt x="590" y="267"/>
                    <a:pt x="590" y="250"/>
                  </a:cubicBezTo>
                  <a:lnTo>
                    <a:pt x="590" y="147"/>
                  </a:lnTo>
                  <a:cubicBezTo>
                    <a:pt x="590" y="120"/>
                    <a:pt x="578" y="107"/>
                    <a:pt x="550" y="107"/>
                  </a:cubicBezTo>
                  <a:lnTo>
                    <a:pt x="470" y="107"/>
                  </a:lnTo>
                  <a:cubicBezTo>
                    <a:pt x="470" y="52"/>
                    <a:pt x="423" y="0"/>
                    <a:pt x="370" y="0"/>
                  </a:cubicBezTo>
                  <a:lnTo>
                    <a:pt x="353" y="0"/>
                  </a:lnTo>
                  <a:cubicBezTo>
                    <a:pt x="300" y="0"/>
                    <a:pt x="253" y="52"/>
                    <a:pt x="253" y="107"/>
                  </a:cubicBezTo>
                  <a:close/>
                  <a:moveTo>
                    <a:pt x="153" y="756"/>
                  </a:moveTo>
                  <a:cubicBezTo>
                    <a:pt x="153" y="751"/>
                    <a:pt x="154" y="749"/>
                    <a:pt x="160" y="749"/>
                  </a:cubicBezTo>
                  <a:lnTo>
                    <a:pt x="255" y="749"/>
                  </a:lnTo>
                  <a:lnTo>
                    <a:pt x="255" y="756"/>
                  </a:lnTo>
                  <a:cubicBezTo>
                    <a:pt x="255" y="764"/>
                    <a:pt x="216" y="787"/>
                    <a:pt x="208" y="791"/>
                  </a:cubicBezTo>
                  <a:cubicBezTo>
                    <a:pt x="201" y="786"/>
                    <a:pt x="186" y="771"/>
                    <a:pt x="175" y="771"/>
                  </a:cubicBezTo>
                  <a:lnTo>
                    <a:pt x="173" y="771"/>
                  </a:lnTo>
                  <a:cubicBezTo>
                    <a:pt x="167" y="771"/>
                    <a:pt x="158" y="780"/>
                    <a:pt x="158" y="786"/>
                  </a:cubicBezTo>
                  <a:lnTo>
                    <a:pt x="158" y="789"/>
                  </a:lnTo>
                  <a:cubicBezTo>
                    <a:pt x="158" y="795"/>
                    <a:pt x="193" y="834"/>
                    <a:pt x="200" y="834"/>
                  </a:cubicBezTo>
                  <a:lnTo>
                    <a:pt x="203" y="834"/>
                  </a:lnTo>
                  <a:cubicBezTo>
                    <a:pt x="208" y="834"/>
                    <a:pt x="247" y="802"/>
                    <a:pt x="255" y="796"/>
                  </a:cubicBezTo>
                  <a:cubicBezTo>
                    <a:pt x="255" y="810"/>
                    <a:pt x="261" y="854"/>
                    <a:pt x="248" y="854"/>
                  </a:cubicBezTo>
                  <a:lnTo>
                    <a:pt x="160" y="854"/>
                  </a:lnTo>
                  <a:cubicBezTo>
                    <a:pt x="154" y="854"/>
                    <a:pt x="153" y="852"/>
                    <a:pt x="153" y="846"/>
                  </a:cubicBezTo>
                  <a:lnTo>
                    <a:pt x="153" y="756"/>
                  </a:lnTo>
                  <a:close/>
                  <a:moveTo>
                    <a:pt x="248" y="879"/>
                  </a:moveTo>
                  <a:cubicBezTo>
                    <a:pt x="295" y="879"/>
                    <a:pt x="277" y="827"/>
                    <a:pt x="280" y="784"/>
                  </a:cubicBezTo>
                  <a:cubicBezTo>
                    <a:pt x="282" y="762"/>
                    <a:pt x="337" y="742"/>
                    <a:pt x="343" y="721"/>
                  </a:cubicBezTo>
                  <a:lnTo>
                    <a:pt x="335" y="721"/>
                  </a:lnTo>
                  <a:cubicBezTo>
                    <a:pt x="318" y="721"/>
                    <a:pt x="293" y="737"/>
                    <a:pt x="280" y="744"/>
                  </a:cubicBezTo>
                  <a:cubicBezTo>
                    <a:pt x="274" y="735"/>
                    <a:pt x="268" y="724"/>
                    <a:pt x="253" y="724"/>
                  </a:cubicBezTo>
                  <a:lnTo>
                    <a:pt x="155" y="724"/>
                  </a:lnTo>
                  <a:cubicBezTo>
                    <a:pt x="141" y="724"/>
                    <a:pt x="128" y="737"/>
                    <a:pt x="128" y="751"/>
                  </a:cubicBezTo>
                  <a:lnTo>
                    <a:pt x="128" y="851"/>
                  </a:lnTo>
                  <a:cubicBezTo>
                    <a:pt x="128" y="868"/>
                    <a:pt x="143" y="879"/>
                    <a:pt x="160" y="879"/>
                  </a:cubicBezTo>
                  <a:lnTo>
                    <a:pt x="248" y="879"/>
                  </a:lnTo>
                  <a:close/>
                  <a:moveTo>
                    <a:pt x="153" y="394"/>
                  </a:moveTo>
                  <a:cubicBezTo>
                    <a:pt x="153" y="389"/>
                    <a:pt x="154" y="387"/>
                    <a:pt x="160" y="387"/>
                  </a:cubicBezTo>
                  <a:lnTo>
                    <a:pt x="248" y="387"/>
                  </a:lnTo>
                  <a:cubicBezTo>
                    <a:pt x="253" y="387"/>
                    <a:pt x="255" y="389"/>
                    <a:pt x="255" y="394"/>
                  </a:cubicBezTo>
                  <a:cubicBezTo>
                    <a:pt x="255" y="401"/>
                    <a:pt x="213" y="429"/>
                    <a:pt x="208" y="429"/>
                  </a:cubicBezTo>
                  <a:cubicBezTo>
                    <a:pt x="203" y="429"/>
                    <a:pt x="190" y="409"/>
                    <a:pt x="175" y="409"/>
                  </a:cubicBezTo>
                  <a:cubicBezTo>
                    <a:pt x="168" y="409"/>
                    <a:pt x="158" y="417"/>
                    <a:pt x="158" y="424"/>
                  </a:cubicBezTo>
                  <a:lnTo>
                    <a:pt x="158" y="427"/>
                  </a:lnTo>
                  <a:cubicBezTo>
                    <a:pt x="158" y="437"/>
                    <a:pt x="192" y="470"/>
                    <a:pt x="200" y="474"/>
                  </a:cubicBezTo>
                  <a:lnTo>
                    <a:pt x="255" y="434"/>
                  </a:lnTo>
                  <a:lnTo>
                    <a:pt x="255" y="492"/>
                  </a:lnTo>
                  <a:lnTo>
                    <a:pt x="153" y="492"/>
                  </a:lnTo>
                  <a:lnTo>
                    <a:pt x="153" y="394"/>
                  </a:lnTo>
                  <a:close/>
                  <a:moveTo>
                    <a:pt x="278" y="382"/>
                  </a:moveTo>
                  <a:cubicBezTo>
                    <a:pt x="275" y="369"/>
                    <a:pt x="264" y="362"/>
                    <a:pt x="248" y="362"/>
                  </a:cubicBezTo>
                  <a:lnTo>
                    <a:pt x="160" y="362"/>
                  </a:lnTo>
                  <a:cubicBezTo>
                    <a:pt x="143" y="362"/>
                    <a:pt x="128" y="373"/>
                    <a:pt x="128" y="390"/>
                  </a:cubicBezTo>
                  <a:lnTo>
                    <a:pt x="128" y="489"/>
                  </a:lnTo>
                  <a:cubicBezTo>
                    <a:pt x="128" y="504"/>
                    <a:pt x="141" y="517"/>
                    <a:pt x="155" y="517"/>
                  </a:cubicBezTo>
                  <a:lnTo>
                    <a:pt x="253" y="517"/>
                  </a:lnTo>
                  <a:cubicBezTo>
                    <a:pt x="292" y="517"/>
                    <a:pt x="280" y="455"/>
                    <a:pt x="279" y="416"/>
                  </a:cubicBezTo>
                  <a:lnTo>
                    <a:pt x="343" y="362"/>
                  </a:lnTo>
                  <a:cubicBezTo>
                    <a:pt x="343" y="362"/>
                    <a:pt x="338" y="360"/>
                    <a:pt x="338" y="360"/>
                  </a:cubicBezTo>
                  <a:cubicBezTo>
                    <a:pt x="313" y="360"/>
                    <a:pt x="293" y="381"/>
                    <a:pt x="278" y="382"/>
                  </a:cubicBezTo>
                  <a:close/>
                  <a:moveTo>
                    <a:pt x="153" y="569"/>
                  </a:moveTo>
                  <a:lnTo>
                    <a:pt x="255" y="569"/>
                  </a:lnTo>
                  <a:lnTo>
                    <a:pt x="255" y="582"/>
                  </a:lnTo>
                  <a:lnTo>
                    <a:pt x="208" y="612"/>
                  </a:lnTo>
                  <a:lnTo>
                    <a:pt x="176" y="588"/>
                  </a:lnTo>
                  <a:cubicBezTo>
                    <a:pt x="168" y="593"/>
                    <a:pt x="158" y="595"/>
                    <a:pt x="158" y="607"/>
                  </a:cubicBezTo>
                  <a:cubicBezTo>
                    <a:pt x="158" y="614"/>
                    <a:pt x="193" y="654"/>
                    <a:pt x="200" y="654"/>
                  </a:cubicBezTo>
                  <a:cubicBezTo>
                    <a:pt x="212" y="654"/>
                    <a:pt x="242" y="620"/>
                    <a:pt x="255" y="617"/>
                  </a:cubicBezTo>
                  <a:lnTo>
                    <a:pt x="255" y="672"/>
                  </a:lnTo>
                  <a:lnTo>
                    <a:pt x="153" y="672"/>
                  </a:lnTo>
                  <a:lnTo>
                    <a:pt x="153" y="569"/>
                  </a:lnTo>
                  <a:close/>
                  <a:moveTo>
                    <a:pt x="280" y="563"/>
                  </a:moveTo>
                  <a:cubicBezTo>
                    <a:pt x="275" y="555"/>
                    <a:pt x="269" y="544"/>
                    <a:pt x="255" y="544"/>
                  </a:cubicBezTo>
                  <a:lnTo>
                    <a:pt x="153" y="544"/>
                  </a:lnTo>
                  <a:cubicBezTo>
                    <a:pt x="140" y="544"/>
                    <a:pt x="128" y="557"/>
                    <a:pt x="128" y="569"/>
                  </a:cubicBezTo>
                  <a:lnTo>
                    <a:pt x="128" y="672"/>
                  </a:lnTo>
                  <a:cubicBezTo>
                    <a:pt x="128" y="684"/>
                    <a:pt x="140" y="696"/>
                    <a:pt x="153" y="696"/>
                  </a:cubicBezTo>
                  <a:lnTo>
                    <a:pt x="255" y="696"/>
                  </a:lnTo>
                  <a:cubicBezTo>
                    <a:pt x="291" y="696"/>
                    <a:pt x="280" y="632"/>
                    <a:pt x="279" y="596"/>
                  </a:cubicBezTo>
                  <a:lnTo>
                    <a:pt x="343" y="542"/>
                  </a:lnTo>
                  <a:lnTo>
                    <a:pt x="334" y="538"/>
                  </a:lnTo>
                  <a:lnTo>
                    <a:pt x="280" y="563"/>
                  </a:lnTo>
                  <a:close/>
                  <a:moveTo>
                    <a:pt x="370" y="829"/>
                  </a:moveTo>
                  <a:cubicBezTo>
                    <a:pt x="370" y="834"/>
                    <a:pt x="372" y="836"/>
                    <a:pt x="378" y="836"/>
                  </a:cubicBezTo>
                  <a:lnTo>
                    <a:pt x="573" y="836"/>
                  </a:lnTo>
                  <a:cubicBezTo>
                    <a:pt x="579" y="836"/>
                    <a:pt x="580" y="834"/>
                    <a:pt x="580" y="829"/>
                  </a:cubicBezTo>
                  <a:lnTo>
                    <a:pt x="580" y="774"/>
                  </a:lnTo>
                  <a:cubicBezTo>
                    <a:pt x="580" y="768"/>
                    <a:pt x="579" y="766"/>
                    <a:pt x="573" y="766"/>
                  </a:cubicBezTo>
                  <a:lnTo>
                    <a:pt x="370" y="766"/>
                  </a:lnTo>
                  <a:lnTo>
                    <a:pt x="370" y="829"/>
                  </a:lnTo>
                  <a:close/>
                  <a:moveTo>
                    <a:pt x="370" y="654"/>
                  </a:moveTo>
                  <a:lnTo>
                    <a:pt x="580" y="654"/>
                  </a:lnTo>
                  <a:lnTo>
                    <a:pt x="580" y="587"/>
                  </a:lnTo>
                  <a:lnTo>
                    <a:pt x="370" y="587"/>
                  </a:lnTo>
                  <a:lnTo>
                    <a:pt x="370" y="654"/>
                  </a:lnTo>
                  <a:close/>
                  <a:moveTo>
                    <a:pt x="370" y="474"/>
                  </a:moveTo>
                  <a:lnTo>
                    <a:pt x="523" y="474"/>
                  </a:lnTo>
                  <a:lnTo>
                    <a:pt x="523" y="407"/>
                  </a:lnTo>
                  <a:lnTo>
                    <a:pt x="370" y="407"/>
                  </a:lnTo>
                  <a:lnTo>
                    <a:pt x="370" y="47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vert="horz" wrap="square" lIns="68571" tIns="34285" rIns="68571" bIns="34285" numCol="1" anchor="t" anchorCtr="0" compatLnSpc="1"/>
            <a:lstStyle/>
            <a:p>
              <a:endParaRPr lang="zh-CN" altLang="en-US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9" name="TextBox 76"/>
            <p:cNvSpPr txBox="1"/>
            <p:nvPr>
              <p:custDataLst>
                <p:tags r:id="rId19"/>
              </p:custDataLst>
            </p:nvPr>
          </p:nvSpPr>
          <p:spPr>
            <a:xfrm>
              <a:off x="2929" y="3562"/>
              <a:ext cx="442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b="1" dirty="0" err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response.writeHead</a:t>
              </a:r>
              <a:r>
                <a:rPr lang="en-US" altLang="zh-CN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()</a:t>
              </a:r>
              <a:endPara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0" name="文本框 59"/>
            <p:cNvSpPr txBox="1"/>
            <p:nvPr>
              <p:custDataLst>
                <p:tags r:id="rId20"/>
              </p:custDataLst>
            </p:nvPr>
          </p:nvSpPr>
          <p:spPr>
            <a:xfrm>
              <a:off x="1521" y="4144"/>
              <a:ext cx="5715" cy="6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此 方 法 用 于 向 请 求 发 送 响 应 头</a:t>
              </a:r>
              <a:endPara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93700" y="3623310"/>
            <a:ext cx="4872990" cy="1363980"/>
            <a:chOff x="620" y="5706"/>
            <a:chExt cx="7674" cy="2148"/>
          </a:xfrm>
        </p:grpSpPr>
        <p:sp>
          <p:nvSpPr>
            <p:cNvPr id="29" name="Freeform 7"/>
            <p:cNvSpPr/>
            <p:nvPr>
              <p:custDataLst>
                <p:tags r:id="rId21"/>
              </p:custDataLst>
            </p:nvPr>
          </p:nvSpPr>
          <p:spPr bwMode="auto">
            <a:xfrm>
              <a:off x="6436" y="5706"/>
              <a:ext cx="1859" cy="2148"/>
            </a:xfrm>
            <a:custGeom>
              <a:avLst/>
              <a:gdLst>
                <a:gd name="T0" fmla="*/ 1130 w 2260"/>
                <a:gd name="T1" fmla="*/ 0 h 2610"/>
                <a:gd name="T2" fmla="*/ 1695 w 2260"/>
                <a:gd name="T3" fmla="*/ 326 h 2610"/>
                <a:gd name="T4" fmla="*/ 2260 w 2260"/>
                <a:gd name="T5" fmla="*/ 652 h 2610"/>
                <a:gd name="T6" fmla="*/ 2260 w 2260"/>
                <a:gd name="T7" fmla="*/ 1305 h 2610"/>
                <a:gd name="T8" fmla="*/ 2260 w 2260"/>
                <a:gd name="T9" fmla="*/ 1957 h 2610"/>
                <a:gd name="T10" fmla="*/ 1695 w 2260"/>
                <a:gd name="T11" fmla="*/ 2283 h 2610"/>
                <a:gd name="T12" fmla="*/ 1130 w 2260"/>
                <a:gd name="T13" fmla="*/ 2610 h 2610"/>
                <a:gd name="T14" fmla="*/ 565 w 2260"/>
                <a:gd name="T15" fmla="*/ 2283 h 2610"/>
                <a:gd name="T16" fmla="*/ 0 w 2260"/>
                <a:gd name="T17" fmla="*/ 1957 h 2610"/>
                <a:gd name="T18" fmla="*/ 0 w 2260"/>
                <a:gd name="T19" fmla="*/ 1305 h 2610"/>
                <a:gd name="T20" fmla="*/ 0 w 2260"/>
                <a:gd name="T21" fmla="*/ 652 h 2610"/>
                <a:gd name="T22" fmla="*/ 565 w 2260"/>
                <a:gd name="T23" fmla="*/ 326 h 2610"/>
                <a:gd name="T24" fmla="*/ 1130 w 2260"/>
                <a:gd name="T25" fmla="*/ 0 h 2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0" h="2610">
                  <a:moveTo>
                    <a:pt x="1130" y="0"/>
                  </a:moveTo>
                  <a:lnTo>
                    <a:pt x="1695" y="326"/>
                  </a:lnTo>
                  <a:lnTo>
                    <a:pt x="2260" y="652"/>
                  </a:lnTo>
                  <a:lnTo>
                    <a:pt x="2260" y="1305"/>
                  </a:lnTo>
                  <a:lnTo>
                    <a:pt x="2260" y="1957"/>
                  </a:lnTo>
                  <a:lnTo>
                    <a:pt x="1695" y="2283"/>
                  </a:lnTo>
                  <a:lnTo>
                    <a:pt x="1130" y="2610"/>
                  </a:lnTo>
                  <a:lnTo>
                    <a:pt x="565" y="2283"/>
                  </a:lnTo>
                  <a:lnTo>
                    <a:pt x="0" y="1957"/>
                  </a:lnTo>
                  <a:lnTo>
                    <a:pt x="0" y="1305"/>
                  </a:lnTo>
                  <a:lnTo>
                    <a:pt x="0" y="652"/>
                  </a:lnTo>
                  <a:lnTo>
                    <a:pt x="565" y="326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accent2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sz="1600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Freeform 13"/>
            <p:cNvSpPr>
              <a:spLocks noEditPoints="1"/>
            </p:cNvSpPr>
            <p:nvPr>
              <p:custDataLst>
                <p:tags r:id="rId22"/>
              </p:custDataLst>
            </p:nvPr>
          </p:nvSpPr>
          <p:spPr bwMode="auto">
            <a:xfrm>
              <a:off x="6986" y="6374"/>
              <a:ext cx="829" cy="818"/>
            </a:xfrm>
            <a:custGeom>
              <a:avLst/>
              <a:gdLst>
                <a:gd name="T0" fmla="*/ 909 w 1006"/>
                <a:gd name="T1" fmla="*/ 858 h 995"/>
                <a:gd name="T2" fmla="*/ 805 w 1006"/>
                <a:gd name="T3" fmla="*/ 858 h 995"/>
                <a:gd name="T4" fmla="*/ 969 w 1006"/>
                <a:gd name="T5" fmla="*/ 97 h 995"/>
                <a:gd name="T6" fmla="*/ 834 w 1006"/>
                <a:gd name="T7" fmla="*/ 0 h 995"/>
                <a:gd name="T8" fmla="*/ 472 w 1006"/>
                <a:gd name="T9" fmla="*/ 323 h 995"/>
                <a:gd name="T10" fmla="*/ 421 w 1006"/>
                <a:gd name="T11" fmla="*/ 397 h 995"/>
                <a:gd name="T12" fmla="*/ 376 w 1006"/>
                <a:gd name="T13" fmla="*/ 419 h 995"/>
                <a:gd name="T14" fmla="*/ 381 w 1006"/>
                <a:gd name="T15" fmla="*/ 556 h 995"/>
                <a:gd name="T16" fmla="*/ 89 w 1006"/>
                <a:gd name="T17" fmla="*/ 810 h 995"/>
                <a:gd name="T18" fmla="*/ 57 w 1006"/>
                <a:gd name="T19" fmla="*/ 995 h 995"/>
                <a:gd name="T20" fmla="*/ 208 w 1006"/>
                <a:gd name="T21" fmla="*/ 844 h 995"/>
                <a:gd name="T22" fmla="*/ 445 w 1006"/>
                <a:gd name="T23" fmla="*/ 621 h 995"/>
                <a:gd name="T24" fmla="*/ 578 w 1006"/>
                <a:gd name="T25" fmla="*/ 621 h 995"/>
                <a:gd name="T26" fmla="*/ 616 w 1006"/>
                <a:gd name="T27" fmla="*/ 537 h 995"/>
                <a:gd name="T28" fmla="*/ 674 w 1006"/>
                <a:gd name="T29" fmla="*/ 525 h 995"/>
                <a:gd name="T30" fmla="*/ 969 w 1006"/>
                <a:gd name="T31" fmla="*/ 97 h 995"/>
                <a:gd name="T32" fmla="*/ 392 w 1006"/>
                <a:gd name="T33" fmla="*/ 325 h 995"/>
                <a:gd name="T34" fmla="*/ 404 w 1006"/>
                <a:gd name="T35" fmla="*/ 312 h 995"/>
                <a:gd name="T36" fmla="*/ 436 w 1006"/>
                <a:gd name="T37" fmla="*/ 281 h 995"/>
                <a:gd name="T38" fmla="*/ 215 w 1006"/>
                <a:gd name="T39" fmla="*/ 1 h 995"/>
                <a:gd name="T40" fmla="*/ 280 w 1006"/>
                <a:gd name="T41" fmla="*/ 160 h 995"/>
                <a:gd name="T42" fmla="*/ 21 w 1006"/>
                <a:gd name="T43" fmla="*/ 195 h 995"/>
                <a:gd name="T44" fmla="*/ 232 w 1006"/>
                <a:gd name="T45" fmla="*/ 447 h 995"/>
                <a:gd name="T46" fmla="*/ 303 w 1006"/>
                <a:gd name="T47" fmla="*/ 433 h 995"/>
                <a:gd name="T48" fmla="*/ 363 w 1006"/>
                <a:gd name="T49" fmla="*/ 354 h 995"/>
                <a:gd name="T50" fmla="*/ 672 w 1006"/>
                <a:gd name="T51" fmla="*/ 606 h 995"/>
                <a:gd name="T52" fmla="*/ 617 w 1006"/>
                <a:gd name="T53" fmla="*/ 660 h 995"/>
                <a:gd name="T54" fmla="*/ 741 w 1006"/>
                <a:gd name="T55" fmla="*/ 871 h 995"/>
                <a:gd name="T56" fmla="*/ 869 w 1006"/>
                <a:gd name="T57" fmla="*/ 995 h 995"/>
                <a:gd name="T58" fmla="*/ 980 w 1006"/>
                <a:gd name="T59" fmla="*/ 825 h 995"/>
                <a:gd name="T60" fmla="*/ 702 w 1006"/>
                <a:gd name="T61" fmla="*/ 576 h 995"/>
                <a:gd name="T62" fmla="*/ 658 w 1006"/>
                <a:gd name="T63" fmla="*/ 579 h 9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006" h="995">
                  <a:moveTo>
                    <a:pt x="857" y="806"/>
                  </a:moveTo>
                  <a:cubicBezTo>
                    <a:pt x="886" y="806"/>
                    <a:pt x="909" y="829"/>
                    <a:pt x="909" y="858"/>
                  </a:cubicBezTo>
                  <a:cubicBezTo>
                    <a:pt x="909" y="887"/>
                    <a:pt x="886" y="910"/>
                    <a:pt x="857" y="910"/>
                  </a:cubicBezTo>
                  <a:cubicBezTo>
                    <a:pt x="828" y="910"/>
                    <a:pt x="805" y="887"/>
                    <a:pt x="805" y="858"/>
                  </a:cubicBezTo>
                  <a:cubicBezTo>
                    <a:pt x="805" y="829"/>
                    <a:pt x="828" y="806"/>
                    <a:pt x="857" y="806"/>
                  </a:cubicBezTo>
                  <a:close/>
                  <a:moveTo>
                    <a:pt x="969" y="97"/>
                  </a:moveTo>
                  <a:lnTo>
                    <a:pt x="900" y="28"/>
                  </a:lnTo>
                  <a:cubicBezTo>
                    <a:pt x="882" y="9"/>
                    <a:pt x="858" y="0"/>
                    <a:pt x="834" y="0"/>
                  </a:cubicBezTo>
                  <a:cubicBezTo>
                    <a:pt x="810" y="0"/>
                    <a:pt x="786" y="9"/>
                    <a:pt x="767" y="28"/>
                  </a:cubicBezTo>
                  <a:lnTo>
                    <a:pt x="472" y="323"/>
                  </a:lnTo>
                  <a:cubicBezTo>
                    <a:pt x="481" y="340"/>
                    <a:pt x="475" y="367"/>
                    <a:pt x="460" y="381"/>
                  </a:cubicBezTo>
                  <a:cubicBezTo>
                    <a:pt x="451" y="391"/>
                    <a:pt x="435" y="397"/>
                    <a:pt x="421" y="397"/>
                  </a:cubicBezTo>
                  <a:cubicBezTo>
                    <a:pt x="414" y="397"/>
                    <a:pt x="408" y="396"/>
                    <a:pt x="402" y="393"/>
                  </a:cubicBezTo>
                  <a:lnTo>
                    <a:pt x="376" y="419"/>
                  </a:lnTo>
                  <a:cubicBezTo>
                    <a:pt x="340" y="455"/>
                    <a:pt x="340" y="515"/>
                    <a:pt x="376" y="552"/>
                  </a:cubicBezTo>
                  <a:lnTo>
                    <a:pt x="381" y="556"/>
                  </a:lnTo>
                  <a:lnTo>
                    <a:pt x="151" y="787"/>
                  </a:lnTo>
                  <a:lnTo>
                    <a:pt x="89" y="810"/>
                  </a:lnTo>
                  <a:lnTo>
                    <a:pt x="0" y="938"/>
                  </a:lnTo>
                  <a:lnTo>
                    <a:pt x="57" y="995"/>
                  </a:lnTo>
                  <a:lnTo>
                    <a:pt x="185" y="906"/>
                  </a:lnTo>
                  <a:lnTo>
                    <a:pt x="208" y="844"/>
                  </a:lnTo>
                  <a:lnTo>
                    <a:pt x="439" y="614"/>
                  </a:lnTo>
                  <a:lnTo>
                    <a:pt x="445" y="621"/>
                  </a:lnTo>
                  <a:cubicBezTo>
                    <a:pt x="464" y="639"/>
                    <a:pt x="488" y="648"/>
                    <a:pt x="512" y="648"/>
                  </a:cubicBezTo>
                  <a:cubicBezTo>
                    <a:pt x="536" y="648"/>
                    <a:pt x="560" y="639"/>
                    <a:pt x="578" y="621"/>
                  </a:cubicBezTo>
                  <a:lnTo>
                    <a:pt x="604" y="595"/>
                  </a:lnTo>
                  <a:cubicBezTo>
                    <a:pt x="596" y="577"/>
                    <a:pt x="602" y="551"/>
                    <a:pt x="616" y="537"/>
                  </a:cubicBezTo>
                  <a:cubicBezTo>
                    <a:pt x="626" y="527"/>
                    <a:pt x="642" y="521"/>
                    <a:pt x="656" y="521"/>
                  </a:cubicBezTo>
                  <a:cubicBezTo>
                    <a:pt x="662" y="521"/>
                    <a:pt x="669" y="522"/>
                    <a:pt x="674" y="525"/>
                  </a:cubicBezTo>
                  <a:lnTo>
                    <a:pt x="969" y="230"/>
                  </a:lnTo>
                  <a:cubicBezTo>
                    <a:pt x="1006" y="193"/>
                    <a:pt x="1006" y="133"/>
                    <a:pt x="969" y="97"/>
                  </a:cubicBezTo>
                  <a:close/>
                  <a:moveTo>
                    <a:pt x="363" y="354"/>
                  </a:moveTo>
                  <a:lnTo>
                    <a:pt x="392" y="325"/>
                  </a:lnTo>
                  <a:lnTo>
                    <a:pt x="418" y="338"/>
                  </a:lnTo>
                  <a:lnTo>
                    <a:pt x="404" y="312"/>
                  </a:lnTo>
                  <a:lnTo>
                    <a:pt x="433" y="284"/>
                  </a:lnTo>
                  <a:lnTo>
                    <a:pt x="436" y="281"/>
                  </a:lnTo>
                  <a:cubicBezTo>
                    <a:pt x="442" y="264"/>
                    <a:pt x="446" y="248"/>
                    <a:pt x="446" y="233"/>
                  </a:cubicBezTo>
                  <a:cubicBezTo>
                    <a:pt x="446" y="115"/>
                    <a:pt x="333" y="0"/>
                    <a:pt x="215" y="1"/>
                  </a:cubicBezTo>
                  <a:cubicBezTo>
                    <a:pt x="214" y="1"/>
                    <a:pt x="201" y="15"/>
                    <a:pt x="193" y="22"/>
                  </a:cubicBezTo>
                  <a:cubicBezTo>
                    <a:pt x="288" y="117"/>
                    <a:pt x="280" y="102"/>
                    <a:pt x="280" y="160"/>
                  </a:cubicBezTo>
                  <a:cubicBezTo>
                    <a:pt x="280" y="207"/>
                    <a:pt x="205" y="282"/>
                    <a:pt x="159" y="282"/>
                  </a:cubicBezTo>
                  <a:cubicBezTo>
                    <a:pt x="99" y="282"/>
                    <a:pt x="118" y="291"/>
                    <a:pt x="21" y="195"/>
                  </a:cubicBezTo>
                  <a:cubicBezTo>
                    <a:pt x="14" y="202"/>
                    <a:pt x="0" y="215"/>
                    <a:pt x="0" y="216"/>
                  </a:cubicBezTo>
                  <a:cubicBezTo>
                    <a:pt x="2" y="334"/>
                    <a:pt x="113" y="447"/>
                    <a:pt x="232" y="447"/>
                  </a:cubicBezTo>
                  <a:cubicBezTo>
                    <a:pt x="253" y="447"/>
                    <a:pt x="276" y="440"/>
                    <a:pt x="299" y="429"/>
                  </a:cubicBezTo>
                  <a:lnTo>
                    <a:pt x="303" y="433"/>
                  </a:lnTo>
                  <a:cubicBezTo>
                    <a:pt x="310" y="414"/>
                    <a:pt x="322" y="395"/>
                    <a:pt x="337" y="380"/>
                  </a:cubicBezTo>
                  <a:lnTo>
                    <a:pt x="363" y="354"/>
                  </a:lnTo>
                  <a:close/>
                  <a:moveTo>
                    <a:pt x="658" y="579"/>
                  </a:moveTo>
                  <a:lnTo>
                    <a:pt x="672" y="606"/>
                  </a:lnTo>
                  <a:lnTo>
                    <a:pt x="644" y="634"/>
                  </a:lnTo>
                  <a:lnTo>
                    <a:pt x="617" y="660"/>
                  </a:lnTo>
                  <a:cubicBezTo>
                    <a:pt x="602" y="675"/>
                    <a:pt x="584" y="687"/>
                    <a:pt x="564" y="694"/>
                  </a:cubicBezTo>
                  <a:lnTo>
                    <a:pt x="741" y="871"/>
                  </a:lnTo>
                  <a:lnTo>
                    <a:pt x="824" y="983"/>
                  </a:lnTo>
                  <a:lnTo>
                    <a:pt x="869" y="995"/>
                  </a:lnTo>
                  <a:lnTo>
                    <a:pt x="992" y="871"/>
                  </a:lnTo>
                  <a:lnTo>
                    <a:pt x="980" y="825"/>
                  </a:lnTo>
                  <a:lnTo>
                    <a:pt x="869" y="743"/>
                  </a:lnTo>
                  <a:lnTo>
                    <a:pt x="702" y="576"/>
                  </a:lnTo>
                  <a:lnTo>
                    <a:pt x="685" y="592"/>
                  </a:lnTo>
                  <a:lnTo>
                    <a:pt x="658" y="57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vert="horz" wrap="square" lIns="68571" tIns="34285" rIns="68571" bIns="34285" numCol="1" anchor="t" anchorCtr="0" compatLnSpc="1"/>
            <a:lstStyle/>
            <a:p>
              <a:endParaRPr lang="zh-CN" altLang="en-US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5" name="TextBox 76"/>
            <p:cNvSpPr txBox="1"/>
            <p:nvPr>
              <p:custDataLst>
                <p:tags r:id="rId23"/>
              </p:custDataLst>
            </p:nvPr>
          </p:nvSpPr>
          <p:spPr>
            <a:xfrm>
              <a:off x="620" y="5770"/>
              <a:ext cx="5715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600" b="1" dirty="0" err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response.setHeader</a:t>
              </a: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(name, value)</a:t>
              </a:r>
              <a:r>
                <a:rPr lang="en-US" altLang="zh-CN" sz="16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 </a:t>
              </a:r>
              <a:endParaRPr lang="en-US" altLang="zh-CN" sz="16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6" name="文本框 65"/>
            <p:cNvSpPr txBox="1"/>
            <p:nvPr>
              <p:custDataLst>
                <p:tags r:id="rId24"/>
              </p:custDataLst>
            </p:nvPr>
          </p:nvSpPr>
          <p:spPr>
            <a:xfrm>
              <a:off x="750" y="6412"/>
              <a:ext cx="5376" cy="6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为隐式响应头设置单个响应头的值。</a:t>
              </a:r>
              <a:endPara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71" name="TextBox 27"/>
          <p:cNvSpPr txBox="1"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1316355" y="1004570"/>
            <a:ext cx="2035175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b="1" dirty="0">
                <a:solidFill>
                  <a:schemeClr val="l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Web</a:t>
            </a:r>
            <a:r>
              <a:rPr lang="zh-CN" altLang="en-US" sz="2000" b="1" dirty="0">
                <a:solidFill>
                  <a:schemeClr val="l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服务器创建</a:t>
            </a:r>
            <a:endParaRPr lang="zh-CN" altLang="en-US" sz="2000" b="1" dirty="0">
              <a:solidFill>
                <a:schemeClr val="l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2" name="TextBox 28"/>
          <p:cNvSpPr txBox="1"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869315" y="941705"/>
            <a:ext cx="422910" cy="52197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chemeClr val="l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endParaRPr lang="en-US" altLang="zh-CN" sz="2800" b="1" dirty="0">
              <a:solidFill>
                <a:schemeClr val="l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3" name="文本框 72"/>
          <p:cNvSpPr txBox="1"/>
          <p:nvPr>
            <p:custDataLst>
              <p:tags r:id="rId27"/>
            </p:custDataLst>
          </p:nvPr>
        </p:nvSpPr>
        <p:spPr>
          <a:xfrm>
            <a:off x="4397703" y="1089005"/>
            <a:ext cx="6783080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 </a:t>
            </a:r>
            <a:r>
              <a:rPr lang="en-US" altLang="zh-CN" sz="2000" b="1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http.ServerResponse</a:t>
            </a:r>
            <a:endParaRPr lang="en-US" altLang="zh-CN" sz="2000" b="1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此对象由 </a:t>
            </a:r>
            <a:r>
              <a:rPr lang="en-US" altLang="zh-CN" sz="16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 </a:t>
            </a:r>
            <a:r>
              <a:rPr lang="zh-CN" altLang="en-US" sz="16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服务器内部创建，而不是由用户创建。 </a:t>
            </a:r>
            <a:endParaRPr lang="zh-CN" altLang="en-US" sz="16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lang="zh-CN" altLang="en-US" sz="16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它作为第二个参数传给 </a:t>
            </a:r>
            <a:r>
              <a:rPr lang="en-US" altLang="zh-CN" sz="16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request </a:t>
            </a:r>
            <a:r>
              <a:rPr lang="zh-CN" altLang="en-US" sz="16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事件，内部存在多种方法：</a:t>
            </a:r>
            <a:endParaRPr lang="zh-CN" altLang="en-US" sz="16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443230" y="4774565"/>
            <a:ext cx="4391025" cy="1620520"/>
            <a:chOff x="698" y="7519"/>
            <a:chExt cx="6915" cy="2552"/>
          </a:xfrm>
        </p:grpSpPr>
        <p:sp>
          <p:nvSpPr>
            <p:cNvPr id="99" name="Freeform 10"/>
            <p:cNvSpPr/>
            <p:nvPr>
              <p:custDataLst>
                <p:tags r:id="rId28"/>
              </p:custDataLst>
            </p:nvPr>
          </p:nvSpPr>
          <p:spPr bwMode="auto">
            <a:xfrm>
              <a:off x="5755" y="7519"/>
              <a:ext cx="1859" cy="2150"/>
            </a:xfrm>
            <a:custGeom>
              <a:avLst/>
              <a:gdLst>
                <a:gd name="T0" fmla="*/ 1130 w 2260"/>
                <a:gd name="T1" fmla="*/ 0 h 2609"/>
                <a:gd name="T2" fmla="*/ 1695 w 2260"/>
                <a:gd name="T3" fmla="*/ 326 h 2609"/>
                <a:gd name="T4" fmla="*/ 2260 w 2260"/>
                <a:gd name="T5" fmla="*/ 652 h 2609"/>
                <a:gd name="T6" fmla="*/ 2260 w 2260"/>
                <a:gd name="T7" fmla="*/ 1305 h 2609"/>
                <a:gd name="T8" fmla="*/ 2260 w 2260"/>
                <a:gd name="T9" fmla="*/ 1957 h 2609"/>
                <a:gd name="T10" fmla="*/ 1695 w 2260"/>
                <a:gd name="T11" fmla="*/ 2283 h 2609"/>
                <a:gd name="T12" fmla="*/ 1130 w 2260"/>
                <a:gd name="T13" fmla="*/ 2609 h 2609"/>
                <a:gd name="T14" fmla="*/ 565 w 2260"/>
                <a:gd name="T15" fmla="*/ 2283 h 2609"/>
                <a:gd name="T16" fmla="*/ 0 w 2260"/>
                <a:gd name="T17" fmla="*/ 1957 h 2609"/>
                <a:gd name="T18" fmla="*/ 0 w 2260"/>
                <a:gd name="T19" fmla="*/ 1305 h 2609"/>
                <a:gd name="T20" fmla="*/ 0 w 2260"/>
                <a:gd name="T21" fmla="*/ 652 h 2609"/>
                <a:gd name="T22" fmla="*/ 565 w 2260"/>
                <a:gd name="T23" fmla="*/ 326 h 2609"/>
                <a:gd name="T24" fmla="*/ 1130 w 2260"/>
                <a:gd name="T25" fmla="*/ 0 h 2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0" h="2609">
                  <a:moveTo>
                    <a:pt x="1130" y="0"/>
                  </a:moveTo>
                  <a:lnTo>
                    <a:pt x="1695" y="326"/>
                  </a:lnTo>
                  <a:lnTo>
                    <a:pt x="2260" y="652"/>
                  </a:lnTo>
                  <a:lnTo>
                    <a:pt x="2260" y="1305"/>
                  </a:lnTo>
                  <a:lnTo>
                    <a:pt x="2260" y="1957"/>
                  </a:lnTo>
                  <a:lnTo>
                    <a:pt x="1695" y="2283"/>
                  </a:lnTo>
                  <a:lnTo>
                    <a:pt x="1130" y="2609"/>
                  </a:lnTo>
                  <a:lnTo>
                    <a:pt x="565" y="2283"/>
                  </a:lnTo>
                  <a:lnTo>
                    <a:pt x="0" y="1957"/>
                  </a:lnTo>
                  <a:lnTo>
                    <a:pt x="0" y="1305"/>
                  </a:lnTo>
                  <a:lnTo>
                    <a:pt x="0" y="652"/>
                  </a:lnTo>
                  <a:lnTo>
                    <a:pt x="565" y="326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accent1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sz="1600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4" name="Freeform 665"/>
            <p:cNvSpPr/>
            <p:nvPr>
              <p:custDataLst>
                <p:tags r:id="rId29"/>
              </p:custDataLst>
            </p:nvPr>
          </p:nvSpPr>
          <p:spPr bwMode="auto">
            <a:xfrm>
              <a:off x="6241" y="8157"/>
              <a:ext cx="773" cy="597"/>
            </a:xfrm>
            <a:custGeom>
              <a:avLst/>
              <a:gdLst>
                <a:gd name="T0" fmla="*/ 179 w 193"/>
                <a:gd name="T1" fmla="*/ 54 h 149"/>
                <a:gd name="T2" fmla="*/ 193 w 193"/>
                <a:gd name="T3" fmla="*/ 0 h 149"/>
                <a:gd name="T4" fmla="*/ 138 w 193"/>
                <a:gd name="T5" fmla="*/ 13 h 149"/>
                <a:gd name="T6" fmla="*/ 152 w 193"/>
                <a:gd name="T7" fmla="*/ 27 h 149"/>
                <a:gd name="T8" fmla="*/ 99 w 193"/>
                <a:gd name="T9" fmla="*/ 79 h 149"/>
                <a:gd name="T10" fmla="*/ 77 w 193"/>
                <a:gd name="T11" fmla="*/ 57 h 149"/>
                <a:gd name="T12" fmla="*/ 0 w 193"/>
                <a:gd name="T13" fmla="*/ 134 h 149"/>
                <a:gd name="T14" fmla="*/ 15 w 193"/>
                <a:gd name="T15" fmla="*/ 149 h 149"/>
                <a:gd name="T16" fmla="*/ 15 w 193"/>
                <a:gd name="T17" fmla="*/ 149 h 149"/>
                <a:gd name="T18" fmla="*/ 77 w 193"/>
                <a:gd name="T19" fmla="*/ 87 h 149"/>
                <a:gd name="T20" fmla="*/ 99 w 193"/>
                <a:gd name="T21" fmla="*/ 108 h 149"/>
                <a:gd name="T22" fmla="*/ 167 w 193"/>
                <a:gd name="T23" fmla="*/ 41 h 149"/>
                <a:gd name="T24" fmla="*/ 179 w 193"/>
                <a:gd name="T25" fmla="*/ 5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3" h="149">
                  <a:moveTo>
                    <a:pt x="179" y="54"/>
                  </a:moveTo>
                  <a:lnTo>
                    <a:pt x="193" y="0"/>
                  </a:lnTo>
                  <a:lnTo>
                    <a:pt x="138" y="13"/>
                  </a:lnTo>
                  <a:lnTo>
                    <a:pt x="152" y="27"/>
                  </a:lnTo>
                  <a:lnTo>
                    <a:pt x="99" y="79"/>
                  </a:lnTo>
                  <a:lnTo>
                    <a:pt x="77" y="57"/>
                  </a:lnTo>
                  <a:lnTo>
                    <a:pt x="0" y="134"/>
                  </a:lnTo>
                  <a:lnTo>
                    <a:pt x="15" y="149"/>
                  </a:lnTo>
                  <a:lnTo>
                    <a:pt x="15" y="149"/>
                  </a:lnTo>
                  <a:lnTo>
                    <a:pt x="77" y="87"/>
                  </a:lnTo>
                  <a:lnTo>
                    <a:pt x="99" y="108"/>
                  </a:lnTo>
                  <a:lnTo>
                    <a:pt x="167" y="41"/>
                  </a:lnTo>
                  <a:lnTo>
                    <a:pt x="179" y="5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vert="horz" wrap="square" lIns="68589" tIns="34295" rIns="68589" bIns="34295" numCol="1" anchor="t" anchorCtr="0" compatLnSpc="1"/>
            <a:lstStyle/>
            <a:p>
              <a:endParaRPr lang="zh-CN" altLang="en-US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5" name="Rectangle 666"/>
            <p:cNvSpPr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6309" y="8798"/>
              <a:ext cx="112" cy="20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vert="horz" wrap="square" lIns="68589" tIns="34295" rIns="68589" bIns="34295" numCol="1" anchor="t" anchorCtr="0" compatLnSpc="1"/>
            <a:lstStyle/>
            <a:p>
              <a:endParaRPr lang="zh-CN" altLang="en-US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6" name="Rectangle 667"/>
            <p:cNvSpPr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6493" y="8698"/>
              <a:ext cx="112" cy="30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vert="horz" wrap="square" lIns="68589" tIns="34295" rIns="68589" bIns="34295" numCol="1" anchor="t" anchorCtr="0" compatLnSpc="1"/>
            <a:lstStyle/>
            <a:p>
              <a:endParaRPr lang="zh-CN" altLang="en-US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7" name="Rectangle 668"/>
            <p:cNvSpPr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6682" y="8598"/>
              <a:ext cx="112" cy="40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vert="horz" wrap="square" lIns="68589" tIns="34295" rIns="68589" bIns="34295" numCol="1" anchor="t" anchorCtr="0" compatLnSpc="1"/>
            <a:lstStyle/>
            <a:p>
              <a:endParaRPr lang="zh-CN" altLang="en-US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8" name="Rectangle 669"/>
            <p:cNvSpPr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6866" y="8497"/>
              <a:ext cx="112" cy="505"/>
            </a:xfrm>
            <a:prstGeom prst="rect">
              <a:avLst/>
            </a:prstGeom>
            <a:solidFill>
              <a:schemeClr val="lt1">
                <a:lumMod val="95000"/>
              </a:schemeClr>
            </a:solidFill>
            <a:ln>
              <a:noFill/>
            </a:ln>
          </p:spPr>
          <p:txBody>
            <a:bodyPr vert="horz" wrap="square" lIns="68589" tIns="34295" rIns="68589" bIns="34295" numCol="1" anchor="t" anchorCtr="0" compatLnSpc="1"/>
            <a:lstStyle/>
            <a:p>
              <a:endParaRPr lang="zh-CN" altLang="en-US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2" name="TextBox 76"/>
            <p:cNvSpPr txBox="1"/>
            <p:nvPr>
              <p:custDataLst>
                <p:tags r:id="rId34"/>
              </p:custDataLst>
            </p:nvPr>
          </p:nvSpPr>
          <p:spPr>
            <a:xfrm>
              <a:off x="1709" y="7751"/>
              <a:ext cx="341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b="1" dirty="0" err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response.write</a:t>
              </a:r>
              <a:r>
                <a:rPr lang="en-US" altLang="zh-CN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()</a:t>
              </a:r>
              <a:endPara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3" name="文本框 102"/>
            <p:cNvSpPr txBox="1"/>
            <p:nvPr>
              <p:custDataLst>
                <p:tags r:id="rId35"/>
              </p:custDataLst>
            </p:nvPr>
          </p:nvSpPr>
          <p:spPr>
            <a:xfrm>
              <a:off x="698" y="8417"/>
              <a:ext cx="4974" cy="16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该方法用于发送一块响应主体，可以多次调用该方法以提供连续的响应主体片段。</a:t>
              </a:r>
              <a:endPara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35" name="文本框 34"/>
          <p:cNvSpPr txBox="1"/>
          <p:nvPr/>
        </p:nvSpPr>
        <p:spPr>
          <a:xfrm>
            <a:off x="885130" y="208567"/>
            <a:ext cx="303339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sz="3200" b="0" i="0" u="none" strike="noStrike" cap="none" spc="0" normalizeH="0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创建Web服务端</a:t>
            </a:r>
            <a:endParaRPr kumimoji="1" sz="3200" b="0" i="0" u="none" strike="noStrike" cap="none" spc="0" normalizeH="0" baseline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3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35610" y="1004570"/>
            <a:ext cx="10657205" cy="614045"/>
            <a:chOff x="686" y="1582"/>
            <a:chExt cx="16783" cy="967"/>
          </a:xfrm>
        </p:grpSpPr>
        <p:sp>
          <p:nvSpPr>
            <p:cNvPr id="95" name="矩形 1"/>
            <p:cNvSpPr/>
            <p:nvPr>
              <p:custDataLst>
                <p:tags r:id="rId3"/>
              </p:custDataLst>
            </p:nvPr>
          </p:nvSpPr>
          <p:spPr bwMode="auto">
            <a:xfrm>
              <a:off x="796" y="1895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6" name="TextBox 27"/>
            <p:cNvSpPr txBox="1">
              <a:spLocks noChangeArrowheads="1"/>
            </p:cNvSpPr>
            <p:nvPr/>
          </p:nvSpPr>
          <p:spPr bwMode="auto">
            <a:xfrm>
              <a:off x="1962" y="1907"/>
              <a:ext cx="10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4" name="iconfont-1187-868615"/>
            <p:cNvSpPr/>
            <p:nvPr>
              <p:custDataLst>
                <p:tags r:id="rId4"/>
              </p:custDataLst>
            </p:nvPr>
          </p:nvSpPr>
          <p:spPr>
            <a:xfrm>
              <a:off x="686" y="1582"/>
              <a:ext cx="958" cy="960"/>
            </a:xfrm>
            <a:custGeom>
              <a:avLst/>
              <a:gdLst>
                <a:gd name="T0" fmla="*/ 12123 w 12728"/>
                <a:gd name="T1" fmla="*/ 2794 h 12755"/>
                <a:gd name="T2" fmla="*/ 11574 w 12728"/>
                <a:gd name="T3" fmla="*/ 3342 h 12755"/>
                <a:gd name="T4" fmla="*/ 9386 w 12728"/>
                <a:gd name="T5" fmla="*/ 1151 h 12755"/>
                <a:gd name="T6" fmla="*/ 9932 w 12728"/>
                <a:gd name="T7" fmla="*/ 605 h 12755"/>
                <a:gd name="T8" fmla="*/ 12123 w 12728"/>
                <a:gd name="T9" fmla="*/ 605 h 12755"/>
                <a:gd name="T10" fmla="*/ 12123 w 12728"/>
                <a:gd name="T11" fmla="*/ 2794 h 12755"/>
                <a:gd name="T12" fmla="*/ 10479 w 12728"/>
                <a:gd name="T13" fmla="*/ 4436 h 12755"/>
                <a:gd name="T14" fmla="*/ 7742 w 12728"/>
                <a:gd name="T15" fmla="*/ 7169 h 12755"/>
                <a:gd name="T16" fmla="*/ 3926 w 12728"/>
                <a:gd name="T17" fmla="*/ 8827 h 12755"/>
                <a:gd name="T18" fmla="*/ 5551 w 12728"/>
                <a:gd name="T19" fmla="*/ 4980 h 12755"/>
                <a:gd name="T20" fmla="*/ 8290 w 12728"/>
                <a:gd name="T21" fmla="*/ 2245 h 12755"/>
                <a:gd name="T22" fmla="*/ 10479 w 12728"/>
                <a:gd name="T23" fmla="*/ 4436 h 12755"/>
                <a:gd name="T24" fmla="*/ 4711 w 12728"/>
                <a:gd name="T25" fmla="*/ 1735 h 12755"/>
                <a:gd name="T26" fmla="*/ 2356 w 12728"/>
                <a:gd name="T27" fmla="*/ 1735 h 12755"/>
                <a:gd name="T28" fmla="*/ 1570 w 12728"/>
                <a:gd name="T29" fmla="*/ 2522 h 12755"/>
                <a:gd name="T30" fmla="*/ 1570 w 12728"/>
                <a:gd name="T31" fmla="*/ 10392 h 12755"/>
                <a:gd name="T32" fmla="*/ 2356 w 12728"/>
                <a:gd name="T33" fmla="*/ 11179 h 12755"/>
                <a:gd name="T34" fmla="*/ 10210 w 12728"/>
                <a:gd name="T35" fmla="*/ 11179 h 12755"/>
                <a:gd name="T36" fmla="*/ 10995 w 12728"/>
                <a:gd name="T37" fmla="*/ 10392 h 12755"/>
                <a:gd name="T38" fmla="*/ 10995 w 12728"/>
                <a:gd name="T39" fmla="*/ 7245 h 12755"/>
                <a:gd name="T40" fmla="*/ 11780 w 12728"/>
                <a:gd name="T41" fmla="*/ 6458 h 12755"/>
                <a:gd name="T42" fmla="*/ 12565 w 12728"/>
                <a:gd name="T43" fmla="*/ 7245 h 12755"/>
                <a:gd name="T44" fmla="*/ 12565 w 12728"/>
                <a:gd name="T45" fmla="*/ 11181 h 12755"/>
                <a:gd name="T46" fmla="*/ 10995 w 12728"/>
                <a:gd name="T47" fmla="*/ 12755 h 12755"/>
                <a:gd name="T48" fmla="*/ 1570 w 12728"/>
                <a:gd name="T49" fmla="*/ 12755 h 12755"/>
                <a:gd name="T50" fmla="*/ 0 w 12728"/>
                <a:gd name="T51" fmla="*/ 11181 h 12755"/>
                <a:gd name="T52" fmla="*/ 0 w 12728"/>
                <a:gd name="T53" fmla="*/ 1735 h 12755"/>
                <a:gd name="T54" fmla="*/ 1570 w 12728"/>
                <a:gd name="T55" fmla="*/ 161 h 12755"/>
                <a:gd name="T56" fmla="*/ 4711 w 12728"/>
                <a:gd name="T57" fmla="*/ 161 h 12755"/>
                <a:gd name="T58" fmla="*/ 5496 w 12728"/>
                <a:gd name="T59" fmla="*/ 948 h 12755"/>
                <a:gd name="T60" fmla="*/ 4711 w 12728"/>
                <a:gd name="T61" fmla="*/ 1735 h 12755"/>
                <a:gd name="T62" fmla="*/ 4711 w 12728"/>
                <a:gd name="T63" fmla="*/ 1735 h 12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728" h="12755">
                  <a:moveTo>
                    <a:pt x="12123" y="2794"/>
                  </a:moveTo>
                  <a:lnTo>
                    <a:pt x="11574" y="3342"/>
                  </a:lnTo>
                  <a:lnTo>
                    <a:pt x="9386" y="1151"/>
                  </a:lnTo>
                  <a:lnTo>
                    <a:pt x="9932" y="605"/>
                  </a:lnTo>
                  <a:cubicBezTo>
                    <a:pt x="10537" y="0"/>
                    <a:pt x="11518" y="0"/>
                    <a:pt x="12123" y="605"/>
                  </a:cubicBezTo>
                  <a:cubicBezTo>
                    <a:pt x="12728" y="1208"/>
                    <a:pt x="12728" y="2189"/>
                    <a:pt x="12123" y="2794"/>
                  </a:cubicBezTo>
                  <a:close/>
                  <a:moveTo>
                    <a:pt x="10479" y="4436"/>
                  </a:moveTo>
                  <a:lnTo>
                    <a:pt x="7742" y="7169"/>
                  </a:lnTo>
                  <a:lnTo>
                    <a:pt x="3926" y="8827"/>
                  </a:lnTo>
                  <a:lnTo>
                    <a:pt x="5551" y="4980"/>
                  </a:lnTo>
                  <a:lnTo>
                    <a:pt x="8290" y="2245"/>
                  </a:lnTo>
                  <a:lnTo>
                    <a:pt x="10479" y="4436"/>
                  </a:lnTo>
                  <a:close/>
                  <a:moveTo>
                    <a:pt x="4711" y="1735"/>
                  </a:moveTo>
                  <a:lnTo>
                    <a:pt x="2356" y="1735"/>
                  </a:lnTo>
                  <a:cubicBezTo>
                    <a:pt x="1921" y="1735"/>
                    <a:pt x="1570" y="2088"/>
                    <a:pt x="1570" y="2522"/>
                  </a:cubicBezTo>
                  <a:lnTo>
                    <a:pt x="1570" y="10392"/>
                  </a:lnTo>
                  <a:cubicBezTo>
                    <a:pt x="1570" y="10826"/>
                    <a:pt x="1921" y="11179"/>
                    <a:pt x="2356" y="11179"/>
                  </a:cubicBezTo>
                  <a:lnTo>
                    <a:pt x="10210" y="11179"/>
                  </a:lnTo>
                  <a:cubicBezTo>
                    <a:pt x="10644" y="11179"/>
                    <a:pt x="10995" y="10826"/>
                    <a:pt x="10995" y="10392"/>
                  </a:cubicBezTo>
                  <a:lnTo>
                    <a:pt x="10995" y="7245"/>
                  </a:lnTo>
                  <a:cubicBezTo>
                    <a:pt x="10995" y="6811"/>
                    <a:pt x="11346" y="6458"/>
                    <a:pt x="11780" y="6458"/>
                  </a:cubicBezTo>
                  <a:cubicBezTo>
                    <a:pt x="12214" y="6458"/>
                    <a:pt x="12565" y="6811"/>
                    <a:pt x="12565" y="7245"/>
                  </a:cubicBezTo>
                  <a:lnTo>
                    <a:pt x="12565" y="11181"/>
                  </a:lnTo>
                  <a:cubicBezTo>
                    <a:pt x="12565" y="12049"/>
                    <a:pt x="11861" y="12755"/>
                    <a:pt x="10995" y="12755"/>
                  </a:cubicBezTo>
                  <a:lnTo>
                    <a:pt x="1570" y="12755"/>
                  </a:lnTo>
                  <a:cubicBezTo>
                    <a:pt x="704" y="12755"/>
                    <a:pt x="0" y="12051"/>
                    <a:pt x="0" y="11181"/>
                  </a:cubicBezTo>
                  <a:lnTo>
                    <a:pt x="0" y="1735"/>
                  </a:lnTo>
                  <a:cubicBezTo>
                    <a:pt x="0" y="866"/>
                    <a:pt x="704" y="161"/>
                    <a:pt x="1570" y="161"/>
                  </a:cubicBezTo>
                  <a:lnTo>
                    <a:pt x="4711" y="161"/>
                  </a:lnTo>
                  <a:cubicBezTo>
                    <a:pt x="5145" y="161"/>
                    <a:pt x="5496" y="514"/>
                    <a:pt x="5496" y="948"/>
                  </a:cubicBezTo>
                  <a:cubicBezTo>
                    <a:pt x="5496" y="1384"/>
                    <a:pt x="5145" y="1735"/>
                    <a:pt x="4711" y="1735"/>
                  </a:cubicBezTo>
                  <a:close/>
                  <a:moveTo>
                    <a:pt x="4711" y="1735"/>
                  </a:move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7" name="文本框 96"/>
            <p:cNvSpPr txBox="1"/>
            <p:nvPr>
              <p:custDataLst>
                <p:tags r:id="rId5"/>
              </p:custDataLst>
            </p:nvPr>
          </p:nvSpPr>
          <p:spPr>
            <a:xfrm>
              <a:off x="5081" y="1866"/>
              <a:ext cx="12388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创建</a:t>
              </a:r>
              <a:r>
                <a:rPr lang="en-US" altLang="zh-CN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http.Server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对象，并传入</a:t>
              </a:r>
              <a:r>
                <a:rPr lang="en-US" altLang="zh-CN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requestListener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事件监听器。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6" name="文本框 65"/>
          <p:cNvSpPr txBox="1"/>
          <p:nvPr>
            <p:custDataLst>
              <p:tags r:id="rId6"/>
            </p:custDataLst>
          </p:nvPr>
        </p:nvSpPr>
        <p:spPr>
          <a:xfrm>
            <a:off x="3843020" y="1637665"/>
            <a:ext cx="8037195" cy="4461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 marL="0" lvl="1">
              <a:spcBef>
                <a:spcPct val="20000"/>
              </a:spcBef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var http = require("http"); 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>
              <a:spcBef>
                <a:spcPct val="20000"/>
              </a:spcBef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var server = http.createServer();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>
              <a:spcBef>
                <a:spcPct val="20000"/>
              </a:spcBef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server.on(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</a:t>
            </a:r>
            <a:r>
              <a:rPr lang="en-US" altLang="zh-CN" sz="2000" dirty="0">
                <a:solidFill>
                  <a:schemeClr val="dk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request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",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function(req, res) { 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>
              <a:spcBef>
                <a:spcPct val="20000"/>
              </a:spcBef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res.writeHead(200, {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>
              <a:spcBef>
                <a:spcPct val="20000"/>
              </a:spcBef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"content-type": "text/plain;charset=utf-8"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>
              <a:spcBef>
                <a:spcPct val="20000"/>
              </a:spcBef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});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>
              <a:spcBef>
                <a:spcPct val="20000"/>
              </a:spcBef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res.write("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欢迎学习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Node.js!"); </a:t>
            </a:r>
            <a:endParaRPr lang="zh-CN" altLang="en-US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>
              <a:spcBef>
                <a:spcPct val="20000"/>
              </a:spcBef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res.end();	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>
              <a:spcBef>
                <a:spcPct val="20000"/>
              </a:spcBef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});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>
              <a:spcBef>
                <a:spcPct val="20000"/>
              </a:spcBef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server.listen(3000,function() {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>
              <a:spcBef>
                <a:spcPct val="20000"/>
              </a:spcBef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console.log("localhost:3000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服务器已开启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");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>
              <a:spcBef>
                <a:spcPct val="20000"/>
              </a:spcBef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});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>
            <p:custDataLst>
              <p:tags r:id="rId7"/>
            </p:custDataLst>
          </p:nvPr>
        </p:nvSpPr>
        <p:spPr>
          <a:xfrm>
            <a:off x="3816350" y="1637665"/>
            <a:ext cx="8079740" cy="4688205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01625" y="2355850"/>
            <a:ext cx="8681720" cy="852805"/>
            <a:chOff x="475" y="3710"/>
            <a:chExt cx="13672" cy="1343"/>
          </a:xfrm>
        </p:grpSpPr>
        <p:sp>
          <p:nvSpPr>
            <p:cNvPr id="39" name="矩形 4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75" y="3889"/>
              <a:ext cx="4560" cy="116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 引入 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http 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模块，创建后台服务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46" name="直接连接符 5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>
              <a:off x="5795" y="3710"/>
              <a:ext cx="835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" name="直接连接符 9"/>
            <p:cNvCxnSpPr>
              <a:cxnSpLocks noChangeShapeType="1"/>
            </p:cNvCxnSpPr>
            <p:nvPr>
              <p:custDataLst>
                <p:tags r:id="rId10"/>
              </p:custDataLst>
            </p:nvPr>
          </p:nvCxnSpPr>
          <p:spPr bwMode="auto">
            <a:xfrm flipV="1">
              <a:off x="5795" y="3710"/>
              <a:ext cx="0" cy="80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8" name="直接连接符 76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H="1">
              <a:off x="5261" y="4513"/>
              <a:ext cx="534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5" name="直接连接符 90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>
              <a:off x="5261" y="4156"/>
              <a:ext cx="0" cy="714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01625" y="5306695"/>
            <a:ext cx="8354695" cy="1179830"/>
            <a:chOff x="475" y="8357"/>
            <a:chExt cx="13157" cy="1858"/>
          </a:xfrm>
        </p:grpSpPr>
        <p:cxnSp>
          <p:nvCxnSpPr>
            <p:cNvPr id="55" name="直接连接符 5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5790" y="8357"/>
              <a:ext cx="784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10" name="组合 9"/>
            <p:cNvGrpSpPr/>
            <p:nvPr/>
          </p:nvGrpSpPr>
          <p:grpSpPr>
            <a:xfrm>
              <a:off x="475" y="8357"/>
              <a:ext cx="5315" cy="1859"/>
              <a:chOff x="475" y="8357"/>
              <a:chExt cx="5315" cy="1859"/>
            </a:xfrm>
          </p:grpSpPr>
          <p:sp>
            <p:nvSpPr>
              <p:cNvPr id="51" name="矩形 4"/>
              <p:cNvSpPr>
                <a:spLocks noChangeArrowheads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475" y="9052"/>
                <a:ext cx="4560" cy="116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r>
                  <a:rPr lang="zh-CN" altLang="en-US" sz="16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用服务器的 </a:t>
                </a:r>
                <a:r>
                  <a:rPr lang="en-US" altLang="zh-CN" sz="16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listen </a:t>
                </a:r>
                <a:r>
                  <a:rPr lang="zh-CN" altLang="en-US" sz="16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方法监听端口号</a:t>
                </a:r>
                <a:r>
                  <a:rPr lang="en-US" altLang="zh-CN" sz="16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3000</a:t>
                </a:r>
                <a:endPara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cxnSp>
            <p:nvCxnSpPr>
              <p:cNvPr id="56" name="直接连接符 9"/>
              <p:cNvCxnSpPr>
                <a:cxnSpLocks noChangeShapeType="1"/>
              </p:cNvCxnSpPr>
              <p:nvPr>
                <p:custDataLst>
                  <p:tags r:id="rId15"/>
                </p:custDataLst>
              </p:nvPr>
            </p:nvCxnSpPr>
            <p:spPr bwMode="auto">
              <a:xfrm flipV="1">
                <a:off x="5790" y="8357"/>
                <a:ext cx="0" cy="1248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57" name="直接连接符 76"/>
              <p:cNvCxnSpPr>
                <a:cxnSpLocks noChangeShapeType="1"/>
              </p:cNvCxnSpPr>
              <p:nvPr>
                <p:custDataLst>
                  <p:tags r:id="rId16"/>
                </p:custDataLst>
              </p:nvPr>
            </p:nvCxnSpPr>
            <p:spPr bwMode="auto">
              <a:xfrm flipH="1">
                <a:off x="5256" y="9605"/>
                <a:ext cx="534" cy="0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54" name="直接连接符 90"/>
              <p:cNvCxnSpPr>
                <a:cxnSpLocks noChangeShapeType="1"/>
              </p:cNvCxnSpPr>
              <p:nvPr>
                <p:custDataLst>
                  <p:tags r:id="rId17"/>
                </p:custDataLst>
              </p:nvPr>
            </p:nvCxnSpPr>
            <p:spPr bwMode="auto">
              <a:xfrm>
                <a:off x="5256" y="9248"/>
                <a:ext cx="0" cy="714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grpSp>
        <p:nvGrpSpPr>
          <p:cNvPr id="9" name="组合 8"/>
          <p:cNvGrpSpPr/>
          <p:nvPr/>
        </p:nvGrpSpPr>
        <p:grpSpPr>
          <a:xfrm>
            <a:off x="301625" y="3115945"/>
            <a:ext cx="7126605" cy="2055495"/>
            <a:chOff x="475" y="4907"/>
            <a:chExt cx="11223" cy="3237"/>
          </a:xfrm>
        </p:grpSpPr>
        <p:sp>
          <p:nvSpPr>
            <p:cNvPr id="34" name="矩形 4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475" y="5778"/>
              <a:ext cx="4560" cy="236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服务器接收到请求后，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触发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requst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事件代码，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发送响应头和响应正文，最后结束响应。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42" name="直接连接符 5"/>
            <p:cNvCxnSpPr>
              <a:cxnSpLocks noChangeShapeType="1"/>
            </p:cNvCxnSpPr>
            <p:nvPr>
              <p:custDataLst>
                <p:tags r:id="rId19"/>
              </p:custDataLst>
            </p:nvPr>
          </p:nvCxnSpPr>
          <p:spPr bwMode="auto">
            <a:xfrm flipH="1">
              <a:off x="5754" y="4915"/>
              <a:ext cx="5944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" name="直接连接符 9"/>
            <p:cNvCxnSpPr>
              <a:cxnSpLocks noChangeShapeType="1"/>
            </p:cNvCxnSpPr>
            <p:nvPr>
              <p:custDataLst>
                <p:tags r:id="rId20"/>
              </p:custDataLst>
            </p:nvPr>
          </p:nvCxnSpPr>
          <p:spPr bwMode="auto">
            <a:xfrm flipV="1">
              <a:off x="5795" y="4907"/>
              <a:ext cx="0" cy="1916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" name="直接连接符 76"/>
            <p:cNvCxnSpPr>
              <a:cxnSpLocks noChangeShapeType="1"/>
            </p:cNvCxnSpPr>
            <p:nvPr>
              <p:custDataLst>
                <p:tags r:id="rId21"/>
              </p:custDataLst>
            </p:nvPr>
          </p:nvCxnSpPr>
          <p:spPr bwMode="auto">
            <a:xfrm flipH="1">
              <a:off x="5261" y="6831"/>
              <a:ext cx="56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" name="直接连接符 90"/>
            <p:cNvCxnSpPr>
              <a:cxnSpLocks noChangeShapeType="1"/>
            </p:cNvCxnSpPr>
            <p:nvPr>
              <p:custDataLst>
                <p:tags r:id="rId22"/>
              </p:custDataLst>
            </p:nvPr>
          </p:nvCxnSpPr>
          <p:spPr bwMode="auto">
            <a:xfrm>
              <a:off x="5261" y="6474"/>
              <a:ext cx="0" cy="714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3" name="图片 2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6557010" y="3706495"/>
            <a:ext cx="5558155" cy="298386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文本框 4"/>
          <p:cNvSpPr txBox="1"/>
          <p:nvPr/>
        </p:nvSpPr>
        <p:spPr>
          <a:xfrm>
            <a:off x="885130" y="208567"/>
            <a:ext cx="303339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sz="3200" b="0" i="0" u="none" strike="noStrike" cap="none" spc="0" normalizeH="0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创建Web服务端</a:t>
            </a:r>
            <a:endParaRPr kumimoji="1" sz="3200" b="0" i="0" u="none" strike="noStrike" cap="none" spc="0" normalizeH="0" baseline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2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P spid="66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27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316355" y="1004570"/>
            <a:ext cx="2722880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sz="2000" b="1" dirty="0">
                <a:solidFill>
                  <a:schemeClr val="l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服务器解析客户端请求</a:t>
            </a:r>
            <a:endParaRPr sz="2000" b="1" dirty="0">
              <a:solidFill>
                <a:schemeClr val="l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28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69315" y="941705"/>
            <a:ext cx="422910" cy="52197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chemeClr val="l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endParaRPr lang="en-US" altLang="zh-CN" sz="2800" b="1" dirty="0">
              <a:solidFill>
                <a:schemeClr val="l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7" name="Freeform 14"/>
          <p:cNvSpPr>
            <a:spLocks noEditPoints="1"/>
          </p:cNvSpPr>
          <p:nvPr>
            <p:custDataLst>
              <p:tags r:id="rId5"/>
            </p:custDataLst>
          </p:nvPr>
        </p:nvSpPr>
        <p:spPr bwMode="auto">
          <a:xfrm>
            <a:off x="10530584" y="3798661"/>
            <a:ext cx="377646" cy="515614"/>
          </a:xfrm>
          <a:custGeom>
            <a:avLst/>
            <a:gdLst>
              <a:gd name="T0" fmla="*/ 95 w 723"/>
              <a:gd name="T1" fmla="*/ 160 h 986"/>
              <a:gd name="T2" fmla="*/ 80 w 723"/>
              <a:gd name="T3" fmla="*/ 986 h 986"/>
              <a:gd name="T4" fmla="*/ 723 w 723"/>
              <a:gd name="T5" fmla="*/ 242 h 986"/>
              <a:gd name="T6" fmla="*/ 668 w 723"/>
              <a:gd name="T7" fmla="*/ 260 h 986"/>
              <a:gd name="T8" fmla="*/ 83 w 723"/>
              <a:gd name="T9" fmla="*/ 929 h 986"/>
              <a:gd name="T10" fmla="*/ 313 w 723"/>
              <a:gd name="T11" fmla="*/ 105 h 986"/>
              <a:gd name="T12" fmla="*/ 410 w 723"/>
              <a:gd name="T13" fmla="*/ 105 h 986"/>
              <a:gd name="T14" fmla="*/ 360 w 723"/>
              <a:gd name="T15" fmla="*/ 157 h 986"/>
              <a:gd name="T16" fmla="*/ 253 w 723"/>
              <a:gd name="T17" fmla="*/ 107 h 986"/>
              <a:gd name="T18" fmla="*/ 133 w 723"/>
              <a:gd name="T19" fmla="*/ 250 h 986"/>
              <a:gd name="T20" fmla="*/ 590 w 723"/>
              <a:gd name="T21" fmla="*/ 250 h 986"/>
              <a:gd name="T22" fmla="*/ 470 w 723"/>
              <a:gd name="T23" fmla="*/ 107 h 986"/>
              <a:gd name="T24" fmla="*/ 253 w 723"/>
              <a:gd name="T25" fmla="*/ 107 h 986"/>
              <a:gd name="T26" fmla="*/ 255 w 723"/>
              <a:gd name="T27" fmla="*/ 749 h 986"/>
              <a:gd name="T28" fmla="*/ 175 w 723"/>
              <a:gd name="T29" fmla="*/ 771 h 986"/>
              <a:gd name="T30" fmla="*/ 158 w 723"/>
              <a:gd name="T31" fmla="*/ 789 h 986"/>
              <a:gd name="T32" fmla="*/ 255 w 723"/>
              <a:gd name="T33" fmla="*/ 796 h 986"/>
              <a:gd name="T34" fmla="*/ 153 w 723"/>
              <a:gd name="T35" fmla="*/ 846 h 986"/>
              <a:gd name="T36" fmla="*/ 280 w 723"/>
              <a:gd name="T37" fmla="*/ 784 h 986"/>
              <a:gd name="T38" fmla="*/ 280 w 723"/>
              <a:gd name="T39" fmla="*/ 744 h 986"/>
              <a:gd name="T40" fmla="*/ 128 w 723"/>
              <a:gd name="T41" fmla="*/ 751 h 986"/>
              <a:gd name="T42" fmla="*/ 248 w 723"/>
              <a:gd name="T43" fmla="*/ 879 h 986"/>
              <a:gd name="T44" fmla="*/ 248 w 723"/>
              <a:gd name="T45" fmla="*/ 387 h 986"/>
              <a:gd name="T46" fmla="*/ 175 w 723"/>
              <a:gd name="T47" fmla="*/ 409 h 986"/>
              <a:gd name="T48" fmla="*/ 200 w 723"/>
              <a:gd name="T49" fmla="*/ 474 h 986"/>
              <a:gd name="T50" fmla="*/ 153 w 723"/>
              <a:gd name="T51" fmla="*/ 492 h 986"/>
              <a:gd name="T52" fmla="*/ 248 w 723"/>
              <a:gd name="T53" fmla="*/ 362 h 986"/>
              <a:gd name="T54" fmla="*/ 128 w 723"/>
              <a:gd name="T55" fmla="*/ 489 h 986"/>
              <a:gd name="T56" fmla="*/ 279 w 723"/>
              <a:gd name="T57" fmla="*/ 416 h 986"/>
              <a:gd name="T58" fmla="*/ 278 w 723"/>
              <a:gd name="T59" fmla="*/ 382 h 986"/>
              <a:gd name="T60" fmla="*/ 255 w 723"/>
              <a:gd name="T61" fmla="*/ 582 h 986"/>
              <a:gd name="T62" fmla="*/ 158 w 723"/>
              <a:gd name="T63" fmla="*/ 607 h 986"/>
              <a:gd name="T64" fmla="*/ 255 w 723"/>
              <a:gd name="T65" fmla="*/ 672 h 986"/>
              <a:gd name="T66" fmla="*/ 280 w 723"/>
              <a:gd name="T67" fmla="*/ 563 h 986"/>
              <a:gd name="T68" fmla="*/ 128 w 723"/>
              <a:gd name="T69" fmla="*/ 569 h 986"/>
              <a:gd name="T70" fmla="*/ 255 w 723"/>
              <a:gd name="T71" fmla="*/ 696 h 986"/>
              <a:gd name="T72" fmla="*/ 334 w 723"/>
              <a:gd name="T73" fmla="*/ 538 h 986"/>
              <a:gd name="T74" fmla="*/ 378 w 723"/>
              <a:gd name="T75" fmla="*/ 836 h 986"/>
              <a:gd name="T76" fmla="*/ 580 w 723"/>
              <a:gd name="T77" fmla="*/ 774 h 986"/>
              <a:gd name="T78" fmla="*/ 370 w 723"/>
              <a:gd name="T79" fmla="*/ 829 h 986"/>
              <a:gd name="T80" fmla="*/ 580 w 723"/>
              <a:gd name="T81" fmla="*/ 587 h 986"/>
              <a:gd name="T82" fmla="*/ 370 w 723"/>
              <a:gd name="T83" fmla="*/ 474 h 986"/>
              <a:gd name="T84" fmla="*/ 370 w 723"/>
              <a:gd name="T85" fmla="*/ 407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723" h="986">
                <a:moveTo>
                  <a:pt x="55" y="260"/>
                </a:moveTo>
                <a:cubicBezTo>
                  <a:pt x="55" y="232"/>
                  <a:pt x="68" y="218"/>
                  <a:pt x="95" y="217"/>
                </a:cubicBezTo>
                <a:lnTo>
                  <a:pt x="95" y="160"/>
                </a:lnTo>
                <a:cubicBezTo>
                  <a:pt x="45" y="161"/>
                  <a:pt x="0" y="193"/>
                  <a:pt x="0" y="242"/>
                </a:cubicBezTo>
                <a:lnTo>
                  <a:pt x="0" y="906"/>
                </a:lnTo>
                <a:cubicBezTo>
                  <a:pt x="0" y="947"/>
                  <a:pt x="40" y="986"/>
                  <a:pt x="80" y="986"/>
                </a:cubicBezTo>
                <a:lnTo>
                  <a:pt x="643" y="986"/>
                </a:lnTo>
                <a:cubicBezTo>
                  <a:pt x="683" y="986"/>
                  <a:pt x="723" y="947"/>
                  <a:pt x="723" y="906"/>
                </a:cubicBezTo>
                <a:lnTo>
                  <a:pt x="723" y="242"/>
                </a:lnTo>
                <a:cubicBezTo>
                  <a:pt x="723" y="193"/>
                  <a:pt x="678" y="161"/>
                  <a:pt x="628" y="160"/>
                </a:cubicBezTo>
                <a:lnTo>
                  <a:pt x="628" y="217"/>
                </a:lnTo>
                <a:cubicBezTo>
                  <a:pt x="655" y="218"/>
                  <a:pt x="668" y="232"/>
                  <a:pt x="668" y="260"/>
                </a:cubicBezTo>
                <a:lnTo>
                  <a:pt x="668" y="889"/>
                </a:lnTo>
                <a:cubicBezTo>
                  <a:pt x="668" y="908"/>
                  <a:pt x="659" y="929"/>
                  <a:pt x="640" y="929"/>
                </a:cubicBezTo>
                <a:lnTo>
                  <a:pt x="83" y="929"/>
                </a:lnTo>
                <a:cubicBezTo>
                  <a:pt x="61" y="929"/>
                  <a:pt x="55" y="906"/>
                  <a:pt x="55" y="884"/>
                </a:cubicBezTo>
                <a:lnTo>
                  <a:pt x="55" y="260"/>
                </a:lnTo>
                <a:close/>
                <a:moveTo>
                  <a:pt x="313" y="105"/>
                </a:moveTo>
                <a:cubicBezTo>
                  <a:pt x="313" y="82"/>
                  <a:pt x="335" y="60"/>
                  <a:pt x="358" y="60"/>
                </a:cubicBezTo>
                <a:lnTo>
                  <a:pt x="365" y="60"/>
                </a:lnTo>
                <a:cubicBezTo>
                  <a:pt x="388" y="60"/>
                  <a:pt x="410" y="82"/>
                  <a:pt x="410" y="105"/>
                </a:cubicBezTo>
                <a:lnTo>
                  <a:pt x="410" y="110"/>
                </a:lnTo>
                <a:cubicBezTo>
                  <a:pt x="410" y="135"/>
                  <a:pt x="388" y="157"/>
                  <a:pt x="363" y="157"/>
                </a:cubicBezTo>
                <a:lnTo>
                  <a:pt x="360" y="157"/>
                </a:lnTo>
                <a:cubicBezTo>
                  <a:pt x="335" y="157"/>
                  <a:pt x="313" y="135"/>
                  <a:pt x="313" y="110"/>
                </a:cubicBezTo>
                <a:lnTo>
                  <a:pt x="313" y="105"/>
                </a:lnTo>
                <a:close/>
                <a:moveTo>
                  <a:pt x="253" y="107"/>
                </a:moveTo>
                <a:lnTo>
                  <a:pt x="173" y="107"/>
                </a:lnTo>
                <a:cubicBezTo>
                  <a:pt x="145" y="107"/>
                  <a:pt x="133" y="120"/>
                  <a:pt x="133" y="147"/>
                </a:cubicBezTo>
                <a:lnTo>
                  <a:pt x="133" y="250"/>
                </a:lnTo>
                <a:cubicBezTo>
                  <a:pt x="133" y="267"/>
                  <a:pt x="144" y="285"/>
                  <a:pt x="160" y="285"/>
                </a:cubicBezTo>
                <a:lnTo>
                  <a:pt x="563" y="285"/>
                </a:lnTo>
                <a:cubicBezTo>
                  <a:pt x="579" y="285"/>
                  <a:pt x="590" y="267"/>
                  <a:pt x="590" y="250"/>
                </a:cubicBezTo>
                <a:lnTo>
                  <a:pt x="590" y="147"/>
                </a:lnTo>
                <a:cubicBezTo>
                  <a:pt x="590" y="120"/>
                  <a:pt x="578" y="107"/>
                  <a:pt x="550" y="107"/>
                </a:cubicBezTo>
                <a:lnTo>
                  <a:pt x="470" y="107"/>
                </a:lnTo>
                <a:cubicBezTo>
                  <a:pt x="470" y="52"/>
                  <a:pt x="423" y="0"/>
                  <a:pt x="370" y="0"/>
                </a:cubicBezTo>
                <a:lnTo>
                  <a:pt x="353" y="0"/>
                </a:lnTo>
                <a:cubicBezTo>
                  <a:pt x="300" y="0"/>
                  <a:pt x="253" y="52"/>
                  <a:pt x="253" y="107"/>
                </a:cubicBezTo>
                <a:close/>
                <a:moveTo>
                  <a:pt x="153" y="756"/>
                </a:moveTo>
                <a:cubicBezTo>
                  <a:pt x="153" y="751"/>
                  <a:pt x="154" y="749"/>
                  <a:pt x="160" y="749"/>
                </a:cubicBezTo>
                <a:lnTo>
                  <a:pt x="255" y="749"/>
                </a:lnTo>
                <a:lnTo>
                  <a:pt x="255" y="756"/>
                </a:lnTo>
                <a:cubicBezTo>
                  <a:pt x="255" y="764"/>
                  <a:pt x="216" y="787"/>
                  <a:pt x="208" y="791"/>
                </a:cubicBezTo>
                <a:cubicBezTo>
                  <a:pt x="201" y="786"/>
                  <a:pt x="186" y="771"/>
                  <a:pt x="175" y="771"/>
                </a:cubicBezTo>
                <a:lnTo>
                  <a:pt x="173" y="771"/>
                </a:lnTo>
                <a:cubicBezTo>
                  <a:pt x="167" y="771"/>
                  <a:pt x="158" y="780"/>
                  <a:pt x="158" y="786"/>
                </a:cubicBezTo>
                <a:lnTo>
                  <a:pt x="158" y="789"/>
                </a:lnTo>
                <a:cubicBezTo>
                  <a:pt x="158" y="795"/>
                  <a:pt x="193" y="834"/>
                  <a:pt x="200" y="834"/>
                </a:cubicBezTo>
                <a:lnTo>
                  <a:pt x="203" y="834"/>
                </a:lnTo>
                <a:cubicBezTo>
                  <a:pt x="208" y="834"/>
                  <a:pt x="247" y="802"/>
                  <a:pt x="255" y="796"/>
                </a:cubicBezTo>
                <a:cubicBezTo>
                  <a:pt x="255" y="810"/>
                  <a:pt x="261" y="854"/>
                  <a:pt x="248" y="854"/>
                </a:cubicBezTo>
                <a:lnTo>
                  <a:pt x="160" y="854"/>
                </a:lnTo>
                <a:cubicBezTo>
                  <a:pt x="154" y="854"/>
                  <a:pt x="153" y="852"/>
                  <a:pt x="153" y="846"/>
                </a:cubicBezTo>
                <a:lnTo>
                  <a:pt x="153" y="756"/>
                </a:lnTo>
                <a:close/>
                <a:moveTo>
                  <a:pt x="248" y="879"/>
                </a:moveTo>
                <a:cubicBezTo>
                  <a:pt x="295" y="879"/>
                  <a:pt x="277" y="827"/>
                  <a:pt x="280" y="784"/>
                </a:cubicBezTo>
                <a:cubicBezTo>
                  <a:pt x="282" y="762"/>
                  <a:pt x="337" y="742"/>
                  <a:pt x="343" y="721"/>
                </a:cubicBezTo>
                <a:lnTo>
                  <a:pt x="335" y="721"/>
                </a:lnTo>
                <a:cubicBezTo>
                  <a:pt x="318" y="721"/>
                  <a:pt x="293" y="737"/>
                  <a:pt x="280" y="744"/>
                </a:cubicBezTo>
                <a:cubicBezTo>
                  <a:pt x="274" y="735"/>
                  <a:pt x="268" y="724"/>
                  <a:pt x="253" y="724"/>
                </a:cubicBezTo>
                <a:lnTo>
                  <a:pt x="155" y="724"/>
                </a:lnTo>
                <a:cubicBezTo>
                  <a:pt x="141" y="724"/>
                  <a:pt x="128" y="737"/>
                  <a:pt x="128" y="751"/>
                </a:cubicBezTo>
                <a:lnTo>
                  <a:pt x="128" y="851"/>
                </a:lnTo>
                <a:cubicBezTo>
                  <a:pt x="128" y="868"/>
                  <a:pt x="143" y="879"/>
                  <a:pt x="160" y="879"/>
                </a:cubicBezTo>
                <a:lnTo>
                  <a:pt x="248" y="879"/>
                </a:lnTo>
                <a:close/>
                <a:moveTo>
                  <a:pt x="153" y="394"/>
                </a:moveTo>
                <a:cubicBezTo>
                  <a:pt x="153" y="389"/>
                  <a:pt x="154" y="387"/>
                  <a:pt x="160" y="387"/>
                </a:cubicBezTo>
                <a:lnTo>
                  <a:pt x="248" y="387"/>
                </a:lnTo>
                <a:cubicBezTo>
                  <a:pt x="253" y="387"/>
                  <a:pt x="255" y="389"/>
                  <a:pt x="255" y="394"/>
                </a:cubicBezTo>
                <a:cubicBezTo>
                  <a:pt x="255" y="401"/>
                  <a:pt x="213" y="429"/>
                  <a:pt x="208" y="429"/>
                </a:cubicBezTo>
                <a:cubicBezTo>
                  <a:pt x="203" y="429"/>
                  <a:pt x="190" y="409"/>
                  <a:pt x="175" y="409"/>
                </a:cubicBezTo>
                <a:cubicBezTo>
                  <a:pt x="168" y="409"/>
                  <a:pt x="158" y="417"/>
                  <a:pt x="158" y="424"/>
                </a:cubicBezTo>
                <a:lnTo>
                  <a:pt x="158" y="427"/>
                </a:lnTo>
                <a:cubicBezTo>
                  <a:pt x="158" y="437"/>
                  <a:pt x="192" y="470"/>
                  <a:pt x="200" y="474"/>
                </a:cubicBezTo>
                <a:lnTo>
                  <a:pt x="255" y="434"/>
                </a:lnTo>
                <a:lnTo>
                  <a:pt x="255" y="492"/>
                </a:lnTo>
                <a:lnTo>
                  <a:pt x="153" y="492"/>
                </a:lnTo>
                <a:lnTo>
                  <a:pt x="153" y="394"/>
                </a:lnTo>
                <a:close/>
                <a:moveTo>
                  <a:pt x="278" y="382"/>
                </a:moveTo>
                <a:cubicBezTo>
                  <a:pt x="275" y="369"/>
                  <a:pt x="264" y="362"/>
                  <a:pt x="248" y="362"/>
                </a:cubicBezTo>
                <a:lnTo>
                  <a:pt x="160" y="362"/>
                </a:lnTo>
                <a:cubicBezTo>
                  <a:pt x="143" y="362"/>
                  <a:pt x="128" y="373"/>
                  <a:pt x="128" y="390"/>
                </a:cubicBezTo>
                <a:lnTo>
                  <a:pt x="128" y="489"/>
                </a:lnTo>
                <a:cubicBezTo>
                  <a:pt x="128" y="504"/>
                  <a:pt x="141" y="517"/>
                  <a:pt x="155" y="517"/>
                </a:cubicBezTo>
                <a:lnTo>
                  <a:pt x="253" y="517"/>
                </a:lnTo>
                <a:cubicBezTo>
                  <a:pt x="292" y="517"/>
                  <a:pt x="280" y="455"/>
                  <a:pt x="279" y="416"/>
                </a:cubicBezTo>
                <a:lnTo>
                  <a:pt x="343" y="362"/>
                </a:lnTo>
                <a:cubicBezTo>
                  <a:pt x="343" y="362"/>
                  <a:pt x="338" y="360"/>
                  <a:pt x="338" y="360"/>
                </a:cubicBezTo>
                <a:cubicBezTo>
                  <a:pt x="313" y="360"/>
                  <a:pt x="293" y="381"/>
                  <a:pt x="278" y="382"/>
                </a:cubicBezTo>
                <a:close/>
                <a:moveTo>
                  <a:pt x="153" y="569"/>
                </a:moveTo>
                <a:lnTo>
                  <a:pt x="255" y="569"/>
                </a:lnTo>
                <a:lnTo>
                  <a:pt x="255" y="582"/>
                </a:lnTo>
                <a:lnTo>
                  <a:pt x="208" y="612"/>
                </a:lnTo>
                <a:lnTo>
                  <a:pt x="176" y="588"/>
                </a:lnTo>
                <a:cubicBezTo>
                  <a:pt x="168" y="593"/>
                  <a:pt x="158" y="595"/>
                  <a:pt x="158" y="607"/>
                </a:cubicBezTo>
                <a:cubicBezTo>
                  <a:pt x="158" y="614"/>
                  <a:pt x="193" y="654"/>
                  <a:pt x="200" y="654"/>
                </a:cubicBezTo>
                <a:cubicBezTo>
                  <a:pt x="212" y="654"/>
                  <a:pt x="242" y="620"/>
                  <a:pt x="255" y="617"/>
                </a:cubicBezTo>
                <a:lnTo>
                  <a:pt x="255" y="672"/>
                </a:lnTo>
                <a:lnTo>
                  <a:pt x="153" y="672"/>
                </a:lnTo>
                <a:lnTo>
                  <a:pt x="153" y="569"/>
                </a:lnTo>
                <a:close/>
                <a:moveTo>
                  <a:pt x="280" y="563"/>
                </a:moveTo>
                <a:cubicBezTo>
                  <a:pt x="275" y="555"/>
                  <a:pt x="269" y="544"/>
                  <a:pt x="255" y="544"/>
                </a:cubicBezTo>
                <a:lnTo>
                  <a:pt x="153" y="544"/>
                </a:lnTo>
                <a:cubicBezTo>
                  <a:pt x="140" y="544"/>
                  <a:pt x="128" y="557"/>
                  <a:pt x="128" y="569"/>
                </a:cubicBezTo>
                <a:lnTo>
                  <a:pt x="128" y="672"/>
                </a:lnTo>
                <a:cubicBezTo>
                  <a:pt x="128" y="684"/>
                  <a:pt x="140" y="696"/>
                  <a:pt x="153" y="696"/>
                </a:cubicBezTo>
                <a:lnTo>
                  <a:pt x="255" y="696"/>
                </a:lnTo>
                <a:cubicBezTo>
                  <a:pt x="291" y="696"/>
                  <a:pt x="280" y="632"/>
                  <a:pt x="279" y="596"/>
                </a:cubicBezTo>
                <a:lnTo>
                  <a:pt x="343" y="542"/>
                </a:lnTo>
                <a:lnTo>
                  <a:pt x="334" y="538"/>
                </a:lnTo>
                <a:lnTo>
                  <a:pt x="280" y="563"/>
                </a:lnTo>
                <a:close/>
                <a:moveTo>
                  <a:pt x="370" y="829"/>
                </a:moveTo>
                <a:cubicBezTo>
                  <a:pt x="370" y="834"/>
                  <a:pt x="372" y="836"/>
                  <a:pt x="378" y="836"/>
                </a:cubicBezTo>
                <a:lnTo>
                  <a:pt x="573" y="836"/>
                </a:lnTo>
                <a:cubicBezTo>
                  <a:pt x="579" y="836"/>
                  <a:pt x="580" y="834"/>
                  <a:pt x="580" y="829"/>
                </a:cubicBezTo>
                <a:lnTo>
                  <a:pt x="580" y="774"/>
                </a:lnTo>
                <a:cubicBezTo>
                  <a:pt x="580" y="768"/>
                  <a:pt x="579" y="766"/>
                  <a:pt x="573" y="766"/>
                </a:cubicBezTo>
                <a:lnTo>
                  <a:pt x="370" y="766"/>
                </a:lnTo>
                <a:lnTo>
                  <a:pt x="370" y="829"/>
                </a:lnTo>
                <a:close/>
                <a:moveTo>
                  <a:pt x="370" y="654"/>
                </a:moveTo>
                <a:lnTo>
                  <a:pt x="580" y="654"/>
                </a:lnTo>
                <a:lnTo>
                  <a:pt x="580" y="587"/>
                </a:lnTo>
                <a:lnTo>
                  <a:pt x="370" y="587"/>
                </a:lnTo>
                <a:lnTo>
                  <a:pt x="370" y="654"/>
                </a:lnTo>
                <a:close/>
                <a:moveTo>
                  <a:pt x="370" y="474"/>
                </a:moveTo>
                <a:lnTo>
                  <a:pt x="523" y="474"/>
                </a:lnTo>
                <a:lnTo>
                  <a:pt x="523" y="407"/>
                </a:lnTo>
                <a:lnTo>
                  <a:pt x="370" y="407"/>
                </a:lnTo>
                <a:lnTo>
                  <a:pt x="370" y="474"/>
                </a:lnTo>
                <a:close/>
              </a:path>
            </a:pathLst>
          </a:custGeom>
          <a:solidFill>
            <a:schemeClr val="lt1">
              <a:lumMod val="95000"/>
            </a:schemeClr>
          </a:solidFill>
          <a:ln>
            <a:noFill/>
          </a:ln>
        </p:spPr>
        <p:txBody>
          <a:bodyPr vert="horz" wrap="square" lIns="68571" tIns="34285" rIns="68571" bIns="34285" numCol="1" anchor="t" anchorCtr="0" compatLnSpc="1"/>
          <a:lstStyle/>
          <a:p>
            <a:endParaRPr lang="zh-CN" altLang="en-US" kern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6"/>
            </p:custDataLst>
          </p:nvPr>
        </p:nvSpPr>
        <p:spPr>
          <a:xfrm>
            <a:off x="869555" y="1615048"/>
            <a:ext cx="8826905" cy="4798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服务器需要解析接收到的请求信息，以决定如何进行响应。</a:t>
            </a:r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URL为“/”</a:t>
            </a:r>
            <a:r>
              <a:rPr lang="en-US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----- </a:t>
            </a:r>
            <a:r>
              <a: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主页</a:t>
            </a:r>
            <a:r>
              <a:rPr lang="zh-CN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，</a:t>
            </a:r>
            <a:r>
              <a: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“/login”</a:t>
            </a:r>
            <a:r>
              <a:rPr lang="en-US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---- </a:t>
            </a:r>
            <a:r>
              <a: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登录页</a:t>
            </a:r>
            <a:r>
              <a:rPr lang="zh-CN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，</a:t>
            </a:r>
            <a:r>
              <a: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“/product”</a:t>
            </a:r>
            <a:r>
              <a:rPr lang="en-US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---- </a:t>
            </a:r>
            <a:r>
              <a: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商品列表页</a:t>
            </a:r>
            <a:r>
              <a:rPr lang="en-US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等。 </a:t>
            </a:r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在服务器的事件监听函数内部，回调函数的</a:t>
            </a:r>
            <a:r>
              <a:rPr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request对象</a:t>
            </a:r>
            <a:r>
              <a: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封装了客户端发送的具体请求信息，包括请求方式、URL、请求头等。</a:t>
            </a:r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request对象</a:t>
            </a:r>
            <a:r>
              <a: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的常用属性有：</a:t>
            </a:r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(1)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request.headers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--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获取请求头对象，消息头名称和值为键值对的对象形式。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(2)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request.rawHeaders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--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将原始请求/响应头完全按照收到的方式列出。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(3)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request.httpVersion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--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在服务器请求的情况下，表示客户端发送的HTTP版本。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(4)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request.method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--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获取请求方式的字符串，只读，如“GET”“POST”。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(5)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request.url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--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获取请求的URL字符串，仅包含实际HTTP请求中存在的URL。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(6)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request.statusCode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--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获取或设置3位HTTP响应状态码，如404。</a:t>
            </a:r>
            <a:endParaRPr lang="zh-CN" altLang="en-US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5130" y="208567"/>
            <a:ext cx="303339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sz="3200" b="0" i="0" u="none" strike="noStrike" cap="none" spc="0" normalizeH="0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创建Web服务端</a:t>
            </a:r>
            <a:endParaRPr kumimoji="1" sz="3200" b="0" i="0" u="none" strike="noStrike" cap="none" spc="0" normalizeH="0" baseline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0075" y="273050"/>
            <a:ext cx="3740150" cy="1314450"/>
          </a:xfrm>
          <a:prstGeom prst="rect">
            <a:avLst/>
          </a:prstGeom>
        </p:spPr>
      </p:pic>
      <p:sp>
        <p:nvSpPr>
          <p:cNvPr id="4" name="矩形 3"/>
          <p:cNvSpPr/>
          <p:nvPr>
            <p:custDataLst>
              <p:tags r:id="rId8"/>
            </p:custDataLst>
          </p:nvPr>
        </p:nvSpPr>
        <p:spPr>
          <a:xfrm>
            <a:off x="9217660" y="794385"/>
            <a:ext cx="537845" cy="30734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35610" y="1004570"/>
            <a:ext cx="9879965" cy="614045"/>
            <a:chOff x="686" y="1582"/>
            <a:chExt cx="15559" cy="967"/>
          </a:xfrm>
        </p:grpSpPr>
        <p:sp>
          <p:nvSpPr>
            <p:cNvPr id="95" name="矩形 1"/>
            <p:cNvSpPr/>
            <p:nvPr>
              <p:custDataLst>
                <p:tags r:id="rId3"/>
              </p:custDataLst>
            </p:nvPr>
          </p:nvSpPr>
          <p:spPr bwMode="auto">
            <a:xfrm>
              <a:off x="796" y="1895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6" name="TextBox 27"/>
            <p:cNvSpPr txBox="1">
              <a:spLocks noChangeArrowheads="1"/>
            </p:cNvSpPr>
            <p:nvPr/>
          </p:nvSpPr>
          <p:spPr bwMode="auto">
            <a:xfrm>
              <a:off x="1962" y="1907"/>
              <a:ext cx="10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4" name="iconfont-1187-868615"/>
            <p:cNvSpPr/>
            <p:nvPr>
              <p:custDataLst>
                <p:tags r:id="rId4"/>
              </p:custDataLst>
            </p:nvPr>
          </p:nvSpPr>
          <p:spPr>
            <a:xfrm>
              <a:off x="686" y="1582"/>
              <a:ext cx="958" cy="960"/>
            </a:xfrm>
            <a:custGeom>
              <a:avLst/>
              <a:gdLst>
                <a:gd name="T0" fmla="*/ 12123 w 12728"/>
                <a:gd name="T1" fmla="*/ 2794 h 12755"/>
                <a:gd name="T2" fmla="*/ 11574 w 12728"/>
                <a:gd name="T3" fmla="*/ 3342 h 12755"/>
                <a:gd name="T4" fmla="*/ 9386 w 12728"/>
                <a:gd name="T5" fmla="*/ 1151 h 12755"/>
                <a:gd name="T6" fmla="*/ 9932 w 12728"/>
                <a:gd name="T7" fmla="*/ 605 h 12755"/>
                <a:gd name="T8" fmla="*/ 12123 w 12728"/>
                <a:gd name="T9" fmla="*/ 605 h 12755"/>
                <a:gd name="T10" fmla="*/ 12123 w 12728"/>
                <a:gd name="T11" fmla="*/ 2794 h 12755"/>
                <a:gd name="T12" fmla="*/ 10479 w 12728"/>
                <a:gd name="T13" fmla="*/ 4436 h 12755"/>
                <a:gd name="T14" fmla="*/ 7742 w 12728"/>
                <a:gd name="T15" fmla="*/ 7169 h 12755"/>
                <a:gd name="T16" fmla="*/ 3926 w 12728"/>
                <a:gd name="T17" fmla="*/ 8827 h 12755"/>
                <a:gd name="T18" fmla="*/ 5551 w 12728"/>
                <a:gd name="T19" fmla="*/ 4980 h 12755"/>
                <a:gd name="T20" fmla="*/ 8290 w 12728"/>
                <a:gd name="T21" fmla="*/ 2245 h 12755"/>
                <a:gd name="T22" fmla="*/ 10479 w 12728"/>
                <a:gd name="T23" fmla="*/ 4436 h 12755"/>
                <a:gd name="T24" fmla="*/ 4711 w 12728"/>
                <a:gd name="T25" fmla="*/ 1735 h 12755"/>
                <a:gd name="T26" fmla="*/ 2356 w 12728"/>
                <a:gd name="T27" fmla="*/ 1735 h 12755"/>
                <a:gd name="T28" fmla="*/ 1570 w 12728"/>
                <a:gd name="T29" fmla="*/ 2522 h 12755"/>
                <a:gd name="T30" fmla="*/ 1570 w 12728"/>
                <a:gd name="T31" fmla="*/ 10392 h 12755"/>
                <a:gd name="T32" fmla="*/ 2356 w 12728"/>
                <a:gd name="T33" fmla="*/ 11179 h 12755"/>
                <a:gd name="T34" fmla="*/ 10210 w 12728"/>
                <a:gd name="T35" fmla="*/ 11179 h 12755"/>
                <a:gd name="T36" fmla="*/ 10995 w 12728"/>
                <a:gd name="T37" fmla="*/ 10392 h 12755"/>
                <a:gd name="T38" fmla="*/ 10995 w 12728"/>
                <a:gd name="T39" fmla="*/ 7245 h 12755"/>
                <a:gd name="T40" fmla="*/ 11780 w 12728"/>
                <a:gd name="T41" fmla="*/ 6458 h 12755"/>
                <a:gd name="T42" fmla="*/ 12565 w 12728"/>
                <a:gd name="T43" fmla="*/ 7245 h 12755"/>
                <a:gd name="T44" fmla="*/ 12565 w 12728"/>
                <a:gd name="T45" fmla="*/ 11181 h 12755"/>
                <a:gd name="T46" fmla="*/ 10995 w 12728"/>
                <a:gd name="T47" fmla="*/ 12755 h 12755"/>
                <a:gd name="T48" fmla="*/ 1570 w 12728"/>
                <a:gd name="T49" fmla="*/ 12755 h 12755"/>
                <a:gd name="T50" fmla="*/ 0 w 12728"/>
                <a:gd name="T51" fmla="*/ 11181 h 12755"/>
                <a:gd name="T52" fmla="*/ 0 w 12728"/>
                <a:gd name="T53" fmla="*/ 1735 h 12755"/>
                <a:gd name="T54" fmla="*/ 1570 w 12728"/>
                <a:gd name="T55" fmla="*/ 161 h 12755"/>
                <a:gd name="T56" fmla="*/ 4711 w 12728"/>
                <a:gd name="T57" fmla="*/ 161 h 12755"/>
                <a:gd name="T58" fmla="*/ 5496 w 12728"/>
                <a:gd name="T59" fmla="*/ 948 h 12755"/>
                <a:gd name="T60" fmla="*/ 4711 w 12728"/>
                <a:gd name="T61" fmla="*/ 1735 h 12755"/>
                <a:gd name="T62" fmla="*/ 4711 w 12728"/>
                <a:gd name="T63" fmla="*/ 1735 h 12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728" h="12755">
                  <a:moveTo>
                    <a:pt x="12123" y="2794"/>
                  </a:moveTo>
                  <a:lnTo>
                    <a:pt x="11574" y="3342"/>
                  </a:lnTo>
                  <a:lnTo>
                    <a:pt x="9386" y="1151"/>
                  </a:lnTo>
                  <a:lnTo>
                    <a:pt x="9932" y="605"/>
                  </a:lnTo>
                  <a:cubicBezTo>
                    <a:pt x="10537" y="0"/>
                    <a:pt x="11518" y="0"/>
                    <a:pt x="12123" y="605"/>
                  </a:cubicBezTo>
                  <a:cubicBezTo>
                    <a:pt x="12728" y="1208"/>
                    <a:pt x="12728" y="2189"/>
                    <a:pt x="12123" y="2794"/>
                  </a:cubicBezTo>
                  <a:close/>
                  <a:moveTo>
                    <a:pt x="10479" y="4436"/>
                  </a:moveTo>
                  <a:lnTo>
                    <a:pt x="7742" y="7169"/>
                  </a:lnTo>
                  <a:lnTo>
                    <a:pt x="3926" y="8827"/>
                  </a:lnTo>
                  <a:lnTo>
                    <a:pt x="5551" y="4980"/>
                  </a:lnTo>
                  <a:lnTo>
                    <a:pt x="8290" y="2245"/>
                  </a:lnTo>
                  <a:lnTo>
                    <a:pt x="10479" y="4436"/>
                  </a:lnTo>
                  <a:close/>
                  <a:moveTo>
                    <a:pt x="4711" y="1735"/>
                  </a:moveTo>
                  <a:lnTo>
                    <a:pt x="2356" y="1735"/>
                  </a:lnTo>
                  <a:cubicBezTo>
                    <a:pt x="1921" y="1735"/>
                    <a:pt x="1570" y="2088"/>
                    <a:pt x="1570" y="2522"/>
                  </a:cubicBezTo>
                  <a:lnTo>
                    <a:pt x="1570" y="10392"/>
                  </a:lnTo>
                  <a:cubicBezTo>
                    <a:pt x="1570" y="10826"/>
                    <a:pt x="1921" y="11179"/>
                    <a:pt x="2356" y="11179"/>
                  </a:cubicBezTo>
                  <a:lnTo>
                    <a:pt x="10210" y="11179"/>
                  </a:lnTo>
                  <a:cubicBezTo>
                    <a:pt x="10644" y="11179"/>
                    <a:pt x="10995" y="10826"/>
                    <a:pt x="10995" y="10392"/>
                  </a:cubicBezTo>
                  <a:lnTo>
                    <a:pt x="10995" y="7245"/>
                  </a:lnTo>
                  <a:cubicBezTo>
                    <a:pt x="10995" y="6811"/>
                    <a:pt x="11346" y="6458"/>
                    <a:pt x="11780" y="6458"/>
                  </a:cubicBezTo>
                  <a:cubicBezTo>
                    <a:pt x="12214" y="6458"/>
                    <a:pt x="12565" y="6811"/>
                    <a:pt x="12565" y="7245"/>
                  </a:cubicBezTo>
                  <a:lnTo>
                    <a:pt x="12565" y="11181"/>
                  </a:lnTo>
                  <a:cubicBezTo>
                    <a:pt x="12565" y="12049"/>
                    <a:pt x="11861" y="12755"/>
                    <a:pt x="10995" y="12755"/>
                  </a:cubicBezTo>
                  <a:lnTo>
                    <a:pt x="1570" y="12755"/>
                  </a:lnTo>
                  <a:cubicBezTo>
                    <a:pt x="704" y="12755"/>
                    <a:pt x="0" y="12051"/>
                    <a:pt x="0" y="11181"/>
                  </a:cubicBezTo>
                  <a:lnTo>
                    <a:pt x="0" y="1735"/>
                  </a:lnTo>
                  <a:cubicBezTo>
                    <a:pt x="0" y="866"/>
                    <a:pt x="704" y="161"/>
                    <a:pt x="1570" y="161"/>
                  </a:cubicBezTo>
                  <a:lnTo>
                    <a:pt x="4711" y="161"/>
                  </a:lnTo>
                  <a:cubicBezTo>
                    <a:pt x="5145" y="161"/>
                    <a:pt x="5496" y="514"/>
                    <a:pt x="5496" y="948"/>
                  </a:cubicBezTo>
                  <a:cubicBezTo>
                    <a:pt x="5496" y="1384"/>
                    <a:pt x="5145" y="1735"/>
                    <a:pt x="4711" y="1735"/>
                  </a:cubicBezTo>
                  <a:close/>
                  <a:moveTo>
                    <a:pt x="4711" y="1735"/>
                  </a:move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7" name="文本框 96"/>
            <p:cNvSpPr txBox="1"/>
            <p:nvPr>
              <p:custDataLst>
                <p:tags r:id="rId5"/>
              </p:custDataLst>
            </p:nvPr>
          </p:nvSpPr>
          <p:spPr>
            <a:xfrm>
              <a:off x="5081" y="1866"/>
              <a:ext cx="11164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</a:t>
              </a:r>
              <a:r>
                <a:rPr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服务器解析请求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。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6" name="文本框 65"/>
          <p:cNvSpPr txBox="1"/>
          <p:nvPr>
            <p:custDataLst>
              <p:tags r:id="rId6"/>
            </p:custDataLst>
          </p:nvPr>
        </p:nvSpPr>
        <p:spPr>
          <a:xfrm>
            <a:off x="3674110" y="1637665"/>
            <a:ext cx="8310245" cy="435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 marL="0" lvl="1">
              <a:spcBef>
                <a:spcPct val="20000"/>
              </a:spcBef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var http = require('http');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>
              <a:spcBef>
                <a:spcPct val="20000"/>
              </a:spcBef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var server = http.createServer(); //创建Web服务器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>
              <a:spcBef>
                <a:spcPct val="20000"/>
              </a:spcBef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server.on("request", function(</a:t>
            </a: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request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response) {	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>
              <a:spcBef>
                <a:spcPct val="20000"/>
              </a:spcBef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console.log(request.headers);  </a:t>
            </a:r>
            <a:r>
              <a:rPr lang="en-US" altLang="zh-CN" sz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以对象形式输出全部请求头信息</a:t>
            </a:r>
            <a:endParaRPr lang="en-US" altLang="zh-CN" sz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>
              <a:spcBef>
                <a:spcPct val="20000"/>
              </a:spcBef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console.log(request.rawHeaders);  </a:t>
            </a:r>
            <a:r>
              <a:rPr lang="en-US" altLang="zh-CN" sz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以数组形式输出全部请求头信息</a:t>
            </a:r>
            <a:endParaRPr lang="en-US" altLang="zh-CN" sz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>
              <a:spcBef>
                <a:spcPct val="20000"/>
              </a:spcBef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console.log(request.httpVersion);  </a:t>
            </a:r>
            <a:r>
              <a:rPr lang="en-US" altLang="zh-CN" sz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输出http请求的协议</a:t>
            </a:r>
            <a:endParaRPr lang="en-US" altLang="zh-CN" sz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>
              <a:spcBef>
                <a:spcPct val="20000"/>
              </a:spcBef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console.log(request.method);  </a:t>
            </a:r>
            <a:r>
              <a:rPr lang="en-US" altLang="zh-CN" sz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输出http请求的方式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>
              <a:spcBef>
                <a:spcPct val="20000"/>
              </a:spcBef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console.log(request.url);  </a:t>
            </a:r>
            <a:r>
              <a:rPr lang="en-US" altLang="zh-CN" sz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输出http请求的路径</a:t>
            </a:r>
            <a:endParaRPr lang="en-US" altLang="zh-CN" sz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>
              <a:spcBef>
                <a:spcPct val="20000"/>
              </a:spcBef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response.end();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>
              <a:spcBef>
                <a:spcPct val="20000"/>
              </a:spcBef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});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>
              <a:spcBef>
                <a:spcPct val="20000"/>
              </a:spcBef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server.listen(3000, function() {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>
              <a:spcBef>
                <a:spcPct val="20000"/>
              </a:spcBef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console.log("localhost:3000 listening...");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>
              <a:spcBef>
                <a:spcPct val="20000"/>
              </a:spcBef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});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>
            <p:custDataLst>
              <p:tags r:id="rId7"/>
            </p:custDataLst>
          </p:nvPr>
        </p:nvSpPr>
        <p:spPr>
          <a:xfrm>
            <a:off x="3674110" y="1637665"/>
            <a:ext cx="8216265" cy="4925060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>
            <p:custDataLst>
              <p:tags r:id="rId8"/>
            </p:custDataLst>
          </p:nvPr>
        </p:nvSpPr>
        <p:spPr>
          <a:xfrm>
            <a:off x="4568190" y="2603500"/>
            <a:ext cx="7203440" cy="1730375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60045" y="4318000"/>
            <a:ext cx="8569325" cy="1180465"/>
            <a:chOff x="567" y="6800"/>
            <a:chExt cx="13495" cy="1859"/>
          </a:xfrm>
        </p:grpSpPr>
        <p:sp>
          <p:nvSpPr>
            <p:cNvPr id="61" name="矩形 4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567" y="7253"/>
              <a:ext cx="4560" cy="140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在控制台输出请求细节信息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65" name="直接连接符 5"/>
            <p:cNvCxnSpPr>
              <a:cxnSpLocks noChangeShapeType="1"/>
            </p:cNvCxnSpPr>
            <p:nvPr>
              <p:custDataLst>
                <p:tags r:id="rId10"/>
              </p:custDataLst>
            </p:nvPr>
          </p:nvCxnSpPr>
          <p:spPr bwMode="auto">
            <a:xfrm flipH="1">
              <a:off x="5882" y="6800"/>
              <a:ext cx="8180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7" name="直接连接符 9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V="1">
              <a:off x="5644" y="6800"/>
              <a:ext cx="0" cy="124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8" name="直接连接符 76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 flipH="1">
              <a:off x="5348" y="8048"/>
              <a:ext cx="30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4" name="直接连接符 90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>
              <a:off x="5348" y="7691"/>
              <a:ext cx="0" cy="714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" name="文本框 2"/>
          <p:cNvSpPr txBox="1"/>
          <p:nvPr/>
        </p:nvSpPr>
        <p:spPr>
          <a:xfrm>
            <a:off x="885130" y="208567"/>
            <a:ext cx="303339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sz="3200" b="0" i="0" u="none" strike="noStrike" cap="none" spc="0" normalizeH="0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创建Web服务端</a:t>
            </a:r>
            <a:endParaRPr kumimoji="1" sz="3200" b="0" i="0" u="none" strike="noStrike" cap="none" spc="0" normalizeH="0" baseline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60045" y="2030730"/>
            <a:ext cx="9992995" cy="1256030"/>
            <a:chOff x="567" y="3198"/>
            <a:chExt cx="15737" cy="1978"/>
          </a:xfrm>
        </p:grpSpPr>
        <p:sp>
          <p:nvSpPr>
            <p:cNvPr id="34" name="矩形 4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567" y="3198"/>
              <a:ext cx="4560" cy="197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通过函数内的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request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对象，获取请求信息。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49" name="直接连接符 76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 flipH="1">
              <a:off x="5354" y="4089"/>
              <a:ext cx="10950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" name="直接连接符 90"/>
            <p:cNvCxnSpPr>
              <a:cxnSpLocks noChangeShapeType="1"/>
            </p:cNvCxnSpPr>
            <p:nvPr>
              <p:custDataLst>
                <p:tags r:id="rId16"/>
              </p:custDataLst>
            </p:nvPr>
          </p:nvCxnSpPr>
          <p:spPr bwMode="auto">
            <a:xfrm>
              <a:off x="5336" y="3633"/>
              <a:ext cx="0" cy="71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5" name="图片 4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6654800" y="3287395"/>
            <a:ext cx="5422265" cy="334391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custDataLst>
      <p:tags r:id="rId1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P spid="66" grpId="1"/>
      <p:bldP spid="16" grpId="0" animBg="1"/>
      <p:bldP spid="16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kern="1200" cap="none" spc="0" normalizeH="0" baseline="0" noProof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小结</a:t>
            </a:r>
            <a:endParaRPr kumimoji="1" lang="zh-CN" altLang="en-US" sz="3200" i="0" kern="1200" cap="none" spc="0" normalizeH="0" baseline="0" noProof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4" name="îṧľíḑè"/>
          <p:cNvSpPr/>
          <p:nvPr/>
        </p:nvSpPr>
        <p:spPr bwMode="auto">
          <a:xfrm>
            <a:off x="2781935" y="4605020"/>
            <a:ext cx="851535" cy="201295"/>
          </a:xfrm>
          <a:custGeom>
            <a:avLst/>
            <a:gdLst>
              <a:gd name="T0" fmla="*/ 0 w 1842"/>
              <a:gd name="T1" fmla="*/ 335 h 436"/>
              <a:gd name="T2" fmla="*/ 276 w 1842"/>
              <a:gd name="T3" fmla="*/ 0 h 436"/>
              <a:gd name="T4" fmla="*/ 1566 w 1842"/>
              <a:gd name="T5" fmla="*/ 0 h 436"/>
              <a:gd name="T6" fmla="*/ 1842 w 1842"/>
              <a:gd name="T7" fmla="*/ 335 h 436"/>
              <a:gd name="T8" fmla="*/ 1842 w 1842"/>
              <a:gd name="T9" fmla="*/ 436 h 436"/>
              <a:gd name="T10" fmla="*/ 0 w 1842"/>
              <a:gd name="T11" fmla="*/ 436 h 436"/>
              <a:gd name="T12" fmla="*/ 0 w 1842"/>
              <a:gd name="T13" fmla="*/ 3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436">
                <a:moveTo>
                  <a:pt x="0" y="335"/>
                </a:moveTo>
                <a:cubicBezTo>
                  <a:pt x="0" y="150"/>
                  <a:pt x="124" y="0"/>
                  <a:pt x="276" y="0"/>
                </a:cubicBezTo>
                <a:cubicBezTo>
                  <a:pt x="1566" y="0"/>
                  <a:pt x="1566" y="0"/>
                  <a:pt x="1566" y="0"/>
                </a:cubicBezTo>
                <a:cubicBezTo>
                  <a:pt x="1718" y="0"/>
                  <a:pt x="1842" y="150"/>
                  <a:pt x="1842" y="335"/>
                </a:cubicBezTo>
                <a:cubicBezTo>
                  <a:pt x="1842" y="436"/>
                  <a:pt x="1842" y="436"/>
                  <a:pt x="1842" y="436"/>
                </a:cubicBezTo>
                <a:cubicBezTo>
                  <a:pt x="0" y="436"/>
                  <a:pt x="0" y="436"/>
                  <a:pt x="0" y="436"/>
                </a:cubicBezTo>
                <a:lnTo>
                  <a:pt x="0" y="335"/>
                </a:lnTo>
                <a:close/>
              </a:path>
            </a:pathLst>
          </a:custGeom>
          <a:solidFill>
            <a:srgbClr val="000000">
              <a:lumMod val="95000"/>
              <a:lumOff val="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íśḻïḍè"/>
          <p:cNvSpPr/>
          <p:nvPr>
            <p:custDataLst>
              <p:tags r:id="rId3"/>
            </p:custDataLst>
          </p:nvPr>
        </p:nvSpPr>
        <p:spPr bwMode="auto">
          <a:xfrm>
            <a:off x="2781935" y="4805680"/>
            <a:ext cx="851535" cy="344805"/>
          </a:xfrm>
          <a:custGeom>
            <a:avLst/>
            <a:gdLst>
              <a:gd name="T0" fmla="*/ 1842 w 1842"/>
              <a:gd name="T1" fmla="*/ 0 h 747"/>
              <a:gd name="T2" fmla="*/ 1842 w 1842"/>
              <a:gd name="T3" fmla="*/ 412 h 747"/>
              <a:gd name="T4" fmla="*/ 1566 w 1842"/>
              <a:gd name="T5" fmla="*/ 747 h 747"/>
              <a:gd name="T6" fmla="*/ 276 w 1842"/>
              <a:gd name="T7" fmla="*/ 747 h 747"/>
              <a:gd name="T8" fmla="*/ 0 w 1842"/>
              <a:gd name="T9" fmla="*/ 412 h 747"/>
              <a:gd name="T10" fmla="*/ 0 w 1842"/>
              <a:gd name="T11" fmla="*/ 0 h 747"/>
              <a:gd name="T12" fmla="*/ 1842 w 1842"/>
              <a:gd name="T13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747">
                <a:moveTo>
                  <a:pt x="1842" y="0"/>
                </a:moveTo>
                <a:cubicBezTo>
                  <a:pt x="1842" y="412"/>
                  <a:pt x="1842" y="412"/>
                  <a:pt x="1842" y="412"/>
                </a:cubicBezTo>
                <a:cubicBezTo>
                  <a:pt x="1842" y="597"/>
                  <a:pt x="1718" y="747"/>
                  <a:pt x="1566" y="747"/>
                </a:cubicBezTo>
                <a:cubicBezTo>
                  <a:pt x="276" y="747"/>
                  <a:pt x="276" y="747"/>
                  <a:pt x="276" y="747"/>
                </a:cubicBezTo>
                <a:cubicBezTo>
                  <a:pt x="124" y="747"/>
                  <a:pt x="0" y="597"/>
                  <a:pt x="0" y="412"/>
                </a:cubicBezTo>
                <a:cubicBezTo>
                  <a:pt x="0" y="0"/>
                  <a:pt x="0" y="0"/>
                  <a:pt x="0" y="0"/>
                </a:cubicBezTo>
                <a:lnTo>
                  <a:pt x="18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îṩḷíďè"/>
          <p:cNvSpPr/>
          <p:nvPr>
            <p:custDataLst>
              <p:tags r:id="rId4"/>
            </p:custDataLst>
          </p:nvPr>
        </p:nvSpPr>
        <p:spPr bwMode="auto">
          <a:xfrm>
            <a:off x="1677035" y="2573020"/>
            <a:ext cx="3061970" cy="2158365"/>
          </a:xfrm>
          <a:custGeom>
            <a:avLst/>
            <a:gdLst>
              <a:gd name="T0" fmla="*/ 0 w 6624"/>
              <a:gd name="T1" fmla="*/ 4343 h 4677"/>
              <a:gd name="T2" fmla="*/ 335 w 6624"/>
              <a:gd name="T3" fmla="*/ 4677 h 4677"/>
              <a:gd name="T4" fmla="*/ 6289 w 6624"/>
              <a:gd name="T5" fmla="*/ 4677 h 4677"/>
              <a:gd name="T6" fmla="*/ 6624 w 6624"/>
              <a:gd name="T7" fmla="*/ 4343 h 4677"/>
              <a:gd name="T8" fmla="*/ 6624 w 6624"/>
              <a:gd name="T9" fmla="*/ 335 h 4677"/>
              <a:gd name="T10" fmla="*/ 6289 w 6624"/>
              <a:gd name="T11" fmla="*/ 0 h 4677"/>
              <a:gd name="T12" fmla="*/ 335 w 6624"/>
              <a:gd name="T13" fmla="*/ 0 h 4677"/>
              <a:gd name="T14" fmla="*/ 0 w 6624"/>
              <a:gd name="T15" fmla="*/ 335 h 4677"/>
              <a:gd name="T16" fmla="*/ 0 w 6624"/>
              <a:gd name="T17" fmla="*/ 4343 h 4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4" h="4677">
                <a:moveTo>
                  <a:pt x="0" y="4343"/>
                </a:moveTo>
                <a:cubicBezTo>
                  <a:pt x="0" y="4527"/>
                  <a:pt x="150" y="4677"/>
                  <a:pt x="335" y="4677"/>
                </a:cubicBezTo>
                <a:cubicBezTo>
                  <a:pt x="6289" y="4677"/>
                  <a:pt x="6289" y="4677"/>
                  <a:pt x="6289" y="4677"/>
                </a:cubicBezTo>
                <a:cubicBezTo>
                  <a:pt x="6474" y="4677"/>
                  <a:pt x="6624" y="4527"/>
                  <a:pt x="6624" y="4343"/>
                </a:cubicBezTo>
                <a:cubicBezTo>
                  <a:pt x="6624" y="335"/>
                  <a:pt x="6624" y="335"/>
                  <a:pt x="6624" y="335"/>
                </a:cubicBezTo>
                <a:cubicBezTo>
                  <a:pt x="6624" y="150"/>
                  <a:pt x="6474" y="0"/>
                  <a:pt x="6289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150" y="0"/>
                  <a:pt x="0" y="150"/>
                  <a:pt x="0" y="335"/>
                </a:cubicBezTo>
                <a:cubicBezTo>
                  <a:pt x="0" y="4343"/>
                  <a:pt x="0" y="4343"/>
                  <a:pt x="0" y="434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îṡľîde"/>
          <p:cNvSpPr/>
          <p:nvPr/>
        </p:nvSpPr>
        <p:spPr bwMode="auto">
          <a:xfrm>
            <a:off x="2378710" y="5013960"/>
            <a:ext cx="1659255" cy="273050"/>
          </a:xfrm>
          <a:custGeom>
            <a:avLst/>
            <a:gdLst>
              <a:gd name="T0" fmla="*/ 501 w 2055"/>
              <a:gd name="T1" fmla="*/ 0 h 338"/>
              <a:gd name="T2" fmla="*/ 1554 w 2055"/>
              <a:gd name="T3" fmla="*/ 0 h 338"/>
              <a:gd name="T4" fmla="*/ 2055 w 2055"/>
              <a:gd name="T5" fmla="*/ 338 h 338"/>
              <a:gd name="T6" fmla="*/ 0 w 2055"/>
              <a:gd name="T7" fmla="*/ 338 h 338"/>
              <a:gd name="T8" fmla="*/ 501 w 2055"/>
              <a:gd name="T9" fmla="*/ 0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5" h="338">
                <a:moveTo>
                  <a:pt x="501" y="0"/>
                </a:moveTo>
                <a:lnTo>
                  <a:pt x="1554" y="0"/>
                </a:lnTo>
                <a:lnTo>
                  <a:pt x="2055" y="338"/>
                </a:lnTo>
                <a:lnTo>
                  <a:pt x="0" y="338"/>
                </a:lnTo>
                <a:lnTo>
                  <a:pt x="501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îşḷîḓe"/>
          <p:cNvSpPr/>
          <p:nvPr/>
        </p:nvSpPr>
        <p:spPr bwMode="auto">
          <a:xfrm>
            <a:off x="1781175" y="2696845"/>
            <a:ext cx="2839085" cy="1836420"/>
          </a:xfrm>
          <a:custGeom>
            <a:avLst/>
            <a:gdLst>
              <a:gd name="T0" fmla="*/ 6116 w 6141"/>
              <a:gd name="T1" fmla="*/ 0 h 3978"/>
              <a:gd name="T2" fmla="*/ 6141 w 6141"/>
              <a:gd name="T3" fmla="*/ 25 h 3978"/>
              <a:gd name="T4" fmla="*/ 6141 w 6141"/>
              <a:gd name="T5" fmla="*/ 3953 h 3978"/>
              <a:gd name="T6" fmla="*/ 6116 w 6141"/>
              <a:gd name="T7" fmla="*/ 3978 h 3978"/>
              <a:gd name="T8" fmla="*/ 0 w 6141"/>
              <a:gd name="T9" fmla="*/ 0 h 3978"/>
              <a:gd name="T10" fmla="*/ 6116 w 6141"/>
              <a:gd name="T11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41" h="3978">
                <a:moveTo>
                  <a:pt x="6116" y="0"/>
                </a:moveTo>
                <a:cubicBezTo>
                  <a:pt x="6130" y="0"/>
                  <a:pt x="6141" y="11"/>
                  <a:pt x="6141" y="25"/>
                </a:cubicBezTo>
                <a:cubicBezTo>
                  <a:pt x="6141" y="3953"/>
                  <a:pt x="6141" y="3953"/>
                  <a:pt x="6141" y="3953"/>
                </a:cubicBezTo>
                <a:cubicBezTo>
                  <a:pt x="6141" y="3967"/>
                  <a:pt x="6130" y="3978"/>
                  <a:pt x="6116" y="3978"/>
                </a:cubicBezTo>
                <a:cubicBezTo>
                  <a:pt x="0" y="0"/>
                  <a:pt x="0" y="0"/>
                  <a:pt x="0" y="0"/>
                </a:cubicBezTo>
                <a:cubicBezTo>
                  <a:pt x="6116" y="0"/>
                  <a:pt x="6116" y="0"/>
                  <a:pt x="6116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íşļïḍê"/>
          <p:cNvSpPr/>
          <p:nvPr>
            <p:custDataLst>
              <p:tags r:id="rId5"/>
            </p:custDataLst>
          </p:nvPr>
        </p:nvSpPr>
        <p:spPr bwMode="auto">
          <a:xfrm>
            <a:off x="1758315" y="2696845"/>
            <a:ext cx="2849880" cy="1836420"/>
          </a:xfrm>
          <a:custGeom>
            <a:avLst/>
            <a:gdLst>
              <a:gd name="T0" fmla="*/ 25 w 6164"/>
              <a:gd name="T1" fmla="*/ 0 h 3978"/>
              <a:gd name="T2" fmla="*/ 48 w 6164"/>
              <a:gd name="T3" fmla="*/ 0 h 3978"/>
              <a:gd name="T4" fmla="*/ 6164 w 6164"/>
              <a:gd name="T5" fmla="*/ 3978 h 3978"/>
              <a:gd name="T6" fmla="*/ 25 w 6164"/>
              <a:gd name="T7" fmla="*/ 3978 h 3978"/>
              <a:gd name="T8" fmla="*/ 0 w 6164"/>
              <a:gd name="T9" fmla="*/ 3953 h 3978"/>
              <a:gd name="T10" fmla="*/ 0 w 6164"/>
              <a:gd name="T11" fmla="*/ 25 h 3978"/>
              <a:gd name="T12" fmla="*/ 25 w 6164"/>
              <a:gd name="T13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64" h="3978">
                <a:moveTo>
                  <a:pt x="25" y="0"/>
                </a:moveTo>
                <a:cubicBezTo>
                  <a:pt x="48" y="0"/>
                  <a:pt x="48" y="0"/>
                  <a:pt x="48" y="0"/>
                </a:cubicBezTo>
                <a:cubicBezTo>
                  <a:pt x="6164" y="3978"/>
                  <a:pt x="6164" y="3978"/>
                  <a:pt x="6164" y="3978"/>
                </a:cubicBezTo>
                <a:cubicBezTo>
                  <a:pt x="25" y="3978"/>
                  <a:pt x="25" y="3978"/>
                  <a:pt x="25" y="3978"/>
                </a:cubicBezTo>
                <a:cubicBezTo>
                  <a:pt x="11" y="3978"/>
                  <a:pt x="0" y="3967"/>
                  <a:pt x="0" y="395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ïṡḷîḓê"/>
          <p:cNvSpPr/>
          <p:nvPr>
            <p:custDataLst>
              <p:tags r:id="rId6"/>
            </p:custDataLst>
          </p:nvPr>
        </p:nvSpPr>
        <p:spPr bwMode="auto">
          <a:xfrm>
            <a:off x="3584575" y="2073910"/>
            <a:ext cx="847725" cy="1416685"/>
          </a:xfrm>
          <a:custGeom>
            <a:avLst/>
            <a:gdLst>
              <a:gd name="T0" fmla="*/ 1040 w 1834"/>
              <a:gd name="T1" fmla="*/ 366 h 3069"/>
              <a:gd name="T2" fmla="*/ 1281 w 1834"/>
              <a:gd name="T3" fmla="*/ 1 h 3069"/>
              <a:gd name="T4" fmla="*/ 1283 w 1834"/>
              <a:gd name="T5" fmla="*/ 0 h 3069"/>
              <a:gd name="T6" fmla="*/ 1431 w 1834"/>
              <a:gd name="T7" fmla="*/ 0 h 3069"/>
              <a:gd name="T8" fmla="*/ 1834 w 1834"/>
              <a:gd name="T9" fmla="*/ 482 h 3069"/>
              <a:gd name="T10" fmla="*/ 1834 w 1834"/>
              <a:gd name="T11" fmla="*/ 482 h 3069"/>
              <a:gd name="T12" fmla="*/ 1834 w 1834"/>
              <a:gd name="T13" fmla="*/ 482 h 3069"/>
              <a:gd name="T14" fmla="*/ 1834 w 1834"/>
              <a:gd name="T15" fmla="*/ 3069 h 3069"/>
              <a:gd name="T16" fmla="*/ 40 w 1834"/>
              <a:gd name="T17" fmla="*/ 3069 h 3069"/>
              <a:gd name="T18" fmla="*/ 0 w 1834"/>
              <a:gd name="T19" fmla="*/ 213 h 3069"/>
              <a:gd name="T20" fmla="*/ 1040 w 1834"/>
              <a:gd name="T21" fmla="*/ 366 h 3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34" h="3069">
                <a:moveTo>
                  <a:pt x="1040" y="366"/>
                </a:moveTo>
                <a:cubicBezTo>
                  <a:pt x="1083" y="69"/>
                  <a:pt x="1281" y="1"/>
                  <a:pt x="1281" y="1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352" y="0"/>
                  <a:pt x="1403" y="0"/>
                  <a:pt x="1431" y="0"/>
                </a:cubicBezTo>
                <a:cubicBezTo>
                  <a:pt x="1767" y="0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3069"/>
                  <a:pt x="1834" y="3069"/>
                  <a:pt x="1834" y="3069"/>
                </a:cubicBezTo>
                <a:cubicBezTo>
                  <a:pt x="40" y="3069"/>
                  <a:pt x="40" y="3069"/>
                  <a:pt x="40" y="3069"/>
                </a:cubicBezTo>
                <a:cubicBezTo>
                  <a:pt x="0" y="213"/>
                  <a:pt x="0" y="213"/>
                  <a:pt x="0" y="213"/>
                </a:cubicBezTo>
                <a:lnTo>
                  <a:pt x="1040" y="3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iŝļîḋe"/>
          <p:cNvSpPr/>
          <p:nvPr/>
        </p:nvSpPr>
        <p:spPr bwMode="auto">
          <a:xfrm>
            <a:off x="2152015" y="2073910"/>
            <a:ext cx="2026285" cy="2410460"/>
          </a:xfrm>
          <a:custGeom>
            <a:avLst/>
            <a:gdLst>
              <a:gd name="T0" fmla="*/ 3185 w 4383"/>
              <a:gd name="T1" fmla="*/ 4743 h 5221"/>
              <a:gd name="T2" fmla="*/ 0 w 4383"/>
              <a:gd name="T3" fmla="*/ 4743 h 5221"/>
              <a:gd name="T4" fmla="*/ 0 w 4383"/>
              <a:gd name="T5" fmla="*/ 396 h 5221"/>
              <a:gd name="T6" fmla="*/ 401 w 4383"/>
              <a:gd name="T7" fmla="*/ 0 h 5221"/>
              <a:gd name="T8" fmla="*/ 524 w 4383"/>
              <a:gd name="T9" fmla="*/ 0 h 5221"/>
              <a:gd name="T10" fmla="*/ 4128 w 4383"/>
              <a:gd name="T11" fmla="*/ 0 h 5221"/>
              <a:gd name="T12" fmla="*/ 4128 w 4383"/>
              <a:gd name="T13" fmla="*/ 0 h 5221"/>
              <a:gd name="T14" fmla="*/ 4383 w 4383"/>
              <a:gd name="T15" fmla="*/ 0 h 5221"/>
              <a:gd name="T16" fmla="*/ 4381 w 4383"/>
              <a:gd name="T17" fmla="*/ 1 h 5221"/>
              <a:gd name="T18" fmla="*/ 4132 w 4383"/>
              <a:gd name="T19" fmla="*/ 482 h 5221"/>
              <a:gd name="T20" fmla="*/ 4126 w 4383"/>
              <a:gd name="T21" fmla="*/ 482 h 5221"/>
              <a:gd name="T22" fmla="*/ 4126 w 4383"/>
              <a:gd name="T23" fmla="*/ 577 h 5221"/>
              <a:gd name="T24" fmla="*/ 4126 w 4383"/>
              <a:gd name="T25" fmla="*/ 4822 h 5221"/>
              <a:gd name="T26" fmla="*/ 4126 w 4383"/>
              <a:gd name="T27" fmla="*/ 4825 h 5221"/>
              <a:gd name="T28" fmla="*/ 3725 w 4383"/>
              <a:gd name="T29" fmla="*/ 5221 h 5221"/>
              <a:gd name="T30" fmla="*/ 3602 w 4383"/>
              <a:gd name="T31" fmla="*/ 5221 h 5221"/>
              <a:gd name="T32" fmla="*/ 3185 w 4383"/>
              <a:gd name="T33" fmla="*/ 4743 h 5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83" h="5221">
                <a:moveTo>
                  <a:pt x="3185" y="4743"/>
                </a:moveTo>
                <a:cubicBezTo>
                  <a:pt x="0" y="4743"/>
                  <a:pt x="0" y="4743"/>
                  <a:pt x="0" y="4743"/>
                </a:cubicBezTo>
                <a:cubicBezTo>
                  <a:pt x="0" y="396"/>
                  <a:pt x="0" y="396"/>
                  <a:pt x="0" y="396"/>
                </a:cubicBezTo>
                <a:cubicBezTo>
                  <a:pt x="5" y="361"/>
                  <a:pt x="60" y="34"/>
                  <a:pt x="401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228" y="0"/>
                  <a:pt x="4315" y="0"/>
                  <a:pt x="4383" y="0"/>
                </a:cubicBezTo>
                <a:cubicBezTo>
                  <a:pt x="4381" y="1"/>
                  <a:pt x="4381" y="1"/>
                  <a:pt x="4381" y="1"/>
                </a:cubicBezTo>
                <a:cubicBezTo>
                  <a:pt x="4381" y="1"/>
                  <a:pt x="4132" y="86"/>
                  <a:pt x="4132" y="482"/>
                </a:cubicBezTo>
                <a:cubicBezTo>
                  <a:pt x="4126" y="482"/>
                  <a:pt x="4126" y="482"/>
                  <a:pt x="4126" y="482"/>
                </a:cubicBezTo>
                <a:cubicBezTo>
                  <a:pt x="4126" y="577"/>
                  <a:pt x="4126" y="577"/>
                  <a:pt x="4126" y="577"/>
                </a:cubicBezTo>
                <a:cubicBezTo>
                  <a:pt x="4126" y="4822"/>
                  <a:pt x="4126" y="4822"/>
                  <a:pt x="4126" y="4822"/>
                </a:cubicBezTo>
                <a:cubicBezTo>
                  <a:pt x="4126" y="4822"/>
                  <a:pt x="4126" y="4823"/>
                  <a:pt x="4126" y="4825"/>
                </a:cubicBezTo>
                <a:cubicBezTo>
                  <a:pt x="4121" y="4860"/>
                  <a:pt x="4066" y="5187"/>
                  <a:pt x="3725" y="5221"/>
                </a:cubicBezTo>
                <a:cubicBezTo>
                  <a:pt x="3602" y="5221"/>
                  <a:pt x="3602" y="5221"/>
                  <a:pt x="3602" y="5221"/>
                </a:cubicBezTo>
                <a:cubicBezTo>
                  <a:pt x="3162" y="5182"/>
                  <a:pt x="3185" y="4743"/>
                  <a:pt x="3185" y="4743"/>
                </a:cubicBezTo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íśḻîḑe"/>
          <p:cNvSpPr/>
          <p:nvPr>
            <p:custDataLst>
              <p:tags r:id="rId7"/>
            </p:custDataLst>
          </p:nvPr>
        </p:nvSpPr>
        <p:spPr bwMode="auto">
          <a:xfrm>
            <a:off x="1781175" y="4264025"/>
            <a:ext cx="2077085" cy="231775"/>
          </a:xfrm>
          <a:custGeom>
            <a:avLst/>
            <a:gdLst>
              <a:gd name="T0" fmla="*/ 3989 w 4494"/>
              <a:gd name="T1" fmla="*/ 0 h 503"/>
              <a:gd name="T2" fmla="*/ 0 w 4494"/>
              <a:gd name="T3" fmla="*/ 0 h 503"/>
              <a:gd name="T4" fmla="*/ 403 w 4494"/>
              <a:gd name="T5" fmla="*/ 482 h 503"/>
              <a:gd name="T6" fmla="*/ 4494 w 4494"/>
              <a:gd name="T7" fmla="*/ 482 h 503"/>
              <a:gd name="T8" fmla="*/ 3989 w 4494"/>
              <a:gd name="T9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4" h="503">
                <a:moveTo>
                  <a:pt x="39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67" y="482"/>
                  <a:pt x="403" y="482"/>
                </a:cubicBezTo>
                <a:cubicBezTo>
                  <a:pt x="739" y="482"/>
                  <a:pt x="4494" y="482"/>
                  <a:pt x="4494" y="482"/>
                </a:cubicBezTo>
                <a:cubicBezTo>
                  <a:pt x="4494" y="482"/>
                  <a:pt x="3987" y="503"/>
                  <a:pt x="398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îSḷiḑé"/>
          <p:cNvSpPr/>
          <p:nvPr>
            <p:custDataLst>
              <p:tags r:id="rId8"/>
            </p:custDataLst>
          </p:nvPr>
        </p:nvSpPr>
        <p:spPr bwMode="auto">
          <a:xfrm>
            <a:off x="2966085" y="231203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îšľïḑé"/>
          <p:cNvSpPr/>
          <p:nvPr>
            <p:custDataLst>
              <p:tags r:id="rId9"/>
            </p:custDataLst>
          </p:nvPr>
        </p:nvSpPr>
        <p:spPr bwMode="auto">
          <a:xfrm>
            <a:off x="2799715" y="2463800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ïṧḻïḍè"/>
          <p:cNvSpPr/>
          <p:nvPr>
            <p:custDataLst>
              <p:tags r:id="rId10"/>
            </p:custDataLst>
          </p:nvPr>
        </p:nvSpPr>
        <p:spPr bwMode="auto">
          <a:xfrm>
            <a:off x="2481580" y="2463800"/>
            <a:ext cx="20637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îSļîḍè"/>
          <p:cNvSpPr/>
          <p:nvPr>
            <p:custDataLst>
              <p:tags r:id="rId11"/>
            </p:custDataLst>
          </p:nvPr>
        </p:nvSpPr>
        <p:spPr bwMode="auto">
          <a:xfrm>
            <a:off x="2653665" y="261556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îsḷîḋè"/>
          <p:cNvSpPr/>
          <p:nvPr>
            <p:custDataLst>
              <p:tags r:id="rId12"/>
            </p:custDataLst>
          </p:nvPr>
        </p:nvSpPr>
        <p:spPr bwMode="auto">
          <a:xfrm>
            <a:off x="2966085" y="276733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išľíḍè"/>
          <p:cNvSpPr/>
          <p:nvPr>
            <p:custDataLst>
              <p:tags r:id="rId13"/>
            </p:custDataLst>
          </p:nvPr>
        </p:nvSpPr>
        <p:spPr bwMode="auto">
          <a:xfrm>
            <a:off x="2578100" y="2767330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iŝḷiḓê"/>
          <p:cNvSpPr/>
          <p:nvPr>
            <p:custDataLst>
              <p:tags r:id="rId14"/>
            </p:custDataLst>
          </p:nvPr>
        </p:nvSpPr>
        <p:spPr bwMode="auto">
          <a:xfrm>
            <a:off x="2331085" y="3516630"/>
            <a:ext cx="401955" cy="66040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íśliḓè"/>
          <p:cNvSpPr/>
          <p:nvPr/>
        </p:nvSpPr>
        <p:spPr bwMode="auto">
          <a:xfrm>
            <a:off x="2331085" y="3516630"/>
            <a:ext cx="401955" cy="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iṡḷíďé"/>
          <p:cNvSpPr/>
          <p:nvPr>
            <p:custDataLst>
              <p:tags r:id="rId15"/>
            </p:custDataLst>
          </p:nvPr>
        </p:nvSpPr>
        <p:spPr bwMode="auto">
          <a:xfrm>
            <a:off x="2340610" y="3982085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îşļíḑè"/>
          <p:cNvSpPr/>
          <p:nvPr>
            <p:custDataLst>
              <p:tags r:id="rId16"/>
            </p:custDataLst>
          </p:nvPr>
        </p:nvSpPr>
        <p:spPr bwMode="auto">
          <a:xfrm>
            <a:off x="3343275" y="3982085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ïşļiḑé"/>
          <p:cNvSpPr/>
          <p:nvPr>
            <p:custDataLst>
              <p:tags r:id="rId17"/>
            </p:custDataLst>
          </p:nvPr>
        </p:nvSpPr>
        <p:spPr bwMode="auto">
          <a:xfrm>
            <a:off x="2966085" y="413385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iṡľîďé"/>
          <p:cNvSpPr/>
          <p:nvPr/>
        </p:nvSpPr>
        <p:spPr bwMode="auto">
          <a:xfrm>
            <a:off x="3140075" y="4587240"/>
            <a:ext cx="113030" cy="113665"/>
          </a:xfrm>
          <a:prstGeom prst="ellipse">
            <a:avLst/>
          </a:pr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îśļiḓè"/>
          <p:cNvSpPr/>
          <p:nvPr>
            <p:custDataLst>
              <p:tags r:id="rId18"/>
            </p:custDataLst>
          </p:nvPr>
        </p:nvSpPr>
        <p:spPr bwMode="auto">
          <a:xfrm>
            <a:off x="2991485" y="2919095"/>
            <a:ext cx="685165" cy="51435"/>
          </a:xfrm>
          <a:custGeom>
            <a:avLst/>
            <a:gdLst>
              <a:gd name="T0" fmla="*/ 849 w 849"/>
              <a:gd name="T1" fmla="*/ 0 h 64"/>
              <a:gd name="T2" fmla="*/ 0 w 849"/>
              <a:gd name="T3" fmla="*/ 0 h 64"/>
              <a:gd name="T4" fmla="*/ 80 w 849"/>
              <a:gd name="T5" fmla="*/ 64 h 64"/>
              <a:gd name="T6" fmla="*/ 849 w 849"/>
              <a:gd name="T7" fmla="*/ 64 h 64"/>
              <a:gd name="T8" fmla="*/ 849 w 849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9" h="64">
                <a:moveTo>
                  <a:pt x="849" y="0"/>
                </a:moveTo>
                <a:lnTo>
                  <a:pt x="0" y="0"/>
                </a:lnTo>
                <a:lnTo>
                  <a:pt x="80" y="64"/>
                </a:lnTo>
                <a:lnTo>
                  <a:pt x="849" y="64"/>
                </a:lnTo>
                <a:lnTo>
                  <a:pt x="84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îṡlíḍê"/>
          <p:cNvSpPr/>
          <p:nvPr>
            <p:custDataLst>
              <p:tags r:id="rId19"/>
            </p:custDataLst>
          </p:nvPr>
        </p:nvSpPr>
        <p:spPr bwMode="auto">
          <a:xfrm>
            <a:off x="2722245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íṥľiḍe"/>
          <p:cNvSpPr/>
          <p:nvPr/>
        </p:nvSpPr>
        <p:spPr bwMode="auto">
          <a:xfrm>
            <a:off x="2722245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íṥ1ïḍe"/>
          <p:cNvSpPr/>
          <p:nvPr>
            <p:custDataLst>
              <p:tags r:id="rId20"/>
            </p:custDataLst>
          </p:nvPr>
        </p:nvSpPr>
        <p:spPr bwMode="auto">
          <a:xfrm>
            <a:off x="3147060" y="3070860"/>
            <a:ext cx="347980" cy="51435"/>
          </a:xfrm>
          <a:custGeom>
            <a:avLst/>
            <a:gdLst>
              <a:gd name="T0" fmla="*/ 431 w 431"/>
              <a:gd name="T1" fmla="*/ 0 h 64"/>
              <a:gd name="T2" fmla="*/ 0 w 431"/>
              <a:gd name="T3" fmla="*/ 0 h 64"/>
              <a:gd name="T4" fmla="*/ 12 w 431"/>
              <a:gd name="T5" fmla="*/ 31 h 64"/>
              <a:gd name="T6" fmla="*/ 33 w 431"/>
              <a:gd name="T7" fmla="*/ 64 h 64"/>
              <a:gd name="T8" fmla="*/ 431 w 431"/>
              <a:gd name="T9" fmla="*/ 64 h 64"/>
              <a:gd name="T10" fmla="*/ 431 w 431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" h="64">
                <a:moveTo>
                  <a:pt x="431" y="0"/>
                </a:moveTo>
                <a:lnTo>
                  <a:pt x="0" y="0"/>
                </a:lnTo>
                <a:lnTo>
                  <a:pt x="12" y="31"/>
                </a:lnTo>
                <a:lnTo>
                  <a:pt x="33" y="64"/>
                </a:lnTo>
                <a:lnTo>
                  <a:pt x="431" y="64"/>
                </a:lnTo>
                <a:lnTo>
                  <a:pt x="43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îślïḋe"/>
          <p:cNvSpPr/>
          <p:nvPr>
            <p:custDataLst>
              <p:tags r:id="rId21"/>
            </p:custDataLst>
          </p:nvPr>
        </p:nvSpPr>
        <p:spPr bwMode="auto">
          <a:xfrm>
            <a:off x="2992120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îṥḻidé"/>
          <p:cNvSpPr/>
          <p:nvPr/>
        </p:nvSpPr>
        <p:spPr bwMode="auto">
          <a:xfrm>
            <a:off x="2992120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ïşḷiḍè"/>
          <p:cNvSpPr/>
          <p:nvPr>
            <p:custDataLst>
              <p:tags r:id="rId22"/>
            </p:custDataLst>
          </p:nvPr>
        </p:nvSpPr>
        <p:spPr bwMode="auto">
          <a:xfrm>
            <a:off x="2689860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islîdê"/>
          <p:cNvSpPr/>
          <p:nvPr/>
        </p:nvSpPr>
        <p:spPr bwMode="auto">
          <a:xfrm>
            <a:off x="2689860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îŝḻiḍê"/>
          <p:cNvSpPr/>
          <p:nvPr>
            <p:custDataLst>
              <p:tags r:id="rId23"/>
            </p:custDataLst>
          </p:nvPr>
        </p:nvSpPr>
        <p:spPr bwMode="auto">
          <a:xfrm>
            <a:off x="3227705" y="3223260"/>
            <a:ext cx="452120" cy="51435"/>
          </a:xfrm>
          <a:custGeom>
            <a:avLst/>
            <a:gdLst>
              <a:gd name="T0" fmla="*/ 560 w 560"/>
              <a:gd name="T1" fmla="*/ 0 h 64"/>
              <a:gd name="T2" fmla="*/ 0 w 560"/>
              <a:gd name="T3" fmla="*/ 0 h 64"/>
              <a:gd name="T4" fmla="*/ 9 w 560"/>
              <a:gd name="T5" fmla="*/ 64 h 64"/>
              <a:gd name="T6" fmla="*/ 560 w 560"/>
              <a:gd name="T7" fmla="*/ 64 h 64"/>
              <a:gd name="T8" fmla="*/ 560 w 560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64">
                <a:moveTo>
                  <a:pt x="560" y="0"/>
                </a:moveTo>
                <a:lnTo>
                  <a:pt x="0" y="0"/>
                </a:lnTo>
                <a:lnTo>
                  <a:pt x="9" y="64"/>
                </a:lnTo>
                <a:lnTo>
                  <a:pt x="560" y="64"/>
                </a:lnTo>
                <a:lnTo>
                  <a:pt x="56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îṧḻíḋè"/>
          <p:cNvSpPr/>
          <p:nvPr>
            <p:custDataLst>
              <p:tags r:id="rId24"/>
            </p:custDataLst>
          </p:nvPr>
        </p:nvSpPr>
        <p:spPr bwMode="auto">
          <a:xfrm>
            <a:off x="296481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iŝ1iḓê"/>
          <p:cNvSpPr/>
          <p:nvPr/>
        </p:nvSpPr>
        <p:spPr bwMode="auto">
          <a:xfrm>
            <a:off x="296481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iṡļïḍé"/>
          <p:cNvSpPr/>
          <p:nvPr>
            <p:custDataLst>
              <p:tags r:id="rId25"/>
            </p:custDataLst>
          </p:nvPr>
        </p:nvSpPr>
        <p:spPr bwMode="auto">
          <a:xfrm>
            <a:off x="3244215" y="3375025"/>
            <a:ext cx="650875" cy="51435"/>
          </a:xfrm>
          <a:custGeom>
            <a:avLst/>
            <a:gdLst>
              <a:gd name="T0" fmla="*/ 806 w 806"/>
              <a:gd name="T1" fmla="*/ 0 h 64"/>
              <a:gd name="T2" fmla="*/ 0 w 806"/>
              <a:gd name="T3" fmla="*/ 0 h 64"/>
              <a:gd name="T4" fmla="*/ 1 w 806"/>
              <a:gd name="T5" fmla="*/ 64 h 64"/>
              <a:gd name="T6" fmla="*/ 806 w 806"/>
              <a:gd name="T7" fmla="*/ 64 h 64"/>
              <a:gd name="T8" fmla="*/ 806 w 806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" h="64">
                <a:moveTo>
                  <a:pt x="806" y="0"/>
                </a:moveTo>
                <a:lnTo>
                  <a:pt x="0" y="0"/>
                </a:lnTo>
                <a:lnTo>
                  <a:pt x="1" y="64"/>
                </a:lnTo>
                <a:lnTo>
                  <a:pt x="806" y="64"/>
                </a:lnTo>
                <a:lnTo>
                  <a:pt x="80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î$1ïḓè"/>
          <p:cNvSpPr/>
          <p:nvPr>
            <p:custDataLst>
              <p:tags r:id="rId26"/>
            </p:custDataLst>
          </p:nvPr>
        </p:nvSpPr>
        <p:spPr bwMode="auto">
          <a:xfrm>
            <a:off x="282765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ïşlíḋé"/>
          <p:cNvSpPr/>
          <p:nvPr/>
        </p:nvSpPr>
        <p:spPr bwMode="auto">
          <a:xfrm>
            <a:off x="282765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iṩ1iḍe"/>
          <p:cNvSpPr/>
          <p:nvPr>
            <p:custDataLst>
              <p:tags r:id="rId27"/>
            </p:custDataLst>
          </p:nvPr>
        </p:nvSpPr>
        <p:spPr bwMode="auto">
          <a:xfrm>
            <a:off x="3223895" y="3526790"/>
            <a:ext cx="554355" cy="51435"/>
          </a:xfrm>
          <a:custGeom>
            <a:avLst/>
            <a:gdLst>
              <a:gd name="T0" fmla="*/ 0 w 687"/>
              <a:gd name="T1" fmla="*/ 64 h 64"/>
              <a:gd name="T2" fmla="*/ 687 w 687"/>
              <a:gd name="T3" fmla="*/ 64 h 64"/>
              <a:gd name="T4" fmla="*/ 687 w 687"/>
              <a:gd name="T5" fmla="*/ 0 h 64"/>
              <a:gd name="T6" fmla="*/ 14 w 687"/>
              <a:gd name="T7" fmla="*/ 0 h 64"/>
              <a:gd name="T8" fmla="*/ 9 w 687"/>
              <a:gd name="T9" fmla="*/ 39 h 64"/>
              <a:gd name="T10" fmla="*/ 0 w 68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7" h="64">
                <a:moveTo>
                  <a:pt x="0" y="64"/>
                </a:moveTo>
                <a:lnTo>
                  <a:pt x="687" y="64"/>
                </a:lnTo>
                <a:lnTo>
                  <a:pt x="687" y="0"/>
                </a:lnTo>
                <a:lnTo>
                  <a:pt x="14" y="0"/>
                </a:lnTo>
                <a:lnTo>
                  <a:pt x="9" y="3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ïṡļidê"/>
          <p:cNvSpPr/>
          <p:nvPr>
            <p:custDataLst>
              <p:tags r:id="rId28"/>
            </p:custDataLst>
          </p:nvPr>
        </p:nvSpPr>
        <p:spPr bwMode="auto">
          <a:xfrm>
            <a:off x="3166745" y="3678555"/>
            <a:ext cx="300355" cy="51435"/>
          </a:xfrm>
          <a:custGeom>
            <a:avLst/>
            <a:gdLst>
              <a:gd name="T0" fmla="*/ 0 w 372"/>
              <a:gd name="T1" fmla="*/ 64 h 64"/>
              <a:gd name="T2" fmla="*/ 372 w 372"/>
              <a:gd name="T3" fmla="*/ 64 h 64"/>
              <a:gd name="T4" fmla="*/ 372 w 372"/>
              <a:gd name="T5" fmla="*/ 0 h 64"/>
              <a:gd name="T6" fmla="*/ 24 w 372"/>
              <a:gd name="T7" fmla="*/ 0 h 64"/>
              <a:gd name="T8" fmla="*/ 21 w 372"/>
              <a:gd name="T9" fmla="*/ 9 h 64"/>
              <a:gd name="T10" fmla="*/ 0 w 372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64">
                <a:moveTo>
                  <a:pt x="0" y="64"/>
                </a:moveTo>
                <a:lnTo>
                  <a:pt x="372" y="64"/>
                </a:lnTo>
                <a:lnTo>
                  <a:pt x="372" y="0"/>
                </a:lnTo>
                <a:lnTo>
                  <a:pt x="24" y="0"/>
                </a:lnTo>
                <a:lnTo>
                  <a:pt x="21" y="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íšľíḑé"/>
          <p:cNvSpPr/>
          <p:nvPr>
            <p:custDataLst>
              <p:tags r:id="rId29"/>
            </p:custDataLst>
          </p:nvPr>
        </p:nvSpPr>
        <p:spPr bwMode="auto">
          <a:xfrm>
            <a:off x="3007995" y="3830320"/>
            <a:ext cx="643255" cy="51435"/>
          </a:xfrm>
          <a:custGeom>
            <a:avLst/>
            <a:gdLst>
              <a:gd name="T0" fmla="*/ 0 w 797"/>
              <a:gd name="T1" fmla="*/ 64 h 64"/>
              <a:gd name="T2" fmla="*/ 797 w 797"/>
              <a:gd name="T3" fmla="*/ 64 h 64"/>
              <a:gd name="T4" fmla="*/ 797 w 797"/>
              <a:gd name="T5" fmla="*/ 0 h 64"/>
              <a:gd name="T6" fmla="*/ 59 w 797"/>
              <a:gd name="T7" fmla="*/ 0 h 64"/>
              <a:gd name="T8" fmla="*/ 48 w 797"/>
              <a:gd name="T9" fmla="*/ 8 h 64"/>
              <a:gd name="T10" fmla="*/ 0 w 79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7" h="64">
                <a:moveTo>
                  <a:pt x="0" y="64"/>
                </a:moveTo>
                <a:lnTo>
                  <a:pt x="797" y="64"/>
                </a:lnTo>
                <a:lnTo>
                  <a:pt x="797" y="0"/>
                </a:lnTo>
                <a:lnTo>
                  <a:pt x="59" y="0"/>
                </a:lnTo>
                <a:lnTo>
                  <a:pt x="48" y="8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išlíḑe"/>
          <p:cNvSpPr/>
          <p:nvPr>
            <p:custDataLst>
              <p:tags r:id="rId30"/>
            </p:custDataLst>
          </p:nvPr>
        </p:nvSpPr>
        <p:spPr bwMode="auto">
          <a:xfrm>
            <a:off x="2882900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îṧ1îḑè"/>
          <p:cNvSpPr/>
          <p:nvPr/>
        </p:nvSpPr>
        <p:spPr bwMode="auto">
          <a:xfrm>
            <a:off x="2882900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iṣļîdè"/>
          <p:cNvSpPr/>
          <p:nvPr/>
        </p:nvSpPr>
        <p:spPr bwMode="auto">
          <a:xfrm>
            <a:off x="1811020" y="3638550"/>
            <a:ext cx="370840" cy="289560"/>
          </a:xfrm>
          <a:custGeom>
            <a:avLst/>
            <a:gdLst>
              <a:gd name="T0" fmla="*/ 76 w 459"/>
              <a:gd name="T1" fmla="*/ 359 h 359"/>
              <a:gd name="T2" fmla="*/ 0 w 459"/>
              <a:gd name="T3" fmla="*/ 235 h 359"/>
              <a:gd name="T4" fmla="*/ 383 w 459"/>
              <a:gd name="T5" fmla="*/ 0 h 359"/>
              <a:gd name="T6" fmla="*/ 459 w 459"/>
              <a:gd name="T7" fmla="*/ 124 h 359"/>
              <a:gd name="T8" fmla="*/ 76 w 459"/>
              <a:gd name="T9" fmla="*/ 359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9" h="359">
                <a:moveTo>
                  <a:pt x="76" y="359"/>
                </a:moveTo>
                <a:lnTo>
                  <a:pt x="0" y="235"/>
                </a:lnTo>
                <a:lnTo>
                  <a:pt x="383" y="0"/>
                </a:lnTo>
                <a:lnTo>
                  <a:pt x="459" y="124"/>
                </a:lnTo>
                <a:lnTo>
                  <a:pt x="76" y="359"/>
                </a:lnTo>
                <a:close/>
              </a:path>
            </a:pathLst>
          </a:custGeom>
          <a:solidFill>
            <a:srgbClr val="B45C38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ïşḻíde"/>
          <p:cNvSpPr/>
          <p:nvPr/>
        </p:nvSpPr>
        <p:spPr bwMode="auto">
          <a:xfrm>
            <a:off x="1896110" y="2656205"/>
            <a:ext cx="1503680" cy="1502410"/>
          </a:xfrm>
          <a:custGeom>
            <a:avLst/>
            <a:gdLst>
              <a:gd name="T0" fmla="*/ 2838 w 3254"/>
              <a:gd name="T1" fmla="*/ 875 h 3254"/>
              <a:gd name="T2" fmla="*/ 875 w 3254"/>
              <a:gd name="T3" fmla="*/ 416 h 3254"/>
              <a:gd name="T4" fmla="*/ 415 w 3254"/>
              <a:gd name="T5" fmla="*/ 2379 h 3254"/>
              <a:gd name="T6" fmla="*/ 2379 w 3254"/>
              <a:gd name="T7" fmla="*/ 2839 h 3254"/>
              <a:gd name="T8" fmla="*/ 2838 w 3254"/>
              <a:gd name="T9" fmla="*/ 875 h 3254"/>
              <a:gd name="T10" fmla="*/ 2250 w 3254"/>
              <a:gd name="T11" fmla="*/ 2631 h 3254"/>
              <a:gd name="T12" fmla="*/ 623 w 3254"/>
              <a:gd name="T13" fmla="*/ 2250 h 3254"/>
              <a:gd name="T14" fmla="*/ 1004 w 3254"/>
              <a:gd name="T15" fmla="*/ 623 h 3254"/>
              <a:gd name="T16" fmla="*/ 2630 w 3254"/>
              <a:gd name="T17" fmla="*/ 1004 h 3254"/>
              <a:gd name="T18" fmla="*/ 2250 w 3254"/>
              <a:gd name="T19" fmla="*/ 2631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54" h="3254">
                <a:moveTo>
                  <a:pt x="2838" y="875"/>
                </a:moveTo>
                <a:cubicBezTo>
                  <a:pt x="2423" y="206"/>
                  <a:pt x="1544" y="0"/>
                  <a:pt x="875" y="416"/>
                </a:cubicBezTo>
                <a:cubicBezTo>
                  <a:pt x="206" y="831"/>
                  <a:pt x="0" y="1710"/>
                  <a:pt x="415" y="2379"/>
                </a:cubicBezTo>
                <a:cubicBezTo>
                  <a:pt x="830" y="3048"/>
                  <a:pt x="1710" y="3254"/>
                  <a:pt x="2379" y="2839"/>
                </a:cubicBezTo>
                <a:cubicBezTo>
                  <a:pt x="3048" y="2423"/>
                  <a:pt x="3254" y="1544"/>
                  <a:pt x="2838" y="875"/>
                </a:cubicBezTo>
                <a:moveTo>
                  <a:pt x="2250" y="2631"/>
                </a:moveTo>
                <a:cubicBezTo>
                  <a:pt x="1695" y="2975"/>
                  <a:pt x="967" y="2804"/>
                  <a:pt x="623" y="2250"/>
                </a:cubicBezTo>
                <a:cubicBezTo>
                  <a:pt x="279" y="1696"/>
                  <a:pt x="450" y="967"/>
                  <a:pt x="1004" y="623"/>
                </a:cubicBezTo>
                <a:cubicBezTo>
                  <a:pt x="1558" y="280"/>
                  <a:pt x="2286" y="450"/>
                  <a:pt x="2630" y="1004"/>
                </a:cubicBezTo>
                <a:cubicBezTo>
                  <a:pt x="2974" y="1559"/>
                  <a:pt x="2804" y="2287"/>
                  <a:pt x="2250" y="2631"/>
                </a:cubicBezTo>
              </a:path>
            </a:pathLst>
          </a:custGeom>
          <a:solidFill>
            <a:srgbClr val="D79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ïślíḑê"/>
          <p:cNvSpPr/>
          <p:nvPr/>
        </p:nvSpPr>
        <p:spPr bwMode="auto">
          <a:xfrm>
            <a:off x="2101850" y="3180080"/>
            <a:ext cx="50165" cy="455295"/>
          </a:xfrm>
          <a:custGeom>
            <a:avLst/>
            <a:gdLst>
              <a:gd name="T0" fmla="*/ 108 w 108"/>
              <a:gd name="T1" fmla="*/ 0 h 986"/>
              <a:gd name="T2" fmla="*/ 1 w 108"/>
              <a:gd name="T3" fmla="*/ 495 h 986"/>
              <a:gd name="T4" fmla="*/ 108 w 108"/>
              <a:gd name="T5" fmla="*/ 986 h 986"/>
              <a:gd name="T6" fmla="*/ 108 w 108"/>
              <a:gd name="T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986">
                <a:moveTo>
                  <a:pt x="108" y="0"/>
                </a:moveTo>
                <a:cubicBezTo>
                  <a:pt x="37" y="155"/>
                  <a:pt x="0" y="324"/>
                  <a:pt x="1" y="495"/>
                </a:cubicBezTo>
                <a:cubicBezTo>
                  <a:pt x="1" y="661"/>
                  <a:pt x="36" y="828"/>
                  <a:pt x="108" y="986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rgbClr val="EA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ïṥlîḋè"/>
          <p:cNvSpPr/>
          <p:nvPr>
            <p:custDataLst>
              <p:tags r:id="rId31"/>
            </p:custDataLst>
          </p:nvPr>
        </p:nvSpPr>
        <p:spPr bwMode="auto">
          <a:xfrm>
            <a:off x="2152015" y="2861945"/>
            <a:ext cx="930910" cy="833120"/>
          </a:xfrm>
          <a:custGeom>
            <a:avLst/>
            <a:gdLst>
              <a:gd name="T0" fmla="*/ 1073 w 2014"/>
              <a:gd name="T1" fmla="*/ 0 h 1804"/>
              <a:gd name="T2" fmla="*/ 1073 w 2014"/>
              <a:gd name="T3" fmla="*/ 0 h 1804"/>
              <a:gd name="T4" fmla="*/ 455 w 2014"/>
              <a:gd name="T5" fmla="*/ 175 h 1804"/>
              <a:gd name="T6" fmla="*/ 451 w 2014"/>
              <a:gd name="T7" fmla="*/ 177 h 1804"/>
              <a:gd name="T8" fmla="*/ 451 w 2014"/>
              <a:gd name="T9" fmla="*/ 177 h 1804"/>
              <a:gd name="T10" fmla="*/ 0 w 2014"/>
              <a:gd name="T11" fmla="*/ 688 h 1804"/>
              <a:gd name="T12" fmla="*/ 0 w 2014"/>
              <a:gd name="T13" fmla="*/ 1674 h 1804"/>
              <a:gd name="T14" fmla="*/ 70 w 2014"/>
              <a:gd name="T15" fmla="*/ 1804 h 1804"/>
              <a:gd name="T16" fmla="*/ 70 w 2014"/>
              <a:gd name="T17" fmla="*/ 1804 h 1804"/>
              <a:gd name="T18" fmla="*/ 70 w 2014"/>
              <a:gd name="T19" fmla="*/ 1804 h 1804"/>
              <a:gd name="T20" fmla="*/ 461 w 2014"/>
              <a:gd name="T21" fmla="*/ 1561 h 1804"/>
              <a:gd name="T22" fmla="*/ 389 w 2014"/>
              <a:gd name="T23" fmla="*/ 1561 h 1804"/>
              <a:gd name="T24" fmla="*/ 389 w 2014"/>
              <a:gd name="T25" fmla="*/ 1418 h 1804"/>
              <a:gd name="T26" fmla="*/ 691 w 2014"/>
              <a:gd name="T27" fmla="*/ 1418 h 1804"/>
              <a:gd name="T28" fmla="*/ 1515 w 2014"/>
              <a:gd name="T29" fmla="*/ 907 h 1804"/>
              <a:gd name="T30" fmla="*/ 1166 w 2014"/>
              <a:gd name="T31" fmla="*/ 907 h 1804"/>
              <a:gd name="T32" fmla="*/ 1166 w 2014"/>
              <a:gd name="T33" fmla="*/ 765 h 1804"/>
              <a:gd name="T34" fmla="*/ 1745 w 2014"/>
              <a:gd name="T35" fmla="*/ 765 h 1804"/>
              <a:gd name="T36" fmla="*/ 1995 w 2014"/>
              <a:gd name="T37" fmla="*/ 609 h 1804"/>
              <a:gd name="T38" fmla="*/ 1819 w 2014"/>
              <a:gd name="T39" fmla="*/ 609 h 1804"/>
              <a:gd name="T40" fmla="*/ 1819 w 2014"/>
              <a:gd name="T41" fmla="*/ 466 h 1804"/>
              <a:gd name="T42" fmla="*/ 2014 w 2014"/>
              <a:gd name="T43" fmla="*/ 466 h 1804"/>
              <a:gd name="T44" fmla="*/ 1826 w 2014"/>
              <a:gd name="T45" fmla="*/ 270 h 1804"/>
              <a:gd name="T46" fmla="*/ 1236 w 2014"/>
              <a:gd name="T47" fmla="*/ 270 h 1804"/>
              <a:gd name="T48" fmla="*/ 1236 w 2014"/>
              <a:gd name="T49" fmla="*/ 127 h 1804"/>
              <a:gd name="T50" fmla="*/ 1607 w 2014"/>
              <a:gd name="T51" fmla="*/ 127 h 1804"/>
              <a:gd name="T52" fmla="*/ 1073 w 2014"/>
              <a:gd name="T53" fmla="*/ 0 h 1804"/>
              <a:gd name="T54" fmla="*/ 1073 w 2014"/>
              <a:gd name="T55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14" h="1804">
                <a:moveTo>
                  <a:pt x="1073" y="0"/>
                </a:moveTo>
                <a:cubicBezTo>
                  <a:pt x="1073" y="0"/>
                  <a:pt x="1073" y="0"/>
                  <a:pt x="1073" y="0"/>
                </a:cubicBezTo>
                <a:cubicBezTo>
                  <a:pt x="862" y="0"/>
                  <a:pt x="648" y="56"/>
                  <a:pt x="455" y="175"/>
                </a:cubicBezTo>
                <a:cubicBezTo>
                  <a:pt x="454" y="176"/>
                  <a:pt x="452" y="177"/>
                  <a:pt x="451" y="177"/>
                </a:cubicBezTo>
                <a:cubicBezTo>
                  <a:pt x="451" y="177"/>
                  <a:pt x="451" y="177"/>
                  <a:pt x="451" y="177"/>
                </a:cubicBezTo>
                <a:cubicBezTo>
                  <a:pt x="246" y="305"/>
                  <a:pt x="94" y="484"/>
                  <a:pt x="0" y="688"/>
                </a:cubicBezTo>
                <a:cubicBezTo>
                  <a:pt x="0" y="1674"/>
                  <a:pt x="0" y="1674"/>
                  <a:pt x="0" y="1674"/>
                </a:cubicBezTo>
                <a:cubicBezTo>
                  <a:pt x="21" y="1718"/>
                  <a:pt x="44" y="1762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461" y="1561"/>
                  <a:pt x="461" y="1561"/>
                  <a:pt x="461" y="1561"/>
                </a:cubicBezTo>
                <a:cubicBezTo>
                  <a:pt x="389" y="1561"/>
                  <a:pt x="389" y="1561"/>
                  <a:pt x="389" y="1561"/>
                </a:cubicBezTo>
                <a:cubicBezTo>
                  <a:pt x="389" y="1418"/>
                  <a:pt x="389" y="1418"/>
                  <a:pt x="389" y="1418"/>
                </a:cubicBezTo>
                <a:cubicBezTo>
                  <a:pt x="691" y="1418"/>
                  <a:pt x="691" y="1418"/>
                  <a:pt x="691" y="1418"/>
                </a:cubicBezTo>
                <a:cubicBezTo>
                  <a:pt x="1515" y="907"/>
                  <a:pt x="1515" y="907"/>
                  <a:pt x="1515" y="907"/>
                </a:cubicBezTo>
                <a:cubicBezTo>
                  <a:pt x="1166" y="907"/>
                  <a:pt x="1166" y="907"/>
                  <a:pt x="1166" y="907"/>
                </a:cubicBezTo>
                <a:cubicBezTo>
                  <a:pt x="1166" y="765"/>
                  <a:pt x="1166" y="765"/>
                  <a:pt x="1166" y="765"/>
                </a:cubicBezTo>
                <a:cubicBezTo>
                  <a:pt x="1745" y="765"/>
                  <a:pt x="1745" y="765"/>
                  <a:pt x="1745" y="765"/>
                </a:cubicBezTo>
                <a:cubicBezTo>
                  <a:pt x="1995" y="609"/>
                  <a:pt x="1995" y="609"/>
                  <a:pt x="1995" y="609"/>
                </a:cubicBezTo>
                <a:cubicBezTo>
                  <a:pt x="1819" y="609"/>
                  <a:pt x="1819" y="609"/>
                  <a:pt x="1819" y="609"/>
                </a:cubicBezTo>
                <a:cubicBezTo>
                  <a:pt x="1819" y="466"/>
                  <a:pt x="1819" y="466"/>
                  <a:pt x="1819" y="466"/>
                </a:cubicBezTo>
                <a:cubicBezTo>
                  <a:pt x="2014" y="466"/>
                  <a:pt x="2014" y="466"/>
                  <a:pt x="2014" y="466"/>
                </a:cubicBezTo>
                <a:cubicBezTo>
                  <a:pt x="1958" y="392"/>
                  <a:pt x="1895" y="327"/>
                  <a:pt x="1826" y="270"/>
                </a:cubicBezTo>
                <a:cubicBezTo>
                  <a:pt x="1236" y="270"/>
                  <a:pt x="1236" y="270"/>
                  <a:pt x="1236" y="270"/>
                </a:cubicBezTo>
                <a:cubicBezTo>
                  <a:pt x="1236" y="127"/>
                  <a:pt x="1236" y="127"/>
                  <a:pt x="1236" y="127"/>
                </a:cubicBezTo>
                <a:cubicBezTo>
                  <a:pt x="1607" y="127"/>
                  <a:pt x="1607" y="127"/>
                  <a:pt x="1607" y="127"/>
                </a:cubicBezTo>
                <a:cubicBezTo>
                  <a:pt x="1442" y="43"/>
                  <a:pt x="1258" y="0"/>
                  <a:pt x="1073" y="0"/>
                </a:cubicBezTo>
                <a:cubicBezTo>
                  <a:pt x="1073" y="0"/>
                  <a:pt x="1073" y="0"/>
                  <a:pt x="1073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íŝḻïḍé"/>
          <p:cNvSpPr/>
          <p:nvPr>
            <p:custDataLst>
              <p:tags r:id="rId32"/>
            </p:custDataLst>
          </p:nvPr>
        </p:nvSpPr>
        <p:spPr bwMode="auto">
          <a:xfrm>
            <a:off x="233108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isḻídè"/>
          <p:cNvSpPr/>
          <p:nvPr/>
        </p:nvSpPr>
        <p:spPr bwMode="auto">
          <a:xfrm>
            <a:off x="233108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íṧḻiḑé"/>
          <p:cNvSpPr/>
          <p:nvPr>
            <p:custDataLst>
              <p:tags r:id="rId33"/>
            </p:custDataLst>
          </p:nvPr>
        </p:nvSpPr>
        <p:spPr bwMode="auto">
          <a:xfrm>
            <a:off x="2722245" y="2921000"/>
            <a:ext cx="273050" cy="66040"/>
          </a:xfrm>
          <a:custGeom>
            <a:avLst/>
            <a:gdLst>
              <a:gd name="T0" fmla="*/ 371 w 590"/>
              <a:gd name="T1" fmla="*/ 0 h 143"/>
              <a:gd name="T2" fmla="*/ 0 w 590"/>
              <a:gd name="T3" fmla="*/ 0 h 143"/>
              <a:gd name="T4" fmla="*/ 0 w 590"/>
              <a:gd name="T5" fmla="*/ 143 h 143"/>
              <a:gd name="T6" fmla="*/ 590 w 590"/>
              <a:gd name="T7" fmla="*/ 143 h 143"/>
              <a:gd name="T8" fmla="*/ 371 w 590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0" h="143">
                <a:moveTo>
                  <a:pt x="37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590" y="143"/>
                  <a:pt x="590" y="143"/>
                  <a:pt x="590" y="143"/>
                </a:cubicBezTo>
                <a:cubicBezTo>
                  <a:pt x="522" y="87"/>
                  <a:pt x="448" y="39"/>
                  <a:pt x="371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ïšḻiḑè"/>
          <p:cNvSpPr/>
          <p:nvPr>
            <p:custDataLst>
              <p:tags r:id="rId34"/>
            </p:custDataLst>
          </p:nvPr>
        </p:nvSpPr>
        <p:spPr bwMode="auto">
          <a:xfrm>
            <a:off x="2992120" y="3077210"/>
            <a:ext cx="119380" cy="66040"/>
          </a:xfrm>
          <a:custGeom>
            <a:avLst/>
            <a:gdLst>
              <a:gd name="T0" fmla="*/ 195 w 258"/>
              <a:gd name="T1" fmla="*/ 0 h 143"/>
              <a:gd name="T2" fmla="*/ 0 w 258"/>
              <a:gd name="T3" fmla="*/ 0 h 143"/>
              <a:gd name="T4" fmla="*/ 0 w 258"/>
              <a:gd name="T5" fmla="*/ 143 h 143"/>
              <a:gd name="T6" fmla="*/ 176 w 258"/>
              <a:gd name="T7" fmla="*/ 143 h 143"/>
              <a:gd name="T8" fmla="*/ 258 w 258"/>
              <a:gd name="T9" fmla="*/ 92 h 143"/>
              <a:gd name="T10" fmla="*/ 195 w 258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" h="143">
                <a:moveTo>
                  <a:pt x="19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176" y="143"/>
                  <a:pt x="176" y="143"/>
                  <a:pt x="176" y="143"/>
                </a:cubicBezTo>
                <a:cubicBezTo>
                  <a:pt x="258" y="92"/>
                  <a:pt x="258" y="92"/>
                  <a:pt x="258" y="92"/>
                </a:cubicBezTo>
                <a:cubicBezTo>
                  <a:pt x="239" y="60"/>
                  <a:pt x="218" y="30"/>
                  <a:pt x="19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ïṡlíḑe"/>
          <p:cNvSpPr/>
          <p:nvPr>
            <p:custDataLst>
              <p:tags r:id="rId35"/>
            </p:custDataLst>
          </p:nvPr>
        </p:nvSpPr>
        <p:spPr bwMode="auto">
          <a:xfrm>
            <a:off x="2689860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ïṥľiḋè"/>
          <p:cNvSpPr/>
          <p:nvPr/>
        </p:nvSpPr>
        <p:spPr bwMode="auto">
          <a:xfrm>
            <a:off x="2689860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íšļiḋê"/>
          <p:cNvSpPr/>
          <p:nvPr/>
        </p:nvSpPr>
        <p:spPr bwMode="auto">
          <a:xfrm>
            <a:off x="2101850" y="2861945"/>
            <a:ext cx="545465" cy="546735"/>
          </a:xfrm>
          <a:custGeom>
            <a:avLst/>
            <a:gdLst>
              <a:gd name="T0" fmla="*/ 559 w 1181"/>
              <a:gd name="T1" fmla="*/ 177 h 1183"/>
              <a:gd name="T2" fmla="*/ 559 w 1181"/>
              <a:gd name="T3" fmla="*/ 177 h 1183"/>
              <a:gd name="T4" fmla="*/ 1 w 1181"/>
              <a:gd name="T5" fmla="*/ 1183 h 1183"/>
              <a:gd name="T6" fmla="*/ 108 w 1181"/>
              <a:gd name="T7" fmla="*/ 688 h 1183"/>
              <a:gd name="T8" fmla="*/ 559 w 1181"/>
              <a:gd name="T9" fmla="*/ 177 h 1183"/>
              <a:gd name="T10" fmla="*/ 559 w 1181"/>
              <a:gd name="T11" fmla="*/ 177 h 1183"/>
              <a:gd name="T12" fmla="*/ 1181 w 1181"/>
              <a:gd name="T13" fmla="*/ 0 h 1183"/>
              <a:gd name="T14" fmla="*/ 563 w 1181"/>
              <a:gd name="T15" fmla="*/ 175 h 1183"/>
              <a:gd name="T16" fmla="*/ 1181 w 1181"/>
              <a:gd name="T17" fmla="*/ 0 h 1183"/>
              <a:gd name="T18" fmla="*/ 1181 w 1181"/>
              <a:gd name="T19" fmla="*/ 0 h 1183"/>
              <a:gd name="T20" fmla="*/ 1181 w 1181"/>
              <a:gd name="T21" fmla="*/ 0 h 1183"/>
              <a:gd name="T22" fmla="*/ 1181 w 1181"/>
              <a:gd name="T23" fmla="*/ 0 h 1183"/>
              <a:gd name="T24" fmla="*/ 1181 w 1181"/>
              <a:gd name="T25" fmla="*/ 0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1" h="1183">
                <a:moveTo>
                  <a:pt x="559" y="177"/>
                </a:moveTo>
                <a:cubicBezTo>
                  <a:pt x="559" y="177"/>
                  <a:pt x="559" y="177"/>
                  <a:pt x="559" y="177"/>
                </a:cubicBezTo>
                <a:cubicBezTo>
                  <a:pt x="199" y="401"/>
                  <a:pt x="0" y="787"/>
                  <a:pt x="1" y="1183"/>
                </a:cubicBezTo>
                <a:cubicBezTo>
                  <a:pt x="0" y="1012"/>
                  <a:pt x="37" y="843"/>
                  <a:pt x="108" y="688"/>
                </a:cubicBezTo>
                <a:cubicBezTo>
                  <a:pt x="202" y="484"/>
                  <a:pt x="354" y="305"/>
                  <a:pt x="559" y="177"/>
                </a:cubicBezTo>
                <a:cubicBezTo>
                  <a:pt x="559" y="177"/>
                  <a:pt x="559" y="177"/>
                  <a:pt x="559" y="177"/>
                </a:cubicBezTo>
                <a:moveTo>
                  <a:pt x="1181" y="0"/>
                </a:moveTo>
                <a:cubicBezTo>
                  <a:pt x="970" y="0"/>
                  <a:pt x="756" y="56"/>
                  <a:pt x="563" y="175"/>
                </a:cubicBezTo>
                <a:cubicBezTo>
                  <a:pt x="756" y="56"/>
                  <a:pt x="970" y="0"/>
                  <a:pt x="1181" y="0"/>
                </a:cubicBezTo>
                <a:moveTo>
                  <a:pt x="1181" y="0"/>
                </a:move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</a:path>
            </a:pathLst>
          </a:custGeom>
          <a:solidFill>
            <a:srgbClr val="35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iṥlïdê"/>
          <p:cNvSpPr/>
          <p:nvPr>
            <p:custDataLst>
              <p:tags r:id="rId36"/>
            </p:custDataLst>
          </p:nvPr>
        </p:nvSpPr>
        <p:spPr bwMode="auto">
          <a:xfrm>
            <a:off x="2183765" y="3143250"/>
            <a:ext cx="1009015" cy="808990"/>
          </a:xfrm>
          <a:custGeom>
            <a:avLst/>
            <a:gdLst>
              <a:gd name="T0" fmla="*/ 2153 w 2183"/>
              <a:gd name="T1" fmla="*/ 298 h 1753"/>
              <a:gd name="T2" fmla="*/ 1445 w 2183"/>
              <a:gd name="T3" fmla="*/ 298 h 1753"/>
              <a:gd name="T4" fmla="*/ 621 w 2183"/>
              <a:gd name="T5" fmla="*/ 809 h 1753"/>
              <a:gd name="T6" fmla="*/ 1188 w 2183"/>
              <a:gd name="T7" fmla="*/ 809 h 1753"/>
              <a:gd name="T8" fmla="*/ 1188 w 2183"/>
              <a:gd name="T9" fmla="*/ 952 h 1753"/>
              <a:gd name="T10" fmla="*/ 391 w 2183"/>
              <a:gd name="T11" fmla="*/ 952 h 1753"/>
              <a:gd name="T12" fmla="*/ 0 w 2183"/>
              <a:gd name="T13" fmla="*/ 1195 h 1753"/>
              <a:gd name="T14" fmla="*/ 0 w 2183"/>
              <a:gd name="T15" fmla="*/ 1195 h 1753"/>
              <a:gd name="T16" fmla="*/ 2 w 2183"/>
              <a:gd name="T17" fmla="*/ 1198 h 1753"/>
              <a:gd name="T18" fmla="*/ 5 w 2183"/>
              <a:gd name="T19" fmla="*/ 1203 h 1753"/>
              <a:gd name="T20" fmla="*/ 6 w 2183"/>
              <a:gd name="T21" fmla="*/ 1203 h 1753"/>
              <a:gd name="T22" fmla="*/ 1005 w 2183"/>
              <a:gd name="T23" fmla="*/ 1753 h 1753"/>
              <a:gd name="T24" fmla="*/ 1005 w 2183"/>
              <a:gd name="T25" fmla="*/ 1753 h 1753"/>
              <a:gd name="T26" fmla="*/ 1005 w 2183"/>
              <a:gd name="T27" fmla="*/ 1753 h 1753"/>
              <a:gd name="T28" fmla="*/ 1627 w 2183"/>
              <a:gd name="T29" fmla="*/ 1576 h 1753"/>
              <a:gd name="T30" fmla="*/ 1627 w 2183"/>
              <a:gd name="T31" fmla="*/ 1576 h 1753"/>
              <a:gd name="T32" fmla="*/ 1939 w 2183"/>
              <a:gd name="T33" fmla="*/ 1295 h 1753"/>
              <a:gd name="T34" fmla="*/ 1512 w 2183"/>
              <a:gd name="T35" fmla="*/ 1295 h 1753"/>
              <a:gd name="T36" fmla="*/ 1512 w 2183"/>
              <a:gd name="T37" fmla="*/ 1152 h 1753"/>
              <a:gd name="T38" fmla="*/ 2033 w 2183"/>
              <a:gd name="T39" fmla="*/ 1152 h 1753"/>
              <a:gd name="T40" fmla="*/ 2122 w 2183"/>
              <a:gd name="T41" fmla="*/ 952 h 1753"/>
              <a:gd name="T42" fmla="*/ 1393 w 2183"/>
              <a:gd name="T43" fmla="*/ 952 h 1753"/>
              <a:gd name="T44" fmla="*/ 1393 w 2183"/>
              <a:gd name="T45" fmla="*/ 809 h 1753"/>
              <a:gd name="T46" fmla="*/ 2161 w 2183"/>
              <a:gd name="T47" fmla="*/ 809 h 1753"/>
              <a:gd name="T48" fmla="*/ 2183 w 2183"/>
              <a:gd name="T49" fmla="*/ 638 h 1753"/>
              <a:gd name="T50" fmla="*/ 1690 w 2183"/>
              <a:gd name="T51" fmla="*/ 638 h 1753"/>
              <a:gd name="T52" fmla="*/ 1690 w 2183"/>
              <a:gd name="T53" fmla="*/ 495 h 1753"/>
              <a:gd name="T54" fmla="*/ 2183 w 2183"/>
              <a:gd name="T55" fmla="*/ 495 h 1753"/>
              <a:gd name="T56" fmla="*/ 2153 w 2183"/>
              <a:gd name="T57" fmla="*/ 298 h 1753"/>
              <a:gd name="T58" fmla="*/ 2037 w 2183"/>
              <a:gd name="T59" fmla="*/ 0 h 1753"/>
              <a:gd name="T60" fmla="*/ 1925 w 2183"/>
              <a:gd name="T61" fmla="*/ 0 h 1753"/>
              <a:gd name="T62" fmla="*/ 1675 w 2183"/>
              <a:gd name="T63" fmla="*/ 156 h 1753"/>
              <a:gd name="T64" fmla="*/ 2109 w 2183"/>
              <a:gd name="T65" fmla="*/ 156 h 1753"/>
              <a:gd name="T66" fmla="*/ 2037 w 2183"/>
              <a:gd name="T67" fmla="*/ 0 h 1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83" h="1753">
                <a:moveTo>
                  <a:pt x="2153" y="298"/>
                </a:moveTo>
                <a:cubicBezTo>
                  <a:pt x="1445" y="298"/>
                  <a:pt x="1445" y="298"/>
                  <a:pt x="1445" y="298"/>
                </a:cubicBezTo>
                <a:cubicBezTo>
                  <a:pt x="621" y="809"/>
                  <a:pt x="621" y="809"/>
                  <a:pt x="621" y="809"/>
                </a:cubicBezTo>
                <a:cubicBezTo>
                  <a:pt x="1188" y="809"/>
                  <a:pt x="1188" y="809"/>
                  <a:pt x="1188" y="809"/>
                </a:cubicBezTo>
                <a:cubicBezTo>
                  <a:pt x="1188" y="952"/>
                  <a:pt x="1188" y="952"/>
                  <a:pt x="1188" y="952"/>
                </a:cubicBezTo>
                <a:cubicBezTo>
                  <a:pt x="391" y="952"/>
                  <a:pt x="391" y="952"/>
                  <a:pt x="391" y="952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1" y="1196"/>
                  <a:pt x="2" y="1197"/>
                  <a:pt x="2" y="1198"/>
                </a:cubicBezTo>
                <a:cubicBezTo>
                  <a:pt x="3" y="1200"/>
                  <a:pt x="4" y="1201"/>
                  <a:pt x="5" y="1203"/>
                </a:cubicBezTo>
                <a:cubicBezTo>
                  <a:pt x="5" y="1203"/>
                  <a:pt x="5" y="1203"/>
                  <a:pt x="6" y="1203"/>
                </a:cubicBezTo>
                <a:cubicBezTo>
                  <a:pt x="230" y="1558"/>
                  <a:pt x="613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218" y="1753"/>
                  <a:pt x="1433" y="1696"/>
                  <a:pt x="1627" y="1576"/>
                </a:cubicBezTo>
                <a:cubicBezTo>
                  <a:pt x="1627" y="1576"/>
                  <a:pt x="1627" y="1576"/>
                  <a:pt x="1627" y="1576"/>
                </a:cubicBezTo>
                <a:cubicBezTo>
                  <a:pt x="1750" y="1499"/>
                  <a:pt x="1855" y="1403"/>
                  <a:pt x="1939" y="1295"/>
                </a:cubicBezTo>
                <a:cubicBezTo>
                  <a:pt x="1512" y="1295"/>
                  <a:pt x="1512" y="1295"/>
                  <a:pt x="1512" y="1295"/>
                </a:cubicBezTo>
                <a:cubicBezTo>
                  <a:pt x="1512" y="1152"/>
                  <a:pt x="1512" y="1152"/>
                  <a:pt x="1512" y="1152"/>
                </a:cubicBezTo>
                <a:cubicBezTo>
                  <a:pt x="2033" y="1152"/>
                  <a:pt x="2033" y="1152"/>
                  <a:pt x="2033" y="1152"/>
                </a:cubicBezTo>
                <a:cubicBezTo>
                  <a:pt x="2069" y="1088"/>
                  <a:pt x="2099" y="1021"/>
                  <a:pt x="2122" y="952"/>
                </a:cubicBezTo>
                <a:cubicBezTo>
                  <a:pt x="1393" y="952"/>
                  <a:pt x="1393" y="952"/>
                  <a:pt x="1393" y="952"/>
                </a:cubicBezTo>
                <a:cubicBezTo>
                  <a:pt x="1393" y="809"/>
                  <a:pt x="1393" y="809"/>
                  <a:pt x="1393" y="809"/>
                </a:cubicBezTo>
                <a:cubicBezTo>
                  <a:pt x="2161" y="809"/>
                  <a:pt x="2161" y="809"/>
                  <a:pt x="2161" y="809"/>
                </a:cubicBezTo>
                <a:cubicBezTo>
                  <a:pt x="2173" y="753"/>
                  <a:pt x="2180" y="696"/>
                  <a:pt x="2183" y="638"/>
                </a:cubicBezTo>
                <a:cubicBezTo>
                  <a:pt x="1690" y="638"/>
                  <a:pt x="1690" y="638"/>
                  <a:pt x="1690" y="638"/>
                </a:cubicBezTo>
                <a:cubicBezTo>
                  <a:pt x="1690" y="495"/>
                  <a:pt x="1690" y="495"/>
                  <a:pt x="1690" y="495"/>
                </a:cubicBezTo>
                <a:cubicBezTo>
                  <a:pt x="2183" y="495"/>
                  <a:pt x="2183" y="495"/>
                  <a:pt x="2183" y="495"/>
                </a:cubicBezTo>
                <a:cubicBezTo>
                  <a:pt x="2178" y="429"/>
                  <a:pt x="2169" y="363"/>
                  <a:pt x="2153" y="298"/>
                </a:cubicBezTo>
                <a:moveTo>
                  <a:pt x="2037" y="0"/>
                </a:moveTo>
                <a:cubicBezTo>
                  <a:pt x="1925" y="0"/>
                  <a:pt x="1925" y="0"/>
                  <a:pt x="1925" y="0"/>
                </a:cubicBezTo>
                <a:cubicBezTo>
                  <a:pt x="1675" y="156"/>
                  <a:pt x="1675" y="156"/>
                  <a:pt x="1675" y="156"/>
                </a:cubicBezTo>
                <a:cubicBezTo>
                  <a:pt x="2109" y="156"/>
                  <a:pt x="2109" y="156"/>
                  <a:pt x="2109" y="156"/>
                </a:cubicBezTo>
                <a:cubicBezTo>
                  <a:pt x="2089" y="103"/>
                  <a:pt x="2065" y="51"/>
                  <a:pt x="2037" y="0"/>
                </a:cubicBezTo>
              </a:path>
            </a:pathLst>
          </a:custGeom>
          <a:solidFill>
            <a:schemeClr val="accent1">
              <a:lumMod val="40000"/>
              <a:lumOff val="60000"/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ïşḻîďè"/>
          <p:cNvSpPr/>
          <p:nvPr/>
        </p:nvSpPr>
        <p:spPr bwMode="auto">
          <a:xfrm>
            <a:off x="2364740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  <a:close/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íslîdê"/>
          <p:cNvSpPr/>
          <p:nvPr/>
        </p:nvSpPr>
        <p:spPr bwMode="auto">
          <a:xfrm>
            <a:off x="2364740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íṧļïḍè"/>
          <p:cNvSpPr/>
          <p:nvPr/>
        </p:nvSpPr>
        <p:spPr bwMode="auto">
          <a:xfrm>
            <a:off x="3073400" y="3119120"/>
            <a:ext cx="51435" cy="24130"/>
          </a:xfrm>
          <a:custGeom>
            <a:avLst/>
            <a:gdLst>
              <a:gd name="T0" fmla="*/ 82 w 112"/>
              <a:gd name="T1" fmla="*/ 0 h 51"/>
              <a:gd name="T2" fmla="*/ 0 w 112"/>
              <a:gd name="T3" fmla="*/ 51 h 51"/>
              <a:gd name="T4" fmla="*/ 112 w 112"/>
              <a:gd name="T5" fmla="*/ 51 h 51"/>
              <a:gd name="T6" fmla="*/ 82 w 112"/>
              <a:gd name="T7" fmla="*/ 0 h 51"/>
              <a:gd name="T8" fmla="*/ 82 w 112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51">
                <a:moveTo>
                  <a:pt x="82" y="0"/>
                </a:moveTo>
                <a:cubicBezTo>
                  <a:pt x="0" y="51"/>
                  <a:pt x="0" y="51"/>
                  <a:pt x="0" y="51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03" y="34"/>
                  <a:pt x="93" y="17"/>
                  <a:pt x="82" y="0"/>
                </a:cubicBezTo>
                <a:cubicBezTo>
                  <a:pt x="82" y="0"/>
                  <a:pt x="82" y="0"/>
                  <a:pt x="82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iSļîḑé"/>
          <p:cNvSpPr/>
          <p:nvPr/>
        </p:nvSpPr>
        <p:spPr bwMode="auto">
          <a:xfrm>
            <a:off x="2851785" y="3215640"/>
            <a:ext cx="327660" cy="65405"/>
          </a:xfrm>
          <a:custGeom>
            <a:avLst/>
            <a:gdLst>
              <a:gd name="T0" fmla="*/ 664 w 708"/>
              <a:gd name="T1" fmla="*/ 0 h 142"/>
              <a:gd name="T2" fmla="*/ 230 w 708"/>
              <a:gd name="T3" fmla="*/ 0 h 142"/>
              <a:gd name="T4" fmla="*/ 0 w 708"/>
              <a:gd name="T5" fmla="*/ 142 h 142"/>
              <a:gd name="T6" fmla="*/ 708 w 708"/>
              <a:gd name="T7" fmla="*/ 142 h 142"/>
              <a:gd name="T8" fmla="*/ 664 w 708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8" h="142">
                <a:moveTo>
                  <a:pt x="664" y="0"/>
                </a:moveTo>
                <a:cubicBezTo>
                  <a:pt x="230" y="0"/>
                  <a:pt x="230" y="0"/>
                  <a:pt x="23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708" y="142"/>
                  <a:pt x="708" y="142"/>
                  <a:pt x="708" y="142"/>
                </a:cubicBezTo>
                <a:cubicBezTo>
                  <a:pt x="697" y="94"/>
                  <a:pt x="682" y="47"/>
                  <a:pt x="664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iṣḷïďê"/>
          <p:cNvSpPr/>
          <p:nvPr/>
        </p:nvSpPr>
        <p:spPr bwMode="auto">
          <a:xfrm>
            <a:off x="2964815" y="3371850"/>
            <a:ext cx="229235" cy="65405"/>
          </a:xfrm>
          <a:custGeom>
            <a:avLst/>
            <a:gdLst>
              <a:gd name="T0" fmla="*/ 493 w 495"/>
              <a:gd name="T1" fmla="*/ 0 h 143"/>
              <a:gd name="T2" fmla="*/ 0 w 495"/>
              <a:gd name="T3" fmla="*/ 0 h 143"/>
              <a:gd name="T4" fmla="*/ 0 w 495"/>
              <a:gd name="T5" fmla="*/ 143 h 143"/>
              <a:gd name="T6" fmla="*/ 493 w 495"/>
              <a:gd name="T7" fmla="*/ 143 h 143"/>
              <a:gd name="T8" fmla="*/ 495 w 495"/>
              <a:gd name="T9" fmla="*/ 76 h 143"/>
              <a:gd name="T10" fmla="*/ 493 w 495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5" h="143">
                <a:moveTo>
                  <a:pt x="49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93" y="143"/>
                  <a:pt x="493" y="143"/>
                  <a:pt x="493" y="143"/>
                </a:cubicBezTo>
                <a:cubicBezTo>
                  <a:pt x="495" y="120"/>
                  <a:pt x="495" y="98"/>
                  <a:pt x="495" y="76"/>
                </a:cubicBezTo>
                <a:cubicBezTo>
                  <a:pt x="495" y="50"/>
                  <a:pt x="494" y="25"/>
                  <a:pt x="493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ïsľíḍé"/>
          <p:cNvSpPr/>
          <p:nvPr/>
        </p:nvSpPr>
        <p:spPr bwMode="auto">
          <a:xfrm>
            <a:off x="2827655" y="3516630"/>
            <a:ext cx="354965" cy="66040"/>
          </a:xfrm>
          <a:custGeom>
            <a:avLst/>
            <a:gdLst>
              <a:gd name="T0" fmla="*/ 768 w 768"/>
              <a:gd name="T1" fmla="*/ 0 h 143"/>
              <a:gd name="T2" fmla="*/ 0 w 768"/>
              <a:gd name="T3" fmla="*/ 0 h 143"/>
              <a:gd name="T4" fmla="*/ 0 w 768"/>
              <a:gd name="T5" fmla="*/ 143 h 143"/>
              <a:gd name="T6" fmla="*/ 729 w 768"/>
              <a:gd name="T7" fmla="*/ 143 h 143"/>
              <a:gd name="T8" fmla="*/ 768 w 768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143">
                <a:moveTo>
                  <a:pt x="76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729" y="143"/>
                  <a:pt x="729" y="143"/>
                  <a:pt x="729" y="143"/>
                </a:cubicBezTo>
                <a:cubicBezTo>
                  <a:pt x="745" y="97"/>
                  <a:pt x="758" y="49"/>
                  <a:pt x="768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iṡḷiḓe"/>
          <p:cNvSpPr/>
          <p:nvPr/>
        </p:nvSpPr>
        <p:spPr bwMode="auto">
          <a:xfrm>
            <a:off x="2882900" y="3674745"/>
            <a:ext cx="240665" cy="66040"/>
          </a:xfrm>
          <a:custGeom>
            <a:avLst/>
            <a:gdLst>
              <a:gd name="T0" fmla="*/ 521 w 521"/>
              <a:gd name="T1" fmla="*/ 0 h 143"/>
              <a:gd name="T2" fmla="*/ 0 w 521"/>
              <a:gd name="T3" fmla="*/ 0 h 143"/>
              <a:gd name="T4" fmla="*/ 0 w 521"/>
              <a:gd name="T5" fmla="*/ 143 h 143"/>
              <a:gd name="T6" fmla="*/ 427 w 521"/>
              <a:gd name="T7" fmla="*/ 143 h 143"/>
              <a:gd name="T8" fmla="*/ 521 w 52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1" h="143">
                <a:moveTo>
                  <a:pt x="5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27" y="143"/>
                  <a:pt x="427" y="143"/>
                  <a:pt x="427" y="143"/>
                </a:cubicBezTo>
                <a:cubicBezTo>
                  <a:pt x="462" y="97"/>
                  <a:pt x="494" y="49"/>
                  <a:pt x="521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išḷîḓè"/>
          <p:cNvSpPr/>
          <p:nvPr/>
        </p:nvSpPr>
        <p:spPr bwMode="auto">
          <a:xfrm>
            <a:off x="2183765" y="3119120"/>
            <a:ext cx="1009650" cy="833120"/>
          </a:xfrm>
          <a:custGeom>
            <a:avLst/>
            <a:gdLst>
              <a:gd name="T0" fmla="*/ 1005 w 2185"/>
              <a:gd name="T1" fmla="*/ 1804 h 1804"/>
              <a:gd name="T2" fmla="*/ 1005 w 2185"/>
              <a:gd name="T3" fmla="*/ 1804 h 1804"/>
              <a:gd name="T4" fmla="*/ 1005 w 2185"/>
              <a:gd name="T5" fmla="*/ 1804 h 1804"/>
              <a:gd name="T6" fmla="*/ 1005 w 2185"/>
              <a:gd name="T7" fmla="*/ 1804 h 1804"/>
              <a:gd name="T8" fmla="*/ 1627 w 2185"/>
              <a:gd name="T9" fmla="*/ 1627 h 1804"/>
              <a:gd name="T10" fmla="*/ 1005 w 2185"/>
              <a:gd name="T11" fmla="*/ 1804 h 1804"/>
              <a:gd name="T12" fmla="*/ 1627 w 2185"/>
              <a:gd name="T13" fmla="*/ 1627 h 1804"/>
              <a:gd name="T14" fmla="*/ 5 w 2185"/>
              <a:gd name="T15" fmla="*/ 1254 h 1804"/>
              <a:gd name="T16" fmla="*/ 6 w 2185"/>
              <a:gd name="T17" fmla="*/ 1254 h 1804"/>
              <a:gd name="T18" fmla="*/ 5 w 2185"/>
              <a:gd name="T19" fmla="*/ 1254 h 1804"/>
              <a:gd name="T20" fmla="*/ 0 w 2185"/>
              <a:gd name="T21" fmla="*/ 1246 h 1804"/>
              <a:gd name="T22" fmla="*/ 2 w 2185"/>
              <a:gd name="T23" fmla="*/ 1249 h 1804"/>
              <a:gd name="T24" fmla="*/ 0 w 2185"/>
              <a:gd name="T25" fmla="*/ 1246 h 1804"/>
              <a:gd name="T26" fmla="*/ 2007 w 2185"/>
              <a:gd name="T27" fmla="*/ 0 h 1804"/>
              <a:gd name="T28" fmla="*/ 2007 w 2185"/>
              <a:gd name="T29" fmla="*/ 0 h 1804"/>
              <a:gd name="T30" fmla="*/ 2007 w 2185"/>
              <a:gd name="T31" fmla="*/ 0 h 1804"/>
              <a:gd name="T32" fmla="*/ 2007 w 2185"/>
              <a:gd name="T33" fmla="*/ 0 h 1804"/>
              <a:gd name="T34" fmla="*/ 2007 w 2185"/>
              <a:gd name="T35" fmla="*/ 0 h 1804"/>
              <a:gd name="T36" fmla="*/ 2037 w 2185"/>
              <a:gd name="T37" fmla="*/ 51 h 1804"/>
              <a:gd name="T38" fmla="*/ 2109 w 2185"/>
              <a:gd name="T39" fmla="*/ 207 h 1804"/>
              <a:gd name="T40" fmla="*/ 2153 w 2185"/>
              <a:gd name="T41" fmla="*/ 349 h 1804"/>
              <a:gd name="T42" fmla="*/ 2183 w 2185"/>
              <a:gd name="T43" fmla="*/ 546 h 1804"/>
              <a:gd name="T44" fmla="*/ 2185 w 2185"/>
              <a:gd name="T45" fmla="*/ 622 h 1804"/>
              <a:gd name="T46" fmla="*/ 2007 w 2185"/>
              <a:gd name="T47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85" h="1804">
                <a:moveTo>
                  <a:pt x="1005" y="1804"/>
                </a:move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moveTo>
                  <a:pt x="1627" y="1627"/>
                </a:moveTo>
                <a:cubicBezTo>
                  <a:pt x="1433" y="1747"/>
                  <a:pt x="1218" y="1804"/>
                  <a:pt x="1005" y="1804"/>
                </a:cubicBezTo>
                <a:cubicBezTo>
                  <a:pt x="1218" y="1804"/>
                  <a:pt x="1433" y="1747"/>
                  <a:pt x="1627" y="1627"/>
                </a:cubicBezTo>
                <a:moveTo>
                  <a:pt x="5" y="1254"/>
                </a:moveTo>
                <a:cubicBezTo>
                  <a:pt x="5" y="1254"/>
                  <a:pt x="5" y="1254"/>
                  <a:pt x="6" y="1254"/>
                </a:cubicBezTo>
                <a:cubicBezTo>
                  <a:pt x="5" y="1254"/>
                  <a:pt x="5" y="1254"/>
                  <a:pt x="5" y="1254"/>
                </a:cubicBezTo>
                <a:moveTo>
                  <a:pt x="0" y="1246"/>
                </a:moveTo>
                <a:cubicBezTo>
                  <a:pt x="1" y="1247"/>
                  <a:pt x="2" y="1248"/>
                  <a:pt x="2" y="1249"/>
                </a:cubicBezTo>
                <a:cubicBezTo>
                  <a:pt x="2" y="1248"/>
                  <a:pt x="1" y="1247"/>
                  <a:pt x="0" y="1246"/>
                </a:cubicBezTo>
                <a:moveTo>
                  <a:pt x="2007" y="0"/>
                </a:move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18" y="17"/>
                  <a:pt x="2028" y="34"/>
                  <a:pt x="2037" y="51"/>
                </a:cubicBezTo>
                <a:cubicBezTo>
                  <a:pt x="2065" y="102"/>
                  <a:pt x="2089" y="154"/>
                  <a:pt x="2109" y="207"/>
                </a:cubicBezTo>
                <a:cubicBezTo>
                  <a:pt x="2127" y="254"/>
                  <a:pt x="2142" y="301"/>
                  <a:pt x="2153" y="349"/>
                </a:cubicBezTo>
                <a:cubicBezTo>
                  <a:pt x="2169" y="414"/>
                  <a:pt x="2178" y="480"/>
                  <a:pt x="2183" y="546"/>
                </a:cubicBezTo>
                <a:cubicBezTo>
                  <a:pt x="2184" y="571"/>
                  <a:pt x="2185" y="596"/>
                  <a:pt x="2185" y="622"/>
                </a:cubicBezTo>
                <a:cubicBezTo>
                  <a:pt x="2185" y="409"/>
                  <a:pt x="2128" y="194"/>
                  <a:pt x="2007" y="0"/>
                </a:cubicBezTo>
              </a:path>
            </a:pathLst>
          </a:custGeom>
          <a:solidFill>
            <a:srgbClr val="2F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íṡlïḓe"/>
          <p:cNvSpPr/>
          <p:nvPr/>
        </p:nvSpPr>
        <p:spPr bwMode="auto">
          <a:xfrm>
            <a:off x="2212340" y="2887345"/>
            <a:ext cx="588645" cy="422275"/>
          </a:xfrm>
          <a:custGeom>
            <a:avLst/>
            <a:gdLst>
              <a:gd name="T0" fmla="*/ 69 w 1272"/>
              <a:gd name="T1" fmla="*/ 909 h 914"/>
              <a:gd name="T2" fmla="*/ 4 w 1272"/>
              <a:gd name="T3" fmla="*/ 823 h 914"/>
              <a:gd name="T4" fmla="*/ 356 w 1272"/>
              <a:gd name="T5" fmla="*/ 268 h 914"/>
              <a:gd name="T6" fmla="*/ 1214 w 1272"/>
              <a:gd name="T7" fmla="*/ 183 h 914"/>
              <a:gd name="T8" fmla="*/ 1254 w 1272"/>
              <a:gd name="T9" fmla="*/ 287 h 914"/>
              <a:gd name="T10" fmla="*/ 1151 w 1272"/>
              <a:gd name="T11" fmla="*/ 327 h 914"/>
              <a:gd name="T12" fmla="*/ 439 w 1272"/>
              <a:gd name="T13" fmla="*/ 402 h 914"/>
              <a:gd name="T14" fmla="*/ 160 w 1272"/>
              <a:gd name="T15" fmla="*/ 840 h 914"/>
              <a:gd name="T16" fmla="*/ 74 w 1272"/>
              <a:gd name="T17" fmla="*/ 910 h 914"/>
              <a:gd name="T18" fmla="*/ 69 w 1272"/>
              <a:gd name="T19" fmla="*/ 909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2" h="914">
                <a:moveTo>
                  <a:pt x="69" y="909"/>
                </a:moveTo>
                <a:cubicBezTo>
                  <a:pt x="28" y="902"/>
                  <a:pt x="0" y="865"/>
                  <a:pt x="4" y="823"/>
                </a:cubicBezTo>
                <a:cubicBezTo>
                  <a:pt x="6" y="809"/>
                  <a:pt x="46" y="462"/>
                  <a:pt x="356" y="268"/>
                </a:cubicBezTo>
                <a:cubicBezTo>
                  <a:pt x="788" y="0"/>
                  <a:pt x="1197" y="176"/>
                  <a:pt x="1214" y="183"/>
                </a:cubicBezTo>
                <a:cubicBezTo>
                  <a:pt x="1254" y="201"/>
                  <a:pt x="1272" y="247"/>
                  <a:pt x="1254" y="287"/>
                </a:cubicBezTo>
                <a:cubicBezTo>
                  <a:pt x="1237" y="327"/>
                  <a:pt x="1191" y="345"/>
                  <a:pt x="1151" y="327"/>
                </a:cubicBezTo>
                <a:cubicBezTo>
                  <a:pt x="1137" y="321"/>
                  <a:pt x="798" y="178"/>
                  <a:pt x="439" y="402"/>
                </a:cubicBezTo>
                <a:cubicBezTo>
                  <a:pt x="193" y="555"/>
                  <a:pt x="161" y="837"/>
                  <a:pt x="160" y="840"/>
                </a:cubicBezTo>
                <a:cubicBezTo>
                  <a:pt x="156" y="883"/>
                  <a:pt x="117" y="914"/>
                  <a:pt x="74" y="910"/>
                </a:cubicBezTo>
                <a:cubicBezTo>
                  <a:pt x="72" y="910"/>
                  <a:pt x="71" y="909"/>
                  <a:pt x="69" y="9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iṡlíḍe"/>
          <p:cNvSpPr/>
          <p:nvPr/>
        </p:nvSpPr>
        <p:spPr bwMode="auto">
          <a:xfrm>
            <a:off x="2036445" y="2797175"/>
            <a:ext cx="1216660" cy="1214120"/>
          </a:xfrm>
          <a:custGeom>
            <a:avLst/>
            <a:gdLst>
              <a:gd name="T0" fmla="*/ 1114 w 2631"/>
              <a:gd name="T1" fmla="*/ 2520 h 2631"/>
              <a:gd name="T2" fmla="*/ 112 w 2631"/>
              <a:gd name="T3" fmla="*/ 1114 h 2631"/>
              <a:gd name="T4" fmla="*/ 1517 w 2631"/>
              <a:gd name="T5" fmla="*/ 111 h 2631"/>
              <a:gd name="T6" fmla="*/ 2520 w 2631"/>
              <a:gd name="T7" fmla="*/ 1517 h 2631"/>
              <a:gd name="T8" fmla="*/ 1114 w 2631"/>
              <a:gd name="T9" fmla="*/ 2520 h 2631"/>
              <a:gd name="T10" fmla="*/ 1508 w 2631"/>
              <a:gd name="T11" fmla="*/ 168 h 2631"/>
              <a:gd name="T12" fmla="*/ 168 w 2631"/>
              <a:gd name="T13" fmla="*/ 1123 h 2631"/>
              <a:gd name="T14" fmla="*/ 1124 w 2631"/>
              <a:gd name="T15" fmla="*/ 2464 h 2631"/>
              <a:gd name="T16" fmla="*/ 2464 w 2631"/>
              <a:gd name="T17" fmla="*/ 1508 h 2631"/>
              <a:gd name="T18" fmla="*/ 1508 w 2631"/>
              <a:gd name="T19" fmla="*/ 168 h 2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31" h="2631">
                <a:moveTo>
                  <a:pt x="1114" y="2520"/>
                </a:moveTo>
                <a:cubicBezTo>
                  <a:pt x="450" y="2409"/>
                  <a:pt x="0" y="1778"/>
                  <a:pt x="112" y="1114"/>
                </a:cubicBezTo>
                <a:cubicBezTo>
                  <a:pt x="223" y="450"/>
                  <a:pt x="853" y="0"/>
                  <a:pt x="1517" y="111"/>
                </a:cubicBezTo>
                <a:cubicBezTo>
                  <a:pt x="2181" y="222"/>
                  <a:pt x="2631" y="853"/>
                  <a:pt x="2520" y="1517"/>
                </a:cubicBezTo>
                <a:cubicBezTo>
                  <a:pt x="2409" y="2181"/>
                  <a:pt x="1778" y="2631"/>
                  <a:pt x="1114" y="2520"/>
                </a:cubicBezTo>
                <a:close/>
                <a:moveTo>
                  <a:pt x="1508" y="168"/>
                </a:moveTo>
                <a:cubicBezTo>
                  <a:pt x="875" y="62"/>
                  <a:pt x="274" y="491"/>
                  <a:pt x="168" y="1123"/>
                </a:cubicBezTo>
                <a:cubicBezTo>
                  <a:pt x="62" y="1756"/>
                  <a:pt x="491" y="2358"/>
                  <a:pt x="1124" y="2464"/>
                </a:cubicBezTo>
                <a:cubicBezTo>
                  <a:pt x="1757" y="2570"/>
                  <a:pt x="2358" y="2141"/>
                  <a:pt x="2464" y="1508"/>
                </a:cubicBezTo>
                <a:cubicBezTo>
                  <a:pt x="2569" y="875"/>
                  <a:pt x="2141" y="274"/>
                  <a:pt x="1508" y="168"/>
                </a:cubicBezTo>
                <a:close/>
              </a:path>
            </a:pathLst>
          </a:custGeom>
          <a:solidFill>
            <a:srgbClr val="B45C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îṩliḑê"/>
          <p:cNvSpPr/>
          <p:nvPr/>
        </p:nvSpPr>
        <p:spPr bwMode="auto">
          <a:xfrm>
            <a:off x="991870" y="3738245"/>
            <a:ext cx="964565" cy="735965"/>
          </a:xfrm>
          <a:custGeom>
            <a:avLst/>
            <a:gdLst>
              <a:gd name="T0" fmla="*/ 99 w 2087"/>
              <a:gd name="T1" fmla="*/ 1377 h 1594"/>
              <a:gd name="T2" fmla="*/ 190 w 2087"/>
              <a:gd name="T3" fmla="*/ 920 h 1594"/>
              <a:gd name="T4" fmla="*/ 1539 w 2087"/>
              <a:gd name="T5" fmla="*/ 92 h 1594"/>
              <a:gd name="T6" fmla="*/ 1988 w 2087"/>
              <a:gd name="T7" fmla="*/ 218 h 1594"/>
              <a:gd name="T8" fmla="*/ 1897 w 2087"/>
              <a:gd name="T9" fmla="*/ 675 h 1594"/>
              <a:gd name="T10" fmla="*/ 547 w 2087"/>
              <a:gd name="T11" fmla="*/ 1503 h 1594"/>
              <a:gd name="T12" fmla="*/ 99 w 2087"/>
              <a:gd name="T13" fmla="*/ 1377 h 1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87" h="1594">
                <a:moveTo>
                  <a:pt x="99" y="1377"/>
                </a:moveTo>
                <a:cubicBezTo>
                  <a:pt x="0" y="1216"/>
                  <a:pt x="41" y="1011"/>
                  <a:pt x="190" y="920"/>
                </a:cubicBezTo>
                <a:cubicBezTo>
                  <a:pt x="1539" y="92"/>
                  <a:pt x="1539" y="92"/>
                  <a:pt x="1539" y="92"/>
                </a:cubicBezTo>
                <a:cubicBezTo>
                  <a:pt x="1688" y="0"/>
                  <a:pt x="1889" y="57"/>
                  <a:pt x="1988" y="218"/>
                </a:cubicBezTo>
                <a:cubicBezTo>
                  <a:pt x="2087" y="379"/>
                  <a:pt x="2046" y="584"/>
                  <a:pt x="1897" y="675"/>
                </a:cubicBezTo>
                <a:cubicBezTo>
                  <a:pt x="547" y="1503"/>
                  <a:pt x="547" y="1503"/>
                  <a:pt x="547" y="1503"/>
                </a:cubicBezTo>
                <a:cubicBezTo>
                  <a:pt x="399" y="1594"/>
                  <a:pt x="198" y="1538"/>
                  <a:pt x="99" y="1377"/>
                </a:cubicBezTo>
                <a:close/>
              </a:path>
            </a:pathLst>
          </a:custGeom>
          <a:solidFill>
            <a:srgbClr val="003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967730" y="1727200"/>
            <a:ext cx="4370705" cy="528320"/>
            <a:chOff x="9398" y="2720"/>
            <a:chExt cx="6883" cy="832"/>
          </a:xfrm>
        </p:grpSpPr>
        <p:sp>
          <p:nvSpPr>
            <p:cNvPr id="94" name="圆角矩形 121"/>
            <p:cNvSpPr/>
            <p:nvPr>
              <p:custDataLst>
                <p:tags r:id="rId37"/>
              </p:custDataLst>
            </p:nvPr>
          </p:nvSpPr>
          <p:spPr>
            <a:xfrm>
              <a:off x="9398" y="2796"/>
              <a:ext cx="509" cy="509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3765"/>
              <a:endParaRPr lang="zh-CN" altLang="en-US" sz="1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5" name="任意多边形 122"/>
            <p:cNvSpPr/>
            <p:nvPr>
              <p:custDataLst>
                <p:tags r:id="rId38"/>
              </p:custDataLst>
            </p:nvPr>
          </p:nvSpPr>
          <p:spPr>
            <a:xfrm>
              <a:off x="9542" y="2940"/>
              <a:ext cx="221" cy="221"/>
            </a:xfrm>
            <a:custGeom>
              <a:avLst/>
              <a:gdLst>
                <a:gd name="T0" fmla="*/ 7651 w 7964"/>
                <a:gd name="T1" fmla="*/ 2432 h 7964"/>
                <a:gd name="T2" fmla="*/ 6798 w 7964"/>
                <a:gd name="T3" fmla="*/ 1166 h 7964"/>
                <a:gd name="T4" fmla="*/ 5532 w 7964"/>
                <a:gd name="T5" fmla="*/ 313 h 7964"/>
                <a:gd name="T6" fmla="*/ 3982 w 7964"/>
                <a:gd name="T7" fmla="*/ 0 h 7964"/>
                <a:gd name="T8" fmla="*/ 2432 w 7964"/>
                <a:gd name="T9" fmla="*/ 313 h 7964"/>
                <a:gd name="T10" fmla="*/ 1166 w 7964"/>
                <a:gd name="T11" fmla="*/ 1166 h 7964"/>
                <a:gd name="T12" fmla="*/ 313 w 7964"/>
                <a:gd name="T13" fmla="*/ 2432 h 7964"/>
                <a:gd name="T14" fmla="*/ 0 w 7964"/>
                <a:gd name="T15" fmla="*/ 3982 h 7964"/>
                <a:gd name="T16" fmla="*/ 313 w 7964"/>
                <a:gd name="T17" fmla="*/ 5532 h 7964"/>
                <a:gd name="T18" fmla="*/ 1166 w 7964"/>
                <a:gd name="T19" fmla="*/ 6798 h 7964"/>
                <a:gd name="T20" fmla="*/ 2432 w 7964"/>
                <a:gd name="T21" fmla="*/ 7651 h 7964"/>
                <a:gd name="T22" fmla="*/ 3982 w 7964"/>
                <a:gd name="T23" fmla="*/ 7964 h 7964"/>
                <a:gd name="T24" fmla="*/ 5532 w 7964"/>
                <a:gd name="T25" fmla="*/ 7651 h 7964"/>
                <a:gd name="T26" fmla="*/ 6798 w 7964"/>
                <a:gd name="T27" fmla="*/ 6798 h 7964"/>
                <a:gd name="T28" fmla="*/ 7651 w 7964"/>
                <a:gd name="T29" fmla="*/ 5532 h 7964"/>
                <a:gd name="T30" fmla="*/ 7964 w 7964"/>
                <a:gd name="T31" fmla="*/ 3982 h 7964"/>
                <a:gd name="T32" fmla="*/ 7651 w 7964"/>
                <a:gd name="T33" fmla="*/ 2432 h 7964"/>
                <a:gd name="T34" fmla="*/ 2667 w 7964"/>
                <a:gd name="T35" fmla="*/ 2870 h 7964"/>
                <a:gd name="T36" fmla="*/ 2882 w 7964"/>
                <a:gd name="T37" fmla="*/ 2741 h 7964"/>
                <a:gd name="T38" fmla="*/ 5082 w 7964"/>
                <a:gd name="T39" fmla="*/ 2741 h 7964"/>
                <a:gd name="T40" fmla="*/ 5296 w 7964"/>
                <a:gd name="T41" fmla="*/ 2870 h 7964"/>
                <a:gd name="T42" fmla="*/ 5326 w 7964"/>
                <a:gd name="T43" fmla="*/ 2989 h 7964"/>
                <a:gd name="T44" fmla="*/ 5288 w 7964"/>
                <a:gd name="T45" fmla="*/ 3123 h 7964"/>
                <a:gd name="T46" fmla="*/ 4188 w 7964"/>
                <a:gd name="T47" fmla="*/ 4861 h 7964"/>
                <a:gd name="T48" fmla="*/ 3982 w 7964"/>
                <a:gd name="T49" fmla="*/ 4975 h 7964"/>
                <a:gd name="T50" fmla="*/ 3776 w 7964"/>
                <a:gd name="T51" fmla="*/ 4861 h 7964"/>
                <a:gd name="T52" fmla="*/ 2676 w 7964"/>
                <a:gd name="T53" fmla="*/ 3123 h 7964"/>
                <a:gd name="T54" fmla="*/ 2637 w 7964"/>
                <a:gd name="T55" fmla="*/ 2989 h 7964"/>
                <a:gd name="T56" fmla="*/ 2667 w 7964"/>
                <a:gd name="T57" fmla="*/ 2870 h 7964"/>
                <a:gd name="T58" fmla="*/ 5204 w 7964"/>
                <a:gd name="T59" fmla="*/ 5223 h 7964"/>
                <a:gd name="T60" fmla="*/ 2760 w 7964"/>
                <a:gd name="T61" fmla="*/ 5223 h 7964"/>
                <a:gd name="T62" fmla="*/ 2637 w 7964"/>
                <a:gd name="T63" fmla="*/ 5100 h 7964"/>
                <a:gd name="T64" fmla="*/ 2760 w 7964"/>
                <a:gd name="T65" fmla="*/ 4977 h 7964"/>
                <a:gd name="T66" fmla="*/ 5204 w 7964"/>
                <a:gd name="T67" fmla="*/ 4977 h 7964"/>
                <a:gd name="T68" fmla="*/ 5326 w 7964"/>
                <a:gd name="T69" fmla="*/ 5100 h 7964"/>
                <a:gd name="T70" fmla="*/ 5204 w 7964"/>
                <a:gd name="T71" fmla="*/ 5223 h 7964"/>
                <a:gd name="T72" fmla="*/ 5082 w 7964"/>
                <a:gd name="T73" fmla="*/ 2989 h 7964"/>
                <a:gd name="T74" fmla="*/ 2882 w 7964"/>
                <a:gd name="T75" fmla="*/ 2989 h 7964"/>
                <a:gd name="T76" fmla="*/ 3982 w 7964"/>
                <a:gd name="T77" fmla="*/ 4727 h 7964"/>
                <a:gd name="T78" fmla="*/ 5082 w 7964"/>
                <a:gd name="T79" fmla="*/ 2989 h 7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964" h="7964">
                  <a:moveTo>
                    <a:pt x="7651" y="2432"/>
                  </a:moveTo>
                  <a:cubicBezTo>
                    <a:pt x="7451" y="1958"/>
                    <a:pt x="7164" y="1532"/>
                    <a:pt x="6798" y="1166"/>
                  </a:cubicBezTo>
                  <a:cubicBezTo>
                    <a:pt x="6432" y="800"/>
                    <a:pt x="6006" y="513"/>
                    <a:pt x="5532" y="313"/>
                  </a:cubicBezTo>
                  <a:cubicBezTo>
                    <a:pt x="5041" y="105"/>
                    <a:pt x="4520" y="0"/>
                    <a:pt x="3982" y="0"/>
                  </a:cubicBezTo>
                  <a:cubicBezTo>
                    <a:pt x="3444" y="0"/>
                    <a:pt x="2923" y="105"/>
                    <a:pt x="2432" y="313"/>
                  </a:cubicBezTo>
                  <a:cubicBezTo>
                    <a:pt x="1958" y="513"/>
                    <a:pt x="1532" y="800"/>
                    <a:pt x="1166" y="1166"/>
                  </a:cubicBezTo>
                  <a:cubicBezTo>
                    <a:pt x="800" y="1532"/>
                    <a:pt x="513" y="1958"/>
                    <a:pt x="313" y="2432"/>
                  </a:cubicBezTo>
                  <a:cubicBezTo>
                    <a:pt x="105" y="2923"/>
                    <a:pt x="0" y="3444"/>
                    <a:pt x="0" y="3982"/>
                  </a:cubicBezTo>
                  <a:cubicBezTo>
                    <a:pt x="0" y="4520"/>
                    <a:pt x="105" y="5041"/>
                    <a:pt x="313" y="5532"/>
                  </a:cubicBezTo>
                  <a:cubicBezTo>
                    <a:pt x="513" y="6006"/>
                    <a:pt x="800" y="6432"/>
                    <a:pt x="1166" y="6798"/>
                  </a:cubicBezTo>
                  <a:cubicBezTo>
                    <a:pt x="1532" y="7164"/>
                    <a:pt x="1958" y="7451"/>
                    <a:pt x="2432" y="7651"/>
                  </a:cubicBezTo>
                  <a:cubicBezTo>
                    <a:pt x="2923" y="7859"/>
                    <a:pt x="3444" y="7964"/>
                    <a:pt x="3982" y="7964"/>
                  </a:cubicBezTo>
                  <a:cubicBezTo>
                    <a:pt x="4520" y="7964"/>
                    <a:pt x="5041" y="7859"/>
                    <a:pt x="5532" y="7651"/>
                  </a:cubicBezTo>
                  <a:cubicBezTo>
                    <a:pt x="6006" y="7451"/>
                    <a:pt x="6432" y="7164"/>
                    <a:pt x="6798" y="6798"/>
                  </a:cubicBezTo>
                  <a:cubicBezTo>
                    <a:pt x="7164" y="6432"/>
                    <a:pt x="7451" y="6006"/>
                    <a:pt x="7651" y="5532"/>
                  </a:cubicBezTo>
                  <a:cubicBezTo>
                    <a:pt x="7859" y="5041"/>
                    <a:pt x="7964" y="4520"/>
                    <a:pt x="7964" y="3982"/>
                  </a:cubicBezTo>
                  <a:cubicBezTo>
                    <a:pt x="7964" y="3444"/>
                    <a:pt x="7859" y="2923"/>
                    <a:pt x="7651" y="2432"/>
                  </a:cubicBezTo>
                  <a:close/>
                  <a:moveTo>
                    <a:pt x="2667" y="2870"/>
                  </a:moveTo>
                  <a:cubicBezTo>
                    <a:pt x="2710" y="2791"/>
                    <a:pt x="2792" y="2741"/>
                    <a:pt x="2882" y="2741"/>
                  </a:cubicBezTo>
                  <a:lnTo>
                    <a:pt x="5082" y="2741"/>
                  </a:lnTo>
                  <a:cubicBezTo>
                    <a:pt x="5171" y="2741"/>
                    <a:pt x="5254" y="2791"/>
                    <a:pt x="5296" y="2870"/>
                  </a:cubicBezTo>
                  <a:cubicBezTo>
                    <a:pt x="5317" y="2907"/>
                    <a:pt x="5326" y="2948"/>
                    <a:pt x="5326" y="2989"/>
                  </a:cubicBezTo>
                  <a:cubicBezTo>
                    <a:pt x="5326" y="3036"/>
                    <a:pt x="5313" y="3083"/>
                    <a:pt x="5288" y="3123"/>
                  </a:cubicBezTo>
                  <a:lnTo>
                    <a:pt x="4188" y="4861"/>
                  </a:lnTo>
                  <a:cubicBezTo>
                    <a:pt x="4143" y="4932"/>
                    <a:pt x="4065" y="4975"/>
                    <a:pt x="3982" y="4975"/>
                  </a:cubicBezTo>
                  <a:cubicBezTo>
                    <a:pt x="3899" y="4975"/>
                    <a:pt x="3821" y="4932"/>
                    <a:pt x="3776" y="4861"/>
                  </a:cubicBezTo>
                  <a:lnTo>
                    <a:pt x="2676" y="3123"/>
                  </a:lnTo>
                  <a:cubicBezTo>
                    <a:pt x="2650" y="3083"/>
                    <a:pt x="2637" y="3036"/>
                    <a:pt x="2637" y="2989"/>
                  </a:cubicBezTo>
                  <a:cubicBezTo>
                    <a:pt x="2637" y="2948"/>
                    <a:pt x="2647" y="2907"/>
                    <a:pt x="2667" y="2870"/>
                  </a:cubicBezTo>
                  <a:close/>
                  <a:moveTo>
                    <a:pt x="5204" y="5223"/>
                  </a:moveTo>
                  <a:lnTo>
                    <a:pt x="2760" y="5223"/>
                  </a:lnTo>
                  <a:cubicBezTo>
                    <a:pt x="2692" y="5223"/>
                    <a:pt x="2637" y="5168"/>
                    <a:pt x="2637" y="5100"/>
                  </a:cubicBezTo>
                  <a:cubicBezTo>
                    <a:pt x="2638" y="5032"/>
                    <a:pt x="2692" y="4977"/>
                    <a:pt x="2760" y="4977"/>
                  </a:cubicBezTo>
                  <a:lnTo>
                    <a:pt x="5204" y="4977"/>
                  </a:lnTo>
                  <a:cubicBezTo>
                    <a:pt x="5271" y="4977"/>
                    <a:pt x="5326" y="5032"/>
                    <a:pt x="5326" y="5100"/>
                  </a:cubicBezTo>
                  <a:cubicBezTo>
                    <a:pt x="5326" y="5168"/>
                    <a:pt x="5271" y="5223"/>
                    <a:pt x="5204" y="5223"/>
                  </a:cubicBezTo>
                  <a:close/>
                  <a:moveTo>
                    <a:pt x="5082" y="2989"/>
                  </a:moveTo>
                  <a:lnTo>
                    <a:pt x="2882" y="2989"/>
                  </a:lnTo>
                  <a:lnTo>
                    <a:pt x="3982" y="4727"/>
                  </a:lnTo>
                  <a:lnTo>
                    <a:pt x="5082" y="2989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3" name="矩形 92"/>
            <p:cNvSpPr/>
            <p:nvPr/>
          </p:nvSpPr>
          <p:spPr>
            <a:xfrm>
              <a:off x="10385" y="2720"/>
              <a:ext cx="5896" cy="833"/>
            </a:xfrm>
            <a:prstGeom prst="rect">
              <a:avLst/>
            </a:prstGeom>
          </p:spPr>
          <p:txBody>
            <a:bodyPr wrap="square" lIns="68559" tIns="34280" rIns="68559" bIns="342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HTTP</a:t>
              </a:r>
              <a:r>
                <a:rPr lang="zh-CN" altLang="en-US" sz="2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模块使用方法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101" name="弧形 100"/>
          <p:cNvSpPr/>
          <p:nvPr>
            <p:custDataLst>
              <p:tags r:id="rId39"/>
            </p:custDataLst>
          </p:nvPr>
        </p:nvSpPr>
        <p:spPr>
          <a:xfrm>
            <a:off x="1341555" y="1505415"/>
            <a:ext cx="4277891" cy="4277891"/>
          </a:xfrm>
          <a:prstGeom prst="arc">
            <a:avLst>
              <a:gd name="adj1" fmla="val 19163328"/>
              <a:gd name="adj2" fmla="val 2230506"/>
            </a:avLst>
          </a:prstGeom>
          <a:ln w="12700">
            <a:solidFill>
              <a:schemeClr val="dk1">
                <a:lumMod val="50000"/>
                <a:lumOff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68365" y="3096260"/>
            <a:ext cx="5706110" cy="2766695"/>
            <a:chOff x="9399" y="4876"/>
            <a:chExt cx="8986" cy="4357"/>
          </a:xfrm>
        </p:grpSpPr>
        <p:sp>
          <p:nvSpPr>
            <p:cNvPr id="99" name="圆角矩形 127"/>
            <p:cNvSpPr/>
            <p:nvPr>
              <p:custDataLst>
                <p:tags r:id="rId40"/>
              </p:custDataLst>
            </p:nvPr>
          </p:nvSpPr>
          <p:spPr>
            <a:xfrm>
              <a:off x="9399" y="5039"/>
              <a:ext cx="510" cy="509"/>
            </a:xfrm>
            <a:prstGeom prst="roundRect">
              <a:avLst/>
            </a:prstGeom>
            <a:solidFill>
              <a:schemeClr val="accent6"/>
            </a:soli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3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3765"/>
              <a:endParaRPr lang="zh-CN" altLang="en-US" sz="1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0" name="任意多边形 128"/>
            <p:cNvSpPr/>
            <p:nvPr>
              <p:custDataLst>
                <p:tags r:id="rId41"/>
              </p:custDataLst>
            </p:nvPr>
          </p:nvSpPr>
          <p:spPr>
            <a:xfrm>
              <a:off x="9526" y="5187"/>
              <a:ext cx="265" cy="221"/>
            </a:xfrm>
            <a:custGeom>
              <a:avLst/>
              <a:gdLst>
                <a:gd name="T0" fmla="*/ 7651 w 7964"/>
                <a:gd name="T1" fmla="*/ 2432 h 7964"/>
                <a:gd name="T2" fmla="*/ 6798 w 7964"/>
                <a:gd name="T3" fmla="*/ 1166 h 7964"/>
                <a:gd name="T4" fmla="*/ 5532 w 7964"/>
                <a:gd name="T5" fmla="*/ 313 h 7964"/>
                <a:gd name="T6" fmla="*/ 3982 w 7964"/>
                <a:gd name="T7" fmla="*/ 0 h 7964"/>
                <a:gd name="T8" fmla="*/ 2432 w 7964"/>
                <a:gd name="T9" fmla="*/ 313 h 7964"/>
                <a:gd name="T10" fmla="*/ 1166 w 7964"/>
                <a:gd name="T11" fmla="*/ 1166 h 7964"/>
                <a:gd name="T12" fmla="*/ 313 w 7964"/>
                <a:gd name="T13" fmla="*/ 2432 h 7964"/>
                <a:gd name="T14" fmla="*/ 0 w 7964"/>
                <a:gd name="T15" fmla="*/ 3982 h 7964"/>
                <a:gd name="T16" fmla="*/ 313 w 7964"/>
                <a:gd name="T17" fmla="*/ 5532 h 7964"/>
                <a:gd name="T18" fmla="*/ 1166 w 7964"/>
                <a:gd name="T19" fmla="*/ 6798 h 7964"/>
                <a:gd name="T20" fmla="*/ 2432 w 7964"/>
                <a:gd name="T21" fmla="*/ 7651 h 7964"/>
                <a:gd name="T22" fmla="*/ 3982 w 7964"/>
                <a:gd name="T23" fmla="*/ 7964 h 7964"/>
                <a:gd name="T24" fmla="*/ 5532 w 7964"/>
                <a:gd name="T25" fmla="*/ 7651 h 7964"/>
                <a:gd name="T26" fmla="*/ 6798 w 7964"/>
                <a:gd name="T27" fmla="*/ 6798 h 7964"/>
                <a:gd name="T28" fmla="*/ 7651 w 7964"/>
                <a:gd name="T29" fmla="*/ 5532 h 7964"/>
                <a:gd name="T30" fmla="*/ 7964 w 7964"/>
                <a:gd name="T31" fmla="*/ 3982 h 7964"/>
                <a:gd name="T32" fmla="*/ 7651 w 7964"/>
                <a:gd name="T33" fmla="*/ 2432 h 7964"/>
                <a:gd name="T34" fmla="*/ 2667 w 7964"/>
                <a:gd name="T35" fmla="*/ 2870 h 7964"/>
                <a:gd name="T36" fmla="*/ 2882 w 7964"/>
                <a:gd name="T37" fmla="*/ 2741 h 7964"/>
                <a:gd name="T38" fmla="*/ 5082 w 7964"/>
                <a:gd name="T39" fmla="*/ 2741 h 7964"/>
                <a:gd name="T40" fmla="*/ 5296 w 7964"/>
                <a:gd name="T41" fmla="*/ 2870 h 7964"/>
                <a:gd name="T42" fmla="*/ 5326 w 7964"/>
                <a:gd name="T43" fmla="*/ 2989 h 7964"/>
                <a:gd name="T44" fmla="*/ 5288 w 7964"/>
                <a:gd name="T45" fmla="*/ 3123 h 7964"/>
                <a:gd name="T46" fmla="*/ 4188 w 7964"/>
                <a:gd name="T47" fmla="*/ 4861 h 7964"/>
                <a:gd name="T48" fmla="*/ 3982 w 7964"/>
                <a:gd name="T49" fmla="*/ 4975 h 7964"/>
                <a:gd name="T50" fmla="*/ 3776 w 7964"/>
                <a:gd name="T51" fmla="*/ 4861 h 7964"/>
                <a:gd name="T52" fmla="*/ 2676 w 7964"/>
                <a:gd name="T53" fmla="*/ 3123 h 7964"/>
                <a:gd name="T54" fmla="*/ 2637 w 7964"/>
                <a:gd name="T55" fmla="*/ 2989 h 7964"/>
                <a:gd name="T56" fmla="*/ 2667 w 7964"/>
                <a:gd name="T57" fmla="*/ 2870 h 7964"/>
                <a:gd name="T58" fmla="*/ 5204 w 7964"/>
                <a:gd name="T59" fmla="*/ 5223 h 7964"/>
                <a:gd name="T60" fmla="*/ 2760 w 7964"/>
                <a:gd name="T61" fmla="*/ 5223 h 7964"/>
                <a:gd name="T62" fmla="*/ 2637 w 7964"/>
                <a:gd name="T63" fmla="*/ 5100 h 7964"/>
                <a:gd name="T64" fmla="*/ 2760 w 7964"/>
                <a:gd name="T65" fmla="*/ 4977 h 7964"/>
                <a:gd name="T66" fmla="*/ 5204 w 7964"/>
                <a:gd name="T67" fmla="*/ 4977 h 7964"/>
                <a:gd name="T68" fmla="*/ 5326 w 7964"/>
                <a:gd name="T69" fmla="*/ 5100 h 7964"/>
                <a:gd name="T70" fmla="*/ 5204 w 7964"/>
                <a:gd name="T71" fmla="*/ 5223 h 7964"/>
                <a:gd name="T72" fmla="*/ 5082 w 7964"/>
                <a:gd name="T73" fmla="*/ 2989 h 7964"/>
                <a:gd name="T74" fmla="*/ 2882 w 7964"/>
                <a:gd name="T75" fmla="*/ 2989 h 7964"/>
                <a:gd name="T76" fmla="*/ 3982 w 7964"/>
                <a:gd name="T77" fmla="*/ 4727 h 7964"/>
                <a:gd name="T78" fmla="*/ 5082 w 7964"/>
                <a:gd name="T79" fmla="*/ 2989 h 7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964" h="7964">
                  <a:moveTo>
                    <a:pt x="7651" y="2432"/>
                  </a:moveTo>
                  <a:cubicBezTo>
                    <a:pt x="7451" y="1958"/>
                    <a:pt x="7164" y="1532"/>
                    <a:pt x="6798" y="1166"/>
                  </a:cubicBezTo>
                  <a:cubicBezTo>
                    <a:pt x="6432" y="800"/>
                    <a:pt x="6006" y="513"/>
                    <a:pt x="5532" y="313"/>
                  </a:cubicBezTo>
                  <a:cubicBezTo>
                    <a:pt x="5041" y="105"/>
                    <a:pt x="4520" y="0"/>
                    <a:pt x="3982" y="0"/>
                  </a:cubicBezTo>
                  <a:cubicBezTo>
                    <a:pt x="3444" y="0"/>
                    <a:pt x="2923" y="105"/>
                    <a:pt x="2432" y="313"/>
                  </a:cubicBezTo>
                  <a:cubicBezTo>
                    <a:pt x="1958" y="513"/>
                    <a:pt x="1532" y="800"/>
                    <a:pt x="1166" y="1166"/>
                  </a:cubicBezTo>
                  <a:cubicBezTo>
                    <a:pt x="800" y="1532"/>
                    <a:pt x="513" y="1958"/>
                    <a:pt x="313" y="2432"/>
                  </a:cubicBezTo>
                  <a:cubicBezTo>
                    <a:pt x="105" y="2923"/>
                    <a:pt x="0" y="3444"/>
                    <a:pt x="0" y="3982"/>
                  </a:cubicBezTo>
                  <a:cubicBezTo>
                    <a:pt x="0" y="4520"/>
                    <a:pt x="105" y="5041"/>
                    <a:pt x="313" y="5532"/>
                  </a:cubicBezTo>
                  <a:cubicBezTo>
                    <a:pt x="513" y="6006"/>
                    <a:pt x="800" y="6432"/>
                    <a:pt x="1166" y="6798"/>
                  </a:cubicBezTo>
                  <a:cubicBezTo>
                    <a:pt x="1532" y="7164"/>
                    <a:pt x="1958" y="7451"/>
                    <a:pt x="2432" y="7651"/>
                  </a:cubicBezTo>
                  <a:cubicBezTo>
                    <a:pt x="2923" y="7859"/>
                    <a:pt x="3444" y="7964"/>
                    <a:pt x="3982" y="7964"/>
                  </a:cubicBezTo>
                  <a:cubicBezTo>
                    <a:pt x="4520" y="7964"/>
                    <a:pt x="5041" y="7859"/>
                    <a:pt x="5532" y="7651"/>
                  </a:cubicBezTo>
                  <a:cubicBezTo>
                    <a:pt x="6006" y="7451"/>
                    <a:pt x="6432" y="7164"/>
                    <a:pt x="6798" y="6798"/>
                  </a:cubicBezTo>
                  <a:cubicBezTo>
                    <a:pt x="7164" y="6432"/>
                    <a:pt x="7451" y="6006"/>
                    <a:pt x="7651" y="5532"/>
                  </a:cubicBezTo>
                  <a:cubicBezTo>
                    <a:pt x="7859" y="5041"/>
                    <a:pt x="7964" y="4520"/>
                    <a:pt x="7964" y="3982"/>
                  </a:cubicBezTo>
                  <a:cubicBezTo>
                    <a:pt x="7964" y="3444"/>
                    <a:pt x="7859" y="2923"/>
                    <a:pt x="7651" y="2432"/>
                  </a:cubicBezTo>
                  <a:close/>
                  <a:moveTo>
                    <a:pt x="2667" y="2870"/>
                  </a:moveTo>
                  <a:cubicBezTo>
                    <a:pt x="2710" y="2791"/>
                    <a:pt x="2792" y="2741"/>
                    <a:pt x="2882" y="2741"/>
                  </a:cubicBezTo>
                  <a:lnTo>
                    <a:pt x="5082" y="2741"/>
                  </a:lnTo>
                  <a:cubicBezTo>
                    <a:pt x="5171" y="2741"/>
                    <a:pt x="5254" y="2791"/>
                    <a:pt x="5296" y="2870"/>
                  </a:cubicBezTo>
                  <a:cubicBezTo>
                    <a:pt x="5317" y="2907"/>
                    <a:pt x="5326" y="2948"/>
                    <a:pt x="5326" y="2989"/>
                  </a:cubicBezTo>
                  <a:cubicBezTo>
                    <a:pt x="5326" y="3036"/>
                    <a:pt x="5313" y="3083"/>
                    <a:pt x="5288" y="3123"/>
                  </a:cubicBezTo>
                  <a:lnTo>
                    <a:pt x="4188" y="4861"/>
                  </a:lnTo>
                  <a:cubicBezTo>
                    <a:pt x="4143" y="4932"/>
                    <a:pt x="4065" y="4975"/>
                    <a:pt x="3982" y="4975"/>
                  </a:cubicBezTo>
                  <a:cubicBezTo>
                    <a:pt x="3899" y="4975"/>
                    <a:pt x="3821" y="4932"/>
                    <a:pt x="3776" y="4861"/>
                  </a:cubicBezTo>
                  <a:lnTo>
                    <a:pt x="2676" y="3123"/>
                  </a:lnTo>
                  <a:cubicBezTo>
                    <a:pt x="2650" y="3083"/>
                    <a:pt x="2637" y="3036"/>
                    <a:pt x="2637" y="2989"/>
                  </a:cubicBezTo>
                  <a:cubicBezTo>
                    <a:pt x="2637" y="2948"/>
                    <a:pt x="2647" y="2907"/>
                    <a:pt x="2667" y="2870"/>
                  </a:cubicBezTo>
                  <a:close/>
                  <a:moveTo>
                    <a:pt x="5204" y="5223"/>
                  </a:moveTo>
                  <a:lnTo>
                    <a:pt x="2760" y="5223"/>
                  </a:lnTo>
                  <a:cubicBezTo>
                    <a:pt x="2692" y="5223"/>
                    <a:pt x="2637" y="5168"/>
                    <a:pt x="2637" y="5100"/>
                  </a:cubicBezTo>
                  <a:cubicBezTo>
                    <a:pt x="2638" y="5032"/>
                    <a:pt x="2692" y="4977"/>
                    <a:pt x="2760" y="4977"/>
                  </a:cubicBezTo>
                  <a:lnTo>
                    <a:pt x="5204" y="4977"/>
                  </a:lnTo>
                  <a:cubicBezTo>
                    <a:pt x="5271" y="4977"/>
                    <a:pt x="5326" y="5032"/>
                    <a:pt x="5326" y="5100"/>
                  </a:cubicBezTo>
                  <a:cubicBezTo>
                    <a:pt x="5326" y="5168"/>
                    <a:pt x="5271" y="5223"/>
                    <a:pt x="5204" y="5223"/>
                  </a:cubicBezTo>
                  <a:close/>
                  <a:moveTo>
                    <a:pt x="5082" y="2989"/>
                  </a:moveTo>
                  <a:lnTo>
                    <a:pt x="2882" y="2989"/>
                  </a:lnTo>
                  <a:lnTo>
                    <a:pt x="3982" y="4727"/>
                  </a:lnTo>
                  <a:lnTo>
                    <a:pt x="5082" y="2989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8" name="矩形 97"/>
            <p:cNvSpPr/>
            <p:nvPr/>
          </p:nvSpPr>
          <p:spPr>
            <a:xfrm>
              <a:off x="10385" y="4876"/>
              <a:ext cx="4144" cy="833"/>
            </a:xfrm>
            <a:prstGeom prst="rect">
              <a:avLst/>
            </a:prstGeom>
          </p:spPr>
          <p:txBody>
            <a:bodyPr wrap="square" lIns="68559" tIns="34280" rIns="68559" bIns="342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创建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Web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服务器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10385" y="5819"/>
              <a:ext cx="8000" cy="341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indent="0" fontAlgn="auto">
                <a:lnSpc>
                  <a:spcPct val="150000"/>
                </a:lnSpc>
              </a:pPr>
              <a:r>
                <a:rPr lang="en-US" altLang="zh-CN" b="1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1. 引入http模块；2. 创建Web服务器实例；3. 启动监听服务器；4. 为服务器实例绑定request事件；5. 根据客户端请求进行响应。</a:t>
              </a:r>
              <a:endParaRPr lang="en-US" altLang="zh-CN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  <p:custDataLst>
      <p:tags r:id="rId4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3212" y="2052491"/>
            <a:ext cx="6805576" cy="2016125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9600" b="1" kern="12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9600" strike="noStrike" baseline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微软雅黑" panose="020B0503020204020204" pitchFamily="34" charset="-122"/>
              </a:rPr>
              <a:t>谢谢观看</a:t>
            </a:r>
            <a:endParaRPr lang="zh-CN" altLang="en-US" sz="9600" strike="noStrike" baseline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4、7、11、16、19、21、23、24"/>
  <p:tag name="KSO_WM_TEMPLATE_SUBCATEGORY" val="0"/>
  <p:tag name="KSO_WM_TEMPLATE_MASTER_TYPE" val="1"/>
  <p:tag name="KSO_WM_TEMPLATE_COLOR_TYPE" val="0"/>
</p:tagLst>
</file>

<file path=ppt/tags/tag590.xml><?xml version="1.0" encoding="utf-8"?>
<p:tagLst xmlns:p="http://schemas.openxmlformats.org/presentationml/2006/main">
  <p:tag name="KSO_WM_UNIT_ISCONTENTSTITLE" val="0"/>
  <p:tag name="KSO_WM_UNIT_PRESET_TEXT" val="月末工作汇报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1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591.xml><?xml version="1.0" encoding="utf-8"?>
<p:tagLst xmlns:p="http://schemas.openxmlformats.org/presentationml/2006/main">
  <p:tag name="KSO_WM_SLIDE_ID" val="custom20191730_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730"/>
  <p:tag name="KSO_WM_SLIDE_LAYOUT" val="a_b"/>
  <p:tag name="KSO_WM_SLIDE_LAYOUT_CNT" val="1_1"/>
  <p:tag name="KSO_WM_SLIDE_COVER_HASPICTURE" val="2"/>
  <p:tag name="KSO_WM_TEMPLATE_SUBCATEGORY" val="0"/>
  <p:tag name="KSO_WM_TEMPLATE_MASTER_TYPE" val="1"/>
  <p:tag name="KSO_WM_TEMPLATE_COLOR_TYPE" val="0"/>
  <p:tag name="KSO_WM_TEMPLATE_THUMBS_INDEX" val="1、4、7、11、16、19、21、23、24"/>
</p:tagLst>
</file>

<file path=ppt/tags/tag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5.xml><?xml version="1.0" encoding="utf-8"?>
<p:tagLst xmlns:p="http://schemas.openxmlformats.org/presentationml/2006/main">
  <p:tag name="KSO_WM_SLIDE_BACKGROUND_TYPE" val="general"/>
</p:tagLst>
</file>

<file path=ppt/tags/tag596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5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191730_4*l_h_i*1_3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DEFAULT_FONT" val="28;36;2"/>
  <p:tag name="KSO_WM_UNIT_BLOCK" val="0"/>
  <p:tag name="KSO_WM_UNIT_SM_LIMIT_TYPE" val="2"/>
  <p:tag name="KSO_WM_UNIT_DEC_AREA_ID" val="f1227ba5c3894d89910f75f900cfb7dd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72.05165354330711,&quot;left&quot;:150.43527559055116,&quot;top&quot;:231.93401574803147,&quot;width&quot;:697.3823622047245}"/>
</p:tagLst>
</file>

<file path=ppt/tags/tag598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custom20191730_4*l_h_a*1_3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BLOCK" val="0"/>
  <p:tag name="KSO_WM_UNIT_SM_LIMIT_TYPE" val="2"/>
  <p:tag name="KSO_WM_UNIT_DEC_AREA_ID" val="23abacf4a9b64692a0242f7be55afed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72.05165354330711,&quot;left&quot;:150.43527559055116,&quot;top&quot;:231.93401574803147,&quot;width&quot;:697.3823622047245}"/>
</p:tagLst>
</file>

<file path=ppt/tags/tag5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191730_4*l_h_i*1_4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DEFAULT_FONT" val="28;36;2"/>
  <p:tag name="KSO_WM_UNIT_BLOCK" val="0"/>
  <p:tag name="KSO_WM_UNIT_SM_LIMIT_TYPE" val="2"/>
  <p:tag name="KSO_WM_UNIT_DEC_AREA_ID" val="ed245d2cf5b04bc6837f9a1c606cf709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72.05165354330711,&quot;left&quot;:150.43527559055116,&quot;top&quot;:231.93401574803147,&quot;width&quot;:697.3823622047245}"/>
</p:tagLst>
</file>

<file path=ppt/tags/tag600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custom20191730_4*l_h_a*1_4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BLOCK" val="0"/>
  <p:tag name="KSO_WM_UNIT_SM_LIMIT_TYPE" val="2"/>
  <p:tag name="KSO_WM_UNIT_DEC_AREA_ID" val="dfbc1e989df64d6c87633c3e95fe59f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72.05165354330711,&quot;left&quot;:150.43527559055116,&quot;top&quot;:231.93401574803147,&quot;width&quot;:697.3823622047245}"/>
</p:tagLst>
</file>

<file path=ppt/tags/tag601.xml><?xml version="1.0" encoding="utf-8"?>
<p:tagLst xmlns:p="http://schemas.openxmlformats.org/presentationml/2006/main">
  <p:tag name="KSO_WM_SLIDE_ID" val="custom20191730_4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4.xml><?xml version="1.0" encoding="utf-8"?>
<p:tagLst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6.xml><?xml version="1.0" encoding="utf-8"?>
<p:tagLst xmlns:p="http://schemas.openxmlformats.org/presentationml/2006/main">
  <p:tag name="KSO_WM_UNIT_FILL_FORE_SCHEMECOLOR_INDEX_BRIGHTNESS" val="-0.5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8.xml><?xml version="1.0" encoding="utf-8"?>
<p:tagLst xmlns:p="http://schemas.openxmlformats.org/presentationml/2006/main">
  <p:tag name="KSO_WM_SLIDE_BACKGROUND_TYPE" val="general"/>
</p:tagLst>
</file>

<file path=ppt/tags/tag6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1.xml><?xml version="1.0" encoding="utf-8"?>
<p:tagLst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3.xml><?xml version="1.0" encoding="utf-8"?>
<p:tagLst xmlns:p="http://schemas.openxmlformats.org/presentationml/2006/main">
  <p:tag name="KSO_WM_UNIT_FILL_FORE_SCHEMECOLOR_INDEX_BRIGHTNESS" val="-0.5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5.xml><?xml version="1.0" encoding="utf-8"?>
<p:tagLst xmlns:p="http://schemas.openxmlformats.org/presentationml/2006/main">
  <p:tag name="KSO_WM_SLIDE_BACKGROUND_TYPE" val="general"/>
</p:tagLst>
</file>

<file path=ppt/tags/tag6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8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619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62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4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8.xml><?xml version="1.0" encoding="utf-8"?>
<p:tagLst xmlns:p="http://schemas.openxmlformats.org/presentationml/2006/main">
  <p:tag name="KSO_WM_SLIDE_BACKGROUND_TYPE" val="general"/>
</p:tagLst>
</file>

<file path=ppt/tags/tag6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1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5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7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9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3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654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6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7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4.xml><?xml version="1.0" encoding="utf-8"?>
<p:tagLst xmlns:p="http://schemas.openxmlformats.org/presentationml/2006/main">
  <p:tag name="ISLIDE.VECTOR" val="#251088;"/>
  <p:tag name="KSO_WM_SLIDE_BACKGROUND_TYPE" val="general"/>
</p:tagLst>
</file>

<file path=ppt/tags/tag6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7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668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66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1.xml><?xml version="1.0" encoding="utf-8"?>
<p:tagLst xmlns:p="http://schemas.openxmlformats.org/presentationml/2006/main">
  <p:tag name="KSO_WM_UNIT_LINE_FORE_SCHEMECOLOR_INDEX_BRIGHTNESS" val="-0.75"/>
  <p:tag name="KSO_WM_UNIT_LINE_FORE_SCHEMECOLOR_INDEX" val="9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7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7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7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7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7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7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7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7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8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8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8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8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8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8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8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88.xml><?xml version="1.0" encoding="utf-8"?>
<p:tagLst xmlns:p="http://schemas.openxmlformats.org/presentationml/2006/main">
  <p:tag name="KSO_WM_SLIDE_BACKGROUND_TYPE" val="general"/>
</p:tagLst>
</file>

<file path=ppt/tags/tag6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69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69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696.xml><?xml version="1.0" encoding="utf-8"?>
<p:tagLst xmlns:p="http://schemas.openxmlformats.org/presentationml/2006/main">
  <p:tag name="KSO_WM_SLIDE_BACKGROUND_TYPE" val="general"/>
</p:tagLst>
</file>

<file path=ppt/tags/tag6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9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00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70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3.xml><?xml version="1.0" encoding="utf-8"?>
<p:tagLst xmlns:p="http://schemas.openxmlformats.org/presentationml/2006/main">
  <p:tag name="KSO_WM_UNIT_LINE_FORE_SCHEMECOLOR_INDEX_BRIGHTNESS" val="-0.75"/>
  <p:tag name="KSO_WM_UNIT_LINE_FORE_SCHEMECOLOR_INDEX" val="9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0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0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0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1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4.xml><?xml version="1.0" encoding="utf-8"?>
<p:tagLst xmlns:p="http://schemas.openxmlformats.org/presentationml/2006/main">
  <p:tag name="KSO_WM_SLIDE_BACKGROUND_TYPE" val="general"/>
</p:tagLst>
</file>

<file path=ppt/tags/tag7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1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19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20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721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72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2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2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2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2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2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2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2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3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3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3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3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3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3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3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3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3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3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4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4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4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4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4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45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746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47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48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49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50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751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75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53.xml><?xml version="1.0" encoding="utf-8"?>
<p:tagLst xmlns:p="http://schemas.openxmlformats.org/presentationml/2006/main"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54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SHADOW_SCHEMECOLOR_INDEX_BRIGHTNESS" val="0"/>
  <p:tag name="KSO_WM_UNIT_SHADOW_SCHEMECOLOR_INDEX" val="7"/>
  <p:tag name="KSO_WM_UNIT_TEXT_FILL_FORE_SCHEMECOLOR_INDEX_BRIGHTNESS" val="0"/>
  <p:tag name="KSO_WM_UNIT_TEXT_FILL_FORE_SCHEMECOLOR_INDEX" val="13"/>
  <p:tag name="KSO_WM_UNIT_TEXT_FILL_TYPE" val="1"/>
</p:tagLst>
</file>

<file path=ppt/tags/tag7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56.xml><?xml version="1.0" encoding="utf-8"?>
<p:tagLst xmlns:p="http://schemas.openxmlformats.org/presentationml/2006/main">
  <p:tag name="KSO_WM_SLIDE_BACKGROUND_TYPE" val="general"/>
</p:tagLst>
</file>

<file path=ppt/tags/tag757.xml><?xml version="1.0" encoding="utf-8"?>
<p:tagLst xmlns:p="http://schemas.openxmlformats.org/presentationml/2006/main">
  <p:tag name="KSO_WM_UNIT_ISCONTENTSTITLE" val="0"/>
  <p:tag name="KSO_WM_UNIT_PRESET_TEXT" val="THANKS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2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758.xml><?xml version="1.0" encoding="utf-8"?>
<p:tagLst xmlns:p="http://schemas.openxmlformats.org/presentationml/2006/main">
  <p:tag name="KSO_WM_SLIDE_ID" val="custom20191730_24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191730"/>
  <p:tag name="KSO_WM_SLIDE_TYPE" val="endPage"/>
  <p:tag name="KSO_WM_SLIDE_SUBTYPE" val="pureTxt"/>
  <p:tag name="KSO_WM_SLIDE_LAYOUT" val="a"/>
  <p:tag name="KSO_WM_SLIDE_LAYOUT_CNT" val="1"/>
  <p:tag name="KSO_WM_TEMPLATE_SUBCATEGORY" val="0"/>
  <p:tag name="KSO_WM_TEMPLATE_MASTER_TYPE" val="1"/>
  <p:tag name="KSO_WM_TEMPLATE_COLOR_TYPE" val="0"/>
</p:tagLst>
</file>

<file path=ppt/tags/tag759.xml><?xml version="1.0" encoding="utf-8"?>
<p:tagLst xmlns:p="http://schemas.openxmlformats.org/presentationml/2006/main">
  <p:tag name="ISPRING_PRESENTATION_TITLE" val="绿黑工作总结汇报PPT模板"/>
  <p:tag name="ISPRING_FIRST_PUBLISH" val="1"/>
  <p:tag name="commondata" val="eyJoZGlkIjoiNjU0YmZmZGQ0MTcwNTc4ZWE1ZDViYWJhNTMzYzVhMDgifQ==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853C"/>
      </a:accent1>
      <a:accent2>
        <a:srgbClr val="333333"/>
      </a:accent2>
      <a:accent3>
        <a:srgbClr val="A5A5A5"/>
      </a:accent3>
      <a:accent4>
        <a:srgbClr val="667F6E"/>
      </a:accent4>
      <a:accent5>
        <a:srgbClr val="F2F2F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">
      <a:dk1>
        <a:srgbClr val="000000"/>
      </a:dk1>
      <a:lt1>
        <a:srgbClr val="FFFFFF"/>
      </a:lt1>
      <a:dk2>
        <a:srgbClr val="F4F7DD"/>
      </a:dk2>
      <a:lt2>
        <a:srgbClr val="FFFFFF"/>
      </a:lt2>
      <a:accent1>
        <a:srgbClr val="C6D65B"/>
      </a:accent1>
      <a:accent2>
        <a:srgbClr val="15C2FF"/>
      </a:accent2>
      <a:accent3>
        <a:srgbClr val="4CC5F0"/>
      </a:accent3>
      <a:accent4>
        <a:srgbClr val="7DCF87"/>
      </a:accent4>
      <a:accent5>
        <a:srgbClr val="43B651"/>
      </a:accent5>
      <a:accent6>
        <a:srgbClr val="DBF3FC"/>
      </a:accent6>
      <a:hlink>
        <a:srgbClr val="BFBFBF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2592</Words>
  <Application>WPS 演示</Application>
  <PresentationFormat>宽屏</PresentationFormat>
  <Paragraphs>172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Calibri</vt:lpstr>
      <vt:lpstr>等线</vt:lpstr>
      <vt:lpstr>Arial Unicode MS</vt:lpstr>
      <vt:lpstr>黑体</vt:lpstr>
      <vt:lpstr>Office 主题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Huaiy虞</cp:lastModifiedBy>
  <cp:revision>794</cp:revision>
  <dcterms:created xsi:type="dcterms:W3CDTF">2020-10-23T09:50:00Z</dcterms:created>
  <dcterms:modified xsi:type="dcterms:W3CDTF">2024-05-26T07:54:57Z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924DD285D2454393A420AAB0A69C87ED_12</vt:lpwstr>
  </property>
  <property fmtid="{D5CDD505-2E9C-101B-9397-08002B2CF9AE}" pid="3" name="KSOProductBuildVer">
    <vt:lpwstr>2052-12.1.0.16929</vt:lpwstr>
  </property>
</Properties>
</file>