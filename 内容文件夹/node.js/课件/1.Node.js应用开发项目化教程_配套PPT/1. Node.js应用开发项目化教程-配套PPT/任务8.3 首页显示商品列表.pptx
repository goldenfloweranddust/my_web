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sldIdLst>
    <p:sldId id="440" r:id="rId4"/>
    <p:sldId id="441" r:id="rId6"/>
    <p:sldId id="442" r:id="rId7"/>
    <p:sldId id="443" r:id="rId8"/>
    <p:sldId id="444" r:id="rId9"/>
    <p:sldId id="449" r:id="rId10"/>
    <p:sldId id="447" r:id="rId11"/>
    <p:sldId id="451" r:id="rId12"/>
    <p:sldId id="452" r:id="rId13"/>
    <p:sldId id="453" r:id="rId14"/>
    <p:sldId id="458" r:id="rId15"/>
    <p:sldId id="454" r:id="rId16"/>
    <p:sldId id="456" r:id="rId17"/>
    <p:sldId id="457" r:id="rId18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2" userDrawn="1">
          <p15:clr>
            <a:srgbClr val="A4A3A4"/>
          </p15:clr>
        </p15:guide>
        <p15:guide id="2" pos="382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 D" initials="W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333333"/>
    <a:srgbClr val="4C944C"/>
    <a:srgbClr val="0070C0"/>
    <a:srgbClr val="AFABAB"/>
    <a:srgbClr val="3C853C"/>
    <a:srgbClr val="232323"/>
    <a:srgbClr val="D86060"/>
    <a:srgbClr val="434343"/>
    <a:srgbClr val="D164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775" autoAdjust="0"/>
  </p:normalViewPr>
  <p:slideViewPr>
    <p:cSldViewPr snapToGrid="0" showGuides="1">
      <p:cViewPr varScale="1">
        <p:scale>
          <a:sx n="68" d="100"/>
          <a:sy n="68" d="100"/>
        </p:scale>
        <p:origin x="174" y="72"/>
      </p:cViewPr>
      <p:guideLst>
        <p:guide orient="horz" pos="2172"/>
        <p:guide pos="382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gs" Target="tags/tag837.xml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EBB-0E67-4A8F-8892-A39B7B2E550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BD92E64-5989-4DAC-91ED-545C524ECB9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6.xml"/><Relationship Id="rId19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00.xml"/><Relationship Id="rId8" Type="http://schemas.openxmlformats.org/officeDocument/2006/relationships/tags" Target="../tags/tag599.xml"/><Relationship Id="rId79" Type="http://schemas.openxmlformats.org/officeDocument/2006/relationships/notesSlide" Target="../notesSlides/notesSlide2.xml"/><Relationship Id="rId78" Type="http://schemas.openxmlformats.org/officeDocument/2006/relationships/slideLayout" Target="../slideLayouts/slideLayout11.xml"/><Relationship Id="rId77" Type="http://schemas.openxmlformats.org/officeDocument/2006/relationships/tags" Target="../tags/tag663.xml"/><Relationship Id="rId76" Type="http://schemas.openxmlformats.org/officeDocument/2006/relationships/image" Target="../media/image5.png"/><Relationship Id="rId75" Type="http://schemas.openxmlformats.org/officeDocument/2006/relationships/image" Target="../media/image4.jpeg"/><Relationship Id="rId74" Type="http://schemas.openxmlformats.org/officeDocument/2006/relationships/image" Target="../media/image3.jpeg"/><Relationship Id="rId73" Type="http://schemas.openxmlformats.org/officeDocument/2006/relationships/image" Target="../media/image2.jpeg"/><Relationship Id="rId72" Type="http://schemas.openxmlformats.org/officeDocument/2006/relationships/image" Target="../media/image1.png"/><Relationship Id="rId71" Type="http://schemas.openxmlformats.org/officeDocument/2006/relationships/tags" Target="../tags/tag662.xml"/><Relationship Id="rId70" Type="http://schemas.openxmlformats.org/officeDocument/2006/relationships/tags" Target="../tags/tag661.xml"/><Relationship Id="rId7" Type="http://schemas.openxmlformats.org/officeDocument/2006/relationships/tags" Target="../tags/tag598.xml"/><Relationship Id="rId69" Type="http://schemas.openxmlformats.org/officeDocument/2006/relationships/tags" Target="../tags/tag660.xml"/><Relationship Id="rId68" Type="http://schemas.openxmlformats.org/officeDocument/2006/relationships/tags" Target="../tags/tag659.xml"/><Relationship Id="rId67" Type="http://schemas.openxmlformats.org/officeDocument/2006/relationships/tags" Target="../tags/tag658.xml"/><Relationship Id="rId66" Type="http://schemas.openxmlformats.org/officeDocument/2006/relationships/tags" Target="../tags/tag657.xml"/><Relationship Id="rId65" Type="http://schemas.openxmlformats.org/officeDocument/2006/relationships/tags" Target="../tags/tag656.xml"/><Relationship Id="rId64" Type="http://schemas.openxmlformats.org/officeDocument/2006/relationships/tags" Target="../tags/tag655.xml"/><Relationship Id="rId63" Type="http://schemas.openxmlformats.org/officeDocument/2006/relationships/tags" Target="../tags/tag654.xml"/><Relationship Id="rId62" Type="http://schemas.openxmlformats.org/officeDocument/2006/relationships/tags" Target="../tags/tag653.xml"/><Relationship Id="rId61" Type="http://schemas.openxmlformats.org/officeDocument/2006/relationships/tags" Target="../tags/tag652.xml"/><Relationship Id="rId60" Type="http://schemas.openxmlformats.org/officeDocument/2006/relationships/tags" Target="../tags/tag651.xml"/><Relationship Id="rId6" Type="http://schemas.openxmlformats.org/officeDocument/2006/relationships/tags" Target="../tags/tag597.xml"/><Relationship Id="rId59" Type="http://schemas.openxmlformats.org/officeDocument/2006/relationships/tags" Target="../tags/tag650.xml"/><Relationship Id="rId58" Type="http://schemas.openxmlformats.org/officeDocument/2006/relationships/tags" Target="../tags/tag649.xml"/><Relationship Id="rId57" Type="http://schemas.openxmlformats.org/officeDocument/2006/relationships/tags" Target="../tags/tag648.xml"/><Relationship Id="rId56" Type="http://schemas.openxmlformats.org/officeDocument/2006/relationships/tags" Target="../tags/tag647.xml"/><Relationship Id="rId55" Type="http://schemas.openxmlformats.org/officeDocument/2006/relationships/tags" Target="../tags/tag646.xml"/><Relationship Id="rId54" Type="http://schemas.openxmlformats.org/officeDocument/2006/relationships/tags" Target="../tags/tag645.xml"/><Relationship Id="rId53" Type="http://schemas.openxmlformats.org/officeDocument/2006/relationships/tags" Target="../tags/tag644.xml"/><Relationship Id="rId52" Type="http://schemas.openxmlformats.org/officeDocument/2006/relationships/tags" Target="../tags/tag643.xml"/><Relationship Id="rId51" Type="http://schemas.openxmlformats.org/officeDocument/2006/relationships/tags" Target="../tags/tag642.xml"/><Relationship Id="rId50" Type="http://schemas.openxmlformats.org/officeDocument/2006/relationships/tags" Target="../tags/tag641.xml"/><Relationship Id="rId5" Type="http://schemas.openxmlformats.org/officeDocument/2006/relationships/tags" Target="../tags/tag596.xml"/><Relationship Id="rId49" Type="http://schemas.openxmlformats.org/officeDocument/2006/relationships/tags" Target="../tags/tag640.xml"/><Relationship Id="rId48" Type="http://schemas.openxmlformats.org/officeDocument/2006/relationships/tags" Target="../tags/tag639.xml"/><Relationship Id="rId47" Type="http://schemas.openxmlformats.org/officeDocument/2006/relationships/tags" Target="../tags/tag638.xml"/><Relationship Id="rId46" Type="http://schemas.openxmlformats.org/officeDocument/2006/relationships/tags" Target="../tags/tag637.xml"/><Relationship Id="rId45" Type="http://schemas.openxmlformats.org/officeDocument/2006/relationships/tags" Target="../tags/tag636.xml"/><Relationship Id="rId44" Type="http://schemas.openxmlformats.org/officeDocument/2006/relationships/tags" Target="../tags/tag635.xml"/><Relationship Id="rId43" Type="http://schemas.openxmlformats.org/officeDocument/2006/relationships/tags" Target="../tags/tag634.xml"/><Relationship Id="rId42" Type="http://schemas.openxmlformats.org/officeDocument/2006/relationships/tags" Target="../tags/tag633.xml"/><Relationship Id="rId41" Type="http://schemas.openxmlformats.org/officeDocument/2006/relationships/tags" Target="../tags/tag632.xml"/><Relationship Id="rId40" Type="http://schemas.openxmlformats.org/officeDocument/2006/relationships/tags" Target="../tags/tag631.xml"/><Relationship Id="rId4" Type="http://schemas.openxmlformats.org/officeDocument/2006/relationships/tags" Target="../tags/tag595.xml"/><Relationship Id="rId39" Type="http://schemas.openxmlformats.org/officeDocument/2006/relationships/tags" Target="../tags/tag630.xml"/><Relationship Id="rId38" Type="http://schemas.openxmlformats.org/officeDocument/2006/relationships/tags" Target="../tags/tag629.xml"/><Relationship Id="rId37" Type="http://schemas.openxmlformats.org/officeDocument/2006/relationships/tags" Target="../tags/tag628.xml"/><Relationship Id="rId36" Type="http://schemas.openxmlformats.org/officeDocument/2006/relationships/tags" Target="../tags/tag627.xml"/><Relationship Id="rId35" Type="http://schemas.openxmlformats.org/officeDocument/2006/relationships/tags" Target="../tags/tag626.xml"/><Relationship Id="rId34" Type="http://schemas.openxmlformats.org/officeDocument/2006/relationships/tags" Target="../tags/tag625.xml"/><Relationship Id="rId33" Type="http://schemas.openxmlformats.org/officeDocument/2006/relationships/tags" Target="../tags/tag624.xml"/><Relationship Id="rId32" Type="http://schemas.openxmlformats.org/officeDocument/2006/relationships/tags" Target="../tags/tag623.xml"/><Relationship Id="rId31" Type="http://schemas.openxmlformats.org/officeDocument/2006/relationships/tags" Target="../tags/tag622.xml"/><Relationship Id="rId30" Type="http://schemas.openxmlformats.org/officeDocument/2006/relationships/tags" Target="../tags/tag621.xml"/><Relationship Id="rId3" Type="http://schemas.openxmlformats.org/officeDocument/2006/relationships/tags" Target="../tags/tag594.xml"/><Relationship Id="rId29" Type="http://schemas.openxmlformats.org/officeDocument/2006/relationships/tags" Target="../tags/tag620.xml"/><Relationship Id="rId28" Type="http://schemas.openxmlformats.org/officeDocument/2006/relationships/tags" Target="../tags/tag619.xml"/><Relationship Id="rId27" Type="http://schemas.openxmlformats.org/officeDocument/2006/relationships/tags" Target="../tags/tag618.xml"/><Relationship Id="rId26" Type="http://schemas.openxmlformats.org/officeDocument/2006/relationships/tags" Target="../tags/tag617.xml"/><Relationship Id="rId25" Type="http://schemas.openxmlformats.org/officeDocument/2006/relationships/tags" Target="../tags/tag616.xml"/><Relationship Id="rId24" Type="http://schemas.openxmlformats.org/officeDocument/2006/relationships/tags" Target="../tags/tag615.xml"/><Relationship Id="rId23" Type="http://schemas.openxmlformats.org/officeDocument/2006/relationships/tags" Target="../tags/tag614.xml"/><Relationship Id="rId22" Type="http://schemas.openxmlformats.org/officeDocument/2006/relationships/tags" Target="../tags/tag613.xml"/><Relationship Id="rId21" Type="http://schemas.openxmlformats.org/officeDocument/2006/relationships/tags" Target="../tags/tag612.xml"/><Relationship Id="rId20" Type="http://schemas.openxmlformats.org/officeDocument/2006/relationships/tags" Target="../tags/tag611.xml"/><Relationship Id="rId2" Type="http://schemas.openxmlformats.org/officeDocument/2006/relationships/tags" Target="../tags/tag593.xml"/><Relationship Id="rId19" Type="http://schemas.openxmlformats.org/officeDocument/2006/relationships/tags" Target="../tags/tag610.xml"/><Relationship Id="rId18" Type="http://schemas.openxmlformats.org/officeDocument/2006/relationships/tags" Target="../tags/tag609.xml"/><Relationship Id="rId17" Type="http://schemas.openxmlformats.org/officeDocument/2006/relationships/tags" Target="../tags/tag608.xml"/><Relationship Id="rId16" Type="http://schemas.openxmlformats.org/officeDocument/2006/relationships/tags" Target="../tags/tag607.xml"/><Relationship Id="rId15" Type="http://schemas.openxmlformats.org/officeDocument/2006/relationships/tags" Target="../tags/tag606.xml"/><Relationship Id="rId14" Type="http://schemas.openxmlformats.org/officeDocument/2006/relationships/tags" Target="../tags/tag605.xml"/><Relationship Id="rId13" Type="http://schemas.openxmlformats.org/officeDocument/2006/relationships/tags" Target="../tags/tag604.xml"/><Relationship Id="rId12" Type="http://schemas.openxmlformats.org/officeDocument/2006/relationships/tags" Target="../tags/tag603.xml"/><Relationship Id="rId11" Type="http://schemas.openxmlformats.org/officeDocument/2006/relationships/tags" Target="../tags/tag602.xml"/><Relationship Id="rId10" Type="http://schemas.openxmlformats.org/officeDocument/2006/relationships/tags" Target="../tags/tag601.xml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tags" Target="../tags/tag671.xml"/><Relationship Id="rId7" Type="http://schemas.openxmlformats.org/officeDocument/2006/relationships/tags" Target="../tags/tag670.xml"/><Relationship Id="rId6" Type="http://schemas.openxmlformats.org/officeDocument/2006/relationships/tags" Target="../tags/tag669.xml"/><Relationship Id="rId5" Type="http://schemas.openxmlformats.org/officeDocument/2006/relationships/tags" Target="../tags/tag668.xml"/><Relationship Id="rId4" Type="http://schemas.openxmlformats.org/officeDocument/2006/relationships/tags" Target="../tags/tag667.xml"/><Relationship Id="rId3" Type="http://schemas.openxmlformats.org/officeDocument/2006/relationships/tags" Target="../tags/tag666.xml"/><Relationship Id="rId2" Type="http://schemas.openxmlformats.org/officeDocument/2006/relationships/tags" Target="../tags/tag665.xml"/><Relationship Id="rId10" Type="http://schemas.openxmlformats.org/officeDocument/2006/relationships/notesSlide" Target="../notesSlides/notesSlide3.xml"/><Relationship Id="rId1" Type="http://schemas.openxmlformats.org/officeDocument/2006/relationships/tags" Target="../tags/tag66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tags" Target="../tags/tag678.xml"/><Relationship Id="rId7" Type="http://schemas.openxmlformats.org/officeDocument/2006/relationships/tags" Target="../tags/tag677.xml"/><Relationship Id="rId6" Type="http://schemas.openxmlformats.org/officeDocument/2006/relationships/image" Target="../media/image1.png"/><Relationship Id="rId5" Type="http://schemas.openxmlformats.org/officeDocument/2006/relationships/tags" Target="../tags/tag676.xml"/><Relationship Id="rId4" Type="http://schemas.openxmlformats.org/officeDocument/2006/relationships/tags" Target="../tags/tag675.xml"/><Relationship Id="rId3" Type="http://schemas.openxmlformats.org/officeDocument/2006/relationships/tags" Target="../tags/tag674.xml"/><Relationship Id="rId2" Type="http://schemas.openxmlformats.org/officeDocument/2006/relationships/tags" Target="../tags/tag673.xml"/><Relationship Id="rId10" Type="http://schemas.openxmlformats.org/officeDocument/2006/relationships/notesSlide" Target="../notesSlides/notesSlide4.xml"/><Relationship Id="rId1" Type="http://schemas.openxmlformats.org/officeDocument/2006/relationships/tags" Target="../tags/tag67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87.xml"/><Relationship Id="rId8" Type="http://schemas.openxmlformats.org/officeDocument/2006/relationships/tags" Target="../tags/tag686.xml"/><Relationship Id="rId7" Type="http://schemas.openxmlformats.org/officeDocument/2006/relationships/tags" Target="../tags/tag685.xml"/><Relationship Id="rId6" Type="http://schemas.openxmlformats.org/officeDocument/2006/relationships/tags" Target="../tags/tag684.xml"/><Relationship Id="rId5" Type="http://schemas.openxmlformats.org/officeDocument/2006/relationships/tags" Target="../tags/tag683.xml"/><Relationship Id="rId4" Type="http://schemas.openxmlformats.org/officeDocument/2006/relationships/tags" Target="../tags/tag682.xml"/><Relationship Id="rId3" Type="http://schemas.openxmlformats.org/officeDocument/2006/relationships/tags" Target="../tags/tag681.xml"/><Relationship Id="rId23" Type="http://schemas.openxmlformats.org/officeDocument/2006/relationships/notesSlide" Target="../notesSlides/notesSlide5.xml"/><Relationship Id="rId22" Type="http://schemas.openxmlformats.org/officeDocument/2006/relationships/slideLayout" Target="../slideLayouts/slideLayout11.xml"/><Relationship Id="rId21" Type="http://schemas.openxmlformats.org/officeDocument/2006/relationships/tags" Target="../tags/tag698.xml"/><Relationship Id="rId20" Type="http://schemas.openxmlformats.org/officeDocument/2006/relationships/tags" Target="../tags/tag697.xml"/><Relationship Id="rId2" Type="http://schemas.openxmlformats.org/officeDocument/2006/relationships/tags" Target="../tags/tag680.xml"/><Relationship Id="rId19" Type="http://schemas.openxmlformats.org/officeDocument/2006/relationships/tags" Target="../tags/tag696.xml"/><Relationship Id="rId18" Type="http://schemas.openxmlformats.org/officeDocument/2006/relationships/tags" Target="../tags/tag695.xml"/><Relationship Id="rId17" Type="http://schemas.openxmlformats.org/officeDocument/2006/relationships/tags" Target="../tags/tag694.xml"/><Relationship Id="rId16" Type="http://schemas.openxmlformats.org/officeDocument/2006/relationships/image" Target="../media/image6.png"/><Relationship Id="rId15" Type="http://schemas.openxmlformats.org/officeDocument/2006/relationships/tags" Target="../tags/tag693.xml"/><Relationship Id="rId14" Type="http://schemas.openxmlformats.org/officeDocument/2006/relationships/tags" Target="../tags/tag692.xml"/><Relationship Id="rId13" Type="http://schemas.openxmlformats.org/officeDocument/2006/relationships/tags" Target="../tags/tag691.xml"/><Relationship Id="rId12" Type="http://schemas.openxmlformats.org/officeDocument/2006/relationships/tags" Target="../tags/tag690.xml"/><Relationship Id="rId11" Type="http://schemas.openxmlformats.org/officeDocument/2006/relationships/tags" Target="../tags/tag689.xml"/><Relationship Id="rId10" Type="http://schemas.openxmlformats.org/officeDocument/2006/relationships/tags" Target="../tags/tag688.xml"/><Relationship Id="rId1" Type="http://schemas.openxmlformats.org/officeDocument/2006/relationships/tags" Target="../tags/tag67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7" Type="http://schemas.openxmlformats.org/officeDocument/2006/relationships/tags" Target="../tags/tag704.xml"/><Relationship Id="rId6" Type="http://schemas.openxmlformats.org/officeDocument/2006/relationships/image" Target="../media/image7.png"/><Relationship Id="rId5" Type="http://schemas.openxmlformats.org/officeDocument/2006/relationships/tags" Target="../tags/tag703.xml"/><Relationship Id="rId4" Type="http://schemas.openxmlformats.org/officeDocument/2006/relationships/tags" Target="../tags/tag702.xml"/><Relationship Id="rId3" Type="http://schemas.openxmlformats.org/officeDocument/2006/relationships/tags" Target="../tags/tag701.xml"/><Relationship Id="rId2" Type="http://schemas.openxmlformats.org/officeDocument/2006/relationships/tags" Target="../tags/tag700.xml"/><Relationship Id="rId1" Type="http://schemas.openxmlformats.org/officeDocument/2006/relationships/tags" Target="../tags/tag699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712.xml"/><Relationship Id="rId8" Type="http://schemas.openxmlformats.org/officeDocument/2006/relationships/image" Target="../media/image8.png"/><Relationship Id="rId7" Type="http://schemas.openxmlformats.org/officeDocument/2006/relationships/tags" Target="../tags/tag711.xml"/><Relationship Id="rId6" Type="http://schemas.openxmlformats.org/officeDocument/2006/relationships/tags" Target="../tags/tag710.xml"/><Relationship Id="rId5" Type="http://schemas.openxmlformats.org/officeDocument/2006/relationships/tags" Target="../tags/tag709.xml"/><Relationship Id="rId4" Type="http://schemas.openxmlformats.org/officeDocument/2006/relationships/tags" Target="../tags/tag708.xml"/><Relationship Id="rId3" Type="http://schemas.openxmlformats.org/officeDocument/2006/relationships/tags" Target="../tags/tag707.xml"/><Relationship Id="rId2" Type="http://schemas.openxmlformats.org/officeDocument/2006/relationships/tags" Target="../tags/tag706.xml"/><Relationship Id="rId15" Type="http://schemas.openxmlformats.org/officeDocument/2006/relationships/notesSlide" Target="../notesSlides/notesSlide6.xml"/><Relationship Id="rId14" Type="http://schemas.openxmlformats.org/officeDocument/2006/relationships/slideLayout" Target="../slideLayouts/slideLayout11.xml"/><Relationship Id="rId13" Type="http://schemas.openxmlformats.org/officeDocument/2006/relationships/tags" Target="../tags/tag716.xml"/><Relationship Id="rId12" Type="http://schemas.openxmlformats.org/officeDocument/2006/relationships/tags" Target="../tags/tag715.xml"/><Relationship Id="rId11" Type="http://schemas.openxmlformats.org/officeDocument/2006/relationships/tags" Target="../tags/tag714.xml"/><Relationship Id="rId10" Type="http://schemas.openxmlformats.org/officeDocument/2006/relationships/tags" Target="../tags/tag713.xml"/><Relationship Id="rId1" Type="http://schemas.openxmlformats.org/officeDocument/2006/relationships/tags" Target="../tags/tag705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725.xml"/><Relationship Id="rId8" Type="http://schemas.openxmlformats.org/officeDocument/2006/relationships/tags" Target="../tags/tag724.xml"/><Relationship Id="rId7" Type="http://schemas.openxmlformats.org/officeDocument/2006/relationships/tags" Target="../tags/tag723.xml"/><Relationship Id="rId6" Type="http://schemas.openxmlformats.org/officeDocument/2006/relationships/tags" Target="../tags/tag722.xml"/><Relationship Id="rId5" Type="http://schemas.openxmlformats.org/officeDocument/2006/relationships/tags" Target="../tags/tag721.xml"/><Relationship Id="rId4" Type="http://schemas.openxmlformats.org/officeDocument/2006/relationships/tags" Target="../tags/tag720.xml"/><Relationship Id="rId3" Type="http://schemas.openxmlformats.org/officeDocument/2006/relationships/tags" Target="../tags/tag719.xml"/><Relationship Id="rId2" Type="http://schemas.openxmlformats.org/officeDocument/2006/relationships/tags" Target="../tags/tag718.xml"/><Relationship Id="rId19" Type="http://schemas.openxmlformats.org/officeDocument/2006/relationships/notesSlide" Target="../notesSlides/notesSlide7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733.xml"/><Relationship Id="rId16" Type="http://schemas.openxmlformats.org/officeDocument/2006/relationships/tags" Target="../tags/tag732.xml"/><Relationship Id="rId15" Type="http://schemas.openxmlformats.org/officeDocument/2006/relationships/tags" Target="../tags/tag731.xml"/><Relationship Id="rId14" Type="http://schemas.openxmlformats.org/officeDocument/2006/relationships/tags" Target="../tags/tag730.xml"/><Relationship Id="rId13" Type="http://schemas.openxmlformats.org/officeDocument/2006/relationships/tags" Target="../tags/tag729.xml"/><Relationship Id="rId12" Type="http://schemas.openxmlformats.org/officeDocument/2006/relationships/tags" Target="../tags/tag728.xml"/><Relationship Id="rId11" Type="http://schemas.openxmlformats.org/officeDocument/2006/relationships/tags" Target="../tags/tag727.xml"/><Relationship Id="rId10" Type="http://schemas.openxmlformats.org/officeDocument/2006/relationships/tags" Target="../tags/tag726.xml"/><Relationship Id="rId1" Type="http://schemas.openxmlformats.org/officeDocument/2006/relationships/tags" Target="../tags/tag717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tags" Target="../tags/tag740.xml"/><Relationship Id="rId7" Type="http://schemas.openxmlformats.org/officeDocument/2006/relationships/tags" Target="../tags/tag739.xml"/><Relationship Id="rId6" Type="http://schemas.openxmlformats.org/officeDocument/2006/relationships/tags" Target="../tags/tag738.xml"/><Relationship Id="rId5" Type="http://schemas.openxmlformats.org/officeDocument/2006/relationships/image" Target="../media/image9.png"/><Relationship Id="rId4" Type="http://schemas.openxmlformats.org/officeDocument/2006/relationships/tags" Target="../tags/tag737.xml"/><Relationship Id="rId3" Type="http://schemas.openxmlformats.org/officeDocument/2006/relationships/tags" Target="../tags/tag736.xml"/><Relationship Id="rId2" Type="http://schemas.openxmlformats.org/officeDocument/2006/relationships/tags" Target="../tags/tag735.xml"/><Relationship Id="rId1" Type="http://schemas.openxmlformats.org/officeDocument/2006/relationships/tags" Target="../tags/tag734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749.xml"/><Relationship Id="rId8" Type="http://schemas.openxmlformats.org/officeDocument/2006/relationships/tags" Target="../tags/tag748.xml"/><Relationship Id="rId7" Type="http://schemas.openxmlformats.org/officeDocument/2006/relationships/tags" Target="../tags/tag747.xml"/><Relationship Id="rId6" Type="http://schemas.openxmlformats.org/officeDocument/2006/relationships/tags" Target="../tags/tag746.xml"/><Relationship Id="rId5" Type="http://schemas.openxmlformats.org/officeDocument/2006/relationships/tags" Target="../tags/tag745.xml"/><Relationship Id="rId4" Type="http://schemas.openxmlformats.org/officeDocument/2006/relationships/tags" Target="../tags/tag744.xml"/><Relationship Id="rId3" Type="http://schemas.openxmlformats.org/officeDocument/2006/relationships/tags" Target="../tags/tag743.xml"/><Relationship Id="rId2" Type="http://schemas.openxmlformats.org/officeDocument/2006/relationships/tags" Target="../tags/tag742.xml"/><Relationship Id="rId19" Type="http://schemas.openxmlformats.org/officeDocument/2006/relationships/notesSlide" Target="../notesSlides/notesSlide8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757.xml"/><Relationship Id="rId16" Type="http://schemas.openxmlformats.org/officeDocument/2006/relationships/tags" Target="../tags/tag756.xml"/><Relationship Id="rId15" Type="http://schemas.openxmlformats.org/officeDocument/2006/relationships/tags" Target="../tags/tag755.xml"/><Relationship Id="rId14" Type="http://schemas.openxmlformats.org/officeDocument/2006/relationships/tags" Target="../tags/tag754.xml"/><Relationship Id="rId13" Type="http://schemas.openxmlformats.org/officeDocument/2006/relationships/tags" Target="../tags/tag753.xml"/><Relationship Id="rId12" Type="http://schemas.openxmlformats.org/officeDocument/2006/relationships/tags" Target="../tags/tag752.xml"/><Relationship Id="rId11" Type="http://schemas.openxmlformats.org/officeDocument/2006/relationships/tags" Target="../tags/tag751.xml"/><Relationship Id="rId10" Type="http://schemas.openxmlformats.org/officeDocument/2006/relationships/tags" Target="../tags/tag750.xml"/><Relationship Id="rId1" Type="http://schemas.openxmlformats.org/officeDocument/2006/relationships/tags" Target="../tags/tag74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766.xml"/><Relationship Id="rId8" Type="http://schemas.openxmlformats.org/officeDocument/2006/relationships/tags" Target="../tags/tag765.xml"/><Relationship Id="rId7" Type="http://schemas.openxmlformats.org/officeDocument/2006/relationships/tags" Target="../tags/tag764.xml"/><Relationship Id="rId6" Type="http://schemas.openxmlformats.org/officeDocument/2006/relationships/tags" Target="../tags/tag763.xml"/><Relationship Id="rId5" Type="http://schemas.openxmlformats.org/officeDocument/2006/relationships/tags" Target="../tags/tag762.xml"/><Relationship Id="rId4" Type="http://schemas.openxmlformats.org/officeDocument/2006/relationships/tags" Target="../tags/tag761.xml"/><Relationship Id="rId3" Type="http://schemas.openxmlformats.org/officeDocument/2006/relationships/tags" Target="../tags/tag760.xml"/><Relationship Id="rId20" Type="http://schemas.openxmlformats.org/officeDocument/2006/relationships/notesSlide" Target="../notesSlides/notesSlide9.xml"/><Relationship Id="rId2" Type="http://schemas.openxmlformats.org/officeDocument/2006/relationships/tags" Target="../tags/tag759.xml"/><Relationship Id="rId19" Type="http://schemas.openxmlformats.org/officeDocument/2006/relationships/slideLayout" Target="../slideLayouts/slideLayout11.xml"/><Relationship Id="rId18" Type="http://schemas.openxmlformats.org/officeDocument/2006/relationships/tags" Target="../tags/tag774.xml"/><Relationship Id="rId17" Type="http://schemas.openxmlformats.org/officeDocument/2006/relationships/image" Target="../media/image10.jpeg"/><Relationship Id="rId16" Type="http://schemas.openxmlformats.org/officeDocument/2006/relationships/tags" Target="../tags/tag773.xml"/><Relationship Id="rId15" Type="http://schemas.openxmlformats.org/officeDocument/2006/relationships/tags" Target="../tags/tag772.xml"/><Relationship Id="rId14" Type="http://schemas.openxmlformats.org/officeDocument/2006/relationships/tags" Target="../tags/tag771.xml"/><Relationship Id="rId13" Type="http://schemas.openxmlformats.org/officeDocument/2006/relationships/tags" Target="../tags/tag770.xml"/><Relationship Id="rId12" Type="http://schemas.openxmlformats.org/officeDocument/2006/relationships/tags" Target="../tags/tag769.xml"/><Relationship Id="rId11" Type="http://schemas.openxmlformats.org/officeDocument/2006/relationships/tags" Target="../tags/tag768.xml"/><Relationship Id="rId10" Type="http://schemas.openxmlformats.org/officeDocument/2006/relationships/tags" Target="../tags/tag767.xml"/><Relationship Id="rId1" Type="http://schemas.openxmlformats.org/officeDocument/2006/relationships/tags" Target="../tags/tag758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782.xml"/><Relationship Id="rId8" Type="http://schemas.openxmlformats.org/officeDocument/2006/relationships/tags" Target="../tags/tag781.xml"/><Relationship Id="rId7" Type="http://schemas.openxmlformats.org/officeDocument/2006/relationships/tags" Target="../tags/tag780.xml"/><Relationship Id="rId6" Type="http://schemas.openxmlformats.org/officeDocument/2006/relationships/tags" Target="../tags/tag779.xml"/><Relationship Id="rId5" Type="http://schemas.openxmlformats.org/officeDocument/2006/relationships/tags" Target="../tags/tag778.xml"/><Relationship Id="rId4" Type="http://schemas.openxmlformats.org/officeDocument/2006/relationships/tags" Target="../tags/tag777.xml"/><Relationship Id="rId3" Type="http://schemas.openxmlformats.org/officeDocument/2006/relationships/tags" Target="../tags/tag776.xml"/><Relationship Id="rId2" Type="http://schemas.openxmlformats.org/officeDocument/2006/relationships/tags" Target="../tags/tag775.xml"/><Relationship Id="rId16" Type="http://schemas.openxmlformats.org/officeDocument/2006/relationships/notesSlide" Target="../notesSlides/notesSlide10.xml"/><Relationship Id="rId15" Type="http://schemas.openxmlformats.org/officeDocument/2006/relationships/slideLayout" Target="../slideLayouts/slideLayout11.xml"/><Relationship Id="rId14" Type="http://schemas.openxmlformats.org/officeDocument/2006/relationships/tags" Target="../tags/tag787.xml"/><Relationship Id="rId13" Type="http://schemas.openxmlformats.org/officeDocument/2006/relationships/tags" Target="../tags/tag786.xml"/><Relationship Id="rId12" Type="http://schemas.openxmlformats.org/officeDocument/2006/relationships/tags" Target="../tags/tag785.xml"/><Relationship Id="rId11" Type="http://schemas.openxmlformats.org/officeDocument/2006/relationships/tags" Target="../tags/tag784.xml"/><Relationship Id="rId10" Type="http://schemas.openxmlformats.org/officeDocument/2006/relationships/tags" Target="../tags/tag783.xml"/><Relationship Id="rId1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796.xml"/><Relationship Id="rId8" Type="http://schemas.openxmlformats.org/officeDocument/2006/relationships/tags" Target="../tags/tag795.xml"/><Relationship Id="rId7" Type="http://schemas.openxmlformats.org/officeDocument/2006/relationships/tags" Target="../tags/tag794.xml"/><Relationship Id="rId6" Type="http://schemas.openxmlformats.org/officeDocument/2006/relationships/tags" Target="../tags/tag793.xml"/><Relationship Id="rId5" Type="http://schemas.openxmlformats.org/officeDocument/2006/relationships/tags" Target="../tags/tag792.xml"/><Relationship Id="rId49" Type="http://schemas.openxmlformats.org/officeDocument/2006/relationships/notesSlide" Target="../notesSlides/notesSlide11.xml"/><Relationship Id="rId48" Type="http://schemas.openxmlformats.org/officeDocument/2006/relationships/slideLayout" Target="../slideLayouts/slideLayout11.xml"/><Relationship Id="rId47" Type="http://schemas.openxmlformats.org/officeDocument/2006/relationships/tags" Target="../tags/tag834.xml"/><Relationship Id="rId46" Type="http://schemas.openxmlformats.org/officeDocument/2006/relationships/tags" Target="../tags/tag833.xml"/><Relationship Id="rId45" Type="http://schemas.openxmlformats.org/officeDocument/2006/relationships/tags" Target="../tags/tag832.xml"/><Relationship Id="rId44" Type="http://schemas.openxmlformats.org/officeDocument/2006/relationships/tags" Target="../tags/tag831.xml"/><Relationship Id="rId43" Type="http://schemas.openxmlformats.org/officeDocument/2006/relationships/tags" Target="../tags/tag830.xml"/><Relationship Id="rId42" Type="http://schemas.openxmlformats.org/officeDocument/2006/relationships/tags" Target="../tags/tag829.xml"/><Relationship Id="rId41" Type="http://schemas.openxmlformats.org/officeDocument/2006/relationships/tags" Target="../tags/tag828.xml"/><Relationship Id="rId40" Type="http://schemas.openxmlformats.org/officeDocument/2006/relationships/tags" Target="../tags/tag827.xml"/><Relationship Id="rId4" Type="http://schemas.openxmlformats.org/officeDocument/2006/relationships/tags" Target="../tags/tag791.xml"/><Relationship Id="rId39" Type="http://schemas.openxmlformats.org/officeDocument/2006/relationships/tags" Target="../tags/tag826.xml"/><Relationship Id="rId38" Type="http://schemas.openxmlformats.org/officeDocument/2006/relationships/tags" Target="../tags/tag825.xml"/><Relationship Id="rId37" Type="http://schemas.openxmlformats.org/officeDocument/2006/relationships/tags" Target="../tags/tag824.xml"/><Relationship Id="rId36" Type="http://schemas.openxmlformats.org/officeDocument/2006/relationships/tags" Target="../tags/tag823.xml"/><Relationship Id="rId35" Type="http://schemas.openxmlformats.org/officeDocument/2006/relationships/tags" Target="../tags/tag822.xml"/><Relationship Id="rId34" Type="http://schemas.openxmlformats.org/officeDocument/2006/relationships/tags" Target="../tags/tag821.xml"/><Relationship Id="rId33" Type="http://schemas.openxmlformats.org/officeDocument/2006/relationships/tags" Target="../tags/tag820.xml"/><Relationship Id="rId32" Type="http://schemas.openxmlformats.org/officeDocument/2006/relationships/tags" Target="../tags/tag819.xml"/><Relationship Id="rId31" Type="http://schemas.openxmlformats.org/officeDocument/2006/relationships/tags" Target="../tags/tag818.xml"/><Relationship Id="rId30" Type="http://schemas.openxmlformats.org/officeDocument/2006/relationships/tags" Target="../tags/tag817.xml"/><Relationship Id="rId3" Type="http://schemas.openxmlformats.org/officeDocument/2006/relationships/tags" Target="../tags/tag790.xml"/><Relationship Id="rId29" Type="http://schemas.openxmlformats.org/officeDocument/2006/relationships/tags" Target="../tags/tag816.xml"/><Relationship Id="rId28" Type="http://schemas.openxmlformats.org/officeDocument/2006/relationships/tags" Target="../tags/tag815.xml"/><Relationship Id="rId27" Type="http://schemas.openxmlformats.org/officeDocument/2006/relationships/tags" Target="../tags/tag814.xml"/><Relationship Id="rId26" Type="http://schemas.openxmlformats.org/officeDocument/2006/relationships/tags" Target="../tags/tag813.xml"/><Relationship Id="rId25" Type="http://schemas.openxmlformats.org/officeDocument/2006/relationships/tags" Target="../tags/tag812.xml"/><Relationship Id="rId24" Type="http://schemas.openxmlformats.org/officeDocument/2006/relationships/tags" Target="../tags/tag811.xml"/><Relationship Id="rId23" Type="http://schemas.openxmlformats.org/officeDocument/2006/relationships/tags" Target="../tags/tag810.xml"/><Relationship Id="rId22" Type="http://schemas.openxmlformats.org/officeDocument/2006/relationships/tags" Target="../tags/tag809.xml"/><Relationship Id="rId21" Type="http://schemas.openxmlformats.org/officeDocument/2006/relationships/tags" Target="../tags/tag808.xml"/><Relationship Id="rId20" Type="http://schemas.openxmlformats.org/officeDocument/2006/relationships/tags" Target="../tags/tag807.xml"/><Relationship Id="rId2" Type="http://schemas.openxmlformats.org/officeDocument/2006/relationships/tags" Target="../tags/tag789.xml"/><Relationship Id="rId19" Type="http://schemas.openxmlformats.org/officeDocument/2006/relationships/tags" Target="../tags/tag806.xml"/><Relationship Id="rId18" Type="http://schemas.openxmlformats.org/officeDocument/2006/relationships/tags" Target="../tags/tag805.xml"/><Relationship Id="rId17" Type="http://schemas.openxmlformats.org/officeDocument/2006/relationships/tags" Target="../tags/tag804.xml"/><Relationship Id="rId16" Type="http://schemas.openxmlformats.org/officeDocument/2006/relationships/tags" Target="../tags/tag803.xml"/><Relationship Id="rId15" Type="http://schemas.openxmlformats.org/officeDocument/2006/relationships/tags" Target="../tags/tag802.xml"/><Relationship Id="rId14" Type="http://schemas.openxmlformats.org/officeDocument/2006/relationships/tags" Target="../tags/tag801.xml"/><Relationship Id="rId13" Type="http://schemas.openxmlformats.org/officeDocument/2006/relationships/tags" Target="../tags/tag800.xml"/><Relationship Id="rId12" Type="http://schemas.openxmlformats.org/officeDocument/2006/relationships/tags" Target="../tags/tag799.xml"/><Relationship Id="rId11" Type="http://schemas.openxmlformats.org/officeDocument/2006/relationships/tags" Target="../tags/tag798.xml"/><Relationship Id="rId10" Type="http://schemas.openxmlformats.org/officeDocument/2006/relationships/tags" Target="../tags/tag797.xml"/><Relationship Id="rId1" Type="http://schemas.openxmlformats.org/officeDocument/2006/relationships/tags" Target="../tags/tag788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836.xml"/><Relationship Id="rId1" Type="http://schemas.openxmlformats.org/officeDocument/2006/relationships/tags" Target="../tags/tag8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160780" y="2195830"/>
            <a:ext cx="10153650" cy="1515745"/>
          </a:xfrm>
          <a:prstGeom prst="rect">
            <a:avLst/>
          </a:prstGeom>
        </p:spPr>
        <p:txBody>
          <a:bodyPr vert="horz" lIns="90000" tIns="46800" rIns="90000" bIns="46800" rtlCol="0" anchor="ctr">
            <a:no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首页显示商品</a:t>
            </a:r>
            <a:r>
              <a:rPr lang="zh-CN" altLang="en-US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列表</a:t>
            </a:r>
            <a:endParaRPr lang="zh-CN" altLang="en-US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62" name="îşľîḋé"/>
          <p:cNvSpPr/>
          <p:nvPr>
            <p:custDataLst>
              <p:tags r:id="rId3"/>
            </p:custDataLst>
          </p:nvPr>
        </p:nvSpPr>
        <p:spPr bwMode="auto">
          <a:xfrm>
            <a:off x="1518920" y="6161405"/>
            <a:ext cx="332740" cy="52070"/>
          </a:xfrm>
          <a:prstGeom prst="ellipse">
            <a:avLst/>
          </a:prstGeom>
          <a:solidFill>
            <a:srgbClr val="D6E1D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70" name="íşlíḑè"/>
          <p:cNvSpPr/>
          <p:nvPr>
            <p:custDataLst>
              <p:tags r:id="rId4"/>
            </p:custDataLst>
          </p:nvPr>
        </p:nvSpPr>
        <p:spPr bwMode="auto">
          <a:xfrm>
            <a:off x="1706880" y="6159500"/>
            <a:ext cx="56515" cy="27305"/>
          </a:xfrm>
          <a:custGeom>
            <a:avLst/>
            <a:gdLst>
              <a:gd name="T0" fmla="*/ 2 w 121"/>
              <a:gd name="T1" fmla="*/ 0 h 59"/>
              <a:gd name="T2" fmla="*/ 0 w 121"/>
              <a:gd name="T3" fmla="*/ 53 h 59"/>
              <a:gd name="T4" fmla="*/ 7 w 121"/>
              <a:gd name="T5" fmla="*/ 53 h 59"/>
              <a:gd name="T6" fmla="*/ 19 w 121"/>
              <a:gd name="T7" fmla="*/ 32 h 59"/>
              <a:gd name="T8" fmla="*/ 52 w 121"/>
              <a:gd name="T9" fmla="*/ 55 h 59"/>
              <a:gd name="T10" fmla="*/ 121 w 121"/>
              <a:gd name="T11" fmla="*/ 59 h 59"/>
              <a:gd name="T12" fmla="*/ 86 w 121"/>
              <a:gd name="T13" fmla="*/ 3 h 59"/>
              <a:gd name="T14" fmla="*/ 2 w 121"/>
              <a:gd name="T15" fmla="*/ 0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1" h="59">
                <a:moveTo>
                  <a:pt x="2" y="0"/>
                </a:moveTo>
                <a:cubicBezTo>
                  <a:pt x="0" y="29"/>
                  <a:pt x="0" y="53"/>
                  <a:pt x="0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7" y="53"/>
                  <a:pt x="13" y="43"/>
                  <a:pt x="19" y="32"/>
                </a:cubicBezTo>
                <a:cubicBezTo>
                  <a:pt x="25" y="22"/>
                  <a:pt x="52" y="55"/>
                  <a:pt x="52" y="55"/>
                </a:cubicBezTo>
                <a:cubicBezTo>
                  <a:pt x="121" y="59"/>
                  <a:pt x="121" y="59"/>
                  <a:pt x="121" y="59"/>
                </a:cubicBezTo>
                <a:cubicBezTo>
                  <a:pt x="86" y="3"/>
                  <a:pt x="86" y="3"/>
                  <a:pt x="86" y="3"/>
                </a:cubicBezTo>
                <a:cubicBezTo>
                  <a:pt x="58" y="10"/>
                  <a:pt x="30" y="11"/>
                  <a:pt x="2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72" name="ïŝlïḓe"/>
          <p:cNvSpPr/>
          <p:nvPr>
            <p:custDataLst>
              <p:tags r:id="rId5"/>
            </p:custDataLst>
          </p:nvPr>
        </p:nvSpPr>
        <p:spPr bwMode="auto">
          <a:xfrm>
            <a:off x="1622425" y="6158865"/>
            <a:ext cx="56515" cy="27305"/>
          </a:xfrm>
          <a:custGeom>
            <a:avLst/>
            <a:gdLst>
              <a:gd name="T0" fmla="*/ 2 w 121"/>
              <a:gd name="T1" fmla="*/ 0 h 59"/>
              <a:gd name="T2" fmla="*/ 0 w 121"/>
              <a:gd name="T3" fmla="*/ 53 h 59"/>
              <a:gd name="T4" fmla="*/ 7 w 121"/>
              <a:gd name="T5" fmla="*/ 53 h 59"/>
              <a:gd name="T6" fmla="*/ 20 w 121"/>
              <a:gd name="T7" fmla="*/ 33 h 59"/>
              <a:gd name="T8" fmla="*/ 52 w 121"/>
              <a:gd name="T9" fmla="*/ 56 h 59"/>
              <a:gd name="T10" fmla="*/ 121 w 121"/>
              <a:gd name="T11" fmla="*/ 59 h 59"/>
              <a:gd name="T12" fmla="*/ 86 w 121"/>
              <a:gd name="T13" fmla="*/ 3 h 59"/>
              <a:gd name="T14" fmla="*/ 2 w 121"/>
              <a:gd name="T15" fmla="*/ 0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1" h="59">
                <a:moveTo>
                  <a:pt x="2" y="0"/>
                </a:moveTo>
                <a:cubicBezTo>
                  <a:pt x="0" y="29"/>
                  <a:pt x="0" y="53"/>
                  <a:pt x="0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7" y="53"/>
                  <a:pt x="14" y="43"/>
                  <a:pt x="20" y="33"/>
                </a:cubicBezTo>
                <a:cubicBezTo>
                  <a:pt x="25" y="22"/>
                  <a:pt x="52" y="56"/>
                  <a:pt x="52" y="56"/>
                </a:cubicBezTo>
                <a:cubicBezTo>
                  <a:pt x="121" y="59"/>
                  <a:pt x="121" y="59"/>
                  <a:pt x="121" y="59"/>
                </a:cubicBezTo>
                <a:cubicBezTo>
                  <a:pt x="86" y="3"/>
                  <a:pt x="86" y="3"/>
                  <a:pt x="86" y="3"/>
                </a:cubicBezTo>
                <a:cubicBezTo>
                  <a:pt x="58" y="10"/>
                  <a:pt x="30" y="11"/>
                  <a:pt x="2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480820" y="5360670"/>
            <a:ext cx="9027160" cy="1148080"/>
            <a:chOff x="2169" y="7900"/>
            <a:chExt cx="14216" cy="1808"/>
          </a:xfrm>
        </p:grpSpPr>
        <p:sp>
          <p:nvSpPr>
            <p:cNvPr id="127" name="TextBox 31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987" y="8165"/>
              <a:ext cx="12398" cy="1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l" eaLnBrk="1" hangingPunct="1"/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如何在</a:t>
              </a:r>
              <a:r>
                <a:rPr lang="en-US" altLang="zh-CN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Express</a:t>
              </a:r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框架中将数据库中的商品信息查询出来分页显示在页面</a:t>
              </a:r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中？</a:t>
              </a:r>
              <a:endPara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61" name="ï$líḍe"/>
            <p:cNvSpPr/>
            <p:nvPr>
              <p:custDataLst>
                <p:tags r:id="rId7"/>
              </p:custDataLst>
            </p:nvPr>
          </p:nvSpPr>
          <p:spPr bwMode="auto">
            <a:xfrm>
              <a:off x="2874" y="8792"/>
              <a:ext cx="112" cy="135"/>
            </a:xfrm>
            <a:custGeom>
              <a:avLst/>
              <a:gdLst>
                <a:gd name="T0" fmla="*/ 86 w 153"/>
                <a:gd name="T1" fmla="*/ 184 h 184"/>
                <a:gd name="T2" fmla="*/ 88 w 153"/>
                <a:gd name="T3" fmla="*/ 172 h 184"/>
                <a:gd name="T4" fmla="*/ 153 w 153"/>
                <a:gd name="T5" fmla="*/ 119 h 184"/>
                <a:gd name="T6" fmla="*/ 124 w 153"/>
                <a:gd name="T7" fmla="*/ 108 h 184"/>
                <a:gd name="T8" fmla="*/ 99 w 153"/>
                <a:gd name="T9" fmla="*/ 126 h 184"/>
                <a:gd name="T10" fmla="*/ 112 w 153"/>
                <a:gd name="T11" fmla="*/ 52 h 184"/>
                <a:gd name="T12" fmla="*/ 86 w 153"/>
                <a:gd name="T13" fmla="*/ 25 h 184"/>
                <a:gd name="T14" fmla="*/ 72 w 153"/>
                <a:gd name="T15" fmla="*/ 72 h 184"/>
                <a:gd name="T16" fmla="*/ 58 w 153"/>
                <a:gd name="T17" fmla="*/ 25 h 184"/>
                <a:gd name="T18" fmla="*/ 37 w 153"/>
                <a:gd name="T19" fmla="*/ 20 h 184"/>
                <a:gd name="T20" fmla="*/ 34 w 153"/>
                <a:gd name="T21" fmla="*/ 44 h 184"/>
                <a:gd name="T22" fmla="*/ 35 w 153"/>
                <a:gd name="T23" fmla="*/ 80 h 184"/>
                <a:gd name="T24" fmla="*/ 3 w 153"/>
                <a:gd name="T25" fmla="*/ 46 h 184"/>
                <a:gd name="T26" fmla="*/ 10 w 153"/>
                <a:gd name="T27" fmla="*/ 111 h 184"/>
                <a:gd name="T28" fmla="*/ 10 w 153"/>
                <a:gd name="T29" fmla="*/ 153 h 184"/>
                <a:gd name="T30" fmla="*/ 10 w 153"/>
                <a:gd name="T31" fmla="*/ 155 h 184"/>
                <a:gd name="T32" fmla="*/ 86 w 153"/>
                <a:gd name="T33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3" h="184">
                  <a:moveTo>
                    <a:pt x="86" y="184"/>
                  </a:moveTo>
                  <a:cubicBezTo>
                    <a:pt x="87" y="180"/>
                    <a:pt x="88" y="176"/>
                    <a:pt x="88" y="172"/>
                  </a:cubicBezTo>
                  <a:cubicBezTo>
                    <a:pt x="104" y="156"/>
                    <a:pt x="131" y="130"/>
                    <a:pt x="153" y="119"/>
                  </a:cubicBezTo>
                  <a:cubicBezTo>
                    <a:pt x="153" y="119"/>
                    <a:pt x="153" y="93"/>
                    <a:pt x="124" y="108"/>
                  </a:cubicBezTo>
                  <a:cubicBezTo>
                    <a:pt x="106" y="117"/>
                    <a:pt x="100" y="123"/>
                    <a:pt x="99" y="126"/>
                  </a:cubicBezTo>
                  <a:cubicBezTo>
                    <a:pt x="101" y="116"/>
                    <a:pt x="106" y="83"/>
                    <a:pt x="112" y="52"/>
                  </a:cubicBezTo>
                  <a:cubicBezTo>
                    <a:pt x="121" y="3"/>
                    <a:pt x="90" y="0"/>
                    <a:pt x="86" y="25"/>
                  </a:cubicBezTo>
                  <a:cubicBezTo>
                    <a:pt x="84" y="41"/>
                    <a:pt x="74" y="79"/>
                    <a:pt x="72" y="72"/>
                  </a:cubicBezTo>
                  <a:cubicBezTo>
                    <a:pt x="65" y="43"/>
                    <a:pt x="61" y="31"/>
                    <a:pt x="58" y="25"/>
                  </a:cubicBezTo>
                  <a:cubicBezTo>
                    <a:pt x="54" y="15"/>
                    <a:pt x="43" y="14"/>
                    <a:pt x="37" y="20"/>
                  </a:cubicBezTo>
                  <a:cubicBezTo>
                    <a:pt x="33" y="24"/>
                    <a:pt x="31" y="33"/>
                    <a:pt x="34" y="44"/>
                  </a:cubicBezTo>
                  <a:cubicBezTo>
                    <a:pt x="40" y="68"/>
                    <a:pt x="35" y="80"/>
                    <a:pt x="35" y="80"/>
                  </a:cubicBezTo>
                  <a:cubicBezTo>
                    <a:pt x="35" y="80"/>
                    <a:pt x="21" y="24"/>
                    <a:pt x="3" y="46"/>
                  </a:cubicBezTo>
                  <a:cubicBezTo>
                    <a:pt x="0" y="51"/>
                    <a:pt x="10" y="111"/>
                    <a:pt x="10" y="111"/>
                  </a:cubicBezTo>
                  <a:cubicBezTo>
                    <a:pt x="11" y="128"/>
                    <a:pt x="10" y="140"/>
                    <a:pt x="10" y="153"/>
                  </a:cubicBezTo>
                  <a:cubicBezTo>
                    <a:pt x="10" y="153"/>
                    <a:pt x="10" y="154"/>
                    <a:pt x="10" y="155"/>
                  </a:cubicBezTo>
                  <a:cubicBezTo>
                    <a:pt x="36" y="158"/>
                    <a:pt x="62" y="169"/>
                    <a:pt x="86" y="184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3" name="îśḷïḋé"/>
            <p:cNvSpPr/>
            <p:nvPr>
              <p:custDataLst>
                <p:tags r:id="rId8"/>
              </p:custDataLst>
            </p:nvPr>
          </p:nvSpPr>
          <p:spPr bwMode="auto">
            <a:xfrm>
              <a:off x="2698" y="8881"/>
              <a:ext cx="242" cy="218"/>
            </a:xfrm>
            <a:custGeom>
              <a:avLst/>
              <a:gdLst>
                <a:gd name="T0" fmla="*/ 249 w 331"/>
                <a:gd name="T1" fmla="*/ 30 h 298"/>
                <a:gd name="T2" fmla="*/ 1 w 331"/>
                <a:gd name="T3" fmla="*/ 189 h 298"/>
                <a:gd name="T4" fmla="*/ 5 w 331"/>
                <a:gd name="T5" fmla="*/ 297 h 298"/>
                <a:gd name="T6" fmla="*/ 9 w 331"/>
                <a:gd name="T7" fmla="*/ 298 h 298"/>
                <a:gd name="T8" fmla="*/ 331 w 331"/>
                <a:gd name="T9" fmla="*/ 47 h 298"/>
                <a:gd name="T10" fmla="*/ 249 w 331"/>
                <a:gd name="T11" fmla="*/ 3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1" h="298">
                  <a:moveTo>
                    <a:pt x="249" y="30"/>
                  </a:moveTo>
                  <a:cubicBezTo>
                    <a:pt x="225" y="139"/>
                    <a:pt x="85" y="176"/>
                    <a:pt x="1" y="189"/>
                  </a:cubicBezTo>
                  <a:cubicBezTo>
                    <a:pt x="0" y="225"/>
                    <a:pt x="2" y="261"/>
                    <a:pt x="5" y="297"/>
                  </a:cubicBezTo>
                  <a:cubicBezTo>
                    <a:pt x="8" y="298"/>
                    <a:pt x="9" y="298"/>
                    <a:pt x="9" y="298"/>
                  </a:cubicBezTo>
                  <a:cubicBezTo>
                    <a:pt x="252" y="297"/>
                    <a:pt x="331" y="47"/>
                    <a:pt x="331" y="47"/>
                  </a:cubicBezTo>
                  <a:cubicBezTo>
                    <a:pt x="307" y="0"/>
                    <a:pt x="249" y="30"/>
                    <a:pt x="249" y="3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4" name="iṩḷïďê"/>
            <p:cNvSpPr/>
            <p:nvPr>
              <p:custDataLst>
                <p:tags r:id="rId9"/>
              </p:custDataLst>
            </p:nvPr>
          </p:nvSpPr>
          <p:spPr bwMode="auto">
            <a:xfrm>
              <a:off x="2886" y="8906"/>
              <a:ext cx="16" cy="15"/>
            </a:xfrm>
            <a:custGeom>
              <a:avLst/>
              <a:gdLst>
                <a:gd name="T0" fmla="*/ 3 w 22"/>
                <a:gd name="T1" fmla="*/ 17 h 21"/>
                <a:gd name="T2" fmla="*/ 16 w 22"/>
                <a:gd name="T3" fmla="*/ 17 h 21"/>
                <a:gd name="T4" fmla="*/ 19 w 22"/>
                <a:gd name="T5" fmla="*/ 4 h 21"/>
                <a:gd name="T6" fmla="*/ 6 w 22"/>
                <a:gd name="T7" fmla="*/ 3 h 21"/>
                <a:gd name="T8" fmla="*/ 3 w 22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1">
                  <a:moveTo>
                    <a:pt x="3" y="17"/>
                  </a:moveTo>
                  <a:cubicBezTo>
                    <a:pt x="6" y="20"/>
                    <a:pt x="12" y="21"/>
                    <a:pt x="16" y="17"/>
                  </a:cubicBezTo>
                  <a:cubicBezTo>
                    <a:pt x="21" y="14"/>
                    <a:pt x="22" y="8"/>
                    <a:pt x="19" y="4"/>
                  </a:cubicBezTo>
                  <a:cubicBezTo>
                    <a:pt x="17" y="0"/>
                    <a:pt x="11" y="0"/>
                    <a:pt x="6" y="3"/>
                  </a:cubicBezTo>
                  <a:cubicBezTo>
                    <a:pt x="1" y="7"/>
                    <a:pt x="0" y="13"/>
                    <a:pt x="3" y="17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5" name="îsľîḋé"/>
            <p:cNvSpPr/>
            <p:nvPr>
              <p:custDataLst>
                <p:tags r:id="rId10"/>
              </p:custDataLst>
            </p:nvPr>
          </p:nvSpPr>
          <p:spPr bwMode="auto">
            <a:xfrm>
              <a:off x="2541" y="8959"/>
              <a:ext cx="88" cy="97"/>
            </a:xfrm>
            <a:custGeom>
              <a:avLst/>
              <a:gdLst>
                <a:gd name="T0" fmla="*/ 0 w 120"/>
                <a:gd name="T1" fmla="*/ 34 h 133"/>
                <a:gd name="T2" fmla="*/ 9 w 120"/>
                <a:gd name="T3" fmla="*/ 82 h 133"/>
                <a:gd name="T4" fmla="*/ 68 w 120"/>
                <a:gd name="T5" fmla="*/ 130 h 133"/>
                <a:gd name="T6" fmla="*/ 120 w 120"/>
                <a:gd name="T7" fmla="*/ 81 h 133"/>
                <a:gd name="T8" fmla="*/ 106 w 120"/>
                <a:gd name="T9" fmla="*/ 36 h 133"/>
                <a:gd name="T10" fmla="*/ 0 w 120"/>
                <a:gd name="T11" fmla="*/ 3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133">
                  <a:moveTo>
                    <a:pt x="0" y="34"/>
                  </a:moveTo>
                  <a:cubicBezTo>
                    <a:pt x="0" y="34"/>
                    <a:pt x="11" y="75"/>
                    <a:pt x="9" y="82"/>
                  </a:cubicBezTo>
                  <a:cubicBezTo>
                    <a:pt x="9" y="82"/>
                    <a:pt x="17" y="133"/>
                    <a:pt x="68" y="130"/>
                  </a:cubicBezTo>
                  <a:cubicBezTo>
                    <a:pt x="119" y="127"/>
                    <a:pt x="120" y="81"/>
                    <a:pt x="120" y="81"/>
                  </a:cubicBezTo>
                  <a:cubicBezTo>
                    <a:pt x="120" y="81"/>
                    <a:pt x="109" y="47"/>
                    <a:pt x="106" y="36"/>
                  </a:cubicBezTo>
                  <a:cubicBezTo>
                    <a:pt x="103" y="25"/>
                    <a:pt x="63" y="0"/>
                    <a:pt x="0" y="34"/>
                  </a:cubicBezTo>
                  <a:close/>
                </a:path>
              </a:pathLst>
            </a:custGeom>
            <a:solidFill>
              <a:srgbClr val="F4CC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6" name="ïsḻïdê"/>
            <p:cNvSpPr/>
            <p:nvPr>
              <p:custDataLst>
                <p:tags r:id="rId11"/>
              </p:custDataLst>
            </p:nvPr>
          </p:nvSpPr>
          <p:spPr bwMode="auto">
            <a:xfrm>
              <a:off x="2555" y="8955"/>
              <a:ext cx="71" cy="80"/>
            </a:xfrm>
            <a:custGeom>
              <a:avLst/>
              <a:gdLst>
                <a:gd name="T0" fmla="*/ 0 w 96"/>
                <a:gd name="T1" fmla="*/ 35 h 109"/>
                <a:gd name="T2" fmla="*/ 96 w 96"/>
                <a:gd name="T3" fmla="*/ 75 h 109"/>
                <a:gd name="T4" fmla="*/ 87 w 96"/>
                <a:gd name="T5" fmla="*/ 45 h 109"/>
                <a:gd name="T6" fmla="*/ 0 w 96"/>
                <a:gd name="T7" fmla="*/ 3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09">
                  <a:moveTo>
                    <a:pt x="0" y="35"/>
                  </a:moveTo>
                  <a:cubicBezTo>
                    <a:pt x="0" y="35"/>
                    <a:pt x="22" y="109"/>
                    <a:pt x="96" y="75"/>
                  </a:cubicBezTo>
                  <a:cubicBezTo>
                    <a:pt x="96" y="75"/>
                    <a:pt x="87" y="51"/>
                    <a:pt x="87" y="45"/>
                  </a:cubicBezTo>
                  <a:cubicBezTo>
                    <a:pt x="86" y="39"/>
                    <a:pt x="63" y="0"/>
                    <a:pt x="0" y="35"/>
                  </a:cubicBezTo>
                  <a:close/>
                </a:path>
              </a:pathLst>
            </a:custGeom>
            <a:solidFill>
              <a:srgbClr val="F4C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7" name="iS1îḍê"/>
            <p:cNvSpPr/>
            <p:nvPr>
              <p:custDataLst>
                <p:tags r:id="rId12"/>
              </p:custDataLst>
            </p:nvPr>
          </p:nvSpPr>
          <p:spPr bwMode="auto">
            <a:xfrm>
              <a:off x="2553" y="9044"/>
              <a:ext cx="75" cy="154"/>
            </a:xfrm>
            <a:custGeom>
              <a:avLst/>
              <a:gdLst>
                <a:gd name="T0" fmla="*/ 0 w 103"/>
                <a:gd name="T1" fmla="*/ 8 h 210"/>
                <a:gd name="T2" fmla="*/ 94 w 103"/>
                <a:gd name="T3" fmla="*/ 210 h 210"/>
                <a:gd name="T4" fmla="*/ 103 w 103"/>
                <a:gd name="T5" fmla="*/ 0 h 210"/>
                <a:gd name="T6" fmla="*/ 61 w 103"/>
                <a:gd name="T7" fmla="*/ 21 h 210"/>
                <a:gd name="T8" fmla="*/ 0 w 103"/>
                <a:gd name="T9" fmla="*/ 8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210">
                  <a:moveTo>
                    <a:pt x="0" y="8"/>
                  </a:moveTo>
                  <a:cubicBezTo>
                    <a:pt x="29" y="84"/>
                    <a:pt x="94" y="210"/>
                    <a:pt x="94" y="210"/>
                  </a:cubicBezTo>
                  <a:cubicBezTo>
                    <a:pt x="96" y="202"/>
                    <a:pt x="100" y="74"/>
                    <a:pt x="103" y="0"/>
                  </a:cubicBezTo>
                  <a:cubicBezTo>
                    <a:pt x="93" y="10"/>
                    <a:pt x="78" y="18"/>
                    <a:pt x="61" y="21"/>
                  </a:cubicBezTo>
                  <a:cubicBezTo>
                    <a:pt x="37" y="25"/>
                    <a:pt x="15" y="20"/>
                    <a:pt x="0" y="8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8" name="işļíḓé"/>
            <p:cNvSpPr/>
            <p:nvPr>
              <p:custDataLst>
                <p:tags r:id="rId13"/>
              </p:custDataLst>
            </p:nvPr>
          </p:nvSpPr>
          <p:spPr bwMode="auto">
            <a:xfrm>
              <a:off x="2543" y="9006"/>
              <a:ext cx="87" cy="57"/>
            </a:xfrm>
            <a:custGeom>
              <a:avLst/>
              <a:gdLst>
                <a:gd name="T0" fmla="*/ 117 w 119"/>
                <a:gd name="T1" fmla="*/ 1 h 78"/>
                <a:gd name="T2" fmla="*/ 69 w 119"/>
                <a:gd name="T3" fmla="*/ 58 h 78"/>
                <a:gd name="T4" fmla="*/ 4 w 119"/>
                <a:gd name="T5" fmla="*/ 25 h 78"/>
                <a:gd name="T6" fmla="*/ 0 w 119"/>
                <a:gd name="T7" fmla="*/ 23 h 78"/>
                <a:gd name="T8" fmla="*/ 13 w 119"/>
                <a:gd name="T9" fmla="*/ 61 h 78"/>
                <a:gd name="T10" fmla="*/ 74 w 119"/>
                <a:gd name="T11" fmla="*/ 74 h 78"/>
                <a:gd name="T12" fmla="*/ 116 w 119"/>
                <a:gd name="T13" fmla="*/ 53 h 78"/>
                <a:gd name="T14" fmla="*/ 118 w 119"/>
                <a:gd name="T15" fmla="*/ 0 h 78"/>
                <a:gd name="T16" fmla="*/ 117 w 119"/>
                <a:gd name="T17" fmla="*/ 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78">
                  <a:moveTo>
                    <a:pt x="117" y="1"/>
                  </a:moveTo>
                  <a:cubicBezTo>
                    <a:pt x="119" y="28"/>
                    <a:pt x="98" y="52"/>
                    <a:pt x="69" y="58"/>
                  </a:cubicBezTo>
                  <a:cubicBezTo>
                    <a:pt x="40" y="63"/>
                    <a:pt x="13" y="49"/>
                    <a:pt x="4" y="25"/>
                  </a:cubicBezTo>
                  <a:cubicBezTo>
                    <a:pt x="2" y="24"/>
                    <a:pt x="0" y="23"/>
                    <a:pt x="0" y="23"/>
                  </a:cubicBezTo>
                  <a:cubicBezTo>
                    <a:pt x="3" y="32"/>
                    <a:pt x="7" y="45"/>
                    <a:pt x="13" y="61"/>
                  </a:cubicBezTo>
                  <a:cubicBezTo>
                    <a:pt x="28" y="73"/>
                    <a:pt x="50" y="78"/>
                    <a:pt x="74" y="74"/>
                  </a:cubicBezTo>
                  <a:cubicBezTo>
                    <a:pt x="91" y="71"/>
                    <a:pt x="106" y="63"/>
                    <a:pt x="116" y="53"/>
                  </a:cubicBezTo>
                  <a:cubicBezTo>
                    <a:pt x="117" y="22"/>
                    <a:pt x="118" y="0"/>
                    <a:pt x="118" y="0"/>
                  </a:cubicBezTo>
                  <a:lnTo>
                    <a:pt x="117" y="1"/>
                  </a:ln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9" name="iŝ1îḓé"/>
            <p:cNvSpPr/>
            <p:nvPr>
              <p:custDataLst>
                <p:tags r:id="rId14"/>
              </p:custDataLst>
            </p:nvPr>
          </p:nvSpPr>
          <p:spPr bwMode="auto">
            <a:xfrm>
              <a:off x="2628" y="9280"/>
              <a:ext cx="184" cy="428"/>
            </a:xfrm>
            <a:custGeom>
              <a:avLst/>
              <a:gdLst>
                <a:gd name="T0" fmla="*/ 168 w 251"/>
                <a:gd name="T1" fmla="*/ 577 h 585"/>
                <a:gd name="T2" fmla="*/ 139 w 251"/>
                <a:gd name="T3" fmla="*/ 531 h 585"/>
                <a:gd name="T4" fmla="*/ 208 w 251"/>
                <a:gd name="T5" fmla="*/ 361 h 585"/>
                <a:gd name="T6" fmla="*/ 180 w 251"/>
                <a:gd name="T7" fmla="*/ 21 h 585"/>
                <a:gd name="T8" fmla="*/ 49 w 251"/>
                <a:gd name="T9" fmla="*/ 147 h 585"/>
                <a:gd name="T10" fmla="*/ 92 w 251"/>
                <a:gd name="T11" fmla="*/ 518 h 585"/>
                <a:gd name="T12" fmla="*/ 84 w 251"/>
                <a:gd name="T13" fmla="*/ 574 h 585"/>
                <a:gd name="T14" fmla="*/ 168 w 251"/>
                <a:gd name="T15" fmla="*/ 57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5">
                  <a:moveTo>
                    <a:pt x="168" y="577"/>
                  </a:moveTo>
                  <a:cubicBezTo>
                    <a:pt x="139" y="531"/>
                    <a:pt x="139" y="531"/>
                    <a:pt x="139" y="531"/>
                  </a:cubicBezTo>
                  <a:cubicBezTo>
                    <a:pt x="139" y="531"/>
                    <a:pt x="164" y="500"/>
                    <a:pt x="208" y="361"/>
                  </a:cubicBezTo>
                  <a:cubicBezTo>
                    <a:pt x="251" y="222"/>
                    <a:pt x="180" y="21"/>
                    <a:pt x="180" y="21"/>
                  </a:cubicBezTo>
                  <a:cubicBezTo>
                    <a:pt x="90" y="0"/>
                    <a:pt x="0" y="87"/>
                    <a:pt x="49" y="147"/>
                  </a:cubicBezTo>
                  <a:cubicBezTo>
                    <a:pt x="99" y="207"/>
                    <a:pt x="103" y="474"/>
                    <a:pt x="92" y="518"/>
                  </a:cubicBezTo>
                  <a:cubicBezTo>
                    <a:pt x="88" y="535"/>
                    <a:pt x="85" y="556"/>
                    <a:pt x="84" y="574"/>
                  </a:cubicBezTo>
                  <a:cubicBezTo>
                    <a:pt x="112" y="585"/>
                    <a:pt x="140" y="584"/>
                    <a:pt x="168" y="577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1" name="î$ļïḓe"/>
            <p:cNvSpPr/>
            <p:nvPr>
              <p:custDataLst>
                <p:tags r:id="rId15"/>
              </p:custDataLst>
            </p:nvPr>
          </p:nvSpPr>
          <p:spPr bwMode="auto">
            <a:xfrm>
              <a:off x="2495" y="9280"/>
              <a:ext cx="184" cy="427"/>
            </a:xfrm>
            <a:custGeom>
              <a:avLst/>
              <a:gdLst>
                <a:gd name="T0" fmla="*/ 168 w 251"/>
                <a:gd name="T1" fmla="*/ 576 h 584"/>
                <a:gd name="T2" fmla="*/ 140 w 251"/>
                <a:gd name="T3" fmla="*/ 531 h 584"/>
                <a:gd name="T4" fmla="*/ 208 w 251"/>
                <a:gd name="T5" fmla="*/ 360 h 584"/>
                <a:gd name="T6" fmla="*/ 181 w 251"/>
                <a:gd name="T7" fmla="*/ 20 h 584"/>
                <a:gd name="T8" fmla="*/ 50 w 251"/>
                <a:gd name="T9" fmla="*/ 146 h 584"/>
                <a:gd name="T10" fmla="*/ 92 w 251"/>
                <a:gd name="T11" fmla="*/ 517 h 584"/>
                <a:gd name="T12" fmla="*/ 84 w 251"/>
                <a:gd name="T13" fmla="*/ 573 h 584"/>
                <a:gd name="T14" fmla="*/ 168 w 251"/>
                <a:gd name="T15" fmla="*/ 576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4">
                  <a:moveTo>
                    <a:pt x="168" y="576"/>
                  </a:moveTo>
                  <a:cubicBezTo>
                    <a:pt x="140" y="531"/>
                    <a:pt x="140" y="531"/>
                    <a:pt x="140" y="531"/>
                  </a:cubicBezTo>
                  <a:cubicBezTo>
                    <a:pt x="140" y="531"/>
                    <a:pt x="164" y="500"/>
                    <a:pt x="208" y="360"/>
                  </a:cubicBezTo>
                  <a:cubicBezTo>
                    <a:pt x="251" y="221"/>
                    <a:pt x="181" y="20"/>
                    <a:pt x="181" y="20"/>
                  </a:cubicBezTo>
                  <a:cubicBezTo>
                    <a:pt x="90" y="0"/>
                    <a:pt x="0" y="86"/>
                    <a:pt x="50" y="146"/>
                  </a:cubicBezTo>
                  <a:cubicBezTo>
                    <a:pt x="99" y="206"/>
                    <a:pt x="103" y="473"/>
                    <a:pt x="92" y="517"/>
                  </a:cubicBezTo>
                  <a:cubicBezTo>
                    <a:pt x="88" y="535"/>
                    <a:pt x="85" y="555"/>
                    <a:pt x="84" y="573"/>
                  </a:cubicBezTo>
                  <a:cubicBezTo>
                    <a:pt x="112" y="584"/>
                    <a:pt x="140" y="583"/>
                    <a:pt x="168" y="576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3" name="îṡḻîḓê"/>
            <p:cNvSpPr/>
            <p:nvPr>
              <p:custDataLst>
                <p:tags r:id="rId16"/>
              </p:custDataLst>
            </p:nvPr>
          </p:nvSpPr>
          <p:spPr bwMode="auto">
            <a:xfrm>
              <a:off x="2445" y="9278"/>
              <a:ext cx="434" cy="383"/>
            </a:xfrm>
            <a:custGeom>
              <a:avLst/>
              <a:gdLst>
                <a:gd name="T0" fmla="*/ 115 w 593"/>
                <a:gd name="T1" fmla="*/ 56 h 524"/>
                <a:gd name="T2" fmla="*/ 0 w 593"/>
                <a:gd name="T3" fmla="*/ 264 h 524"/>
                <a:gd name="T4" fmla="*/ 593 w 593"/>
                <a:gd name="T5" fmla="*/ 162 h 524"/>
                <a:gd name="T6" fmla="*/ 426 w 593"/>
                <a:gd name="T7" fmla="*/ 0 h 524"/>
                <a:gd name="T8" fmla="*/ 115 w 593"/>
                <a:gd name="T9" fmla="*/ 56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3" h="524">
                  <a:moveTo>
                    <a:pt x="115" y="56"/>
                  </a:moveTo>
                  <a:cubicBezTo>
                    <a:pt x="0" y="264"/>
                    <a:pt x="0" y="264"/>
                    <a:pt x="0" y="264"/>
                  </a:cubicBezTo>
                  <a:cubicBezTo>
                    <a:pt x="0" y="264"/>
                    <a:pt x="348" y="524"/>
                    <a:pt x="593" y="162"/>
                  </a:cubicBezTo>
                  <a:cubicBezTo>
                    <a:pt x="426" y="0"/>
                    <a:pt x="426" y="0"/>
                    <a:pt x="426" y="0"/>
                  </a:cubicBezTo>
                  <a:lnTo>
                    <a:pt x="115" y="56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4" name="ísľïḍé"/>
            <p:cNvSpPr/>
            <p:nvPr>
              <p:custDataLst>
                <p:tags r:id="rId17"/>
              </p:custDataLst>
            </p:nvPr>
          </p:nvSpPr>
          <p:spPr bwMode="auto">
            <a:xfrm>
              <a:off x="2466" y="9326"/>
              <a:ext cx="101" cy="199"/>
            </a:xfrm>
            <a:custGeom>
              <a:avLst/>
              <a:gdLst>
                <a:gd name="T0" fmla="*/ 117 w 138"/>
                <a:gd name="T1" fmla="*/ 0 h 272"/>
                <a:gd name="T2" fmla="*/ 0 w 138"/>
                <a:gd name="T3" fmla="*/ 230 h 272"/>
                <a:gd name="T4" fmla="*/ 52 w 138"/>
                <a:gd name="T5" fmla="*/ 256 h 272"/>
                <a:gd name="T6" fmla="*/ 138 w 138"/>
                <a:gd name="T7" fmla="*/ 4 h 272"/>
                <a:gd name="T8" fmla="*/ 117 w 138"/>
                <a:gd name="T9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" h="272">
                  <a:moveTo>
                    <a:pt x="117" y="0"/>
                  </a:moveTo>
                  <a:cubicBezTo>
                    <a:pt x="0" y="230"/>
                    <a:pt x="0" y="230"/>
                    <a:pt x="0" y="230"/>
                  </a:cubicBezTo>
                  <a:cubicBezTo>
                    <a:pt x="0" y="230"/>
                    <a:pt x="7" y="272"/>
                    <a:pt x="52" y="256"/>
                  </a:cubicBezTo>
                  <a:cubicBezTo>
                    <a:pt x="138" y="4"/>
                    <a:pt x="138" y="4"/>
                    <a:pt x="138" y="4"/>
                  </a:cubicBezTo>
                  <a:cubicBezTo>
                    <a:pt x="131" y="3"/>
                    <a:pt x="124" y="1"/>
                    <a:pt x="11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5" name="îṡľiḓe"/>
            <p:cNvSpPr/>
            <p:nvPr>
              <p:custDataLst>
                <p:tags r:id="rId18"/>
              </p:custDataLst>
            </p:nvPr>
          </p:nvSpPr>
          <p:spPr bwMode="auto">
            <a:xfrm>
              <a:off x="2534" y="9338"/>
              <a:ext cx="61" cy="210"/>
            </a:xfrm>
            <a:custGeom>
              <a:avLst/>
              <a:gdLst>
                <a:gd name="T0" fmla="*/ 67 w 84"/>
                <a:gd name="T1" fmla="*/ 0 h 288"/>
                <a:gd name="T2" fmla="*/ 0 w 84"/>
                <a:gd name="T3" fmla="*/ 258 h 288"/>
                <a:gd name="T4" fmla="*/ 65 w 84"/>
                <a:gd name="T5" fmla="*/ 272 h 288"/>
                <a:gd name="T6" fmla="*/ 84 w 84"/>
                <a:gd name="T7" fmla="*/ 1 h 288"/>
                <a:gd name="T8" fmla="*/ 67 w 84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288">
                  <a:moveTo>
                    <a:pt x="67" y="0"/>
                  </a:moveTo>
                  <a:cubicBezTo>
                    <a:pt x="0" y="258"/>
                    <a:pt x="0" y="258"/>
                    <a:pt x="0" y="258"/>
                  </a:cubicBezTo>
                  <a:cubicBezTo>
                    <a:pt x="0" y="258"/>
                    <a:pt x="13" y="288"/>
                    <a:pt x="65" y="272"/>
                  </a:cubicBezTo>
                  <a:cubicBezTo>
                    <a:pt x="84" y="1"/>
                    <a:pt x="84" y="1"/>
                    <a:pt x="84" y="1"/>
                  </a:cubicBezTo>
                  <a:cubicBezTo>
                    <a:pt x="79" y="1"/>
                    <a:pt x="73" y="1"/>
                    <a:pt x="6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6" name="îšľîdè"/>
            <p:cNvSpPr/>
            <p:nvPr>
              <p:custDataLst>
                <p:tags r:id="rId19"/>
              </p:custDataLst>
            </p:nvPr>
          </p:nvSpPr>
          <p:spPr bwMode="auto">
            <a:xfrm>
              <a:off x="2611" y="9338"/>
              <a:ext cx="46" cy="216"/>
            </a:xfrm>
            <a:custGeom>
              <a:avLst/>
              <a:gdLst>
                <a:gd name="T0" fmla="*/ 3 w 63"/>
                <a:gd name="T1" fmla="*/ 1 h 296"/>
                <a:gd name="T2" fmla="*/ 0 w 63"/>
                <a:gd name="T3" fmla="*/ 279 h 296"/>
                <a:gd name="T4" fmla="*/ 63 w 63"/>
                <a:gd name="T5" fmla="*/ 275 h 296"/>
                <a:gd name="T6" fmla="*/ 23 w 63"/>
                <a:gd name="T7" fmla="*/ 0 h 296"/>
                <a:gd name="T8" fmla="*/ 3 w 63"/>
                <a:gd name="T9" fmla="*/ 1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296">
                  <a:moveTo>
                    <a:pt x="3" y="1"/>
                  </a:moveTo>
                  <a:cubicBezTo>
                    <a:pt x="0" y="279"/>
                    <a:pt x="0" y="279"/>
                    <a:pt x="0" y="279"/>
                  </a:cubicBezTo>
                  <a:cubicBezTo>
                    <a:pt x="0" y="279"/>
                    <a:pt x="29" y="296"/>
                    <a:pt x="63" y="275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5" y="0"/>
                    <a:pt x="11" y="1"/>
                    <a:pt x="3" y="1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7" name="íṡlîḓe"/>
            <p:cNvSpPr/>
            <p:nvPr>
              <p:custDataLst>
                <p:tags r:id="rId20"/>
              </p:custDataLst>
            </p:nvPr>
          </p:nvSpPr>
          <p:spPr bwMode="auto">
            <a:xfrm>
              <a:off x="2648" y="9326"/>
              <a:ext cx="99" cy="216"/>
            </a:xfrm>
            <a:custGeom>
              <a:avLst/>
              <a:gdLst>
                <a:gd name="T0" fmla="*/ 0 w 136"/>
                <a:gd name="T1" fmla="*/ 5 h 295"/>
                <a:gd name="T2" fmla="*/ 77 w 136"/>
                <a:gd name="T3" fmla="*/ 287 h 295"/>
                <a:gd name="T4" fmla="*/ 136 w 136"/>
                <a:gd name="T5" fmla="*/ 265 h 295"/>
                <a:gd name="T6" fmla="*/ 25 w 136"/>
                <a:gd name="T7" fmla="*/ 0 h 295"/>
                <a:gd name="T8" fmla="*/ 0 w 136"/>
                <a:gd name="T9" fmla="*/ 5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295">
                  <a:moveTo>
                    <a:pt x="0" y="5"/>
                  </a:moveTo>
                  <a:cubicBezTo>
                    <a:pt x="77" y="287"/>
                    <a:pt x="77" y="287"/>
                    <a:pt x="77" y="287"/>
                  </a:cubicBezTo>
                  <a:cubicBezTo>
                    <a:pt x="77" y="287"/>
                    <a:pt x="110" y="295"/>
                    <a:pt x="136" y="265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7" y="2"/>
                    <a:pt x="9" y="4"/>
                    <a:pt x="0" y="5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8" name="ís1ïďè"/>
            <p:cNvSpPr/>
            <p:nvPr>
              <p:custDataLst>
                <p:tags r:id="rId21"/>
              </p:custDataLst>
            </p:nvPr>
          </p:nvSpPr>
          <p:spPr bwMode="auto">
            <a:xfrm>
              <a:off x="2690" y="9314"/>
              <a:ext cx="130" cy="187"/>
            </a:xfrm>
            <a:custGeom>
              <a:avLst/>
              <a:gdLst>
                <a:gd name="T0" fmla="*/ 24 w 178"/>
                <a:gd name="T1" fmla="*/ 0 h 256"/>
                <a:gd name="T2" fmla="*/ 0 w 178"/>
                <a:gd name="T3" fmla="*/ 10 h 256"/>
                <a:gd name="T4" fmla="*/ 127 w 178"/>
                <a:gd name="T5" fmla="*/ 256 h 256"/>
                <a:gd name="T6" fmla="*/ 178 w 178"/>
                <a:gd name="T7" fmla="*/ 220 h 256"/>
                <a:gd name="T8" fmla="*/ 24 w 178"/>
                <a:gd name="T9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56">
                  <a:moveTo>
                    <a:pt x="24" y="0"/>
                  </a:moveTo>
                  <a:cubicBezTo>
                    <a:pt x="16" y="3"/>
                    <a:pt x="8" y="7"/>
                    <a:pt x="0" y="10"/>
                  </a:cubicBezTo>
                  <a:cubicBezTo>
                    <a:pt x="127" y="256"/>
                    <a:pt x="127" y="256"/>
                    <a:pt x="127" y="256"/>
                  </a:cubicBezTo>
                  <a:cubicBezTo>
                    <a:pt x="127" y="256"/>
                    <a:pt x="160" y="255"/>
                    <a:pt x="178" y="220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9" name="îṣ1íďé"/>
            <p:cNvSpPr/>
            <p:nvPr>
              <p:custDataLst>
                <p:tags r:id="rId22"/>
              </p:custDataLst>
            </p:nvPr>
          </p:nvSpPr>
          <p:spPr bwMode="auto">
            <a:xfrm>
              <a:off x="2732" y="9293"/>
              <a:ext cx="140" cy="152"/>
            </a:xfrm>
            <a:custGeom>
              <a:avLst/>
              <a:gdLst>
                <a:gd name="T0" fmla="*/ 20 w 192"/>
                <a:gd name="T1" fmla="*/ 0 h 208"/>
                <a:gd name="T2" fmla="*/ 0 w 192"/>
                <a:gd name="T3" fmla="*/ 16 h 208"/>
                <a:gd name="T4" fmla="*/ 155 w 192"/>
                <a:gd name="T5" fmla="*/ 208 h 208"/>
                <a:gd name="T6" fmla="*/ 192 w 192"/>
                <a:gd name="T7" fmla="*/ 157 h 208"/>
                <a:gd name="T8" fmla="*/ 20 w 192"/>
                <a:gd name="T9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" h="208">
                  <a:moveTo>
                    <a:pt x="20" y="0"/>
                  </a:moveTo>
                  <a:cubicBezTo>
                    <a:pt x="14" y="6"/>
                    <a:pt x="7" y="11"/>
                    <a:pt x="0" y="16"/>
                  </a:cubicBezTo>
                  <a:cubicBezTo>
                    <a:pt x="155" y="208"/>
                    <a:pt x="155" y="208"/>
                    <a:pt x="155" y="208"/>
                  </a:cubicBezTo>
                  <a:cubicBezTo>
                    <a:pt x="155" y="208"/>
                    <a:pt x="187" y="197"/>
                    <a:pt x="192" y="157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0" name="ïṧḷiḋè"/>
            <p:cNvSpPr/>
            <p:nvPr>
              <p:custDataLst>
                <p:tags r:id="rId23"/>
              </p:custDataLst>
            </p:nvPr>
          </p:nvSpPr>
          <p:spPr bwMode="auto">
            <a:xfrm>
              <a:off x="2466" y="9005"/>
              <a:ext cx="314" cy="352"/>
            </a:xfrm>
            <a:custGeom>
              <a:avLst/>
              <a:gdLst>
                <a:gd name="T0" fmla="*/ 0 w 429"/>
                <a:gd name="T1" fmla="*/ 70 h 482"/>
                <a:gd name="T2" fmla="*/ 111 w 429"/>
                <a:gd name="T3" fmla="*/ 20 h 482"/>
                <a:gd name="T4" fmla="*/ 211 w 429"/>
                <a:gd name="T5" fmla="*/ 255 h 482"/>
                <a:gd name="T6" fmla="*/ 218 w 429"/>
                <a:gd name="T7" fmla="*/ 0 h 482"/>
                <a:gd name="T8" fmla="*/ 352 w 429"/>
                <a:gd name="T9" fmla="*/ 10 h 482"/>
                <a:gd name="T10" fmla="*/ 360 w 429"/>
                <a:gd name="T11" fmla="*/ 276 h 482"/>
                <a:gd name="T12" fmla="*/ 429 w 429"/>
                <a:gd name="T13" fmla="*/ 373 h 482"/>
                <a:gd name="T14" fmla="*/ 50 w 429"/>
                <a:gd name="T15" fmla="*/ 450 h 482"/>
                <a:gd name="T16" fmla="*/ 0 w 429"/>
                <a:gd name="T17" fmla="*/ 7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482">
                  <a:moveTo>
                    <a:pt x="0" y="70"/>
                  </a:moveTo>
                  <a:cubicBezTo>
                    <a:pt x="111" y="20"/>
                    <a:pt x="111" y="20"/>
                    <a:pt x="111" y="20"/>
                  </a:cubicBezTo>
                  <a:cubicBezTo>
                    <a:pt x="211" y="255"/>
                    <a:pt x="211" y="255"/>
                    <a:pt x="211" y="255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352" y="10"/>
                    <a:pt x="352" y="10"/>
                    <a:pt x="352" y="10"/>
                  </a:cubicBezTo>
                  <a:cubicBezTo>
                    <a:pt x="352" y="10"/>
                    <a:pt x="333" y="217"/>
                    <a:pt x="360" y="276"/>
                  </a:cubicBezTo>
                  <a:cubicBezTo>
                    <a:pt x="387" y="336"/>
                    <a:pt x="429" y="373"/>
                    <a:pt x="429" y="373"/>
                  </a:cubicBezTo>
                  <a:cubicBezTo>
                    <a:pt x="320" y="461"/>
                    <a:pt x="196" y="482"/>
                    <a:pt x="50" y="450"/>
                  </a:cubicBezTo>
                  <a:cubicBezTo>
                    <a:pt x="50" y="450"/>
                    <a:pt x="124" y="332"/>
                    <a:pt x="0" y="7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1" name="ïṥ1iḍê"/>
            <p:cNvSpPr/>
            <p:nvPr>
              <p:custDataLst>
                <p:tags r:id="rId24"/>
              </p:custDataLst>
            </p:nvPr>
          </p:nvSpPr>
          <p:spPr bwMode="auto">
            <a:xfrm>
              <a:off x="2521" y="9013"/>
              <a:ext cx="100" cy="178"/>
            </a:xfrm>
            <a:custGeom>
              <a:avLst/>
              <a:gdLst>
                <a:gd name="T0" fmla="*/ 36 w 137"/>
                <a:gd name="T1" fmla="*/ 0 h 244"/>
                <a:gd name="T2" fmla="*/ 8 w 137"/>
                <a:gd name="T3" fmla="*/ 18 h 244"/>
                <a:gd name="T4" fmla="*/ 0 w 137"/>
                <a:gd name="T5" fmla="*/ 104 h 244"/>
                <a:gd name="T6" fmla="*/ 53 w 137"/>
                <a:gd name="T7" fmla="*/ 91 h 244"/>
                <a:gd name="T8" fmla="*/ 32 w 137"/>
                <a:gd name="T9" fmla="*/ 155 h 244"/>
                <a:gd name="T10" fmla="*/ 137 w 137"/>
                <a:gd name="T11" fmla="*/ 244 h 244"/>
                <a:gd name="T12" fmla="*/ 36 w 137"/>
                <a:gd name="T1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7" h="244">
                  <a:moveTo>
                    <a:pt x="36" y="0"/>
                  </a:moveTo>
                  <a:cubicBezTo>
                    <a:pt x="8" y="18"/>
                    <a:pt x="8" y="18"/>
                    <a:pt x="8" y="18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53" y="91"/>
                    <a:pt x="53" y="91"/>
                    <a:pt x="53" y="91"/>
                  </a:cubicBezTo>
                  <a:cubicBezTo>
                    <a:pt x="32" y="155"/>
                    <a:pt x="32" y="155"/>
                    <a:pt x="32" y="155"/>
                  </a:cubicBezTo>
                  <a:cubicBezTo>
                    <a:pt x="137" y="244"/>
                    <a:pt x="137" y="244"/>
                    <a:pt x="137" y="244"/>
                  </a:cubicBezTo>
                  <a:cubicBezTo>
                    <a:pt x="137" y="244"/>
                    <a:pt x="64" y="46"/>
                    <a:pt x="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2" name="îşlîḍè"/>
            <p:cNvSpPr/>
            <p:nvPr>
              <p:custDataLst>
                <p:tags r:id="rId25"/>
              </p:custDataLst>
            </p:nvPr>
          </p:nvSpPr>
          <p:spPr bwMode="auto">
            <a:xfrm>
              <a:off x="2617" y="8998"/>
              <a:ext cx="59" cy="193"/>
            </a:xfrm>
            <a:custGeom>
              <a:avLst/>
              <a:gdLst>
                <a:gd name="T0" fmla="*/ 10 w 81"/>
                <a:gd name="T1" fmla="*/ 0 h 264"/>
                <a:gd name="T2" fmla="*/ 42 w 81"/>
                <a:gd name="T3" fmla="*/ 6 h 264"/>
                <a:gd name="T4" fmla="*/ 81 w 81"/>
                <a:gd name="T5" fmla="*/ 83 h 264"/>
                <a:gd name="T6" fmla="*/ 27 w 81"/>
                <a:gd name="T7" fmla="*/ 90 h 264"/>
                <a:gd name="T8" fmla="*/ 70 w 81"/>
                <a:gd name="T9" fmla="*/ 143 h 264"/>
                <a:gd name="T10" fmla="*/ 5 w 81"/>
                <a:gd name="T11" fmla="*/ 264 h 264"/>
                <a:gd name="T12" fmla="*/ 10 w 81"/>
                <a:gd name="T13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264">
                  <a:moveTo>
                    <a:pt x="10" y="0"/>
                  </a:moveTo>
                  <a:cubicBezTo>
                    <a:pt x="42" y="6"/>
                    <a:pt x="42" y="6"/>
                    <a:pt x="42" y="6"/>
                  </a:cubicBezTo>
                  <a:cubicBezTo>
                    <a:pt x="81" y="83"/>
                    <a:pt x="81" y="83"/>
                    <a:pt x="81" y="83"/>
                  </a:cubicBezTo>
                  <a:cubicBezTo>
                    <a:pt x="27" y="90"/>
                    <a:pt x="27" y="90"/>
                    <a:pt x="27" y="90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5" y="264"/>
                    <a:pt x="5" y="264"/>
                    <a:pt x="5" y="264"/>
                  </a:cubicBezTo>
                  <a:cubicBezTo>
                    <a:pt x="5" y="264"/>
                    <a:pt x="0" y="53"/>
                    <a:pt x="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3" name="îṧľíḋe"/>
            <p:cNvSpPr/>
            <p:nvPr>
              <p:custDataLst>
                <p:tags r:id="rId26"/>
              </p:custDataLst>
            </p:nvPr>
          </p:nvSpPr>
          <p:spPr bwMode="auto">
            <a:xfrm>
              <a:off x="2618" y="9211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2"/>
                    <a:pt x="16" y="17"/>
                    <a:pt x="11" y="18"/>
                  </a:cubicBezTo>
                  <a:cubicBezTo>
                    <a:pt x="7" y="19"/>
                    <a:pt x="2" y="16"/>
                    <a:pt x="1" y="11"/>
                  </a:cubicBezTo>
                  <a:cubicBezTo>
                    <a:pt x="0" y="6"/>
                    <a:pt x="4" y="2"/>
                    <a:pt x="8" y="1"/>
                  </a:cubicBezTo>
                  <a:cubicBezTo>
                    <a:pt x="13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4" name="îṥļiḍe"/>
            <p:cNvSpPr/>
            <p:nvPr>
              <p:custDataLst>
                <p:tags r:id="rId27"/>
              </p:custDataLst>
            </p:nvPr>
          </p:nvSpPr>
          <p:spPr bwMode="auto">
            <a:xfrm>
              <a:off x="2624" y="9244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3"/>
                    <a:pt x="16" y="17"/>
                    <a:pt x="11" y="18"/>
                  </a:cubicBezTo>
                  <a:cubicBezTo>
                    <a:pt x="6" y="19"/>
                    <a:pt x="2" y="16"/>
                    <a:pt x="1" y="11"/>
                  </a:cubicBezTo>
                  <a:cubicBezTo>
                    <a:pt x="0" y="7"/>
                    <a:pt x="3" y="2"/>
                    <a:pt x="8" y="1"/>
                  </a:cubicBezTo>
                  <a:cubicBezTo>
                    <a:pt x="13" y="0"/>
                    <a:pt x="17" y="4"/>
                    <a:pt x="18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5" name="i$ḻïḓè"/>
            <p:cNvSpPr/>
            <p:nvPr>
              <p:custDataLst>
                <p:tags r:id="rId28"/>
              </p:custDataLst>
            </p:nvPr>
          </p:nvSpPr>
          <p:spPr bwMode="auto">
            <a:xfrm>
              <a:off x="2631" y="9277"/>
              <a:ext cx="14" cy="14"/>
            </a:xfrm>
            <a:custGeom>
              <a:avLst/>
              <a:gdLst>
                <a:gd name="T0" fmla="*/ 18 w 18"/>
                <a:gd name="T1" fmla="*/ 8 h 19"/>
                <a:gd name="T2" fmla="*/ 11 w 18"/>
                <a:gd name="T3" fmla="*/ 18 h 19"/>
                <a:gd name="T4" fmla="*/ 1 w 18"/>
                <a:gd name="T5" fmla="*/ 11 h 19"/>
                <a:gd name="T6" fmla="*/ 7 w 18"/>
                <a:gd name="T7" fmla="*/ 1 h 19"/>
                <a:gd name="T8" fmla="*/ 18 w 18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9">
                  <a:moveTo>
                    <a:pt x="18" y="8"/>
                  </a:moveTo>
                  <a:cubicBezTo>
                    <a:pt x="18" y="12"/>
                    <a:pt x="15" y="17"/>
                    <a:pt x="11" y="18"/>
                  </a:cubicBezTo>
                  <a:cubicBezTo>
                    <a:pt x="6" y="19"/>
                    <a:pt x="1" y="16"/>
                    <a:pt x="1" y="11"/>
                  </a:cubicBezTo>
                  <a:cubicBezTo>
                    <a:pt x="0" y="6"/>
                    <a:pt x="3" y="2"/>
                    <a:pt x="7" y="1"/>
                  </a:cubicBezTo>
                  <a:cubicBezTo>
                    <a:pt x="12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6" name="íś1iḓe"/>
            <p:cNvSpPr/>
            <p:nvPr>
              <p:custDataLst>
                <p:tags r:id="rId29"/>
              </p:custDataLst>
            </p:nvPr>
          </p:nvSpPr>
          <p:spPr bwMode="auto">
            <a:xfrm>
              <a:off x="2278" y="8527"/>
              <a:ext cx="491" cy="504"/>
            </a:xfrm>
            <a:custGeom>
              <a:avLst/>
              <a:gdLst>
                <a:gd name="T0" fmla="*/ 479 w 670"/>
                <a:gd name="T1" fmla="*/ 77 h 690"/>
                <a:gd name="T2" fmla="*/ 645 w 670"/>
                <a:gd name="T3" fmla="*/ 475 h 690"/>
                <a:gd name="T4" fmla="*/ 541 w 670"/>
                <a:gd name="T5" fmla="*/ 634 h 690"/>
                <a:gd name="T6" fmla="*/ 246 w 670"/>
                <a:gd name="T7" fmla="*/ 623 h 690"/>
                <a:gd name="T8" fmla="*/ 67 w 670"/>
                <a:gd name="T9" fmla="*/ 197 h 690"/>
                <a:gd name="T10" fmla="*/ 479 w 670"/>
                <a:gd name="T11" fmla="*/ 77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0" h="690">
                  <a:moveTo>
                    <a:pt x="479" y="77"/>
                  </a:moveTo>
                  <a:cubicBezTo>
                    <a:pt x="479" y="77"/>
                    <a:pt x="621" y="410"/>
                    <a:pt x="645" y="475"/>
                  </a:cubicBezTo>
                  <a:cubicBezTo>
                    <a:pt x="670" y="541"/>
                    <a:pt x="541" y="634"/>
                    <a:pt x="541" y="634"/>
                  </a:cubicBezTo>
                  <a:cubicBezTo>
                    <a:pt x="541" y="634"/>
                    <a:pt x="375" y="690"/>
                    <a:pt x="246" y="623"/>
                  </a:cubicBezTo>
                  <a:cubicBezTo>
                    <a:pt x="95" y="544"/>
                    <a:pt x="0" y="400"/>
                    <a:pt x="67" y="197"/>
                  </a:cubicBezTo>
                  <a:cubicBezTo>
                    <a:pt x="131" y="0"/>
                    <a:pt x="456" y="16"/>
                    <a:pt x="479" y="77"/>
                  </a:cubicBezTo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7" name="ïṩḷiḋê"/>
            <p:cNvSpPr/>
            <p:nvPr>
              <p:custDataLst>
                <p:tags r:id="rId30"/>
              </p:custDataLst>
            </p:nvPr>
          </p:nvSpPr>
          <p:spPr bwMode="auto">
            <a:xfrm>
              <a:off x="2407" y="8919"/>
              <a:ext cx="22" cy="23"/>
            </a:xfrm>
            <a:custGeom>
              <a:avLst/>
              <a:gdLst>
                <a:gd name="T0" fmla="*/ 28 w 30"/>
                <a:gd name="T1" fmla="*/ 11 h 31"/>
                <a:gd name="T2" fmla="*/ 19 w 30"/>
                <a:gd name="T3" fmla="*/ 28 h 31"/>
                <a:gd name="T4" fmla="*/ 2 w 30"/>
                <a:gd name="T5" fmla="*/ 19 h 31"/>
                <a:gd name="T6" fmla="*/ 11 w 30"/>
                <a:gd name="T7" fmla="*/ 2 h 31"/>
                <a:gd name="T8" fmla="*/ 28 w 30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1">
                  <a:moveTo>
                    <a:pt x="28" y="11"/>
                  </a:moveTo>
                  <a:cubicBezTo>
                    <a:pt x="30" y="18"/>
                    <a:pt x="26" y="26"/>
                    <a:pt x="19" y="28"/>
                  </a:cubicBezTo>
                  <a:cubicBezTo>
                    <a:pt x="12" y="31"/>
                    <a:pt x="4" y="27"/>
                    <a:pt x="2" y="19"/>
                  </a:cubicBezTo>
                  <a:cubicBezTo>
                    <a:pt x="0" y="12"/>
                    <a:pt x="4" y="5"/>
                    <a:pt x="11" y="2"/>
                  </a:cubicBezTo>
                  <a:cubicBezTo>
                    <a:pt x="18" y="0"/>
                    <a:pt x="26" y="4"/>
                    <a:pt x="28" y="11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8" name="iSlîḓe"/>
            <p:cNvSpPr/>
            <p:nvPr>
              <p:custDataLst>
                <p:tags r:id="rId31"/>
              </p:custDataLst>
            </p:nvPr>
          </p:nvSpPr>
          <p:spPr bwMode="auto">
            <a:xfrm>
              <a:off x="2520" y="8891"/>
              <a:ext cx="20" cy="17"/>
            </a:xfrm>
            <a:custGeom>
              <a:avLst/>
              <a:gdLst>
                <a:gd name="T0" fmla="*/ 26 w 27"/>
                <a:gd name="T1" fmla="*/ 0 h 24"/>
                <a:gd name="T2" fmla="*/ 26 w 27"/>
                <a:gd name="T3" fmla="*/ 0 h 24"/>
                <a:gd name="T4" fmla="*/ 13 w 27"/>
                <a:gd name="T5" fmla="*/ 10 h 24"/>
                <a:gd name="T6" fmla="*/ 0 w 27"/>
                <a:gd name="T7" fmla="*/ 24 h 24"/>
                <a:gd name="T8" fmla="*/ 0 w 27"/>
                <a:gd name="T9" fmla="*/ 24 h 24"/>
                <a:gd name="T10" fmla="*/ 11 w 27"/>
                <a:gd name="T11" fmla="*/ 16 h 24"/>
                <a:gd name="T12" fmla="*/ 27 w 27"/>
                <a:gd name="T13" fmla="*/ 1 h 24"/>
                <a:gd name="T14" fmla="*/ 26 w 27"/>
                <a:gd name="T1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24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2"/>
                    <a:pt x="17" y="6"/>
                    <a:pt x="13" y="10"/>
                  </a:cubicBezTo>
                  <a:cubicBezTo>
                    <a:pt x="9" y="14"/>
                    <a:pt x="4" y="19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4" y="22"/>
                    <a:pt x="8" y="19"/>
                    <a:pt x="11" y="16"/>
                  </a:cubicBezTo>
                  <a:cubicBezTo>
                    <a:pt x="16" y="11"/>
                    <a:pt x="22" y="6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9" name="iṣľîḍé"/>
            <p:cNvSpPr/>
            <p:nvPr>
              <p:custDataLst>
                <p:tags r:id="rId32"/>
              </p:custDataLst>
            </p:nvPr>
          </p:nvSpPr>
          <p:spPr bwMode="auto">
            <a:xfrm>
              <a:off x="2532" y="8887"/>
              <a:ext cx="20" cy="20"/>
            </a:xfrm>
            <a:custGeom>
              <a:avLst/>
              <a:gdLst>
                <a:gd name="T0" fmla="*/ 26 w 27"/>
                <a:gd name="T1" fmla="*/ 0 h 28"/>
                <a:gd name="T2" fmla="*/ 26 w 27"/>
                <a:gd name="T3" fmla="*/ 0 h 28"/>
                <a:gd name="T4" fmla="*/ 13 w 27"/>
                <a:gd name="T5" fmla="*/ 13 h 28"/>
                <a:gd name="T6" fmla="*/ 0 w 27"/>
                <a:gd name="T7" fmla="*/ 28 h 28"/>
                <a:gd name="T8" fmla="*/ 0 w 27"/>
                <a:gd name="T9" fmla="*/ 28 h 28"/>
                <a:gd name="T10" fmla="*/ 1 w 27"/>
                <a:gd name="T11" fmla="*/ 28 h 28"/>
                <a:gd name="T12" fmla="*/ 13 w 27"/>
                <a:gd name="T13" fmla="*/ 16 h 28"/>
                <a:gd name="T14" fmla="*/ 27 w 27"/>
                <a:gd name="T15" fmla="*/ 1 h 28"/>
                <a:gd name="T16" fmla="*/ 26 w 27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8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3"/>
                    <a:pt x="17" y="9"/>
                    <a:pt x="13" y="13"/>
                  </a:cubicBezTo>
                  <a:cubicBezTo>
                    <a:pt x="9" y="18"/>
                    <a:pt x="4" y="22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5" y="25"/>
                    <a:pt x="9" y="20"/>
                    <a:pt x="13" y="16"/>
                  </a:cubicBezTo>
                  <a:cubicBezTo>
                    <a:pt x="18" y="11"/>
                    <a:pt x="24" y="7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0" name="îṧ1ïdè"/>
            <p:cNvSpPr/>
            <p:nvPr>
              <p:custDataLst>
                <p:tags r:id="rId33"/>
              </p:custDataLst>
            </p:nvPr>
          </p:nvSpPr>
          <p:spPr bwMode="auto">
            <a:xfrm>
              <a:off x="2548" y="8877"/>
              <a:ext cx="22" cy="25"/>
            </a:xfrm>
            <a:custGeom>
              <a:avLst/>
              <a:gdLst>
                <a:gd name="T0" fmla="*/ 29 w 30"/>
                <a:gd name="T1" fmla="*/ 0 h 34"/>
                <a:gd name="T2" fmla="*/ 28 w 30"/>
                <a:gd name="T3" fmla="*/ 0 h 34"/>
                <a:gd name="T4" fmla="*/ 13 w 30"/>
                <a:gd name="T5" fmla="*/ 15 h 34"/>
                <a:gd name="T6" fmla="*/ 0 w 30"/>
                <a:gd name="T7" fmla="*/ 33 h 34"/>
                <a:gd name="T8" fmla="*/ 0 w 30"/>
                <a:gd name="T9" fmla="*/ 34 h 34"/>
                <a:gd name="T10" fmla="*/ 2 w 30"/>
                <a:gd name="T11" fmla="*/ 33 h 34"/>
                <a:gd name="T12" fmla="*/ 16 w 30"/>
                <a:gd name="T13" fmla="*/ 15 h 34"/>
                <a:gd name="T14" fmla="*/ 29 w 30"/>
                <a:gd name="T15" fmla="*/ 1 h 34"/>
                <a:gd name="T16" fmla="*/ 29 w 30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4">
                  <a:moveTo>
                    <a:pt x="29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2" y="4"/>
                    <a:pt x="17" y="10"/>
                    <a:pt x="13" y="15"/>
                  </a:cubicBezTo>
                  <a:cubicBezTo>
                    <a:pt x="8" y="21"/>
                    <a:pt x="3" y="27"/>
                    <a:pt x="0" y="33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" y="34"/>
                    <a:pt x="1" y="34"/>
                    <a:pt x="2" y="33"/>
                  </a:cubicBezTo>
                  <a:cubicBezTo>
                    <a:pt x="6" y="27"/>
                    <a:pt x="11" y="21"/>
                    <a:pt x="16" y="15"/>
                  </a:cubicBezTo>
                  <a:cubicBezTo>
                    <a:pt x="21" y="10"/>
                    <a:pt x="26" y="6"/>
                    <a:pt x="29" y="1"/>
                  </a:cubicBezTo>
                  <a:cubicBezTo>
                    <a:pt x="30" y="0"/>
                    <a:pt x="29" y="0"/>
                    <a:pt x="29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1" name="iṧlïḋe"/>
            <p:cNvSpPr/>
            <p:nvPr>
              <p:custDataLst>
                <p:tags r:id="rId34"/>
              </p:custDataLst>
            </p:nvPr>
          </p:nvSpPr>
          <p:spPr bwMode="auto">
            <a:xfrm>
              <a:off x="2662" y="8838"/>
              <a:ext cx="25" cy="25"/>
            </a:xfrm>
            <a:custGeom>
              <a:avLst/>
              <a:gdLst>
                <a:gd name="T0" fmla="*/ 33 w 34"/>
                <a:gd name="T1" fmla="*/ 0 h 34"/>
                <a:gd name="T2" fmla="*/ 33 w 34"/>
                <a:gd name="T3" fmla="*/ 0 h 34"/>
                <a:gd name="T4" fmla="*/ 20 w 34"/>
                <a:gd name="T5" fmla="*/ 14 h 34"/>
                <a:gd name="T6" fmla="*/ 1 w 34"/>
                <a:gd name="T7" fmla="*/ 32 h 34"/>
                <a:gd name="T8" fmla="*/ 1 w 34"/>
                <a:gd name="T9" fmla="*/ 34 h 34"/>
                <a:gd name="T10" fmla="*/ 1 w 34"/>
                <a:gd name="T11" fmla="*/ 34 h 34"/>
                <a:gd name="T12" fmla="*/ 18 w 34"/>
                <a:gd name="T13" fmla="*/ 19 h 34"/>
                <a:gd name="T14" fmla="*/ 34 w 34"/>
                <a:gd name="T15" fmla="*/ 0 h 34"/>
                <a:gd name="T16" fmla="*/ 33 w 34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4">
                  <a:moveTo>
                    <a:pt x="33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28" y="4"/>
                    <a:pt x="24" y="9"/>
                    <a:pt x="20" y="14"/>
                  </a:cubicBezTo>
                  <a:cubicBezTo>
                    <a:pt x="14" y="21"/>
                    <a:pt x="8" y="27"/>
                    <a:pt x="1" y="32"/>
                  </a:cubicBezTo>
                  <a:cubicBezTo>
                    <a:pt x="0" y="33"/>
                    <a:pt x="0" y="34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8" y="30"/>
                    <a:pt x="13" y="25"/>
                    <a:pt x="18" y="19"/>
                  </a:cubicBezTo>
                  <a:cubicBezTo>
                    <a:pt x="23" y="13"/>
                    <a:pt x="29" y="7"/>
                    <a:pt x="34" y="0"/>
                  </a:cubicBezTo>
                  <a:cubicBezTo>
                    <a:pt x="34" y="0"/>
                    <a:pt x="34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2" name="íṣ1íḍê"/>
            <p:cNvSpPr/>
            <p:nvPr>
              <p:custDataLst>
                <p:tags r:id="rId35"/>
              </p:custDataLst>
            </p:nvPr>
          </p:nvSpPr>
          <p:spPr bwMode="auto">
            <a:xfrm>
              <a:off x="2676" y="8833"/>
              <a:ext cx="25" cy="27"/>
            </a:xfrm>
            <a:custGeom>
              <a:avLst/>
              <a:gdLst>
                <a:gd name="T0" fmla="*/ 33 w 34"/>
                <a:gd name="T1" fmla="*/ 0 h 37"/>
                <a:gd name="T2" fmla="*/ 32 w 34"/>
                <a:gd name="T3" fmla="*/ 0 h 37"/>
                <a:gd name="T4" fmla="*/ 14 w 34"/>
                <a:gd name="T5" fmla="*/ 18 h 37"/>
                <a:gd name="T6" fmla="*/ 0 w 34"/>
                <a:gd name="T7" fmla="*/ 37 h 37"/>
                <a:gd name="T8" fmla="*/ 1 w 34"/>
                <a:gd name="T9" fmla="*/ 37 h 37"/>
                <a:gd name="T10" fmla="*/ 1 w 34"/>
                <a:gd name="T11" fmla="*/ 37 h 37"/>
                <a:gd name="T12" fmla="*/ 18 w 34"/>
                <a:gd name="T13" fmla="*/ 17 h 37"/>
                <a:gd name="T14" fmla="*/ 33 w 34"/>
                <a:gd name="T15" fmla="*/ 1 h 37"/>
                <a:gd name="T16" fmla="*/ 33 w 34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33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25" y="5"/>
                    <a:pt x="19" y="12"/>
                    <a:pt x="14" y="18"/>
                  </a:cubicBezTo>
                  <a:cubicBezTo>
                    <a:pt x="9" y="24"/>
                    <a:pt x="4" y="30"/>
                    <a:pt x="0" y="37"/>
                  </a:cubicBezTo>
                  <a:cubicBezTo>
                    <a:pt x="0" y="37"/>
                    <a:pt x="0" y="37"/>
                    <a:pt x="1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7" y="31"/>
                    <a:pt x="12" y="24"/>
                    <a:pt x="18" y="17"/>
                  </a:cubicBezTo>
                  <a:cubicBezTo>
                    <a:pt x="23" y="12"/>
                    <a:pt x="29" y="7"/>
                    <a:pt x="33" y="1"/>
                  </a:cubicBezTo>
                  <a:cubicBezTo>
                    <a:pt x="34" y="0"/>
                    <a:pt x="33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3" name="îṡľîďè"/>
            <p:cNvSpPr/>
            <p:nvPr>
              <p:custDataLst>
                <p:tags r:id="rId36"/>
              </p:custDataLst>
            </p:nvPr>
          </p:nvSpPr>
          <p:spPr bwMode="auto">
            <a:xfrm>
              <a:off x="2690" y="8835"/>
              <a:ext cx="21" cy="20"/>
            </a:xfrm>
            <a:custGeom>
              <a:avLst/>
              <a:gdLst>
                <a:gd name="T0" fmla="*/ 27 w 29"/>
                <a:gd name="T1" fmla="*/ 0 h 28"/>
                <a:gd name="T2" fmla="*/ 26 w 29"/>
                <a:gd name="T3" fmla="*/ 0 h 28"/>
                <a:gd name="T4" fmla="*/ 0 w 29"/>
                <a:gd name="T5" fmla="*/ 27 h 28"/>
                <a:gd name="T6" fmla="*/ 1 w 29"/>
                <a:gd name="T7" fmla="*/ 28 h 28"/>
                <a:gd name="T8" fmla="*/ 1 w 29"/>
                <a:gd name="T9" fmla="*/ 28 h 28"/>
                <a:gd name="T10" fmla="*/ 28 w 29"/>
                <a:gd name="T11" fmla="*/ 1 h 28"/>
                <a:gd name="T12" fmla="*/ 27 w 29"/>
                <a:gd name="T1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28">
                  <a:moveTo>
                    <a:pt x="27" y="0"/>
                  </a:moveTo>
                  <a:cubicBezTo>
                    <a:pt x="27" y="0"/>
                    <a:pt x="27" y="0"/>
                    <a:pt x="26" y="0"/>
                  </a:cubicBezTo>
                  <a:cubicBezTo>
                    <a:pt x="16" y="7"/>
                    <a:pt x="9" y="18"/>
                    <a:pt x="0" y="27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1" y="20"/>
                    <a:pt x="20" y="11"/>
                    <a:pt x="28" y="1"/>
                  </a:cubicBezTo>
                  <a:cubicBezTo>
                    <a:pt x="29" y="0"/>
                    <a:pt x="28" y="0"/>
                    <a:pt x="27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4" name="ïśľîḓe"/>
            <p:cNvSpPr/>
            <p:nvPr>
              <p:custDataLst>
                <p:tags r:id="rId37"/>
              </p:custDataLst>
            </p:nvPr>
          </p:nvSpPr>
          <p:spPr bwMode="auto">
            <a:xfrm>
              <a:off x="2636" y="8763"/>
              <a:ext cx="68" cy="75"/>
            </a:xfrm>
            <a:custGeom>
              <a:avLst/>
              <a:gdLst>
                <a:gd name="T0" fmla="*/ 9 w 92"/>
                <a:gd name="T1" fmla="*/ 66 h 103"/>
                <a:gd name="T2" fmla="*/ 62 w 92"/>
                <a:gd name="T3" fmla="*/ 95 h 103"/>
                <a:gd name="T4" fmla="*/ 82 w 92"/>
                <a:gd name="T5" fmla="*/ 37 h 103"/>
                <a:gd name="T6" fmla="*/ 29 w 92"/>
                <a:gd name="T7" fmla="*/ 8 h 103"/>
                <a:gd name="T8" fmla="*/ 9 w 92"/>
                <a:gd name="T9" fmla="*/ 66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103">
                  <a:moveTo>
                    <a:pt x="9" y="66"/>
                  </a:moveTo>
                  <a:cubicBezTo>
                    <a:pt x="18" y="90"/>
                    <a:pt x="42" y="103"/>
                    <a:pt x="62" y="95"/>
                  </a:cubicBezTo>
                  <a:cubicBezTo>
                    <a:pt x="83" y="87"/>
                    <a:pt x="92" y="61"/>
                    <a:pt x="82" y="37"/>
                  </a:cubicBezTo>
                  <a:cubicBezTo>
                    <a:pt x="73" y="13"/>
                    <a:pt x="49" y="0"/>
                    <a:pt x="29" y="8"/>
                  </a:cubicBezTo>
                  <a:cubicBezTo>
                    <a:pt x="9" y="16"/>
                    <a:pt x="0" y="42"/>
                    <a:pt x="9" y="66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5" name="ïšḻíḋê"/>
            <p:cNvSpPr/>
            <p:nvPr>
              <p:custDataLst>
                <p:tags r:id="rId38"/>
              </p:custDataLst>
            </p:nvPr>
          </p:nvSpPr>
          <p:spPr bwMode="auto">
            <a:xfrm>
              <a:off x="2661" y="8768"/>
              <a:ext cx="28" cy="31"/>
            </a:xfrm>
            <a:custGeom>
              <a:avLst/>
              <a:gdLst>
                <a:gd name="T0" fmla="*/ 4 w 39"/>
                <a:gd name="T1" fmla="*/ 27 h 43"/>
                <a:gd name="T2" fmla="*/ 26 w 39"/>
                <a:gd name="T3" fmla="*/ 40 h 43"/>
                <a:gd name="T4" fmla="*/ 35 w 39"/>
                <a:gd name="T5" fmla="*/ 15 h 43"/>
                <a:gd name="T6" fmla="*/ 12 w 39"/>
                <a:gd name="T7" fmla="*/ 3 h 43"/>
                <a:gd name="T8" fmla="*/ 4 w 39"/>
                <a:gd name="T9" fmla="*/ 2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3">
                  <a:moveTo>
                    <a:pt x="4" y="27"/>
                  </a:moveTo>
                  <a:cubicBezTo>
                    <a:pt x="8" y="37"/>
                    <a:pt x="18" y="43"/>
                    <a:pt x="26" y="40"/>
                  </a:cubicBezTo>
                  <a:cubicBezTo>
                    <a:pt x="35" y="36"/>
                    <a:pt x="39" y="25"/>
                    <a:pt x="35" y="15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4" y="6"/>
                    <a:pt x="0" y="17"/>
                    <a:pt x="4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6" name="işľídè"/>
            <p:cNvSpPr/>
            <p:nvPr>
              <p:custDataLst>
                <p:tags r:id="rId39"/>
              </p:custDataLst>
            </p:nvPr>
          </p:nvSpPr>
          <p:spPr bwMode="auto">
            <a:xfrm>
              <a:off x="2491" y="8804"/>
              <a:ext cx="69" cy="78"/>
            </a:xfrm>
            <a:custGeom>
              <a:avLst/>
              <a:gdLst>
                <a:gd name="T0" fmla="*/ 9 w 95"/>
                <a:gd name="T1" fmla="*/ 68 h 106"/>
                <a:gd name="T2" fmla="*/ 65 w 95"/>
                <a:gd name="T3" fmla="*/ 98 h 106"/>
                <a:gd name="T4" fmla="*/ 85 w 95"/>
                <a:gd name="T5" fmla="*/ 38 h 106"/>
                <a:gd name="T6" fmla="*/ 30 w 95"/>
                <a:gd name="T7" fmla="*/ 8 h 106"/>
                <a:gd name="T8" fmla="*/ 9 w 95"/>
                <a:gd name="T9" fmla="*/ 6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106">
                  <a:moveTo>
                    <a:pt x="9" y="68"/>
                  </a:moveTo>
                  <a:cubicBezTo>
                    <a:pt x="19" y="93"/>
                    <a:pt x="44" y="106"/>
                    <a:pt x="65" y="98"/>
                  </a:cubicBezTo>
                  <a:cubicBezTo>
                    <a:pt x="86" y="90"/>
                    <a:pt x="95" y="63"/>
                    <a:pt x="85" y="38"/>
                  </a:cubicBezTo>
                  <a:cubicBezTo>
                    <a:pt x="76" y="14"/>
                    <a:pt x="51" y="0"/>
                    <a:pt x="30" y="8"/>
                  </a:cubicBezTo>
                  <a:cubicBezTo>
                    <a:pt x="9" y="16"/>
                    <a:pt x="0" y="43"/>
                    <a:pt x="9" y="68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7" name="îsḷiḍe"/>
            <p:cNvSpPr/>
            <p:nvPr>
              <p:custDataLst>
                <p:tags r:id="rId40"/>
              </p:custDataLst>
            </p:nvPr>
          </p:nvSpPr>
          <p:spPr bwMode="auto">
            <a:xfrm>
              <a:off x="2517" y="8811"/>
              <a:ext cx="28" cy="31"/>
            </a:xfrm>
            <a:custGeom>
              <a:avLst/>
              <a:gdLst>
                <a:gd name="T0" fmla="*/ 4 w 38"/>
                <a:gd name="T1" fmla="*/ 28 h 43"/>
                <a:gd name="T2" fmla="*/ 26 w 38"/>
                <a:gd name="T3" fmla="*/ 40 h 43"/>
                <a:gd name="T4" fmla="*/ 35 w 38"/>
                <a:gd name="T5" fmla="*/ 16 h 43"/>
                <a:gd name="T6" fmla="*/ 12 w 38"/>
                <a:gd name="T7" fmla="*/ 3 h 43"/>
                <a:gd name="T8" fmla="*/ 4 w 38"/>
                <a:gd name="T9" fmla="*/ 28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43">
                  <a:moveTo>
                    <a:pt x="4" y="28"/>
                  </a:moveTo>
                  <a:cubicBezTo>
                    <a:pt x="8" y="38"/>
                    <a:pt x="18" y="43"/>
                    <a:pt x="26" y="40"/>
                  </a:cubicBezTo>
                  <a:cubicBezTo>
                    <a:pt x="35" y="36"/>
                    <a:pt x="38" y="26"/>
                    <a:pt x="35" y="16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3" y="7"/>
                    <a:pt x="0" y="18"/>
                    <a:pt x="4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8" name="iṧlîde"/>
            <p:cNvSpPr/>
            <p:nvPr>
              <p:custDataLst>
                <p:tags r:id="rId41"/>
              </p:custDataLst>
            </p:nvPr>
          </p:nvSpPr>
          <p:spPr bwMode="auto">
            <a:xfrm>
              <a:off x="2476" y="8755"/>
              <a:ext cx="64" cy="46"/>
            </a:xfrm>
            <a:custGeom>
              <a:avLst/>
              <a:gdLst>
                <a:gd name="T0" fmla="*/ 81 w 87"/>
                <a:gd name="T1" fmla="*/ 0 h 63"/>
                <a:gd name="T2" fmla="*/ 73 w 87"/>
                <a:gd name="T3" fmla="*/ 4 h 63"/>
                <a:gd name="T4" fmla="*/ 73 w 87"/>
                <a:gd name="T5" fmla="*/ 6 h 63"/>
                <a:gd name="T6" fmla="*/ 49 w 87"/>
                <a:gd name="T7" fmla="*/ 53 h 63"/>
                <a:gd name="T8" fmla="*/ 39 w 87"/>
                <a:gd name="T9" fmla="*/ 55 h 63"/>
                <a:gd name="T10" fmla="*/ 9 w 87"/>
                <a:gd name="T11" fmla="*/ 39 h 63"/>
                <a:gd name="T12" fmla="*/ 8 w 87"/>
                <a:gd name="T13" fmla="*/ 38 h 63"/>
                <a:gd name="T14" fmla="*/ 6 w 87"/>
                <a:gd name="T15" fmla="*/ 39 h 63"/>
                <a:gd name="T16" fmla="*/ 4 w 87"/>
                <a:gd name="T17" fmla="*/ 39 h 63"/>
                <a:gd name="T18" fmla="*/ 0 w 87"/>
                <a:gd name="T19" fmla="*/ 41 h 63"/>
                <a:gd name="T20" fmla="*/ 1 w 87"/>
                <a:gd name="T21" fmla="*/ 43 h 63"/>
                <a:gd name="T22" fmla="*/ 39 w 87"/>
                <a:gd name="T23" fmla="*/ 63 h 63"/>
                <a:gd name="T24" fmla="*/ 51 w 87"/>
                <a:gd name="T25" fmla="*/ 61 h 63"/>
                <a:gd name="T26" fmla="*/ 81 w 87"/>
                <a:gd name="T27" fmla="*/ 3 h 63"/>
                <a:gd name="T28" fmla="*/ 81 w 87"/>
                <a:gd name="T2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7" h="63">
                  <a:moveTo>
                    <a:pt x="81" y="0"/>
                  </a:moveTo>
                  <a:cubicBezTo>
                    <a:pt x="73" y="4"/>
                    <a:pt x="73" y="4"/>
                    <a:pt x="73" y="4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8" y="27"/>
                    <a:pt x="67" y="48"/>
                    <a:pt x="49" y="53"/>
                  </a:cubicBezTo>
                  <a:cubicBezTo>
                    <a:pt x="46" y="54"/>
                    <a:pt x="42" y="55"/>
                    <a:pt x="39" y="55"/>
                  </a:cubicBezTo>
                  <a:cubicBezTo>
                    <a:pt x="28" y="55"/>
                    <a:pt x="17" y="49"/>
                    <a:pt x="9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5" y="39"/>
                    <a:pt x="5" y="39"/>
                    <a:pt x="4" y="39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1" y="56"/>
                    <a:pt x="25" y="63"/>
                    <a:pt x="39" y="63"/>
                  </a:cubicBezTo>
                  <a:cubicBezTo>
                    <a:pt x="43" y="63"/>
                    <a:pt x="47" y="62"/>
                    <a:pt x="51" y="61"/>
                  </a:cubicBezTo>
                  <a:cubicBezTo>
                    <a:pt x="74" y="54"/>
                    <a:pt x="87" y="29"/>
                    <a:pt x="81" y="3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9" name="ísḷîdé"/>
            <p:cNvSpPr/>
            <p:nvPr>
              <p:custDataLst>
                <p:tags r:id="rId42"/>
              </p:custDataLst>
            </p:nvPr>
          </p:nvSpPr>
          <p:spPr bwMode="auto">
            <a:xfrm>
              <a:off x="2601" y="8706"/>
              <a:ext cx="55" cy="44"/>
            </a:xfrm>
            <a:custGeom>
              <a:avLst/>
              <a:gdLst>
                <a:gd name="T0" fmla="*/ 74 w 75"/>
                <a:gd name="T1" fmla="*/ 21 h 60"/>
                <a:gd name="T2" fmla="*/ 38 w 75"/>
                <a:gd name="T3" fmla="*/ 0 h 60"/>
                <a:gd name="T4" fmla="*/ 29 w 75"/>
                <a:gd name="T5" fmla="*/ 1 h 60"/>
                <a:gd name="T6" fmla="*/ 6 w 75"/>
                <a:gd name="T7" fmla="*/ 58 h 60"/>
                <a:gd name="T8" fmla="*/ 7 w 75"/>
                <a:gd name="T9" fmla="*/ 60 h 60"/>
                <a:gd name="T10" fmla="*/ 14 w 75"/>
                <a:gd name="T11" fmla="*/ 56 h 60"/>
                <a:gd name="T12" fmla="*/ 13 w 75"/>
                <a:gd name="T13" fmla="*/ 55 h 60"/>
                <a:gd name="T14" fmla="*/ 32 w 75"/>
                <a:gd name="T15" fmla="*/ 9 h 60"/>
                <a:gd name="T16" fmla="*/ 67 w 75"/>
                <a:gd name="T17" fmla="*/ 25 h 60"/>
                <a:gd name="T18" fmla="*/ 68 w 75"/>
                <a:gd name="T19" fmla="*/ 26 h 60"/>
                <a:gd name="T20" fmla="*/ 69 w 75"/>
                <a:gd name="T21" fmla="*/ 26 h 60"/>
                <a:gd name="T22" fmla="*/ 71 w 75"/>
                <a:gd name="T23" fmla="*/ 25 h 60"/>
                <a:gd name="T24" fmla="*/ 75 w 75"/>
                <a:gd name="T25" fmla="*/ 23 h 60"/>
                <a:gd name="T26" fmla="*/ 74 w 75"/>
                <a:gd name="T27" fmla="*/ 2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5" h="60">
                  <a:moveTo>
                    <a:pt x="74" y="21"/>
                  </a:moveTo>
                  <a:cubicBezTo>
                    <a:pt x="64" y="8"/>
                    <a:pt x="51" y="0"/>
                    <a:pt x="38" y="0"/>
                  </a:cubicBezTo>
                  <a:cubicBezTo>
                    <a:pt x="35" y="0"/>
                    <a:pt x="32" y="0"/>
                    <a:pt x="29" y="1"/>
                  </a:cubicBezTo>
                  <a:cubicBezTo>
                    <a:pt x="10" y="7"/>
                    <a:pt x="0" y="32"/>
                    <a:pt x="6" y="58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14" y="56"/>
                    <a:pt x="14" y="56"/>
                    <a:pt x="14" y="56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9" y="34"/>
                    <a:pt x="17" y="14"/>
                    <a:pt x="32" y="9"/>
                  </a:cubicBezTo>
                  <a:cubicBezTo>
                    <a:pt x="44" y="5"/>
                    <a:pt x="57" y="12"/>
                    <a:pt x="67" y="25"/>
                  </a:cubicBezTo>
                  <a:cubicBezTo>
                    <a:pt x="68" y="26"/>
                    <a:pt x="68" y="26"/>
                    <a:pt x="68" y="26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70" y="25"/>
                    <a:pt x="71" y="25"/>
                    <a:pt x="71" y="25"/>
                  </a:cubicBezTo>
                  <a:cubicBezTo>
                    <a:pt x="75" y="23"/>
                    <a:pt x="75" y="23"/>
                    <a:pt x="75" y="23"/>
                  </a:cubicBezTo>
                  <a:lnTo>
                    <a:pt x="74" y="21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0" name="ïṡ1idè"/>
            <p:cNvSpPr/>
            <p:nvPr>
              <p:custDataLst>
                <p:tags r:id="rId43"/>
              </p:custDataLst>
            </p:nvPr>
          </p:nvSpPr>
          <p:spPr bwMode="auto">
            <a:xfrm>
              <a:off x="2579" y="8894"/>
              <a:ext cx="113" cy="45"/>
            </a:xfrm>
            <a:custGeom>
              <a:avLst/>
              <a:gdLst>
                <a:gd name="T0" fmla="*/ 152 w 154"/>
                <a:gd name="T1" fmla="*/ 1 h 62"/>
                <a:gd name="T2" fmla="*/ 109 w 154"/>
                <a:gd name="T3" fmla="*/ 39 h 62"/>
                <a:gd name="T4" fmla="*/ 66 w 154"/>
                <a:gd name="T5" fmla="*/ 36 h 62"/>
                <a:gd name="T6" fmla="*/ 1 w 154"/>
                <a:gd name="T7" fmla="*/ 60 h 62"/>
                <a:gd name="T8" fmla="*/ 4 w 154"/>
                <a:gd name="T9" fmla="*/ 61 h 62"/>
                <a:gd name="T10" fmla="*/ 60 w 154"/>
                <a:gd name="T11" fmla="*/ 40 h 62"/>
                <a:gd name="T12" fmla="*/ 107 w 154"/>
                <a:gd name="T13" fmla="*/ 43 h 62"/>
                <a:gd name="T14" fmla="*/ 154 w 154"/>
                <a:gd name="T15" fmla="*/ 1 h 62"/>
                <a:gd name="T16" fmla="*/ 152 w 154"/>
                <a:gd name="T17" fmla="*/ 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" h="62">
                  <a:moveTo>
                    <a:pt x="152" y="1"/>
                  </a:moveTo>
                  <a:cubicBezTo>
                    <a:pt x="143" y="22"/>
                    <a:pt x="134" y="37"/>
                    <a:pt x="109" y="39"/>
                  </a:cubicBezTo>
                  <a:cubicBezTo>
                    <a:pt x="95" y="40"/>
                    <a:pt x="80" y="37"/>
                    <a:pt x="66" y="36"/>
                  </a:cubicBezTo>
                  <a:cubicBezTo>
                    <a:pt x="43" y="34"/>
                    <a:pt x="13" y="38"/>
                    <a:pt x="1" y="60"/>
                  </a:cubicBezTo>
                  <a:cubicBezTo>
                    <a:pt x="0" y="62"/>
                    <a:pt x="3" y="61"/>
                    <a:pt x="4" y="61"/>
                  </a:cubicBezTo>
                  <a:cubicBezTo>
                    <a:pt x="22" y="46"/>
                    <a:pt x="37" y="39"/>
                    <a:pt x="60" y="40"/>
                  </a:cubicBezTo>
                  <a:cubicBezTo>
                    <a:pt x="76" y="41"/>
                    <a:pt x="92" y="43"/>
                    <a:pt x="107" y="43"/>
                  </a:cubicBezTo>
                  <a:cubicBezTo>
                    <a:pt x="133" y="42"/>
                    <a:pt x="150" y="26"/>
                    <a:pt x="154" y="1"/>
                  </a:cubicBezTo>
                  <a:cubicBezTo>
                    <a:pt x="154" y="0"/>
                    <a:pt x="152" y="0"/>
                    <a:pt x="152" y="1"/>
                  </a:cubicBez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1" name="işliḋè"/>
            <p:cNvSpPr/>
            <p:nvPr>
              <p:custDataLst>
                <p:tags r:id="rId44"/>
              </p:custDataLst>
            </p:nvPr>
          </p:nvSpPr>
          <p:spPr bwMode="auto">
            <a:xfrm>
              <a:off x="2183" y="8442"/>
              <a:ext cx="534" cy="779"/>
            </a:xfrm>
            <a:custGeom>
              <a:avLst/>
              <a:gdLst>
                <a:gd name="T0" fmla="*/ 307 w 729"/>
                <a:gd name="T1" fmla="*/ 559 h 1066"/>
                <a:gd name="T2" fmla="*/ 384 w 729"/>
                <a:gd name="T3" fmla="*/ 318 h 1066"/>
                <a:gd name="T4" fmla="*/ 729 w 729"/>
                <a:gd name="T5" fmla="*/ 295 h 1066"/>
                <a:gd name="T6" fmla="*/ 286 w 729"/>
                <a:gd name="T7" fmla="*/ 86 h 1066"/>
                <a:gd name="T8" fmla="*/ 162 w 729"/>
                <a:gd name="T9" fmla="*/ 239 h 1066"/>
                <a:gd name="T10" fmla="*/ 83 w 729"/>
                <a:gd name="T11" fmla="*/ 608 h 1066"/>
                <a:gd name="T12" fmla="*/ 236 w 729"/>
                <a:gd name="T13" fmla="*/ 895 h 1066"/>
                <a:gd name="T14" fmla="*/ 113 w 729"/>
                <a:gd name="T15" fmla="*/ 962 h 1066"/>
                <a:gd name="T16" fmla="*/ 371 w 729"/>
                <a:gd name="T17" fmla="*/ 781 h 1066"/>
                <a:gd name="T18" fmla="*/ 321 w 729"/>
                <a:gd name="T19" fmla="*/ 680 h 1066"/>
                <a:gd name="T20" fmla="*/ 259 w 729"/>
                <a:gd name="T21" fmla="*/ 595 h 1066"/>
                <a:gd name="T22" fmla="*/ 307 w 729"/>
                <a:gd name="T23" fmla="*/ 559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9" h="1066">
                  <a:moveTo>
                    <a:pt x="307" y="559"/>
                  </a:moveTo>
                  <a:cubicBezTo>
                    <a:pt x="348" y="528"/>
                    <a:pt x="376" y="371"/>
                    <a:pt x="384" y="318"/>
                  </a:cubicBezTo>
                  <a:cubicBezTo>
                    <a:pt x="455" y="344"/>
                    <a:pt x="588" y="373"/>
                    <a:pt x="729" y="295"/>
                  </a:cubicBezTo>
                  <a:cubicBezTo>
                    <a:pt x="729" y="295"/>
                    <a:pt x="674" y="0"/>
                    <a:pt x="286" y="86"/>
                  </a:cubicBezTo>
                  <a:cubicBezTo>
                    <a:pt x="150" y="116"/>
                    <a:pt x="142" y="212"/>
                    <a:pt x="162" y="239"/>
                  </a:cubicBezTo>
                  <a:cubicBezTo>
                    <a:pt x="9" y="291"/>
                    <a:pt x="0" y="464"/>
                    <a:pt x="83" y="608"/>
                  </a:cubicBezTo>
                  <a:cubicBezTo>
                    <a:pt x="209" y="824"/>
                    <a:pt x="227" y="815"/>
                    <a:pt x="236" y="895"/>
                  </a:cubicBezTo>
                  <a:cubicBezTo>
                    <a:pt x="246" y="975"/>
                    <a:pt x="113" y="962"/>
                    <a:pt x="113" y="962"/>
                  </a:cubicBezTo>
                  <a:cubicBezTo>
                    <a:pt x="304" y="1066"/>
                    <a:pt x="381" y="833"/>
                    <a:pt x="371" y="781"/>
                  </a:cubicBezTo>
                  <a:cubicBezTo>
                    <a:pt x="361" y="729"/>
                    <a:pt x="321" y="680"/>
                    <a:pt x="321" y="680"/>
                  </a:cubicBezTo>
                  <a:cubicBezTo>
                    <a:pt x="267" y="681"/>
                    <a:pt x="255" y="635"/>
                    <a:pt x="259" y="595"/>
                  </a:cubicBezTo>
                  <a:cubicBezTo>
                    <a:pt x="262" y="556"/>
                    <a:pt x="307" y="559"/>
                    <a:pt x="307" y="559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2" name="íslïďê"/>
            <p:cNvSpPr/>
            <p:nvPr>
              <p:custDataLst>
                <p:tags r:id="rId45"/>
              </p:custDataLst>
            </p:nvPr>
          </p:nvSpPr>
          <p:spPr bwMode="auto">
            <a:xfrm>
              <a:off x="2334" y="8747"/>
              <a:ext cx="129" cy="137"/>
            </a:xfrm>
            <a:custGeom>
              <a:avLst/>
              <a:gdLst>
                <a:gd name="T0" fmla="*/ 15 w 176"/>
                <a:gd name="T1" fmla="*/ 167 h 187"/>
                <a:gd name="T2" fmla="*/ 8 w 176"/>
                <a:gd name="T3" fmla="*/ 142 h 187"/>
                <a:gd name="T4" fmla="*/ 0 w 176"/>
                <a:gd name="T5" fmla="*/ 112 h 187"/>
                <a:gd name="T6" fmla="*/ 0 w 176"/>
                <a:gd name="T7" fmla="*/ 110 h 187"/>
                <a:gd name="T8" fmla="*/ 12 w 176"/>
                <a:gd name="T9" fmla="*/ 87 h 187"/>
                <a:gd name="T10" fmla="*/ 28 w 176"/>
                <a:gd name="T11" fmla="*/ 71 h 187"/>
                <a:gd name="T12" fmla="*/ 59 w 176"/>
                <a:gd name="T13" fmla="*/ 60 h 187"/>
                <a:gd name="T14" fmla="*/ 80 w 176"/>
                <a:gd name="T15" fmla="*/ 21 h 187"/>
                <a:gd name="T16" fmla="*/ 106 w 176"/>
                <a:gd name="T17" fmla="*/ 44 h 187"/>
                <a:gd name="T18" fmla="*/ 109 w 176"/>
                <a:gd name="T19" fmla="*/ 94 h 187"/>
                <a:gd name="T20" fmla="*/ 136 w 176"/>
                <a:gd name="T21" fmla="*/ 87 h 187"/>
                <a:gd name="T22" fmla="*/ 176 w 176"/>
                <a:gd name="T23" fmla="*/ 103 h 187"/>
                <a:gd name="T24" fmla="*/ 81 w 176"/>
                <a:gd name="T25" fmla="*/ 185 h 187"/>
                <a:gd name="T26" fmla="*/ 15 w 176"/>
                <a:gd name="T27" fmla="*/ 16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6" h="187">
                  <a:moveTo>
                    <a:pt x="15" y="167"/>
                  </a:moveTo>
                  <a:cubicBezTo>
                    <a:pt x="8" y="142"/>
                    <a:pt x="8" y="142"/>
                    <a:pt x="8" y="142"/>
                  </a:cubicBezTo>
                  <a:cubicBezTo>
                    <a:pt x="6" y="133"/>
                    <a:pt x="4" y="123"/>
                    <a:pt x="0" y="112"/>
                  </a:cubicBezTo>
                  <a:cubicBezTo>
                    <a:pt x="0" y="112"/>
                    <a:pt x="0" y="111"/>
                    <a:pt x="0" y="110"/>
                  </a:cubicBezTo>
                  <a:cubicBezTo>
                    <a:pt x="1" y="102"/>
                    <a:pt x="5" y="93"/>
                    <a:pt x="12" y="87"/>
                  </a:cubicBezTo>
                  <a:cubicBezTo>
                    <a:pt x="20" y="82"/>
                    <a:pt x="23" y="77"/>
                    <a:pt x="28" y="71"/>
                  </a:cubicBezTo>
                  <a:cubicBezTo>
                    <a:pt x="42" y="57"/>
                    <a:pt x="58" y="61"/>
                    <a:pt x="59" y="60"/>
                  </a:cubicBezTo>
                  <a:cubicBezTo>
                    <a:pt x="60" y="59"/>
                    <a:pt x="51" y="45"/>
                    <a:pt x="80" y="21"/>
                  </a:cubicBezTo>
                  <a:cubicBezTo>
                    <a:pt x="106" y="0"/>
                    <a:pt x="147" y="16"/>
                    <a:pt x="106" y="44"/>
                  </a:cubicBezTo>
                  <a:cubicBezTo>
                    <a:pt x="79" y="63"/>
                    <a:pt x="99" y="88"/>
                    <a:pt x="109" y="94"/>
                  </a:cubicBezTo>
                  <a:cubicBezTo>
                    <a:pt x="117" y="95"/>
                    <a:pt x="117" y="95"/>
                    <a:pt x="136" y="87"/>
                  </a:cubicBezTo>
                  <a:cubicBezTo>
                    <a:pt x="167" y="73"/>
                    <a:pt x="176" y="103"/>
                    <a:pt x="176" y="103"/>
                  </a:cubicBezTo>
                  <a:cubicBezTo>
                    <a:pt x="140" y="106"/>
                    <a:pt x="96" y="164"/>
                    <a:pt x="81" y="185"/>
                  </a:cubicBezTo>
                  <a:cubicBezTo>
                    <a:pt x="50" y="187"/>
                    <a:pt x="45" y="176"/>
                    <a:pt x="15" y="167"/>
                  </a:cubicBezTo>
                  <a:close/>
                </a:path>
              </a:pathLst>
            </a:custGeom>
            <a:solidFill>
              <a:srgbClr val="EAC9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3" name="îṣḻíḑe"/>
            <p:cNvSpPr/>
            <p:nvPr>
              <p:custDataLst>
                <p:tags r:id="rId46"/>
              </p:custDataLst>
            </p:nvPr>
          </p:nvSpPr>
          <p:spPr bwMode="auto">
            <a:xfrm>
              <a:off x="2272" y="8841"/>
              <a:ext cx="233" cy="321"/>
            </a:xfrm>
            <a:custGeom>
              <a:avLst/>
              <a:gdLst>
                <a:gd name="T0" fmla="*/ 170 w 319"/>
                <a:gd name="T1" fmla="*/ 57 h 440"/>
                <a:gd name="T2" fmla="*/ 265 w 319"/>
                <a:gd name="T3" fmla="*/ 294 h 440"/>
                <a:gd name="T4" fmla="*/ 297 w 319"/>
                <a:gd name="T5" fmla="*/ 363 h 440"/>
                <a:gd name="T6" fmla="*/ 319 w 319"/>
                <a:gd name="T7" fmla="*/ 440 h 440"/>
                <a:gd name="T8" fmla="*/ 95 w 319"/>
                <a:gd name="T9" fmla="*/ 22 h 440"/>
                <a:gd name="T10" fmla="*/ 170 w 319"/>
                <a:gd name="T11" fmla="*/ 57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9" h="440">
                  <a:moveTo>
                    <a:pt x="170" y="57"/>
                  </a:moveTo>
                  <a:cubicBezTo>
                    <a:pt x="159" y="167"/>
                    <a:pt x="211" y="292"/>
                    <a:pt x="265" y="294"/>
                  </a:cubicBezTo>
                  <a:cubicBezTo>
                    <a:pt x="265" y="294"/>
                    <a:pt x="282" y="316"/>
                    <a:pt x="297" y="363"/>
                  </a:cubicBezTo>
                  <a:cubicBezTo>
                    <a:pt x="313" y="410"/>
                    <a:pt x="319" y="440"/>
                    <a:pt x="319" y="440"/>
                  </a:cubicBezTo>
                  <a:cubicBezTo>
                    <a:pt x="0" y="408"/>
                    <a:pt x="95" y="22"/>
                    <a:pt x="95" y="22"/>
                  </a:cubicBezTo>
                  <a:cubicBezTo>
                    <a:pt x="139" y="0"/>
                    <a:pt x="170" y="57"/>
                    <a:pt x="170" y="5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4" name="ïśḷïde"/>
            <p:cNvSpPr/>
            <p:nvPr>
              <p:custDataLst>
                <p:tags r:id="rId47"/>
              </p:custDataLst>
            </p:nvPr>
          </p:nvSpPr>
          <p:spPr bwMode="auto">
            <a:xfrm>
              <a:off x="2373" y="8875"/>
              <a:ext cx="14" cy="16"/>
            </a:xfrm>
            <a:custGeom>
              <a:avLst/>
              <a:gdLst>
                <a:gd name="T0" fmla="*/ 13 w 19"/>
                <a:gd name="T1" fmla="*/ 20 h 22"/>
                <a:gd name="T2" fmla="*/ 2 w 19"/>
                <a:gd name="T3" fmla="*/ 13 h 22"/>
                <a:gd name="T4" fmla="*/ 6 w 19"/>
                <a:gd name="T5" fmla="*/ 1 h 22"/>
                <a:gd name="T6" fmla="*/ 18 w 19"/>
                <a:gd name="T7" fmla="*/ 9 h 22"/>
                <a:gd name="T8" fmla="*/ 13 w 19"/>
                <a:gd name="T9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2">
                  <a:moveTo>
                    <a:pt x="13" y="20"/>
                  </a:moveTo>
                  <a:cubicBezTo>
                    <a:pt x="9" y="22"/>
                    <a:pt x="4" y="18"/>
                    <a:pt x="2" y="13"/>
                  </a:cubicBezTo>
                  <a:cubicBezTo>
                    <a:pt x="0" y="8"/>
                    <a:pt x="2" y="3"/>
                    <a:pt x="6" y="1"/>
                  </a:cubicBezTo>
                  <a:cubicBezTo>
                    <a:pt x="11" y="0"/>
                    <a:pt x="16" y="3"/>
                    <a:pt x="18" y="9"/>
                  </a:cubicBezTo>
                  <a:cubicBezTo>
                    <a:pt x="19" y="14"/>
                    <a:pt x="18" y="19"/>
                    <a:pt x="13" y="2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5" name="iṡḷîḑê"/>
            <p:cNvSpPr/>
            <p:nvPr>
              <p:custDataLst>
                <p:tags r:id="rId48"/>
              </p:custDataLst>
            </p:nvPr>
          </p:nvSpPr>
          <p:spPr bwMode="auto">
            <a:xfrm>
              <a:off x="2169" y="8620"/>
              <a:ext cx="163" cy="263"/>
            </a:xfrm>
            <a:custGeom>
              <a:avLst/>
              <a:gdLst>
                <a:gd name="T0" fmla="*/ 170 w 223"/>
                <a:gd name="T1" fmla="*/ 0 h 360"/>
                <a:gd name="T2" fmla="*/ 223 w 223"/>
                <a:gd name="T3" fmla="*/ 360 h 360"/>
                <a:gd name="T4" fmla="*/ 170 w 223"/>
                <a:gd name="T5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3" h="360">
                  <a:moveTo>
                    <a:pt x="170" y="0"/>
                  </a:moveTo>
                  <a:cubicBezTo>
                    <a:pt x="170" y="0"/>
                    <a:pt x="0" y="234"/>
                    <a:pt x="223" y="360"/>
                  </a:cubicBezTo>
                  <a:cubicBezTo>
                    <a:pt x="223" y="360"/>
                    <a:pt x="72" y="251"/>
                    <a:pt x="170" y="0"/>
                  </a:cubicBezTo>
                  <a:close/>
                </a:path>
              </a:pathLst>
            </a:custGeom>
            <a:solidFill>
              <a:srgbClr val="E58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6" name="íṩ1ídè"/>
            <p:cNvSpPr/>
            <p:nvPr>
              <p:custDataLst>
                <p:tags r:id="rId49"/>
              </p:custDataLst>
            </p:nvPr>
          </p:nvSpPr>
          <p:spPr bwMode="auto">
            <a:xfrm>
              <a:off x="2239" y="8220"/>
              <a:ext cx="160" cy="247"/>
            </a:xfrm>
            <a:custGeom>
              <a:avLst/>
              <a:gdLst>
                <a:gd name="T0" fmla="*/ 0 w 219"/>
                <a:gd name="T1" fmla="*/ 81 h 338"/>
                <a:gd name="T2" fmla="*/ 86 w 219"/>
                <a:gd name="T3" fmla="*/ 18 h 338"/>
                <a:gd name="T4" fmla="*/ 210 w 219"/>
                <a:gd name="T5" fmla="*/ 67 h 338"/>
                <a:gd name="T6" fmla="*/ 169 w 219"/>
                <a:gd name="T7" fmla="*/ 170 h 338"/>
                <a:gd name="T8" fmla="*/ 160 w 219"/>
                <a:gd name="T9" fmla="*/ 226 h 338"/>
                <a:gd name="T10" fmla="*/ 157 w 219"/>
                <a:gd name="T11" fmla="*/ 230 h 338"/>
                <a:gd name="T12" fmla="*/ 100 w 219"/>
                <a:gd name="T13" fmla="*/ 187 h 338"/>
                <a:gd name="T14" fmla="*/ 116 w 219"/>
                <a:gd name="T15" fmla="*/ 87 h 338"/>
                <a:gd name="T16" fmla="*/ 63 w 219"/>
                <a:gd name="T17" fmla="*/ 46 h 338"/>
                <a:gd name="T18" fmla="*/ 39 w 219"/>
                <a:gd name="T19" fmla="*/ 124 h 338"/>
                <a:gd name="T20" fmla="*/ 34 w 219"/>
                <a:gd name="T21" fmla="*/ 125 h 338"/>
                <a:gd name="T22" fmla="*/ 0 w 219"/>
                <a:gd name="T23" fmla="*/ 81 h 338"/>
                <a:gd name="T24" fmla="*/ 120 w 219"/>
                <a:gd name="T25" fmla="*/ 304 h 338"/>
                <a:gd name="T26" fmla="*/ 149 w 219"/>
                <a:gd name="T27" fmla="*/ 254 h 338"/>
                <a:gd name="T28" fmla="*/ 198 w 219"/>
                <a:gd name="T29" fmla="*/ 283 h 338"/>
                <a:gd name="T30" fmla="*/ 170 w 219"/>
                <a:gd name="T31" fmla="*/ 332 h 338"/>
                <a:gd name="T32" fmla="*/ 120 w 219"/>
                <a:gd name="T33" fmla="*/ 304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9" h="338">
                  <a:moveTo>
                    <a:pt x="0" y="81"/>
                  </a:moveTo>
                  <a:cubicBezTo>
                    <a:pt x="7" y="55"/>
                    <a:pt x="38" y="30"/>
                    <a:pt x="86" y="18"/>
                  </a:cubicBezTo>
                  <a:cubicBezTo>
                    <a:pt x="153" y="0"/>
                    <a:pt x="198" y="18"/>
                    <a:pt x="210" y="67"/>
                  </a:cubicBezTo>
                  <a:cubicBezTo>
                    <a:pt x="219" y="102"/>
                    <a:pt x="205" y="127"/>
                    <a:pt x="169" y="170"/>
                  </a:cubicBezTo>
                  <a:cubicBezTo>
                    <a:pt x="155" y="188"/>
                    <a:pt x="141" y="204"/>
                    <a:pt x="160" y="226"/>
                  </a:cubicBezTo>
                  <a:cubicBezTo>
                    <a:pt x="157" y="230"/>
                    <a:pt x="157" y="230"/>
                    <a:pt x="157" y="230"/>
                  </a:cubicBezTo>
                  <a:cubicBezTo>
                    <a:pt x="130" y="230"/>
                    <a:pt x="104" y="217"/>
                    <a:pt x="100" y="187"/>
                  </a:cubicBezTo>
                  <a:cubicBezTo>
                    <a:pt x="94" y="150"/>
                    <a:pt x="131" y="142"/>
                    <a:pt x="116" y="87"/>
                  </a:cubicBezTo>
                  <a:cubicBezTo>
                    <a:pt x="107" y="55"/>
                    <a:pt x="89" y="40"/>
                    <a:pt x="63" y="46"/>
                  </a:cubicBezTo>
                  <a:cubicBezTo>
                    <a:pt x="37" y="53"/>
                    <a:pt x="27" y="78"/>
                    <a:pt x="39" y="124"/>
                  </a:cubicBezTo>
                  <a:cubicBezTo>
                    <a:pt x="34" y="125"/>
                    <a:pt x="34" y="125"/>
                    <a:pt x="34" y="125"/>
                  </a:cubicBezTo>
                  <a:lnTo>
                    <a:pt x="0" y="81"/>
                  </a:lnTo>
                  <a:close/>
                  <a:moveTo>
                    <a:pt x="120" y="304"/>
                  </a:moveTo>
                  <a:cubicBezTo>
                    <a:pt x="115" y="282"/>
                    <a:pt x="128" y="260"/>
                    <a:pt x="149" y="254"/>
                  </a:cubicBezTo>
                  <a:cubicBezTo>
                    <a:pt x="171" y="249"/>
                    <a:pt x="192" y="262"/>
                    <a:pt x="198" y="283"/>
                  </a:cubicBezTo>
                  <a:cubicBezTo>
                    <a:pt x="204" y="305"/>
                    <a:pt x="191" y="327"/>
                    <a:pt x="170" y="332"/>
                  </a:cubicBezTo>
                  <a:cubicBezTo>
                    <a:pt x="148" y="338"/>
                    <a:pt x="126" y="325"/>
                    <a:pt x="120" y="304"/>
                  </a:cubicBezTo>
                  <a:close/>
                </a:path>
              </a:pathLst>
            </a:custGeom>
            <a:solidFill>
              <a:srgbClr val="769C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7" name="ïSļîḋê"/>
            <p:cNvSpPr/>
            <p:nvPr>
              <p:custDataLst>
                <p:tags r:id="rId50"/>
              </p:custDataLst>
            </p:nvPr>
          </p:nvSpPr>
          <p:spPr bwMode="auto">
            <a:xfrm>
              <a:off x="3194" y="9558"/>
              <a:ext cx="524" cy="82"/>
            </a:xfrm>
            <a:custGeom>
              <a:avLst/>
              <a:gdLst>
                <a:gd name="T0" fmla="*/ 398 w 716"/>
                <a:gd name="T1" fmla="*/ 0 h 112"/>
                <a:gd name="T2" fmla="*/ 398 w 716"/>
                <a:gd name="T3" fmla="*/ 36 h 112"/>
                <a:gd name="T4" fmla="*/ 397 w 716"/>
                <a:gd name="T5" fmla="*/ 49 h 112"/>
                <a:gd name="T6" fmla="*/ 397 w 716"/>
                <a:gd name="T7" fmla="*/ 49 h 112"/>
                <a:gd name="T8" fmla="*/ 367 w 716"/>
                <a:gd name="T9" fmla="*/ 49 h 112"/>
                <a:gd name="T10" fmla="*/ 326 w 716"/>
                <a:gd name="T11" fmla="*/ 49 h 112"/>
                <a:gd name="T12" fmla="*/ 298 w 716"/>
                <a:gd name="T13" fmla="*/ 49 h 112"/>
                <a:gd name="T14" fmla="*/ 298 w 716"/>
                <a:gd name="T15" fmla="*/ 0 h 112"/>
                <a:gd name="T16" fmla="*/ 0 w 716"/>
                <a:gd name="T17" fmla="*/ 56 h 112"/>
                <a:gd name="T18" fmla="*/ 358 w 716"/>
                <a:gd name="T19" fmla="*/ 112 h 112"/>
                <a:gd name="T20" fmla="*/ 716 w 716"/>
                <a:gd name="T21" fmla="*/ 56 h 112"/>
                <a:gd name="T22" fmla="*/ 398 w 716"/>
                <a:gd name="T2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6" h="112">
                  <a:moveTo>
                    <a:pt x="398" y="0"/>
                  </a:moveTo>
                  <a:cubicBezTo>
                    <a:pt x="398" y="36"/>
                    <a:pt x="398" y="36"/>
                    <a:pt x="398" y="36"/>
                  </a:cubicBezTo>
                  <a:cubicBezTo>
                    <a:pt x="398" y="40"/>
                    <a:pt x="397" y="45"/>
                    <a:pt x="397" y="49"/>
                  </a:cubicBezTo>
                  <a:cubicBezTo>
                    <a:pt x="397" y="49"/>
                    <a:pt x="397" y="49"/>
                    <a:pt x="397" y="49"/>
                  </a:cubicBezTo>
                  <a:cubicBezTo>
                    <a:pt x="367" y="49"/>
                    <a:pt x="367" y="49"/>
                    <a:pt x="367" y="49"/>
                  </a:cubicBezTo>
                  <a:cubicBezTo>
                    <a:pt x="326" y="49"/>
                    <a:pt x="326" y="49"/>
                    <a:pt x="326" y="49"/>
                  </a:cubicBezTo>
                  <a:cubicBezTo>
                    <a:pt x="298" y="49"/>
                    <a:pt x="298" y="49"/>
                    <a:pt x="298" y="49"/>
                  </a:cubicBezTo>
                  <a:cubicBezTo>
                    <a:pt x="298" y="0"/>
                    <a:pt x="298" y="0"/>
                    <a:pt x="298" y="0"/>
                  </a:cubicBezTo>
                  <a:cubicBezTo>
                    <a:pt x="129" y="5"/>
                    <a:pt x="0" y="28"/>
                    <a:pt x="0" y="56"/>
                  </a:cubicBezTo>
                  <a:cubicBezTo>
                    <a:pt x="0" y="87"/>
                    <a:pt x="161" y="112"/>
                    <a:pt x="358" y="112"/>
                  </a:cubicBezTo>
                  <a:cubicBezTo>
                    <a:pt x="556" y="112"/>
                    <a:pt x="716" y="87"/>
                    <a:pt x="716" y="56"/>
                  </a:cubicBezTo>
                  <a:cubicBezTo>
                    <a:pt x="716" y="27"/>
                    <a:pt x="577" y="3"/>
                    <a:pt x="398" y="0"/>
                  </a:cubicBezTo>
                </a:path>
              </a:pathLst>
            </a:cu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8" name="ïś1iďé"/>
            <p:cNvSpPr/>
            <p:nvPr>
              <p:custDataLst>
                <p:tags r:id="rId51"/>
              </p:custDataLst>
            </p:nvPr>
          </p:nvSpPr>
          <p:spPr bwMode="auto">
            <a:xfrm>
              <a:off x="3412" y="7900"/>
              <a:ext cx="73" cy="1694"/>
            </a:xfrm>
            <a:custGeom>
              <a:avLst/>
              <a:gdLst>
                <a:gd name="T0" fmla="*/ 60 w 100"/>
                <a:gd name="T1" fmla="*/ 0 h 2317"/>
                <a:gd name="T2" fmla="*/ 28 w 100"/>
                <a:gd name="T3" fmla="*/ 0 h 2317"/>
                <a:gd name="T4" fmla="*/ 0 w 100"/>
                <a:gd name="T5" fmla="*/ 0 h 2317"/>
                <a:gd name="T6" fmla="*/ 0 w 100"/>
                <a:gd name="T7" fmla="*/ 2317 h 2317"/>
                <a:gd name="T8" fmla="*/ 28 w 100"/>
                <a:gd name="T9" fmla="*/ 2317 h 2317"/>
                <a:gd name="T10" fmla="*/ 69 w 100"/>
                <a:gd name="T11" fmla="*/ 2317 h 2317"/>
                <a:gd name="T12" fmla="*/ 99 w 100"/>
                <a:gd name="T13" fmla="*/ 2317 h 2317"/>
                <a:gd name="T14" fmla="*/ 99 w 100"/>
                <a:gd name="T15" fmla="*/ 2317 h 2317"/>
                <a:gd name="T16" fmla="*/ 100 w 100"/>
                <a:gd name="T17" fmla="*/ 2304 h 2317"/>
                <a:gd name="T18" fmla="*/ 100 w 100"/>
                <a:gd name="T19" fmla="*/ 0 h 2317"/>
                <a:gd name="T20" fmla="*/ 60 w 100"/>
                <a:gd name="T21" fmla="*/ 0 h 2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0" h="2317">
                  <a:moveTo>
                    <a:pt x="60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28" y="2317"/>
                    <a:pt x="28" y="2317"/>
                    <a:pt x="28" y="2317"/>
                  </a:cubicBezTo>
                  <a:cubicBezTo>
                    <a:pt x="69" y="2317"/>
                    <a:pt x="69" y="2317"/>
                    <a:pt x="6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3"/>
                    <a:pt x="100" y="2308"/>
                    <a:pt x="100" y="2304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60" y="0"/>
                    <a:pt x="60" y="0"/>
                    <a:pt x="60" y="0"/>
                  </a:cubicBezTo>
                </a:path>
              </a:pathLst>
            </a:custGeom>
            <a:solidFill>
              <a:srgbClr val="7064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9" name="îṩḷïḋê"/>
            <p:cNvSpPr/>
            <p:nvPr>
              <p:custDataLst>
                <p:tags r:id="rId52"/>
              </p:custDataLst>
            </p:nvPr>
          </p:nvSpPr>
          <p:spPr bwMode="auto">
            <a:xfrm>
              <a:off x="3150" y="7969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0" name="îṡḷiďê"/>
            <p:cNvSpPr/>
            <p:nvPr>
              <p:custDataLst>
                <p:tags r:id="rId53"/>
              </p:custDataLst>
            </p:nvPr>
          </p:nvSpPr>
          <p:spPr bwMode="auto">
            <a:xfrm>
              <a:off x="3150" y="7969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1" name="îṧļîḑè"/>
            <p:cNvSpPr/>
            <p:nvPr>
              <p:custDataLst>
                <p:tags r:id="rId54"/>
              </p:custDataLst>
            </p:nvPr>
          </p:nvSpPr>
          <p:spPr bwMode="auto">
            <a:xfrm>
              <a:off x="3155" y="7969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2" name="îṡļîḑè"/>
            <p:cNvSpPr/>
            <p:nvPr>
              <p:custDataLst>
                <p:tags r:id="rId55"/>
              </p:custDataLst>
            </p:nvPr>
          </p:nvSpPr>
          <p:spPr bwMode="auto">
            <a:xfrm>
              <a:off x="3155" y="7969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3" name="í$1ïďê"/>
            <p:cNvSpPr/>
            <p:nvPr>
              <p:custDataLst>
                <p:tags r:id="rId56"/>
              </p:custDataLst>
            </p:nvPr>
          </p:nvSpPr>
          <p:spPr bwMode="auto">
            <a:xfrm>
              <a:off x="3157" y="8633"/>
              <a:ext cx="671" cy="252"/>
            </a:xfrm>
            <a:custGeom>
              <a:avLst/>
              <a:gdLst>
                <a:gd name="T0" fmla="*/ 1509 w 1539"/>
                <a:gd name="T1" fmla="*/ 293 h 578"/>
                <a:gd name="T2" fmla="*/ 1539 w 1539"/>
                <a:gd name="T3" fmla="*/ 261 h 578"/>
                <a:gd name="T4" fmla="*/ 1153 w 1539"/>
                <a:gd name="T5" fmla="*/ 0 h 578"/>
                <a:gd name="T6" fmla="*/ 1141 w 1539"/>
                <a:gd name="T7" fmla="*/ 12 h 578"/>
                <a:gd name="T8" fmla="*/ 1146 w 1539"/>
                <a:gd name="T9" fmla="*/ 147 h 578"/>
                <a:gd name="T10" fmla="*/ 13 w 1539"/>
                <a:gd name="T11" fmla="*/ 136 h 578"/>
                <a:gd name="T12" fmla="*/ 0 w 1539"/>
                <a:gd name="T13" fmla="*/ 151 h 578"/>
                <a:gd name="T14" fmla="*/ 12 w 1539"/>
                <a:gd name="T15" fmla="*/ 531 h 578"/>
                <a:gd name="T16" fmla="*/ 1156 w 1539"/>
                <a:gd name="T17" fmla="*/ 439 h 578"/>
                <a:gd name="T18" fmla="*/ 1162 w 1539"/>
                <a:gd name="T19" fmla="*/ 578 h 578"/>
                <a:gd name="T20" fmla="*/ 1509 w 1539"/>
                <a:gd name="T21" fmla="*/ 293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578">
                  <a:moveTo>
                    <a:pt x="1509" y="293"/>
                  </a:moveTo>
                  <a:lnTo>
                    <a:pt x="1539" y="261"/>
                  </a:lnTo>
                  <a:lnTo>
                    <a:pt x="1153" y="0"/>
                  </a:lnTo>
                  <a:lnTo>
                    <a:pt x="1141" y="12"/>
                  </a:lnTo>
                  <a:lnTo>
                    <a:pt x="1146" y="147"/>
                  </a:lnTo>
                  <a:lnTo>
                    <a:pt x="13" y="136"/>
                  </a:lnTo>
                  <a:lnTo>
                    <a:pt x="0" y="151"/>
                  </a:lnTo>
                  <a:lnTo>
                    <a:pt x="12" y="531"/>
                  </a:lnTo>
                  <a:lnTo>
                    <a:pt x="1156" y="439"/>
                  </a:lnTo>
                  <a:lnTo>
                    <a:pt x="1162" y="578"/>
                  </a:lnTo>
                  <a:lnTo>
                    <a:pt x="1509" y="29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4" name="isľíďe"/>
            <p:cNvSpPr/>
            <p:nvPr>
              <p:custDataLst>
                <p:tags r:id="rId57"/>
              </p:custDataLst>
            </p:nvPr>
          </p:nvSpPr>
          <p:spPr bwMode="auto">
            <a:xfrm>
              <a:off x="3162" y="8633"/>
              <a:ext cx="666" cy="239"/>
            </a:xfrm>
            <a:custGeom>
              <a:avLst/>
              <a:gdLst>
                <a:gd name="T0" fmla="*/ 1526 w 1526"/>
                <a:gd name="T1" fmla="*/ 261 h 548"/>
                <a:gd name="T2" fmla="*/ 1140 w 1526"/>
                <a:gd name="T3" fmla="*/ 0 h 548"/>
                <a:gd name="T4" fmla="*/ 1145 w 1526"/>
                <a:gd name="T5" fmla="*/ 147 h 548"/>
                <a:gd name="T6" fmla="*/ 0 w 1526"/>
                <a:gd name="T7" fmla="*/ 136 h 548"/>
                <a:gd name="T8" fmla="*/ 12 w 1526"/>
                <a:gd name="T9" fmla="*/ 504 h 548"/>
                <a:gd name="T10" fmla="*/ 1155 w 1526"/>
                <a:gd name="T11" fmla="*/ 414 h 548"/>
                <a:gd name="T12" fmla="*/ 1159 w 1526"/>
                <a:gd name="T13" fmla="*/ 548 h 548"/>
                <a:gd name="T14" fmla="*/ 1526 w 1526"/>
                <a:gd name="T15" fmla="*/ 261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6" h="548">
                  <a:moveTo>
                    <a:pt x="1526" y="261"/>
                  </a:moveTo>
                  <a:lnTo>
                    <a:pt x="1140" y="0"/>
                  </a:lnTo>
                  <a:lnTo>
                    <a:pt x="1145" y="147"/>
                  </a:lnTo>
                  <a:lnTo>
                    <a:pt x="0" y="136"/>
                  </a:lnTo>
                  <a:lnTo>
                    <a:pt x="12" y="504"/>
                  </a:lnTo>
                  <a:lnTo>
                    <a:pt x="1155" y="414"/>
                  </a:lnTo>
                  <a:lnTo>
                    <a:pt x="1159" y="548"/>
                  </a:lnTo>
                  <a:lnTo>
                    <a:pt x="1526" y="2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5" name="ïṡlíḓé"/>
            <p:cNvSpPr/>
            <p:nvPr>
              <p:custDataLst>
                <p:tags r:id="rId58"/>
              </p:custDataLst>
            </p:nvPr>
          </p:nvSpPr>
          <p:spPr bwMode="auto">
            <a:xfrm>
              <a:off x="3103" y="8301"/>
              <a:ext cx="673" cy="301"/>
            </a:xfrm>
            <a:custGeom>
              <a:avLst/>
              <a:gdLst>
                <a:gd name="T0" fmla="*/ 0 w 1543"/>
                <a:gd name="T1" fmla="*/ 191 h 690"/>
                <a:gd name="T2" fmla="*/ 427 w 1543"/>
                <a:gd name="T3" fmla="*/ 0 h 690"/>
                <a:gd name="T4" fmla="*/ 437 w 1543"/>
                <a:gd name="T5" fmla="*/ 13 h 690"/>
                <a:gd name="T6" fmla="*/ 408 w 1543"/>
                <a:gd name="T7" fmla="*/ 147 h 690"/>
                <a:gd name="T8" fmla="*/ 1543 w 1543"/>
                <a:gd name="T9" fmla="*/ 327 h 690"/>
                <a:gd name="T10" fmla="*/ 1468 w 1543"/>
                <a:gd name="T11" fmla="*/ 690 h 690"/>
                <a:gd name="T12" fmla="*/ 358 w 1543"/>
                <a:gd name="T13" fmla="*/ 405 h 690"/>
                <a:gd name="T14" fmla="*/ 324 w 1543"/>
                <a:gd name="T15" fmla="*/ 561 h 690"/>
                <a:gd name="T16" fmla="*/ 0 w 1543"/>
                <a:gd name="T17" fmla="*/ 191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3" h="690">
                  <a:moveTo>
                    <a:pt x="0" y="191"/>
                  </a:moveTo>
                  <a:lnTo>
                    <a:pt x="427" y="0"/>
                  </a:lnTo>
                  <a:lnTo>
                    <a:pt x="437" y="13"/>
                  </a:lnTo>
                  <a:lnTo>
                    <a:pt x="408" y="147"/>
                  </a:lnTo>
                  <a:lnTo>
                    <a:pt x="1543" y="327"/>
                  </a:lnTo>
                  <a:lnTo>
                    <a:pt x="1468" y="690"/>
                  </a:lnTo>
                  <a:lnTo>
                    <a:pt x="358" y="405"/>
                  </a:lnTo>
                  <a:lnTo>
                    <a:pt x="324" y="561"/>
                  </a:lnTo>
                  <a:lnTo>
                    <a:pt x="0" y="191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6" name="îŝ1îdè"/>
            <p:cNvSpPr/>
            <p:nvPr>
              <p:custDataLst>
                <p:tags r:id="rId59"/>
              </p:custDataLst>
            </p:nvPr>
          </p:nvSpPr>
          <p:spPr bwMode="auto">
            <a:xfrm>
              <a:off x="3111" y="8297"/>
              <a:ext cx="666" cy="296"/>
            </a:xfrm>
            <a:custGeom>
              <a:avLst/>
              <a:gdLst>
                <a:gd name="T0" fmla="*/ 0 w 1527"/>
                <a:gd name="T1" fmla="*/ 192 h 678"/>
                <a:gd name="T2" fmla="*/ 312 w 1527"/>
                <a:gd name="T3" fmla="*/ 539 h 678"/>
                <a:gd name="T4" fmla="*/ 342 w 1527"/>
                <a:gd name="T5" fmla="*/ 393 h 678"/>
                <a:gd name="T6" fmla="*/ 1452 w 1527"/>
                <a:gd name="T7" fmla="*/ 678 h 678"/>
                <a:gd name="T8" fmla="*/ 1527 w 1527"/>
                <a:gd name="T9" fmla="*/ 317 h 678"/>
                <a:gd name="T10" fmla="*/ 398 w 1527"/>
                <a:gd name="T11" fmla="*/ 133 h 678"/>
                <a:gd name="T12" fmla="*/ 426 w 1527"/>
                <a:gd name="T13" fmla="*/ 0 h 678"/>
                <a:gd name="T14" fmla="*/ 0 w 1527"/>
                <a:gd name="T15" fmla="*/ 192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7" h="678">
                  <a:moveTo>
                    <a:pt x="0" y="192"/>
                  </a:moveTo>
                  <a:lnTo>
                    <a:pt x="312" y="539"/>
                  </a:lnTo>
                  <a:lnTo>
                    <a:pt x="342" y="393"/>
                  </a:lnTo>
                  <a:lnTo>
                    <a:pt x="1452" y="678"/>
                  </a:lnTo>
                  <a:lnTo>
                    <a:pt x="1527" y="317"/>
                  </a:lnTo>
                  <a:lnTo>
                    <a:pt x="398" y="133"/>
                  </a:lnTo>
                  <a:lnTo>
                    <a:pt x="426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7" name="íśḷîḍé"/>
            <p:cNvSpPr/>
            <p:nvPr>
              <p:custDataLst>
                <p:tags r:id="rId60"/>
              </p:custDataLst>
            </p:nvPr>
          </p:nvSpPr>
          <p:spPr bwMode="auto">
            <a:xfrm>
              <a:off x="3094" y="8945"/>
              <a:ext cx="665" cy="346"/>
            </a:xfrm>
            <a:custGeom>
              <a:avLst/>
              <a:gdLst>
                <a:gd name="T0" fmla="*/ 0 w 1524"/>
                <a:gd name="T1" fmla="*/ 623 h 793"/>
                <a:gd name="T2" fmla="*/ 280 w 1524"/>
                <a:gd name="T3" fmla="*/ 251 h 793"/>
                <a:gd name="T4" fmla="*/ 296 w 1524"/>
                <a:gd name="T5" fmla="*/ 258 h 793"/>
                <a:gd name="T6" fmla="*/ 334 w 1524"/>
                <a:gd name="T7" fmla="*/ 387 h 793"/>
                <a:gd name="T8" fmla="*/ 1417 w 1524"/>
                <a:gd name="T9" fmla="*/ 0 h 793"/>
                <a:gd name="T10" fmla="*/ 1524 w 1524"/>
                <a:gd name="T11" fmla="*/ 355 h 793"/>
                <a:gd name="T12" fmla="*/ 416 w 1524"/>
                <a:gd name="T13" fmla="*/ 638 h 793"/>
                <a:gd name="T14" fmla="*/ 462 w 1524"/>
                <a:gd name="T15" fmla="*/ 793 h 793"/>
                <a:gd name="T16" fmla="*/ 0 w 1524"/>
                <a:gd name="T17" fmla="*/ 623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4" h="793">
                  <a:moveTo>
                    <a:pt x="0" y="623"/>
                  </a:moveTo>
                  <a:lnTo>
                    <a:pt x="280" y="251"/>
                  </a:lnTo>
                  <a:lnTo>
                    <a:pt x="296" y="258"/>
                  </a:lnTo>
                  <a:lnTo>
                    <a:pt x="334" y="387"/>
                  </a:lnTo>
                  <a:lnTo>
                    <a:pt x="1417" y="0"/>
                  </a:lnTo>
                  <a:lnTo>
                    <a:pt x="1524" y="355"/>
                  </a:lnTo>
                  <a:lnTo>
                    <a:pt x="416" y="638"/>
                  </a:lnTo>
                  <a:lnTo>
                    <a:pt x="462" y="793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8" name="ï$ḻíḑe"/>
            <p:cNvSpPr/>
            <p:nvPr>
              <p:custDataLst>
                <p:tags r:id="rId61"/>
              </p:custDataLst>
            </p:nvPr>
          </p:nvSpPr>
          <p:spPr bwMode="auto">
            <a:xfrm>
              <a:off x="3100" y="8938"/>
              <a:ext cx="657" cy="338"/>
            </a:xfrm>
            <a:custGeom>
              <a:avLst/>
              <a:gdLst>
                <a:gd name="T0" fmla="*/ 0 w 1507"/>
                <a:gd name="T1" fmla="*/ 623 h 776"/>
                <a:gd name="T2" fmla="*/ 440 w 1507"/>
                <a:gd name="T3" fmla="*/ 776 h 776"/>
                <a:gd name="T4" fmla="*/ 398 w 1507"/>
                <a:gd name="T5" fmla="*/ 635 h 776"/>
                <a:gd name="T6" fmla="*/ 1507 w 1507"/>
                <a:gd name="T7" fmla="*/ 352 h 776"/>
                <a:gd name="T8" fmla="*/ 1400 w 1507"/>
                <a:gd name="T9" fmla="*/ 0 h 776"/>
                <a:gd name="T10" fmla="*/ 320 w 1507"/>
                <a:gd name="T11" fmla="*/ 380 h 776"/>
                <a:gd name="T12" fmla="*/ 280 w 1507"/>
                <a:gd name="T13" fmla="*/ 251 h 776"/>
                <a:gd name="T14" fmla="*/ 0 w 1507"/>
                <a:gd name="T15" fmla="*/ 623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07" h="776">
                  <a:moveTo>
                    <a:pt x="0" y="623"/>
                  </a:moveTo>
                  <a:lnTo>
                    <a:pt x="440" y="776"/>
                  </a:lnTo>
                  <a:lnTo>
                    <a:pt x="398" y="635"/>
                  </a:lnTo>
                  <a:lnTo>
                    <a:pt x="1507" y="352"/>
                  </a:lnTo>
                  <a:lnTo>
                    <a:pt x="1400" y="0"/>
                  </a:lnTo>
                  <a:lnTo>
                    <a:pt x="320" y="380"/>
                  </a:lnTo>
                  <a:lnTo>
                    <a:pt x="280" y="251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9" name="îŝľïďê"/>
            <p:cNvSpPr/>
            <p:nvPr>
              <p:custDataLst>
                <p:tags r:id="rId62"/>
              </p:custDataLst>
            </p:nvPr>
          </p:nvSpPr>
          <p:spPr bwMode="auto">
            <a:xfrm>
              <a:off x="3412" y="8220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0" name="íṡḷíḑe"/>
            <p:cNvSpPr/>
            <p:nvPr>
              <p:custDataLst>
                <p:tags r:id="rId63"/>
              </p:custDataLst>
            </p:nvPr>
          </p:nvSpPr>
          <p:spPr bwMode="auto">
            <a:xfrm>
              <a:off x="3412" y="8220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1" name="iśļïďê"/>
            <p:cNvSpPr/>
            <p:nvPr>
              <p:custDataLst>
                <p:tags r:id="rId64"/>
              </p:custDataLst>
            </p:nvPr>
          </p:nvSpPr>
          <p:spPr bwMode="auto">
            <a:xfrm>
              <a:off x="3412" y="8202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2" name="íṧlîḍé"/>
            <p:cNvSpPr/>
            <p:nvPr>
              <p:custDataLst>
                <p:tags r:id="rId65"/>
              </p:custDataLst>
            </p:nvPr>
          </p:nvSpPr>
          <p:spPr bwMode="auto">
            <a:xfrm>
              <a:off x="3412" y="8202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3" name="iṩļïḍê"/>
            <p:cNvSpPr/>
            <p:nvPr>
              <p:custDataLst>
                <p:tags r:id="rId66"/>
              </p:custDataLst>
            </p:nvPr>
          </p:nvSpPr>
          <p:spPr bwMode="auto">
            <a:xfrm>
              <a:off x="3412" y="8204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4" name="íŝḻiḑe"/>
            <p:cNvSpPr/>
            <p:nvPr>
              <p:custDataLst>
                <p:tags r:id="rId67"/>
              </p:custDataLst>
            </p:nvPr>
          </p:nvSpPr>
          <p:spPr bwMode="auto">
            <a:xfrm>
              <a:off x="3412" y="8204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5" name="iṣḷíḋé"/>
            <p:cNvSpPr/>
            <p:nvPr>
              <p:custDataLst>
                <p:tags r:id="rId68"/>
              </p:custDataLst>
            </p:nvPr>
          </p:nvSpPr>
          <p:spPr bwMode="auto">
            <a:xfrm>
              <a:off x="3412" y="8517"/>
              <a:ext cx="72" cy="25"/>
            </a:xfrm>
            <a:custGeom>
              <a:avLst/>
              <a:gdLst>
                <a:gd name="T0" fmla="*/ 0 w 166"/>
                <a:gd name="T1" fmla="*/ 57 h 57"/>
                <a:gd name="T2" fmla="*/ 47 w 166"/>
                <a:gd name="T3" fmla="*/ 23 h 57"/>
                <a:gd name="T4" fmla="*/ 166 w 166"/>
                <a:gd name="T5" fmla="*/ 42 h 57"/>
                <a:gd name="T6" fmla="*/ 47 w 166"/>
                <a:gd name="T7" fmla="*/ 12 h 57"/>
                <a:gd name="T8" fmla="*/ 0 w 166"/>
                <a:gd name="T9" fmla="*/ 0 h 57"/>
                <a:gd name="T10" fmla="*/ 0 w 166"/>
                <a:gd name="T11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57">
                  <a:moveTo>
                    <a:pt x="0" y="57"/>
                  </a:moveTo>
                  <a:lnTo>
                    <a:pt x="47" y="23"/>
                  </a:lnTo>
                  <a:lnTo>
                    <a:pt x="166" y="42"/>
                  </a:lnTo>
                  <a:lnTo>
                    <a:pt x="47" y="12"/>
                  </a:lnTo>
                  <a:lnTo>
                    <a:pt x="0" y="0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6" name="îSḷíḍe"/>
            <p:cNvSpPr/>
            <p:nvPr>
              <p:custDataLst>
                <p:tags r:id="rId69"/>
              </p:custDataLst>
            </p:nvPr>
          </p:nvSpPr>
          <p:spPr bwMode="auto">
            <a:xfrm>
              <a:off x="3412" y="8838"/>
              <a:ext cx="72" cy="31"/>
            </a:xfrm>
            <a:custGeom>
              <a:avLst/>
              <a:gdLst>
                <a:gd name="T0" fmla="*/ 0 w 166"/>
                <a:gd name="T1" fmla="*/ 72 h 72"/>
                <a:gd name="T2" fmla="*/ 47 w 166"/>
                <a:gd name="T3" fmla="*/ 30 h 72"/>
                <a:gd name="T4" fmla="*/ 166 w 166"/>
                <a:gd name="T5" fmla="*/ 0 h 72"/>
                <a:gd name="T6" fmla="*/ 47 w 166"/>
                <a:gd name="T7" fmla="*/ 10 h 72"/>
                <a:gd name="T8" fmla="*/ 0 w 166"/>
                <a:gd name="T9" fmla="*/ 13 h 72"/>
                <a:gd name="T10" fmla="*/ 0 w 166"/>
                <a:gd name="T11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72">
                  <a:moveTo>
                    <a:pt x="0" y="72"/>
                  </a:moveTo>
                  <a:lnTo>
                    <a:pt x="47" y="30"/>
                  </a:lnTo>
                  <a:lnTo>
                    <a:pt x="166" y="0"/>
                  </a:lnTo>
                  <a:lnTo>
                    <a:pt x="47" y="10"/>
                  </a:lnTo>
                  <a:lnTo>
                    <a:pt x="0" y="13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7" name="ïşliďê"/>
            <p:cNvSpPr/>
            <p:nvPr>
              <p:custDataLst>
                <p:tags r:id="rId70"/>
              </p:custDataLst>
            </p:nvPr>
          </p:nvSpPr>
          <p:spPr bwMode="auto">
            <a:xfrm>
              <a:off x="3412" y="9170"/>
              <a:ext cx="72" cy="41"/>
            </a:xfrm>
            <a:custGeom>
              <a:avLst/>
              <a:gdLst>
                <a:gd name="T0" fmla="*/ 0 w 166"/>
                <a:gd name="T1" fmla="*/ 94 h 94"/>
                <a:gd name="T2" fmla="*/ 47 w 166"/>
                <a:gd name="T3" fmla="*/ 45 h 94"/>
                <a:gd name="T4" fmla="*/ 166 w 166"/>
                <a:gd name="T5" fmla="*/ 0 h 94"/>
                <a:gd name="T6" fmla="*/ 47 w 166"/>
                <a:gd name="T7" fmla="*/ 30 h 94"/>
                <a:gd name="T8" fmla="*/ 0 w 166"/>
                <a:gd name="T9" fmla="*/ 44 h 94"/>
                <a:gd name="T10" fmla="*/ 0 w 166"/>
                <a:gd name="T11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94">
                  <a:moveTo>
                    <a:pt x="0" y="94"/>
                  </a:moveTo>
                  <a:lnTo>
                    <a:pt x="47" y="45"/>
                  </a:lnTo>
                  <a:lnTo>
                    <a:pt x="166" y="0"/>
                  </a:lnTo>
                  <a:lnTo>
                    <a:pt x="47" y="30"/>
                  </a:lnTo>
                  <a:lnTo>
                    <a:pt x="0" y="44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496820" y="2110740"/>
            <a:ext cx="6936740" cy="2906395"/>
            <a:chOff x="3932" y="4344"/>
            <a:chExt cx="10924" cy="3119"/>
          </a:xfrm>
        </p:grpSpPr>
        <p:sp>
          <p:nvSpPr>
            <p:cNvPr id="19" name="矩形: 圆角 18"/>
            <p:cNvSpPr/>
            <p:nvPr>
              <p:custDataLst>
                <p:tags r:id="rId71"/>
              </p:custDataLst>
            </p:nvPr>
          </p:nvSpPr>
          <p:spPr>
            <a:xfrm>
              <a:off x="3932" y="4344"/>
              <a:ext cx="10924" cy="3119"/>
            </a:xfrm>
            <a:prstGeom prst="round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81" name="图片 181" descr="C:/Users/TXY/Desktop/图片4.png图片4"/>
            <p:cNvPicPr>
              <a:picLocks noChangeAspect="1"/>
            </p:cNvPicPr>
            <p:nvPr/>
          </p:nvPicPr>
          <p:blipFill>
            <a:blip r:embed="rId72"/>
            <a:srcRect/>
            <a:stretch>
              <a:fillRect/>
            </a:stretch>
          </p:blipFill>
          <p:spPr>
            <a:xfrm>
              <a:off x="4562" y="4426"/>
              <a:ext cx="9782" cy="2945"/>
            </a:xfrm>
            <a:prstGeom prst="rect">
              <a:avLst/>
            </a:prstGeom>
            <a:blipFill dpi="0" rotWithShape="1">
              <a:blip r:embed="rId73" cstate="screen"/>
              <a:srcRect/>
              <a:stretch>
                <a:fillRect/>
              </a:stretch>
            </a:blipFill>
            <a:ln>
              <a:solidFill>
                <a:schemeClr val="accent5"/>
              </a:solidFill>
            </a:ln>
            <a:effectLst/>
          </p:spPr>
        </p:pic>
      </p:grpSp>
      <p:pic>
        <p:nvPicPr>
          <p:cNvPr id="8" name="图片 7" descr="C:/Users/TXY/Desktop/444.jpg444"/>
          <p:cNvPicPr>
            <a:picLocks noChangeAspect="1"/>
          </p:cNvPicPr>
          <p:nvPr/>
        </p:nvPicPr>
        <p:blipFill>
          <a:blip r:embed="rId74"/>
          <a:srcRect t="4265" b="4265"/>
          <a:stretch>
            <a:fillRect/>
          </a:stretch>
        </p:blipFill>
        <p:spPr>
          <a:xfrm>
            <a:off x="2635250" y="1163955"/>
            <a:ext cx="2261870" cy="859155"/>
          </a:xfrm>
          <a:prstGeom prst="rect">
            <a:avLst/>
          </a:prstGeom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75"/>
          <a:srcRect r="43482" b="6838"/>
          <a:stretch>
            <a:fillRect/>
          </a:stretch>
        </p:blipFill>
        <p:spPr bwMode="auto">
          <a:xfrm>
            <a:off x="7259320" y="1163955"/>
            <a:ext cx="2024380" cy="8578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4892675" y="1163955"/>
            <a:ext cx="2366645" cy="858520"/>
          </a:xfrm>
          <a:prstGeom prst="rect">
            <a:avLst/>
          </a:prstGeom>
        </p:spPr>
      </p:pic>
    </p:spTree>
    <p:custDataLst>
      <p:tags r:id="rId7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目录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909893" y="3024859"/>
            <a:ext cx="699247" cy="699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01</a:t>
            </a:r>
            <a:endParaRPr lang="en-US" altLang="zh-CN" sz="3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2718453" y="3136029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需求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5030918" y="3024859"/>
            <a:ext cx="699247" cy="6992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02</a:t>
            </a:r>
            <a:endParaRPr lang="en-US" altLang="zh-CN" sz="3200" b="1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5839478" y="3136029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实验步骤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8009703" y="3025136"/>
            <a:ext cx="699247" cy="699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03</a:t>
            </a:r>
            <a:endParaRPr lang="en-US" altLang="zh-CN" sz="3200" b="1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8818263" y="3136306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/>
      <p:bldP spid="3" grpId="1" animBg="1"/>
      <p:bldP spid="8" grpId="1"/>
      <p:bldP spid="9" grpId="0" animBg="1"/>
      <p:bldP spid="10" grpId="0"/>
      <p:bldP spid="9" grpId="1" animBg="1"/>
      <p:bldP spid="10" grpId="1"/>
      <p:bldP spid="11" grpId="0" animBg="1"/>
      <p:bldP spid="12" grpId="0"/>
      <p:bldP spid="11" grpId="1" animBg="1"/>
      <p:bldP spid="1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需求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1" name="iŝľíḓé"/>
          <p:cNvSpPr/>
          <p:nvPr>
            <p:custDataLst>
              <p:tags r:id="rId3"/>
            </p:custDataLst>
          </p:nvPr>
        </p:nvSpPr>
        <p:spPr bwMode="auto">
          <a:xfrm>
            <a:off x="1806575" y="1129030"/>
            <a:ext cx="614045" cy="6140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2" name="ïṣlîdè"/>
          <p:cNvSpPr/>
          <p:nvPr>
            <p:custDataLst>
              <p:tags r:id="rId4"/>
            </p:custDataLst>
          </p:nvPr>
        </p:nvSpPr>
        <p:spPr bwMode="auto">
          <a:xfrm>
            <a:off x="1985010" y="1294130"/>
            <a:ext cx="257175" cy="317500"/>
          </a:xfrm>
          <a:custGeom>
            <a:avLst/>
            <a:gdLst>
              <a:gd name="connsiteX0" fmla="*/ 324459 w 489089"/>
              <a:gd name="connsiteY0" fmla="*/ 442516 h 603828"/>
              <a:gd name="connsiteX1" fmla="*/ 386263 w 489089"/>
              <a:gd name="connsiteY1" fmla="*/ 442516 h 603828"/>
              <a:gd name="connsiteX2" fmla="*/ 386263 w 489089"/>
              <a:gd name="connsiteY2" fmla="*/ 452958 h 603828"/>
              <a:gd name="connsiteX3" fmla="*/ 402563 w 489089"/>
              <a:gd name="connsiteY3" fmla="*/ 469096 h 603828"/>
              <a:gd name="connsiteX4" fmla="*/ 489089 w 489089"/>
              <a:gd name="connsiteY4" fmla="*/ 469096 h 603828"/>
              <a:gd name="connsiteX5" fmla="*/ 489089 w 489089"/>
              <a:gd name="connsiteY5" fmla="*/ 587485 h 603828"/>
              <a:gd name="connsiteX6" fmla="*/ 472925 w 489089"/>
              <a:gd name="connsiteY6" fmla="*/ 603758 h 603828"/>
              <a:gd name="connsiteX7" fmla="*/ 324459 w 489089"/>
              <a:gd name="connsiteY7" fmla="*/ 603758 h 603828"/>
              <a:gd name="connsiteX8" fmla="*/ 308159 w 489089"/>
              <a:gd name="connsiteY8" fmla="*/ 587485 h 603828"/>
              <a:gd name="connsiteX9" fmla="*/ 308159 w 489089"/>
              <a:gd name="connsiteY9" fmla="*/ 458789 h 603828"/>
              <a:gd name="connsiteX10" fmla="*/ 324459 w 489089"/>
              <a:gd name="connsiteY10" fmla="*/ 442516 h 603828"/>
              <a:gd name="connsiteX11" fmla="*/ 16307 w 489089"/>
              <a:gd name="connsiteY11" fmla="*/ 442516 h 603828"/>
              <a:gd name="connsiteX12" fmla="*/ 78272 w 489089"/>
              <a:gd name="connsiteY12" fmla="*/ 442516 h 603828"/>
              <a:gd name="connsiteX13" fmla="*/ 78272 w 489089"/>
              <a:gd name="connsiteY13" fmla="*/ 452963 h 603828"/>
              <a:gd name="connsiteX14" fmla="*/ 94443 w 489089"/>
              <a:gd name="connsiteY14" fmla="*/ 469107 h 603828"/>
              <a:gd name="connsiteX15" fmla="*/ 181141 w 489089"/>
              <a:gd name="connsiteY15" fmla="*/ 469107 h 603828"/>
              <a:gd name="connsiteX16" fmla="*/ 181141 w 489089"/>
              <a:gd name="connsiteY16" fmla="*/ 587548 h 603828"/>
              <a:gd name="connsiteX17" fmla="*/ 164834 w 489089"/>
              <a:gd name="connsiteY17" fmla="*/ 603828 h 603828"/>
              <a:gd name="connsiteX18" fmla="*/ 16307 w 489089"/>
              <a:gd name="connsiteY18" fmla="*/ 603828 h 603828"/>
              <a:gd name="connsiteX19" fmla="*/ 0 w 489089"/>
              <a:gd name="connsiteY19" fmla="*/ 587548 h 603828"/>
              <a:gd name="connsiteX20" fmla="*/ 0 w 489089"/>
              <a:gd name="connsiteY20" fmla="*/ 458796 h 603828"/>
              <a:gd name="connsiteX21" fmla="*/ 16307 w 489089"/>
              <a:gd name="connsiteY21" fmla="*/ 442516 h 603828"/>
              <a:gd name="connsiteX22" fmla="*/ 311829 w 489089"/>
              <a:gd name="connsiteY22" fmla="*/ 339702 h 603828"/>
              <a:gd name="connsiteX23" fmla="*/ 343461 w 489089"/>
              <a:gd name="connsiteY23" fmla="*/ 339702 h 603828"/>
              <a:gd name="connsiteX24" fmla="*/ 377808 w 489089"/>
              <a:gd name="connsiteY24" fmla="*/ 422969 h 603828"/>
              <a:gd name="connsiteX25" fmla="*/ 346040 w 489089"/>
              <a:gd name="connsiteY25" fmla="*/ 422969 h 603828"/>
              <a:gd name="connsiteX26" fmla="*/ 145806 w 489089"/>
              <a:gd name="connsiteY26" fmla="*/ 339702 h 603828"/>
              <a:gd name="connsiteX27" fmla="*/ 177472 w 489089"/>
              <a:gd name="connsiteY27" fmla="*/ 339702 h 603828"/>
              <a:gd name="connsiteX28" fmla="*/ 132216 w 489089"/>
              <a:gd name="connsiteY28" fmla="*/ 449713 h 603828"/>
              <a:gd name="connsiteX29" fmla="*/ 100415 w 489089"/>
              <a:gd name="connsiteY29" fmla="*/ 449713 h 603828"/>
              <a:gd name="connsiteX30" fmla="*/ 270626 w 489089"/>
              <a:gd name="connsiteY30" fmla="*/ 0 h 603828"/>
              <a:gd name="connsiteX31" fmla="*/ 383104 w 489089"/>
              <a:gd name="connsiteY31" fmla="*/ 88302 h 603828"/>
              <a:gd name="connsiteX32" fmla="*/ 384326 w 489089"/>
              <a:gd name="connsiteY32" fmla="*/ 93321 h 603828"/>
              <a:gd name="connsiteX33" fmla="*/ 389217 w 489089"/>
              <a:gd name="connsiteY33" fmla="*/ 94813 h 603828"/>
              <a:gd name="connsiteX34" fmla="*/ 470178 w 489089"/>
              <a:gd name="connsiteY34" fmla="*/ 205224 h 603828"/>
              <a:gd name="connsiteX35" fmla="*/ 354441 w 489089"/>
              <a:gd name="connsiteY35" fmla="*/ 320790 h 603828"/>
              <a:gd name="connsiteX36" fmla="*/ 134785 w 489089"/>
              <a:gd name="connsiteY36" fmla="*/ 320790 h 603828"/>
              <a:gd name="connsiteX37" fmla="*/ 18912 w 489089"/>
              <a:gd name="connsiteY37" fmla="*/ 205224 h 603828"/>
              <a:gd name="connsiteX38" fmla="*/ 134785 w 489089"/>
              <a:gd name="connsiteY38" fmla="*/ 89523 h 603828"/>
              <a:gd name="connsiteX39" fmla="*/ 149320 w 489089"/>
              <a:gd name="connsiteY39" fmla="*/ 90472 h 603828"/>
              <a:gd name="connsiteX40" fmla="*/ 157063 w 489089"/>
              <a:gd name="connsiteY40" fmla="*/ 91422 h 603828"/>
              <a:gd name="connsiteX41" fmla="*/ 159236 w 489089"/>
              <a:gd name="connsiteY41" fmla="*/ 83962 h 603828"/>
              <a:gd name="connsiteX42" fmla="*/ 270626 w 489089"/>
              <a:gd name="connsiteY42" fmla="*/ 0 h 60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489089" h="603828">
                <a:moveTo>
                  <a:pt x="324459" y="442516"/>
                </a:moveTo>
                <a:lnTo>
                  <a:pt x="386263" y="442516"/>
                </a:lnTo>
                <a:lnTo>
                  <a:pt x="386263" y="452958"/>
                </a:lnTo>
                <a:cubicBezTo>
                  <a:pt x="386263" y="461908"/>
                  <a:pt x="393598" y="469096"/>
                  <a:pt x="402563" y="469096"/>
                </a:cubicBezTo>
                <a:lnTo>
                  <a:pt x="489089" y="469096"/>
                </a:lnTo>
                <a:lnTo>
                  <a:pt x="489089" y="587485"/>
                </a:lnTo>
                <a:cubicBezTo>
                  <a:pt x="489089" y="596435"/>
                  <a:pt x="481890" y="603758"/>
                  <a:pt x="472925" y="603758"/>
                </a:cubicBezTo>
                <a:lnTo>
                  <a:pt x="324459" y="603758"/>
                </a:lnTo>
                <a:cubicBezTo>
                  <a:pt x="315358" y="603758"/>
                  <a:pt x="308159" y="596435"/>
                  <a:pt x="308159" y="587485"/>
                </a:cubicBezTo>
                <a:lnTo>
                  <a:pt x="308159" y="458789"/>
                </a:lnTo>
                <a:cubicBezTo>
                  <a:pt x="308159" y="449839"/>
                  <a:pt x="315358" y="442516"/>
                  <a:pt x="324459" y="442516"/>
                </a:cubicBezTo>
                <a:close/>
                <a:moveTo>
                  <a:pt x="16307" y="442516"/>
                </a:moveTo>
                <a:lnTo>
                  <a:pt x="78272" y="442516"/>
                </a:lnTo>
                <a:lnTo>
                  <a:pt x="78272" y="452963"/>
                </a:lnTo>
                <a:cubicBezTo>
                  <a:pt x="78272" y="461917"/>
                  <a:pt x="85475" y="469107"/>
                  <a:pt x="94443" y="469107"/>
                </a:cubicBezTo>
                <a:lnTo>
                  <a:pt x="181141" y="469107"/>
                </a:lnTo>
                <a:lnTo>
                  <a:pt x="181141" y="587548"/>
                </a:lnTo>
                <a:cubicBezTo>
                  <a:pt x="181141" y="596502"/>
                  <a:pt x="173803" y="603828"/>
                  <a:pt x="164834" y="603828"/>
                </a:cubicBezTo>
                <a:lnTo>
                  <a:pt x="16307" y="603828"/>
                </a:lnTo>
                <a:cubicBezTo>
                  <a:pt x="7338" y="603828"/>
                  <a:pt x="0" y="596502"/>
                  <a:pt x="0" y="587548"/>
                </a:cubicBezTo>
                <a:lnTo>
                  <a:pt x="0" y="458796"/>
                </a:lnTo>
                <a:cubicBezTo>
                  <a:pt x="0" y="449842"/>
                  <a:pt x="7338" y="442516"/>
                  <a:pt x="16307" y="442516"/>
                </a:cubicBezTo>
                <a:close/>
                <a:moveTo>
                  <a:pt x="311829" y="339702"/>
                </a:moveTo>
                <a:lnTo>
                  <a:pt x="343461" y="339702"/>
                </a:lnTo>
                <a:lnTo>
                  <a:pt x="377808" y="422969"/>
                </a:lnTo>
                <a:lnTo>
                  <a:pt x="346040" y="422969"/>
                </a:lnTo>
                <a:close/>
                <a:moveTo>
                  <a:pt x="145806" y="339702"/>
                </a:moveTo>
                <a:lnTo>
                  <a:pt x="177472" y="339702"/>
                </a:lnTo>
                <a:lnTo>
                  <a:pt x="132216" y="449713"/>
                </a:lnTo>
                <a:lnTo>
                  <a:pt x="100415" y="449713"/>
                </a:lnTo>
                <a:close/>
                <a:moveTo>
                  <a:pt x="270626" y="0"/>
                </a:moveTo>
                <a:cubicBezTo>
                  <a:pt x="324284" y="0"/>
                  <a:pt x="370606" y="36352"/>
                  <a:pt x="383104" y="88302"/>
                </a:cubicBezTo>
                <a:lnTo>
                  <a:pt x="384326" y="93321"/>
                </a:lnTo>
                <a:lnTo>
                  <a:pt x="389217" y="94813"/>
                </a:lnTo>
                <a:cubicBezTo>
                  <a:pt x="437712" y="110005"/>
                  <a:pt x="470178" y="154359"/>
                  <a:pt x="470178" y="205224"/>
                </a:cubicBezTo>
                <a:cubicBezTo>
                  <a:pt x="470178" y="268975"/>
                  <a:pt x="418287" y="320790"/>
                  <a:pt x="354441" y="320790"/>
                </a:cubicBezTo>
                <a:lnTo>
                  <a:pt x="134785" y="320790"/>
                </a:lnTo>
                <a:cubicBezTo>
                  <a:pt x="70939" y="320790"/>
                  <a:pt x="18912" y="268975"/>
                  <a:pt x="18912" y="205224"/>
                </a:cubicBezTo>
                <a:cubicBezTo>
                  <a:pt x="18912" y="141473"/>
                  <a:pt x="70939" y="89523"/>
                  <a:pt x="134785" y="89523"/>
                </a:cubicBezTo>
                <a:cubicBezTo>
                  <a:pt x="139539" y="89523"/>
                  <a:pt x="144565" y="89930"/>
                  <a:pt x="149320" y="90472"/>
                </a:cubicBezTo>
                <a:lnTo>
                  <a:pt x="157063" y="91422"/>
                </a:lnTo>
                <a:lnTo>
                  <a:pt x="159236" y="83962"/>
                </a:lnTo>
                <a:cubicBezTo>
                  <a:pt x="173228" y="34588"/>
                  <a:pt x="219007" y="0"/>
                  <a:pt x="27062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/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3" name="矩形 42"/>
          <p:cNvSpPr/>
          <p:nvPr>
            <p:custDataLst>
              <p:tags r:id="rId5"/>
            </p:custDataLst>
          </p:nvPr>
        </p:nvSpPr>
        <p:spPr>
          <a:xfrm>
            <a:off x="2524760" y="1222375"/>
            <a:ext cx="7506970" cy="429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在</a:t>
            </a:r>
            <a:r>
              <a:rPr lang="en-US" altLang="zh-CN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Express</a:t>
            </a:r>
            <a:r>
              <a: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中完成商品列表数据的分页</a:t>
            </a:r>
            <a:r>
              <a: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显示。</a:t>
            </a:r>
            <a:endParaRPr lang="zh-CN" altLang="en-US" sz="2200" spc="3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81" name="图片 181" descr="C:/Users/TXY/Desktop/图片4.png图片4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90600" y="1925955"/>
            <a:ext cx="9162415" cy="462470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</p:pic>
      <p:sp>
        <p:nvSpPr>
          <p:cNvPr id="3" name="矩形 2"/>
          <p:cNvSpPr/>
          <p:nvPr>
            <p:custDataLst>
              <p:tags r:id="rId7"/>
            </p:custDataLst>
          </p:nvPr>
        </p:nvSpPr>
        <p:spPr>
          <a:xfrm>
            <a:off x="1806575" y="2000250"/>
            <a:ext cx="2089785" cy="19431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5741035" y="6171565"/>
            <a:ext cx="115379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3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</a:t>
            </a: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现步骤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文本框 27"/>
          <p:cNvSpPr txBox="1"/>
          <p:nvPr>
            <p:custDataLst>
              <p:tags r:id="rId3"/>
            </p:custDataLst>
          </p:nvPr>
        </p:nvSpPr>
        <p:spPr>
          <a:xfrm>
            <a:off x="2770505" y="3303270"/>
            <a:ext cx="4580255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sz="2000" b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编写路由代码</a:t>
            </a:r>
            <a:endParaRPr sz="2000" b="1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0" name="圆角矩形 30"/>
          <p:cNvSpPr/>
          <p:nvPr>
            <p:custDataLst>
              <p:tags r:id="rId4"/>
            </p:custDataLst>
          </p:nvPr>
        </p:nvSpPr>
        <p:spPr>
          <a:xfrm>
            <a:off x="1898015" y="3380105"/>
            <a:ext cx="723265" cy="411480"/>
          </a:xfrm>
          <a:prstGeom prst="roundRect">
            <a:avLst/>
          </a:prstGeom>
          <a:solidFill>
            <a:srgbClr val="0070C0"/>
          </a:solidFill>
          <a:ln w="57150" cap="rnd">
            <a:noFill/>
            <a:prstDash val="solid"/>
            <a:round/>
          </a:ln>
          <a:effectLst>
            <a:outerShdw blurRad="508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1600" b="1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5"/>
            </p:custDataLst>
          </p:nvPr>
        </p:nvSpPr>
        <p:spPr>
          <a:xfrm>
            <a:off x="2770505" y="5134610"/>
            <a:ext cx="2807335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启动项目，浏览页面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圆角矩形 48"/>
          <p:cNvSpPr/>
          <p:nvPr>
            <p:custDataLst>
              <p:tags r:id="rId6"/>
            </p:custDataLst>
          </p:nvPr>
        </p:nvSpPr>
        <p:spPr>
          <a:xfrm>
            <a:off x="1898015" y="5231130"/>
            <a:ext cx="723265" cy="411480"/>
          </a:xfrm>
          <a:prstGeom prst="roundRect">
            <a:avLst/>
          </a:prstGeom>
          <a:solidFill>
            <a:srgbClr val="0070C0"/>
          </a:solidFill>
          <a:ln w="57150" cap="rnd">
            <a:noFill/>
            <a:prstDash val="solid"/>
            <a:round/>
          </a:ln>
          <a:effectLst>
            <a:outerShdw blurRad="508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1600" b="1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7"/>
            </p:custDataLst>
          </p:nvPr>
        </p:nvSpPr>
        <p:spPr>
          <a:xfrm>
            <a:off x="2770505" y="4218940"/>
            <a:ext cx="3769360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模板引擎解析数据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圆角矩形 43"/>
          <p:cNvSpPr/>
          <p:nvPr>
            <p:custDataLst>
              <p:tags r:id="rId8"/>
            </p:custDataLst>
          </p:nvPr>
        </p:nvSpPr>
        <p:spPr>
          <a:xfrm>
            <a:off x="1898015" y="2447290"/>
            <a:ext cx="723265" cy="4114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en-US" altLang="zh-CN" sz="1600" b="1" spc="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4" name="ïsľïḋé"/>
          <p:cNvCxnSpPr/>
          <p:nvPr>
            <p:custDataLst>
              <p:tags r:id="rId9"/>
            </p:custDataLst>
          </p:nvPr>
        </p:nvCxnSpPr>
        <p:spPr>
          <a:xfrm>
            <a:off x="1435735" y="1639570"/>
            <a:ext cx="0" cy="4736465"/>
          </a:xfrm>
          <a:prstGeom prst="line">
            <a:avLst/>
          </a:prstGeom>
          <a:ln w="22225" cap="rnd">
            <a:solidFill>
              <a:schemeClr val="l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íś1îḍé"/>
          <p:cNvSpPr/>
          <p:nvPr>
            <p:custDataLst>
              <p:tags r:id="rId10"/>
            </p:custDataLst>
          </p:nvPr>
        </p:nvSpPr>
        <p:spPr>
          <a:xfrm>
            <a:off x="1363345" y="2462530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íś1îḍé"/>
          <p:cNvSpPr/>
          <p:nvPr>
            <p:custDataLst>
              <p:tags r:id="rId11"/>
            </p:custDataLst>
          </p:nvPr>
        </p:nvSpPr>
        <p:spPr>
          <a:xfrm>
            <a:off x="1370965" y="3397250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íś1îḍé"/>
          <p:cNvSpPr/>
          <p:nvPr>
            <p:custDataLst>
              <p:tags r:id="rId12"/>
            </p:custDataLst>
          </p:nvPr>
        </p:nvSpPr>
        <p:spPr>
          <a:xfrm>
            <a:off x="1377950" y="4378960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íś1îḍé"/>
          <p:cNvSpPr/>
          <p:nvPr>
            <p:custDataLst>
              <p:tags r:id="rId13"/>
            </p:custDataLst>
          </p:nvPr>
        </p:nvSpPr>
        <p:spPr>
          <a:xfrm>
            <a:off x="1363345" y="5313045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iṧļíḋe"/>
          <p:cNvSpPr/>
          <p:nvPr>
            <p:custDataLst>
              <p:tags r:id="rId14"/>
            </p:custDataLst>
          </p:nvPr>
        </p:nvSpPr>
        <p:spPr>
          <a:xfrm>
            <a:off x="1158875" y="1339215"/>
            <a:ext cx="553720" cy="5537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iṣḷiďê"/>
          <p:cNvSpPr/>
          <p:nvPr>
            <p:custDataLst>
              <p:tags r:id="rId15"/>
            </p:custDataLst>
          </p:nvPr>
        </p:nvSpPr>
        <p:spPr bwMode="auto">
          <a:xfrm>
            <a:off x="1297263" y="1494090"/>
            <a:ext cx="276632" cy="244443"/>
          </a:xfrm>
          <a:custGeom>
            <a:avLst/>
            <a:gdLst>
              <a:gd name="connsiteX0" fmla="*/ 494452 w 603405"/>
              <a:gd name="connsiteY0" fmla="*/ 356003 h 533193"/>
              <a:gd name="connsiteX1" fmla="*/ 585270 w 603405"/>
              <a:gd name="connsiteY1" fmla="*/ 356003 h 533193"/>
              <a:gd name="connsiteX2" fmla="*/ 601782 w 603405"/>
              <a:gd name="connsiteY2" fmla="*/ 372480 h 533193"/>
              <a:gd name="connsiteX3" fmla="*/ 585270 w 603405"/>
              <a:gd name="connsiteY3" fmla="*/ 388957 h 533193"/>
              <a:gd name="connsiteX4" fmla="*/ 494452 w 603405"/>
              <a:gd name="connsiteY4" fmla="*/ 388957 h 533193"/>
              <a:gd name="connsiteX5" fmla="*/ 367511 w 603405"/>
              <a:gd name="connsiteY5" fmla="*/ 244227 h 533193"/>
              <a:gd name="connsiteX6" fmla="*/ 443780 w 603405"/>
              <a:gd name="connsiteY6" fmla="*/ 244227 h 533193"/>
              <a:gd name="connsiteX7" fmla="*/ 477411 w 603405"/>
              <a:gd name="connsiteY7" fmla="*/ 277633 h 533193"/>
              <a:gd name="connsiteX8" fmla="*/ 477861 w 603405"/>
              <a:gd name="connsiteY8" fmla="*/ 381744 h 533193"/>
              <a:gd name="connsiteX9" fmla="*/ 463748 w 603405"/>
              <a:gd name="connsiteY9" fmla="*/ 395975 h 533193"/>
              <a:gd name="connsiteX10" fmla="*/ 449486 w 603405"/>
              <a:gd name="connsiteY10" fmla="*/ 381894 h 533193"/>
              <a:gd name="connsiteX11" fmla="*/ 449035 w 603405"/>
              <a:gd name="connsiteY11" fmla="*/ 277782 h 533193"/>
              <a:gd name="connsiteX12" fmla="*/ 446033 w 603405"/>
              <a:gd name="connsiteY12" fmla="*/ 274786 h 533193"/>
              <a:gd name="connsiteX13" fmla="*/ 443030 w 603405"/>
              <a:gd name="connsiteY13" fmla="*/ 277782 h 533193"/>
              <a:gd name="connsiteX14" fmla="*/ 443330 w 603405"/>
              <a:gd name="connsiteY14" fmla="*/ 516116 h 533193"/>
              <a:gd name="connsiteX15" fmla="*/ 426215 w 603405"/>
              <a:gd name="connsiteY15" fmla="*/ 533193 h 533193"/>
              <a:gd name="connsiteX16" fmla="*/ 409249 w 603405"/>
              <a:gd name="connsiteY16" fmla="*/ 516116 h 533193"/>
              <a:gd name="connsiteX17" fmla="*/ 409249 w 603405"/>
              <a:gd name="connsiteY17" fmla="*/ 380096 h 533193"/>
              <a:gd name="connsiteX18" fmla="*/ 401893 w 603405"/>
              <a:gd name="connsiteY18" fmla="*/ 380096 h 533193"/>
              <a:gd name="connsiteX19" fmla="*/ 401893 w 603405"/>
              <a:gd name="connsiteY19" fmla="*/ 516116 h 533193"/>
              <a:gd name="connsiteX20" fmla="*/ 384778 w 603405"/>
              <a:gd name="connsiteY20" fmla="*/ 533193 h 533193"/>
              <a:gd name="connsiteX21" fmla="*/ 367812 w 603405"/>
              <a:gd name="connsiteY21" fmla="*/ 516116 h 533193"/>
              <a:gd name="connsiteX22" fmla="*/ 367812 w 603405"/>
              <a:gd name="connsiteY22" fmla="*/ 380096 h 533193"/>
              <a:gd name="connsiteX23" fmla="*/ 367812 w 603405"/>
              <a:gd name="connsiteY23" fmla="*/ 277782 h 533193"/>
              <a:gd name="connsiteX24" fmla="*/ 364959 w 603405"/>
              <a:gd name="connsiteY24" fmla="*/ 274936 h 533193"/>
              <a:gd name="connsiteX25" fmla="*/ 362257 w 603405"/>
              <a:gd name="connsiteY25" fmla="*/ 277782 h 533193"/>
              <a:gd name="connsiteX26" fmla="*/ 361656 w 603405"/>
              <a:gd name="connsiteY26" fmla="*/ 381894 h 533193"/>
              <a:gd name="connsiteX27" fmla="*/ 347544 w 603405"/>
              <a:gd name="connsiteY27" fmla="*/ 395975 h 533193"/>
              <a:gd name="connsiteX28" fmla="*/ 347393 w 603405"/>
              <a:gd name="connsiteY28" fmla="*/ 395975 h 533193"/>
              <a:gd name="connsiteX29" fmla="*/ 333281 w 603405"/>
              <a:gd name="connsiteY29" fmla="*/ 381744 h 533193"/>
              <a:gd name="connsiteX30" fmla="*/ 333881 w 603405"/>
              <a:gd name="connsiteY30" fmla="*/ 277633 h 533193"/>
              <a:gd name="connsiteX31" fmla="*/ 367511 w 603405"/>
              <a:gd name="connsiteY31" fmla="*/ 244227 h 533193"/>
              <a:gd name="connsiteX32" fmla="*/ 201525 w 603405"/>
              <a:gd name="connsiteY32" fmla="*/ 244227 h 533193"/>
              <a:gd name="connsiteX33" fmla="*/ 277906 w 603405"/>
              <a:gd name="connsiteY33" fmla="*/ 244227 h 533193"/>
              <a:gd name="connsiteX34" fmla="*/ 311520 w 603405"/>
              <a:gd name="connsiteY34" fmla="*/ 277633 h 533193"/>
              <a:gd name="connsiteX35" fmla="*/ 311970 w 603405"/>
              <a:gd name="connsiteY35" fmla="*/ 381744 h 533193"/>
              <a:gd name="connsiteX36" fmla="*/ 297864 w 603405"/>
              <a:gd name="connsiteY36" fmla="*/ 395975 h 533193"/>
              <a:gd name="connsiteX37" fmla="*/ 297714 w 603405"/>
              <a:gd name="connsiteY37" fmla="*/ 395975 h 533193"/>
              <a:gd name="connsiteX38" fmla="*/ 283608 w 603405"/>
              <a:gd name="connsiteY38" fmla="*/ 381894 h 533193"/>
              <a:gd name="connsiteX39" fmla="*/ 283008 w 603405"/>
              <a:gd name="connsiteY39" fmla="*/ 277782 h 533193"/>
              <a:gd name="connsiteX40" fmla="*/ 280007 w 603405"/>
              <a:gd name="connsiteY40" fmla="*/ 274786 h 533193"/>
              <a:gd name="connsiteX41" fmla="*/ 277156 w 603405"/>
              <a:gd name="connsiteY41" fmla="*/ 277782 h 533193"/>
              <a:gd name="connsiteX42" fmla="*/ 277456 w 603405"/>
              <a:gd name="connsiteY42" fmla="*/ 516116 h 533193"/>
              <a:gd name="connsiteX43" fmla="*/ 260349 w 603405"/>
              <a:gd name="connsiteY43" fmla="*/ 533193 h 533193"/>
              <a:gd name="connsiteX44" fmla="*/ 243242 w 603405"/>
              <a:gd name="connsiteY44" fmla="*/ 516116 h 533193"/>
              <a:gd name="connsiteX45" fmla="*/ 243242 w 603405"/>
              <a:gd name="connsiteY45" fmla="*/ 380096 h 533193"/>
              <a:gd name="connsiteX46" fmla="*/ 235889 w 603405"/>
              <a:gd name="connsiteY46" fmla="*/ 380096 h 533193"/>
              <a:gd name="connsiteX47" fmla="*/ 235889 w 603405"/>
              <a:gd name="connsiteY47" fmla="*/ 516116 h 533193"/>
              <a:gd name="connsiteX48" fmla="*/ 218932 w 603405"/>
              <a:gd name="connsiteY48" fmla="*/ 533193 h 533193"/>
              <a:gd name="connsiteX49" fmla="*/ 201825 w 603405"/>
              <a:gd name="connsiteY49" fmla="*/ 516116 h 533193"/>
              <a:gd name="connsiteX50" fmla="*/ 201825 w 603405"/>
              <a:gd name="connsiteY50" fmla="*/ 380096 h 533193"/>
              <a:gd name="connsiteX51" fmla="*/ 201825 w 603405"/>
              <a:gd name="connsiteY51" fmla="*/ 277782 h 533193"/>
              <a:gd name="connsiteX52" fmla="*/ 199124 w 603405"/>
              <a:gd name="connsiteY52" fmla="*/ 274936 h 533193"/>
              <a:gd name="connsiteX53" fmla="*/ 196423 w 603405"/>
              <a:gd name="connsiteY53" fmla="*/ 277782 h 533193"/>
              <a:gd name="connsiteX54" fmla="*/ 195822 w 603405"/>
              <a:gd name="connsiteY54" fmla="*/ 381894 h 533193"/>
              <a:gd name="connsiteX55" fmla="*/ 181567 w 603405"/>
              <a:gd name="connsiteY55" fmla="*/ 395975 h 533193"/>
              <a:gd name="connsiteX56" fmla="*/ 167461 w 603405"/>
              <a:gd name="connsiteY56" fmla="*/ 381744 h 533193"/>
              <a:gd name="connsiteX57" fmla="*/ 167911 w 603405"/>
              <a:gd name="connsiteY57" fmla="*/ 277633 h 533193"/>
              <a:gd name="connsiteX58" fmla="*/ 201525 w 603405"/>
              <a:gd name="connsiteY58" fmla="*/ 244227 h 533193"/>
              <a:gd name="connsiteX59" fmla="*/ 34214 w 603405"/>
              <a:gd name="connsiteY59" fmla="*/ 244227 h 533193"/>
              <a:gd name="connsiteX60" fmla="*/ 110445 w 603405"/>
              <a:gd name="connsiteY60" fmla="*/ 244227 h 533193"/>
              <a:gd name="connsiteX61" fmla="*/ 144059 w 603405"/>
              <a:gd name="connsiteY61" fmla="*/ 277633 h 533193"/>
              <a:gd name="connsiteX62" fmla="*/ 144509 w 603405"/>
              <a:gd name="connsiteY62" fmla="*/ 381744 h 533193"/>
              <a:gd name="connsiteX63" fmla="*/ 130403 w 603405"/>
              <a:gd name="connsiteY63" fmla="*/ 395975 h 533193"/>
              <a:gd name="connsiteX64" fmla="*/ 116147 w 603405"/>
              <a:gd name="connsiteY64" fmla="*/ 381894 h 533193"/>
              <a:gd name="connsiteX65" fmla="*/ 115697 w 603405"/>
              <a:gd name="connsiteY65" fmla="*/ 277782 h 533193"/>
              <a:gd name="connsiteX66" fmla="*/ 112696 w 603405"/>
              <a:gd name="connsiteY66" fmla="*/ 274786 h 533193"/>
              <a:gd name="connsiteX67" fmla="*/ 109694 w 603405"/>
              <a:gd name="connsiteY67" fmla="*/ 277782 h 533193"/>
              <a:gd name="connsiteX68" fmla="*/ 109995 w 603405"/>
              <a:gd name="connsiteY68" fmla="*/ 516116 h 533193"/>
              <a:gd name="connsiteX69" fmla="*/ 92888 w 603405"/>
              <a:gd name="connsiteY69" fmla="*/ 533193 h 533193"/>
              <a:gd name="connsiteX70" fmla="*/ 75931 w 603405"/>
              <a:gd name="connsiteY70" fmla="*/ 516116 h 533193"/>
              <a:gd name="connsiteX71" fmla="*/ 75931 w 603405"/>
              <a:gd name="connsiteY71" fmla="*/ 380096 h 533193"/>
              <a:gd name="connsiteX72" fmla="*/ 68578 w 603405"/>
              <a:gd name="connsiteY72" fmla="*/ 380096 h 533193"/>
              <a:gd name="connsiteX73" fmla="*/ 68578 w 603405"/>
              <a:gd name="connsiteY73" fmla="*/ 516116 h 533193"/>
              <a:gd name="connsiteX74" fmla="*/ 51471 w 603405"/>
              <a:gd name="connsiteY74" fmla="*/ 533193 h 533193"/>
              <a:gd name="connsiteX75" fmla="*/ 34364 w 603405"/>
              <a:gd name="connsiteY75" fmla="*/ 516116 h 533193"/>
              <a:gd name="connsiteX76" fmla="*/ 34364 w 603405"/>
              <a:gd name="connsiteY76" fmla="*/ 380096 h 533193"/>
              <a:gd name="connsiteX77" fmla="*/ 34364 w 603405"/>
              <a:gd name="connsiteY77" fmla="*/ 277782 h 533193"/>
              <a:gd name="connsiteX78" fmla="*/ 31663 w 603405"/>
              <a:gd name="connsiteY78" fmla="*/ 275086 h 533193"/>
              <a:gd name="connsiteX79" fmla="*/ 28962 w 603405"/>
              <a:gd name="connsiteY79" fmla="*/ 277782 h 533193"/>
              <a:gd name="connsiteX80" fmla="*/ 28361 w 603405"/>
              <a:gd name="connsiteY80" fmla="*/ 381894 h 533193"/>
              <a:gd name="connsiteX81" fmla="*/ 14256 w 603405"/>
              <a:gd name="connsiteY81" fmla="*/ 395975 h 533193"/>
              <a:gd name="connsiteX82" fmla="*/ 14106 w 603405"/>
              <a:gd name="connsiteY82" fmla="*/ 395975 h 533193"/>
              <a:gd name="connsiteX83" fmla="*/ 0 w 603405"/>
              <a:gd name="connsiteY83" fmla="*/ 381744 h 533193"/>
              <a:gd name="connsiteX84" fmla="*/ 600 w 603405"/>
              <a:gd name="connsiteY84" fmla="*/ 277633 h 533193"/>
              <a:gd name="connsiteX85" fmla="*/ 34214 w 603405"/>
              <a:gd name="connsiteY85" fmla="*/ 244227 h 533193"/>
              <a:gd name="connsiteX86" fmla="*/ 298774 w 603405"/>
              <a:gd name="connsiteY86" fmla="*/ 232090 h 533193"/>
              <a:gd name="connsiteX87" fmla="*/ 346547 w 603405"/>
              <a:gd name="connsiteY87" fmla="*/ 232090 h 533193"/>
              <a:gd name="connsiteX88" fmla="*/ 322660 w 603405"/>
              <a:gd name="connsiteY88" fmla="*/ 254883 h 533193"/>
              <a:gd name="connsiteX89" fmla="*/ 298774 w 603405"/>
              <a:gd name="connsiteY89" fmla="*/ 232090 h 533193"/>
              <a:gd name="connsiteX90" fmla="*/ 405716 w 603405"/>
              <a:gd name="connsiteY90" fmla="*/ 176061 h 533193"/>
              <a:gd name="connsiteX91" fmla="*/ 435177 w 603405"/>
              <a:gd name="connsiteY91" fmla="*/ 205417 h 533193"/>
              <a:gd name="connsiteX92" fmla="*/ 405716 w 603405"/>
              <a:gd name="connsiteY92" fmla="*/ 234773 h 533193"/>
              <a:gd name="connsiteX93" fmla="*/ 376255 w 603405"/>
              <a:gd name="connsiteY93" fmla="*/ 205417 h 533193"/>
              <a:gd name="connsiteX94" fmla="*/ 405716 w 603405"/>
              <a:gd name="connsiteY94" fmla="*/ 176061 h 533193"/>
              <a:gd name="connsiteX95" fmla="*/ 239817 w 603405"/>
              <a:gd name="connsiteY95" fmla="*/ 176061 h 533193"/>
              <a:gd name="connsiteX96" fmla="*/ 269208 w 603405"/>
              <a:gd name="connsiteY96" fmla="*/ 205417 h 533193"/>
              <a:gd name="connsiteX97" fmla="*/ 239817 w 603405"/>
              <a:gd name="connsiteY97" fmla="*/ 234773 h 533193"/>
              <a:gd name="connsiteX98" fmla="*/ 210426 w 603405"/>
              <a:gd name="connsiteY98" fmla="*/ 205417 h 533193"/>
              <a:gd name="connsiteX99" fmla="*/ 239817 w 603405"/>
              <a:gd name="connsiteY99" fmla="*/ 176061 h 533193"/>
              <a:gd name="connsiteX100" fmla="*/ 72325 w 603405"/>
              <a:gd name="connsiteY100" fmla="*/ 176061 h 533193"/>
              <a:gd name="connsiteX101" fmla="*/ 101897 w 603405"/>
              <a:gd name="connsiteY101" fmla="*/ 205416 h 533193"/>
              <a:gd name="connsiteX102" fmla="*/ 72325 w 603405"/>
              <a:gd name="connsiteY102" fmla="*/ 234772 h 533193"/>
              <a:gd name="connsiteX103" fmla="*/ 42904 w 603405"/>
              <a:gd name="connsiteY103" fmla="*/ 205416 h 533193"/>
              <a:gd name="connsiteX104" fmla="*/ 72325 w 603405"/>
              <a:gd name="connsiteY104" fmla="*/ 176061 h 533193"/>
              <a:gd name="connsiteX105" fmla="*/ 1200 w 603405"/>
              <a:gd name="connsiteY105" fmla="*/ 56241 h 533193"/>
              <a:gd name="connsiteX106" fmla="*/ 384613 w 603405"/>
              <a:gd name="connsiteY106" fmla="*/ 56241 h 533193"/>
              <a:gd name="connsiteX107" fmla="*/ 603405 w 603405"/>
              <a:gd name="connsiteY107" fmla="*/ 274494 h 533193"/>
              <a:gd name="connsiteX108" fmla="*/ 540979 w 603405"/>
              <a:gd name="connsiteY108" fmla="*/ 336809 h 533193"/>
              <a:gd name="connsiteX109" fmla="*/ 494459 w 603405"/>
              <a:gd name="connsiteY109" fmla="*/ 336809 h 533193"/>
              <a:gd name="connsiteX110" fmla="*/ 494159 w 603405"/>
              <a:gd name="connsiteY110" fmla="*/ 277490 h 533193"/>
              <a:gd name="connsiteX111" fmla="*/ 464747 w 603405"/>
              <a:gd name="connsiteY111" fmla="*/ 232102 h 533193"/>
              <a:gd name="connsiteX112" fmla="*/ 551333 w 603405"/>
              <a:gd name="connsiteY112" fmla="*/ 232102 h 533193"/>
              <a:gd name="connsiteX113" fmla="*/ 551483 w 603405"/>
              <a:gd name="connsiteY113" fmla="*/ 232102 h 533193"/>
              <a:gd name="connsiteX114" fmla="*/ 557636 w 603405"/>
              <a:gd name="connsiteY114" fmla="*/ 228806 h 533193"/>
              <a:gd name="connsiteX115" fmla="*/ 558236 w 603405"/>
              <a:gd name="connsiteY115" fmla="*/ 221766 h 533193"/>
              <a:gd name="connsiteX116" fmla="*/ 504663 w 603405"/>
              <a:gd name="connsiteY116" fmla="*/ 136532 h 533193"/>
              <a:gd name="connsiteX117" fmla="*/ 415676 w 603405"/>
              <a:gd name="connsiteY117" fmla="*/ 97585 h 533193"/>
              <a:gd name="connsiteX118" fmla="*/ 397968 w 603405"/>
              <a:gd name="connsiteY118" fmla="*/ 97585 h 533193"/>
              <a:gd name="connsiteX119" fmla="*/ 397968 w 603405"/>
              <a:gd name="connsiteY119" fmla="*/ 159900 h 533193"/>
              <a:gd name="connsiteX120" fmla="*/ 364954 w 603405"/>
              <a:gd name="connsiteY120" fmla="*/ 183568 h 533193"/>
              <a:gd name="connsiteX121" fmla="*/ 364954 w 603405"/>
              <a:gd name="connsiteY121" fmla="*/ 97585 h 533193"/>
              <a:gd name="connsiteX122" fmla="*/ 174223 w 603405"/>
              <a:gd name="connsiteY122" fmla="*/ 97585 h 533193"/>
              <a:gd name="connsiteX123" fmla="*/ 174223 w 603405"/>
              <a:gd name="connsiteY123" fmla="*/ 232102 h 533193"/>
              <a:gd name="connsiteX124" fmla="*/ 180526 w 603405"/>
              <a:gd name="connsiteY124" fmla="*/ 232102 h 533193"/>
              <a:gd name="connsiteX125" fmla="*/ 174223 w 603405"/>
              <a:gd name="connsiteY125" fmla="*/ 235547 h 533193"/>
              <a:gd name="connsiteX126" fmla="*/ 156065 w 603405"/>
              <a:gd name="connsiteY126" fmla="*/ 256369 h 533193"/>
              <a:gd name="connsiteX127" fmla="*/ 141209 w 603405"/>
              <a:gd name="connsiteY127" fmla="*/ 238093 h 533193"/>
              <a:gd name="connsiteX128" fmla="*/ 131455 w 603405"/>
              <a:gd name="connsiteY128" fmla="*/ 232102 h 533193"/>
              <a:gd name="connsiteX129" fmla="*/ 141209 w 603405"/>
              <a:gd name="connsiteY129" fmla="*/ 232102 h 533193"/>
              <a:gd name="connsiteX130" fmla="*/ 141209 w 603405"/>
              <a:gd name="connsiteY130" fmla="*/ 97585 h 533193"/>
              <a:gd name="connsiteX131" fmla="*/ 1200 w 603405"/>
              <a:gd name="connsiteY131" fmla="*/ 97585 h 533193"/>
              <a:gd name="connsiteX132" fmla="*/ 30337 w 603405"/>
              <a:gd name="connsiteY132" fmla="*/ 0 h 533193"/>
              <a:gd name="connsiteX133" fmla="*/ 450496 w 603405"/>
              <a:gd name="connsiteY133" fmla="*/ 0 h 533193"/>
              <a:gd name="connsiteX134" fmla="*/ 467002 w 603405"/>
              <a:gd name="connsiteY134" fmla="*/ 16512 h 533193"/>
              <a:gd name="connsiteX135" fmla="*/ 450496 w 603405"/>
              <a:gd name="connsiteY135" fmla="*/ 33025 h 533193"/>
              <a:gd name="connsiteX136" fmla="*/ 30337 w 603405"/>
              <a:gd name="connsiteY136" fmla="*/ 33025 h 533193"/>
              <a:gd name="connsiteX137" fmla="*/ 13831 w 603405"/>
              <a:gd name="connsiteY137" fmla="*/ 16512 h 533193"/>
              <a:gd name="connsiteX138" fmla="*/ 30337 w 603405"/>
              <a:gd name="connsiteY138" fmla="*/ 0 h 53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603405" h="533193">
                <a:moveTo>
                  <a:pt x="494452" y="356003"/>
                </a:moveTo>
                <a:lnTo>
                  <a:pt x="585270" y="356003"/>
                </a:lnTo>
                <a:cubicBezTo>
                  <a:pt x="594277" y="356003"/>
                  <a:pt x="601782" y="363343"/>
                  <a:pt x="601782" y="372480"/>
                </a:cubicBezTo>
                <a:cubicBezTo>
                  <a:pt x="601782" y="381617"/>
                  <a:pt x="594277" y="388957"/>
                  <a:pt x="585270" y="388957"/>
                </a:cubicBezTo>
                <a:lnTo>
                  <a:pt x="494452" y="388957"/>
                </a:lnTo>
                <a:close/>
                <a:moveTo>
                  <a:pt x="367511" y="244227"/>
                </a:moveTo>
                <a:lnTo>
                  <a:pt x="443780" y="244227"/>
                </a:lnTo>
                <a:cubicBezTo>
                  <a:pt x="462247" y="244227"/>
                  <a:pt x="477261" y="259207"/>
                  <a:pt x="477411" y="277633"/>
                </a:cubicBezTo>
                <a:lnTo>
                  <a:pt x="477861" y="381744"/>
                </a:lnTo>
                <a:cubicBezTo>
                  <a:pt x="478011" y="389534"/>
                  <a:pt x="471706" y="395975"/>
                  <a:pt x="463748" y="395975"/>
                </a:cubicBezTo>
                <a:cubicBezTo>
                  <a:pt x="455941" y="395975"/>
                  <a:pt x="449486" y="389684"/>
                  <a:pt x="449486" y="381894"/>
                </a:cubicBezTo>
                <a:lnTo>
                  <a:pt x="449035" y="277782"/>
                </a:lnTo>
                <a:cubicBezTo>
                  <a:pt x="449035" y="276135"/>
                  <a:pt x="447684" y="274786"/>
                  <a:pt x="446033" y="274786"/>
                </a:cubicBezTo>
                <a:cubicBezTo>
                  <a:pt x="444381" y="274786"/>
                  <a:pt x="443030" y="276135"/>
                  <a:pt x="443030" y="277782"/>
                </a:cubicBezTo>
                <a:cubicBezTo>
                  <a:pt x="443030" y="419944"/>
                  <a:pt x="443330" y="291115"/>
                  <a:pt x="443330" y="516116"/>
                </a:cubicBezTo>
                <a:cubicBezTo>
                  <a:pt x="443330" y="525553"/>
                  <a:pt x="435673" y="533193"/>
                  <a:pt x="426215" y="533193"/>
                </a:cubicBezTo>
                <a:cubicBezTo>
                  <a:pt x="416906" y="533193"/>
                  <a:pt x="409249" y="525553"/>
                  <a:pt x="409249" y="516116"/>
                </a:cubicBezTo>
                <a:lnTo>
                  <a:pt x="409249" y="380096"/>
                </a:lnTo>
                <a:lnTo>
                  <a:pt x="401893" y="380096"/>
                </a:lnTo>
                <a:lnTo>
                  <a:pt x="401893" y="516116"/>
                </a:lnTo>
                <a:cubicBezTo>
                  <a:pt x="401893" y="525553"/>
                  <a:pt x="394236" y="533193"/>
                  <a:pt x="384778" y="533193"/>
                </a:cubicBezTo>
                <a:cubicBezTo>
                  <a:pt x="375319" y="533193"/>
                  <a:pt x="367812" y="525553"/>
                  <a:pt x="367812" y="516116"/>
                </a:cubicBezTo>
                <a:lnTo>
                  <a:pt x="367812" y="380096"/>
                </a:lnTo>
                <a:lnTo>
                  <a:pt x="367812" y="277782"/>
                </a:lnTo>
                <a:cubicBezTo>
                  <a:pt x="367812" y="276284"/>
                  <a:pt x="366461" y="274936"/>
                  <a:pt x="364959" y="274936"/>
                </a:cubicBezTo>
                <a:cubicBezTo>
                  <a:pt x="363458" y="274936"/>
                  <a:pt x="362257" y="276284"/>
                  <a:pt x="362257" y="277782"/>
                </a:cubicBezTo>
                <a:lnTo>
                  <a:pt x="361656" y="381894"/>
                </a:lnTo>
                <a:cubicBezTo>
                  <a:pt x="361656" y="389684"/>
                  <a:pt x="355351" y="395975"/>
                  <a:pt x="347544" y="395975"/>
                </a:cubicBezTo>
                <a:lnTo>
                  <a:pt x="347393" y="395975"/>
                </a:lnTo>
                <a:cubicBezTo>
                  <a:pt x="339586" y="395975"/>
                  <a:pt x="333281" y="389534"/>
                  <a:pt x="333281" y="381744"/>
                </a:cubicBezTo>
                <a:lnTo>
                  <a:pt x="333881" y="277633"/>
                </a:lnTo>
                <a:cubicBezTo>
                  <a:pt x="333881" y="259207"/>
                  <a:pt x="349045" y="244227"/>
                  <a:pt x="367511" y="244227"/>
                </a:cubicBezTo>
                <a:close/>
                <a:moveTo>
                  <a:pt x="201525" y="244227"/>
                </a:moveTo>
                <a:lnTo>
                  <a:pt x="277906" y="244227"/>
                </a:lnTo>
                <a:cubicBezTo>
                  <a:pt x="296213" y="244227"/>
                  <a:pt x="311370" y="259207"/>
                  <a:pt x="311520" y="277633"/>
                </a:cubicBezTo>
                <a:lnTo>
                  <a:pt x="311970" y="381744"/>
                </a:lnTo>
                <a:cubicBezTo>
                  <a:pt x="311970" y="389534"/>
                  <a:pt x="305667" y="395975"/>
                  <a:pt x="297864" y="395975"/>
                </a:cubicBezTo>
                <a:lnTo>
                  <a:pt x="297714" y="395975"/>
                </a:lnTo>
                <a:cubicBezTo>
                  <a:pt x="289911" y="395975"/>
                  <a:pt x="283608" y="389684"/>
                  <a:pt x="283608" y="381894"/>
                </a:cubicBezTo>
                <a:lnTo>
                  <a:pt x="283008" y="277782"/>
                </a:lnTo>
                <a:cubicBezTo>
                  <a:pt x="283008" y="276135"/>
                  <a:pt x="281657" y="274786"/>
                  <a:pt x="280007" y="274786"/>
                </a:cubicBezTo>
                <a:cubicBezTo>
                  <a:pt x="278356" y="274786"/>
                  <a:pt x="277156" y="276135"/>
                  <a:pt x="277156" y="277782"/>
                </a:cubicBezTo>
                <a:cubicBezTo>
                  <a:pt x="277156" y="419944"/>
                  <a:pt x="277456" y="291115"/>
                  <a:pt x="277456" y="516116"/>
                </a:cubicBezTo>
                <a:cubicBezTo>
                  <a:pt x="277456" y="525553"/>
                  <a:pt x="269803" y="533193"/>
                  <a:pt x="260349" y="533193"/>
                </a:cubicBezTo>
                <a:cubicBezTo>
                  <a:pt x="250895" y="533193"/>
                  <a:pt x="243242" y="525553"/>
                  <a:pt x="243242" y="516116"/>
                </a:cubicBezTo>
                <a:lnTo>
                  <a:pt x="243242" y="380096"/>
                </a:lnTo>
                <a:lnTo>
                  <a:pt x="235889" y="380096"/>
                </a:lnTo>
                <a:lnTo>
                  <a:pt x="235889" y="516116"/>
                </a:lnTo>
                <a:cubicBezTo>
                  <a:pt x="235889" y="525553"/>
                  <a:pt x="228386" y="533193"/>
                  <a:pt x="218932" y="533193"/>
                </a:cubicBezTo>
                <a:cubicBezTo>
                  <a:pt x="209478" y="533193"/>
                  <a:pt x="201825" y="525553"/>
                  <a:pt x="201825" y="516116"/>
                </a:cubicBezTo>
                <a:lnTo>
                  <a:pt x="201825" y="380096"/>
                </a:lnTo>
                <a:lnTo>
                  <a:pt x="201825" y="277782"/>
                </a:lnTo>
                <a:cubicBezTo>
                  <a:pt x="201825" y="276284"/>
                  <a:pt x="200624" y="274936"/>
                  <a:pt x="199124" y="274936"/>
                </a:cubicBezTo>
                <a:cubicBezTo>
                  <a:pt x="197623" y="274936"/>
                  <a:pt x="196423" y="276284"/>
                  <a:pt x="196423" y="277782"/>
                </a:cubicBezTo>
                <a:lnTo>
                  <a:pt x="195822" y="381894"/>
                </a:lnTo>
                <a:cubicBezTo>
                  <a:pt x="195822" y="389684"/>
                  <a:pt x="189370" y="395975"/>
                  <a:pt x="181567" y="395975"/>
                </a:cubicBezTo>
                <a:cubicBezTo>
                  <a:pt x="173763" y="395975"/>
                  <a:pt x="167311" y="389534"/>
                  <a:pt x="167461" y="381744"/>
                </a:cubicBezTo>
                <a:lnTo>
                  <a:pt x="167911" y="277633"/>
                </a:lnTo>
                <a:cubicBezTo>
                  <a:pt x="168061" y="259207"/>
                  <a:pt x="183067" y="244227"/>
                  <a:pt x="201525" y="244227"/>
                </a:cubicBezTo>
                <a:close/>
                <a:moveTo>
                  <a:pt x="34214" y="244227"/>
                </a:moveTo>
                <a:lnTo>
                  <a:pt x="110445" y="244227"/>
                </a:lnTo>
                <a:cubicBezTo>
                  <a:pt x="128902" y="244227"/>
                  <a:pt x="143908" y="259207"/>
                  <a:pt x="144059" y="277633"/>
                </a:cubicBezTo>
                <a:lnTo>
                  <a:pt x="144509" y="381744"/>
                </a:lnTo>
                <a:cubicBezTo>
                  <a:pt x="144659" y="389534"/>
                  <a:pt x="138206" y="395975"/>
                  <a:pt x="130403" y="395975"/>
                </a:cubicBezTo>
                <a:cubicBezTo>
                  <a:pt x="122600" y="395975"/>
                  <a:pt x="116147" y="389684"/>
                  <a:pt x="116147" y="381894"/>
                </a:cubicBezTo>
                <a:lnTo>
                  <a:pt x="115697" y="277782"/>
                </a:lnTo>
                <a:cubicBezTo>
                  <a:pt x="115547" y="276135"/>
                  <a:pt x="114346" y="274786"/>
                  <a:pt x="112696" y="274786"/>
                </a:cubicBezTo>
                <a:cubicBezTo>
                  <a:pt x="111045" y="274786"/>
                  <a:pt x="109694" y="276135"/>
                  <a:pt x="109694" y="277782"/>
                </a:cubicBezTo>
                <a:cubicBezTo>
                  <a:pt x="109694" y="343695"/>
                  <a:pt x="109995" y="452450"/>
                  <a:pt x="109995" y="516116"/>
                </a:cubicBezTo>
                <a:cubicBezTo>
                  <a:pt x="109995" y="525553"/>
                  <a:pt x="102341" y="533193"/>
                  <a:pt x="92888" y="533193"/>
                </a:cubicBezTo>
                <a:cubicBezTo>
                  <a:pt x="83584" y="533193"/>
                  <a:pt x="75931" y="525553"/>
                  <a:pt x="75931" y="516116"/>
                </a:cubicBezTo>
                <a:lnTo>
                  <a:pt x="75931" y="380096"/>
                </a:lnTo>
                <a:lnTo>
                  <a:pt x="68578" y="380096"/>
                </a:lnTo>
                <a:lnTo>
                  <a:pt x="68578" y="516116"/>
                </a:lnTo>
                <a:cubicBezTo>
                  <a:pt x="68578" y="525553"/>
                  <a:pt x="60925" y="533193"/>
                  <a:pt x="51471" y="533193"/>
                </a:cubicBezTo>
                <a:cubicBezTo>
                  <a:pt x="42017" y="533193"/>
                  <a:pt x="34364" y="525553"/>
                  <a:pt x="34364" y="516116"/>
                </a:cubicBezTo>
                <a:lnTo>
                  <a:pt x="34364" y="380096"/>
                </a:lnTo>
                <a:lnTo>
                  <a:pt x="34364" y="277782"/>
                </a:lnTo>
                <a:cubicBezTo>
                  <a:pt x="34364" y="276284"/>
                  <a:pt x="33163" y="275086"/>
                  <a:pt x="31663" y="275086"/>
                </a:cubicBezTo>
                <a:cubicBezTo>
                  <a:pt x="30162" y="274936"/>
                  <a:pt x="28962" y="276284"/>
                  <a:pt x="28962" y="277782"/>
                </a:cubicBezTo>
                <a:lnTo>
                  <a:pt x="28361" y="381894"/>
                </a:lnTo>
                <a:cubicBezTo>
                  <a:pt x="28361" y="389684"/>
                  <a:pt x="22059" y="395975"/>
                  <a:pt x="14256" y="395975"/>
                </a:cubicBezTo>
                <a:lnTo>
                  <a:pt x="14106" y="395975"/>
                </a:lnTo>
                <a:cubicBezTo>
                  <a:pt x="6302" y="395975"/>
                  <a:pt x="0" y="389534"/>
                  <a:pt x="0" y="381744"/>
                </a:cubicBezTo>
                <a:lnTo>
                  <a:pt x="600" y="277633"/>
                </a:lnTo>
                <a:cubicBezTo>
                  <a:pt x="600" y="259207"/>
                  <a:pt x="15756" y="244227"/>
                  <a:pt x="34214" y="244227"/>
                </a:cubicBezTo>
                <a:close/>
                <a:moveTo>
                  <a:pt x="298774" y="232090"/>
                </a:moveTo>
                <a:lnTo>
                  <a:pt x="346547" y="232090"/>
                </a:lnTo>
                <a:cubicBezTo>
                  <a:pt x="336331" y="236739"/>
                  <a:pt x="327768" y="244836"/>
                  <a:pt x="322660" y="254883"/>
                </a:cubicBezTo>
                <a:cubicBezTo>
                  <a:pt x="317552" y="244836"/>
                  <a:pt x="309140" y="236739"/>
                  <a:pt x="298774" y="232090"/>
                </a:cubicBezTo>
                <a:close/>
                <a:moveTo>
                  <a:pt x="405716" y="176061"/>
                </a:moveTo>
                <a:cubicBezTo>
                  <a:pt x="421987" y="176061"/>
                  <a:pt x="435177" y="189204"/>
                  <a:pt x="435177" y="205417"/>
                </a:cubicBezTo>
                <a:cubicBezTo>
                  <a:pt x="435177" y="221630"/>
                  <a:pt x="421987" y="234773"/>
                  <a:pt x="405716" y="234773"/>
                </a:cubicBezTo>
                <a:cubicBezTo>
                  <a:pt x="389445" y="234773"/>
                  <a:pt x="376255" y="221630"/>
                  <a:pt x="376255" y="205417"/>
                </a:cubicBezTo>
                <a:cubicBezTo>
                  <a:pt x="376255" y="189204"/>
                  <a:pt x="389445" y="176061"/>
                  <a:pt x="405716" y="176061"/>
                </a:cubicBezTo>
                <a:close/>
                <a:moveTo>
                  <a:pt x="239817" y="176061"/>
                </a:moveTo>
                <a:cubicBezTo>
                  <a:pt x="256049" y="176061"/>
                  <a:pt x="269208" y="189204"/>
                  <a:pt x="269208" y="205417"/>
                </a:cubicBezTo>
                <a:cubicBezTo>
                  <a:pt x="269208" y="221630"/>
                  <a:pt x="256049" y="234773"/>
                  <a:pt x="239817" y="234773"/>
                </a:cubicBezTo>
                <a:cubicBezTo>
                  <a:pt x="223585" y="234773"/>
                  <a:pt x="210426" y="221630"/>
                  <a:pt x="210426" y="205417"/>
                </a:cubicBezTo>
                <a:cubicBezTo>
                  <a:pt x="210426" y="189204"/>
                  <a:pt x="223585" y="176061"/>
                  <a:pt x="239817" y="176061"/>
                </a:cubicBezTo>
                <a:close/>
                <a:moveTo>
                  <a:pt x="72325" y="176061"/>
                </a:moveTo>
                <a:cubicBezTo>
                  <a:pt x="88687" y="176061"/>
                  <a:pt x="101897" y="189241"/>
                  <a:pt x="101897" y="205416"/>
                </a:cubicBezTo>
                <a:cubicBezTo>
                  <a:pt x="101897" y="221592"/>
                  <a:pt x="88687" y="234772"/>
                  <a:pt x="72325" y="234772"/>
                </a:cubicBezTo>
                <a:cubicBezTo>
                  <a:pt x="56113" y="234772"/>
                  <a:pt x="42904" y="221592"/>
                  <a:pt x="42904" y="205416"/>
                </a:cubicBezTo>
                <a:cubicBezTo>
                  <a:pt x="42904" y="189241"/>
                  <a:pt x="55963" y="176061"/>
                  <a:pt x="72325" y="176061"/>
                </a:cubicBezTo>
                <a:close/>
                <a:moveTo>
                  <a:pt x="1200" y="56241"/>
                </a:moveTo>
                <a:lnTo>
                  <a:pt x="384613" y="56241"/>
                </a:lnTo>
                <a:cubicBezTo>
                  <a:pt x="505414" y="56241"/>
                  <a:pt x="603405" y="154058"/>
                  <a:pt x="603405" y="274494"/>
                </a:cubicBezTo>
                <a:cubicBezTo>
                  <a:pt x="603405" y="308947"/>
                  <a:pt x="575493" y="336809"/>
                  <a:pt x="540979" y="336809"/>
                </a:cubicBezTo>
                <a:lnTo>
                  <a:pt x="494459" y="336809"/>
                </a:lnTo>
                <a:lnTo>
                  <a:pt x="494159" y="277490"/>
                </a:lnTo>
                <a:cubicBezTo>
                  <a:pt x="494009" y="257417"/>
                  <a:pt x="482004" y="240041"/>
                  <a:pt x="464747" y="232102"/>
                </a:cubicBezTo>
                <a:lnTo>
                  <a:pt x="551333" y="232102"/>
                </a:lnTo>
                <a:lnTo>
                  <a:pt x="551483" y="232102"/>
                </a:lnTo>
                <a:cubicBezTo>
                  <a:pt x="553884" y="232102"/>
                  <a:pt x="556285" y="230753"/>
                  <a:pt x="557636" y="228806"/>
                </a:cubicBezTo>
                <a:cubicBezTo>
                  <a:pt x="558986" y="226709"/>
                  <a:pt x="559136" y="224013"/>
                  <a:pt x="558236" y="221766"/>
                </a:cubicBezTo>
                <a:cubicBezTo>
                  <a:pt x="550283" y="203790"/>
                  <a:pt x="531825" y="165892"/>
                  <a:pt x="504663" y="136532"/>
                </a:cubicBezTo>
                <a:cubicBezTo>
                  <a:pt x="481704" y="111666"/>
                  <a:pt x="449440" y="97585"/>
                  <a:pt x="415676" y="97585"/>
                </a:cubicBezTo>
                <a:lnTo>
                  <a:pt x="397968" y="97585"/>
                </a:lnTo>
                <a:lnTo>
                  <a:pt x="397968" y="159900"/>
                </a:lnTo>
                <a:cubicBezTo>
                  <a:pt x="383712" y="162297"/>
                  <a:pt x="371707" y="171284"/>
                  <a:pt x="364954" y="183568"/>
                </a:cubicBezTo>
                <a:lnTo>
                  <a:pt x="364954" y="97585"/>
                </a:lnTo>
                <a:lnTo>
                  <a:pt x="174223" y="97585"/>
                </a:lnTo>
                <a:lnTo>
                  <a:pt x="174223" y="232102"/>
                </a:lnTo>
                <a:lnTo>
                  <a:pt x="180526" y="232102"/>
                </a:lnTo>
                <a:cubicBezTo>
                  <a:pt x="178425" y="233150"/>
                  <a:pt x="176324" y="234199"/>
                  <a:pt x="174223" y="235547"/>
                </a:cubicBezTo>
                <a:cubicBezTo>
                  <a:pt x="166420" y="240640"/>
                  <a:pt x="159967" y="247830"/>
                  <a:pt x="156065" y="256369"/>
                </a:cubicBezTo>
                <a:cubicBezTo>
                  <a:pt x="152614" y="249178"/>
                  <a:pt x="147512" y="242887"/>
                  <a:pt x="141209" y="238093"/>
                </a:cubicBezTo>
                <a:cubicBezTo>
                  <a:pt x="138208" y="235697"/>
                  <a:pt x="134906" y="233749"/>
                  <a:pt x="131455" y="232102"/>
                </a:cubicBezTo>
                <a:lnTo>
                  <a:pt x="141209" y="232102"/>
                </a:lnTo>
                <a:lnTo>
                  <a:pt x="141209" y="97585"/>
                </a:lnTo>
                <a:lnTo>
                  <a:pt x="1200" y="97585"/>
                </a:lnTo>
                <a:close/>
                <a:moveTo>
                  <a:pt x="30337" y="0"/>
                </a:moveTo>
                <a:lnTo>
                  <a:pt x="450496" y="0"/>
                </a:lnTo>
                <a:cubicBezTo>
                  <a:pt x="459649" y="0"/>
                  <a:pt x="467002" y="7356"/>
                  <a:pt x="467002" y="16512"/>
                </a:cubicBezTo>
                <a:cubicBezTo>
                  <a:pt x="467002" y="25669"/>
                  <a:pt x="459649" y="33025"/>
                  <a:pt x="450496" y="33025"/>
                </a:cubicBezTo>
                <a:lnTo>
                  <a:pt x="30337" y="33025"/>
                </a:lnTo>
                <a:cubicBezTo>
                  <a:pt x="21184" y="33025"/>
                  <a:pt x="13831" y="25669"/>
                  <a:pt x="13831" y="16512"/>
                </a:cubicBezTo>
                <a:cubicBezTo>
                  <a:pt x="13831" y="7356"/>
                  <a:pt x="21184" y="0"/>
                  <a:pt x="3033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C:/Users/TXY/Desktop/图片1.png图片1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6826250" y="200660"/>
            <a:ext cx="3433445" cy="6497955"/>
          </a:xfrm>
          <a:prstGeom prst="rect">
            <a:avLst/>
          </a:prstGeom>
          <a:ln w="88900" cap="sq" cmpd="thickThin">
            <a:noFill/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3" name="文本框 2"/>
          <p:cNvSpPr txBox="1"/>
          <p:nvPr>
            <p:custDataLst>
              <p:tags r:id="rId17"/>
            </p:custDataLst>
          </p:nvPr>
        </p:nvSpPr>
        <p:spPr>
          <a:xfrm>
            <a:off x="2770505" y="2346325"/>
            <a:ext cx="4370070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准备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43"/>
          <p:cNvSpPr/>
          <p:nvPr>
            <p:custDataLst>
              <p:tags r:id="rId18"/>
            </p:custDataLst>
          </p:nvPr>
        </p:nvSpPr>
        <p:spPr>
          <a:xfrm>
            <a:off x="1898015" y="4328795"/>
            <a:ext cx="723265" cy="4114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sz="1600" b="1" spc="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>
            <p:custDataLst>
              <p:tags r:id="rId19"/>
            </p:custDataLst>
          </p:nvPr>
        </p:nvSpPr>
        <p:spPr>
          <a:xfrm>
            <a:off x="8143875" y="4413250"/>
            <a:ext cx="1311275" cy="25400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>
            <p:custDataLst>
              <p:tags r:id="rId20"/>
            </p:custDataLst>
          </p:nvPr>
        </p:nvSpPr>
        <p:spPr>
          <a:xfrm>
            <a:off x="7799070" y="2468880"/>
            <a:ext cx="1311275" cy="25400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2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8" grpId="0" bldLvl="0" animBg="1"/>
      <p:bldP spid="3" grpId="1"/>
      <p:bldP spid="38" grpId="1" animBg="1"/>
      <p:bldP spid="28" grpId="0"/>
      <p:bldP spid="30" grpId="0" bldLvl="0" animBg="1"/>
      <p:bldP spid="28" grpId="1"/>
      <p:bldP spid="30" grpId="1" animBg="1"/>
      <p:bldP spid="37" grpId="0"/>
      <p:bldP spid="4" grpId="0" bldLvl="0" animBg="1"/>
      <p:bldP spid="37" grpId="1"/>
      <p:bldP spid="4" grpId="1" animBg="1"/>
      <p:bldP spid="46" grpId="0"/>
      <p:bldP spid="47" grpId="0" bldLvl="0" animBg="1"/>
      <p:bldP spid="46" grpId="1"/>
      <p:bldP spid="47" grpId="1" animBg="1"/>
      <p:bldP spid="5" grpId="0" bldLvl="0" animBg="1"/>
      <p:bldP spid="5" grpId="1" animBg="1"/>
      <p:bldP spid="6" grpId="0" bldLvl="0" animBg="1"/>
      <p:bldP spid="6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224915" y="1918970"/>
            <a:ext cx="915987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数据库</a:t>
            </a:r>
            <a:r>
              <a:rPr lang="en-US" altLang="zh-CN" sz="2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DuDaInfo</a:t>
            </a:r>
            <a:r>
              <a:rPr lang="zh-CN" altLang="en-US" sz="2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，商品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product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。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64590" y="1084580"/>
            <a:ext cx="31032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1.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数据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准备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Isosceles Triangle 2_1"/>
          <p:cNvSpPr/>
          <p:nvPr>
            <p:custDataLst>
              <p:tags r:id="rId4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圆角矩形 8"/>
          <p:cNvSpPr/>
          <p:nvPr>
            <p:custDataLst>
              <p:tags r:id="rId5"/>
            </p:custDataLst>
          </p:nvPr>
        </p:nvSpPr>
        <p:spPr>
          <a:xfrm>
            <a:off x="4427855" y="5038725"/>
            <a:ext cx="2753360" cy="487045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id</a:t>
            </a: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为主码、</a:t>
            </a: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自增</a:t>
            </a:r>
            <a:endParaRPr lang="zh-CN" altLang="en-US" sz="2400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379220" y="2618105"/>
            <a:ext cx="9174480" cy="2148840"/>
            <a:chOff x="2172" y="4473"/>
            <a:chExt cx="14448" cy="3384"/>
          </a:xfrm>
        </p:grpSpPr>
        <p:pic>
          <p:nvPicPr>
            <p:cNvPr id="10" name="图片 1"/>
            <p:cNvPicPr>
              <a:picLocks noChangeAspect="1"/>
            </p:cNvPicPr>
            <p:nvPr/>
          </p:nvPicPr>
          <p:blipFill rotWithShape="1">
            <a:blip r:embed="rId6"/>
            <a:stretch>
              <a:fillRect/>
            </a:stretch>
          </p:blipFill>
          <p:spPr>
            <a:xfrm>
              <a:off x="2172" y="4473"/>
              <a:ext cx="14449" cy="3385"/>
            </a:xfrm>
            <a:prstGeom prst="rect">
              <a:avLst/>
            </a:prstGeom>
            <a:ln w="88900" cap="sq" cmpd="thickThin">
              <a:solidFill>
                <a:srgbClr val="4C944C"/>
              </a:solidFill>
              <a:prstDash val="solid"/>
              <a:miter lim="800000"/>
              <a:headEnd/>
              <a:tailEnd/>
            </a:ln>
            <a:effectLst>
              <a:innerShdw blurRad="76200">
                <a:srgbClr val="000000"/>
              </a:innerShdw>
            </a:effectLst>
          </p:spPr>
        </p:pic>
        <p:sp>
          <p:nvSpPr>
            <p:cNvPr id="11" name="矩形 10"/>
            <p:cNvSpPr/>
            <p:nvPr/>
          </p:nvSpPr>
          <p:spPr>
            <a:xfrm>
              <a:off x="5381" y="4526"/>
              <a:ext cx="685" cy="3227"/>
            </a:xfrm>
            <a:prstGeom prst="rect">
              <a:avLst/>
            </a:prstGeom>
            <a:noFill/>
            <a:ln w="57150">
              <a:solidFill>
                <a:srgbClr val="F9F9F9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9" grpId="0" bldLvl="0" animBg="1"/>
      <p:bldP spid="9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8829675" y="4516755"/>
            <a:ext cx="1510665" cy="52197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28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admin.js</a:t>
            </a:r>
            <a:endParaRPr lang="en-US" altLang="zh-CN" sz="2800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8126730" y="4552950"/>
            <a:ext cx="384810" cy="50165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2665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02</a:t>
            </a:r>
            <a:endParaRPr lang="en-US" altLang="zh-CN" sz="2665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任意多边形 13"/>
          <p:cNvSpPr/>
          <p:nvPr>
            <p:custDataLst>
              <p:tags r:id="rId5"/>
            </p:custDataLst>
          </p:nvPr>
        </p:nvSpPr>
        <p:spPr>
          <a:xfrm>
            <a:off x="8020050" y="4518025"/>
            <a:ext cx="614680" cy="614680"/>
          </a:xfrm>
          <a:custGeom>
            <a:avLst/>
            <a:gdLst>
              <a:gd name="connsiteX0" fmla="*/ 230458 w 460916"/>
              <a:gd name="connsiteY0" fmla="*/ 26429 h 460916"/>
              <a:gd name="connsiteX1" fmla="*/ 26429 w 460916"/>
              <a:gd name="connsiteY1" fmla="*/ 230458 h 460916"/>
              <a:gd name="connsiteX2" fmla="*/ 230458 w 460916"/>
              <a:gd name="connsiteY2" fmla="*/ 434487 h 460916"/>
              <a:gd name="connsiteX3" fmla="*/ 434487 w 460916"/>
              <a:gd name="connsiteY3" fmla="*/ 230458 h 460916"/>
              <a:gd name="connsiteX4" fmla="*/ 230458 w 460916"/>
              <a:gd name="connsiteY4" fmla="*/ 26429 h 460916"/>
              <a:gd name="connsiteX5" fmla="*/ 230458 w 460916"/>
              <a:gd name="connsiteY5" fmla="*/ 0 h 460916"/>
              <a:gd name="connsiteX6" fmla="*/ 460916 w 460916"/>
              <a:gd name="connsiteY6" fmla="*/ 230458 h 460916"/>
              <a:gd name="connsiteX7" fmla="*/ 230458 w 460916"/>
              <a:gd name="connsiteY7" fmla="*/ 460916 h 460916"/>
              <a:gd name="connsiteX8" fmla="*/ 0 w 460916"/>
              <a:gd name="connsiteY8" fmla="*/ 230458 h 460916"/>
              <a:gd name="connsiteX9" fmla="*/ 230458 w 460916"/>
              <a:gd name="connsiteY9" fmla="*/ 0 h 460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0916" h="460916">
                <a:moveTo>
                  <a:pt x="230458" y="26429"/>
                </a:moveTo>
                <a:cubicBezTo>
                  <a:pt x="117776" y="26429"/>
                  <a:pt x="26429" y="117776"/>
                  <a:pt x="26429" y="230458"/>
                </a:cubicBezTo>
                <a:cubicBezTo>
                  <a:pt x="26429" y="343140"/>
                  <a:pt x="117776" y="434487"/>
                  <a:pt x="230458" y="434487"/>
                </a:cubicBezTo>
                <a:cubicBezTo>
                  <a:pt x="343140" y="434487"/>
                  <a:pt x="434487" y="343140"/>
                  <a:pt x="434487" y="230458"/>
                </a:cubicBezTo>
                <a:cubicBezTo>
                  <a:pt x="434487" y="117776"/>
                  <a:pt x="343140" y="26429"/>
                  <a:pt x="230458" y="26429"/>
                </a:cubicBezTo>
                <a:close/>
                <a:moveTo>
                  <a:pt x="230458" y="0"/>
                </a:moveTo>
                <a:cubicBezTo>
                  <a:pt x="357736" y="0"/>
                  <a:pt x="460916" y="103180"/>
                  <a:pt x="460916" y="230458"/>
                </a:cubicBezTo>
                <a:cubicBezTo>
                  <a:pt x="460916" y="357736"/>
                  <a:pt x="357736" y="460916"/>
                  <a:pt x="230458" y="460916"/>
                </a:cubicBezTo>
                <a:cubicBezTo>
                  <a:pt x="103180" y="460916"/>
                  <a:pt x="0" y="357736"/>
                  <a:pt x="0" y="230458"/>
                </a:cubicBezTo>
                <a:cubicBezTo>
                  <a:pt x="0" y="103180"/>
                  <a:pt x="103180" y="0"/>
                  <a:pt x="23045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6"/>
            </p:custDataLst>
          </p:nvPr>
        </p:nvSpPr>
        <p:spPr>
          <a:xfrm>
            <a:off x="1164590" y="1084580"/>
            <a:ext cx="31032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2. </a:t>
            </a:r>
            <a:r>
              <a:rPr sz="2400" b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编写路由代码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8" name="图片 7" descr="C:/Users/TXY/Desktop/图片10.png图片1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l="6224" t="-302"/>
          <a:stretch>
            <a:fillRect/>
          </a:stretch>
        </p:blipFill>
        <p:spPr>
          <a:xfrm>
            <a:off x="1224915" y="1619250"/>
            <a:ext cx="2839085" cy="5036820"/>
          </a:xfrm>
          <a:prstGeom prst="rect">
            <a:avLst/>
          </a:prstGeom>
          <a:ln>
            <a:solidFill>
              <a:schemeClr val="accent5"/>
            </a:solidFill>
          </a:ln>
        </p:spPr>
      </p:pic>
      <p:sp>
        <p:nvSpPr>
          <p:cNvPr id="18" name="矩形 17"/>
          <p:cNvSpPr/>
          <p:nvPr>
            <p:custDataLst>
              <p:tags r:id="rId9"/>
            </p:custDataLst>
          </p:nvPr>
        </p:nvSpPr>
        <p:spPr>
          <a:xfrm>
            <a:off x="1934845" y="1918970"/>
            <a:ext cx="1563370" cy="30226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Isosceles Triangle 2_1"/>
          <p:cNvSpPr/>
          <p:nvPr>
            <p:custDataLst>
              <p:tags r:id="rId10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4664075" y="1582222"/>
            <a:ext cx="6112169" cy="2332553"/>
            <a:chOff x="7345" y="2732"/>
            <a:chExt cx="9625" cy="3673"/>
          </a:xfrm>
        </p:grpSpPr>
        <p:sp>
          <p:nvSpPr>
            <p:cNvPr id="9" name="文本框 8"/>
            <p:cNvSpPr txBox="1"/>
            <p:nvPr>
              <p:custDataLst>
                <p:tags r:id="rId11"/>
              </p:custDataLst>
            </p:nvPr>
          </p:nvSpPr>
          <p:spPr>
            <a:xfrm>
              <a:off x="7345" y="3661"/>
              <a:ext cx="9625" cy="2744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p>
              <a:pPr indent="0" algn="l" fontAlgn="auto">
                <a:lnSpc>
                  <a:spcPct val="150000"/>
                </a:lnSpc>
              </a:pP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两种情况（区别在于地址栏是否有参数）：</a:t>
              </a:r>
              <a:endPara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algn="l" fontAlgn="auto">
                <a:lnSpc>
                  <a:spcPct val="150000"/>
                </a:lnSpc>
              </a:pPr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“</a:t>
              </a:r>
              <a:r>
                <a:rPr 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/product"--</a:t>
              </a: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默认查询第</a:t>
              </a:r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1</a:t>
              </a: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页的商品数据</a:t>
              </a:r>
              <a:endPara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algn="l" fontAlgn="auto">
                <a:lnSpc>
                  <a:spcPct val="150000"/>
                </a:lnSpc>
              </a:pPr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“/product?page=3”--</a:t>
              </a: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查询第</a:t>
              </a:r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3</a:t>
              </a: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页的商品</a:t>
              </a: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数据</a:t>
              </a:r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</a:t>
              </a:r>
              <a:endParaRPr lang="en-US" altLang="zh-CN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algn="l" fontAlgn="auto">
                <a:lnSpc>
                  <a:spcPct val="150000"/>
                </a:lnSpc>
              </a:pP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将</a:t>
              </a: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分页查询结果发送到模板引擎</a:t>
              </a:r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index.ejs</a:t>
              </a:r>
              <a:endParaRPr lang="zh-CN" altLang="en-US" kern="0" spc="0" dirty="0">
                <a:ln>
                  <a:noFill/>
                  <a:prstDash val="sysDot"/>
                </a:ln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12"/>
              </p:custDataLst>
            </p:nvPr>
          </p:nvSpPr>
          <p:spPr>
            <a:xfrm>
              <a:off x="7345" y="2732"/>
              <a:ext cx="9625" cy="546"/>
            </a:xfrm>
            <a:prstGeom prst="rect">
              <a:avLst/>
            </a:prstGeom>
            <a:noFill/>
          </p:spPr>
          <p:txBody>
            <a:bodyPr wrap="square" lIns="0" tIns="0" rIns="0" bIns="0" anchor="b" anchorCtr="0">
              <a:noAutofit/>
            </a:bodyPr>
            <a:p>
              <a:r>
                <a:rPr lang="en-US" altLang="zh-CN" sz="2400" b="1" dirty="0">
                  <a:solidFill>
                    <a:schemeClr val="tx1"/>
                  </a:solidFill>
                </a:rPr>
                <a:t>routes/</a:t>
              </a:r>
              <a:r>
                <a:rPr lang="en-US" altLang="zh-CN" sz="2400" b="1" dirty="0">
                  <a:solidFill>
                    <a:schemeClr val="tx1"/>
                  </a:solidFill>
                </a:rPr>
                <a:t>admin.js</a:t>
              </a:r>
              <a:endParaRPr lang="en-US" altLang="zh-CN" sz="2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4679950" y="3947795"/>
            <a:ext cx="6641465" cy="2630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分页查询的五个要素：</a:t>
            </a:r>
            <a:endParaRPr lang="zh-CN" altLang="en-US" sz="20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zh-CN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1．数据表中的记录总数--</a:t>
            </a:r>
            <a:r>
              <a: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表中统计查询得到</a:t>
            </a:r>
            <a:endParaRPr lang="en-US" altLang="zh-CN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zh-CN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2．每页要显示的记录条数--</a:t>
            </a:r>
            <a:r>
              <a: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根据页面模板布局设置</a:t>
            </a:r>
            <a:endParaRPr lang="en-US" altLang="zh-CN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zh-CN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3．</a:t>
            </a:r>
            <a:r>
              <a: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页码</a:t>
            </a:r>
            <a:r>
              <a:rPr lang="en-US" altLang="zh-CN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导航--</a:t>
            </a:r>
            <a:r>
              <a: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模板页根据计算得到页码个数设置页</a:t>
            </a:r>
            <a:r>
              <a: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码超链接</a:t>
            </a:r>
            <a:endParaRPr lang="en-US" altLang="zh-CN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zh-CN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4．当前访问页码--</a:t>
            </a:r>
            <a:r>
              <a: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根据用户的页</a:t>
            </a:r>
            <a:r>
              <a: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码点击得到</a:t>
            </a:r>
            <a:endParaRPr lang="zh-CN" altLang="en-US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zh-CN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5.  </a:t>
            </a:r>
            <a:r>
              <a: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分页查询数据</a:t>
            </a:r>
            <a:r>
              <a:rPr lang="en-US" altLang="zh-CN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--</a:t>
            </a:r>
            <a:r>
              <a: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根据当前访问页</a:t>
            </a:r>
            <a:r>
              <a: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码使用</a:t>
            </a:r>
            <a:r>
              <a:rPr lang="en-US" altLang="zh-CN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limit</a:t>
            </a:r>
            <a:r>
              <a: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子句查询</a:t>
            </a:r>
            <a:r>
              <a: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返回</a:t>
            </a:r>
            <a:endParaRPr lang="zh-CN" altLang="en-US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4" grpId="0" animBg="1"/>
      <p:bldP spid="7" grpId="1"/>
      <p:bldP spid="13" grpId="1"/>
      <p:bldP spid="14" grpId="1" animBg="1"/>
      <p:bldP spid="16" grpId="0"/>
      <p:bldP spid="16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>
            <p:custDataLst>
              <p:tags r:id="rId3"/>
            </p:custDataLst>
          </p:nvPr>
        </p:nvSpPr>
        <p:spPr>
          <a:xfrm>
            <a:off x="3073400" y="414655"/>
            <a:ext cx="8953500" cy="6239510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5" name="圆角矩形 25"/>
          <p:cNvSpPr/>
          <p:nvPr>
            <p:custDataLst>
              <p:tags r:id="rId4"/>
            </p:custDataLst>
          </p:nvPr>
        </p:nvSpPr>
        <p:spPr>
          <a:xfrm>
            <a:off x="3077210" y="414655"/>
            <a:ext cx="8986520" cy="6239510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076575" y="489585"/>
            <a:ext cx="8981440" cy="58788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router.get("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/product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",function (req,res, next) { 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//分页显示商品列表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var sumSQL = "select count(*) as recordCount from product";  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db.conn.query(sumSQL,function(err,result){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if(err) return console.log(err);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console.log(result);  // 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[{ recordCount:12}],数组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algn="l">
              <a:buClrTx/>
              <a:buSzTx/>
              <a:buFontTx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var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recordCount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= result[0].recordCount;  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//取得了查询到的记录总数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，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 altLang="zh-CN" sz="1400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要素1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var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pageSize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=3;  //定义每页显示多少条  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// </a:t>
            </a:r>
            <a:r>
              <a:rPr lang="en-US" altLang="zh-CN" sz="1400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要素2</a:t>
            </a:r>
            <a:endParaRPr lang="en-US" altLang="zh-CN" sz="1400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algn="l">
              <a:buClrTx/>
              <a:buSzTx/>
              <a:buFontTx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var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pageCount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= Math.ceil(recordCount / pageSize);  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//计算页码个数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，</a:t>
            </a:r>
            <a:r>
              <a:rPr lang="en-US" altLang="zh-CN" sz="1400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要素3</a:t>
            </a:r>
            <a:endParaRPr lang="en-US" altLang="zh-CN" sz="1400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//获取地址栏中参数page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algn="l">
              <a:buClrTx/>
              <a:buSzTx/>
              <a:buFontTx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var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page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= req.query.page || 1;   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//第一次打开页面时，取得空值，默认取1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，</a:t>
            </a:r>
            <a:r>
              <a:rPr lang="en-US" altLang="zh-CN" sz="1400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要素4</a:t>
            </a:r>
            <a:endParaRPr lang="en-US" altLang="zh-CN" sz="1400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var start = (page-1) * pageSize;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//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按照当前页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码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查询该页数据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，</a:t>
            </a:r>
            <a:r>
              <a:rPr lang="en-US" altLang="zh-CN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要素5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algn="l">
              <a:buClrTx/>
              <a:buSzTx/>
              <a:buFontTx/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var </a:t>
            </a:r>
            <a:r>
              <a:rPr lang="en-US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strSQL 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"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select * from product order by id desc limit " + start + "," +pageSize;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endParaRPr lang="en-US" altLang="zh-CN" sz="1400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db.conn.query(strSQL, function (err, result) {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if(err){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console.log('[SELECT ERROR] - ',err.message);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return;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}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</a:t>
            </a: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res.render("product/index",{list: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result</a:t>
            </a: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,yemashu: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pageCount</a:t>
            </a: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,page: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page</a:t>
            </a:r>
            <a:r>
              <a: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});   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});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});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});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335655" y="2157730"/>
            <a:ext cx="8488045" cy="383603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04470" y="5588000"/>
            <a:ext cx="10758170" cy="977900"/>
            <a:chOff x="322" y="6006"/>
            <a:chExt cx="16942" cy="1540"/>
          </a:xfrm>
        </p:grpSpPr>
        <p:sp>
          <p:nvSpPr>
            <p:cNvPr id="69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22" y="6006"/>
              <a:ext cx="4215" cy="15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分页查询结果、总页码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数、当前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页码带到模板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prouduct/index.ejs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3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5081" y="6178"/>
              <a:ext cx="12183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4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>
              <a:off x="5081" y="6178"/>
              <a:ext cx="0" cy="84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 flipV="1">
              <a:off x="4689" y="7082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V="1">
              <a:off x="4689" y="6234"/>
              <a:ext cx="5" cy="1184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7535" y="1585595"/>
            <a:ext cx="20935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routes/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admin.js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42925" y="963930"/>
            <a:ext cx="2297430" cy="610235"/>
            <a:chOff x="855" y="151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10"/>
              </p:custDataLst>
            </p:nvPr>
          </p:nvSpPr>
          <p:spPr>
            <a:xfrm>
              <a:off x="884" y="234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1"/>
              </p:custDataLst>
            </p:nvPr>
          </p:nvSpPr>
          <p:spPr bwMode="auto">
            <a:xfrm>
              <a:off x="855" y="151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476" y="1580"/>
              <a:ext cx="22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服务</a:t>
              </a: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器代码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 rot="0">
            <a:off x="204470" y="3052445"/>
            <a:ext cx="11493500" cy="781685"/>
            <a:chOff x="322" y="4470"/>
            <a:chExt cx="18100" cy="1231"/>
          </a:xfrm>
        </p:grpSpPr>
        <p:sp>
          <p:nvSpPr>
            <p:cNvPr id="11" name="矩形 4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22" y="4470"/>
              <a:ext cx="4215" cy="120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根据当前页码</a:t>
              </a:r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进行分页查询</a:t>
              </a:r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2" name="直接连接符 5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5081" y="5661"/>
              <a:ext cx="13341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直接连接符 9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V="1">
              <a:off x="5081" y="4823"/>
              <a:ext cx="0" cy="87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直接连接符 76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 flipH="1">
              <a:off x="4689" y="4823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直接连接符 90"/>
            <p:cNvCxnSpPr>
              <a:cxnSpLocks noChangeShapeType="1"/>
            </p:cNvCxnSpPr>
            <p:nvPr>
              <p:custDataLst>
                <p:tags r:id="rId16"/>
              </p:custDataLst>
            </p:nvPr>
          </p:nvCxnSpPr>
          <p:spPr bwMode="auto">
            <a:xfrm>
              <a:off x="4689" y="4487"/>
              <a:ext cx="0" cy="1162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9" name="直接连接符 8"/>
          <p:cNvCxnSpPr/>
          <p:nvPr/>
        </p:nvCxnSpPr>
        <p:spPr>
          <a:xfrm>
            <a:off x="3276600" y="1085215"/>
            <a:ext cx="6931660" cy="0"/>
          </a:xfrm>
          <a:prstGeom prst="line">
            <a:avLst/>
          </a:prstGeom>
          <a:ln w="28575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bldLvl="0" animBg="1"/>
      <p:bldP spid="4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3"/>
            </p:custDataLst>
          </p:nvPr>
        </p:nvSpPr>
        <p:spPr>
          <a:xfrm>
            <a:off x="1141730" y="1073150"/>
            <a:ext cx="31032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3.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模板引擎解析数据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3" name="图片 2" descr="C:/Users/TXY/Desktop/图片8.png图片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/>
          <a:stretch>
            <a:fillRect/>
          </a:stretch>
        </p:blipFill>
        <p:spPr>
          <a:xfrm>
            <a:off x="4545965" y="1760855"/>
            <a:ext cx="7362190" cy="402336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圆角矩形 8"/>
          <p:cNvSpPr/>
          <p:nvPr>
            <p:custDataLst>
              <p:tags r:id="rId6"/>
            </p:custDataLst>
          </p:nvPr>
        </p:nvSpPr>
        <p:spPr>
          <a:xfrm>
            <a:off x="6473825" y="5680075"/>
            <a:ext cx="3875405" cy="594360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分页显示商品</a:t>
            </a: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列表</a:t>
            </a:r>
            <a:endParaRPr lang="zh-CN" altLang="en-US" sz="2400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" name="Isosceles Triangle 2_1"/>
          <p:cNvSpPr/>
          <p:nvPr>
            <p:custDataLst>
              <p:tags r:id="rId7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967082" y="2083471"/>
            <a:ext cx="4116622" cy="2122805"/>
            <a:chOff x="1129711" y="1676804"/>
            <a:chExt cx="4116622" cy="2122805"/>
          </a:xfrm>
        </p:grpSpPr>
        <p:sp>
          <p:nvSpPr>
            <p:cNvPr id="11" name="is1ide-Rectangle 21"/>
            <p:cNvSpPr/>
            <p:nvPr/>
          </p:nvSpPr>
          <p:spPr>
            <a:xfrm>
              <a:off x="1366625" y="1882136"/>
              <a:ext cx="2902277" cy="175114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  <a:miter lim="400000"/>
            </a:ln>
          </p:spPr>
          <p:txBody>
            <a:bodyPr anchor="ctr"/>
            <a:p>
              <a:pPr algn="ctr"/>
              <a:endParaRPr sz="7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2" name="is1ide-Rectangle: Rounded Corners 31"/>
            <p:cNvSpPr/>
            <p:nvPr/>
          </p:nvSpPr>
          <p:spPr>
            <a:xfrm rot="16200000">
              <a:off x="468344" y="2543503"/>
              <a:ext cx="1751149" cy="428415"/>
            </a:xfrm>
            <a:prstGeom prst="rect">
              <a:avLst/>
            </a:prstGeom>
            <a:solidFill>
              <a:srgbClr val="00B0F0"/>
            </a:solidFill>
            <a:ln w="12700">
              <a:miter lim="400000"/>
            </a:ln>
          </p:spPr>
          <p:txBody>
            <a:bodyPr vert="eaVert" wrap="none" lIns="33372" tIns="33372" rIns="33372" bIns="33372" anchor="ctr" anchorCtr="1">
              <a:normAutofit/>
            </a:bodyPr>
            <a:p>
              <a:pPr algn="ctr" defTabSz="1201420">
                <a:defRPr/>
              </a:pPr>
              <a:endParaRPr lang="zh-CN" altLang="en-US" sz="72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1683692" y="1676804"/>
              <a:ext cx="3562641" cy="21228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>
                <a:lnSpc>
                  <a:spcPct val="150000"/>
                </a:lnSpc>
              </a:pPr>
              <a:r>
                <a:rPr lang="en-US" altLang="zh-CN" sz="44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  </a:t>
              </a:r>
              <a:r>
                <a:rPr lang="zh-CN" altLang="en-US" sz="44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表格</a:t>
              </a:r>
              <a:endParaRPr lang="en-US" altLang="zh-CN" sz="4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44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&lt;table&gt;</a:t>
              </a:r>
              <a:endParaRPr lang="en-US" altLang="zh-CN" sz="4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967083" y="4270215"/>
            <a:ext cx="3139190" cy="1751150"/>
            <a:chOff x="1129712" y="3863548"/>
            <a:chExt cx="3139190" cy="1751150"/>
          </a:xfrm>
        </p:grpSpPr>
        <p:sp>
          <p:nvSpPr>
            <p:cNvPr id="37" name="is1ide-Rectangle 23"/>
            <p:cNvSpPr/>
            <p:nvPr/>
          </p:nvSpPr>
          <p:spPr>
            <a:xfrm>
              <a:off x="1366625" y="3863548"/>
              <a:ext cx="2902277" cy="175114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  <a:miter lim="400000"/>
            </a:ln>
          </p:spPr>
          <p:txBody>
            <a:bodyPr anchor="ctr"/>
            <a:p>
              <a:pPr algn="ctr"/>
              <a:endParaRPr sz="7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8" name="is1ide-Rectangle: Rounded Corners 33"/>
            <p:cNvSpPr/>
            <p:nvPr/>
          </p:nvSpPr>
          <p:spPr>
            <a:xfrm rot="16200000">
              <a:off x="468344" y="4524915"/>
              <a:ext cx="1751150" cy="428415"/>
            </a:xfrm>
            <a:prstGeom prst="rect">
              <a:avLst/>
            </a:prstGeom>
            <a:solidFill>
              <a:schemeClr val="accent5"/>
            </a:solidFill>
            <a:ln w="12700">
              <a:miter lim="400000"/>
            </a:ln>
          </p:spPr>
          <p:txBody>
            <a:bodyPr vert="eaVert" wrap="none" lIns="33372" tIns="33372" rIns="33372" bIns="33372" anchor="ctr" anchorCtr="1">
              <a:normAutofit/>
            </a:bodyPr>
            <a:p>
              <a:pPr algn="ctr" defTabSz="1201420">
                <a:defRPr/>
              </a:pPr>
              <a:endParaRPr lang="zh-CN" altLang="en-US" sz="72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683432" y="4165620"/>
              <a:ext cx="2300605" cy="1198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 algn="ctr" fontAlgn="auto">
                <a:lnSpc>
                  <a:spcPct val="100000"/>
                </a:lnSpc>
              </a:pPr>
              <a:r>
                <a:rPr lang="zh-CN" altLang="en-US" sz="36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表格标题</a:t>
              </a:r>
              <a:endParaRPr lang="zh-CN" altLang="en-US" sz="3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  <a:p>
              <a:pPr indent="0" algn="ctr" fontAlgn="auto">
                <a:lnSpc>
                  <a:spcPct val="100000"/>
                </a:lnSpc>
              </a:pPr>
              <a:r>
                <a:rPr lang="zh-CN" altLang="en-US" sz="36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表格</a:t>
              </a:r>
              <a:r>
                <a:rPr lang="zh-CN" altLang="en-US" sz="36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行</a:t>
              </a:r>
              <a:endParaRPr lang="zh-CN" altLang="en-US" sz="3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圆角矩形 25"/>
          <p:cNvSpPr/>
          <p:nvPr>
            <p:custDataLst>
              <p:tags r:id="rId1"/>
            </p:custDataLst>
          </p:nvPr>
        </p:nvSpPr>
        <p:spPr>
          <a:xfrm>
            <a:off x="3301365" y="544195"/>
            <a:ext cx="8444865" cy="6237605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5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>
            <p:custDataLst>
              <p:tags r:id="rId4"/>
            </p:custDataLst>
          </p:nvPr>
        </p:nvSpPr>
        <p:spPr>
          <a:xfrm>
            <a:off x="3277870" y="544830"/>
            <a:ext cx="8546465" cy="6236970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256280" y="610235"/>
            <a:ext cx="8917305" cy="510222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&lt;table class="table table-striped"&gt;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&lt;thead&gt;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&lt;tr&gt;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</a:t>
            </a:r>
            <a:r>
              <a:rPr 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</a:t>
            </a:r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&lt;th&gt;编号&lt;/th&gt;&lt;th&gt;图标&lt;/th&gt; &lt;th&gt;名称&lt;/th&gt;&lt;th&gt;价格&lt;/th&gt;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</a:t>
            </a:r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&lt;th&gt;添加时间&lt;/th&gt;&lt;th class="text-center"&gt;操作&lt;/th&gt;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&lt;/tr&gt;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&lt;/thead&gt;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</a:t>
            </a:r>
            <a:r>
              <a:rPr 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&lt;tbody&gt;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</a:t>
            </a:r>
            <a:r>
              <a:rPr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&lt;% for(var i=0;i&lt;list.length;i++){ %&gt;</a:t>
            </a:r>
            <a:endParaRPr sz="16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</a:t>
            </a:r>
            <a:r>
              <a:rPr sz="16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&lt;tr&gt;</a:t>
            </a:r>
            <a:endParaRPr sz="1600" b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&lt;td&gt;&lt;%=(i+1)%&gt;&lt;/td&gt;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&lt;!--建立虚拟目录去匹配图片地址--&gt;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&lt;td&gt;&lt;img src="</a:t>
            </a:r>
            <a:r>
              <a:rPr sz="160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/&lt;%= list[i].image%&gt;</a:t>
            </a:r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" </a:t>
            </a:r>
            <a:r>
              <a:rPr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width="150px" height="100px"</a:t>
            </a:r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&gt;&lt;/td&gt;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&lt;td&gt;</a:t>
            </a:r>
            <a:r>
              <a:rPr sz="160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&lt;%=list[i].name %&gt;</a:t>
            </a:r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&lt;/td&gt;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&lt;td&gt;</a:t>
            </a:r>
            <a:r>
              <a:rPr sz="160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&lt;%=list[i].price%&gt;</a:t>
            </a:r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&lt;/td&gt;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 &lt;td&gt;</a:t>
            </a:r>
            <a:r>
              <a:rPr sz="160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&lt;%=list[i].add_time.toLocaleDateString() %&gt;</a:t>
            </a:r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&lt;/td&gt;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 &lt;td class="text-center"&gt;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     &lt;a href="/admin/edit?</a:t>
            </a:r>
            <a:r>
              <a:rPr sz="1600" b="1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id=&lt;%= list[i].id%&gt;</a:t>
            </a:r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" &gt;修改&lt;/a&gt;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     &lt;a href="/admin/delete?</a:t>
            </a:r>
            <a:r>
              <a:rPr sz="1600" b="1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id=&lt;%= list[i].id%&gt;</a:t>
            </a:r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"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         </a:t>
            </a:r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onclick="return confirm('确定要删除吗？');"&gt;删除&lt;/a&gt;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</a:t>
            </a:r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&lt;/td&gt;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</a:t>
            </a:r>
            <a:r>
              <a:rPr sz="16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&lt;/tr&gt;</a:t>
            </a:r>
            <a:endParaRPr sz="1600" b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</a:t>
            </a:r>
            <a:r>
              <a:rPr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&lt;% }%&gt;   </a:t>
            </a:r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&lt;/tbody&gt;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&lt;/table&gt;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4524375" y="4816475"/>
            <a:ext cx="5965825" cy="78994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00990" y="2108835"/>
            <a:ext cx="7545070" cy="767080"/>
            <a:chOff x="322" y="4717"/>
            <a:chExt cx="11882" cy="1208"/>
          </a:xfrm>
        </p:grpSpPr>
        <p:sp>
          <p:nvSpPr>
            <p:cNvPr id="21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22" y="4717"/>
              <a:ext cx="4215" cy="120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for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循环输出每条商品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注意商品名等属性调用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26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5081" y="5925"/>
              <a:ext cx="7123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 flipV="1">
              <a:off x="5081" y="5087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4689" y="5087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>
              <a:off x="4689" y="4751"/>
              <a:ext cx="0" cy="1075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1470" y="1664335"/>
            <a:ext cx="28035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views/product/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index.ejs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42925" y="963930"/>
            <a:ext cx="2297430" cy="610235"/>
            <a:chOff x="855" y="151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10"/>
              </p:custDataLst>
            </p:nvPr>
          </p:nvSpPr>
          <p:spPr>
            <a:xfrm>
              <a:off x="884" y="234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1"/>
              </p:custDataLst>
            </p:nvPr>
          </p:nvSpPr>
          <p:spPr bwMode="auto">
            <a:xfrm>
              <a:off x="855" y="151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508" y="1580"/>
              <a:ext cx="22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客户端代码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300990" y="4290695"/>
            <a:ext cx="9358630" cy="986790"/>
            <a:chOff x="322" y="4371"/>
            <a:chExt cx="14738" cy="1554"/>
          </a:xfrm>
        </p:grpSpPr>
        <p:sp>
          <p:nvSpPr>
            <p:cNvPr id="14" name="矩形 4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22" y="4371"/>
              <a:ext cx="4215" cy="137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修改和删除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链接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带地址栏参数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值为商品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id</a:t>
              </a:r>
              <a:endPara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15" name="直接连接符 5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5081" y="5925"/>
              <a:ext cx="9979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" name="直接连接符 9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H="1" flipV="1">
              <a:off x="5081" y="5087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直接连接符 76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 flipH="1">
              <a:off x="4689" y="5087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直接连接符 90"/>
            <p:cNvCxnSpPr>
              <a:cxnSpLocks noChangeShapeType="1"/>
            </p:cNvCxnSpPr>
            <p:nvPr>
              <p:custDataLst>
                <p:tags r:id="rId16"/>
              </p:custDataLst>
            </p:nvPr>
          </p:nvCxnSpPr>
          <p:spPr bwMode="auto">
            <a:xfrm>
              <a:off x="4689" y="4500"/>
              <a:ext cx="0" cy="1175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bldLvl="0" animBg="1"/>
      <p:bldP spid="4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圆角矩形 25"/>
          <p:cNvSpPr/>
          <p:nvPr>
            <p:custDataLst>
              <p:tags r:id="rId1"/>
            </p:custDataLst>
          </p:nvPr>
        </p:nvSpPr>
        <p:spPr>
          <a:xfrm>
            <a:off x="3301365" y="687070"/>
            <a:ext cx="8444865" cy="5509260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5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>
            <p:custDataLst>
              <p:tags r:id="rId4"/>
            </p:custDataLst>
          </p:nvPr>
        </p:nvSpPr>
        <p:spPr>
          <a:xfrm>
            <a:off x="3277870" y="687070"/>
            <a:ext cx="8546465" cy="5509260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418840" y="644525"/>
            <a:ext cx="8489315" cy="50679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</a:t>
            </a:r>
            <a:endParaRPr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&lt;center&gt;</a:t>
            </a:r>
            <a:endParaRPr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</a:t>
            </a:r>
            <a:r>
              <a:rPr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&lt;section class="page"&gt; </a:t>
            </a:r>
            <a:endParaRPr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</a:t>
            </a:r>
            <a:r>
              <a:rPr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&lt;% if(yemashu&gt;0){%&gt;</a:t>
            </a:r>
            <a:endParaRPr>
              <a:solidFill>
                <a:srgbClr val="000000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共&lt;%= yemashu %&gt;页，</a:t>
            </a:r>
            <a:r>
              <a:rPr 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页码：</a:t>
            </a:r>
            <a:endParaRPr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</a:t>
            </a:r>
            <a:r>
              <a:rPr>
                <a:solidFill>
                  <a:srgbClr val="000000"/>
                </a:solidFill>
                <a:highlight>
                  <a:srgbClr val="00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&lt;% for (var i=1;i&lt;=yemashu;i++)</a:t>
            </a:r>
            <a:r>
              <a:rPr sz="2000" b="1">
                <a:solidFill>
                  <a:schemeClr val="tx1"/>
                </a:solidFill>
                <a:highlight>
                  <a:srgbClr val="00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{ </a:t>
            </a:r>
            <a:r>
              <a:rPr sz="2000" b="1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endParaRPr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  </a:t>
            </a:r>
            <a:r>
              <a:rPr 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if (i==page){   %&gt;</a:t>
            </a:r>
            <a:endParaRPr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  </a:t>
            </a:r>
            <a:r>
              <a:rPr 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</a:t>
            </a:r>
            <a:r>
              <a:rPr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&lt;span class="pageactive"&gt;</a:t>
            </a:r>
            <a:endParaRPr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            </a:t>
            </a:r>
            <a:r>
              <a:rPr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&lt;a href="?page=&lt;%= i %&gt;"&gt;&lt;%= i %&gt;&lt;/a&gt;</a:t>
            </a:r>
            <a:endParaRPr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       </a:t>
            </a:r>
            <a:r>
              <a:rPr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&lt;/span&gt;</a:t>
            </a:r>
            <a:endParaRPr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   </a:t>
            </a:r>
            <a:r>
              <a:rPr 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&lt;% }else{ %&gt;</a:t>
            </a:r>
            <a:endParaRPr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   </a:t>
            </a:r>
            <a:r>
              <a:rPr 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</a:t>
            </a:r>
            <a:r>
              <a:rPr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&lt;span&gt;&lt;a href="?page=&lt;%=i &gt;"&gt;&lt;%=i%&gt;&lt;/a&gt;&lt;/span&gt; </a:t>
            </a:r>
            <a:endParaRPr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</a:t>
            </a:r>
            <a:r>
              <a:rPr lang="en-US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&lt;% } %&gt;</a:t>
            </a:r>
            <a:endParaRPr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</a:t>
            </a:r>
            <a:r>
              <a:rPr 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</a:t>
            </a:r>
            <a:r>
              <a:rPr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&lt;%  </a:t>
            </a:r>
            <a:endParaRPr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</a:t>
            </a:r>
            <a:r>
              <a:rPr lang="en-US">
                <a:solidFill>
                  <a:schemeClr val="tx1"/>
                </a:solidFill>
                <a:highlight>
                  <a:srgbClr val="00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sz="2000" b="1">
                <a:solidFill>
                  <a:schemeClr val="tx1"/>
                </a:solidFill>
                <a:highlight>
                  <a:srgbClr val="00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}</a:t>
            </a:r>
            <a:endParaRPr sz="2000" b="1">
              <a:solidFill>
                <a:schemeClr val="accent5"/>
              </a:solidFill>
              <a:highlight>
                <a:srgbClr val="00FF0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</a:t>
            </a:r>
            <a:r>
              <a:rPr 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</a:t>
            </a:r>
            <a:r>
              <a:rPr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}   </a:t>
            </a:r>
            <a:endParaRPr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</a:t>
            </a:r>
            <a:r>
              <a:rPr 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</a:t>
            </a:r>
            <a:r>
              <a:rPr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%&gt;</a:t>
            </a:r>
            <a:endParaRPr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</a:t>
            </a:r>
            <a:r>
              <a:rPr 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&lt;/section&gt;  </a:t>
            </a:r>
            <a:endParaRPr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&lt;/center&gt;   </a:t>
            </a:r>
            <a:endParaRPr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4034155" y="2032635"/>
            <a:ext cx="7632700" cy="278511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00990" y="2127885"/>
            <a:ext cx="7973060" cy="1054100"/>
            <a:chOff x="322" y="4717"/>
            <a:chExt cx="12556" cy="1660"/>
          </a:xfrm>
        </p:grpSpPr>
        <p:sp>
          <p:nvSpPr>
            <p:cNvPr id="21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22" y="4717"/>
              <a:ext cx="4215" cy="16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for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循环输出页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码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当前页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码加样式</a:t>
              </a:r>
              <a:r>
                <a:rPr lang="en-US" altLang="zh-CN" sz="12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pageactive</a:t>
              </a:r>
              <a:endParaRPr lang="en-US" altLang="zh-CN" sz="1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26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5081" y="5925"/>
              <a:ext cx="7797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 flipV="1">
              <a:off x="5081" y="5087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4689" y="5087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>
              <a:off x="4689" y="4751"/>
              <a:ext cx="0" cy="157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1470" y="1664335"/>
            <a:ext cx="28035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views/product/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index.ejs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42925" y="963930"/>
            <a:ext cx="2297430" cy="610235"/>
            <a:chOff x="855" y="151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10"/>
              </p:custDataLst>
            </p:nvPr>
          </p:nvSpPr>
          <p:spPr>
            <a:xfrm>
              <a:off x="884" y="234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1"/>
              </p:custDataLst>
            </p:nvPr>
          </p:nvSpPr>
          <p:spPr bwMode="auto">
            <a:xfrm>
              <a:off x="855" y="151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508" y="1580"/>
              <a:ext cx="22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客户端代码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331470" y="3912235"/>
            <a:ext cx="4237990" cy="904875"/>
            <a:chOff x="322" y="4500"/>
            <a:chExt cx="6674" cy="1425"/>
          </a:xfrm>
        </p:grpSpPr>
        <p:sp>
          <p:nvSpPr>
            <p:cNvPr id="14" name="矩形 4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22" y="4565"/>
              <a:ext cx="4215" cy="107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for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循环结束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15" name="直接连接符 5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5081" y="5925"/>
              <a:ext cx="1915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" name="直接连接符 9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H="1" flipV="1">
              <a:off x="5081" y="5087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直接连接符 76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 flipH="1">
              <a:off x="4689" y="5087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直接连接符 90"/>
            <p:cNvCxnSpPr>
              <a:cxnSpLocks noChangeShapeType="1"/>
            </p:cNvCxnSpPr>
            <p:nvPr>
              <p:custDataLst>
                <p:tags r:id="rId16"/>
              </p:custDataLst>
            </p:nvPr>
          </p:nvCxnSpPr>
          <p:spPr bwMode="auto">
            <a:xfrm>
              <a:off x="4689" y="4500"/>
              <a:ext cx="0" cy="1175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82660" y="5514340"/>
            <a:ext cx="3084195" cy="48006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bldLvl="0" animBg="1"/>
      <p:bldP spid="4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图片 181" descr="C:/Users/TXY/Desktop/图片9.png图片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638040" y="2221865"/>
            <a:ext cx="7325360" cy="3772535"/>
          </a:xfrm>
          <a:prstGeom prst="rect">
            <a:avLst/>
          </a:prstGeom>
          <a:ln>
            <a:solidFill>
              <a:schemeClr val="accent5"/>
            </a:solidFill>
          </a:ln>
        </p:spPr>
      </p:pic>
      <p:sp>
        <p:nvSpPr>
          <p:cNvPr id="4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4"/>
            </p:custDataLst>
          </p:nvPr>
        </p:nvSpPr>
        <p:spPr>
          <a:xfrm>
            <a:off x="1141730" y="1073150"/>
            <a:ext cx="33064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4.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启动项目，浏览页面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967105" y="2311400"/>
            <a:ext cx="4885055" cy="1481455"/>
            <a:chOff x="1523" y="3640"/>
            <a:chExt cx="7693" cy="2333"/>
          </a:xfrm>
        </p:grpSpPr>
        <p:sp>
          <p:nvSpPr>
            <p:cNvPr id="24" name="TextBox 31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594" y="3675"/>
              <a:ext cx="6623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/>
              <a:r>
                <a:rPr lang="zh-CN" altLang="en-US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启动项目</a:t>
              </a:r>
              <a:endParaRPr lang="zh-CN" altLang="en-US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7" name="TextBox 30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523" y="4895"/>
              <a:ext cx="7009" cy="10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进入项目文件夹，打开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CMD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窗口</a:t>
              </a:r>
              <a:endParaRPr 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eaLnBrk="1" hangingPunct="1">
                <a:lnSpc>
                  <a:spcPct val="130000"/>
                </a:lnSpc>
              </a:pPr>
              <a:r>
                <a:rPr lang="en-US" sz="16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nodemon</a:t>
              </a:r>
              <a:r>
                <a:rPr lang="en-US" sz="16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app.js</a:t>
              </a:r>
              <a:endParaRPr lang="en-US" sz="16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2" name="Oval 100"/>
            <p:cNvSpPr/>
            <p:nvPr>
              <p:custDataLst>
                <p:tags r:id="rId7"/>
              </p:custDataLst>
            </p:nvPr>
          </p:nvSpPr>
          <p:spPr bwMode="auto">
            <a:xfrm flipH="1">
              <a:off x="1523" y="3640"/>
              <a:ext cx="876" cy="87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en-US" sz="9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3" name="Freeform 73"/>
            <p:cNvSpPr>
              <a:spLocks noChangeAspect="1"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768" y="3847"/>
              <a:ext cx="387" cy="463"/>
            </a:xfrm>
            <a:custGeom>
              <a:avLst/>
              <a:gdLst>
                <a:gd name="connsiteX0" fmla="*/ 206367 w 449768"/>
                <a:gd name="connsiteY0" fmla="*/ 423375 h 538305"/>
                <a:gd name="connsiteX1" fmla="*/ 208536 w 449768"/>
                <a:gd name="connsiteY1" fmla="*/ 434347 h 538305"/>
                <a:gd name="connsiteX2" fmla="*/ 136133 w 449768"/>
                <a:gd name="connsiteY2" fmla="*/ 527584 h 538305"/>
                <a:gd name="connsiteX3" fmla="*/ 120760 w 449768"/>
                <a:gd name="connsiteY3" fmla="*/ 517169 h 538305"/>
                <a:gd name="connsiteX4" fmla="*/ 192667 w 449768"/>
                <a:gd name="connsiteY4" fmla="*/ 423933 h 538305"/>
                <a:gd name="connsiteX5" fmla="*/ 206367 w 449768"/>
                <a:gd name="connsiteY5" fmla="*/ 423375 h 538305"/>
                <a:gd name="connsiteX6" fmla="*/ 158371 w 449768"/>
                <a:gd name="connsiteY6" fmla="*/ 386315 h 538305"/>
                <a:gd name="connsiteX7" fmla="*/ 160292 w 449768"/>
                <a:gd name="connsiteY7" fmla="*/ 397002 h 538305"/>
                <a:gd name="connsiteX8" fmla="*/ 51725 w 449768"/>
                <a:gd name="connsiteY8" fmla="*/ 536376 h 538305"/>
                <a:gd name="connsiteX9" fmla="*/ 41315 w 449768"/>
                <a:gd name="connsiteY9" fmla="*/ 525997 h 538305"/>
                <a:gd name="connsiteX10" fmla="*/ 144924 w 449768"/>
                <a:gd name="connsiteY10" fmla="*/ 387118 h 538305"/>
                <a:gd name="connsiteX11" fmla="*/ 158371 w 449768"/>
                <a:gd name="connsiteY11" fmla="*/ 386315 h 538305"/>
                <a:gd name="connsiteX12" fmla="*/ 112005 w 449768"/>
                <a:gd name="connsiteY12" fmla="*/ 349971 h 538305"/>
                <a:gd name="connsiteX13" fmla="*/ 113740 w 449768"/>
                <a:gd name="connsiteY13" fmla="*/ 362927 h 538305"/>
                <a:gd name="connsiteX14" fmla="*/ 41338 w 449768"/>
                <a:gd name="connsiteY14" fmla="*/ 455221 h 538305"/>
                <a:gd name="connsiteX15" fmla="*/ 25965 w 449768"/>
                <a:gd name="connsiteY15" fmla="*/ 444857 h 538305"/>
                <a:gd name="connsiteX16" fmla="*/ 98367 w 449768"/>
                <a:gd name="connsiteY16" fmla="*/ 352562 h 538305"/>
                <a:gd name="connsiteX17" fmla="*/ 112005 w 449768"/>
                <a:gd name="connsiteY17" fmla="*/ 349971 h 538305"/>
                <a:gd name="connsiteX18" fmla="*/ 287508 w 449768"/>
                <a:gd name="connsiteY18" fmla="*/ 153269 h 538305"/>
                <a:gd name="connsiteX19" fmla="*/ 261020 w 449768"/>
                <a:gd name="connsiteY19" fmla="*/ 165441 h 538305"/>
                <a:gd name="connsiteX20" fmla="*/ 255548 w 449768"/>
                <a:gd name="connsiteY20" fmla="*/ 175874 h 538305"/>
                <a:gd name="connsiteX21" fmla="*/ 276441 w 449768"/>
                <a:gd name="connsiteY21" fmla="*/ 232511 h 538305"/>
                <a:gd name="connsiteX22" fmla="*/ 328174 w 449768"/>
                <a:gd name="connsiteY22" fmla="*/ 227543 h 538305"/>
                <a:gd name="connsiteX23" fmla="*/ 333645 w 449768"/>
                <a:gd name="connsiteY23" fmla="*/ 217110 h 538305"/>
                <a:gd name="connsiteX24" fmla="*/ 317727 w 449768"/>
                <a:gd name="connsiteY24" fmla="*/ 160472 h 538305"/>
                <a:gd name="connsiteX25" fmla="*/ 287508 w 449768"/>
                <a:gd name="connsiteY25" fmla="*/ 153269 h 538305"/>
                <a:gd name="connsiteX26" fmla="*/ 437111 w 449768"/>
                <a:gd name="connsiteY26" fmla="*/ 0 h 538305"/>
                <a:gd name="connsiteX27" fmla="*/ 442086 w 449768"/>
                <a:gd name="connsiteY27" fmla="*/ 0 h 538305"/>
                <a:gd name="connsiteX28" fmla="*/ 447557 w 449768"/>
                <a:gd name="connsiteY28" fmla="*/ 4968 h 538305"/>
                <a:gd name="connsiteX29" fmla="*/ 447557 w 449768"/>
                <a:gd name="connsiteY29" fmla="*/ 9937 h 538305"/>
                <a:gd name="connsiteX30" fmla="*/ 447557 w 449768"/>
                <a:gd name="connsiteY30" fmla="*/ 20370 h 538305"/>
                <a:gd name="connsiteX31" fmla="*/ 447557 w 449768"/>
                <a:gd name="connsiteY31" fmla="*/ 46204 h 538305"/>
                <a:gd name="connsiteX32" fmla="*/ 442086 w 449768"/>
                <a:gd name="connsiteY32" fmla="*/ 103338 h 538305"/>
                <a:gd name="connsiteX33" fmla="*/ 442086 w 449768"/>
                <a:gd name="connsiteY33" fmla="*/ 113771 h 538305"/>
                <a:gd name="connsiteX34" fmla="*/ 437111 w 449768"/>
                <a:gd name="connsiteY34" fmla="*/ 134141 h 538305"/>
                <a:gd name="connsiteX35" fmla="*/ 421194 w 449768"/>
                <a:gd name="connsiteY35" fmla="*/ 175874 h 538305"/>
                <a:gd name="connsiteX36" fmla="*/ 354040 w 449768"/>
                <a:gd name="connsiteY36" fmla="*/ 289645 h 538305"/>
                <a:gd name="connsiteX37" fmla="*/ 344091 w 449768"/>
                <a:gd name="connsiteY37" fmla="*/ 325913 h 538305"/>
                <a:gd name="connsiteX38" fmla="*/ 276441 w 449768"/>
                <a:gd name="connsiteY38" fmla="*/ 506754 h 538305"/>
                <a:gd name="connsiteX39" fmla="*/ 261020 w 449768"/>
                <a:gd name="connsiteY39" fmla="*/ 496321 h 538305"/>
                <a:gd name="connsiteX40" fmla="*/ 17278 w 449768"/>
                <a:gd name="connsiteY40" fmla="*/ 310511 h 538305"/>
                <a:gd name="connsiteX41" fmla="*/ 1858 w 449768"/>
                <a:gd name="connsiteY41" fmla="*/ 289645 h 538305"/>
                <a:gd name="connsiteX42" fmla="*/ 162528 w 449768"/>
                <a:gd name="connsiteY42" fmla="*/ 186307 h 538305"/>
                <a:gd name="connsiteX43" fmla="*/ 193369 w 449768"/>
                <a:gd name="connsiteY43" fmla="*/ 165441 h 538305"/>
                <a:gd name="connsiteX44" fmla="*/ 312753 w 449768"/>
                <a:gd name="connsiteY44" fmla="*/ 51669 h 538305"/>
                <a:gd name="connsiteX45" fmla="*/ 400799 w 449768"/>
                <a:gd name="connsiteY45" fmla="*/ 9937 h 538305"/>
                <a:gd name="connsiteX46" fmla="*/ 426665 w 449768"/>
                <a:gd name="connsiteY46" fmla="*/ 4968 h 538305"/>
                <a:gd name="connsiteX47" fmla="*/ 437111 w 449768"/>
                <a:gd name="connsiteY47" fmla="*/ 0 h 538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49768" h="538305">
                  <a:moveTo>
                    <a:pt x="206367" y="423375"/>
                  </a:moveTo>
                  <a:cubicBezTo>
                    <a:pt x="209652" y="425297"/>
                    <a:pt x="211016" y="429140"/>
                    <a:pt x="208536" y="434347"/>
                  </a:cubicBezTo>
                  <a:cubicBezTo>
                    <a:pt x="198122" y="460136"/>
                    <a:pt x="172335" y="506754"/>
                    <a:pt x="136133" y="527584"/>
                  </a:cubicBezTo>
                  <a:cubicBezTo>
                    <a:pt x="125719" y="532543"/>
                    <a:pt x="115305" y="527584"/>
                    <a:pt x="120760" y="517169"/>
                  </a:cubicBezTo>
                  <a:cubicBezTo>
                    <a:pt x="130678" y="491380"/>
                    <a:pt x="151507" y="450217"/>
                    <a:pt x="192667" y="423933"/>
                  </a:cubicBezTo>
                  <a:cubicBezTo>
                    <a:pt x="197874" y="421453"/>
                    <a:pt x="203081" y="421453"/>
                    <a:pt x="206367" y="423375"/>
                  </a:cubicBezTo>
                  <a:close/>
                  <a:moveTo>
                    <a:pt x="158371" y="386315"/>
                  </a:moveTo>
                  <a:cubicBezTo>
                    <a:pt x="161532" y="388230"/>
                    <a:pt x="162771" y="392060"/>
                    <a:pt x="160292" y="397002"/>
                  </a:cubicBezTo>
                  <a:cubicBezTo>
                    <a:pt x="144924" y="433081"/>
                    <a:pt x="113693" y="500297"/>
                    <a:pt x="51725" y="536376"/>
                  </a:cubicBezTo>
                  <a:cubicBezTo>
                    <a:pt x="41315" y="541318"/>
                    <a:pt x="36357" y="536376"/>
                    <a:pt x="41315" y="525997"/>
                  </a:cubicBezTo>
                  <a:cubicBezTo>
                    <a:pt x="51725" y="489918"/>
                    <a:pt x="82957" y="422702"/>
                    <a:pt x="144924" y="387118"/>
                  </a:cubicBezTo>
                  <a:cubicBezTo>
                    <a:pt x="150130" y="384399"/>
                    <a:pt x="155211" y="384399"/>
                    <a:pt x="158371" y="386315"/>
                  </a:cubicBezTo>
                  <a:close/>
                  <a:moveTo>
                    <a:pt x="112005" y="349971"/>
                  </a:moveTo>
                  <a:cubicBezTo>
                    <a:pt x="115228" y="352562"/>
                    <a:pt x="116468" y="357744"/>
                    <a:pt x="113740" y="362927"/>
                  </a:cubicBezTo>
                  <a:cubicBezTo>
                    <a:pt x="103326" y="388591"/>
                    <a:pt x="77539" y="429556"/>
                    <a:pt x="41338" y="455221"/>
                  </a:cubicBezTo>
                  <a:cubicBezTo>
                    <a:pt x="25965" y="460157"/>
                    <a:pt x="21006" y="455221"/>
                    <a:pt x="25965" y="444857"/>
                  </a:cubicBezTo>
                  <a:cubicBezTo>
                    <a:pt x="36379" y="419192"/>
                    <a:pt x="57207" y="378227"/>
                    <a:pt x="98367" y="352562"/>
                  </a:cubicBezTo>
                  <a:cubicBezTo>
                    <a:pt x="103574" y="347380"/>
                    <a:pt x="108781" y="347380"/>
                    <a:pt x="112005" y="349971"/>
                  </a:cubicBezTo>
                  <a:close/>
                  <a:moveTo>
                    <a:pt x="287508" y="153269"/>
                  </a:moveTo>
                  <a:cubicBezTo>
                    <a:pt x="277809" y="153890"/>
                    <a:pt x="268730" y="157740"/>
                    <a:pt x="261020" y="165441"/>
                  </a:cubicBezTo>
                  <a:cubicBezTo>
                    <a:pt x="261020" y="170409"/>
                    <a:pt x="261020" y="170409"/>
                    <a:pt x="255548" y="175874"/>
                  </a:cubicBezTo>
                  <a:cubicBezTo>
                    <a:pt x="245600" y="196243"/>
                    <a:pt x="250574" y="222575"/>
                    <a:pt x="276441" y="232511"/>
                  </a:cubicBezTo>
                  <a:cubicBezTo>
                    <a:pt x="291861" y="242944"/>
                    <a:pt x="317727" y="242944"/>
                    <a:pt x="328174" y="227543"/>
                  </a:cubicBezTo>
                  <a:cubicBezTo>
                    <a:pt x="333645" y="222575"/>
                    <a:pt x="333645" y="222575"/>
                    <a:pt x="333645" y="217110"/>
                  </a:cubicBezTo>
                  <a:cubicBezTo>
                    <a:pt x="349066" y="196243"/>
                    <a:pt x="338620" y="170409"/>
                    <a:pt x="317727" y="160472"/>
                  </a:cubicBezTo>
                  <a:cubicBezTo>
                    <a:pt x="307530" y="155256"/>
                    <a:pt x="297208" y="152648"/>
                    <a:pt x="287508" y="153269"/>
                  </a:cubicBezTo>
                  <a:close/>
                  <a:moveTo>
                    <a:pt x="437111" y="0"/>
                  </a:moveTo>
                  <a:lnTo>
                    <a:pt x="442086" y="0"/>
                  </a:lnTo>
                  <a:cubicBezTo>
                    <a:pt x="447557" y="0"/>
                    <a:pt x="452532" y="0"/>
                    <a:pt x="447557" y="4968"/>
                  </a:cubicBezTo>
                  <a:lnTo>
                    <a:pt x="447557" y="9937"/>
                  </a:lnTo>
                  <a:cubicBezTo>
                    <a:pt x="452532" y="15402"/>
                    <a:pt x="447557" y="15402"/>
                    <a:pt x="447557" y="20370"/>
                  </a:cubicBezTo>
                  <a:cubicBezTo>
                    <a:pt x="447557" y="25835"/>
                    <a:pt x="447557" y="36268"/>
                    <a:pt x="447557" y="46204"/>
                  </a:cubicBezTo>
                  <a:cubicBezTo>
                    <a:pt x="447557" y="62102"/>
                    <a:pt x="447557" y="82472"/>
                    <a:pt x="442086" y="103338"/>
                  </a:cubicBezTo>
                  <a:cubicBezTo>
                    <a:pt x="442086" y="108306"/>
                    <a:pt x="442086" y="108306"/>
                    <a:pt x="442086" y="113771"/>
                  </a:cubicBezTo>
                  <a:cubicBezTo>
                    <a:pt x="437111" y="124205"/>
                    <a:pt x="437111" y="129173"/>
                    <a:pt x="437111" y="134141"/>
                  </a:cubicBezTo>
                  <a:cubicBezTo>
                    <a:pt x="431640" y="150039"/>
                    <a:pt x="426665" y="165441"/>
                    <a:pt x="421194" y="175874"/>
                  </a:cubicBezTo>
                  <a:cubicBezTo>
                    <a:pt x="406271" y="212141"/>
                    <a:pt x="385378" y="248409"/>
                    <a:pt x="354040" y="289645"/>
                  </a:cubicBezTo>
                  <a:cubicBezTo>
                    <a:pt x="349066" y="294613"/>
                    <a:pt x="344091" y="315479"/>
                    <a:pt x="344091" y="325913"/>
                  </a:cubicBezTo>
                  <a:cubicBezTo>
                    <a:pt x="354040" y="367148"/>
                    <a:pt x="359512" y="460053"/>
                    <a:pt x="276441" y="506754"/>
                  </a:cubicBezTo>
                  <a:cubicBezTo>
                    <a:pt x="265994" y="517187"/>
                    <a:pt x="255548" y="512219"/>
                    <a:pt x="261020" y="496321"/>
                  </a:cubicBezTo>
                  <a:cubicBezTo>
                    <a:pt x="261020" y="439684"/>
                    <a:pt x="240128" y="305046"/>
                    <a:pt x="17278" y="310511"/>
                  </a:cubicBezTo>
                  <a:cubicBezTo>
                    <a:pt x="1858" y="310511"/>
                    <a:pt x="-3117" y="300078"/>
                    <a:pt x="1858" y="289645"/>
                  </a:cubicBezTo>
                  <a:cubicBezTo>
                    <a:pt x="17278" y="253377"/>
                    <a:pt x="59062" y="180842"/>
                    <a:pt x="162528" y="186307"/>
                  </a:cubicBezTo>
                  <a:cubicBezTo>
                    <a:pt x="172975" y="186307"/>
                    <a:pt x="188395" y="175874"/>
                    <a:pt x="193369" y="165441"/>
                  </a:cubicBezTo>
                  <a:cubicBezTo>
                    <a:pt x="214261" y="139606"/>
                    <a:pt x="250574" y="87937"/>
                    <a:pt x="312753" y="51669"/>
                  </a:cubicBezTo>
                  <a:cubicBezTo>
                    <a:pt x="349066" y="25835"/>
                    <a:pt x="379907" y="15402"/>
                    <a:pt x="400799" y="9937"/>
                  </a:cubicBezTo>
                  <a:cubicBezTo>
                    <a:pt x="416219" y="9937"/>
                    <a:pt x="426665" y="9937"/>
                    <a:pt x="426665" y="4968"/>
                  </a:cubicBezTo>
                  <a:cubicBezTo>
                    <a:pt x="431640" y="4968"/>
                    <a:pt x="431640" y="0"/>
                    <a:pt x="4371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Isosceles Triangle 2_1"/>
          <p:cNvSpPr/>
          <p:nvPr>
            <p:custDataLst>
              <p:tags r:id="rId9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967105" y="4164965"/>
            <a:ext cx="4885690" cy="1723390"/>
            <a:chOff x="1523" y="6559"/>
            <a:chExt cx="7694" cy="2714"/>
          </a:xfrm>
        </p:grpSpPr>
        <p:sp>
          <p:nvSpPr>
            <p:cNvPr id="9" name="TextBox 31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595" y="6559"/>
              <a:ext cx="6623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/>
              <a:r>
                <a:rPr lang="zh-CN" altLang="en-US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服务器测试</a:t>
              </a:r>
              <a:endParaRPr lang="zh-CN" altLang="en-US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1" name="Oval 100"/>
            <p:cNvSpPr/>
            <p:nvPr>
              <p:custDataLst>
                <p:tags r:id="rId11"/>
              </p:custDataLst>
            </p:nvPr>
          </p:nvSpPr>
          <p:spPr bwMode="auto">
            <a:xfrm flipH="1">
              <a:off x="1524" y="6662"/>
              <a:ext cx="876" cy="87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en-US" sz="9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Freeform 73"/>
            <p:cNvSpPr>
              <a:spLocks noChangeAspect="1"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769" y="6869"/>
              <a:ext cx="387" cy="463"/>
            </a:xfrm>
            <a:custGeom>
              <a:avLst/>
              <a:gdLst>
                <a:gd name="connsiteX0" fmla="*/ 206367 w 449768"/>
                <a:gd name="connsiteY0" fmla="*/ 423375 h 538305"/>
                <a:gd name="connsiteX1" fmla="*/ 208536 w 449768"/>
                <a:gd name="connsiteY1" fmla="*/ 434347 h 538305"/>
                <a:gd name="connsiteX2" fmla="*/ 136133 w 449768"/>
                <a:gd name="connsiteY2" fmla="*/ 527584 h 538305"/>
                <a:gd name="connsiteX3" fmla="*/ 120760 w 449768"/>
                <a:gd name="connsiteY3" fmla="*/ 517169 h 538305"/>
                <a:gd name="connsiteX4" fmla="*/ 192667 w 449768"/>
                <a:gd name="connsiteY4" fmla="*/ 423933 h 538305"/>
                <a:gd name="connsiteX5" fmla="*/ 206367 w 449768"/>
                <a:gd name="connsiteY5" fmla="*/ 423375 h 538305"/>
                <a:gd name="connsiteX6" fmla="*/ 158371 w 449768"/>
                <a:gd name="connsiteY6" fmla="*/ 386315 h 538305"/>
                <a:gd name="connsiteX7" fmla="*/ 160292 w 449768"/>
                <a:gd name="connsiteY7" fmla="*/ 397002 h 538305"/>
                <a:gd name="connsiteX8" fmla="*/ 51725 w 449768"/>
                <a:gd name="connsiteY8" fmla="*/ 536376 h 538305"/>
                <a:gd name="connsiteX9" fmla="*/ 41315 w 449768"/>
                <a:gd name="connsiteY9" fmla="*/ 525997 h 538305"/>
                <a:gd name="connsiteX10" fmla="*/ 144924 w 449768"/>
                <a:gd name="connsiteY10" fmla="*/ 387118 h 538305"/>
                <a:gd name="connsiteX11" fmla="*/ 158371 w 449768"/>
                <a:gd name="connsiteY11" fmla="*/ 386315 h 538305"/>
                <a:gd name="connsiteX12" fmla="*/ 112005 w 449768"/>
                <a:gd name="connsiteY12" fmla="*/ 349971 h 538305"/>
                <a:gd name="connsiteX13" fmla="*/ 113740 w 449768"/>
                <a:gd name="connsiteY13" fmla="*/ 362927 h 538305"/>
                <a:gd name="connsiteX14" fmla="*/ 41338 w 449768"/>
                <a:gd name="connsiteY14" fmla="*/ 455221 h 538305"/>
                <a:gd name="connsiteX15" fmla="*/ 25965 w 449768"/>
                <a:gd name="connsiteY15" fmla="*/ 444857 h 538305"/>
                <a:gd name="connsiteX16" fmla="*/ 98367 w 449768"/>
                <a:gd name="connsiteY16" fmla="*/ 352562 h 538305"/>
                <a:gd name="connsiteX17" fmla="*/ 112005 w 449768"/>
                <a:gd name="connsiteY17" fmla="*/ 349971 h 538305"/>
                <a:gd name="connsiteX18" fmla="*/ 287508 w 449768"/>
                <a:gd name="connsiteY18" fmla="*/ 153269 h 538305"/>
                <a:gd name="connsiteX19" fmla="*/ 261020 w 449768"/>
                <a:gd name="connsiteY19" fmla="*/ 165441 h 538305"/>
                <a:gd name="connsiteX20" fmla="*/ 255548 w 449768"/>
                <a:gd name="connsiteY20" fmla="*/ 175874 h 538305"/>
                <a:gd name="connsiteX21" fmla="*/ 276441 w 449768"/>
                <a:gd name="connsiteY21" fmla="*/ 232511 h 538305"/>
                <a:gd name="connsiteX22" fmla="*/ 328174 w 449768"/>
                <a:gd name="connsiteY22" fmla="*/ 227543 h 538305"/>
                <a:gd name="connsiteX23" fmla="*/ 333645 w 449768"/>
                <a:gd name="connsiteY23" fmla="*/ 217110 h 538305"/>
                <a:gd name="connsiteX24" fmla="*/ 317727 w 449768"/>
                <a:gd name="connsiteY24" fmla="*/ 160472 h 538305"/>
                <a:gd name="connsiteX25" fmla="*/ 287508 w 449768"/>
                <a:gd name="connsiteY25" fmla="*/ 153269 h 538305"/>
                <a:gd name="connsiteX26" fmla="*/ 437111 w 449768"/>
                <a:gd name="connsiteY26" fmla="*/ 0 h 538305"/>
                <a:gd name="connsiteX27" fmla="*/ 442086 w 449768"/>
                <a:gd name="connsiteY27" fmla="*/ 0 h 538305"/>
                <a:gd name="connsiteX28" fmla="*/ 447557 w 449768"/>
                <a:gd name="connsiteY28" fmla="*/ 4968 h 538305"/>
                <a:gd name="connsiteX29" fmla="*/ 447557 w 449768"/>
                <a:gd name="connsiteY29" fmla="*/ 9937 h 538305"/>
                <a:gd name="connsiteX30" fmla="*/ 447557 w 449768"/>
                <a:gd name="connsiteY30" fmla="*/ 20370 h 538305"/>
                <a:gd name="connsiteX31" fmla="*/ 447557 w 449768"/>
                <a:gd name="connsiteY31" fmla="*/ 46204 h 538305"/>
                <a:gd name="connsiteX32" fmla="*/ 442086 w 449768"/>
                <a:gd name="connsiteY32" fmla="*/ 103338 h 538305"/>
                <a:gd name="connsiteX33" fmla="*/ 442086 w 449768"/>
                <a:gd name="connsiteY33" fmla="*/ 113771 h 538305"/>
                <a:gd name="connsiteX34" fmla="*/ 437111 w 449768"/>
                <a:gd name="connsiteY34" fmla="*/ 134141 h 538305"/>
                <a:gd name="connsiteX35" fmla="*/ 421194 w 449768"/>
                <a:gd name="connsiteY35" fmla="*/ 175874 h 538305"/>
                <a:gd name="connsiteX36" fmla="*/ 354040 w 449768"/>
                <a:gd name="connsiteY36" fmla="*/ 289645 h 538305"/>
                <a:gd name="connsiteX37" fmla="*/ 344091 w 449768"/>
                <a:gd name="connsiteY37" fmla="*/ 325913 h 538305"/>
                <a:gd name="connsiteX38" fmla="*/ 276441 w 449768"/>
                <a:gd name="connsiteY38" fmla="*/ 506754 h 538305"/>
                <a:gd name="connsiteX39" fmla="*/ 261020 w 449768"/>
                <a:gd name="connsiteY39" fmla="*/ 496321 h 538305"/>
                <a:gd name="connsiteX40" fmla="*/ 17278 w 449768"/>
                <a:gd name="connsiteY40" fmla="*/ 310511 h 538305"/>
                <a:gd name="connsiteX41" fmla="*/ 1858 w 449768"/>
                <a:gd name="connsiteY41" fmla="*/ 289645 h 538305"/>
                <a:gd name="connsiteX42" fmla="*/ 162528 w 449768"/>
                <a:gd name="connsiteY42" fmla="*/ 186307 h 538305"/>
                <a:gd name="connsiteX43" fmla="*/ 193369 w 449768"/>
                <a:gd name="connsiteY43" fmla="*/ 165441 h 538305"/>
                <a:gd name="connsiteX44" fmla="*/ 312753 w 449768"/>
                <a:gd name="connsiteY44" fmla="*/ 51669 h 538305"/>
                <a:gd name="connsiteX45" fmla="*/ 400799 w 449768"/>
                <a:gd name="connsiteY45" fmla="*/ 9937 h 538305"/>
                <a:gd name="connsiteX46" fmla="*/ 426665 w 449768"/>
                <a:gd name="connsiteY46" fmla="*/ 4968 h 538305"/>
                <a:gd name="connsiteX47" fmla="*/ 437111 w 449768"/>
                <a:gd name="connsiteY47" fmla="*/ 0 h 538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49768" h="538305">
                  <a:moveTo>
                    <a:pt x="206367" y="423375"/>
                  </a:moveTo>
                  <a:cubicBezTo>
                    <a:pt x="209652" y="425297"/>
                    <a:pt x="211016" y="429140"/>
                    <a:pt x="208536" y="434347"/>
                  </a:cubicBezTo>
                  <a:cubicBezTo>
                    <a:pt x="198122" y="460136"/>
                    <a:pt x="172335" y="506754"/>
                    <a:pt x="136133" y="527584"/>
                  </a:cubicBezTo>
                  <a:cubicBezTo>
                    <a:pt x="125719" y="532543"/>
                    <a:pt x="115305" y="527584"/>
                    <a:pt x="120760" y="517169"/>
                  </a:cubicBezTo>
                  <a:cubicBezTo>
                    <a:pt x="130678" y="491380"/>
                    <a:pt x="151507" y="450217"/>
                    <a:pt x="192667" y="423933"/>
                  </a:cubicBezTo>
                  <a:cubicBezTo>
                    <a:pt x="197874" y="421453"/>
                    <a:pt x="203081" y="421453"/>
                    <a:pt x="206367" y="423375"/>
                  </a:cubicBezTo>
                  <a:close/>
                  <a:moveTo>
                    <a:pt x="158371" y="386315"/>
                  </a:moveTo>
                  <a:cubicBezTo>
                    <a:pt x="161532" y="388230"/>
                    <a:pt x="162771" y="392060"/>
                    <a:pt x="160292" y="397002"/>
                  </a:cubicBezTo>
                  <a:cubicBezTo>
                    <a:pt x="144924" y="433081"/>
                    <a:pt x="113693" y="500297"/>
                    <a:pt x="51725" y="536376"/>
                  </a:cubicBezTo>
                  <a:cubicBezTo>
                    <a:pt x="41315" y="541318"/>
                    <a:pt x="36357" y="536376"/>
                    <a:pt x="41315" y="525997"/>
                  </a:cubicBezTo>
                  <a:cubicBezTo>
                    <a:pt x="51725" y="489918"/>
                    <a:pt x="82957" y="422702"/>
                    <a:pt x="144924" y="387118"/>
                  </a:cubicBezTo>
                  <a:cubicBezTo>
                    <a:pt x="150130" y="384399"/>
                    <a:pt x="155211" y="384399"/>
                    <a:pt x="158371" y="386315"/>
                  </a:cubicBezTo>
                  <a:close/>
                  <a:moveTo>
                    <a:pt x="112005" y="349971"/>
                  </a:moveTo>
                  <a:cubicBezTo>
                    <a:pt x="115228" y="352562"/>
                    <a:pt x="116468" y="357744"/>
                    <a:pt x="113740" y="362927"/>
                  </a:cubicBezTo>
                  <a:cubicBezTo>
                    <a:pt x="103326" y="388591"/>
                    <a:pt x="77539" y="429556"/>
                    <a:pt x="41338" y="455221"/>
                  </a:cubicBezTo>
                  <a:cubicBezTo>
                    <a:pt x="25965" y="460157"/>
                    <a:pt x="21006" y="455221"/>
                    <a:pt x="25965" y="444857"/>
                  </a:cubicBezTo>
                  <a:cubicBezTo>
                    <a:pt x="36379" y="419192"/>
                    <a:pt x="57207" y="378227"/>
                    <a:pt x="98367" y="352562"/>
                  </a:cubicBezTo>
                  <a:cubicBezTo>
                    <a:pt x="103574" y="347380"/>
                    <a:pt x="108781" y="347380"/>
                    <a:pt x="112005" y="349971"/>
                  </a:cubicBezTo>
                  <a:close/>
                  <a:moveTo>
                    <a:pt x="287508" y="153269"/>
                  </a:moveTo>
                  <a:cubicBezTo>
                    <a:pt x="277809" y="153890"/>
                    <a:pt x="268730" y="157740"/>
                    <a:pt x="261020" y="165441"/>
                  </a:cubicBezTo>
                  <a:cubicBezTo>
                    <a:pt x="261020" y="170409"/>
                    <a:pt x="261020" y="170409"/>
                    <a:pt x="255548" y="175874"/>
                  </a:cubicBezTo>
                  <a:cubicBezTo>
                    <a:pt x="245600" y="196243"/>
                    <a:pt x="250574" y="222575"/>
                    <a:pt x="276441" y="232511"/>
                  </a:cubicBezTo>
                  <a:cubicBezTo>
                    <a:pt x="291861" y="242944"/>
                    <a:pt x="317727" y="242944"/>
                    <a:pt x="328174" y="227543"/>
                  </a:cubicBezTo>
                  <a:cubicBezTo>
                    <a:pt x="333645" y="222575"/>
                    <a:pt x="333645" y="222575"/>
                    <a:pt x="333645" y="217110"/>
                  </a:cubicBezTo>
                  <a:cubicBezTo>
                    <a:pt x="349066" y="196243"/>
                    <a:pt x="338620" y="170409"/>
                    <a:pt x="317727" y="160472"/>
                  </a:cubicBezTo>
                  <a:cubicBezTo>
                    <a:pt x="307530" y="155256"/>
                    <a:pt x="297208" y="152648"/>
                    <a:pt x="287508" y="153269"/>
                  </a:cubicBezTo>
                  <a:close/>
                  <a:moveTo>
                    <a:pt x="437111" y="0"/>
                  </a:moveTo>
                  <a:lnTo>
                    <a:pt x="442086" y="0"/>
                  </a:lnTo>
                  <a:cubicBezTo>
                    <a:pt x="447557" y="0"/>
                    <a:pt x="452532" y="0"/>
                    <a:pt x="447557" y="4968"/>
                  </a:cubicBezTo>
                  <a:lnTo>
                    <a:pt x="447557" y="9937"/>
                  </a:lnTo>
                  <a:cubicBezTo>
                    <a:pt x="452532" y="15402"/>
                    <a:pt x="447557" y="15402"/>
                    <a:pt x="447557" y="20370"/>
                  </a:cubicBezTo>
                  <a:cubicBezTo>
                    <a:pt x="447557" y="25835"/>
                    <a:pt x="447557" y="36268"/>
                    <a:pt x="447557" y="46204"/>
                  </a:cubicBezTo>
                  <a:cubicBezTo>
                    <a:pt x="447557" y="62102"/>
                    <a:pt x="447557" y="82472"/>
                    <a:pt x="442086" y="103338"/>
                  </a:cubicBezTo>
                  <a:cubicBezTo>
                    <a:pt x="442086" y="108306"/>
                    <a:pt x="442086" y="108306"/>
                    <a:pt x="442086" y="113771"/>
                  </a:cubicBezTo>
                  <a:cubicBezTo>
                    <a:pt x="437111" y="124205"/>
                    <a:pt x="437111" y="129173"/>
                    <a:pt x="437111" y="134141"/>
                  </a:cubicBezTo>
                  <a:cubicBezTo>
                    <a:pt x="431640" y="150039"/>
                    <a:pt x="426665" y="165441"/>
                    <a:pt x="421194" y="175874"/>
                  </a:cubicBezTo>
                  <a:cubicBezTo>
                    <a:pt x="406271" y="212141"/>
                    <a:pt x="385378" y="248409"/>
                    <a:pt x="354040" y="289645"/>
                  </a:cubicBezTo>
                  <a:cubicBezTo>
                    <a:pt x="349066" y="294613"/>
                    <a:pt x="344091" y="315479"/>
                    <a:pt x="344091" y="325913"/>
                  </a:cubicBezTo>
                  <a:cubicBezTo>
                    <a:pt x="354040" y="367148"/>
                    <a:pt x="359512" y="460053"/>
                    <a:pt x="276441" y="506754"/>
                  </a:cubicBezTo>
                  <a:cubicBezTo>
                    <a:pt x="265994" y="517187"/>
                    <a:pt x="255548" y="512219"/>
                    <a:pt x="261020" y="496321"/>
                  </a:cubicBezTo>
                  <a:cubicBezTo>
                    <a:pt x="261020" y="439684"/>
                    <a:pt x="240128" y="305046"/>
                    <a:pt x="17278" y="310511"/>
                  </a:cubicBezTo>
                  <a:cubicBezTo>
                    <a:pt x="1858" y="310511"/>
                    <a:pt x="-3117" y="300078"/>
                    <a:pt x="1858" y="289645"/>
                  </a:cubicBezTo>
                  <a:cubicBezTo>
                    <a:pt x="17278" y="253377"/>
                    <a:pt x="59062" y="180842"/>
                    <a:pt x="162528" y="186307"/>
                  </a:cubicBezTo>
                  <a:cubicBezTo>
                    <a:pt x="172975" y="186307"/>
                    <a:pt x="188395" y="175874"/>
                    <a:pt x="193369" y="165441"/>
                  </a:cubicBezTo>
                  <a:cubicBezTo>
                    <a:pt x="214261" y="139606"/>
                    <a:pt x="250574" y="87937"/>
                    <a:pt x="312753" y="51669"/>
                  </a:cubicBezTo>
                  <a:cubicBezTo>
                    <a:pt x="349066" y="25835"/>
                    <a:pt x="379907" y="15402"/>
                    <a:pt x="400799" y="9937"/>
                  </a:cubicBezTo>
                  <a:cubicBezTo>
                    <a:pt x="416219" y="9937"/>
                    <a:pt x="426665" y="9937"/>
                    <a:pt x="426665" y="4968"/>
                  </a:cubicBezTo>
                  <a:cubicBezTo>
                    <a:pt x="431640" y="4968"/>
                    <a:pt x="431640" y="0"/>
                    <a:pt x="4371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" name="TextBox 30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23" y="7691"/>
              <a:ext cx="6482" cy="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浏览器打开地址：</a:t>
              </a:r>
              <a:endParaRPr 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eaLnBrk="1" hangingPunct="1">
                <a:lnSpc>
                  <a:spcPct val="130000"/>
                </a:lnSpc>
              </a:pPr>
              <a:r>
                <a:rPr lang="en-US" sz="16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http://localhost:3006/admin/login</a:t>
              </a:r>
              <a:endParaRPr lang="en-US" sz="1600" b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eaLnBrk="1" hangingPunct="1">
                <a:lnSpc>
                  <a:spcPct val="130000"/>
                </a:lnSpc>
              </a:pPr>
              <a:r>
                <a:rPr lang="zh-CN" altLang="en-US" sz="16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登录后查看管理</a:t>
              </a:r>
              <a:r>
                <a:rPr lang="zh-CN" altLang="en-US" sz="16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首页</a:t>
              </a:r>
              <a:endParaRPr lang="zh-CN" altLang="en-US" sz="1600" b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1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" name="弧形 81"/>
          <p:cNvSpPr/>
          <p:nvPr>
            <p:custDataLst>
              <p:tags r:id="rId3"/>
            </p:custDataLst>
          </p:nvPr>
        </p:nvSpPr>
        <p:spPr>
          <a:xfrm>
            <a:off x="672082" y="1505415"/>
            <a:ext cx="4277891" cy="4277891"/>
          </a:xfrm>
          <a:prstGeom prst="arc">
            <a:avLst>
              <a:gd name="adj1" fmla="val 18577808"/>
              <a:gd name="adj2" fmla="val 3075464"/>
            </a:avLst>
          </a:prstGeom>
          <a:ln w="12700">
            <a:solidFill>
              <a:schemeClr val="dk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3" name="圆角矩形 121"/>
          <p:cNvSpPr/>
          <p:nvPr>
            <p:custDataLst>
              <p:tags r:id="rId4"/>
            </p:custDataLst>
          </p:nvPr>
        </p:nvSpPr>
        <p:spPr>
          <a:xfrm>
            <a:off x="4649470" y="1761490"/>
            <a:ext cx="353060" cy="323215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4" name="任意多边形 122"/>
          <p:cNvSpPr/>
          <p:nvPr>
            <p:custDataLst>
              <p:tags r:id="rId5"/>
            </p:custDataLst>
          </p:nvPr>
        </p:nvSpPr>
        <p:spPr>
          <a:xfrm>
            <a:off x="4749165" y="1852930"/>
            <a:ext cx="15303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9" name="矩形 78"/>
          <p:cNvSpPr/>
          <p:nvPr>
            <p:custDataLst>
              <p:tags r:id="rId6"/>
            </p:custDataLst>
          </p:nvPr>
        </p:nvSpPr>
        <p:spPr>
          <a:xfrm>
            <a:off x="5254625" y="1167130"/>
            <a:ext cx="6085205" cy="1036320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任务需求</a:t>
            </a:r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Express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中结合模板引擎实现分页显示商品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数据</a:t>
            </a: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1" name="圆角矩形 127"/>
          <p:cNvSpPr/>
          <p:nvPr>
            <p:custDataLst>
              <p:tags r:id="rId7"/>
            </p:custDataLst>
          </p:nvPr>
        </p:nvSpPr>
        <p:spPr>
          <a:xfrm>
            <a:off x="4649470" y="3418205"/>
            <a:ext cx="323850" cy="323215"/>
          </a:xfrm>
          <a:prstGeom prst="roundRect">
            <a:avLst/>
          </a:prstGeom>
          <a:solidFill>
            <a:schemeClr val="accent4"/>
          </a:soli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2" name="任意多边形 128"/>
          <p:cNvSpPr/>
          <p:nvPr>
            <p:custDataLst>
              <p:tags r:id="rId8"/>
            </p:custDataLst>
          </p:nvPr>
        </p:nvSpPr>
        <p:spPr>
          <a:xfrm>
            <a:off x="4730115" y="3512185"/>
            <a:ext cx="16827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0" name="矩形 79"/>
          <p:cNvSpPr/>
          <p:nvPr>
            <p:custDataLst>
              <p:tags r:id="rId9"/>
            </p:custDataLst>
          </p:nvPr>
        </p:nvSpPr>
        <p:spPr>
          <a:xfrm>
            <a:off x="5226050" y="2598420"/>
            <a:ext cx="5955665" cy="1867535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实现步骤</a:t>
            </a:r>
            <a:endParaRPr lang="en-US" altLang="zh-CN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准备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商品表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编写路由代码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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模板引擎解析数据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启动项目浏览页面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***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分页显示实现的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5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个要素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***</a:t>
            </a:r>
            <a:endParaRPr lang="en-US" altLang="zh-CN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24" name="îṧľíḑè"/>
          <p:cNvSpPr/>
          <p:nvPr/>
        </p:nvSpPr>
        <p:spPr bwMode="auto">
          <a:xfrm>
            <a:off x="2101850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śḻïḍè"/>
          <p:cNvSpPr/>
          <p:nvPr>
            <p:custDataLst>
              <p:tags r:id="rId10"/>
            </p:custDataLst>
          </p:nvPr>
        </p:nvSpPr>
        <p:spPr bwMode="auto">
          <a:xfrm>
            <a:off x="2101850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îṩḷíďè"/>
          <p:cNvSpPr/>
          <p:nvPr>
            <p:custDataLst>
              <p:tags r:id="rId11"/>
            </p:custDataLst>
          </p:nvPr>
        </p:nvSpPr>
        <p:spPr bwMode="auto">
          <a:xfrm>
            <a:off x="996950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îṡľîde"/>
          <p:cNvSpPr/>
          <p:nvPr/>
        </p:nvSpPr>
        <p:spPr bwMode="auto">
          <a:xfrm>
            <a:off x="169799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şḷîḓe"/>
          <p:cNvSpPr/>
          <p:nvPr/>
        </p:nvSpPr>
        <p:spPr bwMode="auto">
          <a:xfrm>
            <a:off x="1101090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íşļïḍê"/>
          <p:cNvSpPr/>
          <p:nvPr>
            <p:custDataLst>
              <p:tags r:id="rId12"/>
            </p:custDataLst>
          </p:nvPr>
        </p:nvSpPr>
        <p:spPr bwMode="auto">
          <a:xfrm>
            <a:off x="1078230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ïṡḷîḓê"/>
          <p:cNvSpPr/>
          <p:nvPr>
            <p:custDataLst>
              <p:tags r:id="rId13"/>
            </p:custDataLst>
          </p:nvPr>
        </p:nvSpPr>
        <p:spPr bwMode="auto">
          <a:xfrm>
            <a:off x="2904490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iŝļîḋe"/>
          <p:cNvSpPr/>
          <p:nvPr/>
        </p:nvSpPr>
        <p:spPr bwMode="auto">
          <a:xfrm>
            <a:off x="147129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íśḻîḑe"/>
          <p:cNvSpPr/>
          <p:nvPr>
            <p:custDataLst>
              <p:tags r:id="rId14"/>
            </p:custDataLst>
          </p:nvPr>
        </p:nvSpPr>
        <p:spPr bwMode="auto">
          <a:xfrm>
            <a:off x="1101090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îSḷiḑé"/>
          <p:cNvSpPr/>
          <p:nvPr>
            <p:custDataLst>
              <p:tags r:id="rId15"/>
            </p:custDataLst>
          </p:nvPr>
        </p:nvSpPr>
        <p:spPr bwMode="auto">
          <a:xfrm>
            <a:off x="2286000" y="231203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îšľïḑé"/>
          <p:cNvSpPr/>
          <p:nvPr>
            <p:custDataLst>
              <p:tags r:id="rId16"/>
            </p:custDataLst>
          </p:nvPr>
        </p:nvSpPr>
        <p:spPr bwMode="auto">
          <a:xfrm>
            <a:off x="2119630" y="2463800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ïṧḻïḍè"/>
          <p:cNvSpPr/>
          <p:nvPr>
            <p:custDataLst>
              <p:tags r:id="rId17"/>
            </p:custDataLst>
          </p:nvPr>
        </p:nvSpPr>
        <p:spPr bwMode="auto">
          <a:xfrm>
            <a:off x="1801495" y="2463800"/>
            <a:ext cx="20637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îSļîḍè"/>
          <p:cNvSpPr/>
          <p:nvPr>
            <p:custDataLst>
              <p:tags r:id="rId18"/>
            </p:custDataLst>
          </p:nvPr>
        </p:nvSpPr>
        <p:spPr bwMode="auto">
          <a:xfrm>
            <a:off x="1973580" y="261556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îsḷîḋè"/>
          <p:cNvSpPr/>
          <p:nvPr>
            <p:custDataLst>
              <p:tags r:id="rId19"/>
            </p:custDataLst>
          </p:nvPr>
        </p:nvSpPr>
        <p:spPr bwMode="auto">
          <a:xfrm>
            <a:off x="2286000" y="276733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išľíḍè"/>
          <p:cNvSpPr/>
          <p:nvPr>
            <p:custDataLst>
              <p:tags r:id="rId20"/>
            </p:custDataLst>
          </p:nvPr>
        </p:nvSpPr>
        <p:spPr bwMode="auto">
          <a:xfrm>
            <a:off x="1897380" y="2767330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iŝḷiḓê"/>
          <p:cNvSpPr/>
          <p:nvPr>
            <p:custDataLst>
              <p:tags r:id="rId21"/>
            </p:custDataLst>
          </p:nvPr>
        </p:nvSpPr>
        <p:spPr bwMode="auto">
          <a:xfrm>
            <a:off x="1650365" y="3516630"/>
            <a:ext cx="401955" cy="66040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íśliḓè"/>
          <p:cNvSpPr/>
          <p:nvPr/>
        </p:nvSpPr>
        <p:spPr bwMode="auto">
          <a:xfrm>
            <a:off x="165036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iṡḷíďé"/>
          <p:cNvSpPr/>
          <p:nvPr>
            <p:custDataLst>
              <p:tags r:id="rId22"/>
            </p:custDataLst>
          </p:nvPr>
        </p:nvSpPr>
        <p:spPr bwMode="auto">
          <a:xfrm>
            <a:off x="1660525" y="3982085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îşļíḑè"/>
          <p:cNvSpPr/>
          <p:nvPr>
            <p:custDataLst>
              <p:tags r:id="rId23"/>
            </p:custDataLst>
          </p:nvPr>
        </p:nvSpPr>
        <p:spPr bwMode="auto">
          <a:xfrm>
            <a:off x="2663190" y="3982085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ïşļiḑé"/>
          <p:cNvSpPr/>
          <p:nvPr>
            <p:custDataLst>
              <p:tags r:id="rId24"/>
            </p:custDataLst>
          </p:nvPr>
        </p:nvSpPr>
        <p:spPr bwMode="auto">
          <a:xfrm>
            <a:off x="2286000" y="413385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iṡľîďé"/>
          <p:cNvSpPr/>
          <p:nvPr/>
        </p:nvSpPr>
        <p:spPr bwMode="auto">
          <a:xfrm>
            <a:off x="245935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îśļiḓè"/>
          <p:cNvSpPr/>
          <p:nvPr>
            <p:custDataLst>
              <p:tags r:id="rId25"/>
            </p:custDataLst>
          </p:nvPr>
        </p:nvSpPr>
        <p:spPr bwMode="auto">
          <a:xfrm>
            <a:off x="231076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îṡlíḍê"/>
          <p:cNvSpPr/>
          <p:nvPr>
            <p:custDataLst>
              <p:tags r:id="rId26"/>
            </p:custDataLst>
          </p:nvPr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íṥľiḍe"/>
          <p:cNvSpPr/>
          <p:nvPr/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íṥ1ïḍe"/>
          <p:cNvSpPr/>
          <p:nvPr>
            <p:custDataLst>
              <p:tags r:id="rId27"/>
            </p:custDataLst>
          </p:nvPr>
        </p:nvSpPr>
        <p:spPr bwMode="auto">
          <a:xfrm>
            <a:off x="2466975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îślïḋe"/>
          <p:cNvSpPr/>
          <p:nvPr>
            <p:custDataLst>
              <p:tags r:id="rId28"/>
            </p:custDataLst>
          </p:nvPr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îṥḻidé"/>
          <p:cNvSpPr/>
          <p:nvPr/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ïşḷiḍè"/>
          <p:cNvSpPr/>
          <p:nvPr>
            <p:custDataLst>
              <p:tags r:id="rId29"/>
            </p:custDataLst>
          </p:nvPr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islîdê"/>
          <p:cNvSpPr/>
          <p:nvPr/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îŝḻiḍê"/>
          <p:cNvSpPr/>
          <p:nvPr>
            <p:custDataLst>
              <p:tags r:id="rId30"/>
            </p:custDataLst>
          </p:nvPr>
        </p:nvSpPr>
        <p:spPr bwMode="auto">
          <a:xfrm>
            <a:off x="2547620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îṧḻíḋè"/>
          <p:cNvSpPr/>
          <p:nvPr>
            <p:custDataLst>
              <p:tags r:id="rId31"/>
            </p:custDataLst>
          </p:nvPr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iŝ1iḓê"/>
          <p:cNvSpPr/>
          <p:nvPr/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iṡļïḍé"/>
          <p:cNvSpPr/>
          <p:nvPr>
            <p:custDataLst>
              <p:tags r:id="rId32"/>
            </p:custDataLst>
          </p:nvPr>
        </p:nvSpPr>
        <p:spPr bwMode="auto">
          <a:xfrm>
            <a:off x="256349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î$1ïḓè"/>
          <p:cNvSpPr/>
          <p:nvPr>
            <p:custDataLst>
              <p:tags r:id="rId33"/>
            </p:custDataLst>
          </p:nvPr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ïşlíḋé"/>
          <p:cNvSpPr/>
          <p:nvPr/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iṩ1iḍe"/>
          <p:cNvSpPr/>
          <p:nvPr>
            <p:custDataLst>
              <p:tags r:id="rId34"/>
            </p:custDataLst>
          </p:nvPr>
        </p:nvSpPr>
        <p:spPr bwMode="auto">
          <a:xfrm>
            <a:off x="254317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ïṡļidê"/>
          <p:cNvSpPr/>
          <p:nvPr>
            <p:custDataLst>
              <p:tags r:id="rId35"/>
            </p:custDataLst>
          </p:nvPr>
        </p:nvSpPr>
        <p:spPr bwMode="auto">
          <a:xfrm>
            <a:off x="248602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íšľíḑé"/>
          <p:cNvSpPr/>
          <p:nvPr>
            <p:custDataLst>
              <p:tags r:id="rId36"/>
            </p:custDataLst>
          </p:nvPr>
        </p:nvSpPr>
        <p:spPr bwMode="auto">
          <a:xfrm>
            <a:off x="2327910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išlíḑe"/>
          <p:cNvSpPr/>
          <p:nvPr>
            <p:custDataLst>
              <p:tags r:id="rId37"/>
            </p:custDataLst>
          </p:nvPr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îṧ1îḑè"/>
          <p:cNvSpPr/>
          <p:nvPr/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ṣļîdè"/>
          <p:cNvSpPr/>
          <p:nvPr/>
        </p:nvSpPr>
        <p:spPr bwMode="auto">
          <a:xfrm>
            <a:off x="1130935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ïşḻíde"/>
          <p:cNvSpPr/>
          <p:nvPr/>
        </p:nvSpPr>
        <p:spPr bwMode="auto">
          <a:xfrm>
            <a:off x="121539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ïślíḑê"/>
          <p:cNvSpPr/>
          <p:nvPr/>
        </p:nvSpPr>
        <p:spPr bwMode="auto">
          <a:xfrm>
            <a:off x="142113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ïṥlîḋè"/>
          <p:cNvSpPr/>
          <p:nvPr>
            <p:custDataLst>
              <p:tags r:id="rId38"/>
            </p:custDataLst>
          </p:nvPr>
        </p:nvSpPr>
        <p:spPr bwMode="auto">
          <a:xfrm>
            <a:off x="147129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íŝḻïḍé"/>
          <p:cNvSpPr/>
          <p:nvPr>
            <p:custDataLst>
              <p:tags r:id="rId39"/>
            </p:custDataLst>
          </p:nvPr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isḻídè"/>
          <p:cNvSpPr/>
          <p:nvPr/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íṧḻiḑé"/>
          <p:cNvSpPr/>
          <p:nvPr>
            <p:custDataLst>
              <p:tags r:id="rId40"/>
            </p:custDataLst>
          </p:nvPr>
        </p:nvSpPr>
        <p:spPr bwMode="auto">
          <a:xfrm>
            <a:off x="2042160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ïšḻiḑè"/>
          <p:cNvSpPr/>
          <p:nvPr>
            <p:custDataLst>
              <p:tags r:id="rId41"/>
            </p:custDataLst>
          </p:nvPr>
        </p:nvSpPr>
        <p:spPr bwMode="auto">
          <a:xfrm>
            <a:off x="2312035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ïṡlíḑe"/>
          <p:cNvSpPr/>
          <p:nvPr>
            <p:custDataLst>
              <p:tags r:id="rId42"/>
            </p:custDataLst>
          </p:nvPr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ïṥľiḋè"/>
          <p:cNvSpPr/>
          <p:nvPr/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íšļiḋê"/>
          <p:cNvSpPr/>
          <p:nvPr/>
        </p:nvSpPr>
        <p:spPr bwMode="auto">
          <a:xfrm>
            <a:off x="142113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iṥlïdê"/>
          <p:cNvSpPr/>
          <p:nvPr>
            <p:custDataLst>
              <p:tags r:id="rId43"/>
            </p:custDataLst>
          </p:nvPr>
        </p:nvSpPr>
        <p:spPr bwMode="auto">
          <a:xfrm>
            <a:off x="1503680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ïşḻîďè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íslîdê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íṧļïḍè"/>
          <p:cNvSpPr/>
          <p:nvPr/>
        </p:nvSpPr>
        <p:spPr bwMode="auto">
          <a:xfrm>
            <a:off x="2393315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iSļîḑé"/>
          <p:cNvSpPr/>
          <p:nvPr/>
        </p:nvSpPr>
        <p:spPr bwMode="auto">
          <a:xfrm>
            <a:off x="217106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iṣḷïďê"/>
          <p:cNvSpPr/>
          <p:nvPr/>
        </p:nvSpPr>
        <p:spPr bwMode="auto">
          <a:xfrm>
            <a:off x="228409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ïsľíḍé"/>
          <p:cNvSpPr/>
          <p:nvPr/>
        </p:nvSpPr>
        <p:spPr bwMode="auto">
          <a:xfrm>
            <a:off x="214693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iṡḷiḓe"/>
          <p:cNvSpPr/>
          <p:nvPr/>
        </p:nvSpPr>
        <p:spPr bwMode="auto">
          <a:xfrm>
            <a:off x="2202815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išḷîḓè"/>
          <p:cNvSpPr/>
          <p:nvPr/>
        </p:nvSpPr>
        <p:spPr bwMode="auto">
          <a:xfrm>
            <a:off x="1503680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íṡlïḓe"/>
          <p:cNvSpPr/>
          <p:nvPr/>
        </p:nvSpPr>
        <p:spPr bwMode="auto">
          <a:xfrm>
            <a:off x="153162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iṡlíḍe"/>
          <p:cNvSpPr/>
          <p:nvPr/>
        </p:nvSpPr>
        <p:spPr bwMode="auto">
          <a:xfrm>
            <a:off x="135572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îṩliḑê"/>
          <p:cNvSpPr/>
          <p:nvPr/>
        </p:nvSpPr>
        <p:spPr bwMode="auto">
          <a:xfrm>
            <a:off x="31115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圆角矩形 121"/>
          <p:cNvSpPr/>
          <p:nvPr>
            <p:custDataLst>
              <p:tags r:id="rId44"/>
            </p:custDataLst>
          </p:nvPr>
        </p:nvSpPr>
        <p:spPr>
          <a:xfrm>
            <a:off x="4649470" y="4951095"/>
            <a:ext cx="323215" cy="323215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9" name="任意多边形 122"/>
          <p:cNvSpPr/>
          <p:nvPr>
            <p:custDataLst>
              <p:tags r:id="rId45"/>
            </p:custDataLst>
          </p:nvPr>
        </p:nvSpPr>
        <p:spPr>
          <a:xfrm>
            <a:off x="4740910" y="5042535"/>
            <a:ext cx="14033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1" name="矩形 90"/>
          <p:cNvSpPr/>
          <p:nvPr>
            <p:custDataLst>
              <p:tags r:id="rId46"/>
            </p:custDataLst>
          </p:nvPr>
        </p:nvSpPr>
        <p:spPr>
          <a:xfrm>
            <a:off x="5244465" y="4587240"/>
            <a:ext cx="5642610" cy="1867535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任务实现</a:t>
            </a:r>
            <a:endParaRPr lang="en-US" altLang="zh-CN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db.js  –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数据库配置文件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routes/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admin.js – 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路由代码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views/product/index.ejs –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商品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列表模板引擎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4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bldLvl="0" animBg="1"/>
      <p:bldP spid="79" grpId="0"/>
      <p:bldP spid="79" grpId="1"/>
      <p:bldP spid="80" grpId="0"/>
      <p:bldP spid="80" grpId="1"/>
      <p:bldP spid="91" grpId="0"/>
      <p:bldP spid="91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5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6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9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5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6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8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9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63.xml><?xml version="1.0" encoding="utf-8"?>
<p:tagLst xmlns:p="http://schemas.openxmlformats.org/presentationml/2006/main">
  <p:tag name="ISLIDE.VECTOR" val="#254578;#271387;#262167;#245939;#308535;#224264;#192054;"/>
  <p:tag name="KSO_WM_SLIDE_BACKGROUND_TYPE" val="general"/>
</p:tagLst>
</file>

<file path=ppt/tags/tag664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5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6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custom20191730_5*l_h_i*1_3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f1227ba5c3894d89910f75f900cfb7d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6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191730_5*l_h_a*1_3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23abacf4a9b64692a0242f7be55afed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custom20191730_5*l_h_i*1_4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ed245d2cf5b04bc6837f9a1c606cf70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191730_5*l_h_a*1_4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dfbc1e989df64d6c87633c3e95fe59f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custom20191730_5*l_h_i*1_5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3ccd7cedf7144f4298de856a7acd7ef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70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191730_5*l_h_a*1_5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fb4cc35064f943ed9269523c7d2855a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71.xml><?xml version="1.0" encoding="utf-8"?>
<p:tagLst xmlns:p="http://schemas.openxmlformats.org/presentationml/2006/main">
  <p:tag name="KSO_WM_SLIDE_ID" val="custom20191730_5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5"/>
  <p:tag name="KSO_WM_SLIDE_INDEX" val="5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678.xml><?xml version="1.0" encoding="utf-8"?>
<p:tagLst xmlns:p="http://schemas.openxmlformats.org/presentationml/2006/main">
  <p:tag name="KSO_WM_SLIDE_BACKGROUND_TYPE" val="general"/>
</p:tagLst>
</file>

<file path=ppt/tags/tag6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1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82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SHADOW_SCHEMECOLOR_INDEX_BRIGHTNESS" val="0"/>
  <p:tag name="KSO_WM_UNIT_SHADOW_SCHEMECOLOR_INDEX" val="5"/>
</p:tagLst>
</file>

<file path=ppt/tags/tag683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84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SHADOW_SCHEMECOLOR_INDEX_BRIGHTNESS" val="0"/>
  <p:tag name="KSO_WM_UNIT_SHADOW_SCHEMECOLOR_INDEX" val="5"/>
</p:tagLst>
</file>

<file path=ppt/tags/tag685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86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FILL_FORE_SCHEMECOLOR_INDEX_BRIGHTNESS" val="0"/>
  <p:tag name="KSO_WM_UNIT_FILL_FORE_SCHEMECOLOR_INDEX" val="5"/>
  <p:tag name="KSO_WM_UNIT_FILL_TYPE" val="1"/>
</p:tagLst>
</file>

<file path=ppt/tags/tag687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68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8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9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4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95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FILL_FORE_SCHEMECOLOR_INDEX_BRIGHTNESS" val="0"/>
  <p:tag name="KSO_WM_UNIT_FILL_FORE_SCHEMECOLOR_INDEX" val="5"/>
  <p:tag name="KSO_WM_UNIT_FILL_TYPE" val="1"/>
</p:tagLst>
</file>

<file path=ppt/tags/tag69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69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698.xml><?xml version="1.0" encoding="utf-8"?>
<p:tagLst xmlns:p="http://schemas.openxmlformats.org/presentationml/2006/main">
  <p:tag name="KSO_WM_SLIDE_BACKGROUND_TYPE" val="general"/>
</p:tagLst>
</file>

<file path=ppt/tags/tag6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1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0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03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704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7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7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08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0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10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11.xml><?xml version="1.0" encoding="utf-8"?>
<p:tagLst xmlns:p="http://schemas.openxmlformats.org/presentationml/2006/main">
  <p:tag name="KSO_WM_UNIT_LINE_FORE_SCHEMECOLOR_INDEX_BRIGHTNESS" val="-0.05"/>
  <p:tag name="KSO_WM_UNIT_LINE_FORE_SCHEMECOLOR_INDEX" val="9"/>
  <p:tag name="KSO_WM_UNIT_LINE_FILL_TYPE" val="2"/>
</p:tagLst>
</file>

<file path=ppt/tags/tag71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1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1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2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762_1*l_h_f*1_1_1"/>
  <p:tag name="KSO_WM_TEMPLATE_CATEGORY" val="diagram"/>
  <p:tag name="KSO_WM_TEMPLATE_INDEX" val="20234762"/>
  <p:tag name="KSO_WM_UNIT_LAYERLEVEL" val="1_1_1"/>
  <p:tag name="KSO_WM_TAG_VERSION" val="3.0"/>
  <p:tag name="KSO_WM_UNIT_TEXT_FILL_FORE_SCHEMECOLOR_INDEX" val="1"/>
  <p:tag name="KSO_WM_UNIT_TEXT_FILL_TYPE" val="1"/>
  <p:tag name="KSO_WM_DIAGRAM_MAX_ITEMCNT" val="3"/>
  <p:tag name="KSO_WM_DIAGRAM_MIN_ITEMCNT" val="3"/>
  <p:tag name="KSO_WM_DIAGRAM_VIRTUALLY_FRAME" val="{&quot;height&quot;:190.86559728427193,&quot;left&quot;:367.25,&quot;top&quot;:136.5844027157281,&quot;width&quot;:481.2731496062991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根据需要可酌情增减文字内容以便观者准确地理解您传达的思想。单击此处添加文本具体内容，简明扼要地阐述您的观点。"/>
</p:tagLst>
</file>

<file path=ppt/tags/tag71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4762_1*l_h_a*1_1_1"/>
  <p:tag name="KSO_WM_TEMPLATE_CATEGORY" val="diagram"/>
  <p:tag name="KSO_WM_TEMPLATE_INDEX" val="20234762"/>
  <p:tag name="KSO_WM_UNIT_LAYERLEVEL" val="1_1_1"/>
  <p:tag name="KSO_WM_TAG_VERSION" val="3.0"/>
  <p:tag name="KSO_WM_BEAUTIFY_FLAG" val="#wm#"/>
  <p:tag name="KSO_WM_UNIT_TEXT_FILL_FORE_SCHEMECOLOR_INDEX" val="1"/>
  <p:tag name="KSO_WM_UNIT_TEXT_FILL_TYPE" val="1"/>
  <p:tag name="KSO_WM_DIAGRAM_MAX_ITEMCNT" val="3"/>
  <p:tag name="KSO_WM_DIAGRAM_MIN_ITEMCNT" val="3"/>
  <p:tag name="KSO_WM_DIAGRAM_VIRTUALLY_FRAME" val="{&quot;height&quot;:190.86559728427193,&quot;left&quot;:367.25,&quot;top&quot;:136.5844027157281,&quot;width&quot;:481.2731496062991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项标题内容"/>
</p:tagLst>
</file>

<file path=ppt/tags/tag716.xml><?xml version="1.0" encoding="utf-8"?>
<p:tagLst xmlns:p="http://schemas.openxmlformats.org/presentationml/2006/main">
  <p:tag name="KSO_WM_SLIDE_BACKGROUND_TYPE" val="general"/>
</p:tagLst>
</file>

<file path=ppt/tags/tag7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9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20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2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2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6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27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2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2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3.xml><?xml version="1.0" encoding="utf-8"?>
<p:tagLst xmlns:p="http://schemas.openxmlformats.org/presentationml/2006/main">
  <p:tag name="KSO_WM_SLIDE_BACKGROUND_TYPE" val="general"/>
</p:tagLst>
</file>

<file path=ppt/tags/tag7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6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3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8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73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40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741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4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4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4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0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51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5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5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7.xml><?xml version="1.0" encoding="utf-8"?>
<p:tagLst xmlns:p="http://schemas.openxmlformats.org/presentationml/2006/main">
  <p:tag name="KSO_WM_SLIDE_BACKGROUND_TYPE" val="general"/>
</p:tagLst>
</file>

<file path=ppt/tags/tag758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1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6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6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7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68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6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7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4.xml><?xml version="1.0" encoding="utf-8"?>
<p:tagLst xmlns:p="http://schemas.openxmlformats.org/presentationml/2006/main">
  <p:tag name="KSO_WM_SLIDE_BACKGROUND_TYPE" val="general"/>
</p:tagLst>
</file>

<file path=ppt/tags/tag7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77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78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7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8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8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83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8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8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8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7.xml><?xml version="1.0" encoding="utf-8"?>
<p:tagLst xmlns:p="http://schemas.openxmlformats.org/presentationml/2006/main">
  <p:tag name="KSO_WM_SLIDE_BACKGROUND_TYPE" val="general"/>
</p:tagLst>
</file>

<file path=ppt/tags/tag7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90.xml><?xml version="1.0" encoding="utf-8"?>
<p:tagLst xmlns:p="http://schemas.openxmlformats.org/presentationml/2006/main"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91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79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4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SHADOW_SCHEMECOLOR_INDEX_BRIGHTNESS" val="0"/>
  <p:tag name="KSO_WM_UNIT_SHADOW_SCHEMECOLOR_INDEX" val="7"/>
  <p:tag name="KSO_WM_UNIT_TEXT_FILL_FORE_SCHEMECOLOR_INDEX_BRIGHTNESS" val="0"/>
  <p:tag name="KSO_WM_UNIT_TEXT_FILL_FORE_SCHEMECOLOR_INDEX" val="13"/>
  <p:tag name="KSO_WM_UNIT_TEXT_FILL_TYPE" val="1"/>
</p:tagLst>
</file>

<file path=ppt/tags/tag79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9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99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00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801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80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5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26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27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28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29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30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31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83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3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34.xml><?xml version="1.0" encoding="utf-8"?>
<p:tagLst xmlns:p="http://schemas.openxmlformats.org/presentationml/2006/main">
  <p:tag name="ISLIDE.VECTOR" val="#251088;"/>
  <p:tag name="ISLIDE.ICON" val="#407154;#407154;#407154;"/>
  <p:tag name="KSO_WM_SLIDE_BACKGROUND_TYPE" val="general"/>
</p:tagLst>
</file>

<file path=ppt/tags/tag835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836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837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Yjc1ZjdmNTg5ZWM4ZTgwMDQxNGQ3NzNlMjZkZDY3ZjM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3408</Words>
  <Application>WPS 演示</Application>
  <PresentationFormat>宽屏</PresentationFormat>
  <Paragraphs>221</Paragraphs>
  <Slides>14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Lato Light</vt:lpstr>
      <vt:lpstr>Lato</vt:lpstr>
      <vt:lpstr>MS PGothic</vt:lpstr>
      <vt:lpstr>Lato Black</vt:lpstr>
      <vt:lpstr>Calibri</vt:lpstr>
      <vt:lpstr>等线</vt:lpstr>
      <vt:lpstr>Arial Unicode MS</vt:lpstr>
      <vt:lpstr>Calibri Light</vt:lpstr>
      <vt:lpstr>黑体</vt:lpstr>
      <vt:lpstr>Office 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TXY</cp:lastModifiedBy>
  <cp:revision>732</cp:revision>
  <dcterms:created xsi:type="dcterms:W3CDTF">2020-10-23T09:50:00Z</dcterms:created>
  <dcterms:modified xsi:type="dcterms:W3CDTF">2024-08-02T11:34:02Z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B377A8DCEE8C49179800A841B109D8CC_13</vt:lpwstr>
  </property>
  <property fmtid="{D5CDD505-2E9C-101B-9397-08002B2CF9AE}" pid="3" name="KSOProductBuildVer">
    <vt:lpwstr>2052-12.1.0.17147</vt:lpwstr>
  </property>
</Properties>
</file>