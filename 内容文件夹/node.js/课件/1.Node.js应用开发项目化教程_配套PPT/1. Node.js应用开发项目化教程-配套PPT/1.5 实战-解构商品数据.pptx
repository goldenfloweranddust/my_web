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1" r:id="rId4"/>
    <p:sldId id="442" r:id="rId6"/>
    <p:sldId id="443" r:id="rId7"/>
    <p:sldId id="444" r:id="rId8"/>
    <p:sldId id="445" r:id="rId9"/>
    <p:sldId id="446" r:id="rId10"/>
    <p:sldId id="447" r:id="rId11"/>
    <p:sldId id="448" r:id="rId12"/>
    <p:sldId id="449" r:id="rId13"/>
    <p:sldId id="450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6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44C"/>
    <a:srgbClr val="FFFFFF"/>
    <a:srgbClr val="333333"/>
    <a:srgbClr val="0070C0"/>
    <a:srgbClr val="000000"/>
    <a:srgbClr val="AFABAB"/>
    <a:srgbClr val="3C853C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74" y="66"/>
      </p:cViewPr>
      <p:guideLst>
        <p:guide orient="horz" pos="2106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78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66.xml"/><Relationship Id="rId76" Type="http://schemas.openxmlformats.org/officeDocument/2006/relationships/tags" Target="../tags/tag665.xml"/><Relationship Id="rId75" Type="http://schemas.openxmlformats.org/officeDocument/2006/relationships/tags" Target="../tags/tag664.xml"/><Relationship Id="rId74" Type="http://schemas.openxmlformats.org/officeDocument/2006/relationships/tags" Target="../tags/tag663.xml"/><Relationship Id="rId73" Type="http://schemas.openxmlformats.org/officeDocument/2006/relationships/image" Target="../media/image2.png"/><Relationship Id="rId72" Type="http://schemas.openxmlformats.org/officeDocument/2006/relationships/tags" Target="../tags/tag662.xml"/><Relationship Id="rId71" Type="http://schemas.openxmlformats.org/officeDocument/2006/relationships/image" Target="../media/image1.png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4.xml"/><Relationship Id="rId7" Type="http://schemas.openxmlformats.org/officeDocument/2006/relationships/tags" Target="../tags/tag673.xml"/><Relationship Id="rId6" Type="http://schemas.openxmlformats.org/officeDocument/2006/relationships/tags" Target="../tags/tag672.xml"/><Relationship Id="rId5" Type="http://schemas.openxmlformats.org/officeDocument/2006/relationships/tags" Target="../tags/tag671.xml"/><Relationship Id="rId4" Type="http://schemas.openxmlformats.org/officeDocument/2006/relationships/tags" Target="../tags/tag670.xml"/><Relationship Id="rId3" Type="http://schemas.openxmlformats.org/officeDocument/2006/relationships/tags" Target="../tags/tag669.xml"/><Relationship Id="rId2" Type="http://schemas.openxmlformats.org/officeDocument/2006/relationships/tags" Target="../tags/tag668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81.xml"/><Relationship Id="rId7" Type="http://schemas.openxmlformats.org/officeDocument/2006/relationships/image" Target="../media/image1.png"/><Relationship Id="rId6" Type="http://schemas.openxmlformats.org/officeDocument/2006/relationships/tags" Target="../tags/tag680.xml"/><Relationship Id="rId5" Type="http://schemas.openxmlformats.org/officeDocument/2006/relationships/tags" Target="../tags/tag679.xml"/><Relationship Id="rId4" Type="http://schemas.openxmlformats.org/officeDocument/2006/relationships/tags" Target="../tags/tag678.xml"/><Relationship Id="rId3" Type="http://schemas.openxmlformats.org/officeDocument/2006/relationships/tags" Target="../tags/tag677.xml"/><Relationship Id="rId2" Type="http://schemas.openxmlformats.org/officeDocument/2006/relationships/tags" Target="../tags/tag676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683.xml"/><Relationship Id="rId10" Type="http://schemas.openxmlformats.org/officeDocument/2006/relationships/tags" Target="../tags/tag682.xml"/><Relationship Id="rId1" Type="http://schemas.openxmlformats.org/officeDocument/2006/relationships/tags" Target="../tags/tag67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92.xml"/><Relationship Id="rId8" Type="http://schemas.openxmlformats.org/officeDocument/2006/relationships/tags" Target="../tags/tag691.xml"/><Relationship Id="rId7" Type="http://schemas.openxmlformats.org/officeDocument/2006/relationships/tags" Target="../tags/tag690.xml"/><Relationship Id="rId6" Type="http://schemas.openxmlformats.org/officeDocument/2006/relationships/tags" Target="../tags/tag689.xml"/><Relationship Id="rId5" Type="http://schemas.openxmlformats.org/officeDocument/2006/relationships/tags" Target="../tags/tag688.xml"/><Relationship Id="rId4" Type="http://schemas.openxmlformats.org/officeDocument/2006/relationships/tags" Target="../tags/tag687.xml"/><Relationship Id="rId3" Type="http://schemas.openxmlformats.org/officeDocument/2006/relationships/tags" Target="../tags/tag686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685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00.xml"/><Relationship Id="rId17" Type="http://schemas.openxmlformats.org/officeDocument/2006/relationships/image" Target="../media/image4.png"/><Relationship Id="rId16" Type="http://schemas.openxmlformats.org/officeDocument/2006/relationships/tags" Target="../tags/tag699.xml"/><Relationship Id="rId15" Type="http://schemas.openxmlformats.org/officeDocument/2006/relationships/tags" Target="../tags/tag698.xml"/><Relationship Id="rId14" Type="http://schemas.openxmlformats.org/officeDocument/2006/relationships/tags" Target="../tags/tag697.xml"/><Relationship Id="rId13" Type="http://schemas.openxmlformats.org/officeDocument/2006/relationships/tags" Target="../tags/tag696.xml"/><Relationship Id="rId12" Type="http://schemas.openxmlformats.org/officeDocument/2006/relationships/tags" Target="../tags/tag695.xml"/><Relationship Id="rId11" Type="http://schemas.openxmlformats.org/officeDocument/2006/relationships/tags" Target="../tags/tag694.xml"/><Relationship Id="rId10" Type="http://schemas.openxmlformats.org/officeDocument/2006/relationships/tags" Target="../tags/tag693.xml"/><Relationship Id="rId1" Type="http://schemas.openxmlformats.org/officeDocument/2006/relationships/tags" Target="../tags/tag68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704.xml"/><Relationship Id="rId4" Type="http://schemas.openxmlformats.org/officeDocument/2006/relationships/image" Target="../media/image5.png"/><Relationship Id="rId3" Type="http://schemas.openxmlformats.org/officeDocument/2006/relationships/tags" Target="../tags/tag703.xml"/><Relationship Id="rId2" Type="http://schemas.openxmlformats.org/officeDocument/2006/relationships/tags" Target="../tags/tag702.xml"/><Relationship Id="rId1" Type="http://schemas.openxmlformats.org/officeDocument/2006/relationships/tags" Target="../tags/tag70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3.xml"/><Relationship Id="rId8" Type="http://schemas.openxmlformats.org/officeDocument/2006/relationships/tags" Target="../tags/tag712.xml"/><Relationship Id="rId7" Type="http://schemas.openxmlformats.org/officeDocument/2006/relationships/tags" Target="../tags/tag711.xml"/><Relationship Id="rId6" Type="http://schemas.openxmlformats.org/officeDocument/2006/relationships/tags" Target="../tags/tag710.xml"/><Relationship Id="rId5" Type="http://schemas.openxmlformats.org/officeDocument/2006/relationships/tags" Target="../tags/tag709.xml"/><Relationship Id="rId4" Type="http://schemas.openxmlformats.org/officeDocument/2006/relationships/tags" Target="../tags/tag708.xml"/><Relationship Id="rId3" Type="http://schemas.openxmlformats.org/officeDocument/2006/relationships/tags" Target="../tags/tag707.xml"/><Relationship Id="rId2" Type="http://schemas.openxmlformats.org/officeDocument/2006/relationships/tags" Target="../tags/tag706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21.xml"/><Relationship Id="rId16" Type="http://schemas.openxmlformats.org/officeDocument/2006/relationships/tags" Target="../tags/tag720.xml"/><Relationship Id="rId15" Type="http://schemas.openxmlformats.org/officeDocument/2006/relationships/tags" Target="../tags/tag719.xml"/><Relationship Id="rId14" Type="http://schemas.openxmlformats.org/officeDocument/2006/relationships/tags" Target="../tags/tag718.xml"/><Relationship Id="rId13" Type="http://schemas.openxmlformats.org/officeDocument/2006/relationships/tags" Target="../tags/tag717.xml"/><Relationship Id="rId12" Type="http://schemas.openxmlformats.org/officeDocument/2006/relationships/tags" Target="../tags/tag716.xml"/><Relationship Id="rId11" Type="http://schemas.openxmlformats.org/officeDocument/2006/relationships/tags" Target="../tags/tag715.xml"/><Relationship Id="rId10" Type="http://schemas.openxmlformats.org/officeDocument/2006/relationships/tags" Target="../tags/tag714.xml"/><Relationship Id="rId1" Type="http://schemas.openxmlformats.org/officeDocument/2006/relationships/tags" Target="../tags/tag70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728.xml"/><Relationship Id="rId7" Type="http://schemas.openxmlformats.org/officeDocument/2006/relationships/image" Target="../media/image6.jpeg"/><Relationship Id="rId6" Type="http://schemas.openxmlformats.org/officeDocument/2006/relationships/tags" Target="../tags/tag727.xml"/><Relationship Id="rId5" Type="http://schemas.openxmlformats.org/officeDocument/2006/relationships/tags" Target="../tags/tag726.xml"/><Relationship Id="rId4" Type="http://schemas.openxmlformats.org/officeDocument/2006/relationships/tags" Target="../tags/tag725.xml"/><Relationship Id="rId3" Type="http://schemas.openxmlformats.org/officeDocument/2006/relationships/tags" Target="../tags/tag724.xml"/><Relationship Id="rId2" Type="http://schemas.openxmlformats.org/officeDocument/2006/relationships/tags" Target="../tags/tag723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31.xml"/><Relationship Id="rId11" Type="http://schemas.openxmlformats.org/officeDocument/2006/relationships/tags" Target="../tags/tag730.xml"/><Relationship Id="rId10" Type="http://schemas.openxmlformats.org/officeDocument/2006/relationships/tags" Target="../tags/tag729.xml"/><Relationship Id="rId1" Type="http://schemas.openxmlformats.org/officeDocument/2006/relationships/tags" Target="../tags/tag72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0.xml"/><Relationship Id="rId8" Type="http://schemas.openxmlformats.org/officeDocument/2006/relationships/tags" Target="../tags/tag739.xml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9" Type="http://schemas.openxmlformats.org/officeDocument/2006/relationships/notesSlide" Target="../notesSlides/notesSlide9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778.xml"/><Relationship Id="rId46" Type="http://schemas.openxmlformats.org/officeDocument/2006/relationships/tags" Target="../tags/tag777.xml"/><Relationship Id="rId45" Type="http://schemas.openxmlformats.org/officeDocument/2006/relationships/tags" Target="../tags/tag776.xml"/><Relationship Id="rId44" Type="http://schemas.openxmlformats.org/officeDocument/2006/relationships/tags" Target="../tags/tag775.xml"/><Relationship Id="rId43" Type="http://schemas.openxmlformats.org/officeDocument/2006/relationships/tags" Target="../tags/tag774.xml"/><Relationship Id="rId42" Type="http://schemas.openxmlformats.org/officeDocument/2006/relationships/tags" Target="../tags/tag773.xml"/><Relationship Id="rId41" Type="http://schemas.openxmlformats.org/officeDocument/2006/relationships/tags" Target="../tags/tag772.xml"/><Relationship Id="rId40" Type="http://schemas.openxmlformats.org/officeDocument/2006/relationships/tags" Target="../tags/tag771.xml"/><Relationship Id="rId4" Type="http://schemas.openxmlformats.org/officeDocument/2006/relationships/tags" Target="../tags/tag735.xml"/><Relationship Id="rId39" Type="http://schemas.openxmlformats.org/officeDocument/2006/relationships/tags" Target="../tags/tag770.xml"/><Relationship Id="rId38" Type="http://schemas.openxmlformats.org/officeDocument/2006/relationships/tags" Target="../tags/tag769.xml"/><Relationship Id="rId37" Type="http://schemas.openxmlformats.org/officeDocument/2006/relationships/tags" Target="../tags/tag768.xml"/><Relationship Id="rId36" Type="http://schemas.openxmlformats.org/officeDocument/2006/relationships/tags" Target="../tags/tag767.xml"/><Relationship Id="rId35" Type="http://schemas.openxmlformats.org/officeDocument/2006/relationships/tags" Target="../tags/tag766.xml"/><Relationship Id="rId34" Type="http://schemas.openxmlformats.org/officeDocument/2006/relationships/tags" Target="../tags/tag765.xml"/><Relationship Id="rId33" Type="http://schemas.openxmlformats.org/officeDocument/2006/relationships/tags" Target="../tags/tag764.xml"/><Relationship Id="rId32" Type="http://schemas.openxmlformats.org/officeDocument/2006/relationships/tags" Target="../tags/tag763.xml"/><Relationship Id="rId31" Type="http://schemas.openxmlformats.org/officeDocument/2006/relationships/tags" Target="../tags/tag762.xml"/><Relationship Id="rId30" Type="http://schemas.openxmlformats.org/officeDocument/2006/relationships/tags" Target="../tags/tag761.xml"/><Relationship Id="rId3" Type="http://schemas.openxmlformats.org/officeDocument/2006/relationships/tags" Target="../tags/tag734.xml"/><Relationship Id="rId29" Type="http://schemas.openxmlformats.org/officeDocument/2006/relationships/tags" Target="../tags/tag760.xml"/><Relationship Id="rId28" Type="http://schemas.openxmlformats.org/officeDocument/2006/relationships/tags" Target="../tags/tag759.xml"/><Relationship Id="rId27" Type="http://schemas.openxmlformats.org/officeDocument/2006/relationships/tags" Target="../tags/tag758.xml"/><Relationship Id="rId26" Type="http://schemas.openxmlformats.org/officeDocument/2006/relationships/tags" Target="../tags/tag757.xml"/><Relationship Id="rId25" Type="http://schemas.openxmlformats.org/officeDocument/2006/relationships/tags" Target="../tags/tag756.xml"/><Relationship Id="rId24" Type="http://schemas.openxmlformats.org/officeDocument/2006/relationships/tags" Target="../tags/tag755.xml"/><Relationship Id="rId23" Type="http://schemas.openxmlformats.org/officeDocument/2006/relationships/tags" Target="../tags/tag754.xml"/><Relationship Id="rId22" Type="http://schemas.openxmlformats.org/officeDocument/2006/relationships/tags" Target="../tags/tag753.xml"/><Relationship Id="rId21" Type="http://schemas.openxmlformats.org/officeDocument/2006/relationships/tags" Target="../tags/tag752.xml"/><Relationship Id="rId20" Type="http://schemas.openxmlformats.org/officeDocument/2006/relationships/tags" Target="../tags/tag751.xml"/><Relationship Id="rId2" Type="http://schemas.openxmlformats.org/officeDocument/2006/relationships/tags" Target="../tags/tag733.xml"/><Relationship Id="rId19" Type="http://schemas.openxmlformats.org/officeDocument/2006/relationships/tags" Target="../tags/tag750.xml"/><Relationship Id="rId18" Type="http://schemas.openxmlformats.org/officeDocument/2006/relationships/tags" Target="../tags/tag749.xml"/><Relationship Id="rId17" Type="http://schemas.openxmlformats.org/officeDocument/2006/relationships/tags" Target="../tags/tag748.xml"/><Relationship Id="rId16" Type="http://schemas.openxmlformats.org/officeDocument/2006/relationships/tags" Target="../tags/tag747.xml"/><Relationship Id="rId15" Type="http://schemas.openxmlformats.org/officeDocument/2006/relationships/tags" Target="../tags/tag746.xml"/><Relationship Id="rId14" Type="http://schemas.openxmlformats.org/officeDocument/2006/relationships/tags" Target="../tags/tag745.xml"/><Relationship Id="rId13" Type="http://schemas.openxmlformats.org/officeDocument/2006/relationships/tags" Target="../tags/tag744.xml"/><Relationship Id="rId12" Type="http://schemas.openxmlformats.org/officeDocument/2006/relationships/tags" Target="../tags/tag743.xml"/><Relationship Id="rId11" Type="http://schemas.openxmlformats.org/officeDocument/2006/relationships/tags" Target="../tags/tag742.xml"/><Relationship Id="rId10" Type="http://schemas.openxmlformats.org/officeDocument/2006/relationships/tags" Target="../tags/tag741.xml"/><Relationship Id="rId1" Type="http://schemas.openxmlformats.org/officeDocument/2006/relationships/tags" Target="../tags/tag73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80.xml"/><Relationship Id="rId1" Type="http://schemas.openxmlformats.org/officeDocument/2006/relationships/tags" Target="../tags/tag7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解构商品数据</a:t>
            </a:r>
            <a:endParaRPr 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31595" y="5045075"/>
            <a:ext cx="9375140" cy="1196975"/>
            <a:chOff x="2097" y="7945"/>
            <a:chExt cx="14764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946" y="8191"/>
              <a:ext cx="12915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分析数据结构，使用对象和数组</a:t>
              </a:r>
              <a:r>
                <a:rPr 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对应</a:t>
              </a:r>
              <a:r>
                <a:rPr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的解构方法，</a:t>
              </a:r>
              <a:r>
                <a:rPr 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提取</a:t>
              </a:r>
              <a:r>
                <a:rPr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r>
                <a:rPr 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2802" y="8837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2320" y="9748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2626" y="8926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2814" y="8951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2469" y="9004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2483" y="9000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2481" y="9089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2471" y="9051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2556" y="9325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2616" y="9745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2423" y="9325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83" y="9744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373" y="9323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394" y="9371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462" y="9383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539" y="9383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576" y="9371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18" y="9359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660" y="9338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394" y="9050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449" y="9058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545" y="9043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546" y="9256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552" y="9289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559" y="9322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06" y="8572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335" y="8964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448" y="8936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460" y="8932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476" y="8922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590" y="8883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04" y="8878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18" y="8880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564" y="8808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589" y="8813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19" y="8849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445" y="8856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04" y="8800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529" y="8751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07" y="8939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11" y="8487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262" y="8792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00" y="8886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01" y="8920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097" y="8665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49"/>
              </p:custDataLst>
            </p:nvPr>
          </p:nvSpPr>
          <p:spPr bwMode="auto">
            <a:xfrm>
              <a:off x="3122" y="9603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0"/>
              </p:custDataLst>
            </p:nvPr>
          </p:nvSpPr>
          <p:spPr bwMode="auto">
            <a:xfrm>
              <a:off x="3340" y="7945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1"/>
              </p:custDataLst>
            </p:nvPr>
          </p:nvSpPr>
          <p:spPr bwMode="auto">
            <a:xfrm>
              <a:off x="3078" y="8014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2"/>
              </p:custDataLst>
            </p:nvPr>
          </p:nvSpPr>
          <p:spPr bwMode="auto">
            <a:xfrm>
              <a:off x="3078" y="8014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3"/>
              </p:custDataLst>
            </p:nvPr>
          </p:nvSpPr>
          <p:spPr bwMode="auto">
            <a:xfrm>
              <a:off x="3083" y="8014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083" y="8014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5"/>
              </p:custDataLst>
            </p:nvPr>
          </p:nvSpPr>
          <p:spPr bwMode="auto">
            <a:xfrm>
              <a:off x="3085" y="8678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6"/>
              </p:custDataLst>
            </p:nvPr>
          </p:nvSpPr>
          <p:spPr bwMode="auto">
            <a:xfrm>
              <a:off x="3090" y="8678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7"/>
              </p:custDataLst>
            </p:nvPr>
          </p:nvSpPr>
          <p:spPr bwMode="auto">
            <a:xfrm>
              <a:off x="3031" y="8346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8"/>
              </p:custDataLst>
            </p:nvPr>
          </p:nvSpPr>
          <p:spPr bwMode="auto">
            <a:xfrm>
              <a:off x="3039" y="8342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59"/>
              </p:custDataLst>
            </p:nvPr>
          </p:nvSpPr>
          <p:spPr bwMode="auto">
            <a:xfrm>
              <a:off x="3022" y="8990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0"/>
              </p:custDataLst>
            </p:nvPr>
          </p:nvSpPr>
          <p:spPr bwMode="auto">
            <a:xfrm>
              <a:off x="3028" y="8983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1"/>
              </p:custDataLst>
            </p:nvPr>
          </p:nvSpPr>
          <p:spPr bwMode="auto">
            <a:xfrm>
              <a:off x="3340" y="8265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2"/>
              </p:custDataLst>
            </p:nvPr>
          </p:nvSpPr>
          <p:spPr bwMode="auto">
            <a:xfrm>
              <a:off x="3340" y="8265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3"/>
              </p:custDataLst>
            </p:nvPr>
          </p:nvSpPr>
          <p:spPr bwMode="auto">
            <a:xfrm>
              <a:off x="3340" y="8247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4"/>
              </p:custDataLst>
            </p:nvPr>
          </p:nvSpPr>
          <p:spPr bwMode="auto">
            <a:xfrm>
              <a:off x="3340" y="8247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5"/>
              </p:custDataLst>
            </p:nvPr>
          </p:nvSpPr>
          <p:spPr bwMode="auto">
            <a:xfrm>
              <a:off x="3340" y="8249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6"/>
              </p:custDataLst>
            </p:nvPr>
          </p:nvSpPr>
          <p:spPr bwMode="auto">
            <a:xfrm>
              <a:off x="3340" y="8249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7"/>
              </p:custDataLst>
            </p:nvPr>
          </p:nvSpPr>
          <p:spPr bwMode="auto">
            <a:xfrm>
              <a:off x="3340" y="8562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8"/>
              </p:custDataLst>
            </p:nvPr>
          </p:nvSpPr>
          <p:spPr bwMode="auto">
            <a:xfrm>
              <a:off x="3340" y="8883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69"/>
              </p:custDataLst>
            </p:nvPr>
          </p:nvSpPr>
          <p:spPr bwMode="auto">
            <a:xfrm>
              <a:off x="3340" y="9215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71"/>
          <a:srcRect l="1613" t="-291"/>
          <a:stretch>
            <a:fillRect/>
          </a:stretch>
        </p:blipFill>
        <p:spPr>
          <a:xfrm>
            <a:off x="806450" y="1404620"/>
            <a:ext cx="4036060" cy="326072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6" name="图片 146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/>
          <a:srcRect l="9656" t="61735" r="53771" b="596"/>
          <a:stretch>
            <a:fillRect/>
          </a:stretch>
        </p:blipFill>
        <p:spPr>
          <a:xfrm>
            <a:off x="5923915" y="1743075"/>
            <a:ext cx="5389245" cy="2805430"/>
          </a:xfrm>
          <a:prstGeom prst="rect">
            <a:avLst/>
          </a:prstGeom>
          <a:ln>
            <a:solidFill>
              <a:schemeClr val="lt1">
                <a:lumMod val="85000"/>
              </a:schemeClr>
            </a:solidFill>
          </a:ln>
        </p:spPr>
      </p:pic>
      <p:sp>
        <p:nvSpPr>
          <p:cNvPr id="4" name="右箭头 3"/>
          <p:cNvSpPr/>
          <p:nvPr>
            <p:custDataLst>
              <p:tags r:id="rId74"/>
            </p:custDataLst>
          </p:nvPr>
        </p:nvSpPr>
        <p:spPr>
          <a:xfrm>
            <a:off x="4949825" y="2915920"/>
            <a:ext cx="927100" cy="26352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017905" y="2611755"/>
            <a:ext cx="3657600" cy="928370"/>
            <a:chOff x="1603" y="4113"/>
            <a:chExt cx="5760" cy="1462"/>
          </a:xfrm>
        </p:grpSpPr>
        <p:sp>
          <p:nvSpPr>
            <p:cNvPr id="49" name="矩形 48"/>
            <p:cNvSpPr/>
            <p:nvPr/>
          </p:nvSpPr>
          <p:spPr>
            <a:xfrm>
              <a:off x="1603" y="4113"/>
              <a:ext cx="5039" cy="1463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75"/>
              </p:custDataLst>
            </p:nvPr>
          </p:nvSpPr>
          <p:spPr>
            <a:xfrm>
              <a:off x="6263" y="4294"/>
              <a:ext cx="1101" cy="110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50000"/>
            </a:bodyPr>
            <a:p>
              <a:pPr algn="ctr"/>
              <a:r>
                <a:rPr lang="zh-CN" altLang="en-US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对象</a:t>
              </a:r>
              <a:endParaRPr lang="zh-CN" altLang="en-US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3200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{</a:t>
              </a:r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......</a:t>
              </a:r>
              <a:r>
                <a:rPr lang="en-US" altLang="zh-CN" sz="3200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}</a:t>
              </a:r>
              <a:endPara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21360" y="1405255"/>
            <a:ext cx="4409440" cy="3260090"/>
            <a:chOff x="1136" y="2213"/>
            <a:chExt cx="6944" cy="5134"/>
          </a:xfrm>
        </p:grpSpPr>
        <p:sp>
          <p:nvSpPr>
            <p:cNvPr id="5" name="矩形 4"/>
            <p:cNvSpPr/>
            <p:nvPr/>
          </p:nvSpPr>
          <p:spPr>
            <a:xfrm>
              <a:off x="1136" y="2213"/>
              <a:ext cx="6490" cy="5135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76"/>
              </p:custDataLst>
            </p:nvPr>
          </p:nvSpPr>
          <p:spPr>
            <a:xfrm>
              <a:off x="6980" y="2476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50000"/>
            </a:bodyPr>
            <a:p>
              <a:pPr algn="ctr"/>
              <a:r>
                <a:rPr lang="zh-CN" altLang="en-US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数组</a:t>
              </a:r>
              <a:endParaRPr lang="zh-CN" altLang="en-US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3200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[</a:t>
              </a:r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......</a:t>
              </a:r>
              <a:r>
                <a:rPr lang="en-US" altLang="zh-CN" sz="3200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]</a:t>
              </a:r>
              <a:endPara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10080" y="3025140"/>
            <a:ext cx="3020695" cy="698500"/>
            <a:chOff x="3008" y="4764"/>
            <a:chExt cx="4757" cy="1100"/>
          </a:xfrm>
        </p:grpSpPr>
        <p:sp>
          <p:nvSpPr>
            <p:cNvPr id="13" name="矩形 12"/>
            <p:cNvSpPr/>
            <p:nvPr>
              <p:custDataLst>
                <p:tags r:id="rId2"/>
              </p:custDataLst>
            </p:nvPr>
          </p:nvSpPr>
          <p:spPr>
            <a:xfrm>
              <a:off x="3008" y="4764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4281" y="4939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实训需求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031105" y="3025140"/>
            <a:ext cx="3020695" cy="698500"/>
            <a:chOff x="7923" y="4764"/>
            <a:chExt cx="4757" cy="1100"/>
          </a:xfrm>
        </p:grpSpPr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7923" y="4764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5"/>
              </p:custDataLst>
            </p:nvPr>
          </p:nvSpPr>
          <p:spPr>
            <a:xfrm>
              <a:off x="9196" y="4939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实训步骤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009890" y="3025140"/>
            <a:ext cx="3020695" cy="698500"/>
            <a:chOff x="12614" y="4764"/>
            <a:chExt cx="4757" cy="1100"/>
          </a:xfrm>
        </p:grpSpPr>
        <p:sp>
          <p:nvSpPr>
            <p:cNvPr id="19" name="矩形 18"/>
            <p:cNvSpPr/>
            <p:nvPr>
              <p:custDataLst>
                <p:tags r:id="rId6"/>
              </p:custDataLst>
            </p:nvPr>
          </p:nvSpPr>
          <p:spPr>
            <a:xfrm>
              <a:off x="12614" y="4764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7"/>
              </p:custDataLst>
            </p:nvPr>
          </p:nvSpPr>
          <p:spPr>
            <a:xfrm>
              <a:off x="13887" y="4939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实现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过程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593215" y="1085850"/>
            <a:ext cx="7904480" cy="1260475"/>
            <a:chOff x="511" y="1877"/>
            <a:chExt cx="12448" cy="1985"/>
          </a:xfrm>
        </p:grpSpPr>
        <p:sp>
          <p:nvSpPr>
            <p:cNvPr id="27" name="PA-îṧľïdè"/>
            <p:cNvSpPr/>
            <p:nvPr>
              <p:custDataLst>
                <p:tags r:id="rId3"/>
              </p:custDataLst>
            </p:nvPr>
          </p:nvSpPr>
          <p:spPr>
            <a:xfrm>
              <a:off x="511" y="2655"/>
              <a:ext cx="12416" cy="1207"/>
            </a:xfrm>
            <a:prstGeom prst="rect">
              <a:avLst/>
            </a:prstGeom>
            <a:solidFill>
              <a:schemeClr val="dk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PA-i$ľïḓe"/>
            <p:cNvSpPr/>
            <p:nvPr>
              <p:custDataLst>
                <p:tags r:id="rId4"/>
              </p:custDataLst>
            </p:nvPr>
          </p:nvSpPr>
          <p:spPr>
            <a:xfrm>
              <a:off x="511" y="1877"/>
              <a:ext cx="12416" cy="778"/>
            </a:xfrm>
            <a:prstGeom prst="roundRect">
              <a:avLst>
                <a:gd name="adj" fmla="val 7637"/>
              </a:avLst>
            </a:prstGeom>
            <a:solidFill>
              <a:schemeClr val="accent2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2500"/>
            </a:bodyPr>
            <a:lstStyle/>
            <a:p>
              <a:pPr algn="ctr" defTabSz="913765"/>
              <a:r>
                <a:rPr lang="zh-CN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解构商品数据</a:t>
              </a:r>
              <a:endParaRPr lang="zh-CN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600" y="2742"/>
              <a:ext cx="12359" cy="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从包含三个商品对象的数组中，提取出商品名输出。 </a:t>
              </a:r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613" t="-291" b="233"/>
          <a:stretch>
            <a:fillRect/>
          </a:stretch>
        </p:blipFill>
        <p:spPr>
          <a:xfrm>
            <a:off x="1593215" y="2498725"/>
            <a:ext cx="4859020" cy="391731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cxnSp>
        <p:nvCxnSpPr>
          <p:cNvPr id="5" name="直接连接符 4"/>
          <p:cNvCxnSpPr/>
          <p:nvPr/>
        </p:nvCxnSpPr>
        <p:spPr>
          <a:xfrm>
            <a:off x="3199765" y="3201035"/>
            <a:ext cx="978535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293110" y="4356100"/>
            <a:ext cx="1918970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199765" y="5489575"/>
            <a:ext cx="978535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6545580" y="3276600"/>
            <a:ext cx="2740660" cy="1426845"/>
            <a:chOff x="8869" y="7533"/>
            <a:chExt cx="4316" cy="2247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977" y="8367"/>
              <a:ext cx="4207" cy="141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sp>
          <p:nvSpPr>
            <p:cNvPr id="8" name="文本框 7"/>
            <p:cNvSpPr txBox="1"/>
            <p:nvPr>
              <p:custDataLst>
                <p:tags r:id="rId10"/>
              </p:custDataLst>
            </p:nvPr>
          </p:nvSpPr>
          <p:spPr>
            <a:xfrm>
              <a:off x="8869" y="7533"/>
              <a:ext cx="4316" cy="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>
                <a:lnSpc>
                  <a:spcPct val="120000"/>
                </a:lnSpc>
                <a:buClr>
                  <a:srgbClr val="3C853C"/>
                </a:buClr>
              </a:pPr>
              <a:r>
                <a:rPr lang="zh-CN" sz="16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输出结果：</a:t>
              </a:r>
              <a:endParaRPr lang="zh-CN" sz="16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41805" y="2129155"/>
            <a:ext cx="4603750" cy="564515"/>
            <a:chOff x="2743" y="3353"/>
            <a:chExt cx="7250" cy="889"/>
          </a:xfrm>
        </p:grpSpPr>
        <p:sp>
          <p:nvSpPr>
            <p:cNvPr id="86" name="文本框 85"/>
            <p:cNvSpPr txBox="1"/>
            <p:nvPr>
              <p:custDataLst>
                <p:tags r:id="rId3"/>
              </p:custDataLst>
            </p:nvPr>
          </p:nvSpPr>
          <p:spPr>
            <a:xfrm>
              <a:off x="4057" y="3353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新建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7" name="圆角矩形 52"/>
            <p:cNvSpPr/>
            <p:nvPr>
              <p:custDataLst>
                <p:tags r:id="rId4"/>
              </p:custDataLst>
            </p:nvPr>
          </p:nvSpPr>
          <p:spPr>
            <a:xfrm>
              <a:off x="2743" y="3594"/>
              <a:ext cx="1139" cy="648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704340" y="4808855"/>
            <a:ext cx="4641215" cy="552450"/>
            <a:chOff x="2684" y="7573"/>
            <a:chExt cx="7309" cy="870"/>
          </a:xfrm>
        </p:grpSpPr>
        <p:sp>
          <p:nvSpPr>
            <p:cNvPr id="89" name="文本框 88"/>
            <p:cNvSpPr txBox="1"/>
            <p:nvPr>
              <p:custDataLst>
                <p:tags r:id="rId5"/>
              </p:custDataLst>
            </p:nvPr>
          </p:nvSpPr>
          <p:spPr>
            <a:xfrm>
              <a:off x="4057" y="7573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运行项目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圆角矩形 43"/>
            <p:cNvSpPr/>
            <p:nvPr>
              <p:custDataLst>
                <p:tags r:id="rId6"/>
              </p:custDataLst>
            </p:nvPr>
          </p:nvSpPr>
          <p:spPr>
            <a:xfrm>
              <a:off x="2684" y="7747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" name="iṣḷiďê"/>
          <p:cNvSpPr/>
          <p:nvPr>
            <p:custDataLst>
              <p:tags r:id="rId7"/>
            </p:custDataLst>
          </p:nvPr>
        </p:nvSpPr>
        <p:spPr bwMode="auto">
          <a:xfrm>
            <a:off x="1022943" y="120834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8" name="ïsľïḋé"/>
          <p:cNvCxnSpPr/>
          <p:nvPr>
            <p:custDataLst>
              <p:tags r:id="rId8"/>
            </p:custDataLst>
          </p:nvPr>
        </p:nvCxnSpPr>
        <p:spPr>
          <a:xfrm>
            <a:off x="1161415" y="1548130"/>
            <a:ext cx="0" cy="5130800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íś1îḍé"/>
          <p:cNvSpPr/>
          <p:nvPr>
            <p:custDataLst>
              <p:tags r:id="rId9"/>
            </p:custDataLst>
          </p:nvPr>
        </p:nvSpPr>
        <p:spPr>
          <a:xfrm>
            <a:off x="1089025" y="245046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íś1îḍé"/>
          <p:cNvSpPr/>
          <p:nvPr>
            <p:custDataLst>
              <p:tags r:id="rId10"/>
            </p:custDataLst>
          </p:nvPr>
        </p:nvSpPr>
        <p:spPr>
          <a:xfrm>
            <a:off x="1096645" y="37255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íś1îḍé"/>
          <p:cNvSpPr/>
          <p:nvPr>
            <p:custDataLst>
              <p:tags r:id="rId11"/>
            </p:custDataLst>
          </p:nvPr>
        </p:nvSpPr>
        <p:spPr>
          <a:xfrm>
            <a:off x="1087755" y="509016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iṧļíḋe"/>
          <p:cNvSpPr/>
          <p:nvPr>
            <p:custDataLst>
              <p:tags r:id="rId12"/>
            </p:custDataLst>
          </p:nvPr>
        </p:nvSpPr>
        <p:spPr>
          <a:xfrm>
            <a:off x="884555" y="105346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iṣḷiďê"/>
          <p:cNvSpPr/>
          <p:nvPr>
            <p:custDataLst>
              <p:tags r:id="rId13"/>
            </p:custDataLst>
          </p:nvPr>
        </p:nvSpPr>
        <p:spPr bwMode="auto">
          <a:xfrm>
            <a:off x="1030203" y="11716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04340" y="3486150"/>
            <a:ext cx="4641215" cy="552450"/>
            <a:chOff x="2684" y="5490"/>
            <a:chExt cx="7309" cy="870"/>
          </a:xfrm>
        </p:grpSpPr>
        <p:sp>
          <p:nvSpPr>
            <p:cNvPr id="33" name="文本框 32"/>
            <p:cNvSpPr txBox="1"/>
            <p:nvPr>
              <p:custDataLst>
                <p:tags r:id="rId14"/>
              </p:custDataLst>
            </p:nvPr>
          </p:nvSpPr>
          <p:spPr>
            <a:xfrm>
              <a:off x="4057" y="5490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编写代码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43"/>
            <p:cNvSpPr/>
            <p:nvPr>
              <p:custDataLst>
                <p:tags r:id="rId15"/>
              </p:custDataLst>
            </p:nvPr>
          </p:nvSpPr>
          <p:spPr>
            <a:xfrm>
              <a:off x="2684" y="5665"/>
              <a:ext cx="1139" cy="6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775835" y="1716405"/>
            <a:ext cx="4152900" cy="403860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427736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新建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js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710" y="1896110"/>
            <a:ext cx="8345805" cy="394716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939540" y="1204595"/>
            <a:ext cx="7240270" cy="5205730"/>
            <a:chOff x="6204" y="1897"/>
            <a:chExt cx="11402" cy="8198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6552" y="2019"/>
              <a:ext cx="10796" cy="7808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6204" y="1897"/>
              <a:ext cx="11402" cy="8198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3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6601" y="2193"/>
              <a:ext cx="11005" cy="790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</a:t>
              </a:r>
              <a:r>
                <a:rPr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ar products=</a:t>
              </a:r>
              <a:r>
                <a:rPr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[</a:t>
              </a:r>
              <a:r>
                <a:rPr sz="1600" b="1" dirty="0">
                  <a:solidFill>
                    <a:schemeClr val="dk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数组，其中元素为对象</a:t>
              </a:r>
              <a:endPara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</a:t>
              </a:r>
              <a:r>
                <a:rPr sz="1400" dirty="0">
                  <a:solidFill>
                    <a:schemeClr val="dk1"/>
                  </a:solidFill>
                  <a:highlight>
                    <a:srgbClr val="00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{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"name": "PC005-3A",	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"size":"101mm",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"price": 108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</a:t>
              </a:r>
              <a:r>
                <a:rPr sz="1400" dirty="0">
                  <a:solidFill>
                    <a:schemeClr val="dk1"/>
                  </a:solidFill>
                  <a:highlight>
                    <a:srgbClr val="00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{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"name": "PC008-1 with diode",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"size":"93mm",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"price": 216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},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{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"name": "PC008-3A",	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"size":"99mm",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	"price": 295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}</a:t>
              </a:r>
              <a:endParaRPr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]</a:t>
              </a:r>
              <a:endParaRPr sz="16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输出所有商品名称</a:t>
              </a:r>
              <a:endPara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for(var i=0;i&lt;products.length;i++){  // 遍历数组</a:t>
              </a:r>
              <a:endPara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console.log(products[i].name);</a:t>
              </a:r>
              <a:endPara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4079240" y="1415415"/>
            <a:ext cx="6473825" cy="385826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08355" y="2030730"/>
            <a:ext cx="6839585" cy="1398270"/>
            <a:chOff x="1273" y="3198"/>
            <a:chExt cx="10771" cy="2202"/>
          </a:xfrm>
        </p:grpSpPr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6032" y="3568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" name="组合 1"/>
            <p:cNvGrpSpPr/>
            <p:nvPr/>
          </p:nvGrpSpPr>
          <p:grpSpPr>
            <a:xfrm>
              <a:off x="1273" y="3198"/>
              <a:ext cx="10771" cy="2202"/>
              <a:chOff x="1273" y="3198"/>
              <a:chExt cx="10771" cy="2202"/>
            </a:xfrm>
          </p:grpSpPr>
          <p:sp>
            <p:nvSpPr>
              <p:cNvPr id="21" name="矩形 4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273" y="3198"/>
                <a:ext cx="4215" cy="220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数组含三个对象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每个商品为一个对象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对象元素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无序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属性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6" name="直接连接符 5"/>
              <p:cNvCxnSpPr>
                <a:cxnSpLocks noChangeShapeType="1"/>
              </p:cNvCxnSpPr>
              <p:nvPr>
                <p:custDataLst>
                  <p:tags r:id="rId8"/>
                </p:custDataLst>
              </p:nvPr>
            </p:nvCxnSpPr>
            <p:spPr bwMode="auto">
              <a:xfrm flipH="1" flipV="1">
                <a:off x="6032" y="4406"/>
                <a:ext cx="6012" cy="4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直接连接符 76"/>
              <p:cNvCxnSpPr>
                <a:cxnSpLocks noChangeShapeType="1"/>
              </p:cNvCxnSpPr>
              <p:nvPr>
                <p:custDataLst>
                  <p:tags r:id="rId9"/>
                </p:custDataLst>
              </p:nvPr>
            </p:nvCxnSpPr>
            <p:spPr bwMode="auto">
              <a:xfrm flipH="1">
                <a:off x="5640" y="3568"/>
                <a:ext cx="39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" name="直接连接符 90"/>
              <p:cNvCxnSpPr>
                <a:cxnSpLocks noChangeShapeType="1"/>
              </p:cNvCxnSpPr>
              <p:nvPr>
                <p:custDataLst>
                  <p:tags r:id="rId10"/>
                </p:custDataLst>
              </p:nvPr>
            </p:nvCxnSpPr>
            <p:spPr bwMode="auto">
              <a:xfrm flipH="1">
                <a:off x="5640" y="3232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74" name="直接连接符 9"/>
          <p:cNvCxnSpPr>
            <a:cxnSpLocks noChangeShapeType="1"/>
          </p:cNvCxnSpPr>
          <p:nvPr>
            <p:custDataLst>
              <p:tags r:id="rId11"/>
            </p:custDataLst>
          </p:nvPr>
        </p:nvCxnSpPr>
        <p:spPr bwMode="auto">
          <a:xfrm flipH="1" flipV="1">
            <a:off x="3830320" y="5742305"/>
            <a:ext cx="7620" cy="148590"/>
          </a:xfrm>
          <a:prstGeom prst="line">
            <a:avLst/>
          </a:prstGeom>
          <a:noFill/>
          <a:ln w="28575" algn="ctr">
            <a:solidFill>
              <a:schemeClr val="accent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" name="组合 2"/>
          <p:cNvGrpSpPr/>
          <p:nvPr/>
        </p:nvGrpSpPr>
        <p:grpSpPr>
          <a:xfrm>
            <a:off x="831215" y="5169535"/>
            <a:ext cx="6532245" cy="1464945"/>
            <a:chOff x="1309" y="8141"/>
            <a:chExt cx="10287" cy="2307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309" y="8141"/>
              <a:ext cx="4215" cy="23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数组元素有序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循环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+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元素索引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取得商品名称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数组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[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索引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]</a:t>
              </a:r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6032" y="9294"/>
              <a:ext cx="5564" cy="2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640" y="89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640" y="864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7" name="文本框 46"/>
          <p:cNvSpPr txBox="1"/>
          <p:nvPr>
            <p:custDataLst>
              <p:tags r:id="rId16"/>
            </p:custDataLst>
          </p:nvPr>
        </p:nvSpPr>
        <p:spPr>
          <a:xfrm>
            <a:off x="1141730" y="1073150"/>
            <a:ext cx="427736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086860" y="5363845"/>
            <a:ext cx="6477000" cy="10382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运行项目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4"/>
            </p:custDataLst>
          </p:nvPr>
        </p:nvCxnSpPr>
        <p:spPr>
          <a:xfrm>
            <a:off x="6025515" y="1118870"/>
            <a:ext cx="0" cy="5286375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6884770" y="1529424"/>
            <a:ext cx="3103311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sz="16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运行</a:t>
            </a:r>
            <a:r>
              <a:rPr lang="zh-CN" sz="16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方式：</a:t>
            </a:r>
            <a:endParaRPr lang="zh-CN" sz="16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-176" b="26850"/>
          <a:stretch>
            <a:fillRect/>
          </a:stretch>
        </p:blipFill>
        <p:spPr>
          <a:xfrm>
            <a:off x="1266190" y="1762125"/>
            <a:ext cx="4152900" cy="42646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rcRect t="78071"/>
          <a:stretch>
            <a:fillRect/>
          </a:stretch>
        </p:blipFill>
        <p:spPr>
          <a:xfrm>
            <a:off x="6884670" y="2313940"/>
            <a:ext cx="3959860" cy="115189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4670" y="4020185"/>
            <a:ext cx="4073525" cy="20059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6884670" y="1945640"/>
            <a:ext cx="3072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HBulilder</a:t>
            </a:r>
            <a:r>
              <a:rPr lang="zh-CN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中运行</a:t>
            </a:r>
            <a:endParaRPr lang="zh-CN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6884670" y="3651885"/>
            <a:ext cx="3072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窗口中使用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nodemon</a:t>
            </a:r>
            <a:r>
              <a:rPr lang="zh-CN" altLang="en-US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运行</a:t>
            </a:r>
            <a:endPara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884670" y="5240020"/>
            <a:ext cx="1205230" cy="35496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58" grpId="0" bldLvl="0" animBg="1"/>
      <p:bldP spid="8" grpId="0"/>
      <p:bldP spid="8" grpId="1"/>
      <p:bldP spid="9" grpId="0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948268" y="141143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649470" y="1411605"/>
            <a:ext cx="5741035" cy="1452245"/>
            <a:chOff x="7322" y="2223"/>
            <a:chExt cx="9041" cy="2287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7322" y="2818"/>
              <a:ext cx="556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7479" y="2962"/>
              <a:ext cx="24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8275" y="2223"/>
              <a:ext cx="8088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训需求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从数组中解构出商品名称</a:t>
              </a:r>
              <a:endParaRPr 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[{...}, {...}, {...}]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649470" y="3077845"/>
            <a:ext cx="6200775" cy="1036320"/>
            <a:chOff x="7322" y="4847"/>
            <a:chExt cx="9765" cy="1632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7322" y="5677"/>
              <a:ext cx="510" cy="509"/>
            </a:xfrm>
            <a:prstGeom prst="roundRect">
              <a:avLst/>
            </a:prstGeom>
            <a:solidFill>
              <a:schemeClr val="accent6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7449" y="4847"/>
              <a:ext cx="9639" cy="1632"/>
              <a:chOff x="7449" y="4847"/>
              <a:chExt cx="9639" cy="1632"/>
            </a:xfrm>
          </p:grpSpPr>
          <p:sp>
            <p:nvSpPr>
              <p:cNvPr id="102" name="任意多边形 128"/>
              <p:cNvSpPr/>
              <p:nvPr>
                <p:custDataLst>
                  <p:tags r:id="rId8"/>
                </p:custDataLst>
              </p:nvPr>
            </p:nvSpPr>
            <p:spPr>
              <a:xfrm>
                <a:off x="7449" y="5825"/>
                <a:ext cx="265" cy="221"/>
              </a:xfrm>
              <a:custGeom>
                <a:avLst/>
                <a:gdLst>
                  <a:gd name="T0" fmla="*/ 7651 w 7964"/>
                  <a:gd name="T1" fmla="*/ 2432 h 7964"/>
                  <a:gd name="T2" fmla="*/ 6798 w 7964"/>
                  <a:gd name="T3" fmla="*/ 1166 h 7964"/>
                  <a:gd name="T4" fmla="*/ 5532 w 7964"/>
                  <a:gd name="T5" fmla="*/ 313 h 7964"/>
                  <a:gd name="T6" fmla="*/ 3982 w 7964"/>
                  <a:gd name="T7" fmla="*/ 0 h 7964"/>
                  <a:gd name="T8" fmla="*/ 2432 w 7964"/>
                  <a:gd name="T9" fmla="*/ 313 h 7964"/>
                  <a:gd name="T10" fmla="*/ 1166 w 7964"/>
                  <a:gd name="T11" fmla="*/ 1166 h 7964"/>
                  <a:gd name="T12" fmla="*/ 313 w 7964"/>
                  <a:gd name="T13" fmla="*/ 2432 h 7964"/>
                  <a:gd name="T14" fmla="*/ 0 w 7964"/>
                  <a:gd name="T15" fmla="*/ 3982 h 7964"/>
                  <a:gd name="T16" fmla="*/ 313 w 7964"/>
                  <a:gd name="T17" fmla="*/ 5532 h 7964"/>
                  <a:gd name="T18" fmla="*/ 1166 w 7964"/>
                  <a:gd name="T19" fmla="*/ 6798 h 7964"/>
                  <a:gd name="T20" fmla="*/ 2432 w 7964"/>
                  <a:gd name="T21" fmla="*/ 7651 h 7964"/>
                  <a:gd name="T22" fmla="*/ 3982 w 7964"/>
                  <a:gd name="T23" fmla="*/ 7964 h 7964"/>
                  <a:gd name="T24" fmla="*/ 5532 w 7964"/>
                  <a:gd name="T25" fmla="*/ 7651 h 7964"/>
                  <a:gd name="T26" fmla="*/ 6798 w 7964"/>
                  <a:gd name="T27" fmla="*/ 6798 h 7964"/>
                  <a:gd name="T28" fmla="*/ 7651 w 7964"/>
                  <a:gd name="T29" fmla="*/ 5532 h 7964"/>
                  <a:gd name="T30" fmla="*/ 7964 w 7964"/>
                  <a:gd name="T31" fmla="*/ 3982 h 7964"/>
                  <a:gd name="T32" fmla="*/ 7651 w 7964"/>
                  <a:gd name="T33" fmla="*/ 2432 h 7964"/>
                  <a:gd name="T34" fmla="*/ 2667 w 7964"/>
                  <a:gd name="T35" fmla="*/ 2870 h 7964"/>
                  <a:gd name="T36" fmla="*/ 2882 w 7964"/>
                  <a:gd name="T37" fmla="*/ 2741 h 7964"/>
                  <a:gd name="T38" fmla="*/ 5082 w 7964"/>
                  <a:gd name="T39" fmla="*/ 2741 h 7964"/>
                  <a:gd name="T40" fmla="*/ 5296 w 7964"/>
                  <a:gd name="T41" fmla="*/ 2870 h 7964"/>
                  <a:gd name="T42" fmla="*/ 5326 w 7964"/>
                  <a:gd name="T43" fmla="*/ 2989 h 7964"/>
                  <a:gd name="T44" fmla="*/ 5288 w 7964"/>
                  <a:gd name="T45" fmla="*/ 3123 h 7964"/>
                  <a:gd name="T46" fmla="*/ 4188 w 7964"/>
                  <a:gd name="T47" fmla="*/ 4861 h 7964"/>
                  <a:gd name="T48" fmla="*/ 3982 w 7964"/>
                  <a:gd name="T49" fmla="*/ 4975 h 7964"/>
                  <a:gd name="T50" fmla="*/ 3776 w 7964"/>
                  <a:gd name="T51" fmla="*/ 4861 h 7964"/>
                  <a:gd name="T52" fmla="*/ 2676 w 7964"/>
                  <a:gd name="T53" fmla="*/ 3123 h 7964"/>
                  <a:gd name="T54" fmla="*/ 2637 w 7964"/>
                  <a:gd name="T55" fmla="*/ 2989 h 7964"/>
                  <a:gd name="T56" fmla="*/ 2667 w 7964"/>
                  <a:gd name="T57" fmla="*/ 2870 h 7964"/>
                  <a:gd name="T58" fmla="*/ 5204 w 7964"/>
                  <a:gd name="T59" fmla="*/ 5223 h 7964"/>
                  <a:gd name="T60" fmla="*/ 2760 w 7964"/>
                  <a:gd name="T61" fmla="*/ 5223 h 7964"/>
                  <a:gd name="T62" fmla="*/ 2637 w 7964"/>
                  <a:gd name="T63" fmla="*/ 5100 h 7964"/>
                  <a:gd name="T64" fmla="*/ 2760 w 7964"/>
                  <a:gd name="T65" fmla="*/ 4977 h 7964"/>
                  <a:gd name="T66" fmla="*/ 5204 w 7964"/>
                  <a:gd name="T67" fmla="*/ 4977 h 7964"/>
                  <a:gd name="T68" fmla="*/ 5326 w 7964"/>
                  <a:gd name="T69" fmla="*/ 5100 h 7964"/>
                  <a:gd name="T70" fmla="*/ 5204 w 7964"/>
                  <a:gd name="T71" fmla="*/ 5223 h 7964"/>
                  <a:gd name="T72" fmla="*/ 5082 w 7964"/>
                  <a:gd name="T73" fmla="*/ 2989 h 7964"/>
                  <a:gd name="T74" fmla="*/ 2882 w 7964"/>
                  <a:gd name="T75" fmla="*/ 2989 h 7964"/>
                  <a:gd name="T76" fmla="*/ 3982 w 7964"/>
                  <a:gd name="T77" fmla="*/ 4727 h 7964"/>
                  <a:gd name="T78" fmla="*/ 5082 w 7964"/>
                  <a:gd name="T79" fmla="*/ 2989 h 7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964" h="7964">
                    <a:moveTo>
                      <a:pt x="7651" y="2432"/>
                    </a:moveTo>
                    <a:cubicBezTo>
                      <a:pt x="7451" y="1958"/>
                      <a:pt x="7164" y="1532"/>
                      <a:pt x="6798" y="1166"/>
                    </a:cubicBezTo>
                    <a:cubicBezTo>
                      <a:pt x="6432" y="800"/>
                      <a:pt x="6006" y="513"/>
                      <a:pt x="5532" y="313"/>
                    </a:cubicBezTo>
                    <a:cubicBezTo>
                      <a:pt x="5041" y="105"/>
                      <a:pt x="4520" y="0"/>
                      <a:pt x="3982" y="0"/>
                    </a:cubicBezTo>
                    <a:cubicBezTo>
                      <a:pt x="3444" y="0"/>
                      <a:pt x="2923" y="105"/>
                      <a:pt x="2432" y="313"/>
                    </a:cubicBezTo>
                    <a:cubicBezTo>
                      <a:pt x="1958" y="513"/>
                      <a:pt x="1532" y="800"/>
                      <a:pt x="1166" y="1166"/>
                    </a:cubicBezTo>
                    <a:cubicBezTo>
                      <a:pt x="800" y="1532"/>
                      <a:pt x="513" y="1958"/>
                      <a:pt x="313" y="2432"/>
                    </a:cubicBezTo>
                    <a:cubicBezTo>
                      <a:pt x="105" y="2923"/>
                      <a:pt x="0" y="3444"/>
                      <a:pt x="0" y="3982"/>
                    </a:cubicBezTo>
                    <a:cubicBezTo>
                      <a:pt x="0" y="4520"/>
                      <a:pt x="105" y="5041"/>
                      <a:pt x="313" y="5532"/>
                    </a:cubicBezTo>
                    <a:cubicBezTo>
                      <a:pt x="513" y="6006"/>
                      <a:pt x="800" y="6432"/>
                      <a:pt x="1166" y="6798"/>
                    </a:cubicBezTo>
                    <a:cubicBezTo>
                      <a:pt x="1532" y="7164"/>
                      <a:pt x="1958" y="7451"/>
                      <a:pt x="2432" y="7651"/>
                    </a:cubicBezTo>
                    <a:cubicBezTo>
                      <a:pt x="2923" y="7859"/>
                      <a:pt x="3444" y="7964"/>
                      <a:pt x="3982" y="7964"/>
                    </a:cubicBezTo>
                    <a:cubicBezTo>
                      <a:pt x="4520" y="7964"/>
                      <a:pt x="5041" y="7859"/>
                      <a:pt x="5532" y="7651"/>
                    </a:cubicBezTo>
                    <a:cubicBezTo>
                      <a:pt x="6006" y="7451"/>
                      <a:pt x="6432" y="7164"/>
                      <a:pt x="6798" y="6798"/>
                    </a:cubicBezTo>
                    <a:cubicBezTo>
                      <a:pt x="7164" y="6432"/>
                      <a:pt x="7451" y="6006"/>
                      <a:pt x="7651" y="5532"/>
                    </a:cubicBezTo>
                    <a:cubicBezTo>
                      <a:pt x="7859" y="5041"/>
                      <a:pt x="7964" y="4520"/>
                      <a:pt x="7964" y="3982"/>
                    </a:cubicBezTo>
                    <a:cubicBezTo>
                      <a:pt x="7964" y="3444"/>
                      <a:pt x="7859" y="2923"/>
                      <a:pt x="7651" y="2432"/>
                    </a:cubicBezTo>
                    <a:close/>
                    <a:moveTo>
                      <a:pt x="2667" y="2870"/>
                    </a:moveTo>
                    <a:cubicBezTo>
                      <a:pt x="2710" y="2791"/>
                      <a:pt x="2792" y="2741"/>
                      <a:pt x="2882" y="2741"/>
                    </a:cubicBezTo>
                    <a:lnTo>
                      <a:pt x="5082" y="2741"/>
                    </a:lnTo>
                    <a:cubicBezTo>
                      <a:pt x="5171" y="2741"/>
                      <a:pt x="5254" y="2791"/>
                      <a:pt x="5296" y="2870"/>
                    </a:cubicBezTo>
                    <a:cubicBezTo>
                      <a:pt x="5317" y="2907"/>
                      <a:pt x="5326" y="2948"/>
                      <a:pt x="5326" y="2989"/>
                    </a:cubicBezTo>
                    <a:cubicBezTo>
                      <a:pt x="5326" y="3036"/>
                      <a:pt x="5313" y="3083"/>
                      <a:pt x="5288" y="3123"/>
                    </a:cubicBezTo>
                    <a:lnTo>
                      <a:pt x="4188" y="4861"/>
                    </a:lnTo>
                    <a:cubicBezTo>
                      <a:pt x="4143" y="4932"/>
                      <a:pt x="4065" y="4975"/>
                      <a:pt x="3982" y="4975"/>
                    </a:cubicBezTo>
                    <a:cubicBezTo>
                      <a:pt x="3899" y="4975"/>
                      <a:pt x="3821" y="4932"/>
                      <a:pt x="3776" y="4861"/>
                    </a:cubicBezTo>
                    <a:lnTo>
                      <a:pt x="2676" y="3123"/>
                    </a:lnTo>
                    <a:cubicBezTo>
                      <a:pt x="2650" y="3083"/>
                      <a:pt x="2637" y="3036"/>
                      <a:pt x="2637" y="2989"/>
                    </a:cubicBezTo>
                    <a:cubicBezTo>
                      <a:pt x="2637" y="2948"/>
                      <a:pt x="2647" y="2907"/>
                      <a:pt x="2667" y="2870"/>
                    </a:cubicBezTo>
                    <a:close/>
                    <a:moveTo>
                      <a:pt x="5204" y="5223"/>
                    </a:moveTo>
                    <a:lnTo>
                      <a:pt x="2760" y="5223"/>
                    </a:lnTo>
                    <a:cubicBezTo>
                      <a:pt x="2692" y="5223"/>
                      <a:pt x="2637" y="5168"/>
                      <a:pt x="2637" y="5100"/>
                    </a:cubicBezTo>
                    <a:cubicBezTo>
                      <a:pt x="2638" y="5032"/>
                      <a:pt x="2692" y="4977"/>
                      <a:pt x="2760" y="4977"/>
                    </a:cubicBezTo>
                    <a:lnTo>
                      <a:pt x="5204" y="4977"/>
                    </a:lnTo>
                    <a:cubicBezTo>
                      <a:pt x="5271" y="4977"/>
                      <a:pt x="5326" y="5032"/>
                      <a:pt x="5326" y="5100"/>
                    </a:cubicBezTo>
                    <a:cubicBezTo>
                      <a:pt x="5326" y="5168"/>
                      <a:pt x="5271" y="5223"/>
                      <a:pt x="5204" y="5223"/>
                    </a:cubicBezTo>
                    <a:close/>
                    <a:moveTo>
                      <a:pt x="5082" y="2989"/>
                    </a:moveTo>
                    <a:lnTo>
                      <a:pt x="2882" y="2989"/>
                    </a:lnTo>
                    <a:lnTo>
                      <a:pt x="3982" y="4727"/>
                    </a:lnTo>
                    <a:lnTo>
                      <a:pt x="5082" y="298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0" name="矩形 79"/>
              <p:cNvSpPr/>
              <p:nvPr>
                <p:custDataLst>
                  <p:tags r:id="rId9"/>
                </p:custDataLst>
              </p:nvPr>
            </p:nvSpPr>
            <p:spPr>
              <a:xfrm>
                <a:off x="8230" y="4847"/>
                <a:ext cx="8858" cy="1632"/>
              </a:xfrm>
              <a:prstGeom prst="rect">
                <a:avLst/>
              </a:prstGeom>
            </p:spPr>
            <p:txBody>
              <a:bodyPr wrap="square" lIns="68559" tIns="34280" rIns="68559" bIns="3428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实</a:t>
                </a:r>
                <a:r>
                  <a:rPr lang="zh-CN" altLang="en-US" sz="24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训步骤</a:t>
                </a:r>
                <a:endPara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创建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js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文件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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编写代码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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运行项目</a:t>
                </a:r>
                <a:endPara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endParaRPr>
              </a:p>
            </p:txBody>
          </p:sp>
        </p:grp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49470" y="4505325"/>
            <a:ext cx="7190740" cy="1452245"/>
            <a:chOff x="7322" y="7095"/>
            <a:chExt cx="11324" cy="2287"/>
          </a:xfrm>
        </p:grpSpPr>
        <p:sp>
          <p:nvSpPr>
            <p:cNvPr id="98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7322" y="7566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7466" y="7710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46"/>
              </p:custDataLst>
            </p:nvPr>
          </p:nvSpPr>
          <p:spPr>
            <a:xfrm>
              <a:off x="8259" y="7095"/>
              <a:ext cx="10387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实现过程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productName.js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HBuilder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中运行，或在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中使用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node/nodemon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运行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662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6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4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PA" val="v5.2.10"/>
  <p:tag name="KSO_WM_UNIT_FILL_FORE_SCHEMECOLOR_INDEX_BRIGHTNESS" val="0.05"/>
  <p:tag name="KSO_WM_UNIT_FILL_FORE_SCHEMECOLOR_INDEX" val="13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8.xml><?xml version="1.0" encoding="utf-8"?>
<p:tagLst xmlns:p="http://schemas.openxmlformats.org/presentationml/2006/main">
  <p:tag name="PA" val="v5.2.10"/>
  <p:tag name="KSO_WM_UNIT_SHADOW_SCHEMECOLOR_INDEX_BRIGHTNESS" val="0"/>
  <p:tag name="KSO_WM_UNIT_SHADOW_SCHEMECOLOR_INDEX" val="6"/>
</p:tagLst>
</file>

<file path=ppt/tags/tag67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80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681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68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83.xml><?xml version="1.0" encoding="utf-8"?>
<p:tagLst xmlns:p="http://schemas.openxmlformats.org/presentationml/2006/main">
  <p:tag name="KSO_WM_SLIDE_BACKGROUND_TYPE" val="general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TEXT_FILL_FORE_SCHEMECOLOR_INDEX_BRIGHTNESS" val="0.15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FILL_FORE_SCHEMECOLOR_INDEX_BRIGHTNESS" val="0"/>
  <p:tag name="KSO_WM_UNIT_FILL_FORE_SCHEMECOLOR_INDEX" val="7"/>
  <p:tag name="KSO_WM_UNIT_FILL_TYPE" val="1"/>
</p:tagLst>
</file>

<file path=ppt/tags/tag688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TEXT_FILL_FORE_SCHEMECOLOR_INDEX_BRIGHTNESS" val="0.15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FILL_FORE_SCHEMECOLOR_INDEX_BRIGHTNESS" val="0"/>
  <p:tag name="KSO_WM_UNIT_FILL_FORE_SCHEMECOLOR_INDEX" val="5"/>
  <p:tag name="KSO_WM_UNI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LINE_FORE_SCHEMECOLOR_INDEX_BRIGHTNESS" val="-0.25"/>
  <p:tag name="KSO_WM_UNIT_LINE_FORE_SCHEMECOLOR_INDEX" val="14"/>
  <p:tag name="KSO_WM_UNIT_LINE_FILL_TYPE" val="2"/>
</p:tagLst>
</file>

<file path=ppt/tags/tag692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TEXT_FILL_FORE_SCHEMECOLOR_INDEX_BRIGHTNESS" val="0.15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DIAGRAM_VIRTUALLY_FRAME" val="{&quot;height&quot;:442.9414173228346,&quot;left&quot;:69.64070866141732,&quot;top&quot;:82.97165354330708,&quot;width&quot;:433.00881889763787}"/>
  <p:tag name="KSO_WM_UNIT_FILL_FORE_SCHEMECOLOR_INDEX_BRIGHTNESS" val="0"/>
  <p:tag name="KSO_WM_UNIT_FILL_FORE_SCHEMECOLOR_INDEX" val="5"/>
  <p:tag name="KSO_WM_UNIT_FILL_TYPE" val="1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0.xml><?xml version="1.0" encoding="utf-8"?>
<p:tagLst xmlns:p="http://schemas.openxmlformats.org/presentationml/2006/main">
  <p:tag name="KSO_WM_SLIDE_BACKGROUND_TYPE" val="general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4.xml><?xml version="1.0" encoding="utf-8"?>
<p:tagLst xmlns:p="http://schemas.openxmlformats.org/presentationml/2006/main">
  <p:tag name="KSO_WM_SLIDE_BACKGROUND_TYPE" val="general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0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1.xml><?xml version="1.0" encoding="utf-8"?>
<p:tagLst xmlns:p="http://schemas.openxmlformats.org/presentationml/2006/main">
  <p:tag name="KSO_WM_SLIDE_BACKGROUND_TYPE" val="general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5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2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7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28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SLIDE_BACKGROUND_TYPE" val="general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7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79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80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81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WPS 演示</Application>
  <PresentationFormat>宽屏</PresentationFormat>
  <Paragraphs>114</Paragraphs>
  <Slides>10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580</cp:revision>
  <dcterms:created xsi:type="dcterms:W3CDTF">2020-10-23T09:50:00Z</dcterms:created>
  <dcterms:modified xsi:type="dcterms:W3CDTF">2024-08-03T03:33:07Z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E540376BCBF743F59F755EFF1B9FFE5F_12</vt:lpwstr>
  </property>
  <property fmtid="{D5CDD505-2E9C-101B-9397-08002B2CF9AE}" pid="3" name="KSOProductBuildVer">
    <vt:lpwstr>2052-12.1.0.17147</vt:lpwstr>
  </property>
</Properties>
</file>