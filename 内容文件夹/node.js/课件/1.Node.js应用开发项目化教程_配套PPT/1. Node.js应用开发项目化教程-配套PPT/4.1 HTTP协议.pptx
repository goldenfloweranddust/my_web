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75" r:id="rId4"/>
    <p:sldId id="476" r:id="rId6"/>
    <p:sldId id="477" r:id="rId7"/>
    <p:sldId id="478" r:id="rId8"/>
    <p:sldId id="479" r:id="rId9"/>
    <p:sldId id="480" r:id="rId10"/>
    <p:sldId id="481" r:id="rId11"/>
    <p:sldId id="482" r:id="rId12"/>
    <p:sldId id="483" r:id="rId13"/>
    <p:sldId id="484" r:id="rId14"/>
    <p:sldId id="485" r:id="rId15"/>
    <p:sldId id="486" r:id="rId16"/>
    <p:sldId id="487" r:id="rId17"/>
    <p:sldId id="488" r:id="rId18"/>
    <p:sldId id="489" r:id="rId19"/>
    <p:sldId id="490" r:id="rId20"/>
    <p:sldId id="491" r:id="rId21"/>
    <p:sldId id="492" r:id="rId22"/>
    <p:sldId id="493" r:id="rId23"/>
    <p:sldId id="494" r:id="rId24"/>
    <p:sldId id="495" r:id="rId25"/>
    <p:sldId id="496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3C853C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68" y="222"/>
      </p:cViewPr>
      <p:guideLst>
        <p:guide orient="horz" pos="2142"/>
        <p:guide pos="38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gs" Target="tags/tag783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596.xml"/><Relationship Id="rId7" Type="http://schemas.openxmlformats.org/officeDocument/2006/relationships/tags" Target="../tags/tag595.xml"/><Relationship Id="rId6" Type="http://schemas.openxmlformats.org/officeDocument/2006/relationships/tags" Target="../tags/tag594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604.xml"/><Relationship Id="rId7" Type="http://schemas.openxmlformats.org/officeDocument/2006/relationships/tags" Target="../tags/tag603.xml"/><Relationship Id="rId6" Type="http://schemas.openxmlformats.org/officeDocument/2006/relationships/tags" Target="../tags/tag602.xml"/><Relationship Id="rId5" Type="http://schemas.openxmlformats.org/officeDocument/2006/relationships/tags" Target="../tags/tag601.xml"/><Relationship Id="rId4" Type="http://schemas.openxmlformats.org/officeDocument/2006/relationships/tags" Target="../tags/tag600.xml"/><Relationship Id="rId3" Type="http://schemas.openxmlformats.org/officeDocument/2006/relationships/tags" Target="../tags/tag599.xml"/><Relationship Id="rId2" Type="http://schemas.openxmlformats.org/officeDocument/2006/relationships/tags" Target="../tags/tag598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59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610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609.xml"/><Relationship Id="rId4" Type="http://schemas.openxmlformats.org/officeDocument/2006/relationships/tags" Target="../tags/tag608.xml"/><Relationship Id="rId3" Type="http://schemas.openxmlformats.org/officeDocument/2006/relationships/tags" Target="../tags/tag607.xml"/><Relationship Id="rId2" Type="http://schemas.openxmlformats.org/officeDocument/2006/relationships/tags" Target="../tags/tag606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611.xml"/><Relationship Id="rId10" Type="http://schemas.openxmlformats.org/officeDocument/2006/relationships/image" Target="../media/image1.png"/><Relationship Id="rId1" Type="http://schemas.openxmlformats.org/officeDocument/2006/relationships/tags" Target="../tags/tag60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emf"/><Relationship Id="rId8" Type="http://schemas.openxmlformats.org/officeDocument/2006/relationships/tags" Target="../tags/tag617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616.xml"/><Relationship Id="rId4" Type="http://schemas.openxmlformats.org/officeDocument/2006/relationships/tags" Target="../tags/tag615.xml"/><Relationship Id="rId3" Type="http://schemas.openxmlformats.org/officeDocument/2006/relationships/tags" Target="../tags/tag614.xml"/><Relationship Id="rId2" Type="http://schemas.openxmlformats.org/officeDocument/2006/relationships/tags" Target="../tags/tag613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618.xml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" Type="http://schemas.openxmlformats.org/officeDocument/2006/relationships/tags" Target="../tags/tag61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623.xml"/><Relationship Id="rId4" Type="http://schemas.openxmlformats.org/officeDocument/2006/relationships/tags" Target="../tags/tag622.xml"/><Relationship Id="rId3" Type="http://schemas.openxmlformats.org/officeDocument/2006/relationships/tags" Target="../tags/tag621.xml"/><Relationship Id="rId2" Type="http://schemas.openxmlformats.org/officeDocument/2006/relationships/tags" Target="../tags/tag620.xml"/><Relationship Id="rId1" Type="http://schemas.openxmlformats.org/officeDocument/2006/relationships/tags" Target="../tags/tag619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tags" Target="../tags/tag626.xml"/><Relationship Id="rId2" Type="http://schemas.openxmlformats.org/officeDocument/2006/relationships/tags" Target="../tags/tag625.xml"/><Relationship Id="rId1" Type="http://schemas.openxmlformats.org/officeDocument/2006/relationships/tags" Target="../tags/tag624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633.xml"/><Relationship Id="rId4" Type="http://schemas.openxmlformats.org/officeDocument/2006/relationships/tags" Target="../tags/tag632.xml"/><Relationship Id="rId3" Type="http://schemas.openxmlformats.org/officeDocument/2006/relationships/tags" Target="../tags/tag631.xml"/><Relationship Id="rId2" Type="http://schemas.openxmlformats.org/officeDocument/2006/relationships/tags" Target="../tags/tag630.xml"/><Relationship Id="rId1" Type="http://schemas.openxmlformats.org/officeDocument/2006/relationships/tags" Target="../tags/tag629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638.xml"/><Relationship Id="rId4" Type="http://schemas.openxmlformats.org/officeDocument/2006/relationships/tags" Target="../tags/tag637.xml"/><Relationship Id="rId3" Type="http://schemas.openxmlformats.org/officeDocument/2006/relationships/tags" Target="../tags/tag636.xml"/><Relationship Id="rId2" Type="http://schemas.openxmlformats.org/officeDocument/2006/relationships/tags" Target="../tags/tag635.xml"/><Relationship Id="rId1" Type="http://schemas.openxmlformats.org/officeDocument/2006/relationships/tags" Target="../tags/tag634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643.xml"/><Relationship Id="rId4" Type="http://schemas.openxmlformats.org/officeDocument/2006/relationships/tags" Target="../tags/tag642.xml"/><Relationship Id="rId3" Type="http://schemas.openxmlformats.org/officeDocument/2006/relationships/tags" Target="../tags/tag641.xml"/><Relationship Id="rId2" Type="http://schemas.openxmlformats.org/officeDocument/2006/relationships/tags" Target="../tags/tag640.xml"/><Relationship Id="rId1" Type="http://schemas.openxmlformats.org/officeDocument/2006/relationships/tags" Target="../tags/tag63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647.xml"/><Relationship Id="rId3" Type="http://schemas.openxmlformats.org/officeDocument/2006/relationships/tags" Target="../tags/tag646.xml"/><Relationship Id="rId2" Type="http://schemas.openxmlformats.org/officeDocument/2006/relationships/tags" Target="../tags/tag645.xml"/><Relationship Id="rId1" Type="http://schemas.openxmlformats.org/officeDocument/2006/relationships/tags" Target="../tags/tag64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52.xml"/><Relationship Id="rId5" Type="http://schemas.openxmlformats.org/officeDocument/2006/relationships/image" Target="../media/image10.png"/><Relationship Id="rId4" Type="http://schemas.openxmlformats.org/officeDocument/2006/relationships/tags" Target="../tags/tag651.xml"/><Relationship Id="rId3" Type="http://schemas.openxmlformats.org/officeDocument/2006/relationships/tags" Target="../tags/tag650.xml"/><Relationship Id="rId2" Type="http://schemas.openxmlformats.org/officeDocument/2006/relationships/tags" Target="../tags/tag649.xml"/><Relationship Id="rId1" Type="http://schemas.openxmlformats.org/officeDocument/2006/relationships/tags" Target="../tags/tag64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660.xml"/><Relationship Id="rId7" Type="http://schemas.openxmlformats.org/officeDocument/2006/relationships/tags" Target="../tags/tag659.xml"/><Relationship Id="rId6" Type="http://schemas.openxmlformats.org/officeDocument/2006/relationships/tags" Target="../tags/tag658.xml"/><Relationship Id="rId5" Type="http://schemas.openxmlformats.org/officeDocument/2006/relationships/tags" Target="../tags/tag657.xml"/><Relationship Id="rId4" Type="http://schemas.openxmlformats.org/officeDocument/2006/relationships/tags" Target="../tags/tag656.xml"/><Relationship Id="rId3" Type="http://schemas.openxmlformats.org/officeDocument/2006/relationships/tags" Target="../tags/tag655.xml"/><Relationship Id="rId21" Type="http://schemas.openxmlformats.org/officeDocument/2006/relationships/notesSlide" Target="../notesSlides/notesSlide13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654.xml"/><Relationship Id="rId19" Type="http://schemas.openxmlformats.org/officeDocument/2006/relationships/tags" Target="../tags/tag670.xml"/><Relationship Id="rId18" Type="http://schemas.openxmlformats.org/officeDocument/2006/relationships/tags" Target="../tags/tag669.xml"/><Relationship Id="rId17" Type="http://schemas.openxmlformats.org/officeDocument/2006/relationships/tags" Target="../tags/tag668.xml"/><Relationship Id="rId16" Type="http://schemas.openxmlformats.org/officeDocument/2006/relationships/tags" Target="../tags/tag667.xml"/><Relationship Id="rId15" Type="http://schemas.openxmlformats.org/officeDocument/2006/relationships/tags" Target="../tags/tag666.xml"/><Relationship Id="rId14" Type="http://schemas.openxmlformats.org/officeDocument/2006/relationships/tags" Target="../tags/tag665.xml"/><Relationship Id="rId13" Type="http://schemas.openxmlformats.org/officeDocument/2006/relationships/tags" Target="../tags/tag664.xml"/><Relationship Id="rId12" Type="http://schemas.openxmlformats.org/officeDocument/2006/relationships/tags" Target="../tags/tag663.xml"/><Relationship Id="rId11" Type="http://schemas.openxmlformats.org/officeDocument/2006/relationships/tags" Target="../tags/tag662.xml"/><Relationship Id="rId10" Type="http://schemas.openxmlformats.org/officeDocument/2006/relationships/tags" Target="../tags/tag661.xml"/><Relationship Id="rId1" Type="http://schemas.openxmlformats.org/officeDocument/2006/relationships/tags" Target="../tags/tag65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679.xml"/><Relationship Id="rId8" Type="http://schemas.openxmlformats.org/officeDocument/2006/relationships/tags" Target="../tags/tag678.xml"/><Relationship Id="rId7" Type="http://schemas.openxmlformats.org/officeDocument/2006/relationships/tags" Target="../tags/tag677.xml"/><Relationship Id="rId6" Type="http://schemas.openxmlformats.org/officeDocument/2006/relationships/tags" Target="../tags/tag676.xml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67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86.xml"/><Relationship Id="rId7" Type="http://schemas.openxmlformats.org/officeDocument/2006/relationships/tags" Target="../tags/tag685.xml"/><Relationship Id="rId6" Type="http://schemas.openxmlformats.org/officeDocument/2006/relationships/tags" Target="../tags/tag684.xml"/><Relationship Id="rId5" Type="http://schemas.openxmlformats.org/officeDocument/2006/relationships/tags" Target="../tags/tag683.xml"/><Relationship Id="rId4" Type="http://schemas.openxmlformats.org/officeDocument/2006/relationships/image" Target="../media/image12.jpeg"/><Relationship Id="rId3" Type="http://schemas.openxmlformats.org/officeDocument/2006/relationships/tags" Target="../tags/tag682.xml"/><Relationship Id="rId2" Type="http://schemas.openxmlformats.org/officeDocument/2006/relationships/tags" Target="../tags/tag681.xml"/><Relationship Id="rId10" Type="http://schemas.openxmlformats.org/officeDocument/2006/relationships/notesSlide" Target="../notesSlides/notesSlide15.xml"/><Relationship Id="rId1" Type="http://schemas.openxmlformats.org/officeDocument/2006/relationships/tags" Target="../tags/tag68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95.xml"/><Relationship Id="rId8" Type="http://schemas.openxmlformats.org/officeDocument/2006/relationships/tags" Target="../tags/tag694.xml"/><Relationship Id="rId7" Type="http://schemas.openxmlformats.org/officeDocument/2006/relationships/tags" Target="../tags/tag693.xml"/><Relationship Id="rId6" Type="http://schemas.openxmlformats.org/officeDocument/2006/relationships/tags" Target="../tags/tag692.xml"/><Relationship Id="rId5" Type="http://schemas.openxmlformats.org/officeDocument/2006/relationships/tags" Target="../tags/tag691.xml"/><Relationship Id="rId4" Type="http://schemas.openxmlformats.org/officeDocument/2006/relationships/tags" Target="../tags/tag690.xml"/><Relationship Id="rId3" Type="http://schemas.openxmlformats.org/officeDocument/2006/relationships/tags" Target="../tags/tag689.xml"/><Relationship Id="rId21" Type="http://schemas.openxmlformats.org/officeDocument/2006/relationships/notesSlide" Target="../notesSlides/notesSlide16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688.xml"/><Relationship Id="rId19" Type="http://schemas.openxmlformats.org/officeDocument/2006/relationships/tags" Target="../tags/tag705.xml"/><Relationship Id="rId18" Type="http://schemas.openxmlformats.org/officeDocument/2006/relationships/tags" Target="../tags/tag704.xml"/><Relationship Id="rId17" Type="http://schemas.openxmlformats.org/officeDocument/2006/relationships/tags" Target="../tags/tag703.xml"/><Relationship Id="rId16" Type="http://schemas.openxmlformats.org/officeDocument/2006/relationships/tags" Target="../tags/tag702.xml"/><Relationship Id="rId15" Type="http://schemas.openxmlformats.org/officeDocument/2006/relationships/tags" Target="../tags/tag701.xml"/><Relationship Id="rId14" Type="http://schemas.openxmlformats.org/officeDocument/2006/relationships/tags" Target="../tags/tag700.xml"/><Relationship Id="rId13" Type="http://schemas.openxmlformats.org/officeDocument/2006/relationships/tags" Target="../tags/tag699.xml"/><Relationship Id="rId12" Type="http://schemas.openxmlformats.org/officeDocument/2006/relationships/tags" Target="../tags/tag698.xml"/><Relationship Id="rId11" Type="http://schemas.openxmlformats.org/officeDocument/2006/relationships/tags" Target="../tags/tag697.xml"/><Relationship Id="rId10" Type="http://schemas.openxmlformats.org/officeDocument/2006/relationships/tags" Target="../tags/tag696.xml"/><Relationship Id="rId1" Type="http://schemas.openxmlformats.org/officeDocument/2006/relationships/tags" Target="../tags/tag68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712.xml"/><Relationship Id="rId7" Type="http://schemas.openxmlformats.org/officeDocument/2006/relationships/image" Target="../media/image13.jpeg"/><Relationship Id="rId6" Type="http://schemas.openxmlformats.org/officeDocument/2006/relationships/tags" Target="../tags/tag711.xml"/><Relationship Id="rId5" Type="http://schemas.openxmlformats.org/officeDocument/2006/relationships/tags" Target="../tags/tag710.xml"/><Relationship Id="rId4" Type="http://schemas.openxmlformats.org/officeDocument/2006/relationships/tags" Target="../tags/tag709.xml"/><Relationship Id="rId3" Type="http://schemas.openxmlformats.org/officeDocument/2006/relationships/tags" Target="../tags/tag708.xml"/><Relationship Id="rId2" Type="http://schemas.openxmlformats.org/officeDocument/2006/relationships/tags" Target="../tags/tag707.xml"/><Relationship Id="rId10" Type="http://schemas.openxmlformats.org/officeDocument/2006/relationships/notesSlide" Target="../notesSlides/notesSlide17.xml"/><Relationship Id="rId1" Type="http://schemas.openxmlformats.org/officeDocument/2006/relationships/tags" Target="../tags/tag70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21.xml"/><Relationship Id="rId8" Type="http://schemas.openxmlformats.org/officeDocument/2006/relationships/tags" Target="../tags/tag720.xml"/><Relationship Id="rId7" Type="http://schemas.openxmlformats.org/officeDocument/2006/relationships/tags" Target="../tags/tag719.xml"/><Relationship Id="rId6" Type="http://schemas.openxmlformats.org/officeDocument/2006/relationships/tags" Target="../tags/tag718.xml"/><Relationship Id="rId5" Type="http://schemas.openxmlformats.org/officeDocument/2006/relationships/tags" Target="../tags/tag717.xml"/><Relationship Id="rId4" Type="http://schemas.openxmlformats.org/officeDocument/2006/relationships/tags" Target="../tags/tag716.xml"/><Relationship Id="rId3" Type="http://schemas.openxmlformats.org/officeDocument/2006/relationships/tags" Target="../tags/tag715.xml"/><Relationship Id="rId2" Type="http://schemas.openxmlformats.org/officeDocument/2006/relationships/tags" Target="../tags/tag714.xml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722.xml"/><Relationship Id="rId1" Type="http://schemas.openxmlformats.org/officeDocument/2006/relationships/tags" Target="../tags/tag71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729.xml"/><Relationship Id="rId6" Type="http://schemas.openxmlformats.org/officeDocument/2006/relationships/tags" Target="../tags/tag728.xml"/><Relationship Id="rId5" Type="http://schemas.openxmlformats.org/officeDocument/2006/relationships/tags" Target="../tags/tag727.xml"/><Relationship Id="rId4" Type="http://schemas.openxmlformats.org/officeDocument/2006/relationships/tags" Target="../tags/tag726.xml"/><Relationship Id="rId3" Type="http://schemas.openxmlformats.org/officeDocument/2006/relationships/tags" Target="../tags/tag725.xml"/><Relationship Id="rId2" Type="http://schemas.openxmlformats.org/officeDocument/2006/relationships/tags" Target="../tags/tag724.xml"/><Relationship Id="rId1" Type="http://schemas.openxmlformats.org/officeDocument/2006/relationships/tags" Target="../tags/tag72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738.xml"/><Relationship Id="rId8" Type="http://schemas.openxmlformats.org/officeDocument/2006/relationships/tags" Target="../tags/tag737.xml"/><Relationship Id="rId7" Type="http://schemas.openxmlformats.org/officeDocument/2006/relationships/tags" Target="../tags/tag736.xml"/><Relationship Id="rId6" Type="http://schemas.openxmlformats.org/officeDocument/2006/relationships/tags" Target="../tags/tag735.xml"/><Relationship Id="rId5" Type="http://schemas.openxmlformats.org/officeDocument/2006/relationships/tags" Target="../tags/tag734.xml"/><Relationship Id="rId4" Type="http://schemas.openxmlformats.org/officeDocument/2006/relationships/tags" Target="../tags/tag733.xml"/><Relationship Id="rId3" Type="http://schemas.openxmlformats.org/officeDocument/2006/relationships/tags" Target="../tags/tag732.xml"/><Relationship Id="rId2" Type="http://schemas.openxmlformats.org/officeDocument/2006/relationships/tags" Target="../tags/tag731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742.xml"/><Relationship Id="rId12" Type="http://schemas.openxmlformats.org/officeDocument/2006/relationships/tags" Target="../tags/tag741.xml"/><Relationship Id="rId11" Type="http://schemas.openxmlformats.org/officeDocument/2006/relationships/tags" Target="../tags/tag740.xml"/><Relationship Id="rId10" Type="http://schemas.openxmlformats.org/officeDocument/2006/relationships/tags" Target="../tags/tag739.xml"/><Relationship Id="rId1" Type="http://schemas.openxmlformats.org/officeDocument/2006/relationships/tags" Target="../tags/tag73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751.xml"/><Relationship Id="rId8" Type="http://schemas.openxmlformats.org/officeDocument/2006/relationships/tags" Target="../tags/tag750.xml"/><Relationship Id="rId7" Type="http://schemas.openxmlformats.org/officeDocument/2006/relationships/tags" Target="../tags/tag749.xml"/><Relationship Id="rId6" Type="http://schemas.openxmlformats.org/officeDocument/2006/relationships/tags" Target="../tags/tag748.xml"/><Relationship Id="rId5" Type="http://schemas.openxmlformats.org/officeDocument/2006/relationships/tags" Target="../tags/tag747.xml"/><Relationship Id="rId40" Type="http://schemas.openxmlformats.org/officeDocument/2006/relationships/notesSlide" Target="../notesSlides/notesSlide21.xml"/><Relationship Id="rId4" Type="http://schemas.openxmlformats.org/officeDocument/2006/relationships/tags" Target="../tags/tag746.xml"/><Relationship Id="rId39" Type="http://schemas.openxmlformats.org/officeDocument/2006/relationships/slideLayout" Target="../slideLayouts/slideLayout10.xml"/><Relationship Id="rId38" Type="http://schemas.openxmlformats.org/officeDocument/2006/relationships/tags" Target="../tags/tag780.xml"/><Relationship Id="rId37" Type="http://schemas.openxmlformats.org/officeDocument/2006/relationships/tags" Target="../tags/tag779.xml"/><Relationship Id="rId36" Type="http://schemas.openxmlformats.org/officeDocument/2006/relationships/tags" Target="../tags/tag778.xml"/><Relationship Id="rId35" Type="http://schemas.openxmlformats.org/officeDocument/2006/relationships/tags" Target="../tags/tag777.xml"/><Relationship Id="rId34" Type="http://schemas.openxmlformats.org/officeDocument/2006/relationships/tags" Target="../tags/tag776.xml"/><Relationship Id="rId33" Type="http://schemas.openxmlformats.org/officeDocument/2006/relationships/tags" Target="../tags/tag775.xml"/><Relationship Id="rId32" Type="http://schemas.openxmlformats.org/officeDocument/2006/relationships/tags" Target="../tags/tag774.xml"/><Relationship Id="rId31" Type="http://schemas.openxmlformats.org/officeDocument/2006/relationships/tags" Target="../tags/tag773.xml"/><Relationship Id="rId30" Type="http://schemas.openxmlformats.org/officeDocument/2006/relationships/tags" Target="../tags/tag772.xml"/><Relationship Id="rId3" Type="http://schemas.openxmlformats.org/officeDocument/2006/relationships/tags" Target="../tags/tag745.xml"/><Relationship Id="rId29" Type="http://schemas.openxmlformats.org/officeDocument/2006/relationships/tags" Target="../tags/tag771.xml"/><Relationship Id="rId28" Type="http://schemas.openxmlformats.org/officeDocument/2006/relationships/tags" Target="../tags/tag770.xml"/><Relationship Id="rId27" Type="http://schemas.openxmlformats.org/officeDocument/2006/relationships/tags" Target="../tags/tag769.xml"/><Relationship Id="rId26" Type="http://schemas.openxmlformats.org/officeDocument/2006/relationships/tags" Target="../tags/tag768.xml"/><Relationship Id="rId25" Type="http://schemas.openxmlformats.org/officeDocument/2006/relationships/tags" Target="../tags/tag767.xml"/><Relationship Id="rId24" Type="http://schemas.openxmlformats.org/officeDocument/2006/relationships/tags" Target="../tags/tag766.xml"/><Relationship Id="rId23" Type="http://schemas.openxmlformats.org/officeDocument/2006/relationships/tags" Target="../tags/tag765.xml"/><Relationship Id="rId22" Type="http://schemas.openxmlformats.org/officeDocument/2006/relationships/tags" Target="../tags/tag764.xml"/><Relationship Id="rId21" Type="http://schemas.openxmlformats.org/officeDocument/2006/relationships/tags" Target="../tags/tag763.xml"/><Relationship Id="rId20" Type="http://schemas.openxmlformats.org/officeDocument/2006/relationships/tags" Target="../tags/tag762.xml"/><Relationship Id="rId2" Type="http://schemas.openxmlformats.org/officeDocument/2006/relationships/tags" Target="../tags/tag744.xml"/><Relationship Id="rId19" Type="http://schemas.openxmlformats.org/officeDocument/2006/relationships/tags" Target="../tags/tag761.xml"/><Relationship Id="rId18" Type="http://schemas.openxmlformats.org/officeDocument/2006/relationships/tags" Target="../tags/tag760.xml"/><Relationship Id="rId17" Type="http://schemas.openxmlformats.org/officeDocument/2006/relationships/tags" Target="../tags/tag759.xml"/><Relationship Id="rId16" Type="http://schemas.openxmlformats.org/officeDocument/2006/relationships/tags" Target="../tags/tag758.xml"/><Relationship Id="rId15" Type="http://schemas.openxmlformats.org/officeDocument/2006/relationships/tags" Target="../tags/tag757.xml"/><Relationship Id="rId14" Type="http://schemas.openxmlformats.org/officeDocument/2006/relationships/tags" Target="../tags/tag756.xml"/><Relationship Id="rId13" Type="http://schemas.openxmlformats.org/officeDocument/2006/relationships/tags" Target="../tags/tag755.xml"/><Relationship Id="rId12" Type="http://schemas.openxmlformats.org/officeDocument/2006/relationships/tags" Target="../tags/tag754.xml"/><Relationship Id="rId11" Type="http://schemas.openxmlformats.org/officeDocument/2006/relationships/tags" Target="../tags/tag753.xml"/><Relationship Id="rId10" Type="http://schemas.openxmlformats.org/officeDocument/2006/relationships/tags" Target="../tags/tag752.xml"/><Relationship Id="rId1" Type="http://schemas.openxmlformats.org/officeDocument/2006/relationships/tags" Target="../tags/tag74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82.xml"/><Relationship Id="rId1" Type="http://schemas.openxmlformats.org/officeDocument/2006/relationships/tags" Target="../tags/tag7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HTTP协议</a:t>
            </a:r>
            <a:endParaRPr lang="en-US" alt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928" y="4217692"/>
            <a:ext cx="1944253" cy="21680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731" y="1197204"/>
            <a:ext cx="7293608" cy="3703271"/>
          </a:xfrm>
          <a:prstGeom prst="rect">
            <a:avLst/>
          </a:prstGeom>
        </p:spPr>
      </p:pic>
      <p:sp>
        <p:nvSpPr>
          <p:cNvPr id="103" name="文本框 102"/>
          <p:cNvSpPr txBox="1"/>
          <p:nvPr>
            <p:custDataLst>
              <p:tags r:id="rId6"/>
            </p:custDataLst>
          </p:nvPr>
        </p:nvSpPr>
        <p:spPr>
          <a:xfrm>
            <a:off x="3080251" y="5301734"/>
            <a:ext cx="6766088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为什么输入网址就会跳转到指定网页呢？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2552731" y="1383855"/>
            <a:ext cx="1695712" cy="2198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400" b="1" strike="noStrike" baseline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1499683" y="2796526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2308243" y="298135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 fontScale="80000"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4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HTTP协议原理</a:t>
            </a:r>
            <a:endParaRPr lang="en-US" altLang="zh-CN" sz="24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4"/>
            </p:custDataLst>
          </p:nvPr>
        </p:nvSpPr>
        <p:spPr>
          <a:xfrm>
            <a:off x="5256343" y="279652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6064903" y="298135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请求报文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6"/>
            </p:custDataLst>
          </p:nvPr>
        </p:nvSpPr>
        <p:spPr>
          <a:xfrm>
            <a:off x="9135128" y="2981122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响应报文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8356413" y="2796292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168382" y="1955409"/>
            <a:ext cx="11817531" cy="3891934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06087" y="2152357"/>
            <a:ext cx="1345474" cy="344333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439016" y="2155525"/>
            <a:ext cx="299247" cy="3440169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838" y="3269867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1912206" y="2078249"/>
            <a:ext cx="6764725" cy="3507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什么是网络协议？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就像我们要用双方都能理解的语言才能进行沟   通和交流一样，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网络上的各台计算机之间要互换信息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，也要用一种双方都明白的、约定好的语言才能进行。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这种双方约定的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沟通语言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就称为网络协议。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178" y="2732523"/>
            <a:ext cx="3008440" cy="23377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图片 10"/>
          <p:cNvPicPr/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06087" y="918143"/>
            <a:ext cx="11817531" cy="5233344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06087" y="1830977"/>
            <a:ext cx="1345474" cy="42098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51560" y="1833810"/>
            <a:ext cx="231289" cy="4189871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2964607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1795554" y="1830977"/>
            <a:ext cx="5778050" cy="40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什么是</a:t>
            </a: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HTTP?</a:t>
            </a:r>
            <a:endParaRPr lang="en-US" altLang="zh-CN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简单的说，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就是用于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规范客户端浏览器和服务器端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以什么样的格式进行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通信数据交互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，作为应用层的面向对象的协议，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由请求和响应构成，是一个标准的客户端服务器模型，也是一个无状态的协议。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604" y="3188422"/>
            <a:ext cx="4227880" cy="18451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" name="组合 3"/>
          <p:cNvGrpSpPr/>
          <p:nvPr/>
        </p:nvGrpSpPr>
        <p:grpSpPr>
          <a:xfrm>
            <a:off x="4592320" y="2059305"/>
            <a:ext cx="5509260" cy="398780"/>
            <a:chOff x="7232" y="3243"/>
            <a:chExt cx="8676" cy="62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32" y="3243"/>
              <a:ext cx="5368" cy="62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574" y="3291"/>
              <a:ext cx="3334" cy="533"/>
            </a:xfrm>
            <a:prstGeom prst="rect">
              <a:avLst/>
            </a:prstGeom>
          </p:spPr>
        </p:pic>
      </p:grp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"/>
            </p:custDataLst>
          </p:nvPr>
        </p:nvSpPr>
        <p:spPr>
          <a:xfrm>
            <a:off x="1297305" y="1155065"/>
            <a:ext cx="31534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协议的请求过程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1000760" y="122999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98034" y="1990319"/>
            <a:ext cx="3027997" cy="1693288"/>
          </a:xfrm>
          <a:prstGeom prst="roundRect">
            <a:avLst>
              <a:gd name="adj" fmla="val 1055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http://www.baidu.com/index.html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协议名：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www.baidu.com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端口：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80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对象路径：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/index.htm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主机名为域名，需要域名系统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DNS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解析域名为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IP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>
            <a:endCxn id="57" idx="2"/>
          </p:cNvCxnSpPr>
          <p:nvPr/>
        </p:nvCxnSpPr>
        <p:spPr>
          <a:xfrm>
            <a:off x="3627239" y="3944213"/>
            <a:ext cx="2829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45" idx="6"/>
          </p:cNvCxnSpPr>
          <p:nvPr/>
        </p:nvCxnSpPr>
        <p:spPr>
          <a:xfrm>
            <a:off x="11229807" y="3944636"/>
            <a:ext cx="91406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72055" y="3562293"/>
            <a:ext cx="1677907" cy="763840"/>
            <a:chOff x="712135" y="2794848"/>
            <a:chExt cx="1677907" cy="763840"/>
          </a:xfrm>
        </p:grpSpPr>
        <p:grpSp>
          <p:nvGrpSpPr>
            <p:cNvPr id="36" name="组合 35"/>
            <p:cNvGrpSpPr/>
            <p:nvPr/>
          </p:nvGrpSpPr>
          <p:grpSpPr>
            <a:xfrm>
              <a:off x="712135" y="2794848"/>
              <a:ext cx="1677907" cy="763840"/>
              <a:chOff x="712135" y="2794848"/>
              <a:chExt cx="1677907" cy="763840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1" name="直接连接符 10"/>
              <p:cNvCxnSpPr>
                <a:endCxn id="8" idx="2"/>
              </p:cNvCxnSpPr>
              <p:nvPr/>
            </p:nvCxnSpPr>
            <p:spPr>
              <a:xfrm>
                <a:off x="712135" y="3177191"/>
                <a:ext cx="91406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任意多边形 24"/>
            <p:cNvSpPr>
              <a:spLocks noChangeAspect="1"/>
            </p:cNvSpPr>
            <p:nvPr/>
          </p:nvSpPr>
          <p:spPr>
            <a:xfrm>
              <a:off x="1839273" y="2962004"/>
              <a:ext cx="336428" cy="431644"/>
            </a:xfrm>
            <a:custGeom>
              <a:avLst/>
              <a:gdLst>
                <a:gd name="connsiteX0" fmla="*/ 2053988 w 4790420"/>
                <a:gd name="connsiteY0" fmla="*/ 847831 h 6158425"/>
                <a:gd name="connsiteX1" fmla="*/ 330076 w 4790420"/>
                <a:gd name="connsiteY1" fmla="*/ 2571743 h 6158425"/>
                <a:gd name="connsiteX2" fmla="*/ 2053988 w 4790420"/>
                <a:gd name="connsiteY2" fmla="*/ 4295655 h 6158425"/>
                <a:gd name="connsiteX3" fmla="*/ 3777900 w 4790420"/>
                <a:gd name="connsiteY3" fmla="*/ 2571743 h 6158425"/>
                <a:gd name="connsiteX4" fmla="*/ 2053988 w 4790420"/>
                <a:gd name="connsiteY4" fmla="*/ 847831 h 6158425"/>
                <a:gd name="connsiteX5" fmla="*/ 2053988 w 4790420"/>
                <a:gd name="connsiteY5" fmla="*/ 517755 h 6158425"/>
                <a:gd name="connsiteX6" fmla="*/ 4107976 w 4790420"/>
                <a:gd name="connsiteY6" fmla="*/ 2571743 h 6158425"/>
                <a:gd name="connsiteX7" fmla="*/ 2053988 w 4790420"/>
                <a:gd name="connsiteY7" fmla="*/ 4625731 h 6158425"/>
                <a:gd name="connsiteX8" fmla="*/ 0 w 4790420"/>
                <a:gd name="connsiteY8" fmla="*/ 2571743 h 6158425"/>
                <a:gd name="connsiteX9" fmla="*/ 2053988 w 4790420"/>
                <a:gd name="connsiteY9" fmla="*/ 517755 h 6158425"/>
                <a:gd name="connsiteX10" fmla="*/ 2988811 w 4790420"/>
                <a:gd name="connsiteY10" fmla="*/ 0 h 6158425"/>
                <a:gd name="connsiteX11" fmla="*/ 4768061 w 4790420"/>
                <a:gd name="connsiteY11" fmla="*/ 2223084 h 6158425"/>
                <a:gd name="connsiteX12" fmla="*/ 3608480 w 4790420"/>
                <a:gd name="connsiteY12" fmla="*/ 4823700 h 6158425"/>
                <a:gd name="connsiteX13" fmla="*/ 2394040 w 4790420"/>
                <a:gd name="connsiteY13" fmla="*/ 5286916 h 6158425"/>
                <a:gd name="connsiteX14" fmla="*/ 2333767 w 4790420"/>
                <a:gd name="connsiteY14" fmla="*/ 5292401 h 6158425"/>
                <a:gd name="connsiteX15" fmla="*/ 2333767 w 4790420"/>
                <a:gd name="connsiteY15" fmla="*/ 5858175 h 6158425"/>
                <a:gd name="connsiteX16" fmla="*/ 3057098 w 4790420"/>
                <a:gd name="connsiteY16" fmla="*/ 5858175 h 6158425"/>
                <a:gd name="connsiteX17" fmla="*/ 3057098 w 4790420"/>
                <a:gd name="connsiteY17" fmla="*/ 6158425 h 6158425"/>
                <a:gd name="connsiteX18" fmla="*/ 1310186 w 4790420"/>
                <a:gd name="connsiteY18" fmla="*/ 6158425 h 6158425"/>
                <a:gd name="connsiteX19" fmla="*/ 1310186 w 4790420"/>
                <a:gd name="connsiteY19" fmla="*/ 5858175 h 6158425"/>
                <a:gd name="connsiteX20" fmla="*/ 2033517 w 4790420"/>
                <a:gd name="connsiteY20" fmla="*/ 5858175 h 6158425"/>
                <a:gd name="connsiteX21" fmla="*/ 2033517 w 4790420"/>
                <a:gd name="connsiteY21" fmla="*/ 5307773 h 6158425"/>
                <a:gd name="connsiteX22" fmla="*/ 2024915 w 4790420"/>
                <a:gd name="connsiteY22" fmla="*/ 5307973 h 6158425"/>
                <a:gd name="connsiteX23" fmla="*/ 765677 w 4790420"/>
                <a:gd name="connsiteY23" fmla="*/ 4985869 h 6158425"/>
                <a:gd name="connsiteX24" fmla="*/ 928493 w 4790420"/>
                <a:gd name="connsiteY24" fmla="*/ 4680772 h 6158425"/>
                <a:gd name="connsiteX25" fmla="*/ 3412023 w 4790420"/>
                <a:gd name="connsiteY25" fmla="*/ 4539098 h 6158425"/>
                <a:gd name="connsiteX26" fmla="*/ 4425057 w 4790420"/>
                <a:gd name="connsiteY26" fmla="*/ 2267148 h 6158425"/>
                <a:gd name="connsiteX27" fmla="*/ 2870669 w 4790420"/>
                <a:gd name="connsiteY27" fmla="*/ 325018 h 615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90420" h="6158425">
                  <a:moveTo>
                    <a:pt x="2053988" y="847831"/>
                  </a:moveTo>
                  <a:cubicBezTo>
                    <a:pt x="1101898" y="847831"/>
                    <a:pt x="330076" y="1619653"/>
                    <a:pt x="330076" y="2571743"/>
                  </a:cubicBezTo>
                  <a:cubicBezTo>
                    <a:pt x="330076" y="3523833"/>
                    <a:pt x="1101898" y="4295655"/>
                    <a:pt x="2053988" y="4295655"/>
                  </a:cubicBezTo>
                  <a:cubicBezTo>
                    <a:pt x="3006078" y="4295655"/>
                    <a:pt x="3777900" y="3523833"/>
                    <a:pt x="3777900" y="2571743"/>
                  </a:cubicBezTo>
                  <a:cubicBezTo>
                    <a:pt x="3777900" y="1619653"/>
                    <a:pt x="3006078" y="847831"/>
                    <a:pt x="2053988" y="847831"/>
                  </a:cubicBezTo>
                  <a:close/>
                  <a:moveTo>
                    <a:pt x="2053988" y="517755"/>
                  </a:moveTo>
                  <a:cubicBezTo>
                    <a:pt x="3188374" y="517755"/>
                    <a:pt x="4107976" y="1437357"/>
                    <a:pt x="4107976" y="2571743"/>
                  </a:cubicBezTo>
                  <a:cubicBezTo>
                    <a:pt x="4107976" y="3706129"/>
                    <a:pt x="3188374" y="4625731"/>
                    <a:pt x="2053988" y="4625731"/>
                  </a:cubicBezTo>
                  <a:cubicBezTo>
                    <a:pt x="919602" y="4625731"/>
                    <a:pt x="0" y="3706129"/>
                    <a:pt x="0" y="2571743"/>
                  </a:cubicBezTo>
                  <a:cubicBezTo>
                    <a:pt x="0" y="1437357"/>
                    <a:pt x="919602" y="517755"/>
                    <a:pt x="2053988" y="517755"/>
                  </a:cubicBezTo>
                  <a:close/>
                  <a:moveTo>
                    <a:pt x="2988811" y="0"/>
                  </a:moveTo>
                  <a:cubicBezTo>
                    <a:pt x="3951100" y="349790"/>
                    <a:pt x="4637600" y="1207537"/>
                    <a:pt x="4768061" y="2223084"/>
                  </a:cubicBezTo>
                  <a:cubicBezTo>
                    <a:pt x="4898521" y="3238630"/>
                    <a:pt x="4451113" y="4242043"/>
                    <a:pt x="3608480" y="4823700"/>
                  </a:cubicBezTo>
                  <a:cubicBezTo>
                    <a:pt x="3239828" y="5078175"/>
                    <a:pt x="2822516" y="5233293"/>
                    <a:pt x="2394040" y="5286916"/>
                  </a:cubicBezTo>
                  <a:lnTo>
                    <a:pt x="2333767" y="5292401"/>
                  </a:lnTo>
                  <a:lnTo>
                    <a:pt x="2333767" y="5858175"/>
                  </a:lnTo>
                  <a:lnTo>
                    <a:pt x="3057098" y="5858175"/>
                  </a:lnTo>
                  <a:lnTo>
                    <a:pt x="3057098" y="6158425"/>
                  </a:lnTo>
                  <a:lnTo>
                    <a:pt x="1310186" y="6158425"/>
                  </a:lnTo>
                  <a:lnTo>
                    <a:pt x="1310186" y="5858175"/>
                  </a:lnTo>
                  <a:lnTo>
                    <a:pt x="2033517" y="5858175"/>
                  </a:lnTo>
                  <a:lnTo>
                    <a:pt x="2033517" y="5307773"/>
                  </a:lnTo>
                  <a:lnTo>
                    <a:pt x="2024915" y="5307973"/>
                  </a:lnTo>
                  <a:cubicBezTo>
                    <a:pt x="1593121" y="5303425"/>
                    <a:pt x="1160876" y="5196770"/>
                    <a:pt x="765677" y="4985869"/>
                  </a:cubicBezTo>
                  <a:lnTo>
                    <a:pt x="928493" y="4680772"/>
                  </a:lnTo>
                  <a:cubicBezTo>
                    <a:pt x="1717645" y="5101908"/>
                    <a:pt x="2675882" y="5047244"/>
                    <a:pt x="3412023" y="4539098"/>
                  </a:cubicBezTo>
                  <a:cubicBezTo>
                    <a:pt x="4148164" y="4030951"/>
                    <a:pt x="4539029" y="3154350"/>
                    <a:pt x="4425057" y="2267148"/>
                  </a:cubicBezTo>
                  <a:cubicBezTo>
                    <a:pt x="4311084" y="1379947"/>
                    <a:pt x="3711344" y="630601"/>
                    <a:pt x="2870669" y="3250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376443" y="2755707"/>
            <a:ext cx="382977" cy="751143"/>
            <a:chOff x="1366350" y="2027371"/>
            <a:chExt cx="382977" cy="751143"/>
          </a:xfrm>
        </p:grpSpPr>
        <p:cxnSp>
          <p:nvCxnSpPr>
            <p:cNvPr id="14" name="直接连接符 13"/>
            <p:cNvCxnSpPr/>
            <p:nvPr/>
          </p:nvCxnSpPr>
          <p:spPr>
            <a:xfrm flipV="1">
              <a:off x="1368252" y="2027371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366350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7220493" y="2469337"/>
            <a:ext cx="4873762" cy="1856796"/>
            <a:chOff x="6001297" y="1701892"/>
            <a:chExt cx="4873762" cy="1856796"/>
          </a:xfrm>
        </p:grpSpPr>
        <p:cxnSp>
          <p:nvCxnSpPr>
            <p:cNvPr id="13" name="直接连接符 12"/>
            <p:cNvCxnSpPr>
              <a:stCxn id="19" idx="0"/>
            </p:cNvCxnSpPr>
            <p:nvPr/>
          </p:nvCxnSpPr>
          <p:spPr>
            <a:xfrm flipV="1">
              <a:off x="7538229" y="2043706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/>
            <p:cNvGrpSpPr/>
            <p:nvPr/>
          </p:nvGrpSpPr>
          <p:grpSpPr>
            <a:xfrm>
              <a:off x="6001297" y="1701892"/>
              <a:ext cx="4873762" cy="1856796"/>
              <a:chOff x="6001297" y="1701892"/>
              <a:chExt cx="4873762" cy="1856796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156524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20" name="直接连接符 19"/>
              <p:cNvCxnSpPr>
                <a:stCxn id="57" idx="6"/>
                <a:endCxn id="19" idx="2"/>
              </p:cNvCxnSpPr>
              <p:nvPr/>
            </p:nvCxnSpPr>
            <p:spPr>
              <a:xfrm>
                <a:off x="6001297" y="3176768"/>
                <a:ext cx="11552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7539500" y="2031009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任意多边形 22"/>
              <p:cNvSpPr>
                <a:spLocks noChangeAspect="1"/>
              </p:cNvSpPr>
              <p:nvPr/>
            </p:nvSpPr>
            <p:spPr>
              <a:xfrm>
                <a:off x="7406200" y="2962004"/>
                <a:ext cx="264487" cy="431644"/>
              </a:xfrm>
              <a:custGeom>
                <a:avLst/>
                <a:gdLst>
                  <a:gd name="connsiteX0" fmla="*/ 3411 w 2415654"/>
                  <a:gd name="connsiteY0" fmla="*/ 1160060 h 3957849"/>
                  <a:gd name="connsiteX1" fmla="*/ 392373 w 2415654"/>
                  <a:gd name="connsiteY1" fmla="*/ 1160060 h 3957849"/>
                  <a:gd name="connsiteX2" fmla="*/ 392373 w 2415654"/>
                  <a:gd name="connsiteY2" fmla="*/ 2123285 h 3957849"/>
                  <a:gd name="connsiteX3" fmla="*/ 396449 w 2415654"/>
                  <a:gd name="connsiteY3" fmla="*/ 2204161 h 3957849"/>
                  <a:gd name="connsiteX4" fmla="*/ 791679 w 2415654"/>
                  <a:gd name="connsiteY4" fmla="*/ 2811618 h 3957849"/>
                  <a:gd name="connsiteX5" fmla="*/ 1612465 w 2415654"/>
                  <a:gd name="connsiteY5" fmla="*/ 2818304 h 3957849"/>
                  <a:gd name="connsiteX6" fmla="*/ 2024800 w 2415654"/>
                  <a:gd name="connsiteY6" fmla="*/ 2108576 h 3957849"/>
                  <a:gd name="connsiteX7" fmla="*/ 2026692 w 2415654"/>
                  <a:gd name="connsiteY7" fmla="*/ 2108576 h 3957849"/>
                  <a:gd name="connsiteX8" fmla="*/ 2026692 w 2415654"/>
                  <a:gd name="connsiteY8" fmla="*/ 1160060 h 3957849"/>
                  <a:gd name="connsiteX9" fmla="*/ 2415654 w 2415654"/>
                  <a:gd name="connsiteY9" fmla="*/ 1160060 h 3957849"/>
                  <a:gd name="connsiteX10" fmla="*/ 2415654 w 2415654"/>
                  <a:gd name="connsiteY10" fmla="*/ 2108577 h 3957849"/>
                  <a:gd name="connsiteX11" fmla="*/ 2415654 w 2415654"/>
                  <a:gd name="connsiteY11" fmla="*/ 2135873 h 3957849"/>
                  <a:gd name="connsiteX12" fmla="*/ 2413832 w 2415654"/>
                  <a:gd name="connsiteY12" fmla="*/ 2135873 h 3957849"/>
                  <a:gd name="connsiteX13" fmla="*/ 2404919 w 2415654"/>
                  <a:gd name="connsiteY13" fmla="*/ 2269414 h 3957849"/>
                  <a:gd name="connsiteX14" fmla="*/ 1806051 w 2415654"/>
                  <a:gd name="connsiteY14" fmla="*/ 3157850 h 3957849"/>
                  <a:gd name="connsiteX15" fmla="*/ 1509944 w 2415654"/>
                  <a:gd name="connsiteY15" fmla="*/ 3278039 h 3957849"/>
                  <a:gd name="connsiteX16" fmla="*/ 1433014 w 2415654"/>
                  <a:gd name="connsiteY16" fmla="*/ 3292621 h 3957849"/>
                  <a:gd name="connsiteX17" fmla="*/ 1433014 w 2415654"/>
                  <a:gd name="connsiteY17" fmla="*/ 3718944 h 3957849"/>
                  <a:gd name="connsiteX18" fmla="*/ 1194109 w 2415654"/>
                  <a:gd name="connsiteY18" fmla="*/ 3957849 h 3957849"/>
                  <a:gd name="connsiteX19" fmla="*/ 955204 w 2415654"/>
                  <a:gd name="connsiteY19" fmla="*/ 3718944 h 3957849"/>
                  <a:gd name="connsiteX20" fmla="*/ 955204 w 2415654"/>
                  <a:gd name="connsiteY20" fmla="*/ 3287107 h 3957849"/>
                  <a:gd name="connsiteX21" fmla="*/ 886698 w 2415654"/>
                  <a:gd name="connsiteY21" fmla="*/ 3272962 h 3957849"/>
                  <a:gd name="connsiteX22" fmla="*/ 592588 w 2415654"/>
                  <a:gd name="connsiteY22" fmla="*/ 3147965 h 3957849"/>
                  <a:gd name="connsiteX23" fmla="*/ 160 w 2415654"/>
                  <a:gd name="connsiteY23" fmla="*/ 2088900 h 3957849"/>
                  <a:gd name="connsiteX24" fmla="*/ 3411 w 2415654"/>
                  <a:gd name="connsiteY24" fmla="*/ 2088953 h 3957849"/>
                  <a:gd name="connsiteX25" fmla="*/ 1207827 w 2415654"/>
                  <a:gd name="connsiteY25" fmla="*/ 0 h 3957849"/>
                  <a:gd name="connsiteX26" fmla="*/ 1849272 w 2415654"/>
                  <a:gd name="connsiteY26" fmla="*/ 641445 h 3957849"/>
                  <a:gd name="connsiteX27" fmla="*/ 1849272 w 2415654"/>
                  <a:gd name="connsiteY27" fmla="*/ 2033516 h 3957849"/>
                  <a:gd name="connsiteX28" fmla="*/ 1207827 w 2415654"/>
                  <a:gd name="connsiteY28" fmla="*/ 2674961 h 3957849"/>
                  <a:gd name="connsiteX29" fmla="*/ 566382 w 2415654"/>
                  <a:gd name="connsiteY29" fmla="*/ 2033516 h 3957849"/>
                  <a:gd name="connsiteX30" fmla="*/ 566382 w 2415654"/>
                  <a:gd name="connsiteY30" fmla="*/ 641445 h 3957849"/>
                  <a:gd name="connsiteX31" fmla="*/ 1207827 w 2415654"/>
                  <a:gd name="connsiteY31" fmla="*/ 0 h 3957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15654" h="3957849">
                    <a:moveTo>
                      <a:pt x="3411" y="1160060"/>
                    </a:moveTo>
                    <a:lnTo>
                      <a:pt x="392373" y="1160060"/>
                    </a:lnTo>
                    <a:lnTo>
                      <a:pt x="392373" y="2123285"/>
                    </a:lnTo>
                    <a:lnTo>
                      <a:pt x="396449" y="2204161"/>
                    </a:lnTo>
                    <a:cubicBezTo>
                      <a:pt x="425976" y="2455114"/>
                      <a:pt x="570709" y="2680821"/>
                      <a:pt x="791679" y="2811618"/>
                    </a:cubicBezTo>
                    <a:cubicBezTo>
                      <a:pt x="1044216" y="2961101"/>
                      <a:pt x="1357526" y="2963653"/>
                      <a:pt x="1612465" y="2818304"/>
                    </a:cubicBezTo>
                    <a:cubicBezTo>
                      <a:pt x="1867404" y="2672955"/>
                      <a:pt x="2024800" y="2402038"/>
                      <a:pt x="2024800" y="2108576"/>
                    </a:cubicBezTo>
                    <a:lnTo>
                      <a:pt x="2026692" y="2108576"/>
                    </a:lnTo>
                    <a:lnTo>
                      <a:pt x="2026692" y="1160060"/>
                    </a:lnTo>
                    <a:lnTo>
                      <a:pt x="2415654" y="1160060"/>
                    </a:lnTo>
                    <a:lnTo>
                      <a:pt x="2415654" y="2108577"/>
                    </a:lnTo>
                    <a:lnTo>
                      <a:pt x="2415654" y="2135873"/>
                    </a:lnTo>
                    <a:lnTo>
                      <a:pt x="2413832" y="2135873"/>
                    </a:lnTo>
                    <a:lnTo>
                      <a:pt x="2404919" y="2269414"/>
                    </a:lnTo>
                    <a:cubicBezTo>
                      <a:pt x="2355227" y="2639667"/>
                      <a:pt x="2135844" y="2969825"/>
                      <a:pt x="1806051" y="3157850"/>
                    </a:cubicBezTo>
                    <a:cubicBezTo>
                      <a:pt x="1711825" y="3211572"/>
                      <a:pt x="1612205" y="3251627"/>
                      <a:pt x="1509944" y="3278039"/>
                    </a:cubicBezTo>
                    <a:lnTo>
                      <a:pt x="1433014" y="3292621"/>
                    </a:lnTo>
                    <a:lnTo>
                      <a:pt x="1433014" y="3718944"/>
                    </a:lnTo>
                    <a:cubicBezTo>
                      <a:pt x="1433014" y="3850888"/>
                      <a:pt x="1326053" y="3957849"/>
                      <a:pt x="1194109" y="3957849"/>
                    </a:cubicBezTo>
                    <a:cubicBezTo>
                      <a:pt x="1062165" y="3957849"/>
                      <a:pt x="955204" y="3850888"/>
                      <a:pt x="955204" y="3718944"/>
                    </a:cubicBezTo>
                    <a:lnTo>
                      <a:pt x="955204" y="3287107"/>
                    </a:lnTo>
                    <a:lnTo>
                      <a:pt x="886698" y="3272962"/>
                    </a:lnTo>
                    <a:cubicBezTo>
                      <a:pt x="784881" y="3244888"/>
                      <a:pt x="685927" y="3203215"/>
                      <a:pt x="592588" y="3147965"/>
                    </a:cubicBezTo>
                    <a:cubicBezTo>
                      <a:pt x="219233" y="2926967"/>
                      <a:pt x="-6908" y="2522702"/>
                      <a:pt x="160" y="2088900"/>
                    </a:cubicBezTo>
                    <a:lnTo>
                      <a:pt x="3411" y="2088953"/>
                    </a:lnTo>
                    <a:close/>
                    <a:moveTo>
                      <a:pt x="1207827" y="0"/>
                    </a:moveTo>
                    <a:cubicBezTo>
                      <a:pt x="1562087" y="0"/>
                      <a:pt x="1849272" y="287185"/>
                      <a:pt x="1849272" y="641445"/>
                    </a:cubicBezTo>
                    <a:lnTo>
                      <a:pt x="1849272" y="2033516"/>
                    </a:lnTo>
                    <a:cubicBezTo>
                      <a:pt x="1849272" y="2387776"/>
                      <a:pt x="1562087" y="2674961"/>
                      <a:pt x="1207827" y="2674961"/>
                    </a:cubicBezTo>
                    <a:cubicBezTo>
                      <a:pt x="853567" y="2674961"/>
                      <a:pt x="566382" y="2387776"/>
                      <a:pt x="566382" y="2033516"/>
                    </a:cubicBezTo>
                    <a:lnTo>
                      <a:pt x="566382" y="641445"/>
                    </a:lnTo>
                    <a:cubicBezTo>
                      <a:pt x="566382" y="287185"/>
                      <a:pt x="853567" y="0"/>
                      <a:pt x="120782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7997439" y="1701892"/>
                <a:ext cx="2877620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服务器接收请求并向浏览器发送响应报文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68607" y="3562293"/>
            <a:ext cx="3452616" cy="1684251"/>
            <a:chOff x="1257327" y="2794848"/>
            <a:chExt cx="3452616" cy="1684251"/>
          </a:xfrm>
        </p:grpSpPr>
        <p:grpSp>
          <p:nvGrpSpPr>
            <p:cNvPr id="38" name="组合 37"/>
            <p:cNvGrpSpPr/>
            <p:nvPr/>
          </p:nvGrpSpPr>
          <p:grpSpPr>
            <a:xfrm>
              <a:off x="2938682" y="2794848"/>
              <a:ext cx="1771261" cy="763840"/>
              <a:chOff x="2938682" y="2794848"/>
              <a:chExt cx="1771261" cy="7638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3946103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29" name="直接连接符 28"/>
              <p:cNvCxnSpPr>
                <a:stCxn id="8" idx="6"/>
                <a:endCxn id="27" idx="2"/>
              </p:cNvCxnSpPr>
              <p:nvPr/>
            </p:nvCxnSpPr>
            <p:spPr>
              <a:xfrm flipV="1">
                <a:off x="2938682" y="3176768"/>
                <a:ext cx="1007421" cy="1632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任意多边形 30"/>
              <p:cNvSpPr>
                <a:spLocks noChangeAspect="1"/>
              </p:cNvSpPr>
              <p:nvPr/>
            </p:nvSpPr>
            <p:spPr>
              <a:xfrm>
                <a:off x="4112417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257327" y="3558688"/>
              <a:ext cx="3077259" cy="920411"/>
              <a:chOff x="1257327" y="3558688"/>
              <a:chExt cx="3077259" cy="920411"/>
            </a:xfrm>
          </p:grpSpPr>
          <p:cxnSp>
            <p:nvCxnSpPr>
              <p:cNvPr id="33" name="直接连接符 32"/>
              <p:cNvCxnSpPr/>
              <p:nvPr/>
            </p:nvCxnSpPr>
            <p:spPr>
              <a:xfrm>
                <a:off x="4328236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10800000">
                <a:off x="3953725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1257327" y="4140563"/>
                <a:ext cx="2879737" cy="338536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封装</a:t>
                </a: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HTTP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请求报文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7590903" y="3562293"/>
            <a:ext cx="3638268" cy="1682940"/>
            <a:chOff x="7047571" y="2794848"/>
            <a:chExt cx="3638268" cy="1682940"/>
          </a:xfrm>
        </p:grpSpPr>
        <p:sp>
          <p:nvSpPr>
            <p:cNvPr id="45" name="椭圆 44"/>
            <p:cNvSpPr/>
            <p:nvPr/>
          </p:nvSpPr>
          <p:spPr>
            <a:xfrm>
              <a:off x="9921999" y="2794848"/>
              <a:ext cx="763840" cy="76384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46" name="直接连接符 45"/>
            <p:cNvCxnSpPr>
              <a:stCxn id="19" idx="6"/>
              <a:endCxn id="45" idx="2"/>
            </p:cNvCxnSpPr>
            <p:nvPr/>
          </p:nvCxnSpPr>
          <p:spPr>
            <a:xfrm flipV="1">
              <a:off x="8596227" y="3176768"/>
              <a:ext cx="1325772" cy="163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45" idx="4"/>
            </p:cNvCxnSpPr>
            <p:nvPr/>
          </p:nvCxnSpPr>
          <p:spPr>
            <a:xfrm>
              <a:off x="10304343" y="3558688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>
              <a:off x="9922002" y="4324642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任意多边形 50"/>
            <p:cNvSpPr>
              <a:spLocks noChangeAspect="1"/>
            </p:cNvSpPr>
            <p:nvPr/>
          </p:nvSpPr>
          <p:spPr>
            <a:xfrm>
              <a:off x="10125127" y="2962004"/>
              <a:ext cx="359703" cy="431644"/>
            </a:xfrm>
            <a:custGeom>
              <a:avLst/>
              <a:gdLst>
                <a:gd name="connsiteX0" fmla="*/ 2088797 w 4696209"/>
                <a:gd name="connsiteY0" fmla="*/ 2028780 h 5645436"/>
                <a:gd name="connsiteX1" fmla="*/ 2539173 w 4696209"/>
                <a:gd name="connsiteY1" fmla="*/ 2028780 h 5645436"/>
                <a:gd name="connsiteX2" fmla="*/ 2539173 w 4696209"/>
                <a:gd name="connsiteY2" fmla="*/ 3205719 h 5645436"/>
                <a:gd name="connsiteX3" fmla="*/ 3543193 w 4696209"/>
                <a:gd name="connsiteY3" fmla="*/ 3785390 h 5645436"/>
                <a:gd name="connsiteX4" fmla="*/ 3318005 w 4696209"/>
                <a:gd name="connsiteY4" fmla="*/ 4175427 h 5645436"/>
                <a:gd name="connsiteX5" fmla="*/ 2088797 w 4696209"/>
                <a:gd name="connsiteY5" fmla="*/ 3465743 h 5645436"/>
                <a:gd name="connsiteX6" fmla="*/ 2098957 w 4696209"/>
                <a:gd name="connsiteY6" fmla="*/ 3448147 h 5645436"/>
                <a:gd name="connsiteX7" fmla="*/ 2088797 w 4696209"/>
                <a:gd name="connsiteY7" fmla="*/ 3448147 h 5645436"/>
                <a:gd name="connsiteX8" fmla="*/ 2348105 w 4696209"/>
                <a:gd name="connsiteY8" fmla="*/ 1488857 h 5645436"/>
                <a:gd name="connsiteX9" fmla="*/ 525293 w 4696209"/>
                <a:gd name="connsiteY9" fmla="*/ 3311669 h 5645436"/>
                <a:gd name="connsiteX10" fmla="*/ 2348105 w 4696209"/>
                <a:gd name="connsiteY10" fmla="*/ 5134481 h 5645436"/>
                <a:gd name="connsiteX11" fmla="*/ 4170917 w 4696209"/>
                <a:gd name="connsiteY11" fmla="*/ 3311669 h 5645436"/>
                <a:gd name="connsiteX12" fmla="*/ 2348105 w 4696209"/>
                <a:gd name="connsiteY12" fmla="*/ 1488857 h 5645436"/>
                <a:gd name="connsiteX13" fmla="*/ 2348105 w 4696209"/>
                <a:gd name="connsiteY13" fmla="*/ 977902 h 5645436"/>
                <a:gd name="connsiteX14" fmla="*/ 4681872 w 4696209"/>
                <a:gd name="connsiteY14" fmla="*/ 3311669 h 5645436"/>
                <a:gd name="connsiteX15" fmla="*/ 2348105 w 4696209"/>
                <a:gd name="connsiteY15" fmla="*/ 5645436 h 5645436"/>
                <a:gd name="connsiteX16" fmla="*/ 14338 w 4696209"/>
                <a:gd name="connsiteY16" fmla="*/ 3311669 h 5645436"/>
                <a:gd name="connsiteX17" fmla="*/ 2348105 w 4696209"/>
                <a:gd name="connsiteY17" fmla="*/ 977902 h 5645436"/>
                <a:gd name="connsiteX18" fmla="*/ 3210794 w 4696209"/>
                <a:gd name="connsiteY18" fmla="*/ 1525 h 5645436"/>
                <a:gd name="connsiteX19" fmla="*/ 3559690 w 4696209"/>
                <a:gd name="connsiteY19" fmla="*/ 82166 h 5645436"/>
                <a:gd name="connsiteX20" fmla="*/ 4389841 w 4696209"/>
                <a:gd name="connsiteY20" fmla="*/ 561454 h 5645436"/>
                <a:gd name="connsiteX21" fmla="*/ 4664989 w 4696209"/>
                <a:gd name="connsiteY21" fmla="*/ 1285059 h 5645436"/>
                <a:gd name="connsiteX22" fmla="*/ 4652365 w 4696209"/>
                <a:gd name="connsiteY22" fmla="*/ 1313093 h 5645436"/>
                <a:gd name="connsiteX23" fmla="*/ 4548130 w 4696209"/>
                <a:gd name="connsiteY23" fmla="*/ 1493633 h 5645436"/>
                <a:gd name="connsiteX24" fmla="*/ 4361174 w 4696209"/>
                <a:gd name="connsiteY24" fmla="*/ 1610458 h 5645436"/>
                <a:gd name="connsiteX25" fmla="*/ 4227467 w 4696209"/>
                <a:gd name="connsiteY25" fmla="*/ 1579554 h 5645436"/>
                <a:gd name="connsiteX26" fmla="*/ 2742962 w 4696209"/>
                <a:gd name="connsiteY26" fmla="*/ 722476 h 5645436"/>
                <a:gd name="connsiteX27" fmla="*/ 2627331 w 4696209"/>
                <a:gd name="connsiteY27" fmla="*/ 490166 h 5645436"/>
                <a:gd name="connsiteX28" fmla="*/ 2634097 w 4696209"/>
                <a:gd name="connsiteY28" fmla="*/ 460273 h 5645436"/>
                <a:gd name="connsiteX29" fmla="*/ 2722954 w 4696209"/>
                <a:gd name="connsiteY29" fmla="*/ 306368 h 5645436"/>
                <a:gd name="connsiteX30" fmla="*/ 3210794 w 4696209"/>
                <a:gd name="connsiteY30" fmla="*/ 1525 h 5645436"/>
                <a:gd name="connsiteX31" fmla="*/ 1485416 w 4696209"/>
                <a:gd name="connsiteY31" fmla="*/ 1525 h 5645436"/>
                <a:gd name="connsiteX32" fmla="*/ 1973255 w 4696209"/>
                <a:gd name="connsiteY32" fmla="*/ 306368 h 5645436"/>
                <a:gd name="connsiteX33" fmla="*/ 2062112 w 4696209"/>
                <a:gd name="connsiteY33" fmla="*/ 460273 h 5645436"/>
                <a:gd name="connsiteX34" fmla="*/ 2068878 w 4696209"/>
                <a:gd name="connsiteY34" fmla="*/ 490166 h 5645436"/>
                <a:gd name="connsiteX35" fmla="*/ 1953247 w 4696209"/>
                <a:gd name="connsiteY35" fmla="*/ 722476 h 5645436"/>
                <a:gd name="connsiteX36" fmla="*/ 468743 w 4696209"/>
                <a:gd name="connsiteY36" fmla="*/ 1579554 h 5645436"/>
                <a:gd name="connsiteX37" fmla="*/ 335035 w 4696209"/>
                <a:gd name="connsiteY37" fmla="*/ 1610458 h 5645436"/>
                <a:gd name="connsiteX38" fmla="*/ 148079 w 4696209"/>
                <a:gd name="connsiteY38" fmla="*/ 1493633 h 5645436"/>
                <a:gd name="connsiteX39" fmla="*/ 43845 w 4696209"/>
                <a:gd name="connsiteY39" fmla="*/ 1313093 h 5645436"/>
                <a:gd name="connsiteX40" fmla="*/ 31220 w 4696209"/>
                <a:gd name="connsiteY40" fmla="*/ 1285059 h 5645436"/>
                <a:gd name="connsiteX41" fmla="*/ 306368 w 4696209"/>
                <a:gd name="connsiteY41" fmla="*/ 561454 h 5645436"/>
                <a:gd name="connsiteX42" fmla="*/ 1136520 w 4696209"/>
                <a:gd name="connsiteY42" fmla="*/ 82166 h 5645436"/>
                <a:gd name="connsiteX43" fmla="*/ 1485416 w 4696209"/>
                <a:gd name="connsiteY43" fmla="*/ 1525 h 56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696209" h="5645436">
                  <a:moveTo>
                    <a:pt x="2088797" y="2028780"/>
                  </a:moveTo>
                  <a:lnTo>
                    <a:pt x="2539173" y="2028780"/>
                  </a:lnTo>
                  <a:lnTo>
                    <a:pt x="2539173" y="3205719"/>
                  </a:lnTo>
                  <a:lnTo>
                    <a:pt x="3543193" y="3785390"/>
                  </a:lnTo>
                  <a:lnTo>
                    <a:pt x="3318005" y="4175427"/>
                  </a:lnTo>
                  <a:lnTo>
                    <a:pt x="2088797" y="3465743"/>
                  </a:lnTo>
                  <a:lnTo>
                    <a:pt x="2098957" y="3448147"/>
                  </a:lnTo>
                  <a:lnTo>
                    <a:pt x="2088797" y="3448147"/>
                  </a:lnTo>
                  <a:close/>
                  <a:moveTo>
                    <a:pt x="2348105" y="1488857"/>
                  </a:moveTo>
                  <a:cubicBezTo>
                    <a:pt x="1341394" y="1488857"/>
                    <a:pt x="525293" y="2304958"/>
                    <a:pt x="525293" y="3311669"/>
                  </a:cubicBezTo>
                  <a:cubicBezTo>
                    <a:pt x="525293" y="4318380"/>
                    <a:pt x="1341394" y="5134481"/>
                    <a:pt x="2348105" y="5134481"/>
                  </a:cubicBezTo>
                  <a:cubicBezTo>
                    <a:pt x="3354816" y="5134481"/>
                    <a:pt x="4170917" y="4318380"/>
                    <a:pt x="4170917" y="3311669"/>
                  </a:cubicBezTo>
                  <a:cubicBezTo>
                    <a:pt x="4170917" y="2304958"/>
                    <a:pt x="3354816" y="1488857"/>
                    <a:pt x="2348105" y="1488857"/>
                  </a:cubicBezTo>
                  <a:close/>
                  <a:moveTo>
                    <a:pt x="2348105" y="977902"/>
                  </a:moveTo>
                  <a:cubicBezTo>
                    <a:pt x="3637009" y="977902"/>
                    <a:pt x="4681872" y="2022765"/>
                    <a:pt x="4681872" y="3311669"/>
                  </a:cubicBezTo>
                  <a:cubicBezTo>
                    <a:pt x="4681872" y="4600573"/>
                    <a:pt x="3637009" y="5645436"/>
                    <a:pt x="2348105" y="5645436"/>
                  </a:cubicBezTo>
                  <a:cubicBezTo>
                    <a:pt x="1059201" y="5645436"/>
                    <a:pt x="14338" y="4600573"/>
                    <a:pt x="14338" y="3311669"/>
                  </a:cubicBezTo>
                  <a:cubicBezTo>
                    <a:pt x="14338" y="2022765"/>
                    <a:pt x="1059201" y="977902"/>
                    <a:pt x="2348105" y="977902"/>
                  </a:cubicBezTo>
                  <a:close/>
                  <a:moveTo>
                    <a:pt x="3210794" y="1525"/>
                  </a:moveTo>
                  <a:cubicBezTo>
                    <a:pt x="3328480" y="-6792"/>
                    <a:pt x="3449826" y="18736"/>
                    <a:pt x="3559690" y="82166"/>
                  </a:cubicBezTo>
                  <a:lnTo>
                    <a:pt x="4389841" y="561454"/>
                  </a:lnTo>
                  <a:cubicBezTo>
                    <a:pt x="4646190" y="709457"/>
                    <a:pt x="4755086" y="1014775"/>
                    <a:pt x="4664989" y="1285059"/>
                  </a:cubicBezTo>
                  <a:lnTo>
                    <a:pt x="4652365" y="1313093"/>
                  </a:lnTo>
                  <a:lnTo>
                    <a:pt x="4548130" y="1493633"/>
                  </a:lnTo>
                  <a:cubicBezTo>
                    <a:pt x="4507616" y="1563805"/>
                    <a:pt x="4436343" y="1605146"/>
                    <a:pt x="4361174" y="1610458"/>
                  </a:cubicBezTo>
                  <a:cubicBezTo>
                    <a:pt x="4316074" y="1613646"/>
                    <a:pt x="4269570" y="1603863"/>
                    <a:pt x="4227467" y="1579554"/>
                  </a:cubicBezTo>
                  <a:lnTo>
                    <a:pt x="2742962" y="722476"/>
                  </a:lnTo>
                  <a:cubicBezTo>
                    <a:pt x="2658756" y="673860"/>
                    <a:pt x="2616066" y="580949"/>
                    <a:pt x="2627331" y="490166"/>
                  </a:cubicBezTo>
                  <a:lnTo>
                    <a:pt x="2634097" y="460273"/>
                  </a:lnTo>
                  <a:lnTo>
                    <a:pt x="2722954" y="306368"/>
                  </a:lnTo>
                  <a:cubicBezTo>
                    <a:pt x="2828671" y="123262"/>
                    <a:pt x="3014650" y="15387"/>
                    <a:pt x="3210794" y="1525"/>
                  </a:cubicBezTo>
                  <a:close/>
                  <a:moveTo>
                    <a:pt x="1485416" y="1525"/>
                  </a:moveTo>
                  <a:cubicBezTo>
                    <a:pt x="1681559" y="15386"/>
                    <a:pt x="1867539" y="123262"/>
                    <a:pt x="1973255" y="306368"/>
                  </a:cubicBezTo>
                  <a:lnTo>
                    <a:pt x="2062112" y="460273"/>
                  </a:lnTo>
                  <a:lnTo>
                    <a:pt x="2068878" y="490166"/>
                  </a:lnTo>
                  <a:cubicBezTo>
                    <a:pt x="2080144" y="580949"/>
                    <a:pt x="2037454" y="673859"/>
                    <a:pt x="1953247" y="722476"/>
                  </a:cubicBezTo>
                  <a:lnTo>
                    <a:pt x="468743" y="1579554"/>
                  </a:lnTo>
                  <a:cubicBezTo>
                    <a:pt x="426639" y="1603863"/>
                    <a:pt x="380136" y="1613646"/>
                    <a:pt x="335035" y="1610458"/>
                  </a:cubicBezTo>
                  <a:cubicBezTo>
                    <a:pt x="259866" y="1605146"/>
                    <a:pt x="188593" y="1563805"/>
                    <a:pt x="148079" y="1493633"/>
                  </a:cubicBezTo>
                  <a:lnTo>
                    <a:pt x="43845" y="1313093"/>
                  </a:lnTo>
                  <a:lnTo>
                    <a:pt x="31220" y="1285059"/>
                  </a:lnTo>
                  <a:cubicBezTo>
                    <a:pt x="-58877" y="1014775"/>
                    <a:pt x="50020" y="709457"/>
                    <a:pt x="306368" y="561454"/>
                  </a:cubicBezTo>
                  <a:lnTo>
                    <a:pt x="1136520" y="82166"/>
                  </a:lnTo>
                  <a:cubicBezTo>
                    <a:pt x="1246384" y="18736"/>
                    <a:pt x="1367729" y="-6792"/>
                    <a:pt x="1485416" y="15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047571" y="4139252"/>
              <a:ext cx="2879736" cy="338536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p>
              <a:pPr algn="ctr" eaLnBrk="1" hangingPunct="1">
                <a:defRPr/>
              </a:pP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Web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服务器关闭 </a:t>
              </a: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TCP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连接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570010" y="3562293"/>
            <a:ext cx="3650483" cy="1912832"/>
            <a:chOff x="1165476" y="2794848"/>
            <a:chExt cx="3650483" cy="1912832"/>
          </a:xfrm>
        </p:grpSpPr>
        <p:grpSp>
          <p:nvGrpSpPr>
            <p:cNvPr id="56" name="组合 55"/>
            <p:cNvGrpSpPr/>
            <p:nvPr/>
          </p:nvGrpSpPr>
          <p:grpSpPr>
            <a:xfrm>
              <a:off x="4052119" y="2794848"/>
              <a:ext cx="763840" cy="763840"/>
              <a:chOff x="4052119" y="2794848"/>
              <a:chExt cx="763840" cy="763840"/>
            </a:xfrm>
          </p:grpSpPr>
          <p:sp>
            <p:nvSpPr>
              <p:cNvPr id="57" name="椭圆 56"/>
              <p:cNvSpPr/>
              <p:nvPr/>
            </p:nvSpPr>
            <p:spPr>
              <a:xfrm>
                <a:off x="4052119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" name="任意多边形 23"/>
              <p:cNvSpPr>
                <a:spLocks noChangeAspect="1"/>
              </p:cNvSpPr>
              <p:nvPr/>
            </p:nvSpPr>
            <p:spPr>
              <a:xfrm>
                <a:off x="4218433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1165476" y="3558688"/>
              <a:ext cx="3275126" cy="1148992"/>
              <a:chOff x="1165476" y="3558688"/>
              <a:chExt cx="3275126" cy="1148992"/>
            </a:xfrm>
          </p:grpSpPr>
          <p:cxnSp>
            <p:nvCxnSpPr>
              <p:cNvPr id="67" name="直接连接符 66"/>
              <p:cNvCxnSpPr>
                <a:stCxn id="57" idx="4"/>
              </p:cNvCxnSpPr>
              <p:nvPr/>
            </p:nvCxnSpPr>
            <p:spPr>
              <a:xfrm>
                <a:off x="4434252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0800000">
                <a:off x="4059741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文本框 72"/>
              <p:cNvSpPr txBox="1"/>
              <p:nvPr/>
            </p:nvSpPr>
            <p:spPr>
              <a:xfrm>
                <a:off x="1165476" y="4122923"/>
                <a:ext cx="2879737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浏览器向</a:t>
                </a: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服务器发送请求报文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4" name="组合 73"/>
          <p:cNvGrpSpPr/>
          <p:nvPr/>
        </p:nvGrpSpPr>
        <p:grpSpPr>
          <a:xfrm>
            <a:off x="4579377" y="2577309"/>
            <a:ext cx="3158858" cy="1748824"/>
            <a:chOff x="4579377" y="1809864"/>
            <a:chExt cx="3158858" cy="1748824"/>
          </a:xfrm>
        </p:grpSpPr>
        <p:grpSp>
          <p:nvGrpSpPr>
            <p:cNvPr id="75" name="组合 74"/>
            <p:cNvGrpSpPr/>
            <p:nvPr/>
          </p:nvGrpSpPr>
          <p:grpSpPr>
            <a:xfrm>
              <a:off x="4579377" y="2794848"/>
              <a:ext cx="763839" cy="763840"/>
              <a:chOff x="1626203" y="2794848"/>
              <a:chExt cx="763839" cy="763840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77" name="任意多边形 24"/>
              <p:cNvSpPr>
                <a:spLocks noChangeAspect="1"/>
              </p:cNvSpPr>
              <p:nvPr/>
            </p:nvSpPr>
            <p:spPr>
              <a:xfrm>
                <a:off x="1839273" y="2962004"/>
                <a:ext cx="336428" cy="431644"/>
              </a:xfrm>
              <a:custGeom>
                <a:avLst/>
                <a:gdLst>
                  <a:gd name="connsiteX0" fmla="*/ 2053988 w 4790420"/>
                  <a:gd name="connsiteY0" fmla="*/ 847831 h 6158425"/>
                  <a:gd name="connsiteX1" fmla="*/ 330076 w 4790420"/>
                  <a:gd name="connsiteY1" fmla="*/ 2571743 h 6158425"/>
                  <a:gd name="connsiteX2" fmla="*/ 2053988 w 4790420"/>
                  <a:gd name="connsiteY2" fmla="*/ 4295655 h 6158425"/>
                  <a:gd name="connsiteX3" fmla="*/ 3777900 w 4790420"/>
                  <a:gd name="connsiteY3" fmla="*/ 2571743 h 6158425"/>
                  <a:gd name="connsiteX4" fmla="*/ 2053988 w 4790420"/>
                  <a:gd name="connsiteY4" fmla="*/ 847831 h 6158425"/>
                  <a:gd name="connsiteX5" fmla="*/ 2053988 w 4790420"/>
                  <a:gd name="connsiteY5" fmla="*/ 517755 h 6158425"/>
                  <a:gd name="connsiteX6" fmla="*/ 4107976 w 4790420"/>
                  <a:gd name="connsiteY6" fmla="*/ 2571743 h 6158425"/>
                  <a:gd name="connsiteX7" fmla="*/ 2053988 w 4790420"/>
                  <a:gd name="connsiteY7" fmla="*/ 4625731 h 6158425"/>
                  <a:gd name="connsiteX8" fmla="*/ 0 w 4790420"/>
                  <a:gd name="connsiteY8" fmla="*/ 2571743 h 6158425"/>
                  <a:gd name="connsiteX9" fmla="*/ 2053988 w 4790420"/>
                  <a:gd name="connsiteY9" fmla="*/ 517755 h 6158425"/>
                  <a:gd name="connsiteX10" fmla="*/ 2988811 w 4790420"/>
                  <a:gd name="connsiteY10" fmla="*/ 0 h 6158425"/>
                  <a:gd name="connsiteX11" fmla="*/ 4768061 w 4790420"/>
                  <a:gd name="connsiteY11" fmla="*/ 2223084 h 6158425"/>
                  <a:gd name="connsiteX12" fmla="*/ 3608480 w 4790420"/>
                  <a:gd name="connsiteY12" fmla="*/ 4823700 h 6158425"/>
                  <a:gd name="connsiteX13" fmla="*/ 2394040 w 4790420"/>
                  <a:gd name="connsiteY13" fmla="*/ 5286916 h 6158425"/>
                  <a:gd name="connsiteX14" fmla="*/ 2333767 w 4790420"/>
                  <a:gd name="connsiteY14" fmla="*/ 5292401 h 6158425"/>
                  <a:gd name="connsiteX15" fmla="*/ 2333767 w 4790420"/>
                  <a:gd name="connsiteY15" fmla="*/ 5858175 h 6158425"/>
                  <a:gd name="connsiteX16" fmla="*/ 3057098 w 4790420"/>
                  <a:gd name="connsiteY16" fmla="*/ 5858175 h 6158425"/>
                  <a:gd name="connsiteX17" fmla="*/ 3057098 w 4790420"/>
                  <a:gd name="connsiteY17" fmla="*/ 6158425 h 6158425"/>
                  <a:gd name="connsiteX18" fmla="*/ 1310186 w 4790420"/>
                  <a:gd name="connsiteY18" fmla="*/ 6158425 h 6158425"/>
                  <a:gd name="connsiteX19" fmla="*/ 1310186 w 4790420"/>
                  <a:gd name="connsiteY19" fmla="*/ 5858175 h 6158425"/>
                  <a:gd name="connsiteX20" fmla="*/ 2033517 w 4790420"/>
                  <a:gd name="connsiteY20" fmla="*/ 5858175 h 6158425"/>
                  <a:gd name="connsiteX21" fmla="*/ 2033517 w 4790420"/>
                  <a:gd name="connsiteY21" fmla="*/ 5307773 h 6158425"/>
                  <a:gd name="connsiteX22" fmla="*/ 2024915 w 4790420"/>
                  <a:gd name="connsiteY22" fmla="*/ 5307973 h 6158425"/>
                  <a:gd name="connsiteX23" fmla="*/ 765677 w 4790420"/>
                  <a:gd name="connsiteY23" fmla="*/ 4985869 h 6158425"/>
                  <a:gd name="connsiteX24" fmla="*/ 928493 w 4790420"/>
                  <a:gd name="connsiteY24" fmla="*/ 4680772 h 6158425"/>
                  <a:gd name="connsiteX25" fmla="*/ 3412023 w 4790420"/>
                  <a:gd name="connsiteY25" fmla="*/ 4539098 h 6158425"/>
                  <a:gd name="connsiteX26" fmla="*/ 4425057 w 4790420"/>
                  <a:gd name="connsiteY26" fmla="*/ 2267148 h 6158425"/>
                  <a:gd name="connsiteX27" fmla="*/ 2870669 w 4790420"/>
                  <a:gd name="connsiteY27" fmla="*/ 325018 h 615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90420" h="6158425">
                    <a:moveTo>
                      <a:pt x="2053988" y="847831"/>
                    </a:moveTo>
                    <a:cubicBezTo>
                      <a:pt x="1101898" y="847831"/>
                      <a:pt x="330076" y="1619653"/>
                      <a:pt x="330076" y="2571743"/>
                    </a:cubicBezTo>
                    <a:cubicBezTo>
                      <a:pt x="330076" y="3523833"/>
                      <a:pt x="1101898" y="4295655"/>
                      <a:pt x="2053988" y="4295655"/>
                    </a:cubicBezTo>
                    <a:cubicBezTo>
                      <a:pt x="3006078" y="4295655"/>
                      <a:pt x="3777900" y="3523833"/>
                      <a:pt x="3777900" y="2571743"/>
                    </a:cubicBezTo>
                    <a:cubicBezTo>
                      <a:pt x="3777900" y="1619653"/>
                      <a:pt x="3006078" y="847831"/>
                      <a:pt x="2053988" y="847831"/>
                    </a:cubicBezTo>
                    <a:close/>
                    <a:moveTo>
                      <a:pt x="2053988" y="517755"/>
                    </a:moveTo>
                    <a:cubicBezTo>
                      <a:pt x="3188374" y="517755"/>
                      <a:pt x="4107976" y="1437357"/>
                      <a:pt x="4107976" y="2571743"/>
                    </a:cubicBezTo>
                    <a:cubicBezTo>
                      <a:pt x="4107976" y="3706129"/>
                      <a:pt x="3188374" y="4625731"/>
                      <a:pt x="2053988" y="4625731"/>
                    </a:cubicBezTo>
                    <a:cubicBezTo>
                      <a:pt x="919602" y="4625731"/>
                      <a:pt x="0" y="3706129"/>
                      <a:pt x="0" y="2571743"/>
                    </a:cubicBezTo>
                    <a:cubicBezTo>
                      <a:pt x="0" y="1437357"/>
                      <a:pt x="919602" y="517755"/>
                      <a:pt x="2053988" y="517755"/>
                    </a:cubicBezTo>
                    <a:close/>
                    <a:moveTo>
                      <a:pt x="2988811" y="0"/>
                    </a:moveTo>
                    <a:cubicBezTo>
                      <a:pt x="3951100" y="349790"/>
                      <a:pt x="4637600" y="1207537"/>
                      <a:pt x="4768061" y="2223084"/>
                    </a:cubicBezTo>
                    <a:cubicBezTo>
                      <a:pt x="4898521" y="3238630"/>
                      <a:pt x="4451113" y="4242043"/>
                      <a:pt x="3608480" y="4823700"/>
                    </a:cubicBezTo>
                    <a:cubicBezTo>
                      <a:pt x="3239828" y="5078175"/>
                      <a:pt x="2822516" y="5233293"/>
                      <a:pt x="2394040" y="5286916"/>
                    </a:cubicBezTo>
                    <a:lnTo>
                      <a:pt x="2333767" y="5292401"/>
                    </a:lnTo>
                    <a:lnTo>
                      <a:pt x="2333767" y="5858175"/>
                    </a:lnTo>
                    <a:lnTo>
                      <a:pt x="3057098" y="5858175"/>
                    </a:lnTo>
                    <a:lnTo>
                      <a:pt x="3057098" y="6158425"/>
                    </a:lnTo>
                    <a:lnTo>
                      <a:pt x="1310186" y="6158425"/>
                    </a:lnTo>
                    <a:lnTo>
                      <a:pt x="1310186" y="5858175"/>
                    </a:lnTo>
                    <a:lnTo>
                      <a:pt x="2033517" y="5858175"/>
                    </a:lnTo>
                    <a:lnTo>
                      <a:pt x="2033517" y="5307773"/>
                    </a:lnTo>
                    <a:lnTo>
                      <a:pt x="2024915" y="5307973"/>
                    </a:lnTo>
                    <a:cubicBezTo>
                      <a:pt x="1593121" y="5303425"/>
                      <a:pt x="1160876" y="5196770"/>
                      <a:pt x="765677" y="4985869"/>
                    </a:cubicBezTo>
                    <a:lnTo>
                      <a:pt x="928493" y="4680772"/>
                    </a:lnTo>
                    <a:cubicBezTo>
                      <a:pt x="1717645" y="5101908"/>
                      <a:pt x="2675882" y="5047244"/>
                      <a:pt x="3412023" y="4539098"/>
                    </a:cubicBezTo>
                    <a:cubicBezTo>
                      <a:pt x="4148164" y="4030951"/>
                      <a:pt x="4539029" y="3154350"/>
                      <a:pt x="4425057" y="2267148"/>
                    </a:cubicBezTo>
                    <a:cubicBezTo>
                      <a:pt x="4311084" y="1379947"/>
                      <a:pt x="3711344" y="630601"/>
                      <a:pt x="2870669" y="3250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4858499" y="1809864"/>
              <a:ext cx="2879736" cy="338536"/>
              <a:chOff x="1267147" y="1809864"/>
              <a:chExt cx="2879736" cy="338536"/>
            </a:xfrm>
          </p:grpSpPr>
          <p:cxnSp>
            <p:nvCxnSpPr>
              <p:cNvPr id="79" name="直接连接符 78"/>
              <p:cNvCxnSpPr/>
              <p:nvPr/>
            </p:nvCxnSpPr>
            <p:spPr>
              <a:xfrm>
                <a:off x="1366350" y="2031009"/>
                <a:ext cx="38297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文本框 79"/>
              <p:cNvSpPr txBox="1"/>
              <p:nvPr/>
            </p:nvSpPr>
            <p:spPr>
              <a:xfrm>
                <a:off x="1267147" y="1809864"/>
                <a:ext cx="2879736" cy="338536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建立</a:t>
                </a: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TCP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连接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cxnSp>
          <p:nvCxnSpPr>
            <p:cNvPr id="81" name="直接连接符 80"/>
            <p:cNvCxnSpPr/>
            <p:nvPr/>
          </p:nvCxnSpPr>
          <p:spPr>
            <a:xfrm flipV="1">
              <a:off x="4944450" y="2031009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框 81"/>
          <p:cNvSpPr txBox="1"/>
          <p:nvPr/>
        </p:nvSpPr>
        <p:spPr>
          <a:xfrm>
            <a:off x="991865" y="2572804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地址解析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48148E-6 L 0.00143 -0.1372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6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"/>
            </p:custDataLst>
          </p:nvPr>
        </p:nvSpPr>
        <p:spPr>
          <a:xfrm>
            <a:off x="1297305" y="1155065"/>
            <a:ext cx="31534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协议的请求过程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1000760" y="122999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98034" y="1990319"/>
            <a:ext cx="3027997" cy="1693288"/>
          </a:xfrm>
          <a:prstGeom prst="roundRect">
            <a:avLst>
              <a:gd name="adj" fmla="val 1055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http://www.baidu.com/index.html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协议名：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www.baidu.com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端口：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80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对象路径：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/index.htm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主机名为域名，需要域名系统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DNS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解析域名为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IP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>
            <a:endCxn id="57" idx="2"/>
          </p:cNvCxnSpPr>
          <p:nvPr/>
        </p:nvCxnSpPr>
        <p:spPr>
          <a:xfrm>
            <a:off x="3627239" y="3944213"/>
            <a:ext cx="2829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45" idx="6"/>
          </p:cNvCxnSpPr>
          <p:nvPr/>
        </p:nvCxnSpPr>
        <p:spPr>
          <a:xfrm>
            <a:off x="11229807" y="3944636"/>
            <a:ext cx="91406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72055" y="3562293"/>
            <a:ext cx="1677907" cy="763840"/>
            <a:chOff x="712135" y="2794848"/>
            <a:chExt cx="1677907" cy="763840"/>
          </a:xfrm>
        </p:grpSpPr>
        <p:grpSp>
          <p:nvGrpSpPr>
            <p:cNvPr id="36" name="组合 35"/>
            <p:cNvGrpSpPr/>
            <p:nvPr/>
          </p:nvGrpSpPr>
          <p:grpSpPr>
            <a:xfrm>
              <a:off x="712135" y="2794848"/>
              <a:ext cx="1677907" cy="763840"/>
              <a:chOff x="712135" y="2794848"/>
              <a:chExt cx="1677907" cy="763840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1" name="直接连接符 10"/>
              <p:cNvCxnSpPr>
                <a:endCxn id="8" idx="2"/>
              </p:cNvCxnSpPr>
              <p:nvPr/>
            </p:nvCxnSpPr>
            <p:spPr>
              <a:xfrm>
                <a:off x="712135" y="3177191"/>
                <a:ext cx="91406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任意多边形 24"/>
            <p:cNvSpPr>
              <a:spLocks noChangeAspect="1"/>
            </p:cNvSpPr>
            <p:nvPr/>
          </p:nvSpPr>
          <p:spPr>
            <a:xfrm>
              <a:off x="1839273" y="2962004"/>
              <a:ext cx="336428" cy="431644"/>
            </a:xfrm>
            <a:custGeom>
              <a:avLst/>
              <a:gdLst>
                <a:gd name="connsiteX0" fmla="*/ 2053988 w 4790420"/>
                <a:gd name="connsiteY0" fmla="*/ 847831 h 6158425"/>
                <a:gd name="connsiteX1" fmla="*/ 330076 w 4790420"/>
                <a:gd name="connsiteY1" fmla="*/ 2571743 h 6158425"/>
                <a:gd name="connsiteX2" fmla="*/ 2053988 w 4790420"/>
                <a:gd name="connsiteY2" fmla="*/ 4295655 h 6158425"/>
                <a:gd name="connsiteX3" fmla="*/ 3777900 w 4790420"/>
                <a:gd name="connsiteY3" fmla="*/ 2571743 h 6158425"/>
                <a:gd name="connsiteX4" fmla="*/ 2053988 w 4790420"/>
                <a:gd name="connsiteY4" fmla="*/ 847831 h 6158425"/>
                <a:gd name="connsiteX5" fmla="*/ 2053988 w 4790420"/>
                <a:gd name="connsiteY5" fmla="*/ 517755 h 6158425"/>
                <a:gd name="connsiteX6" fmla="*/ 4107976 w 4790420"/>
                <a:gd name="connsiteY6" fmla="*/ 2571743 h 6158425"/>
                <a:gd name="connsiteX7" fmla="*/ 2053988 w 4790420"/>
                <a:gd name="connsiteY7" fmla="*/ 4625731 h 6158425"/>
                <a:gd name="connsiteX8" fmla="*/ 0 w 4790420"/>
                <a:gd name="connsiteY8" fmla="*/ 2571743 h 6158425"/>
                <a:gd name="connsiteX9" fmla="*/ 2053988 w 4790420"/>
                <a:gd name="connsiteY9" fmla="*/ 517755 h 6158425"/>
                <a:gd name="connsiteX10" fmla="*/ 2988811 w 4790420"/>
                <a:gd name="connsiteY10" fmla="*/ 0 h 6158425"/>
                <a:gd name="connsiteX11" fmla="*/ 4768061 w 4790420"/>
                <a:gd name="connsiteY11" fmla="*/ 2223084 h 6158425"/>
                <a:gd name="connsiteX12" fmla="*/ 3608480 w 4790420"/>
                <a:gd name="connsiteY12" fmla="*/ 4823700 h 6158425"/>
                <a:gd name="connsiteX13" fmla="*/ 2394040 w 4790420"/>
                <a:gd name="connsiteY13" fmla="*/ 5286916 h 6158425"/>
                <a:gd name="connsiteX14" fmla="*/ 2333767 w 4790420"/>
                <a:gd name="connsiteY14" fmla="*/ 5292401 h 6158425"/>
                <a:gd name="connsiteX15" fmla="*/ 2333767 w 4790420"/>
                <a:gd name="connsiteY15" fmla="*/ 5858175 h 6158425"/>
                <a:gd name="connsiteX16" fmla="*/ 3057098 w 4790420"/>
                <a:gd name="connsiteY16" fmla="*/ 5858175 h 6158425"/>
                <a:gd name="connsiteX17" fmla="*/ 3057098 w 4790420"/>
                <a:gd name="connsiteY17" fmla="*/ 6158425 h 6158425"/>
                <a:gd name="connsiteX18" fmla="*/ 1310186 w 4790420"/>
                <a:gd name="connsiteY18" fmla="*/ 6158425 h 6158425"/>
                <a:gd name="connsiteX19" fmla="*/ 1310186 w 4790420"/>
                <a:gd name="connsiteY19" fmla="*/ 5858175 h 6158425"/>
                <a:gd name="connsiteX20" fmla="*/ 2033517 w 4790420"/>
                <a:gd name="connsiteY20" fmla="*/ 5858175 h 6158425"/>
                <a:gd name="connsiteX21" fmla="*/ 2033517 w 4790420"/>
                <a:gd name="connsiteY21" fmla="*/ 5307773 h 6158425"/>
                <a:gd name="connsiteX22" fmla="*/ 2024915 w 4790420"/>
                <a:gd name="connsiteY22" fmla="*/ 5307973 h 6158425"/>
                <a:gd name="connsiteX23" fmla="*/ 765677 w 4790420"/>
                <a:gd name="connsiteY23" fmla="*/ 4985869 h 6158425"/>
                <a:gd name="connsiteX24" fmla="*/ 928493 w 4790420"/>
                <a:gd name="connsiteY24" fmla="*/ 4680772 h 6158425"/>
                <a:gd name="connsiteX25" fmla="*/ 3412023 w 4790420"/>
                <a:gd name="connsiteY25" fmla="*/ 4539098 h 6158425"/>
                <a:gd name="connsiteX26" fmla="*/ 4425057 w 4790420"/>
                <a:gd name="connsiteY26" fmla="*/ 2267148 h 6158425"/>
                <a:gd name="connsiteX27" fmla="*/ 2870669 w 4790420"/>
                <a:gd name="connsiteY27" fmla="*/ 325018 h 615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90420" h="6158425">
                  <a:moveTo>
                    <a:pt x="2053988" y="847831"/>
                  </a:moveTo>
                  <a:cubicBezTo>
                    <a:pt x="1101898" y="847831"/>
                    <a:pt x="330076" y="1619653"/>
                    <a:pt x="330076" y="2571743"/>
                  </a:cubicBezTo>
                  <a:cubicBezTo>
                    <a:pt x="330076" y="3523833"/>
                    <a:pt x="1101898" y="4295655"/>
                    <a:pt x="2053988" y="4295655"/>
                  </a:cubicBezTo>
                  <a:cubicBezTo>
                    <a:pt x="3006078" y="4295655"/>
                    <a:pt x="3777900" y="3523833"/>
                    <a:pt x="3777900" y="2571743"/>
                  </a:cubicBezTo>
                  <a:cubicBezTo>
                    <a:pt x="3777900" y="1619653"/>
                    <a:pt x="3006078" y="847831"/>
                    <a:pt x="2053988" y="847831"/>
                  </a:cubicBezTo>
                  <a:close/>
                  <a:moveTo>
                    <a:pt x="2053988" y="517755"/>
                  </a:moveTo>
                  <a:cubicBezTo>
                    <a:pt x="3188374" y="517755"/>
                    <a:pt x="4107976" y="1437357"/>
                    <a:pt x="4107976" y="2571743"/>
                  </a:cubicBezTo>
                  <a:cubicBezTo>
                    <a:pt x="4107976" y="3706129"/>
                    <a:pt x="3188374" y="4625731"/>
                    <a:pt x="2053988" y="4625731"/>
                  </a:cubicBezTo>
                  <a:cubicBezTo>
                    <a:pt x="919602" y="4625731"/>
                    <a:pt x="0" y="3706129"/>
                    <a:pt x="0" y="2571743"/>
                  </a:cubicBezTo>
                  <a:cubicBezTo>
                    <a:pt x="0" y="1437357"/>
                    <a:pt x="919602" y="517755"/>
                    <a:pt x="2053988" y="517755"/>
                  </a:cubicBezTo>
                  <a:close/>
                  <a:moveTo>
                    <a:pt x="2988811" y="0"/>
                  </a:moveTo>
                  <a:cubicBezTo>
                    <a:pt x="3951100" y="349790"/>
                    <a:pt x="4637600" y="1207537"/>
                    <a:pt x="4768061" y="2223084"/>
                  </a:cubicBezTo>
                  <a:cubicBezTo>
                    <a:pt x="4898521" y="3238630"/>
                    <a:pt x="4451113" y="4242043"/>
                    <a:pt x="3608480" y="4823700"/>
                  </a:cubicBezTo>
                  <a:cubicBezTo>
                    <a:pt x="3239828" y="5078175"/>
                    <a:pt x="2822516" y="5233293"/>
                    <a:pt x="2394040" y="5286916"/>
                  </a:cubicBezTo>
                  <a:lnTo>
                    <a:pt x="2333767" y="5292401"/>
                  </a:lnTo>
                  <a:lnTo>
                    <a:pt x="2333767" y="5858175"/>
                  </a:lnTo>
                  <a:lnTo>
                    <a:pt x="3057098" y="5858175"/>
                  </a:lnTo>
                  <a:lnTo>
                    <a:pt x="3057098" y="6158425"/>
                  </a:lnTo>
                  <a:lnTo>
                    <a:pt x="1310186" y="6158425"/>
                  </a:lnTo>
                  <a:lnTo>
                    <a:pt x="1310186" y="5858175"/>
                  </a:lnTo>
                  <a:lnTo>
                    <a:pt x="2033517" y="5858175"/>
                  </a:lnTo>
                  <a:lnTo>
                    <a:pt x="2033517" y="5307773"/>
                  </a:lnTo>
                  <a:lnTo>
                    <a:pt x="2024915" y="5307973"/>
                  </a:lnTo>
                  <a:cubicBezTo>
                    <a:pt x="1593121" y="5303425"/>
                    <a:pt x="1160876" y="5196770"/>
                    <a:pt x="765677" y="4985869"/>
                  </a:cubicBezTo>
                  <a:lnTo>
                    <a:pt x="928493" y="4680772"/>
                  </a:lnTo>
                  <a:cubicBezTo>
                    <a:pt x="1717645" y="5101908"/>
                    <a:pt x="2675882" y="5047244"/>
                    <a:pt x="3412023" y="4539098"/>
                  </a:cubicBezTo>
                  <a:cubicBezTo>
                    <a:pt x="4148164" y="4030951"/>
                    <a:pt x="4539029" y="3154350"/>
                    <a:pt x="4425057" y="2267148"/>
                  </a:cubicBezTo>
                  <a:cubicBezTo>
                    <a:pt x="4311084" y="1379947"/>
                    <a:pt x="3711344" y="630601"/>
                    <a:pt x="2870669" y="3250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376443" y="2755707"/>
            <a:ext cx="382977" cy="751143"/>
            <a:chOff x="1366350" y="2027371"/>
            <a:chExt cx="382977" cy="751143"/>
          </a:xfrm>
        </p:grpSpPr>
        <p:cxnSp>
          <p:nvCxnSpPr>
            <p:cNvPr id="14" name="直接连接符 13"/>
            <p:cNvCxnSpPr/>
            <p:nvPr/>
          </p:nvCxnSpPr>
          <p:spPr>
            <a:xfrm flipV="1">
              <a:off x="1368252" y="2027371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366350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7220493" y="2469337"/>
            <a:ext cx="4873762" cy="1856796"/>
            <a:chOff x="6001297" y="1701892"/>
            <a:chExt cx="4873762" cy="1856796"/>
          </a:xfrm>
        </p:grpSpPr>
        <p:cxnSp>
          <p:nvCxnSpPr>
            <p:cNvPr id="13" name="直接连接符 12"/>
            <p:cNvCxnSpPr>
              <a:stCxn id="19" idx="0"/>
            </p:cNvCxnSpPr>
            <p:nvPr/>
          </p:nvCxnSpPr>
          <p:spPr>
            <a:xfrm flipV="1">
              <a:off x="7538229" y="2043706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/>
            <p:cNvGrpSpPr/>
            <p:nvPr/>
          </p:nvGrpSpPr>
          <p:grpSpPr>
            <a:xfrm>
              <a:off x="6001297" y="1701892"/>
              <a:ext cx="4873762" cy="1856796"/>
              <a:chOff x="6001297" y="1701892"/>
              <a:chExt cx="4873762" cy="1856796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156524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20" name="直接连接符 19"/>
              <p:cNvCxnSpPr>
                <a:stCxn id="57" idx="6"/>
                <a:endCxn id="19" idx="2"/>
              </p:cNvCxnSpPr>
              <p:nvPr/>
            </p:nvCxnSpPr>
            <p:spPr>
              <a:xfrm>
                <a:off x="6001297" y="3176768"/>
                <a:ext cx="11552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7539500" y="2031009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任意多边形 22"/>
              <p:cNvSpPr>
                <a:spLocks noChangeAspect="1"/>
              </p:cNvSpPr>
              <p:nvPr/>
            </p:nvSpPr>
            <p:spPr>
              <a:xfrm>
                <a:off x="7406200" y="2962004"/>
                <a:ext cx="264487" cy="431644"/>
              </a:xfrm>
              <a:custGeom>
                <a:avLst/>
                <a:gdLst>
                  <a:gd name="connsiteX0" fmla="*/ 3411 w 2415654"/>
                  <a:gd name="connsiteY0" fmla="*/ 1160060 h 3957849"/>
                  <a:gd name="connsiteX1" fmla="*/ 392373 w 2415654"/>
                  <a:gd name="connsiteY1" fmla="*/ 1160060 h 3957849"/>
                  <a:gd name="connsiteX2" fmla="*/ 392373 w 2415654"/>
                  <a:gd name="connsiteY2" fmla="*/ 2123285 h 3957849"/>
                  <a:gd name="connsiteX3" fmla="*/ 396449 w 2415654"/>
                  <a:gd name="connsiteY3" fmla="*/ 2204161 h 3957849"/>
                  <a:gd name="connsiteX4" fmla="*/ 791679 w 2415654"/>
                  <a:gd name="connsiteY4" fmla="*/ 2811618 h 3957849"/>
                  <a:gd name="connsiteX5" fmla="*/ 1612465 w 2415654"/>
                  <a:gd name="connsiteY5" fmla="*/ 2818304 h 3957849"/>
                  <a:gd name="connsiteX6" fmla="*/ 2024800 w 2415654"/>
                  <a:gd name="connsiteY6" fmla="*/ 2108576 h 3957849"/>
                  <a:gd name="connsiteX7" fmla="*/ 2026692 w 2415654"/>
                  <a:gd name="connsiteY7" fmla="*/ 2108576 h 3957849"/>
                  <a:gd name="connsiteX8" fmla="*/ 2026692 w 2415654"/>
                  <a:gd name="connsiteY8" fmla="*/ 1160060 h 3957849"/>
                  <a:gd name="connsiteX9" fmla="*/ 2415654 w 2415654"/>
                  <a:gd name="connsiteY9" fmla="*/ 1160060 h 3957849"/>
                  <a:gd name="connsiteX10" fmla="*/ 2415654 w 2415654"/>
                  <a:gd name="connsiteY10" fmla="*/ 2108577 h 3957849"/>
                  <a:gd name="connsiteX11" fmla="*/ 2415654 w 2415654"/>
                  <a:gd name="connsiteY11" fmla="*/ 2135873 h 3957849"/>
                  <a:gd name="connsiteX12" fmla="*/ 2413832 w 2415654"/>
                  <a:gd name="connsiteY12" fmla="*/ 2135873 h 3957849"/>
                  <a:gd name="connsiteX13" fmla="*/ 2404919 w 2415654"/>
                  <a:gd name="connsiteY13" fmla="*/ 2269414 h 3957849"/>
                  <a:gd name="connsiteX14" fmla="*/ 1806051 w 2415654"/>
                  <a:gd name="connsiteY14" fmla="*/ 3157850 h 3957849"/>
                  <a:gd name="connsiteX15" fmla="*/ 1509944 w 2415654"/>
                  <a:gd name="connsiteY15" fmla="*/ 3278039 h 3957849"/>
                  <a:gd name="connsiteX16" fmla="*/ 1433014 w 2415654"/>
                  <a:gd name="connsiteY16" fmla="*/ 3292621 h 3957849"/>
                  <a:gd name="connsiteX17" fmla="*/ 1433014 w 2415654"/>
                  <a:gd name="connsiteY17" fmla="*/ 3718944 h 3957849"/>
                  <a:gd name="connsiteX18" fmla="*/ 1194109 w 2415654"/>
                  <a:gd name="connsiteY18" fmla="*/ 3957849 h 3957849"/>
                  <a:gd name="connsiteX19" fmla="*/ 955204 w 2415654"/>
                  <a:gd name="connsiteY19" fmla="*/ 3718944 h 3957849"/>
                  <a:gd name="connsiteX20" fmla="*/ 955204 w 2415654"/>
                  <a:gd name="connsiteY20" fmla="*/ 3287107 h 3957849"/>
                  <a:gd name="connsiteX21" fmla="*/ 886698 w 2415654"/>
                  <a:gd name="connsiteY21" fmla="*/ 3272962 h 3957849"/>
                  <a:gd name="connsiteX22" fmla="*/ 592588 w 2415654"/>
                  <a:gd name="connsiteY22" fmla="*/ 3147965 h 3957849"/>
                  <a:gd name="connsiteX23" fmla="*/ 160 w 2415654"/>
                  <a:gd name="connsiteY23" fmla="*/ 2088900 h 3957849"/>
                  <a:gd name="connsiteX24" fmla="*/ 3411 w 2415654"/>
                  <a:gd name="connsiteY24" fmla="*/ 2088953 h 3957849"/>
                  <a:gd name="connsiteX25" fmla="*/ 1207827 w 2415654"/>
                  <a:gd name="connsiteY25" fmla="*/ 0 h 3957849"/>
                  <a:gd name="connsiteX26" fmla="*/ 1849272 w 2415654"/>
                  <a:gd name="connsiteY26" fmla="*/ 641445 h 3957849"/>
                  <a:gd name="connsiteX27" fmla="*/ 1849272 w 2415654"/>
                  <a:gd name="connsiteY27" fmla="*/ 2033516 h 3957849"/>
                  <a:gd name="connsiteX28" fmla="*/ 1207827 w 2415654"/>
                  <a:gd name="connsiteY28" fmla="*/ 2674961 h 3957849"/>
                  <a:gd name="connsiteX29" fmla="*/ 566382 w 2415654"/>
                  <a:gd name="connsiteY29" fmla="*/ 2033516 h 3957849"/>
                  <a:gd name="connsiteX30" fmla="*/ 566382 w 2415654"/>
                  <a:gd name="connsiteY30" fmla="*/ 641445 h 3957849"/>
                  <a:gd name="connsiteX31" fmla="*/ 1207827 w 2415654"/>
                  <a:gd name="connsiteY31" fmla="*/ 0 h 3957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15654" h="3957849">
                    <a:moveTo>
                      <a:pt x="3411" y="1160060"/>
                    </a:moveTo>
                    <a:lnTo>
                      <a:pt x="392373" y="1160060"/>
                    </a:lnTo>
                    <a:lnTo>
                      <a:pt x="392373" y="2123285"/>
                    </a:lnTo>
                    <a:lnTo>
                      <a:pt x="396449" y="2204161"/>
                    </a:lnTo>
                    <a:cubicBezTo>
                      <a:pt x="425976" y="2455114"/>
                      <a:pt x="570709" y="2680821"/>
                      <a:pt x="791679" y="2811618"/>
                    </a:cubicBezTo>
                    <a:cubicBezTo>
                      <a:pt x="1044216" y="2961101"/>
                      <a:pt x="1357526" y="2963653"/>
                      <a:pt x="1612465" y="2818304"/>
                    </a:cubicBezTo>
                    <a:cubicBezTo>
                      <a:pt x="1867404" y="2672955"/>
                      <a:pt x="2024800" y="2402038"/>
                      <a:pt x="2024800" y="2108576"/>
                    </a:cubicBezTo>
                    <a:lnTo>
                      <a:pt x="2026692" y="2108576"/>
                    </a:lnTo>
                    <a:lnTo>
                      <a:pt x="2026692" y="1160060"/>
                    </a:lnTo>
                    <a:lnTo>
                      <a:pt x="2415654" y="1160060"/>
                    </a:lnTo>
                    <a:lnTo>
                      <a:pt x="2415654" y="2108577"/>
                    </a:lnTo>
                    <a:lnTo>
                      <a:pt x="2415654" y="2135873"/>
                    </a:lnTo>
                    <a:lnTo>
                      <a:pt x="2413832" y="2135873"/>
                    </a:lnTo>
                    <a:lnTo>
                      <a:pt x="2404919" y="2269414"/>
                    </a:lnTo>
                    <a:cubicBezTo>
                      <a:pt x="2355227" y="2639667"/>
                      <a:pt x="2135844" y="2969825"/>
                      <a:pt x="1806051" y="3157850"/>
                    </a:cubicBezTo>
                    <a:cubicBezTo>
                      <a:pt x="1711825" y="3211572"/>
                      <a:pt x="1612205" y="3251627"/>
                      <a:pt x="1509944" y="3278039"/>
                    </a:cubicBezTo>
                    <a:lnTo>
                      <a:pt x="1433014" y="3292621"/>
                    </a:lnTo>
                    <a:lnTo>
                      <a:pt x="1433014" y="3718944"/>
                    </a:lnTo>
                    <a:cubicBezTo>
                      <a:pt x="1433014" y="3850888"/>
                      <a:pt x="1326053" y="3957849"/>
                      <a:pt x="1194109" y="3957849"/>
                    </a:cubicBezTo>
                    <a:cubicBezTo>
                      <a:pt x="1062165" y="3957849"/>
                      <a:pt x="955204" y="3850888"/>
                      <a:pt x="955204" y="3718944"/>
                    </a:cubicBezTo>
                    <a:lnTo>
                      <a:pt x="955204" y="3287107"/>
                    </a:lnTo>
                    <a:lnTo>
                      <a:pt x="886698" y="3272962"/>
                    </a:lnTo>
                    <a:cubicBezTo>
                      <a:pt x="784881" y="3244888"/>
                      <a:pt x="685927" y="3203215"/>
                      <a:pt x="592588" y="3147965"/>
                    </a:cubicBezTo>
                    <a:cubicBezTo>
                      <a:pt x="219233" y="2926967"/>
                      <a:pt x="-6908" y="2522702"/>
                      <a:pt x="160" y="2088900"/>
                    </a:cubicBezTo>
                    <a:lnTo>
                      <a:pt x="3411" y="2088953"/>
                    </a:lnTo>
                    <a:close/>
                    <a:moveTo>
                      <a:pt x="1207827" y="0"/>
                    </a:moveTo>
                    <a:cubicBezTo>
                      <a:pt x="1562087" y="0"/>
                      <a:pt x="1849272" y="287185"/>
                      <a:pt x="1849272" y="641445"/>
                    </a:cubicBezTo>
                    <a:lnTo>
                      <a:pt x="1849272" y="2033516"/>
                    </a:lnTo>
                    <a:cubicBezTo>
                      <a:pt x="1849272" y="2387776"/>
                      <a:pt x="1562087" y="2674961"/>
                      <a:pt x="1207827" y="2674961"/>
                    </a:cubicBezTo>
                    <a:cubicBezTo>
                      <a:pt x="853567" y="2674961"/>
                      <a:pt x="566382" y="2387776"/>
                      <a:pt x="566382" y="2033516"/>
                    </a:cubicBezTo>
                    <a:lnTo>
                      <a:pt x="566382" y="641445"/>
                    </a:lnTo>
                    <a:cubicBezTo>
                      <a:pt x="566382" y="287185"/>
                      <a:pt x="853567" y="0"/>
                      <a:pt x="120782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7997439" y="1701892"/>
                <a:ext cx="2877620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服务器接收请求并向浏览器发送响应报文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68607" y="3562293"/>
            <a:ext cx="3452616" cy="1684251"/>
            <a:chOff x="1257327" y="2794848"/>
            <a:chExt cx="3452616" cy="1684251"/>
          </a:xfrm>
        </p:grpSpPr>
        <p:grpSp>
          <p:nvGrpSpPr>
            <p:cNvPr id="38" name="组合 37"/>
            <p:cNvGrpSpPr/>
            <p:nvPr/>
          </p:nvGrpSpPr>
          <p:grpSpPr>
            <a:xfrm>
              <a:off x="2938682" y="2794848"/>
              <a:ext cx="1771261" cy="763840"/>
              <a:chOff x="2938682" y="2794848"/>
              <a:chExt cx="1771261" cy="7638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3946103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29" name="直接连接符 28"/>
              <p:cNvCxnSpPr>
                <a:stCxn id="8" idx="6"/>
                <a:endCxn id="27" idx="2"/>
              </p:cNvCxnSpPr>
              <p:nvPr/>
            </p:nvCxnSpPr>
            <p:spPr>
              <a:xfrm flipV="1">
                <a:off x="2938682" y="3176768"/>
                <a:ext cx="1007421" cy="1632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任意多边形 30"/>
              <p:cNvSpPr>
                <a:spLocks noChangeAspect="1"/>
              </p:cNvSpPr>
              <p:nvPr/>
            </p:nvSpPr>
            <p:spPr>
              <a:xfrm>
                <a:off x="4112417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257327" y="3558688"/>
              <a:ext cx="3077259" cy="920411"/>
              <a:chOff x="1257327" y="3558688"/>
              <a:chExt cx="3077259" cy="920411"/>
            </a:xfrm>
          </p:grpSpPr>
          <p:cxnSp>
            <p:nvCxnSpPr>
              <p:cNvPr id="33" name="直接连接符 32"/>
              <p:cNvCxnSpPr/>
              <p:nvPr/>
            </p:nvCxnSpPr>
            <p:spPr>
              <a:xfrm>
                <a:off x="4328236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10800000">
                <a:off x="3953725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1257327" y="4140563"/>
                <a:ext cx="2879737" cy="338536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封装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HTTP 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请求报文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7590903" y="3562293"/>
            <a:ext cx="3638268" cy="1682940"/>
            <a:chOff x="7047571" y="2794848"/>
            <a:chExt cx="3638268" cy="1682940"/>
          </a:xfrm>
        </p:grpSpPr>
        <p:sp>
          <p:nvSpPr>
            <p:cNvPr id="45" name="椭圆 44"/>
            <p:cNvSpPr/>
            <p:nvPr/>
          </p:nvSpPr>
          <p:spPr>
            <a:xfrm>
              <a:off x="9921999" y="2794848"/>
              <a:ext cx="763840" cy="76384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46" name="直接连接符 45"/>
            <p:cNvCxnSpPr>
              <a:stCxn id="19" idx="6"/>
              <a:endCxn id="45" idx="2"/>
            </p:cNvCxnSpPr>
            <p:nvPr/>
          </p:nvCxnSpPr>
          <p:spPr>
            <a:xfrm flipV="1">
              <a:off x="8596227" y="3176768"/>
              <a:ext cx="1325772" cy="163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45" idx="4"/>
            </p:cNvCxnSpPr>
            <p:nvPr/>
          </p:nvCxnSpPr>
          <p:spPr>
            <a:xfrm>
              <a:off x="10304343" y="3558688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>
              <a:off x="9922002" y="4324642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任意多边形 50"/>
            <p:cNvSpPr>
              <a:spLocks noChangeAspect="1"/>
            </p:cNvSpPr>
            <p:nvPr/>
          </p:nvSpPr>
          <p:spPr>
            <a:xfrm>
              <a:off x="10125127" y="2962004"/>
              <a:ext cx="359703" cy="431644"/>
            </a:xfrm>
            <a:custGeom>
              <a:avLst/>
              <a:gdLst>
                <a:gd name="connsiteX0" fmla="*/ 2088797 w 4696209"/>
                <a:gd name="connsiteY0" fmla="*/ 2028780 h 5645436"/>
                <a:gd name="connsiteX1" fmla="*/ 2539173 w 4696209"/>
                <a:gd name="connsiteY1" fmla="*/ 2028780 h 5645436"/>
                <a:gd name="connsiteX2" fmla="*/ 2539173 w 4696209"/>
                <a:gd name="connsiteY2" fmla="*/ 3205719 h 5645436"/>
                <a:gd name="connsiteX3" fmla="*/ 3543193 w 4696209"/>
                <a:gd name="connsiteY3" fmla="*/ 3785390 h 5645436"/>
                <a:gd name="connsiteX4" fmla="*/ 3318005 w 4696209"/>
                <a:gd name="connsiteY4" fmla="*/ 4175427 h 5645436"/>
                <a:gd name="connsiteX5" fmla="*/ 2088797 w 4696209"/>
                <a:gd name="connsiteY5" fmla="*/ 3465743 h 5645436"/>
                <a:gd name="connsiteX6" fmla="*/ 2098957 w 4696209"/>
                <a:gd name="connsiteY6" fmla="*/ 3448147 h 5645436"/>
                <a:gd name="connsiteX7" fmla="*/ 2088797 w 4696209"/>
                <a:gd name="connsiteY7" fmla="*/ 3448147 h 5645436"/>
                <a:gd name="connsiteX8" fmla="*/ 2348105 w 4696209"/>
                <a:gd name="connsiteY8" fmla="*/ 1488857 h 5645436"/>
                <a:gd name="connsiteX9" fmla="*/ 525293 w 4696209"/>
                <a:gd name="connsiteY9" fmla="*/ 3311669 h 5645436"/>
                <a:gd name="connsiteX10" fmla="*/ 2348105 w 4696209"/>
                <a:gd name="connsiteY10" fmla="*/ 5134481 h 5645436"/>
                <a:gd name="connsiteX11" fmla="*/ 4170917 w 4696209"/>
                <a:gd name="connsiteY11" fmla="*/ 3311669 h 5645436"/>
                <a:gd name="connsiteX12" fmla="*/ 2348105 w 4696209"/>
                <a:gd name="connsiteY12" fmla="*/ 1488857 h 5645436"/>
                <a:gd name="connsiteX13" fmla="*/ 2348105 w 4696209"/>
                <a:gd name="connsiteY13" fmla="*/ 977902 h 5645436"/>
                <a:gd name="connsiteX14" fmla="*/ 4681872 w 4696209"/>
                <a:gd name="connsiteY14" fmla="*/ 3311669 h 5645436"/>
                <a:gd name="connsiteX15" fmla="*/ 2348105 w 4696209"/>
                <a:gd name="connsiteY15" fmla="*/ 5645436 h 5645436"/>
                <a:gd name="connsiteX16" fmla="*/ 14338 w 4696209"/>
                <a:gd name="connsiteY16" fmla="*/ 3311669 h 5645436"/>
                <a:gd name="connsiteX17" fmla="*/ 2348105 w 4696209"/>
                <a:gd name="connsiteY17" fmla="*/ 977902 h 5645436"/>
                <a:gd name="connsiteX18" fmla="*/ 3210794 w 4696209"/>
                <a:gd name="connsiteY18" fmla="*/ 1525 h 5645436"/>
                <a:gd name="connsiteX19" fmla="*/ 3559690 w 4696209"/>
                <a:gd name="connsiteY19" fmla="*/ 82166 h 5645436"/>
                <a:gd name="connsiteX20" fmla="*/ 4389841 w 4696209"/>
                <a:gd name="connsiteY20" fmla="*/ 561454 h 5645436"/>
                <a:gd name="connsiteX21" fmla="*/ 4664989 w 4696209"/>
                <a:gd name="connsiteY21" fmla="*/ 1285059 h 5645436"/>
                <a:gd name="connsiteX22" fmla="*/ 4652365 w 4696209"/>
                <a:gd name="connsiteY22" fmla="*/ 1313093 h 5645436"/>
                <a:gd name="connsiteX23" fmla="*/ 4548130 w 4696209"/>
                <a:gd name="connsiteY23" fmla="*/ 1493633 h 5645436"/>
                <a:gd name="connsiteX24" fmla="*/ 4361174 w 4696209"/>
                <a:gd name="connsiteY24" fmla="*/ 1610458 h 5645436"/>
                <a:gd name="connsiteX25" fmla="*/ 4227467 w 4696209"/>
                <a:gd name="connsiteY25" fmla="*/ 1579554 h 5645436"/>
                <a:gd name="connsiteX26" fmla="*/ 2742962 w 4696209"/>
                <a:gd name="connsiteY26" fmla="*/ 722476 h 5645436"/>
                <a:gd name="connsiteX27" fmla="*/ 2627331 w 4696209"/>
                <a:gd name="connsiteY27" fmla="*/ 490166 h 5645436"/>
                <a:gd name="connsiteX28" fmla="*/ 2634097 w 4696209"/>
                <a:gd name="connsiteY28" fmla="*/ 460273 h 5645436"/>
                <a:gd name="connsiteX29" fmla="*/ 2722954 w 4696209"/>
                <a:gd name="connsiteY29" fmla="*/ 306368 h 5645436"/>
                <a:gd name="connsiteX30" fmla="*/ 3210794 w 4696209"/>
                <a:gd name="connsiteY30" fmla="*/ 1525 h 5645436"/>
                <a:gd name="connsiteX31" fmla="*/ 1485416 w 4696209"/>
                <a:gd name="connsiteY31" fmla="*/ 1525 h 5645436"/>
                <a:gd name="connsiteX32" fmla="*/ 1973255 w 4696209"/>
                <a:gd name="connsiteY32" fmla="*/ 306368 h 5645436"/>
                <a:gd name="connsiteX33" fmla="*/ 2062112 w 4696209"/>
                <a:gd name="connsiteY33" fmla="*/ 460273 h 5645436"/>
                <a:gd name="connsiteX34" fmla="*/ 2068878 w 4696209"/>
                <a:gd name="connsiteY34" fmla="*/ 490166 h 5645436"/>
                <a:gd name="connsiteX35" fmla="*/ 1953247 w 4696209"/>
                <a:gd name="connsiteY35" fmla="*/ 722476 h 5645436"/>
                <a:gd name="connsiteX36" fmla="*/ 468743 w 4696209"/>
                <a:gd name="connsiteY36" fmla="*/ 1579554 h 5645436"/>
                <a:gd name="connsiteX37" fmla="*/ 335035 w 4696209"/>
                <a:gd name="connsiteY37" fmla="*/ 1610458 h 5645436"/>
                <a:gd name="connsiteX38" fmla="*/ 148079 w 4696209"/>
                <a:gd name="connsiteY38" fmla="*/ 1493633 h 5645436"/>
                <a:gd name="connsiteX39" fmla="*/ 43845 w 4696209"/>
                <a:gd name="connsiteY39" fmla="*/ 1313093 h 5645436"/>
                <a:gd name="connsiteX40" fmla="*/ 31220 w 4696209"/>
                <a:gd name="connsiteY40" fmla="*/ 1285059 h 5645436"/>
                <a:gd name="connsiteX41" fmla="*/ 306368 w 4696209"/>
                <a:gd name="connsiteY41" fmla="*/ 561454 h 5645436"/>
                <a:gd name="connsiteX42" fmla="*/ 1136520 w 4696209"/>
                <a:gd name="connsiteY42" fmla="*/ 82166 h 5645436"/>
                <a:gd name="connsiteX43" fmla="*/ 1485416 w 4696209"/>
                <a:gd name="connsiteY43" fmla="*/ 1525 h 56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696209" h="5645436">
                  <a:moveTo>
                    <a:pt x="2088797" y="2028780"/>
                  </a:moveTo>
                  <a:lnTo>
                    <a:pt x="2539173" y="2028780"/>
                  </a:lnTo>
                  <a:lnTo>
                    <a:pt x="2539173" y="3205719"/>
                  </a:lnTo>
                  <a:lnTo>
                    <a:pt x="3543193" y="3785390"/>
                  </a:lnTo>
                  <a:lnTo>
                    <a:pt x="3318005" y="4175427"/>
                  </a:lnTo>
                  <a:lnTo>
                    <a:pt x="2088797" y="3465743"/>
                  </a:lnTo>
                  <a:lnTo>
                    <a:pt x="2098957" y="3448147"/>
                  </a:lnTo>
                  <a:lnTo>
                    <a:pt x="2088797" y="3448147"/>
                  </a:lnTo>
                  <a:close/>
                  <a:moveTo>
                    <a:pt x="2348105" y="1488857"/>
                  </a:moveTo>
                  <a:cubicBezTo>
                    <a:pt x="1341394" y="1488857"/>
                    <a:pt x="525293" y="2304958"/>
                    <a:pt x="525293" y="3311669"/>
                  </a:cubicBezTo>
                  <a:cubicBezTo>
                    <a:pt x="525293" y="4318380"/>
                    <a:pt x="1341394" y="5134481"/>
                    <a:pt x="2348105" y="5134481"/>
                  </a:cubicBezTo>
                  <a:cubicBezTo>
                    <a:pt x="3354816" y="5134481"/>
                    <a:pt x="4170917" y="4318380"/>
                    <a:pt x="4170917" y="3311669"/>
                  </a:cubicBezTo>
                  <a:cubicBezTo>
                    <a:pt x="4170917" y="2304958"/>
                    <a:pt x="3354816" y="1488857"/>
                    <a:pt x="2348105" y="1488857"/>
                  </a:cubicBezTo>
                  <a:close/>
                  <a:moveTo>
                    <a:pt x="2348105" y="977902"/>
                  </a:moveTo>
                  <a:cubicBezTo>
                    <a:pt x="3637009" y="977902"/>
                    <a:pt x="4681872" y="2022765"/>
                    <a:pt x="4681872" y="3311669"/>
                  </a:cubicBezTo>
                  <a:cubicBezTo>
                    <a:pt x="4681872" y="4600573"/>
                    <a:pt x="3637009" y="5645436"/>
                    <a:pt x="2348105" y="5645436"/>
                  </a:cubicBezTo>
                  <a:cubicBezTo>
                    <a:pt x="1059201" y="5645436"/>
                    <a:pt x="14338" y="4600573"/>
                    <a:pt x="14338" y="3311669"/>
                  </a:cubicBezTo>
                  <a:cubicBezTo>
                    <a:pt x="14338" y="2022765"/>
                    <a:pt x="1059201" y="977902"/>
                    <a:pt x="2348105" y="977902"/>
                  </a:cubicBezTo>
                  <a:close/>
                  <a:moveTo>
                    <a:pt x="3210794" y="1525"/>
                  </a:moveTo>
                  <a:cubicBezTo>
                    <a:pt x="3328480" y="-6792"/>
                    <a:pt x="3449826" y="18736"/>
                    <a:pt x="3559690" y="82166"/>
                  </a:cubicBezTo>
                  <a:lnTo>
                    <a:pt x="4389841" y="561454"/>
                  </a:lnTo>
                  <a:cubicBezTo>
                    <a:pt x="4646190" y="709457"/>
                    <a:pt x="4755086" y="1014775"/>
                    <a:pt x="4664989" y="1285059"/>
                  </a:cubicBezTo>
                  <a:lnTo>
                    <a:pt x="4652365" y="1313093"/>
                  </a:lnTo>
                  <a:lnTo>
                    <a:pt x="4548130" y="1493633"/>
                  </a:lnTo>
                  <a:cubicBezTo>
                    <a:pt x="4507616" y="1563805"/>
                    <a:pt x="4436343" y="1605146"/>
                    <a:pt x="4361174" y="1610458"/>
                  </a:cubicBezTo>
                  <a:cubicBezTo>
                    <a:pt x="4316074" y="1613646"/>
                    <a:pt x="4269570" y="1603863"/>
                    <a:pt x="4227467" y="1579554"/>
                  </a:cubicBezTo>
                  <a:lnTo>
                    <a:pt x="2742962" y="722476"/>
                  </a:lnTo>
                  <a:cubicBezTo>
                    <a:pt x="2658756" y="673860"/>
                    <a:pt x="2616066" y="580949"/>
                    <a:pt x="2627331" y="490166"/>
                  </a:cubicBezTo>
                  <a:lnTo>
                    <a:pt x="2634097" y="460273"/>
                  </a:lnTo>
                  <a:lnTo>
                    <a:pt x="2722954" y="306368"/>
                  </a:lnTo>
                  <a:cubicBezTo>
                    <a:pt x="2828671" y="123262"/>
                    <a:pt x="3014650" y="15387"/>
                    <a:pt x="3210794" y="1525"/>
                  </a:cubicBezTo>
                  <a:close/>
                  <a:moveTo>
                    <a:pt x="1485416" y="1525"/>
                  </a:moveTo>
                  <a:cubicBezTo>
                    <a:pt x="1681559" y="15386"/>
                    <a:pt x="1867539" y="123262"/>
                    <a:pt x="1973255" y="306368"/>
                  </a:cubicBezTo>
                  <a:lnTo>
                    <a:pt x="2062112" y="460273"/>
                  </a:lnTo>
                  <a:lnTo>
                    <a:pt x="2068878" y="490166"/>
                  </a:lnTo>
                  <a:cubicBezTo>
                    <a:pt x="2080144" y="580949"/>
                    <a:pt x="2037454" y="673859"/>
                    <a:pt x="1953247" y="722476"/>
                  </a:cubicBezTo>
                  <a:lnTo>
                    <a:pt x="468743" y="1579554"/>
                  </a:lnTo>
                  <a:cubicBezTo>
                    <a:pt x="426639" y="1603863"/>
                    <a:pt x="380136" y="1613646"/>
                    <a:pt x="335035" y="1610458"/>
                  </a:cubicBezTo>
                  <a:cubicBezTo>
                    <a:pt x="259866" y="1605146"/>
                    <a:pt x="188593" y="1563805"/>
                    <a:pt x="148079" y="1493633"/>
                  </a:cubicBezTo>
                  <a:lnTo>
                    <a:pt x="43845" y="1313093"/>
                  </a:lnTo>
                  <a:lnTo>
                    <a:pt x="31220" y="1285059"/>
                  </a:lnTo>
                  <a:cubicBezTo>
                    <a:pt x="-58877" y="1014775"/>
                    <a:pt x="50020" y="709457"/>
                    <a:pt x="306368" y="561454"/>
                  </a:cubicBezTo>
                  <a:lnTo>
                    <a:pt x="1136520" y="82166"/>
                  </a:lnTo>
                  <a:cubicBezTo>
                    <a:pt x="1246384" y="18736"/>
                    <a:pt x="1367729" y="-6792"/>
                    <a:pt x="1485416" y="15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047571" y="4139252"/>
              <a:ext cx="2879736" cy="338536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p>
              <a:pPr algn="ctr" eaLnBrk="1" hangingPunct="1">
                <a:defRPr/>
              </a:pP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Web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服务器关闭 </a:t>
              </a: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TCP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连接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570010" y="3562293"/>
            <a:ext cx="3650483" cy="1912832"/>
            <a:chOff x="1165476" y="2794848"/>
            <a:chExt cx="3650483" cy="1912832"/>
          </a:xfrm>
        </p:grpSpPr>
        <p:grpSp>
          <p:nvGrpSpPr>
            <p:cNvPr id="56" name="组合 55"/>
            <p:cNvGrpSpPr/>
            <p:nvPr/>
          </p:nvGrpSpPr>
          <p:grpSpPr>
            <a:xfrm>
              <a:off x="4052119" y="2794848"/>
              <a:ext cx="763840" cy="763840"/>
              <a:chOff x="4052119" y="2794848"/>
              <a:chExt cx="763840" cy="763840"/>
            </a:xfrm>
          </p:grpSpPr>
          <p:sp>
            <p:nvSpPr>
              <p:cNvPr id="57" name="椭圆 56"/>
              <p:cNvSpPr/>
              <p:nvPr/>
            </p:nvSpPr>
            <p:spPr>
              <a:xfrm>
                <a:off x="4052119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" name="任意多边形 23"/>
              <p:cNvSpPr>
                <a:spLocks noChangeAspect="1"/>
              </p:cNvSpPr>
              <p:nvPr/>
            </p:nvSpPr>
            <p:spPr>
              <a:xfrm>
                <a:off x="4218433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165476" y="3558688"/>
              <a:ext cx="3275126" cy="1148992"/>
              <a:chOff x="1165476" y="3558688"/>
              <a:chExt cx="3275126" cy="1148992"/>
            </a:xfrm>
          </p:grpSpPr>
          <p:cxnSp>
            <p:nvCxnSpPr>
              <p:cNvPr id="72" name="直接连接符 71"/>
              <p:cNvCxnSpPr>
                <a:stCxn id="57" idx="4"/>
              </p:cNvCxnSpPr>
              <p:nvPr/>
            </p:nvCxnSpPr>
            <p:spPr>
              <a:xfrm>
                <a:off x="4434252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0800000">
                <a:off x="4059741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文本框 73"/>
              <p:cNvSpPr txBox="1"/>
              <p:nvPr/>
            </p:nvSpPr>
            <p:spPr>
              <a:xfrm>
                <a:off x="1165476" y="4122923"/>
                <a:ext cx="2879737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浏览器向</a:t>
                </a: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服务器发送请求报文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4579377" y="2577309"/>
            <a:ext cx="3158858" cy="1748824"/>
            <a:chOff x="4579377" y="1809864"/>
            <a:chExt cx="3158858" cy="1748824"/>
          </a:xfrm>
        </p:grpSpPr>
        <p:grpSp>
          <p:nvGrpSpPr>
            <p:cNvPr id="77" name="组合 76"/>
            <p:cNvGrpSpPr/>
            <p:nvPr/>
          </p:nvGrpSpPr>
          <p:grpSpPr>
            <a:xfrm>
              <a:off x="4579377" y="2794848"/>
              <a:ext cx="763839" cy="763840"/>
              <a:chOff x="1626203" y="2794848"/>
              <a:chExt cx="763839" cy="763840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79" name="任意多边形 24"/>
              <p:cNvSpPr>
                <a:spLocks noChangeAspect="1"/>
              </p:cNvSpPr>
              <p:nvPr/>
            </p:nvSpPr>
            <p:spPr>
              <a:xfrm>
                <a:off x="1839273" y="2962004"/>
                <a:ext cx="336428" cy="431644"/>
              </a:xfrm>
              <a:custGeom>
                <a:avLst/>
                <a:gdLst>
                  <a:gd name="connsiteX0" fmla="*/ 2053988 w 4790420"/>
                  <a:gd name="connsiteY0" fmla="*/ 847831 h 6158425"/>
                  <a:gd name="connsiteX1" fmla="*/ 330076 w 4790420"/>
                  <a:gd name="connsiteY1" fmla="*/ 2571743 h 6158425"/>
                  <a:gd name="connsiteX2" fmla="*/ 2053988 w 4790420"/>
                  <a:gd name="connsiteY2" fmla="*/ 4295655 h 6158425"/>
                  <a:gd name="connsiteX3" fmla="*/ 3777900 w 4790420"/>
                  <a:gd name="connsiteY3" fmla="*/ 2571743 h 6158425"/>
                  <a:gd name="connsiteX4" fmla="*/ 2053988 w 4790420"/>
                  <a:gd name="connsiteY4" fmla="*/ 847831 h 6158425"/>
                  <a:gd name="connsiteX5" fmla="*/ 2053988 w 4790420"/>
                  <a:gd name="connsiteY5" fmla="*/ 517755 h 6158425"/>
                  <a:gd name="connsiteX6" fmla="*/ 4107976 w 4790420"/>
                  <a:gd name="connsiteY6" fmla="*/ 2571743 h 6158425"/>
                  <a:gd name="connsiteX7" fmla="*/ 2053988 w 4790420"/>
                  <a:gd name="connsiteY7" fmla="*/ 4625731 h 6158425"/>
                  <a:gd name="connsiteX8" fmla="*/ 0 w 4790420"/>
                  <a:gd name="connsiteY8" fmla="*/ 2571743 h 6158425"/>
                  <a:gd name="connsiteX9" fmla="*/ 2053988 w 4790420"/>
                  <a:gd name="connsiteY9" fmla="*/ 517755 h 6158425"/>
                  <a:gd name="connsiteX10" fmla="*/ 2988811 w 4790420"/>
                  <a:gd name="connsiteY10" fmla="*/ 0 h 6158425"/>
                  <a:gd name="connsiteX11" fmla="*/ 4768061 w 4790420"/>
                  <a:gd name="connsiteY11" fmla="*/ 2223084 h 6158425"/>
                  <a:gd name="connsiteX12" fmla="*/ 3608480 w 4790420"/>
                  <a:gd name="connsiteY12" fmla="*/ 4823700 h 6158425"/>
                  <a:gd name="connsiteX13" fmla="*/ 2394040 w 4790420"/>
                  <a:gd name="connsiteY13" fmla="*/ 5286916 h 6158425"/>
                  <a:gd name="connsiteX14" fmla="*/ 2333767 w 4790420"/>
                  <a:gd name="connsiteY14" fmla="*/ 5292401 h 6158425"/>
                  <a:gd name="connsiteX15" fmla="*/ 2333767 w 4790420"/>
                  <a:gd name="connsiteY15" fmla="*/ 5858175 h 6158425"/>
                  <a:gd name="connsiteX16" fmla="*/ 3057098 w 4790420"/>
                  <a:gd name="connsiteY16" fmla="*/ 5858175 h 6158425"/>
                  <a:gd name="connsiteX17" fmla="*/ 3057098 w 4790420"/>
                  <a:gd name="connsiteY17" fmla="*/ 6158425 h 6158425"/>
                  <a:gd name="connsiteX18" fmla="*/ 1310186 w 4790420"/>
                  <a:gd name="connsiteY18" fmla="*/ 6158425 h 6158425"/>
                  <a:gd name="connsiteX19" fmla="*/ 1310186 w 4790420"/>
                  <a:gd name="connsiteY19" fmla="*/ 5858175 h 6158425"/>
                  <a:gd name="connsiteX20" fmla="*/ 2033517 w 4790420"/>
                  <a:gd name="connsiteY20" fmla="*/ 5858175 h 6158425"/>
                  <a:gd name="connsiteX21" fmla="*/ 2033517 w 4790420"/>
                  <a:gd name="connsiteY21" fmla="*/ 5307773 h 6158425"/>
                  <a:gd name="connsiteX22" fmla="*/ 2024915 w 4790420"/>
                  <a:gd name="connsiteY22" fmla="*/ 5307973 h 6158425"/>
                  <a:gd name="connsiteX23" fmla="*/ 765677 w 4790420"/>
                  <a:gd name="connsiteY23" fmla="*/ 4985869 h 6158425"/>
                  <a:gd name="connsiteX24" fmla="*/ 928493 w 4790420"/>
                  <a:gd name="connsiteY24" fmla="*/ 4680772 h 6158425"/>
                  <a:gd name="connsiteX25" fmla="*/ 3412023 w 4790420"/>
                  <a:gd name="connsiteY25" fmla="*/ 4539098 h 6158425"/>
                  <a:gd name="connsiteX26" fmla="*/ 4425057 w 4790420"/>
                  <a:gd name="connsiteY26" fmla="*/ 2267148 h 6158425"/>
                  <a:gd name="connsiteX27" fmla="*/ 2870669 w 4790420"/>
                  <a:gd name="connsiteY27" fmla="*/ 325018 h 615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90420" h="6158425">
                    <a:moveTo>
                      <a:pt x="2053988" y="847831"/>
                    </a:moveTo>
                    <a:cubicBezTo>
                      <a:pt x="1101898" y="847831"/>
                      <a:pt x="330076" y="1619653"/>
                      <a:pt x="330076" y="2571743"/>
                    </a:cubicBezTo>
                    <a:cubicBezTo>
                      <a:pt x="330076" y="3523833"/>
                      <a:pt x="1101898" y="4295655"/>
                      <a:pt x="2053988" y="4295655"/>
                    </a:cubicBezTo>
                    <a:cubicBezTo>
                      <a:pt x="3006078" y="4295655"/>
                      <a:pt x="3777900" y="3523833"/>
                      <a:pt x="3777900" y="2571743"/>
                    </a:cubicBezTo>
                    <a:cubicBezTo>
                      <a:pt x="3777900" y="1619653"/>
                      <a:pt x="3006078" y="847831"/>
                      <a:pt x="2053988" y="847831"/>
                    </a:cubicBezTo>
                    <a:close/>
                    <a:moveTo>
                      <a:pt x="2053988" y="517755"/>
                    </a:moveTo>
                    <a:cubicBezTo>
                      <a:pt x="3188374" y="517755"/>
                      <a:pt x="4107976" y="1437357"/>
                      <a:pt x="4107976" y="2571743"/>
                    </a:cubicBezTo>
                    <a:cubicBezTo>
                      <a:pt x="4107976" y="3706129"/>
                      <a:pt x="3188374" y="4625731"/>
                      <a:pt x="2053988" y="4625731"/>
                    </a:cubicBezTo>
                    <a:cubicBezTo>
                      <a:pt x="919602" y="4625731"/>
                      <a:pt x="0" y="3706129"/>
                      <a:pt x="0" y="2571743"/>
                    </a:cubicBezTo>
                    <a:cubicBezTo>
                      <a:pt x="0" y="1437357"/>
                      <a:pt x="919602" y="517755"/>
                      <a:pt x="2053988" y="517755"/>
                    </a:cubicBezTo>
                    <a:close/>
                    <a:moveTo>
                      <a:pt x="2988811" y="0"/>
                    </a:moveTo>
                    <a:cubicBezTo>
                      <a:pt x="3951100" y="349790"/>
                      <a:pt x="4637600" y="1207537"/>
                      <a:pt x="4768061" y="2223084"/>
                    </a:cubicBezTo>
                    <a:cubicBezTo>
                      <a:pt x="4898521" y="3238630"/>
                      <a:pt x="4451113" y="4242043"/>
                      <a:pt x="3608480" y="4823700"/>
                    </a:cubicBezTo>
                    <a:cubicBezTo>
                      <a:pt x="3239828" y="5078175"/>
                      <a:pt x="2822516" y="5233293"/>
                      <a:pt x="2394040" y="5286916"/>
                    </a:cubicBezTo>
                    <a:lnTo>
                      <a:pt x="2333767" y="5292401"/>
                    </a:lnTo>
                    <a:lnTo>
                      <a:pt x="2333767" y="5858175"/>
                    </a:lnTo>
                    <a:lnTo>
                      <a:pt x="3057098" y="5858175"/>
                    </a:lnTo>
                    <a:lnTo>
                      <a:pt x="3057098" y="6158425"/>
                    </a:lnTo>
                    <a:lnTo>
                      <a:pt x="1310186" y="6158425"/>
                    </a:lnTo>
                    <a:lnTo>
                      <a:pt x="1310186" y="5858175"/>
                    </a:lnTo>
                    <a:lnTo>
                      <a:pt x="2033517" y="5858175"/>
                    </a:lnTo>
                    <a:lnTo>
                      <a:pt x="2033517" y="5307773"/>
                    </a:lnTo>
                    <a:lnTo>
                      <a:pt x="2024915" y="5307973"/>
                    </a:lnTo>
                    <a:cubicBezTo>
                      <a:pt x="1593121" y="5303425"/>
                      <a:pt x="1160876" y="5196770"/>
                      <a:pt x="765677" y="4985869"/>
                    </a:cubicBezTo>
                    <a:lnTo>
                      <a:pt x="928493" y="4680772"/>
                    </a:lnTo>
                    <a:cubicBezTo>
                      <a:pt x="1717645" y="5101908"/>
                      <a:pt x="2675882" y="5047244"/>
                      <a:pt x="3412023" y="4539098"/>
                    </a:cubicBezTo>
                    <a:cubicBezTo>
                      <a:pt x="4148164" y="4030951"/>
                      <a:pt x="4539029" y="3154350"/>
                      <a:pt x="4425057" y="2267148"/>
                    </a:cubicBezTo>
                    <a:cubicBezTo>
                      <a:pt x="4311084" y="1379947"/>
                      <a:pt x="3711344" y="630601"/>
                      <a:pt x="2870669" y="3250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4858499" y="1809864"/>
              <a:ext cx="2879736" cy="338536"/>
              <a:chOff x="1267147" y="1809864"/>
              <a:chExt cx="2879736" cy="338536"/>
            </a:xfrm>
          </p:grpSpPr>
          <p:cxnSp>
            <p:nvCxnSpPr>
              <p:cNvPr id="81" name="直接连接符 80"/>
              <p:cNvCxnSpPr/>
              <p:nvPr/>
            </p:nvCxnSpPr>
            <p:spPr>
              <a:xfrm>
                <a:off x="1366350" y="2031009"/>
                <a:ext cx="38297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文本框 81"/>
              <p:cNvSpPr txBox="1"/>
              <p:nvPr/>
            </p:nvSpPr>
            <p:spPr>
              <a:xfrm>
                <a:off x="1267147" y="1809864"/>
                <a:ext cx="2879736" cy="338536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建立</a:t>
                </a: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TCP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连接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cxnSp>
          <p:nvCxnSpPr>
            <p:cNvPr id="83" name="直接连接符 82"/>
            <p:cNvCxnSpPr/>
            <p:nvPr/>
          </p:nvCxnSpPr>
          <p:spPr>
            <a:xfrm flipV="1">
              <a:off x="4944450" y="2031009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文本框 83"/>
          <p:cNvSpPr txBox="1"/>
          <p:nvPr/>
        </p:nvSpPr>
        <p:spPr>
          <a:xfrm>
            <a:off x="1008194" y="1625737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地址解析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393261" y="5258928"/>
            <a:ext cx="3127962" cy="1451948"/>
          </a:xfrm>
          <a:prstGeom prst="roundRect">
            <a:avLst>
              <a:gd name="adj" fmla="val 82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存放在客户端的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请求报文包含：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请求消息头（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headers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空行（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blank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请求体（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body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"/>
            </p:custDataLst>
          </p:nvPr>
        </p:nvSpPr>
        <p:spPr>
          <a:xfrm>
            <a:off x="1297305" y="1155065"/>
            <a:ext cx="31534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协议的请求过程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1000760" y="122999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537805" y="1990708"/>
            <a:ext cx="2879736" cy="1708766"/>
          </a:xfrm>
          <a:prstGeom prst="roundRect">
            <a:avLst>
              <a:gd name="adj" fmla="val 1154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在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工作开始之前，浏览器首先要通过网络与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服务器建立连接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因为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是应用层的协议，根据连接规则，高层协议要在低层协议建立连接之后才能进行。因此，首先要建立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698034" y="1990319"/>
            <a:ext cx="3027997" cy="1693288"/>
          </a:xfrm>
          <a:prstGeom prst="roundRect">
            <a:avLst>
              <a:gd name="adj" fmla="val 1055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http://www.baidu.com/index.html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协议名：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www.baidu.com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端口：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80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对象路径：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/index.htm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主机名为域名，需要域名系统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DNS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解析域名为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IP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cxnSp>
        <p:nvCxnSpPr>
          <p:cNvPr id="88" name="直接连接符 87"/>
          <p:cNvCxnSpPr>
            <a:endCxn id="124" idx="2"/>
          </p:cNvCxnSpPr>
          <p:nvPr/>
        </p:nvCxnSpPr>
        <p:spPr>
          <a:xfrm>
            <a:off x="3627239" y="3944213"/>
            <a:ext cx="2829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116" idx="6"/>
          </p:cNvCxnSpPr>
          <p:nvPr/>
        </p:nvCxnSpPr>
        <p:spPr>
          <a:xfrm>
            <a:off x="11229807" y="3944636"/>
            <a:ext cx="91406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/>
          <p:cNvGrpSpPr/>
          <p:nvPr/>
        </p:nvGrpSpPr>
        <p:grpSpPr>
          <a:xfrm>
            <a:off x="72055" y="3562293"/>
            <a:ext cx="1677907" cy="763840"/>
            <a:chOff x="712135" y="2794848"/>
            <a:chExt cx="1677907" cy="763840"/>
          </a:xfrm>
        </p:grpSpPr>
        <p:grpSp>
          <p:nvGrpSpPr>
            <p:cNvPr id="91" name="组合 90"/>
            <p:cNvGrpSpPr/>
            <p:nvPr/>
          </p:nvGrpSpPr>
          <p:grpSpPr>
            <a:xfrm>
              <a:off x="712135" y="2794848"/>
              <a:ext cx="1677907" cy="763840"/>
              <a:chOff x="712135" y="2794848"/>
              <a:chExt cx="1677907" cy="763840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93" name="直接连接符 92"/>
              <p:cNvCxnSpPr>
                <a:endCxn id="92" idx="2"/>
              </p:cNvCxnSpPr>
              <p:nvPr/>
            </p:nvCxnSpPr>
            <p:spPr>
              <a:xfrm>
                <a:off x="712135" y="3177191"/>
                <a:ext cx="91406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任意多边形 93"/>
            <p:cNvSpPr>
              <a:spLocks noChangeAspect="1"/>
            </p:cNvSpPr>
            <p:nvPr/>
          </p:nvSpPr>
          <p:spPr>
            <a:xfrm>
              <a:off x="1839273" y="2962004"/>
              <a:ext cx="336428" cy="431644"/>
            </a:xfrm>
            <a:custGeom>
              <a:avLst/>
              <a:gdLst>
                <a:gd name="connsiteX0" fmla="*/ 2053988 w 4790420"/>
                <a:gd name="connsiteY0" fmla="*/ 847831 h 6158425"/>
                <a:gd name="connsiteX1" fmla="*/ 330076 w 4790420"/>
                <a:gd name="connsiteY1" fmla="*/ 2571743 h 6158425"/>
                <a:gd name="connsiteX2" fmla="*/ 2053988 w 4790420"/>
                <a:gd name="connsiteY2" fmla="*/ 4295655 h 6158425"/>
                <a:gd name="connsiteX3" fmla="*/ 3777900 w 4790420"/>
                <a:gd name="connsiteY3" fmla="*/ 2571743 h 6158425"/>
                <a:gd name="connsiteX4" fmla="*/ 2053988 w 4790420"/>
                <a:gd name="connsiteY4" fmla="*/ 847831 h 6158425"/>
                <a:gd name="connsiteX5" fmla="*/ 2053988 w 4790420"/>
                <a:gd name="connsiteY5" fmla="*/ 517755 h 6158425"/>
                <a:gd name="connsiteX6" fmla="*/ 4107976 w 4790420"/>
                <a:gd name="connsiteY6" fmla="*/ 2571743 h 6158425"/>
                <a:gd name="connsiteX7" fmla="*/ 2053988 w 4790420"/>
                <a:gd name="connsiteY7" fmla="*/ 4625731 h 6158425"/>
                <a:gd name="connsiteX8" fmla="*/ 0 w 4790420"/>
                <a:gd name="connsiteY8" fmla="*/ 2571743 h 6158425"/>
                <a:gd name="connsiteX9" fmla="*/ 2053988 w 4790420"/>
                <a:gd name="connsiteY9" fmla="*/ 517755 h 6158425"/>
                <a:gd name="connsiteX10" fmla="*/ 2988811 w 4790420"/>
                <a:gd name="connsiteY10" fmla="*/ 0 h 6158425"/>
                <a:gd name="connsiteX11" fmla="*/ 4768061 w 4790420"/>
                <a:gd name="connsiteY11" fmla="*/ 2223084 h 6158425"/>
                <a:gd name="connsiteX12" fmla="*/ 3608480 w 4790420"/>
                <a:gd name="connsiteY12" fmla="*/ 4823700 h 6158425"/>
                <a:gd name="connsiteX13" fmla="*/ 2394040 w 4790420"/>
                <a:gd name="connsiteY13" fmla="*/ 5286916 h 6158425"/>
                <a:gd name="connsiteX14" fmla="*/ 2333767 w 4790420"/>
                <a:gd name="connsiteY14" fmla="*/ 5292401 h 6158425"/>
                <a:gd name="connsiteX15" fmla="*/ 2333767 w 4790420"/>
                <a:gd name="connsiteY15" fmla="*/ 5858175 h 6158425"/>
                <a:gd name="connsiteX16" fmla="*/ 3057098 w 4790420"/>
                <a:gd name="connsiteY16" fmla="*/ 5858175 h 6158425"/>
                <a:gd name="connsiteX17" fmla="*/ 3057098 w 4790420"/>
                <a:gd name="connsiteY17" fmla="*/ 6158425 h 6158425"/>
                <a:gd name="connsiteX18" fmla="*/ 1310186 w 4790420"/>
                <a:gd name="connsiteY18" fmla="*/ 6158425 h 6158425"/>
                <a:gd name="connsiteX19" fmla="*/ 1310186 w 4790420"/>
                <a:gd name="connsiteY19" fmla="*/ 5858175 h 6158425"/>
                <a:gd name="connsiteX20" fmla="*/ 2033517 w 4790420"/>
                <a:gd name="connsiteY20" fmla="*/ 5858175 h 6158425"/>
                <a:gd name="connsiteX21" fmla="*/ 2033517 w 4790420"/>
                <a:gd name="connsiteY21" fmla="*/ 5307773 h 6158425"/>
                <a:gd name="connsiteX22" fmla="*/ 2024915 w 4790420"/>
                <a:gd name="connsiteY22" fmla="*/ 5307973 h 6158425"/>
                <a:gd name="connsiteX23" fmla="*/ 765677 w 4790420"/>
                <a:gd name="connsiteY23" fmla="*/ 4985869 h 6158425"/>
                <a:gd name="connsiteX24" fmla="*/ 928493 w 4790420"/>
                <a:gd name="connsiteY24" fmla="*/ 4680772 h 6158425"/>
                <a:gd name="connsiteX25" fmla="*/ 3412023 w 4790420"/>
                <a:gd name="connsiteY25" fmla="*/ 4539098 h 6158425"/>
                <a:gd name="connsiteX26" fmla="*/ 4425057 w 4790420"/>
                <a:gd name="connsiteY26" fmla="*/ 2267148 h 6158425"/>
                <a:gd name="connsiteX27" fmla="*/ 2870669 w 4790420"/>
                <a:gd name="connsiteY27" fmla="*/ 325018 h 615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90420" h="6158425">
                  <a:moveTo>
                    <a:pt x="2053988" y="847831"/>
                  </a:moveTo>
                  <a:cubicBezTo>
                    <a:pt x="1101898" y="847831"/>
                    <a:pt x="330076" y="1619653"/>
                    <a:pt x="330076" y="2571743"/>
                  </a:cubicBezTo>
                  <a:cubicBezTo>
                    <a:pt x="330076" y="3523833"/>
                    <a:pt x="1101898" y="4295655"/>
                    <a:pt x="2053988" y="4295655"/>
                  </a:cubicBezTo>
                  <a:cubicBezTo>
                    <a:pt x="3006078" y="4295655"/>
                    <a:pt x="3777900" y="3523833"/>
                    <a:pt x="3777900" y="2571743"/>
                  </a:cubicBezTo>
                  <a:cubicBezTo>
                    <a:pt x="3777900" y="1619653"/>
                    <a:pt x="3006078" y="847831"/>
                    <a:pt x="2053988" y="847831"/>
                  </a:cubicBezTo>
                  <a:close/>
                  <a:moveTo>
                    <a:pt x="2053988" y="517755"/>
                  </a:moveTo>
                  <a:cubicBezTo>
                    <a:pt x="3188374" y="517755"/>
                    <a:pt x="4107976" y="1437357"/>
                    <a:pt x="4107976" y="2571743"/>
                  </a:cubicBezTo>
                  <a:cubicBezTo>
                    <a:pt x="4107976" y="3706129"/>
                    <a:pt x="3188374" y="4625731"/>
                    <a:pt x="2053988" y="4625731"/>
                  </a:cubicBezTo>
                  <a:cubicBezTo>
                    <a:pt x="919602" y="4625731"/>
                    <a:pt x="0" y="3706129"/>
                    <a:pt x="0" y="2571743"/>
                  </a:cubicBezTo>
                  <a:cubicBezTo>
                    <a:pt x="0" y="1437357"/>
                    <a:pt x="919602" y="517755"/>
                    <a:pt x="2053988" y="517755"/>
                  </a:cubicBezTo>
                  <a:close/>
                  <a:moveTo>
                    <a:pt x="2988811" y="0"/>
                  </a:moveTo>
                  <a:cubicBezTo>
                    <a:pt x="3951100" y="349790"/>
                    <a:pt x="4637600" y="1207537"/>
                    <a:pt x="4768061" y="2223084"/>
                  </a:cubicBezTo>
                  <a:cubicBezTo>
                    <a:pt x="4898521" y="3238630"/>
                    <a:pt x="4451113" y="4242043"/>
                    <a:pt x="3608480" y="4823700"/>
                  </a:cubicBezTo>
                  <a:cubicBezTo>
                    <a:pt x="3239828" y="5078175"/>
                    <a:pt x="2822516" y="5233293"/>
                    <a:pt x="2394040" y="5286916"/>
                  </a:cubicBezTo>
                  <a:lnTo>
                    <a:pt x="2333767" y="5292401"/>
                  </a:lnTo>
                  <a:lnTo>
                    <a:pt x="2333767" y="5858175"/>
                  </a:lnTo>
                  <a:lnTo>
                    <a:pt x="3057098" y="5858175"/>
                  </a:lnTo>
                  <a:lnTo>
                    <a:pt x="3057098" y="6158425"/>
                  </a:lnTo>
                  <a:lnTo>
                    <a:pt x="1310186" y="6158425"/>
                  </a:lnTo>
                  <a:lnTo>
                    <a:pt x="1310186" y="5858175"/>
                  </a:lnTo>
                  <a:lnTo>
                    <a:pt x="2033517" y="5858175"/>
                  </a:lnTo>
                  <a:lnTo>
                    <a:pt x="2033517" y="5307773"/>
                  </a:lnTo>
                  <a:lnTo>
                    <a:pt x="2024915" y="5307973"/>
                  </a:lnTo>
                  <a:cubicBezTo>
                    <a:pt x="1593121" y="5303425"/>
                    <a:pt x="1160876" y="5196770"/>
                    <a:pt x="765677" y="4985869"/>
                  </a:cubicBezTo>
                  <a:lnTo>
                    <a:pt x="928493" y="4680772"/>
                  </a:lnTo>
                  <a:cubicBezTo>
                    <a:pt x="1717645" y="5101908"/>
                    <a:pt x="2675882" y="5047244"/>
                    <a:pt x="3412023" y="4539098"/>
                  </a:cubicBezTo>
                  <a:cubicBezTo>
                    <a:pt x="4148164" y="4030951"/>
                    <a:pt x="4539029" y="3154350"/>
                    <a:pt x="4425057" y="2267148"/>
                  </a:cubicBezTo>
                  <a:cubicBezTo>
                    <a:pt x="4311084" y="1379947"/>
                    <a:pt x="3711344" y="630601"/>
                    <a:pt x="2870669" y="3250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376443" y="2755707"/>
            <a:ext cx="382977" cy="751143"/>
            <a:chOff x="1366350" y="2027371"/>
            <a:chExt cx="382977" cy="751143"/>
          </a:xfrm>
        </p:grpSpPr>
        <p:cxnSp>
          <p:nvCxnSpPr>
            <p:cNvPr id="96" name="直接连接符 95"/>
            <p:cNvCxnSpPr/>
            <p:nvPr/>
          </p:nvCxnSpPr>
          <p:spPr>
            <a:xfrm flipV="1">
              <a:off x="1368252" y="2027371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>
              <a:off x="1366350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组合 97"/>
          <p:cNvGrpSpPr/>
          <p:nvPr/>
        </p:nvGrpSpPr>
        <p:grpSpPr>
          <a:xfrm>
            <a:off x="7220493" y="2469337"/>
            <a:ext cx="4873762" cy="1856796"/>
            <a:chOff x="6001297" y="1701892"/>
            <a:chExt cx="4873762" cy="1856796"/>
          </a:xfrm>
        </p:grpSpPr>
        <p:cxnSp>
          <p:nvCxnSpPr>
            <p:cNvPr id="99" name="直接连接符 98"/>
            <p:cNvCxnSpPr>
              <a:stCxn id="101" idx="0"/>
            </p:cNvCxnSpPr>
            <p:nvPr/>
          </p:nvCxnSpPr>
          <p:spPr>
            <a:xfrm flipV="1">
              <a:off x="7538229" y="2043706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99"/>
            <p:cNvGrpSpPr/>
            <p:nvPr/>
          </p:nvGrpSpPr>
          <p:grpSpPr>
            <a:xfrm>
              <a:off x="6001297" y="1701892"/>
              <a:ext cx="4873762" cy="1856796"/>
              <a:chOff x="6001297" y="1701892"/>
              <a:chExt cx="4873762" cy="1856796"/>
            </a:xfrm>
          </p:grpSpPr>
          <p:sp>
            <p:nvSpPr>
              <p:cNvPr id="101" name="椭圆 100"/>
              <p:cNvSpPr/>
              <p:nvPr/>
            </p:nvSpPr>
            <p:spPr>
              <a:xfrm>
                <a:off x="7156524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02" name="直接连接符 101"/>
              <p:cNvCxnSpPr>
                <a:stCxn id="124" idx="6"/>
                <a:endCxn id="101" idx="2"/>
              </p:cNvCxnSpPr>
              <p:nvPr/>
            </p:nvCxnSpPr>
            <p:spPr>
              <a:xfrm>
                <a:off x="6001297" y="3176768"/>
                <a:ext cx="11552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7539500" y="2031009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任意多边形 103"/>
              <p:cNvSpPr>
                <a:spLocks noChangeAspect="1"/>
              </p:cNvSpPr>
              <p:nvPr/>
            </p:nvSpPr>
            <p:spPr>
              <a:xfrm>
                <a:off x="7406200" y="2962004"/>
                <a:ext cx="264487" cy="431644"/>
              </a:xfrm>
              <a:custGeom>
                <a:avLst/>
                <a:gdLst>
                  <a:gd name="connsiteX0" fmla="*/ 3411 w 2415654"/>
                  <a:gd name="connsiteY0" fmla="*/ 1160060 h 3957849"/>
                  <a:gd name="connsiteX1" fmla="*/ 392373 w 2415654"/>
                  <a:gd name="connsiteY1" fmla="*/ 1160060 h 3957849"/>
                  <a:gd name="connsiteX2" fmla="*/ 392373 w 2415654"/>
                  <a:gd name="connsiteY2" fmla="*/ 2123285 h 3957849"/>
                  <a:gd name="connsiteX3" fmla="*/ 396449 w 2415654"/>
                  <a:gd name="connsiteY3" fmla="*/ 2204161 h 3957849"/>
                  <a:gd name="connsiteX4" fmla="*/ 791679 w 2415654"/>
                  <a:gd name="connsiteY4" fmla="*/ 2811618 h 3957849"/>
                  <a:gd name="connsiteX5" fmla="*/ 1612465 w 2415654"/>
                  <a:gd name="connsiteY5" fmla="*/ 2818304 h 3957849"/>
                  <a:gd name="connsiteX6" fmla="*/ 2024800 w 2415654"/>
                  <a:gd name="connsiteY6" fmla="*/ 2108576 h 3957849"/>
                  <a:gd name="connsiteX7" fmla="*/ 2026692 w 2415654"/>
                  <a:gd name="connsiteY7" fmla="*/ 2108576 h 3957849"/>
                  <a:gd name="connsiteX8" fmla="*/ 2026692 w 2415654"/>
                  <a:gd name="connsiteY8" fmla="*/ 1160060 h 3957849"/>
                  <a:gd name="connsiteX9" fmla="*/ 2415654 w 2415654"/>
                  <a:gd name="connsiteY9" fmla="*/ 1160060 h 3957849"/>
                  <a:gd name="connsiteX10" fmla="*/ 2415654 w 2415654"/>
                  <a:gd name="connsiteY10" fmla="*/ 2108577 h 3957849"/>
                  <a:gd name="connsiteX11" fmla="*/ 2415654 w 2415654"/>
                  <a:gd name="connsiteY11" fmla="*/ 2135873 h 3957849"/>
                  <a:gd name="connsiteX12" fmla="*/ 2413832 w 2415654"/>
                  <a:gd name="connsiteY12" fmla="*/ 2135873 h 3957849"/>
                  <a:gd name="connsiteX13" fmla="*/ 2404919 w 2415654"/>
                  <a:gd name="connsiteY13" fmla="*/ 2269414 h 3957849"/>
                  <a:gd name="connsiteX14" fmla="*/ 1806051 w 2415654"/>
                  <a:gd name="connsiteY14" fmla="*/ 3157850 h 3957849"/>
                  <a:gd name="connsiteX15" fmla="*/ 1509944 w 2415654"/>
                  <a:gd name="connsiteY15" fmla="*/ 3278039 h 3957849"/>
                  <a:gd name="connsiteX16" fmla="*/ 1433014 w 2415654"/>
                  <a:gd name="connsiteY16" fmla="*/ 3292621 h 3957849"/>
                  <a:gd name="connsiteX17" fmla="*/ 1433014 w 2415654"/>
                  <a:gd name="connsiteY17" fmla="*/ 3718944 h 3957849"/>
                  <a:gd name="connsiteX18" fmla="*/ 1194109 w 2415654"/>
                  <a:gd name="connsiteY18" fmla="*/ 3957849 h 3957849"/>
                  <a:gd name="connsiteX19" fmla="*/ 955204 w 2415654"/>
                  <a:gd name="connsiteY19" fmla="*/ 3718944 h 3957849"/>
                  <a:gd name="connsiteX20" fmla="*/ 955204 w 2415654"/>
                  <a:gd name="connsiteY20" fmla="*/ 3287107 h 3957849"/>
                  <a:gd name="connsiteX21" fmla="*/ 886698 w 2415654"/>
                  <a:gd name="connsiteY21" fmla="*/ 3272962 h 3957849"/>
                  <a:gd name="connsiteX22" fmla="*/ 592588 w 2415654"/>
                  <a:gd name="connsiteY22" fmla="*/ 3147965 h 3957849"/>
                  <a:gd name="connsiteX23" fmla="*/ 160 w 2415654"/>
                  <a:gd name="connsiteY23" fmla="*/ 2088900 h 3957849"/>
                  <a:gd name="connsiteX24" fmla="*/ 3411 w 2415654"/>
                  <a:gd name="connsiteY24" fmla="*/ 2088953 h 3957849"/>
                  <a:gd name="connsiteX25" fmla="*/ 1207827 w 2415654"/>
                  <a:gd name="connsiteY25" fmla="*/ 0 h 3957849"/>
                  <a:gd name="connsiteX26" fmla="*/ 1849272 w 2415654"/>
                  <a:gd name="connsiteY26" fmla="*/ 641445 h 3957849"/>
                  <a:gd name="connsiteX27" fmla="*/ 1849272 w 2415654"/>
                  <a:gd name="connsiteY27" fmla="*/ 2033516 h 3957849"/>
                  <a:gd name="connsiteX28" fmla="*/ 1207827 w 2415654"/>
                  <a:gd name="connsiteY28" fmla="*/ 2674961 h 3957849"/>
                  <a:gd name="connsiteX29" fmla="*/ 566382 w 2415654"/>
                  <a:gd name="connsiteY29" fmla="*/ 2033516 h 3957849"/>
                  <a:gd name="connsiteX30" fmla="*/ 566382 w 2415654"/>
                  <a:gd name="connsiteY30" fmla="*/ 641445 h 3957849"/>
                  <a:gd name="connsiteX31" fmla="*/ 1207827 w 2415654"/>
                  <a:gd name="connsiteY31" fmla="*/ 0 h 3957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15654" h="3957849">
                    <a:moveTo>
                      <a:pt x="3411" y="1160060"/>
                    </a:moveTo>
                    <a:lnTo>
                      <a:pt x="392373" y="1160060"/>
                    </a:lnTo>
                    <a:lnTo>
                      <a:pt x="392373" y="2123285"/>
                    </a:lnTo>
                    <a:lnTo>
                      <a:pt x="396449" y="2204161"/>
                    </a:lnTo>
                    <a:cubicBezTo>
                      <a:pt x="425976" y="2455114"/>
                      <a:pt x="570709" y="2680821"/>
                      <a:pt x="791679" y="2811618"/>
                    </a:cubicBezTo>
                    <a:cubicBezTo>
                      <a:pt x="1044216" y="2961101"/>
                      <a:pt x="1357526" y="2963653"/>
                      <a:pt x="1612465" y="2818304"/>
                    </a:cubicBezTo>
                    <a:cubicBezTo>
                      <a:pt x="1867404" y="2672955"/>
                      <a:pt x="2024800" y="2402038"/>
                      <a:pt x="2024800" y="2108576"/>
                    </a:cubicBezTo>
                    <a:lnTo>
                      <a:pt x="2026692" y="2108576"/>
                    </a:lnTo>
                    <a:lnTo>
                      <a:pt x="2026692" y="1160060"/>
                    </a:lnTo>
                    <a:lnTo>
                      <a:pt x="2415654" y="1160060"/>
                    </a:lnTo>
                    <a:lnTo>
                      <a:pt x="2415654" y="2108577"/>
                    </a:lnTo>
                    <a:lnTo>
                      <a:pt x="2415654" y="2135873"/>
                    </a:lnTo>
                    <a:lnTo>
                      <a:pt x="2413832" y="2135873"/>
                    </a:lnTo>
                    <a:lnTo>
                      <a:pt x="2404919" y="2269414"/>
                    </a:lnTo>
                    <a:cubicBezTo>
                      <a:pt x="2355227" y="2639667"/>
                      <a:pt x="2135844" y="2969825"/>
                      <a:pt x="1806051" y="3157850"/>
                    </a:cubicBezTo>
                    <a:cubicBezTo>
                      <a:pt x="1711825" y="3211572"/>
                      <a:pt x="1612205" y="3251627"/>
                      <a:pt x="1509944" y="3278039"/>
                    </a:cubicBezTo>
                    <a:lnTo>
                      <a:pt x="1433014" y="3292621"/>
                    </a:lnTo>
                    <a:lnTo>
                      <a:pt x="1433014" y="3718944"/>
                    </a:lnTo>
                    <a:cubicBezTo>
                      <a:pt x="1433014" y="3850888"/>
                      <a:pt x="1326053" y="3957849"/>
                      <a:pt x="1194109" y="3957849"/>
                    </a:cubicBezTo>
                    <a:cubicBezTo>
                      <a:pt x="1062165" y="3957849"/>
                      <a:pt x="955204" y="3850888"/>
                      <a:pt x="955204" y="3718944"/>
                    </a:cubicBezTo>
                    <a:lnTo>
                      <a:pt x="955204" y="3287107"/>
                    </a:lnTo>
                    <a:lnTo>
                      <a:pt x="886698" y="3272962"/>
                    </a:lnTo>
                    <a:cubicBezTo>
                      <a:pt x="784881" y="3244888"/>
                      <a:pt x="685927" y="3203215"/>
                      <a:pt x="592588" y="3147965"/>
                    </a:cubicBezTo>
                    <a:cubicBezTo>
                      <a:pt x="219233" y="2926967"/>
                      <a:pt x="-6908" y="2522702"/>
                      <a:pt x="160" y="2088900"/>
                    </a:cubicBezTo>
                    <a:lnTo>
                      <a:pt x="3411" y="2088953"/>
                    </a:lnTo>
                    <a:close/>
                    <a:moveTo>
                      <a:pt x="1207827" y="0"/>
                    </a:moveTo>
                    <a:cubicBezTo>
                      <a:pt x="1562087" y="0"/>
                      <a:pt x="1849272" y="287185"/>
                      <a:pt x="1849272" y="641445"/>
                    </a:cubicBezTo>
                    <a:lnTo>
                      <a:pt x="1849272" y="2033516"/>
                    </a:lnTo>
                    <a:cubicBezTo>
                      <a:pt x="1849272" y="2387776"/>
                      <a:pt x="1562087" y="2674961"/>
                      <a:pt x="1207827" y="2674961"/>
                    </a:cubicBezTo>
                    <a:cubicBezTo>
                      <a:pt x="853567" y="2674961"/>
                      <a:pt x="566382" y="2387776"/>
                      <a:pt x="566382" y="2033516"/>
                    </a:cubicBezTo>
                    <a:lnTo>
                      <a:pt x="566382" y="641445"/>
                    </a:lnTo>
                    <a:cubicBezTo>
                      <a:pt x="566382" y="287185"/>
                      <a:pt x="853567" y="0"/>
                      <a:pt x="120782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7997439" y="1701892"/>
                <a:ext cx="2877620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服务器接收请求并向浏览器发送响应报文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6" name="组合 105"/>
          <p:cNvGrpSpPr/>
          <p:nvPr/>
        </p:nvGrpSpPr>
        <p:grpSpPr>
          <a:xfrm>
            <a:off x="68607" y="3562293"/>
            <a:ext cx="3452616" cy="1684251"/>
            <a:chOff x="1257327" y="2794848"/>
            <a:chExt cx="3452616" cy="1684251"/>
          </a:xfrm>
        </p:grpSpPr>
        <p:grpSp>
          <p:nvGrpSpPr>
            <p:cNvPr id="107" name="组合 106"/>
            <p:cNvGrpSpPr/>
            <p:nvPr/>
          </p:nvGrpSpPr>
          <p:grpSpPr>
            <a:xfrm>
              <a:off x="2938682" y="2794848"/>
              <a:ext cx="1771261" cy="763840"/>
              <a:chOff x="2938682" y="2794848"/>
              <a:chExt cx="1771261" cy="763840"/>
            </a:xfrm>
          </p:grpSpPr>
          <p:sp>
            <p:nvSpPr>
              <p:cNvPr id="108" name="椭圆 107"/>
              <p:cNvSpPr/>
              <p:nvPr/>
            </p:nvSpPr>
            <p:spPr>
              <a:xfrm>
                <a:off x="3946103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09" name="直接连接符 108"/>
              <p:cNvCxnSpPr>
                <a:stCxn id="92" idx="6"/>
                <a:endCxn id="108" idx="2"/>
              </p:cNvCxnSpPr>
              <p:nvPr/>
            </p:nvCxnSpPr>
            <p:spPr>
              <a:xfrm flipV="1">
                <a:off x="2938682" y="3176768"/>
                <a:ext cx="1007421" cy="1632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任意多边形 109"/>
              <p:cNvSpPr>
                <a:spLocks noChangeAspect="1"/>
              </p:cNvSpPr>
              <p:nvPr/>
            </p:nvSpPr>
            <p:spPr>
              <a:xfrm>
                <a:off x="4112417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组合 110"/>
            <p:cNvGrpSpPr/>
            <p:nvPr/>
          </p:nvGrpSpPr>
          <p:grpSpPr>
            <a:xfrm>
              <a:off x="1257327" y="3558688"/>
              <a:ext cx="3077259" cy="920411"/>
              <a:chOff x="1257327" y="3558688"/>
              <a:chExt cx="3077259" cy="920411"/>
            </a:xfrm>
          </p:grpSpPr>
          <p:cxnSp>
            <p:nvCxnSpPr>
              <p:cNvPr id="112" name="直接连接符 111"/>
              <p:cNvCxnSpPr/>
              <p:nvPr/>
            </p:nvCxnSpPr>
            <p:spPr>
              <a:xfrm>
                <a:off x="4328236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 rot="10800000">
                <a:off x="3953725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文本框 113"/>
              <p:cNvSpPr txBox="1"/>
              <p:nvPr/>
            </p:nvSpPr>
            <p:spPr>
              <a:xfrm>
                <a:off x="1257327" y="4140563"/>
                <a:ext cx="2879737" cy="338536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封装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HTTP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请求报文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5" name="组合 114"/>
          <p:cNvGrpSpPr/>
          <p:nvPr/>
        </p:nvGrpSpPr>
        <p:grpSpPr>
          <a:xfrm>
            <a:off x="7590903" y="3562293"/>
            <a:ext cx="3638268" cy="1682940"/>
            <a:chOff x="7047571" y="2794848"/>
            <a:chExt cx="3638268" cy="1682940"/>
          </a:xfrm>
        </p:grpSpPr>
        <p:sp>
          <p:nvSpPr>
            <p:cNvPr id="116" name="椭圆 115"/>
            <p:cNvSpPr/>
            <p:nvPr/>
          </p:nvSpPr>
          <p:spPr>
            <a:xfrm>
              <a:off x="9921999" y="2794848"/>
              <a:ext cx="763840" cy="76384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117" name="直接连接符 116"/>
            <p:cNvCxnSpPr>
              <a:stCxn id="101" idx="6"/>
              <a:endCxn id="116" idx="2"/>
            </p:cNvCxnSpPr>
            <p:nvPr/>
          </p:nvCxnSpPr>
          <p:spPr>
            <a:xfrm flipV="1">
              <a:off x="8596227" y="3176768"/>
              <a:ext cx="1325772" cy="163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>
              <a:stCxn id="116" idx="4"/>
            </p:cNvCxnSpPr>
            <p:nvPr/>
          </p:nvCxnSpPr>
          <p:spPr>
            <a:xfrm>
              <a:off x="10304343" y="3558688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rot="10800000">
              <a:off x="9922002" y="4324642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任意多边形 119"/>
            <p:cNvSpPr>
              <a:spLocks noChangeAspect="1"/>
            </p:cNvSpPr>
            <p:nvPr/>
          </p:nvSpPr>
          <p:spPr>
            <a:xfrm>
              <a:off x="10125127" y="2962004"/>
              <a:ext cx="359703" cy="431644"/>
            </a:xfrm>
            <a:custGeom>
              <a:avLst/>
              <a:gdLst>
                <a:gd name="connsiteX0" fmla="*/ 2088797 w 4696209"/>
                <a:gd name="connsiteY0" fmla="*/ 2028780 h 5645436"/>
                <a:gd name="connsiteX1" fmla="*/ 2539173 w 4696209"/>
                <a:gd name="connsiteY1" fmla="*/ 2028780 h 5645436"/>
                <a:gd name="connsiteX2" fmla="*/ 2539173 w 4696209"/>
                <a:gd name="connsiteY2" fmla="*/ 3205719 h 5645436"/>
                <a:gd name="connsiteX3" fmla="*/ 3543193 w 4696209"/>
                <a:gd name="connsiteY3" fmla="*/ 3785390 h 5645436"/>
                <a:gd name="connsiteX4" fmla="*/ 3318005 w 4696209"/>
                <a:gd name="connsiteY4" fmla="*/ 4175427 h 5645436"/>
                <a:gd name="connsiteX5" fmla="*/ 2088797 w 4696209"/>
                <a:gd name="connsiteY5" fmla="*/ 3465743 h 5645436"/>
                <a:gd name="connsiteX6" fmla="*/ 2098957 w 4696209"/>
                <a:gd name="connsiteY6" fmla="*/ 3448147 h 5645436"/>
                <a:gd name="connsiteX7" fmla="*/ 2088797 w 4696209"/>
                <a:gd name="connsiteY7" fmla="*/ 3448147 h 5645436"/>
                <a:gd name="connsiteX8" fmla="*/ 2348105 w 4696209"/>
                <a:gd name="connsiteY8" fmla="*/ 1488857 h 5645436"/>
                <a:gd name="connsiteX9" fmla="*/ 525293 w 4696209"/>
                <a:gd name="connsiteY9" fmla="*/ 3311669 h 5645436"/>
                <a:gd name="connsiteX10" fmla="*/ 2348105 w 4696209"/>
                <a:gd name="connsiteY10" fmla="*/ 5134481 h 5645436"/>
                <a:gd name="connsiteX11" fmla="*/ 4170917 w 4696209"/>
                <a:gd name="connsiteY11" fmla="*/ 3311669 h 5645436"/>
                <a:gd name="connsiteX12" fmla="*/ 2348105 w 4696209"/>
                <a:gd name="connsiteY12" fmla="*/ 1488857 h 5645436"/>
                <a:gd name="connsiteX13" fmla="*/ 2348105 w 4696209"/>
                <a:gd name="connsiteY13" fmla="*/ 977902 h 5645436"/>
                <a:gd name="connsiteX14" fmla="*/ 4681872 w 4696209"/>
                <a:gd name="connsiteY14" fmla="*/ 3311669 h 5645436"/>
                <a:gd name="connsiteX15" fmla="*/ 2348105 w 4696209"/>
                <a:gd name="connsiteY15" fmla="*/ 5645436 h 5645436"/>
                <a:gd name="connsiteX16" fmla="*/ 14338 w 4696209"/>
                <a:gd name="connsiteY16" fmla="*/ 3311669 h 5645436"/>
                <a:gd name="connsiteX17" fmla="*/ 2348105 w 4696209"/>
                <a:gd name="connsiteY17" fmla="*/ 977902 h 5645436"/>
                <a:gd name="connsiteX18" fmla="*/ 3210794 w 4696209"/>
                <a:gd name="connsiteY18" fmla="*/ 1525 h 5645436"/>
                <a:gd name="connsiteX19" fmla="*/ 3559690 w 4696209"/>
                <a:gd name="connsiteY19" fmla="*/ 82166 h 5645436"/>
                <a:gd name="connsiteX20" fmla="*/ 4389841 w 4696209"/>
                <a:gd name="connsiteY20" fmla="*/ 561454 h 5645436"/>
                <a:gd name="connsiteX21" fmla="*/ 4664989 w 4696209"/>
                <a:gd name="connsiteY21" fmla="*/ 1285059 h 5645436"/>
                <a:gd name="connsiteX22" fmla="*/ 4652365 w 4696209"/>
                <a:gd name="connsiteY22" fmla="*/ 1313093 h 5645436"/>
                <a:gd name="connsiteX23" fmla="*/ 4548130 w 4696209"/>
                <a:gd name="connsiteY23" fmla="*/ 1493633 h 5645436"/>
                <a:gd name="connsiteX24" fmla="*/ 4361174 w 4696209"/>
                <a:gd name="connsiteY24" fmla="*/ 1610458 h 5645436"/>
                <a:gd name="connsiteX25" fmla="*/ 4227467 w 4696209"/>
                <a:gd name="connsiteY25" fmla="*/ 1579554 h 5645436"/>
                <a:gd name="connsiteX26" fmla="*/ 2742962 w 4696209"/>
                <a:gd name="connsiteY26" fmla="*/ 722476 h 5645436"/>
                <a:gd name="connsiteX27" fmla="*/ 2627331 w 4696209"/>
                <a:gd name="connsiteY27" fmla="*/ 490166 h 5645436"/>
                <a:gd name="connsiteX28" fmla="*/ 2634097 w 4696209"/>
                <a:gd name="connsiteY28" fmla="*/ 460273 h 5645436"/>
                <a:gd name="connsiteX29" fmla="*/ 2722954 w 4696209"/>
                <a:gd name="connsiteY29" fmla="*/ 306368 h 5645436"/>
                <a:gd name="connsiteX30" fmla="*/ 3210794 w 4696209"/>
                <a:gd name="connsiteY30" fmla="*/ 1525 h 5645436"/>
                <a:gd name="connsiteX31" fmla="*/ 1485416 w 4696209"/>
                <a:gd name="connsiteY31" fmla="*/ 1525 h 5645436"/>
                <a:gd name="connsiteX32" fmla="*/ 1973255 w 4696209"/>
                <a:gd name="connsiteY32" fmla="*/ 306368 h 5645436"/>
                <a:gd name="connsiteX33" fmla="*/ 2062112 w 4696209"/>
                <a:gd name="connsiteY33" fmla="*/ 460273 h 5645436"/>
                <a:gd name="connsiteX34" fmla="*/ 2068878 w 4696209"/>
                <a:gd name="connsiteY34" fmla="*/ 490166 h 5645436"/>
                <a:gd name="connsiteX35" fmla="*/ 1953247 w 4696209"/>
                <a:gd name="connsiteY35" fmla="*/ 722476 h 5645436"/>
                <a:gd name="connsiteX36" fmla="*/ 468743 w 4696209"/>
                <a:gd name="connsiteY36" fmla="*/ 1579554 h 5645436"/>
                <a:gd name="connsiteX37" fmla="*/ 335035 w 4696209"/>
                <a:gd name="connsiteY37" fmla="*/ 1610458 h 5645436"/>
                <a:gd name="connsiteX38" fmla="*/ 148079 w 4696209"/>
                <a:gd name="connsiteY38" fmla="*/ 1493633 h 5645436"/>
                <a:gd name="connsiteX39" fmla="*/ 43845 w 4696209"/>
                <a:gd name="connsiteY39" fmla="*/ 1313093 h 5645436"/>
                <a:gd name="connsiteX40" fmla="*/ 31220 w 4696209"/>
                <a:gd name="connsiteY40" fmla="*/ 1285059 h 5645436"/>
                <a:gd name="connsiteX41" fmla="*/ 306368 w 4696209"/>
                <a:gd name="connsiteY41" fmla="*/ 561454 h 5645436"/>
                <a:gd name="connsiteX42" fmla="*/ 1136520 w 4696209"/>
                <a:gd name="connsiteY42" fmla="*/ 82166 h 5645436"/>
                <a:gd name="connsiteX43" fmla="*/ 1485416 w 4696209"/>
                <a:gd name="connsiteY43" fmla="*/ 1525 h 56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696209" h="5645436">
                  <a:moveTo>
                    <a:pt x="2088797" y="2028780"/>
                  </a:moveTo>
                  <a:lnTo>
                    <a:pt x="2539173" y="2028780"/>
                  </a:lnTo>
                  <a:lnTo>
                    <a:pt x="2539173" y="3205719"/>
                  </a:lnTo>
                  <a:lnTo>
                    <a:pt x="3543193" y="3785390"/>
                  </a:lnTo>
                  <a:lnTo>
                    <a:pt x="3318005" y="4175427"/>
                  </a:lnTo>
                  <a:lnTo>
                    <a:pt x="2088797" y="3465743"/>
                  </a:lnTo>
                  <a:lnTo>
                    <a:pt x="2098957" y="3448147"/>
                  </a:lnTo>
                  <a:lnTo>
                    <a:pt x="2088797" y="3448147"/>
                  </a:lnTo>
                  <a:close/>
                  <a:moveTo>
                    <a:pt x="2348105" y="1488857"/>
                  </a:moveTo>
                  <a:cubicBezTo>
                    <a:pt x="1341394" y="1488857"/>
                    <a:pt x="525293" y="2304958"/>
                    <a:pt x="525293" y="3311669"/>
                  </a:cubicBezTo>
                  <a:cubicBezTo>
                    <a:pt x="525293" y="4318380"/>
                    <a:pt x="1341394" y="5134481"/>
                    <a:pt x="2348105" y="5134481"/>
                  </a:cubicBezTo>
                  <a:cubicBezTo>
                    <a:pt x="3354816" y="5134481"/>
                    <a:pt x="4170917" y="4318380"/>
                    <a:pt x="4170917" y="3311669"/>
                  </a:cubicBezTo>
                  <a:cubicBezTo>
                    <a:pt x="4170917" y="2304958"/>
                    <a:pt x="3354816" y="1488857"/>
                    <a:pt x="2348105" y="1488857"/>
                  </a:cubicBezTo>
                  <a:close/>
                  <a:moveTo>
                    <a:pt x="2348105" y="977902"/>
                  </a:moveTo>
                  <a:cubicBezTo>
                    <a:pt x="3637009" y="977902"/>
                    <a:pt x="4681872" y="2022765"/>
                    <a:pt x="4681872" y="3311669"/>
                  </a:cubicBezTo>
                  <a:cubicBezTo>
                    <a:pt x="4681872" y="4600573"/>
                    <a:pt x="3637009" y="5645436"/>
                    <a:pt x="2348105" y="5645436"/>
                  </a:cubicBezTo>
                  <a:cubicBezTo>
                    <a:pt x="1059201" y="5645436"/>
                    <a:pt x="14338" y="4600573"/>
                    <a:pt x="14338" y="3311669"/>
                  </a:cubicBezTo>
                  <a:cubicBezTo>
                    <a:pt x="14338" y="2022765"/>
                    <a:pt x="1059201" y="977902"/>
                    <a:pt x="2348105" y="977902"/>
                  </a:cubicBezTo>
                  <a:close/>
                  <a:moveTo>
                    <a:pt x="3210794" y="1525"/>
                  </a:moveTo>
                  <a:cubicBezTo>
                    <a:pt x="3328480" y="-6792"/>
                    <a:pt x="3449826" y="18736"/>
                    <a:pt x="3559690" y="82166"/>
                  </a:cubicBezTo>
                  <a:lnTo>
                    <a:pt x="4389841" y="561454"/>
                  </a:lnTo>
                  <a:cubicBezTo>
                    <a:pt x="4646190" y="709457"/>
                    <a:pt x="4755086" y="1014775"/>
                    <a:pt x="4664989" y="1285059"/>
                  </a:cubicBezTo>
                  <a:lnTo>
                    <a:pt x="4652365" y="1313093"/>
                  </a:lnTo>
                  <a:lnTo>
                    <a:pt x="4548130" y="1493633"/>
                  </a:lnTo>
                  <a:cubicBezTo>
                    <a:pt x="4507616" y="1563805"/>
                    <a:pt x="4436343" y="1605146"/>
                    <a:pt x="4361174" y="1610458"/>
                  </a:cubicBezTo>
                  <a:cubicBezTo>
                    <a:pt x="4316074" y="1613646"/>
                    <a:pt x="4269570" y="1603863"/>
                    <a:pt x="4227467" y="1579554"/>
                  </a:cubicBezTo>
                  <a:lnTo>
                    <a:pt x="2742962" y="722476"/>
                  </a:lnTo>
                  <a:cubicBezTo>
                    <a:pt x="2658756" y="673860"/>
                    <a:pt x="2616066" y="580949"/>
                    <a:pt x="2627331" y="490166"/>
                  </a:cubicBezTo>
                  <a:lnTo>
                    <a:pt x="2634097" y="460273"/>
                  </a:lnTo>
                  <a:lnTo>
                    <a:pt x="2722954" y="306368"/>
                  </a:lnTo>
                  <a:cubicBezTo>
                    <a:pt x="2828671" y="123262"/>
                    <a:pt x="3014650" y="15387"/>
                    <a:pt x="3210794" y="1525"/>
                  </a:cubicBezTo>
                  <a:close/>
                  <a:moveTo>
                    <a:pt x="1485416" y="1525"/>
                  </a:moveTo>
                  <a:cubicBezTo>
                    <a:pt x="1681559" y="15386"/>
                    <a:pt x="1867539" y="123262"/>
                    <a:pt x="1973255" y="306368"/>
                  </a:cubicBezTo>
                  <a:lnTo>
                    <a:pt x="2062112" y="460273"/>
                  </a:lnTo>
                  <a:lnTo>
                    <a:pt x="2068878" y="490166"/>
                  </a:lnTo>
                  <a:cubicBezTo>
                    <a:pt x="2080144" y="580949"/>
                    <a:pt x="2037454" y="673859"/>
                    <a:pt x="1953247" y="722476"/>
                  </a:cubicBezTo>
                  <a:lnTo>
                    <a:pt x="468743" y="1579554"/>
                  </a:lnTo>
                  <a:cubicBezTo>
                    <a:pt x="426639" y="1603863"/>
                    <a:pt x="380136" y="1613646"/>
                    <a:pt x="335035" y="1610458"/>
                  </a:cubicBezTo>
                  <a:cubicBezTo>
                    <a:pt x="259866" y="1605146"/>
                    <a:pt x="188593" y="1563805"/>
                    <a:pt x="148079" y="1493633"/>
                  </a:cubicBezTo>
                  <a:lnTo>
                    <a:pt x="43845" y="1313093"/>
                  </a:lnTo>
                  <a:lnTo>
                    <a:pt x="31220" y="1285059"/>
                  </a:lnTo>
                  <a:cubicBezTo>
                    <a:pt x="-58877" y="1014775"/>
                    <a:pt x="50020" y="709457"/>
                    <a:pt x="306368" y="561454"/>
                  </a:cubicBezTo>
                  <a:lnTo>
                    <a:pt x="1136520" y="82166"/>
                  </a:lnTo>
                  <a:cubicBezTo>
                    <a:pt x="1246384" y="18736"/>
                    <a:pt x="1367729" y="-6792"/>
                    <a:pt x="1485416" y="15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7047571" y="4139252"/>
              <a:ext cx="2879736" cy="338536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p>
              <a:pPr algn="ctr" eaLnBrk="1" hangingPunct="1">
                <a:defRPr/>
              </a:pP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Web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服务器关闭 </a:t>
              </a: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TCP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连接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3570010" y="3562293"/>
            <a:ext cx="3650483" cy="1912832"/>
            <a:chOff x="1165476" y="2794848"/>
            <a:chExt cx="3650483" cy="1912832"/>
          </a:xfrm>
        </p:grpSpPr>
        <p:grpSp>
          <p:nvGrpSpPr>
            <p:cNvPr id="123" name="组合 122"/>
            <p:cNvGrpSpPr/>
            <p:nvPr/>
          </p:nvGrpSpPr>
          <p:grpSpPr>
            <a:xfrm>
              <a:off x="4052119" y="2794848"/>
              <a:ext cx="763840" cy="763840"/>
              <a:chOff x="4052119" y="2794848"/>
              <a:chExt cx="763840" cy="763840"/>
            </a:xfrm>
          </p:grpSpPr>
          <p:sp>
            <p:nvSpPr>
              <p:cNvPr id="124" name="椭圆 123"/>
              <p:cNvSpPr/>
              <p:nvPr/>
            </p:nvSpPr>
            <p:spPr>
              <a:xfrm>
                <a:off x="4052119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5" name="任意多边形 23"/>
              <p:cNvSpPr>
                <a:spLocks noChangeAspect="1"/>
              </p:cNvSpPr>
              <p:nvPr/>
            </p:nvSpPr>
            <p:spPr>
              <a:xfrm>
                <a:off x="4218433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1165476" y="3558688"/>
              <a:ext cx="3275126" cy="1148992"/>
              <a:chOff x="1165476" y="3558688"/>
              <a:chExt cx="3275126" cy="1148992"/>
            </a:xfrm>
          </p:grpSpPr>
          <p:cxnSp>
            <p:nvCxnSpPr>
              <p:cNvPr id="127" name="直接连接符 126"/>
              <p:cNvCxnSpPr>
                <a:stCxn id="124" idx="4"/>
              </p:cNvCxnSpPr>
              <p:nvPr/>
            </p:nvCxnSpPr>
            <p:spPr>
              <a:xfrm>
                <a:off x="4434252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 rot="10800000">
                <a:off x="4059741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文本框 128"/>
              <p:cNvSpPr txBox="1"/>
              <p:nvPr/>
            </p:nvSpPr>
            <p:spPr>
              <a:xfrm>
                <a:off x="1165476" y="4122923"/>
                <a:ext cx="2879737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浏览器向</a:t>
                </a: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服务器发送请求报文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0" name="组合 129"/>
          <p:cNvGrpSpPr/>
          <p:nvPr/>
        </p:nvGrpSpPr>
        <p:grpSpPr>
          <a:xfrm>
            <a:off x="4579377" y="2798454"/>
            <a:ext cx="763839" cy="1527679"/>
            <a:chOff x="4579377" y="2031009"/>
            <a:chExt cx="763839" cy="1527679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579377" y="2794848"/>
              <a:ext cx="763839" cy="763840"/>
              <a:chOff x="1626203" y="2794848"/>
              <a:chExt cx="763839" cy="763840"/>
            </a:xfrm>
          </p:grpSpPr>
          <p:sp>
            <p:nvSpPr>
              <p:cNvPr id="132" name="椭圆 131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33" name="任意多边形 24"/>
              <p:cNvSpPr>
                <a:spLocks noChangeAspect="1"/>
              </p:cNvSpPr>
              <p:nvPr/>
            </p:nvSpPr>
            <p:spPr>
              <a:xfrm>
                <a:off x="1839273" y="2962004"/>
                <a:ext cx="336428" cy="431644"/>
              </a:xfrm>
              <a:custGeom>
                <a:avLst/>
                <a:gdLst>
                  <a:gd name="connsiteX0" fmla="*/ 2053988 w 4790420"/>
                  <a:gd name="connsiteY0" fmla="*/ 847831 h 6158425"/>
                  <a:gd name="connsiteX1" fmla="*/ 330076 w 4790420"/>
                  <a:gd name="connsiteY1" fmla="*/ 2571743 h 6158425"/>
                  <a:gd name="connsiteX2" fmla="*/ 2053988 w 4790420"/>
                  <a:gd name="connsiteY2" fmla="*/ 4295655 h 6158425"/>
                  <a:gd name="connsiteX3" fmla="*/ 3777900 w 4790420"/>
                  <a:gd name="connsiteY3" fmla="*/ 2571743 h 6158425"/>
                  <a:gd name="connsiteX4" fmla="*/ 2053988 w 4790420"/>
                  <a:gd name="connsiteY4" fmla="*/ 847831 h 6158425"/>
                  <a:gd name="connsiteX5" fmla="*/ 2053988 w 4790420"/>
                  <a:gd name="connsiteY5" fmla="*/ 517755 h 6158425"/>
                  <a:gd name="connsiteX6" fmla="*/ 4107976 w 4790420"/>
                  <a:gd name="connsiteY6" fmla="*/ 2571743 h 6158425"/>
                  <a:gd name="connsiteX7" fmla="*/ 2053988 w 4790420"/>
                  <a:gd name="connsiteY7" fmla="*/ 4625731 h 6158425"/>
                  <a:gd name="connsiteX8" fmla="*/ 0 w 4790420"/>
                  <a:gd name="connsiteY8" fmla="*/ 2571743 h 6158425"/>
                  <a:gd name="connsiteX9" fmla="*/ 2053988 w 4790420"/>
                  <a:gd name="connsiteY9" fmla="*/ 517755 h 6158425"/>
                  <a:gd name="connsiteX10" fmla="*/ 2988811 w 4790420"/>
                  <a:gd name="connsiteY10" fmla="*/ 0 h 6158425"/>
                  <a:gd name="connsiteX11" fmla="*/ 4768061 w 4790420"/>
                  <a:gd name="connsiteY11" fmla="*/ 2223084 h 6158425"/>
                  <a:gd name="connsiteX12" fmla="*/ 3608480 w 4790420"/>
                  <a:gd name="connsiteY12" fmla="*/ 4823700 h 6158425"/>
                  <a:gd name="connsiteX13" fmla="*/ 2394040 w 4790420"/>
                  <a:gd name="connsiteY13" fmla="*/ 5286916 h 6158425"/>
                  <a:gd name="connsiteX14" fmla="*/ 2333767 w 4790420"/>
                  <a:gd name="connsiteY14" fmla="*/ 5292401 h 6158425"/>
                  <a:gd name="connsiteX15" fmla="*/ 2333767 w 4790420"/>
                  <a:gd name="connsiteY15" fmla="*/ 5858175 h 6158425"/>
                  <a:gd name="connsiteX16" fmla="*/ 3057098 w 4790420"/>
                  <a:gd name="connsiteY16" fmla="*/ 5858175 h 6158425"/>
                  <a:gd name="connsiteX17" fmla="*/ 3057098 w 4790420"/>
                  <a:gd name="connsiteY17" fmla="*/ 6158425 h 6158425"/>
                  <a:gd name="connsiteX18" fmla="*/ 1310186 w 4790420"/>
                  <a:gd name="connsiteY18" fmla="*/ 6158425 h 6158425"/>
                  <a:gd name="connsiteX19" fmla="*/ 1310186 w 4790420"/>
                  <a:gd name="connsiteY19" fmla="*/ 5858175 h 6158425"/>
                  <a:gd name="connsiteX20" fmla="*/ 2033517 w 4790420"/>
                  <a:gd name="connsiteY20" fmla="*/ 5858175 h 6158425"/>
                  <a:gd name="connsiteX21" fmla="*/ 2033517 w 4790420"/>
                  <a:gd name="connsiteY21" fmla="*/ 5307773 h 6158425"/>
                  <a:gd name="connsiteX22" fmla="*/ 2024915 w 4790420"/>
                  <a:gd name="connsiteY22" fmla="*/ 5307973 h 6158425"/>
                  <a:gd name="connsiteX23" fmla="*/ 765677 w 4790420"/>
                  <a:gd name="connsiteY23" fmla="*/ 4985869 h 6158425"/>
                  <a:gd name="connsiteX24" fmla="*/ 928493 w 4790420"/>
                  <a:gd name="connsiteY24" fmla="*/ 4680772 h 6158425"/>
                  <a:gd name="connsiteX25" fmla="*/ 3412023 w 4790420"/>
                  <a:gd name="connsiteY25" fmla="*/ 4539098 h 6158425"/>
                  <a:gd name="connsiteX26" fmla="*/ 4425057 w 4790420"/>
                  <a:gd name="connsiteY26" fmla="*/ 2267148 h 6158425"/>
                  <a:gd name="connsiteX27" fmla="*/ 2870669 w 4790420"/>
                  <a:gd name="connsiteY27" fmla="*/ 325018 h 615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90420" h="6158425">
                    <a:moveTo>
                      <a:pt x="2053988" y="847831"/>
                    </a:moveTo>
                    <a:cubicBezTo>
                      <a:pt x="1101898" y="847831"/>
                      <a:pt x="330076" y="1619653"/>
                      <a:pt x="330076" y="2571743"/>
                    </a:cubicBezTo>
                    <a:cubicBezTo>
                      <a:pt x="330076" y="3523833"/>
                      <a:pt x="1101898" y="4295655"/>
                      <a:pt x="2053988" y="4295655"/>
                    </a:cubicBezTo>
                    <a:cubicBezTo>
                      <a:pt x="3006078" y="4295655"/>
                      <a:pt x="3777900" y="3523833"/>
                      <a:pt x="3777900" y="2571743"/>
                    </a:cubicBezTo>
                    <a:cubicBezTo>
                      <a:pt x="3777900" y="1619653"/>
                      <a:pt x="3006078" y="847831"/>
                      <a:pt x="2053988" y="847831"/>
                    </a:cubicBezTo>
                    <a:close/>
                    <a:moveTo>
                      <a:pt x="2053988" y="517755"/>
                    </a:moveTo>
                    <a:cubicBezTo>
                      <a:pt x="3188374" y="517755"/>
                      <a:pt x="4107976" y="1437357"/>
                      <a:pt x="4107976" y="2571743"/>
                    </a:cubicBezTo>
                    <a:cubicBezTo>
                      <a:pt x="4107976" y="3706129"/>
                      <a:pt x="3188374" y="4625731"/>
                      <a:pt x="2053988" y="4625731"/>
                    </a:cubicBezTo>
                    <a:cubicBezTo>
                      <a:pt x="919602" y="4625731"/>
                      <a:pt x="0" y="3706129"/>
                      <a:pt x="0" y="2571743"/>
                    </a:cubicBezTo>
                    <a:cubicBezTo>
                      <a:pt x="0" y="1437357"/>
                      <a:pt x="919602" y="517755"/>
                      <a:pt x="2053988" y="517755"/>
                    </a:cubicBezTo>
                    <a:close/>
                    <a:moveTo>
                      <a:pt x="2988811" y="0"/>
                    </a:moveTo>
                    <a:cubicBezTo>
                      <a:pt x="3951100" y="349790"/>
                      <a:pt x="4637600" y="1207537"/>
                      <a:pt x="4768061" y="2223084"/>
                    </a:cubicBezTo>
                    <a:cubicBezTo>
                      <a:pt x="4898521" y="3238630"/>
                      <a:pt x="4451113" y="4242043"/>
                      <a:pt x="3608480" y="4823700"/>
                    </a:cubicBezTo>
                    <a:cubicBezTo>
                      <a:pt x="3239828" y="5078175"/>
                      <a:pt x="2822516" y="5233293"/>
                      <a:pt x="2394040" y="5286916"/>
                    </a:cubicBezTo>
                    <a:lnTo>
                      <a:pt x="2333767" y="5292401"/>
                    </a:lnTo>
                    <a:lnTo>
                      <a:pt x="2333767" y="5858175"/>
                    </a:lnTo>
                    <a:lnTo>
                      <a:pt x="3057098" y="5858175"/>
                    </a:lnTo>
                    <a:lnTo>
                      <a:pt x="3057098" y="6158425"/>
                    </a:lnTo>
                    <a:lnTo>
                      <a:pt x="1310186" y="6158425"/>
                    </a:lnTo>
                    <a:lnTo>
                      <a:pt x="1310186" y="5858175"/>
                    </a:lnTo>
                    <a:lnTo>
                      <a:pt x="2033517" y="5858175"/>
                    </a:lnTo>
                    <a:lnTo>
                      <a:pt x="2033517" y="5307773"/>
                    </a:lnTo>
                    <a:lnTo>
                      <a:pt x="2024915" y="5307973"/>
                    </a:lnTo>
                    <a:cubicBezTo>
                      <a:pt x="1593121" y="5303425"/>
                      <a:pt x="1160876" y="5196770"/>
                      <a:pt x="765677" y="4985869"/>
                    </a:cubicBezTo>
                    <a:lnTo>
                      <a:pt x="928493" y="4680772"/>
                    </a:lnTo>
                    <a:cubicBezTo>
                      <a:pt x="1717645" y="5101908"/>
                      <a:pt x="2675882" y="5047244"/>
                      <a:pt x="3412023" y="4539098"/>
                    </a:cubicBezTo>
                    <a:cubicBezTo>
                      <a:pt x="4148164" y="4030951"/>
                      <a:pt x="4539029" y="3154350"/>
                      <a:pt x="4425057" y="2267148"/>
                    </a:cubicBezTo>
                    <a:cubicBezTo>
                      <a:pt x="4311084" y="1379947"/>
                      <a:pt x="3711344" y="630601"/>
                      <a:pt x="2870669" y="3250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cxnSp>
          <p:nvCxnSpPr>
            <p:cNvPr id="134" name="直接连接符 133"/>
            <p:cNvCxnSpPr/>
            <p:nvPr/>
          </p:nvCxnSpPr>
          <p:spPr>
            <a:xfrm>
              <a:off x="4957702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V="1">
              <a:off x="4944450" y="2031009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文本框 135"/>
          <p:cNvSpPr txBox="1"/>
          <p:nvPr/>
        </p:nvSpPr>
        <p:spPr>
          <a:xfrm>
            <a:off x="1008194" y="1625737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地址解析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93261" y="5258928"/>
            <a:ext cx="3127962" cy="1451948"/>
          </a:xfrm>
          <a:prstGeom prst="roundRect">
            <a:avLst>
              <a:gd name="adj" fmla="val 82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存放在客户端的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请求报文包含：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请求消息头（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headers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空行（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blank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请求体（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body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858499" y="2577309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建立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96296E-6 L 3.54167E-6 -0.1337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bldLvl="0" animBg="1"/>
      <p:bldP spid="1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2"/>
            </p:custDataLst>
          </p:nvPr>
        </p:nvSpPr>
        <p:spPr>
          <a:xfrm>
            <a:off x="1297305" y="1155065"/>
            <a:ext cx="31534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协议的请求过程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2_1"/>
          <p:cNvSpPr/>
          <p:nvPr>
            <p:custDataLst>
              <p:tags r:id="rId3"/>
            </p:custDataLst>
          </p:nvPr>
        </p:nvSpPr>
        <p:spPr>
          <a:xfrm rot="16200000" flipV="1">
            <a:off x="1000760" y="122999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537805" y="1990708"/>
            <a:ext cx="2879736" cy="1708766"/>
          </a:xfrm>
          <a:prstGeom prst="roundRect">
            <a:avLst>
              <a:gd name="adj" fmla="val 1154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在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工作开始之前，浏览器首先要通过网络与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服务器建立连接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因为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是应用层的协议，根据连接规则，高层协议要在低层协议建立连接之后才能进行。因此，首先要建立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698034" y="1990319"/>
            <a:ext cx="3027997" cy="1693288"/>
          </a:xfrm>
          <a:prstGeom prst="roundRect">
            <a:avLst>
              <a:gd name="adj" fmla="val 1055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http://www.baidu.com/index.html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协议名：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www.baidu.com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端口：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80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对象路径：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/index.htm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主机名为域名，需要域名系统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DNS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解析域名为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IP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>
            <a:endCxn id="125" idx="2"/>
          </p:cNvCxnSpPr>
          <p:nvPr/>
        </p:nvCxnSpPr>
        <p:spPr>
          <a:xfrm>
            <a:off x="3627239" y="3944213"/>
            <a:ext cx="2829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117" idx="6"/>
          </p:cNvCxnSpPr>
          <p:nvPr/>
        </p:nvCxnSpPr>
        <p:spPr>
          <a:xfrm>
            <a:off x="11229807" y="3944636"/>
            <a:ext cx="91406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/>
          <p:cNvGrpSpPr/>
          <p:nvPr/>
        </p:nvGrpSpPr>
        <p:grpSpPr>
          <a:xfrm>
            <a:off x="72055" y="3562293"/>
            <a:ext cx="1677907" cy="763840"/>
            <a:chOff x="712135" y="2794848"/>
            <a:chExt cx="1677907" cy="763840"/>
          </a:xfrm>
        </p:grpSpPr>
        <p:grpSp>
          <p:nvGrpSpPr>
            <p:cNvPr id="92" name="组合 91"/>
            <p:cNvGrpSpPr/>
            <p:nvPr/>
          </p:nvGrpSpPr>
          <p:grpSpPr>
            <a:xfrm>
              <a:off x="712135" y="2794848"/>
              <a:ext cx="1677907" cy="763840"/>
              <a:chOff x="712135" y="2794848"/>
              <a:chExt cx="1677907" cy="763840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94" name="直接连接符 93"/>
              <p:cNvCxnSpPr>
                <a:endCxn id="93" idx="2"/>
              </p:cNvCxnSpPr>
              <p:nvPr/>
            </p:nvCxnSpPr>
            <p:spPr>
              <a:xfrm>
                <a:off x="712135" y="3177191"/>
                <a:ext cx="91406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任意多边形 94"/>
            <p:cNvSpPr>
              <a:spLocks noChangeAspect="1"/>
            </p:cNvSpPr>
            <p:nvPr/>
          </p:nvSpPr>
          <p:spPr>
            <a:xfrm>
              <a:off x="1839273" y="2962004"/>
              <a:ext cx="336428" cy="431644"/>
            </a:xfrm>
            <a:custGeom>
              <a:avLst/>
              <a:gdLst>
                <a:gd name="connsiteX0" fmla="*/ 2053988 w 4790420"/>
                <a:gd name="connsiteY0" fmla="*/ 847831 h 6158425"/>
                <a:gd name="connsiteX1" fmla="*/ 330076 w 4790420"/>
                <a:gd name="connsiteY1" fmla="*/ 2571743 h 6158425"/>
                <a:gd name="connsiteX2" fmla="*/ 2053988 w 4790420"/>
                <a:gd name="connsiteY2" fmla="*/ 4295655 h 6158425"/>
                <a:gd name="connsiteX3" fmla="*/ 3777900 w 4790420"/>
                <a:gd name="connsiteY3" fmla="*/ 2571743 h 6158425"/>
                <a:gd name="connsiteX4" fmla="*/ 2053988 w 4790420"/>
                <a:gd name="connsiteY4" fmla="*/ 847831 h 6158425"/>
                <a:gd name="connsiteX5" fmla="*/ 2053988 w 4790420"/>
                <a:gd name="connsiteY5" fmla="*/ 517755 h 6158425"/>
                <a:gd name="connsiteX6" fmla="*/ 4107976 w 4790420"/>
                <a:gd name="connsiteY6" fmla="*/ 2571743 h 6158425"/>
                <a:gd name="connsiteX7" fmla="*/ 2053988 w 4790420"/>
                <a:gd name="connsiteY7" fmla="*/ 4625731 h 6158425"/>
                <a:gd name="connsiteX8" fmla="*/ 0 w 4790420"/>
                <a:gd name="connsiteY8" fmla="*/ 2571743 h 6158425"/>
                <a:gd name="connsiteX9" fmla="*/ 2053988 w 4790420"/>
                <a:gd name="connsiteY9" fmla="*/ 517755 h 6158425"/>
                <a:gd name="connsiteX10" fmla="*/ 2988811 w 4790420"/>
                <a:gd name="connsiteY10" fmla="*/ 0 h 6158425"/>
                <a:gd name="connsiteX11" fmla="*/ 4768061 w 4790420"/>
                <a:gd name="connsiteY11" fmla="*/ 2223084 h 6158425"/>
                <a:gd name="connsiteX12" fmla="*/ 3608480 w 4790420"/>
                <a:gd name="connsiteY12" fmla="*/ 4823700 h 6158425"/>
                <a:gd name="connsiteX13" fmla="*/ 2394040 w 4790420"/>
                <a:gd name="connsiteY13" fmla="*/ 5286916 h 6158425"/>
                <a:gd name="connsiteX14" fmla="*/ 2333767 w 4790420"/>
                <a:gd name="connsiteY14" fmla="*/ 5292401 h 6158425"/>
                <a:gd name="connsiteX15" fmla="*/ 2333767 w 4790420"/>
                <a:gd name="connsiteY15" fmla="*/ 5858175 h 6158425"/>
                <a:gd name="connsiteX16" fmla="*/ 3057098 w 4790420"/>
                <a:gd name="connsiteY16" fmla="*/ 5858175 h 6158425"/>
                <a:gd name="connsiteX17" fmla="*/ 3057098 w 4790420"/>
                <a:gd name="connsiteY17" fmla="*/ 6158425 h 6158425"/>
                <a:gd name="connsiteX18" fmla="*/ 1310186 w 4790420"/>
                <a:gd name="connsiteY18" fmla="*/ 6158425 h 6158425"/>
                <a:gd name="connsiteX19" fmla="*/ 1310186 w 4790420"/>
                <a:gd name="connsiteY19" fmla="*/ 5858175 h 6158425"/>
                <a:gd name="connsiteX20" fmla="*/ 2033517 w 4790420"/>
                <a:gd name="connsiteY20" fmla="*/ 5858175 h 6158425"/>
                <a:gd name="connsiteX21" fmla="*/ 2033517 w 4790420"/>
                <a:gd name="connsiteY21" fmla="*/ 5307773 h 6158425"/>
                <a:gd name="connsiteX22" fmla="*/ 2024915 w 4790420"/>
                <a:gd name="connsiteY22" fmla="*/ 5307973 h 6158425"/>
                <a:gd name="connsiteX23" fmla="*/ 765677 w 4790420"/>
                <a:gd name="connsiteY23" fmla="*/ 4985869 h 6158425"/>
                <a:gd name="connsiteX24" fmla="*/ 928493 w 4790420"/>
                <a:gd name="connsiteY24" fmla="*/ 4680772 h 6158425"/>
                <a:gd name="connsiteX25" fmla="*/ 3412023 w 4790420"/>
                <a:gd name="connsiteY25" fmla="*/ 4539098 h 6158425"/>
                <a:gd name="connsiteX26" fmla="*/ 4425057 w 4790420"/>
                <a:gd name="connsiteY26" fmla="*/ 2267148 h 6158425"/>
                <a:gd name="connsiteX27" fmla="*/ 2870669 w 4790420"/>
                <a:gd name="connsiteY27" fmla="*/ 325018 h 615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90420" h="6158425">
                  <a:moveTo>
                    <a:pt x="2053988" y="847831"/>
                  </a:moveTo>
                  <a:cubicBezTo>
                    <a:pt x="1101898" y="847831"/>
                    <a:pt x="330076" y="1619653"/>
                    <a:pt x="330076" y="2571743"/>
                  </a:cubicBezTo>
                  <a:cubicBezTo>
                    <a:pt x="330076" y="3523833"/>
                    <a:pt x="1101898" y="4295655"/>
                    <a:pt x="2053988" y="4295655"/>
                  </a:cubicBezTo>
                  <a:cubicBezTo>
                    <a:pt x="3006078" y="4295655"/>
                    <a:pt x="3777900" y="3523833"/>
                    <a:pt x="3777900" y="2571743"/>
                  </a:cubicBezTo>
                  <a:cubicBezTo>
                    <a:pt x="3777900" y="1619653"/>
                    <a:pt x="3006078" y="847831"/>
                    <a:pt x="2053988" y="847831"/>
                  </a:cubicBezTo>
                  <a:close/>
                  <a:moveTo>
                    <a:pt x="2053988" y="517755"/>
                  </a:moveTo>
                  <a:cubicBezTo>
                    <a:pt x="3188374" y="517755"/>
                    <a:pt x="4107976" y="1437357"/>
                    <a:pt x="4107976" y="2571743"/>
                  </a:cubicBezTo>
                  <a:cubicBezTo>
                    <a:pt x="4107976" y="3706129"/>
                    <a:pt x="3188374" y="4625731"/>
                    <a:pt x="2053988" y="4625731"/>
                  </a:cubicBezTo>
                  <a:cubicBezTo>
                    <a:pt x="919602" y="4625731"/>
                    <a:pt x="0" y="3706129"/>
                    <a:pt x="0" y="2571743"/>
                  </a:cubicBezTo>
                  <a:cubicBezTo>
                    <a:pt x="0" y="1437357"/>
                    <a:pt x="919602" y="517755"/>
                    <a:pt x="2053988" y="517755"/>
                  </a:cubicBezTo>
                  <a:close/>
                  <a:moveTo>
                    <a:pt x="2988811" y="0"/>
                  </a:moveTo>
                  <a:cubicBezTo>
                    <a:pt x="3951100" y="349790"/>
                    <a:pt x="4637600" y="1207537"/>
                    <a:pt x="4768061" y="2223084"/>
                  </a:cubicBezTo>
                  <a:cubicBezTo>
                    <a:pt x="4898521" y="3238630"/>
                    <a:pt x="4451113" y="4242043"/>
                    <a:pt x="3608480" y="4823700"/>
                  </a:cubicBezTo>
                  <a:cubicBezTo>
                    <a:pt x="3239828" y="5078175"/>
                    <a:pt x="2822516" y="5233293"/>
                    <a:pt x="2394040" y="5286916"/>
                  </a:cubicBezTo>
                  <a:lnTo>
                    <a:pt x="2333767" y="5292401"/>
                  </a:lnTo>
                  <a:lnTo>
                    <a:pt x="2333767" y="5858175"/>
                  </a:lnTo>
                  <a:lnTo>
                    <a:pt x="3057098" y="5858175"/>
                  </a:lnTo>
                  <a:lnTo>
                    <a:pt x="3057098" y="6158425"/>
                  </a:lnTo>
                  <a:lnTo>
                    <a:pt x="1310186" y="6158425"/>
                  </a:lnTo>
                  <a:lnTo>
                    <a:pt x="1310186" y="5858175"/>
                  </a:lnTo>
                  <a:lnTo>
                    <a:pt x="2033517" y="5858175"/>
                  </a:lnTo>
                  <a:lnTo>
                    <a:pt x="2033517" y="5307773"/>
                  </a:lnTo>
                  <a:lnTo>
                    <a:pt x="2024915" y="5307973"/>
                  </a:lnTo>
                  <a:cubicBezTo>
                    <a:pt x="1593121" y="5303425"/>
                    <a:pt x="1160876" y="5196770"/>
                    <a:pt x="765677" y="4985869"/>
                  </a:cubicBezTo>
                  <a:lnTo>
                    <a:pt x="928493" y="4680772"/>
                  </a:lnTo>
                  <a:cubicBezTo>
                    <a:pt x="1717645" y="5101908"/>
                    <a:pt x="2675882" y="5047244"/>
                    <a:pt x="3412023" y="4539098"/>
                  </a:cubicBezTo>
                  <a:cubicBezTo>
                    <a:pt x="4148164" y="4030951"/>
                    <a:pt x="4539029" y="3154350"/>
                    <a:pt x="4425057" y="2267148"/>
                  </a:cubicBezTo>
                  <a:cubicBezTo>
                    <a:pt x="4311084" y="1379947"/>
                    <a:pt x="3711344" y="630601"/>
                    <a:pt x="2870669" y="3250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376443" y="2755707"/>
            <a:ext cx="382977" cy="751143"/>
            <a:chOff x="1366350" y="2027371"/>
            <a:chExt cx="382977" cy="751143"/>
          </a:xfrm>
        </p:grpSpPr>
        <p:cxnSp>
          <p:nvCxnSpPr>
            <p:cNvPr id="97" name="直接连接符 96"/>
            <p:cNvCxnSpPr/>
            <p:nvPr/>
          </p:nvCxnSpPr>
          <p:spPr>
            <a:xfrm flipV="1">
              <a:off x="1368252" y="2027371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1366350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/>
          <p:cNvGrpSpPr/>
          <p:nvPr/>
        </p:nvGrpSpPr>
        <p:grpSpPr>
          <a:xfrm>
            <a:off x="7220493" y="2469337"/>
            <a:ext cx="4873762" cy="1856796"/>
            <a:chOff x="6001297" y="1701892"/>
            <a:chExt cx="4873762" cy="1856796"/>
          </a:xfrm>
        </p:grpSpPr>
        <p:cxnSp>
          <p:nvCxnSpPr>
            <p:cNvPr id="100" name="直接连接符 99"/>
            <p:cNvCxnSpPr>
              <a:stCxn id="102" idx="0"/>
            </p:cNvCxnSpPr>
            <p:nvPr/>
          </p:nvCxnSpPr>
          <p:spPr>
            <a:xfrm flipV="1">
              <a:off x="7538229" y="2043706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组合 100"/>
            <p:cNvGrpSpPr/>
            <p:nvPr/>
          </p:nvGrpSpPr>
          <p:grpSpPr>
            <a:xfrm>
              <a:off x="6001297" y="1701892"/>
              <a:ext cx="4873762" cy="1856796"/>
              <a:chOff x="6001297" y="1701892"/>
              <a:chExt cx="4873762" cy="1856796"/>
            </a:xfrm>
          </p:grpSpPr>
          <p:sp>
            <p:nvSpPr>
              <p:cNvPr id="102" name="椭圆 101"/>
              <p:cNvSpPr/>
              <p:nvPr/>
            </p:nvSpPr>
            <p:spPr>
              <a:xfrm>
                <a:off x="7156524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03" name="直接连接符 102"/>
              <p:cNvCxnSpPr>
                <a:stCxn id="125" idx="6"/>
                <a:endCxn id="102" idx="2"/>
              </p:cNvCxnSpPr>
              <p:nvPr/>
            </p:nvCxnSpPr>
            <p:spPr>
              <a:xfrm>
                <a:off x="6001297" y="3176768"/>
                <a:ext cx="11552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7539500" y="2031009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任意多边形 104"/>
              <p:cNvSpPr>
                <a:spLocks noChangeAspect="1"/>
              </p:cNvSpPr>
              <p:nvPr/>
            </p:nvSpPr>
            <p:spPr>
              <a:xfrm>
                <a:off x="7406200" y="2962004"/>
                <a:ext cx="264487" cy="431644"/>
              </a:xfrm>
              <a:custGeom>
                <a:avLst/>
                <a:gdLst>
                  <a:gd name="connsiteX0" fmla="*/ 3411 w 2415654"/>
                  <a:gd name="connsiteY0" fmla="*/ 1160060 h 3957849"/>
                  <a:gd name="connsiteX1" fmla="*/ 392373 w 2415654"/>
                  <a:gd name="connsiteY1" fmla="*/ 1160060 h 3957849"/>
                  <a:gd name="connsiteX2" fmla="*/ 392373 w 2415654"/>
                  <a:gd name="connsiteY2" fmla="*/ 2123285 h 3957849"/>
                  <a:gd name="connsiteX3" fmla="*/ 396449 w 2415654"/>
                  <a:gd name="connsiteY3" fmla="*/ 2204161 h 3957849"/>
                  <a:gd name="connsiteX4" fmla="*/ 791679 w 2415654"/>
                  <a:gd name="connsiteY4" fmla="*/ 2811618 h 3957849"/>
                  <a:gd name="connsiteX5" fmla="*/ 1612465 w 2415654"/>
                  <a:gd name="connsiteY5" fmla="*/ 2818304 h 3957849"/>
                  <a:gd name="connsiteX6" fmla="*/ 2024800 w 2415654"/>
                  <a:gd name="connsiteY6" fmla="*/ 2108576 h 3957849"/>
                  <a:gd name="connsiteX7" fmla="*/ 2026692 w 2415654"/>
                  <a:gd name="connsiteY7" fmla="*/ 2108576 h 3957849"/>
                  <a:gd name="connsiteX8" fmla="*/ 2026692 w 2415654"/>
                  <a:gd name="connsiteY8" fmla="*/ 1160060 h 3957849"/>
                  <a:gd name="connsiteX9" fmla="*/ 2415654 w 2415654"/>
                  <a:gd name="connsiteY9" fmla="*/ 1160060 h 3957849"/>
                  <a:gd name="connsiteX10" fmla="*/ 2415654 w 2415654"/>
                  <a:gd name="connsiteY10" fmla="*/ 2108577 h 3957849"/>
                  <a:gd name="connsiteX11" fmla="*/ 2415654 w 2415654"/>
                  <a:gd name="connsiteY11" fmla="*/ 2135873 h 3957849"/>
                  <a:gd name="connsiteX12" fmla="*/ 2413832 w 2415654"/>
                  <a:gd name="connsiteY12" fmla="*/ 2135873 h 3957849"/>
                  <a:gd name="connsiteX13" fmla="*/ 2404919 w 2415654"/>
                  <a:gd name="connsiteY13" fmla="*/ 2269414 h 3957849"/>
                  <a:gd name="connsiteX14" fmla="*/ 1806051 w 2415654"/>
                  <a:gd name="connsiteY14" fmla="*/ 3157850 h 3957849"/>
                  <a:gd name="connsiteX15" fmla="*/ 1509944 w 2415654"/>
                  <a:gd name="connsiteY15" fmla="*/ 3278039 h 3957849"/>
                  <a:gd name="connsiteX16" fmla="*/ 1433014 w 2415654"/>
                  <a:gd name="connsiteY16" fmla="*/ 3292621 h 3957849"/>
                  <a:gd name="connsiteX17" fmla="*/ 1433014 w 2415654"/>
                  <a:gd name="connsiteY17" fmla="*/ 3718944 h 3957849"/>
                  <a:gd name="connsiteX18" fmla="*/ 1194109 w 2415654"/>
                  <a:gd name="connsiteY18" fmla="*/ 3957849 h 3957849"/>
                  <a:gd name="connsiteX19" fmla="*/ 955204 w 2415654"/>
                  <a:gd name="connsiteY19" fmla="*/ 3718944 h 3957849"/>
                  <a:gd name="connsiteX20" fmla="*/ 955204 w 2415654"/>
                  <a:gd name="connsiteY20" fmla="*/ 3287107 h 3957849"/>
                  <a:gd name="connsiteX21" fmla="*/ 886698 w 2415654"/>
                  <a:gd name="connsiteY21" fmla="*/ 3272962 h 3957849"/>
                  <a:gd name="connsiteX22" fmla="*/ 592588 w 2415654"/>
                  <a:gd name="connsiteY22" fmla="*/ 3147965 h 3957849"/>
                  <a:gd name="connsiteX23" fmla="*/ 160 w 2415654"/>
                  <a:gd name="connsiteY23" fmla="*/ 2088900 h 3957849"/>
                  <a:gd name="connsiteX24" fmla="*/ 3411 w 2415654"/>
                  <a:gd name="connsiteY24" fmla="*/ 2088953 h 3957849"/>
                  <a:gd name="connsiteX25" fmla="*/ 1207827 w 2415654"/>
                  <a:gd name="connsiteY25" fmla="*/ 0 h 3957849"/>
                  <a:gd name="connsiteX26" fmla="*/ 1849272 w 2415654"/>
                  <a:gd name="connsiteY26" fmla="*/ 641445 h 3957849"/>
                  <a:gd name="connsiteX27" fmla="*/ 1849272 w 2415654"/>
                  <a:gd name="connsiteY27" fmla="*/ 2033516 h 3957849"/>
                  <a:gd name="connsiteX28" fmla="*/ 1207827 w 2415654"/>
                  <a:gd name="connsiteY28" fmla="*/ 2674961 h 3957849"/>
                  <a:gd name="connsiteX29" fmla="*/ 566382 w 2415654"/>
                  <a:gd name="connsiteY29" fmla="*/ 2033516 h 3957849"/>
                  <a:gd name="connsiteX30" fmla="*/ 566382 w 2415654"/>
                  <a:gd name="connsiteY30" fmla="*/ 641445 h 3957849"/>
                  <a:gd name="connsiteX31" fmla="*/ 1207827 w 2415654"/>
                  <a:gd name="connsiteY31" fmla="*/ 0 h 3957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15654" h="3957849">
                    <a:moveTo>
                      <a:pt x="3411" y="1160060"/>
                    </a:moveTo>
                    <a:lnTo>
                      <a:pt x="392373" y="1160060"/>
                    </a:lnTo>
                    <a:lnTo>
                      <a:pt x="392373" y="2123285"/>
                    </a:lnTo>
                    <a:lnTo>
                      <a:pt x="396449" y="2204161"/>
                    </a:lnTo>
                    <a:cubicBezTo>
                      <a:pt x="425976" y="2455114"/>
                      <a:pt x="570709" y="2680821"/>
                      <a:pt x="791679" y="2811618"/>
                    </a:cubicBezTo>
                    <a:cubicBezTo>
                      <a:pt x="1044216" y="2961101"/>
                      <a:pt x="1357526" y="2963653"/>
                      <a:pt x="1612465" y="2818304"/>
                    </a:cubicBezTo>
                    <a:cubicBezTo>
                      <a:pt x="1867404" y="2672955"/>
                      <a:pt x="2024800" y="2402038"/>
                      <a:pt x="2024800" y="2108576"/>
                    </a:cubicBezTo>
                    <a:lnTo>
                      <a:pt x="2026692" y="2108576"/>
                    </a:lnTo>
                    <a:lnTo>
                      <a:pt x="2026692" y="1160060"/>
                    </a:lnTo>
                    <a:lnTo>
                      <a:pt x="2415654" y="1160060"/>
                    </a:lnTo>
                    <a:lnTo>
                      <a:pt x="2415654" y="2108577"/>
                    </a:lnTo>
                    <a:lnTo>
                      <a:pt x="2415654" y="2135873"/>
                    </a:lnTo>
                    <a:lnTo>
                      <a:pt x="2413832" y="2135873"/>
                    </a:lnTo>
                    <a:lnTo>
                      <a:pt x="2404919" y="2269414"/>
                    </a:lnTo>
                    <a:cubicBezTo>
                      <a:pt x="2355227" y="2639667"/>
                      <a:pt x="2135844" y="2969825"/>
                      <a:pt x="1806051" y="3157850"/>
                    </a:cubicBezTo>
                    <a:cubicBezTo>
                      <a:pt x="1711825" y="3211572"/>
                      <a:pt x="1612205" y="3251627"/>
                      <a:pt x="1509944" y="3278039"/>
                    </a:cubicBezTo>
                    <a:lnTo>
                      <a:pt x="1433014" y="3292621"/>
                    </a:lnTo>
                    <a:lnTo>
                      <a:pt x="1433014" y="3718944"/>
                    </a:lnTo>
                    <a:cubicBezTo>
                      <a:pt x="1433014" y="3850888"/>
                      <a:pt x="1326053" y="3957849"/>
                      <a:pt x="1194109" y="3957849"/>
                    </a:cubicBezTo>
                    <a:cubicBezTo>
                      <a:pt x="1062165" y="3957849"/>
                      <a:pt x="955204" y="3850888"/>
                      <a:pt x="955204" y="3718944"/>
                    </a:cubicBezTo>
                    <a:lnTo>
                      <a:pt x="955204" y="3287107"/>
                    </a:lnTo>
                    <a:lnTo>
                      <a:pt x="886698" y="3272962"/>
                    </a:lnTo>
                    <a:cubicBezTo>
                      <a:pt x="784881" y="3244888"/>
                      <a:pt x="685927" y="3203215"/>
                      <a:pt x="592588" y="3147965"/>
                    </a:cubicBezTo>
                    <a:cubicBezTo>
                      <a:pt x="219233" y="2926967"/>
                      <a:pt x="-6908" y="2522702"/>
                      <a:pt x="160" y="2088900"/>
                    </a:cubicBezTo>
                    <a:lnTo>
                      <a:pt x="3411" y="2088953"/>
                    </a:lnTo>
                    <a:close/>
                    <a:moveTo>
                      <a:pt x="1207827" y="0"/>
                    </a:moveTo>
                    <a:cubicBezTo>
                      <a:pt x="1562087" y="0"/>
                      <a:pt x="1849272" y="287185"/>
                      <a:pt x="1849272" y="641445"/>
                    </a:cubicBezTo>
                    <a:lnTo>
                      <a:pt x="1849272" y="2033516"/>
                    </a:lnTo>
                    <a:cubicBezTo>
                      <a:pt x="1849272" y="2387776"/>
                      <a:pt x="1562087" y="2674961"/>
                      <a:pt x="1207827" y="2674961"/>
                    </a:cubicBezTo>
                    <a:cubicBezTo>
                      <a:pt x="853567" y="2674961"/>
                      <a:pt x="566382" y="2387776"/>
                      <a:pt x="566382" y="2033516"/>
                    </a:cubicBezTo>
                    <a:lnTo>
                      <a:pt x="566382" y="641445"/>
                    </a:lnTo>
                    <a:cubicBezTo>
                      <a:pt x="566382" y="287185"/>
                      <a:pt x="853567" y="0"/>
                      <a:pt x="120782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7997439" y="1701892"/>
                <a:ext cx="2877620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en-US" altLang="zh-CN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服务器接收请求并向浏览器发送响应报文</a:t>
                </a:r>
                <a:endPara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7" name="组合 106"/>
          <p:cNvGrpSpPr/>
          <p:nvPr/>
        </p:nvGrpSpPr>
        <p:grpSpPr>
          <a:xfrm>
            <a:off x="68607" y="3562293"/>
            <a:ext cx="3452616" cy="1684251"/>
            <a:chOff x="1257327" y="2794848"/>
            <a:chExt cx="3452616" cy="1684251"/>
          </a:xfrm>
        </p:grpSpPr>
        <p:grpSp>
          <p:nvGrpSpPr>
            <p:cNvPr id="108" name="组合 107"/>
            <p:cNvGrpSpPr/>
            <p:nvPr/>
          </p:nvGrpSpPr>
          <p:grpSpPr>
            <a:xfrm>
              <a:off x="2938682" y="2794848"/>
              <a:ext cx="1771261" cy="763840"/>
              <a:chOff x="2938682" y="2794848"/>
              <a:chExt cx="1771261" cy="763840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3946103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10" name="直接连接符 109"/>
              <p:cNvCxnSpPr>
                <a:stCxn id="93" idx="6"/>
                <a:endCxn id="109" idx="2"/>
              </p:cNvCxnSpPr>
              <p:nvPr/>
            </p:nvCxnSpPr>
            <p:spPr>
              <a:xfrm flipV="1">
                <a:off x="2938682" y="3176768"/>
                <a:ext cx="1007421" cy="1632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任意多边形 110"/>
              <p:cNvSpPr>
                <a:spLocks noChangeAspect="1"/>
              </p:cNvSpPr>
              <p:nvPr/>
            </p:nvSpPr>
            <p:spPr>
              <a:xfrm>
                <a:off x="4112417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1257327" y="3558688"/>
              <a:ext cx="3077259" cy="920411"/>
              <a:chOff x="1257327" y="3558688"/>
              <a:chExt cx="3077259" cy="920411"/>
            </a:xfrm>
          </p:grpSpPr>
          <p:cxnSp>
            <p:nvCxnSpPr>
              <p:cNvPr id="113" name="直接连接符 112"/>
              <p:cNvCxnSpPr/>
              <p:nvPr/>
            </p:nvCxnSpPr>
            <p:spPr>
              <a:xfrm>
                <a:off x="4328236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 rot="10800000">
                <a:off x="3953725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文本框 114"/>
              <p:cNvSpPr txBox="1"/>
              <p:nvPr/>
            </p:nvSpPr>
            <p:spPr>
              <a:xfrm>
                <a:off x="1257327" y="4140563"/>
                <a:ext cx="2879737" cy="338536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封装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HTTP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请求报文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6" name="组合 115"/>
          <p:cNvGrpSpPr/>
          <p:nvPr/>
        </p:nvGrpSpPr>
        <p:grpSpPr>
          <a:xfrm>
            <a:off x="7590903" y="3562293"/>
            <a:ext cx="3638268" cy="1682940"/>
            <a:chOff x="7047571" y="2794848"/>
            <a:chExt cx="3638268" cy="1682940"/>
          </a:xfrm>
        </p:grpSpPr>
        <p:sp>
          <p:nvSpPr>
            <p:cNvPr id="117" name="椭圆 116"/>
            <p:cNvSpPr/>
            <p:nvPr/>
          </p:nvSpPr>
          <p:spPr>
            <a:xfrm>
              <a:off x="9921999" y="2794848"/>
              <a:ext cx="763840" cy="76384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118" name="直接连接符 117"/>
            <p:cNvCxnSpPr>
              <a:stCxn id="102" idx="6"/>
              <a:endCxn id="117" idx="2"/>
            </p:cNvCxnSpPr>
            <p:nvPr/>
          </p:nvCxnSpPr>
          <p:spPr>
            <a:xfrm flipV="1">
              <a:off x="8596227" y="3176768"/>
              <a:ext cx="1325772" cy="163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>
              <a:stCxn id="117" idx="4"/>
            </p:cNvCxnSpPr>
            <p:nvPr/>
          </p:nvCxnSpPr>
          <p:spPr>
            <a:xfrm>
              <a:off x="10304343" y="3558688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rot="10800000">
              <a:off x="9922002" y="4324642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任意多边形 120"/>
            <p:cNvSpPr>
              <a:spLocks noChangeAspect="1"/>
            </p:cNvSpPr>
            <p:nvPr/>
          </p:nvSpPr>
          <p:spPr>
            <a:xfrm>
              <a:off x="10125127" y="2962004"/>
              <a:ext cx="359703" cy="431644"/>
            </a:xfrm>
            <a:custGeom>
              <a:avLst/>
              <a:gdLst>
                <a:gd name="connsiteX0" fmla="*/ 2088797 w 4696209"/>
                <a:gd name="connsiteY0" fmla="*/ 2028780 h 5645436"/>
                <a:gd name="connsiteX1" fmla="*/ 2539173 w 4696209"/>
                <a:gd name="connsiteY1" fmla="*/ 2028780 h 5645436"/>
                <a:gd name="connsiteX2" fmla="*/ 2539173 w 4696209"/>
                <a:gd name="connsiteY2" fmla="*/ 3205719 h 5645436"/>
                <a:gd name="connsiteX3" fmla="*/ 3543193 w 4696209"/>
                <a:gd name="connsiteY3" fmla="*/ 3785390 h 5645436"/>
                <a:gd name="connsiteX4" fmla="*/ 3318005 w 4696209"/>
                <a:gd name="connsiteY4" fmla="*/ 4175427 h 5645436"/>
                <a:gd name="connsiteX5" fmla="*/ 2088797 w 4696209"/>
                <a:gd name="connsiteY5" fmla="*/ 3465743 h 5645436"/>
                <a:gd name="connsiteX6" fmla="*/ 2098957 w 4696209"/>
                <a:gd name="connsiteY6" fmla="*/ 3448147 h 5645436"/>
                <a:gd name="connsiteX7" fmla="*/ 2088797 w 4696209"/>
                <a:gd name="connsiteY7" fmla="*/ 3448147 h 5645436"/>
                <a:gd name="connsiteX8" fmla="*/ 2348105 w 4696209"/>
                <a:gd name="connsiteY8" fmla="*/ 1488857 h 5645436"/>
                <a:gd name="connsiteX9" fmla="*/ 525293 w 4696209"/>
                <a:gd name="connsiteY9" fmla="*/ 3311669 h 5645436"/>
                <a:gd name="connsiteX10" fmla="*/ 2348105 w 4696209"/>
                <a:gd name="connsiteY10" fmla="*/ 5134481 h 5645436"/>
                <a:gd name="connsiteX11" fmla="*/ 4170917 w 4696209"/>
                <a:gd name="connsiteY11" fmla="*/ 3311669 h 5645436"/>
                <a:gd name="connsiteX12" fmla="*/ 2348105 w 4696209"/>
                <a:gd name="connsiteY12" fmla="*/ 1488857 h 5645436"/>
                <a:gd name="connsiteX13" fmla="*/ 2348105 w 4696209"/>
                <a:gd name="connsiteY13" fmla="*/ 977902 h 5645436"/>
                <a:gd name="connsiteX14" fmla="*/ 4681872 w 4696209"/>
                <a:gd name="connsiteY14" fmla="*/ 3311669 h 5645436"/>
                <a:gd name="connsiteX15" fmla="*/ 2348105 w 4696209"/>
                <a:gd name="connsiteY15" fmla="*/ 5645436 h 5645436"/>
                <a:gd name="connsiteX16" fmla="*/ 14338 w 4696209"/>
                <a:gd name="connsiteY16" fmla="*/ 3311669 h 5645436"/>
                <a:gd name="connsiteX17" fmla="*/ 2348105 w 4696209"/>
                <a:gd name="connsiteY17" fmla="*/ 977902 h 5645436"/>
                <a:gd name="connsiteX18" fmla="*/ 3210794 w 4696209"/>
                <a:gd name="connsiteY18" fmla="*/ 1525 h 5645436"/>
                <a:gd name="connsiteX19" fmla="*/ 3559690 w 4696209"/>
                <a:gd name="connsiteY19" fmla="*/ 82166 h 5645436"/>
                <a:gd name="connsiteX20" fmla="*/ 4389841 w 4696209"/>
                <a:gd name="connsiteY20" fmla="*/ 561454 h 5645436"/>
                <a:gd name="connsiteX21" fmla="*/ 4664989 w 4696209"/>
                <a:gd name="connsiteY21" fmla="*/ 1285059 h 5645436"/>
                <a:gd name="connsiteX22" fmla="*/ 4652365 w 4696209"/>
                <a:gd name="connsiteY22" fmla="*/ 1313093 h 5645436"/>
                <a:gd name="connsiteX23" fmla="*/ 4548130 w 4696209"/>
                <a:gd name="connsiteY23" fmla="*/ 1493633 h 5645436"/>
                <a:gd name="connsiteX24" fmla="*/ 4361174 w 4696209"/>
                <a:gd name="connsiteY24" fmla="*/ 1610458 h 5645436"/>
                <a:gd name="connsiteX25" fmla="*/ 4227467 w 4696209"/>
                <a:gd name="connsiteY25" fmla="*/ 1579554 h 5645436"/>
                <a:gd name="connsiteX26" fmla="*/ 2742962 w 4696209"/>
                <a:gd name="connsiteY26" fmla="*/ 722476 h 5645436"/>
                <a:gd name="connsiteX27" fmla="*/ 2627331 w 4696209"/>
                <a:gd name="connsiteY27" fmla="*/ 490166 h 5645436"/>
                <a:gd name="connsiteX28" fmla="*/ 2634097 w 4696209"/>
                <a:gd name="connsiteY28" fmla="*/ 460273 h 5645436"/>
                <a:gd name="connsiteX29" fmla="*/ 2722954 w 4696209"/>
                <a:gd name="connsiteY29" fmla="*/ 306368 h 5645436"/>
                <a:gd name="connsiteX30" fmla="*/ 3210794 w 4696209"/>
                <a:gd name="connsiteY30" fmla="*/ 1525 h 5645436"/>
                <a:gd name="connsiteX31" fmla="*/ 1485416 w 4696209"/>
                <a:gd name="connsiteY31" fmla="*/ 1525 h 5645436"/>
                <a:gd name="connsiteX32" fmla="*/ 1973255 w 4696209"/>
                <a:gd name="connsiteY32" fmla="*/ 306368 h 5645436"/>
                <a:gd name="connsiteX33" fmla="*/ 2062112 w 4696209"/>
                <a:gd name="connsiteY33" fmla="*/ 460273 h 5645436"/>
                <a:gd name="connsiteX34" fmla="*/ 2068878 w 4696209"/>
                <a:gd name="connsiteY34" fmla="*/ 490166 h 5645436"/>
                <a:gd name="connsiteX35" fmla="*/ 1953247 w 4696209"/>
                <a:gd name="connsiteY35" fmla="*/ 722476 h 5645436"/>
                <a:gd name="connsiteX36" fmla="*/ 468743 w 4696209"/>
                <a:gd name="connsiteY36" fmla="*/ 1579554 h 5645436"/>
                <a:gd name="connsiteX37" fmla="*/ 335035 w 4696209"/>
                <a:gd name="connsiteY37" fmla="*/ 1610458 h 5645436"/>
                <a:gd name="connsiteX38" fmla="*/ 148079 w 4696209"/>
                <a:gd name="connsiteY38" fmla="*/ 1493633 h 5645436"/>
                <a:gd name="connsiteX39" fmla="*/ 43845 w 4696209"/>
                <a:gd name="connsiteY39" fmla="*/ 1313093 h 5645436"/>
                <a:gd name="connsiteX40" fmla="*/ 31220 w 4696209"/>
                <a:gd name="connsiteY40" fmla="*/ 1285059 h 5645436"/>
                <a:gd name="connsiteX41" fmla="*/ 306368 w 4696209"/>
                <a:gd name="connsiteY41" fmla="*/ 561454 h 5645436"/>
                <a:gd name="connsiteX42" fmla="*/ 1136520 w 4696209"/>
                <a:gd name="connsiteY42" fmla="*/ 82166 h 5645436"/>
                <a:gd name="connsiteX43" fmla="*/ 1485416 w 4696209"/>
                <a:gd name="connsiteY43" fmla="*/ 1525 h 56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696209" h="5645436">
                  <a:moveTo>
                    <a:pt x="2088797" y="2028780"/>
                  </a:moveTo>
                  <a:lnTo>
                    <a:pt x="2539173" y="2028780"/>
                  </a:lnTo>
                  <a:lnTo>
                    <a:pt x="2539173" y="3205719"/>
                  </a:lnTo>
                  <a:lnTo>
                    <a:pt x="3543193" y="3785390"/>
                  </a:lnTo>
                  <a:lnTo>
                    <a:pt x="3318005" y="4175427"/>
                  </a:lnTo>
                  <a:lnTo>
                    <a:pt x="2088797" y="3465743"/>
                  </a:lnTo>
                  <a:lnTo>
                    <a:pt x="2098957" y="3448147"/>
                  </a:lnTo>
                  <a:lnTo>
                    <a:pt x="2088797" y="3448147"/>
                  </a:lnTo>
                  <a:close/>
                  <a:moveTo>
                    <a:pt x="2348105" y="1488857"/>
                  </a:moveTo>
                  <a:cubicBezTo>
                    <a:pt x="1341394" y="1488857"/>
                    <a:pt x="525293" y="2304958"/>
                    <a:pt x="525293" y="3311669"/>
                  </a:cubicBezTo>
                  <a:cubicBezTo>
                    <a:pt x="525293" y="4318380"/>
                    <a:pt x="1341394" y="5134481"/>
                    <a:pt x="2348105" y="5134481"/>
                  </a:cubicBezTo>
                  <a:cubicBezTo>
                    <a:pt x="3354816" y="5134481"/>
                    <a:pt x="4170917" y="4318380"/>
                    <a:pt x="4170917" y="3311669"/>
                  </a:cubicBezTo>
                  <a:cubicBezTo>
                    <a:pt x="4170917" y="2304958"/>
                    <a:pt x="3354816" y="1488857"/>
                    <a:pt x="2348105" y="1488857"/>
                  </a:cubicBezTo>
                  <a:close/>
                  <a:moveTo>
                    <a:pt x="2348105" y="977902"/>
                  </a:moveTo>
                  <a:cubicBezTo>
                    <a:pt x="3637009" y="977902"/>
                    <a:pt x="4681872" y="2022765"/>
                    <a:pt x="4681872" y="3311669"/>
                  </a:cubicBezTo>
                  <a:cubicBezTo>
                    <a:pt x="4681872" y="4600573"/>
                    <a:pt x="3637009" y="5645436"/>
                    <a:pt x="2348105" y="5645436"/>
                  </a:cubicBezTo>
                  <a:cubicBezTo>
                    <a:pt x="1059201" y="5645436"/>
                    <a:pt x="14338" y="4600573"/>
                    <a:pt x="14338" y="3311669"/>
                  </a:cubicBezTo>
                  <a:cubicBezTo>
                    <a:pt x="14338" y="2022765"/>
                    <a:pt x="1059201" y="977902"/>
                    <a:pt x="2348105" y="977902"/>
                  </a:cubicBezTo>
                  <a:close/>
                  <a:moveTo>
                    <a:pt x="3210794" y="1525"/>
                  </a:moveTo>
                  <a:cubicBezTo>
                    <a:pt x="3328480" y="-6792"/>
                    <a:pt x="3449826" y="18736"/>
                    <a:pt x="3559690" y="82166"/>
                  </a:cubicBezTo>
                  <a:lnTo>
                    <a:pt x="4389841" y="561454"/>
                  </a:lnTo>
                  <a:cubicBezTo>
                    <a:pt x="4646190" y="709457"/>
                    <a:pt x="4755086" y="1014775"/>
                    <a:pt x="4664989" y="1285059"/>
                  </a:cubicBezTo>
                  <a:lnTo>
                    <a:pt x="4652365" y="1313093"/>
                  </a:lnTo>
                  <a:lnTo>
                    <a:pt x="4548130" y="1493633"/>
                  </a:lnTo>
                  <a:cubicBezTo>
                    <a:pt x="4507616" y="1563805"/>
                    <a:pt x="4436343" y="1605146"/>
                    <a:pt x="4361174" y="1610458"/>
                  </a:cubicBezTo>
                  <a:cubicBezTo>
                    <a:pt x="4316074" y="1613646"/>
                    <a:pt x="4269570" y="1603863"/>
                    <a:pt x="4227467" y="1579554"/>
                  </a:cubicBezTo>
                  <a:lnTo>
                    <a:pt x="2742962" y="722476"/>
                  </a:lnTo>
                  <a:cubicBezTo>
                    <a:pt x="2658756" y="673860"/>
                    <a:pt x="2616066" y="580949"/>
                    <a:pt x="2627331" y="490166"/>
                  </a:cubicBezTo>
                  <a:lnTo>
                    <a:pt x="2634097" y="460273"/>
                  </a:lnTo>
                  <a:lnTo>
                    <a:pt x="2722954" y="306368"/>
                  </a:lnTo>
                  <a:cubicBezTo>
                    <a:pt x="2828671" y="123262"/>
                    <a:pt x="3014650" y="15387"/>
                    <a:pt x="3210794" y="1525"/>
                  </a:cubicBezTo>
                  <a:close/>
                  <a:moveTo>
                    <a:pt x="1485416" y="1525"/>
                  </a:moveTo>
                  <a:cubicBezTo>
                    <a:pt x="1681559" y="15386"/>
                    <a:pt x="1867539" y="123262"/>
                    <a:pt x="1973255" y="306368"/>
                  </a:cubicBezTo>
                  <a:lnTo>
                    <a:pt x="2062112" y="460273"/>
                  </a:lnTo>
                  <a:lnTo>
                    <a:pt x="2068878" y="490166"/>
                  </a:lnTo>
                  <a:cubicBezTo>
                    <a:pt x="2080144" y="580949"/>
                    <a:pt x="2037454" y="673859"/>
                    <a:pt x="1953247" y="722476"/>
                  </a:cubicBezTo>
                  <a:lnTo>
                    <a:pt x="468743" y="1579554"/>
                  </a:lnTo>
                  <a:cubicBezTo>
                    <a:pt x="426639" y="1603863"/>
                    <a:pt x="380136" y="1613646"/>
                    <a:pt x="335035" y="1610458"/>
                  </a:cubicBezTo>
                  <a:cubicBezTo>
                    <a:pt x="259866" y="1605146"/>
                    <a:pt x="188593" y="1563805"/>
                    <a:pt x="148079" y="1493633"/>
                  </a:cubicBezTo>
                  <a:lnTo>
                    <a:pt x="43845" y="1313093"/>
                  </a:lnTo>
                  <a:lnTo>
                    <a:pt x="31220" y="1285059"/>
                  </a:lnTo>
                  <a:cubicBezTo>
                    <a:pt x="-58877" y="1014775"/>
                    <a:pt x="50020" y="709457"/>
                    <a:pt x="306368" y="561454"/>
                  </a:cubicBezTo>
                  <a:lnTo>
                    <a:pt x="1136520" y="82166"/>
                  </a:lnTo>
                  <a:cubicBezTo>
                    <a:pt x="1246384" y="18736"/>
                    <a:pt x="1367729" y="-6792"/>
                    <a:pt x="1485416" y="15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7047571" y="4139252"/>
              <a:ext cx="2879736" cy="338536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p>
              <a:pPr algn="ctr" eaLnBrk="1" hangingPunct="1">
                <a:defRPr/>
              </a:pP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Web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服务器关闭 </a:t>
              </a: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TCP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连接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3570010" y="3562293"/>
            <a:ext cx="3650483" cy="1912832"/>
            <a:chOff x="1165476" y="2794848"/>
            <a:chExt cx="3650483" cy="1912832"/>
          </a:xfrm>
        </p:grpSpPr>
        <p:grpSp>
          <p:nvGrpSpPr>
            <p:cNvPr id="124" name="组合 123"/>
            <p:cNvGrpSpPr/>
            <p:nvPr/>
          </p:nvGrpSpPr>
          <p:grpSpPr>
            <a:xfrm>
              <a:off x="4052119" y="2794848"/>
              <a:ext cx="763840" cy="763840"/>
              <a:chOff x="4052119" y="2794848"/>
              <a:chExt cx="763840" cy="763840"/>
            </a:xfrm>
          </p:grpSpPr>
          <p:sp>
            <p:nvSpPr>
              <p:cNvPr id="125" name="椭圆 124"/>
              <p:cNvSpPr/>
              <p:nvPr/>
            </p:nvSpPr>
            <p:spPr>
              <a:xfrm>
                <a:off x="4052119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6" name="任意多边形 23"/>
              <p:cNvSpPr>
                <a:spLocks noChangeAspect="1"/>
              </p:cNvSpPr>
              <p:nvPr/>
            </p:nvSpPr>
            <p:spPr>
              <a:xfrm>
                <a:off x="4218433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组合 126"/>
            <p:cNvGrpSpPr/>
            <p:nvPr/>
          </p:nvGrpSpPr>
          <p:grpSpPr>
            <a:xfrm>
              <a:off x="1165476" y="3558688"/>
              <a:ext cx="3275126" cy="1148992"/>
              <a:chOff x="1165476" y="3558688"/>
              <a:chExt cx="3275126" cy="1148992"/>
            </a:xfrm>
          </p:grpSpPr>
          <p:cxnSp>
            <p:nvCxnSpPr>
              <p:cNvPr id="128" name="直接连接符 127"/>
              <p:cNvCxnSpPr>
                <a:stCxn id="125" idx="4"/>
              </p:cNvCxnSpPr>
              <p:nvPr/>
            </p:nvCxnSpPr>
            <p:spPr>
              <a:xfrm>
                <a:off x="4434252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 rot="10800000">
                <a:off x="4059741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文本框 129"/>
              <p:cNvSpPr txBox="1"/>
              <p:nvPr/>
            </p:nvSpPr>
            <p:spPr>
              <a:xfrm>
                <a:off x="1165476" y="4122923"/>
                <a:ext cx="2879737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浏览器向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服务器发送请求报文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1" name="组合 130"/>
          <p:cNvGrpSpPr/>
          <p:nvPr/>
        </p:nvGrpSpPr>
        <p:grpSpPr>
          <a:xfrm>
            <a:off x="4579377" y="2798454"/>
            <a:ext cx="763839" cy="1527679"/>
            <a:chOff x="4579377" y="2031009"/>
            <a:chExt cx="763839" cy="1527679"/>
          </a:xfrm>
        </p:grpSpPr>
        <p:grpSp>
          <p:nvGrpSpPr>
            <p:cNvPr id="132" name="组合 131"/>
            <p:cNvGrpSpPr/>
            <p:nvPr/>
          </p:nvGrpSpPr>
          <p:grpSpPr>
            <a:xfrm>
              <a:off x="4579377" y="2794848"/>
              <a:ext cx="763839" cy="763840"/>
              <a:chOff x="1626203" y="2794848"/>
              <a:chExt cx="763839" cy="763840"/>
            </a:xfrm>
          </p:grpSpPr>
          <p:sp>
            <p:nvSpPr>
              <p:cNvPr id="133" name="椭圆 132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34" name="任意多边形 24"/>
              <p:cNvSpPr>
                <a:spLocks noChangeAspect="1"/>
              </p:cNvSpPr>
              <p:nvPr/>
            </p:nvSpPr>
            <p:spPr>
              <a:xfrm>
                <a:off x="1839273" y="2962004"/>
                <a:ext cx="336428" cy="431644"/>
              </a:xfrm>
              <a:custGeom>
                <a:avLst/>
                <a:gdLst>
                  <a:gd name="connsiteX0" fmla="*/ 2053988 w 4790420"/>
                  <a:gd name="connsiteY0" fmla="*/ 847831 h 6158425"/>
                  <a:gd name="connsiteX1" fmla="*/ 330076 w 4790420"/>
                  <a:gd name="connsiteY1" fmla="*/ 2571743 h 6158425"/>
                  <a:gd name="connsiteX2" fmla="*/ 2053988 w 4790420"/>
                  <a:gd name="connsiteY2" fmla="*/ 4295655 h 6158425"/>
                  <a:gd name="connsiteX3" fmla="*/ 3777900 w 4790420"/>
                  <a:gd name="connsiteY3" fmla="*/ 2571743 h 6158425"/>
                  <a:gd name="connsiteX4" fmla="*/ 2053988 w 4790420"/>
                  <a:gd name="connsiteY4" fmla="*/ 847831 h 6158425"/>
                  <a:gd name="connsiteX5" fmla="*/ 2053988 w 4790420"/>
                  <a:gd name="connsiteY5" fmla="*/ 517755 h 6158425"/>
                  <a:gd name="connsiteX6" fmla="*/ 4107976 w 4790420"/>
                  <a:gd name="connsiteY6" fmla="*/ 2571743 h 6158425"/>
                  <a:gd name="connsiteX7" fmla="*/ 2053988 w 4790420"/>
                  <a:gd name="connsiteY7" fmla="*/ 4625731 h 6158425"/>
                  <a:gd name="connsiteX8" fmla="*/ 0 w 4790420"/>
                  <a:gd name="connsiteY8" fmla="*/ 2571743 h 6158425"/>
                  <a:gd name="connsiteX9" fmla="*/ 2053988 w 4790420"/>
                  <a:gd name="connsiteY9" fmla="*/ 517755 h 6158425"/>
                  <a:gd name="connsiteX10" fmla="*/ 2988811 w 4790420"/>
                  <a:gd name="connsiteY10" fmla="*/ 0 h 6158425"/>
                  <a:gd name="connsiteX11" fmla="*/ 4768061 w 4790420"/>
                  <a:gd name="connsiteY11" fmla="*/ 2223084 h 6158425"/>
                  <a:gd name="connsiteX12" fmla="*/ 3608480 w 4790420"/>
                  <a:gd name="connsiteY12" fmla="*/ 4823700 h 6158425"/>
                  <a:gd name="connsiteX13" fmla="*/ 2394040 w 4790420"/>
                  <a:gd name="connsiteY13" fmla="*/ 5286916 h 6158425"/>
                  <a:gd name="connsiteX14" fmla="*/ 2333767 w 4790420"/>
                  <a:gd name="connsiteY14" fmla="*/ 5292401 h 6158425"/>
                  <a:gd name="connsiteX15" fmla="*/ 2333767 w 4790420"/>
                  <a:gd name="connsiteY15" fmla="*/ 5858175 h 6158425"/>
                  <a:gd name="connsiteX16" fmla="*/ 3057098 w 4790420"/>
                  <a:gd name="connsiteY16" fmla="*/ 5858175 h 6158425"/>
                  <a:gd name="connsiteX17" fmla="*/ 3057098 w 4790420"/>
                  <a:gd name="connsiteY17" fmla="*/ 6158425 h 6158425"/>
                  <a:gd name="connsiteX18" fmla="*/ 1310186 w 4790420"/>
                  <a:gd name="connsiteY18" fmla="*/ 6158425 h 6158425"/>
                  <a:gd name="connsiteX19" fmla="*/ 1310186 w 4790420"/>
                  <a:gd name="connsiteY19" fmla="*/ 5858175 h 6158425"/>
                  <a:gd name="connsiteX20" fmla="*/ 2033517 w 4790420"/>
                  <a:gd name="connsiteY20" fmla="*/ 5858175 h 6158425"/>
                  <a:gd name="connsiteX21" fmla="*/ 2033517 w 4790420"/>
                  <a:gd name="connsiteY21" fmla="*/ 5307773 h 6158425"/>
                  <a:gd name="connsiteX22" fmla="*/ 2024915 w 4790420"/>
                  <a:gd name="connsiteY22" fmla="*/ 5307973 h 6158425"/>
                  <a:gd name="connsiteX23" fmla="*/ 765677 w 4790420"/>
                  <a:gd name="connsiteY23" fmla="*/ 4985869 h 6158425"/>
                  <a:gd name="connsiteX24" fmla="*/ 928493 w 4790420"/>
                  <a:gd name="connsiteY24" fmla="*/ 4680772 h 6158425"/>
                  <a:gd name="connsiteX25" fmla="*/ 3412023 w 4790420"/>
                  <a:gd name="connsiteY25" fmla="*/ 4539098 h 6158425"/>
                  <a:gd name="connsiteX26" fmla="*/ 4425057 w 4790420"/>
                  <a:gd name="connsiteY26" fmla="*/ 2267148 h 6158425"/>
                  <a:gd name="connsiteX27" fmla="*/ 2870669 w 4790420"/>
                  <a:gd name="connsiteY27" fmla="*/ 325018 h 615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90420" h="6158425">
                    <a:moveTo>
                      <a:pt x="2053988" y="847831"/>
                    </a:moveTo>
                    <a:cubicBezTo>
                      <a:pt x="1101898" y="847831"/>
                      <a:pt x="330076" y="1619653"/>
                      <a:pt x="330076" y="2571743"/>
                    </a:cubicBezTo>
                    <a:cubicBezTo>
                      <a:pt x="330076" y="3523833"/>
                      <a:pt x="1101898" y="4295655"/>
                      <a:pt x="2053988" y="4295655"/>
                    </a:cubicBezTo>
                    <a:cubicBezTo>
                      <a:pt x="3006078" y="4295655"/>
                      <a:pt x="3777900" y="3523833"/>
                      <a:pt x="3777900" y="2571743"/>
                    </a:cubicBezTo>
                    <a:cubicBezTo>
                      <a:pt x="3777900" y="1619653"/>
                      <a:pt x="3006078" y="847831"/>
                      <a:pt x="2053988" y="847831"/>
                    </a:cubicBezTo>
                    <a:close/>
                    <a:moveTo>
                      <a:pt x="2053988" y="517755"/>
                    </a:moveTo>
                    <a:cubicBezTo>
                      <a:pt x="3188374" y="517755"/>
                      <a:pt x="4107976" y="1437357"/>
                      <a:pt x="4107976" y="2571743"/>
                    </a:cubicBezTo>
                    <a:cubicBezTo>
                      <a:pt x="4107976" y="3706129"/>
                      <a:pt x="3188374" y="4625731"/>
                      <a:pt x="2053988" y="4625731"/>
                    </a:cubicBezTo>
                    <a:cubicBezTo>
                      <a:pt x="919602" y="4625731"/>
                      <a:pt x="0" y="3706129"/>
                      <a:pt x="0" y="2571743"/>
                    </a:cubicBezTo>
                    <a:cubicBezTo>
                      <a:pt x="0" y="1437357"/>
                      <a:pt x="919602" y="517755"/>
                      <a:pt x="2053988" y="517755"/>
                    </a:cubicBezTo>
                    <a:close/>
                    <a:moveTo>
                      <a:pt x="2988811" y="0"/>
                    </a:moveTo>
                    <a:cubicBezTo>
                      <a:pt x="3951100" y="349790"/>
                      <a:pt x="4637600" y="1207537"/>
                      <a:pt x="4768061" y="2223084"/>
                    </a:cubicBezTo>
                    <a:cubicBezTo>
                      <a:pt x="4898521" y="3238630"/>
                      <a:pt x="4451113" y="4242043"/>
                      <a:pt x="3608480" y="4823700"/>
                    </a:cubicBezTo>
                    <a:cubicBezTo>
                      <a:pt x="3239828" y="5078175"/>
                      <a:pt x="2822516" y="5233293"/>
                      <a:pt x="2394040" y="5286916"/>
                    </a:cubicBezTo>
                    <a:lnTo>
                      <a:pt x="2333767" y="5292401"/>
                    </a:lnTo>
                    <a:lnTo>
                      <a:pt x="2333767" y="5858175"/>
                    </a:lnTo>
                    <a:lnTo>
                      <a:pt x="3057098" y="5858175"/>
                    </a:lnTo>
                    <a:lnTo>
                      <a:pt x="3057098" y="6158425"/>
                    </a:lnTo>
                    <a:lnTo>
                      <a:pt x="1310186" y="6158425"/>
                    </a:lnTo>
                    <a:lnTo>
                      <a:pt x="1310186" y="5858175"/>
                    </a:lnTo>
                    <a:lnTo>
                      <a:pt x="2033517" y="5858175"/>
                    </a:lnTo>
                    <a:lnTo>
                      <a:pt x="2033517" y="5307773"/>
                    </a:lnTo>
                    <a:lnTo>
                      <a:pt x="2024915" y="5307973"/>
                    </a:lnTo>
                    <a:cubicBezTo>
                      <a:pt x="1593121" y="5303425"/>
                      <a:pt x="1160876" y="5196770"/>
                      <a:pt x="765677" y="4985869"/>
                    </a:cubicBezTo>
                    <a:lnTo>
                      <a:pt x="928493" y="4680772"/>
                    </a:lnTo>
                    <a:cubicBezTo>
                      <a:pt x="1717645" y="5101908"/>
                      <a:pt x="2675882" y="5047244"/>
                      <a:pt x="3412023" y="4539098"/>
                    </a:cubicBezTo>
                    <a:cubicBezTo>
                      <a:pt x="4148164" y="4030951"/>
                      <a:pt x="4539029" y="3154350"/>
                      <a:pt x="4425057" y="2267148"/>
                    </a:cubicBezTo>
                    <a:cubicBezTo>
                      <a:pt x="4311084" y="1379947"/>
                      <a:pt x="3711344" y="630601"/>
                      <a:pt x="2870669" y="3250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cxnSp>
          <p:nvCxnSpPr>
            <p:cNvPr id="135" name="直接连接符 134"/>
            <p:cNvCxnSpPr/>
            <p:nvPr/>
          </p:nvCxnSpPr>
          <p:spPr>
            <a:xfrm>
              <a:off x="4957702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V="1">
              <a:off x="4944450" y="2031009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文本框 136"/>
          <p:cNvSpPr txBox="1"/>
          <p:nvPr/>
        </p:nvSpPr>
        <p:spPr>
          <a:xfrm>
            <a:off x="1008194" y="1625737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地址解析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393261" y="5258928"/>
            <a:ext cx="3127962" cy="1451948"/>
          </a:xfrm>
          <a:prstGeom prst="roundRect">
            <a:avLst>
              <a:gd name="adj" fmla="val 82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存放在客户端的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请求报文包含：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请求消息头（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headers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空行（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blank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请求体（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body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4858499" y="1662898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建立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3764529" y="5419440"/>
            <a:ext cx="2879737" cy="1260019"/>
          </a:xfrm>
          <a:prstGeom prst="roundRect">
            <a:avLst>
              <a:gd name="adj" fmla="val 1311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浏览器与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服务器建立了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连接之后，就会将存放在客户端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对象中的请求报文通过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协议发送给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41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"/>
            </p:custDataLst>
          </p:nvPr>
        </p:nvSpPr>
        <p:spPr>
          <a:xfrm>
            <a:off x="1297305" y="1155065"/>
            <a:ext cx="31534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协议的请求过程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1000760" y="122999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216635" y="1690940"/>
            <a:ext cx="2877620" cy="1903671"/>
          </a:xfrm>
          <a:prstGeom prst="roundRect">
            <a:avLst>
              <a:gd name="adj" fmla="val 8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服务器从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对象中获取报文，并且使用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HTTP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协议规定的方式进行解析。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响应报文包含：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状态行（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status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响应消息头（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Headers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空行（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blank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响应体（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response body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537805" y="1990708"/>
            <a:ext cx="2879736" cy="1708766"/>
          </a:xfrm>
          <a:prstGeom prst="roundRect">
            <a:avLst>
              <a:gd name="adj" fmla="val 1154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在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工作开始之前，浏览器首先要通过网络与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服务器建立连接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因为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是应用层的协议，根据连接规则，高层协议要在低层协议建立连接之后才能进行。因此，首先要建立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698034" y="1990319"/>
            <a:ext cx="3027997" cy="1693288"/>
          </a:xfrm>
          <a:prstGeom prst="roundRect">
            <a:avLst>
              <a:gd name="adj" fmla="val 1055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http://www.baidu.com/index.html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协议名：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www.baidu.com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端口：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80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对象路径：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/index.htm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主机名为域名，需要域名系统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DNS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解析域名为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IP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cxnSp>
        <p:nvCxnSpPr>
          <p:cNvPr id="92" name="直接连接符 91"/>
          <p:cNvCxnSpPr>
            <a:endCxn id="127" idx="2"/>
          </p:cNvCxnSpPr>
          <p:nvPr/>
        </p:nvCxnSpPr>
        <p:spPr>
          <a:xfrm>
            <a:off x="3627239" y="3944213"/>
            <a:ext cx="2829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>
            <a:stCxn id="119" idx="6"/>
          </p:cNvCxnSpPr>
          <p:nvPr/>
        </p:nvCxnSpPr>
        <p:spPr>
          <a:xfrm>
            <a:off x="11229807" y="3944636"/>
            <a:ext cx="91406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组合 93"/>
          <p:cNvGrpSpPr/>
          <p:nvPr/>
        </p:nvGrpSpPr>
        <p:grpSpPr>
          <a:xfrm>
            <a:off x="72055" y="3562293"/>
            <a:ext cx="1677907" cy="763840"/>
            <a:chOff x="712135" y="2794848"/>
            <a:chExt cx="1677907" cy="763840"/>
          </a:xfrm>
        </p:grpSpPr>
        <p:grpSp>
          <p:nvGrpSpPr>
            <p:cNvPr id="95" name="组合 94"/>
            <p:cNvGrpSpPr/>
            <p:nvPr/>
          </p:nvGrpSpPr>
          <p:grpSpPr>
            <a:xfrm>
              <a:off x="712135" y="2794848"/>
              <a:ext cx="1677907" cy="763840"/>
              <a:chOff x="712135" y="2794848"/>
              <a:chExt cx="1677907" cy="763840"/>
            </a:xfrm>
          </p:grpSpPr>
          <p:sp>
            <p:nvSpPr>
              <p:cNvPr id="96" name="椭圆 95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97" name="直接连接符 96"/>
              <p:cNvCxnSpPr>
                <a:endCxn id="96" idx="2"/>
              </p:cNvCxnSpPr>
              <p:nvPr/>
            </p:nvCxnSpPr>
            <p:spPr>
              <a:xfrm>
                <a:off x="712135" y="3177191"/>
                <a:ext cx="91406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8" name="任意多边形 97"/>
            <p:cNvSpPr>
              <a:spLocks noChangeAspect="1"/>
            </p:cNvSpPr>
            <p:nvPr/>
          </p:nvSpPr>
          <p:spPr>
            <a:xfrm>
              <a:off x="1839273" y="2962004"/>
              <a:ext cx="336428" cy="431644"/>
            </a:xfrm>
            <a:custGeom>
              <a:avLst/>
              <a:gdLst>
                <a:gd name="connsiteX0" fmla="*/ 2053988 w 4790420"/>
                <a:gd name="connsiteY0" fmla="*/ 847831 h 6158425"/>
                <a:gd name="connsiteX1" fmla="*/ 330076 w 4790420"/>
                <a:gd name="connsiteY1" fmla="*/ 2571743 h 6158425"/>
                <a:gd name="connsiteX2" fmla="*/ 2053988 w 4790420"/>
                <a:gd name="connsiteY2" fmla="*/ 4295655 h 6158425"/>
                <a:gd name="connsiteX3" fmla="*/ 3777900 w 4790420"/>
                <a:gd name="connsiteY3" fmla="*/ 2571743 h 6158425"/>
                <a:gd name="connsiteX4" fmla="*/ 2053988 w 4790420"/>
                <a:gd name="connsiteY4" fmla="*/ 847831 h 6158425"/>
                <a:gd name="connsiteX5" fmla="*/ 2053988 w 4790420"/>
                <a:gd name="connsiteY5" fmla="*/ 517755 h 6158425"/>
                <a:gd name="connsiteX6" fmla="*/ 4107976 w 4790420"/>
                <a:gd name="connsiteY6" fmla="*/ 2571743 h 6158425"/>
                <a:gd name="connsiteX7" fmla="*/ 2053988 w 4790420"/>
                <a:gd name="connsiteY7" fmla="*/ 4625731 h 6158425"/>
                <a:gd name="connsiteX8" fmla="*/ 0 w 4790420"/>
                <a:gd name="connsiteY8" fmla="*/ 2571743 h 6158425"/>
                <a:gd name="connsiteX9" fmla="*/ 2053988 w 4790420"/>
                <a:gd name="connsiteY9" fmla="*/ 517755 h 6158425"/>
                <a:gd name="connsiteX10" fmla="*/ 2988811 w 4790420"/>
                <a:gd name="connsiteY10" fmla="*/ 0 h 6158425"/>
                <a:gd name="connsiteX11" fmla="*/ 4768061 w 4790420"/>
                <a:gd name="connsiteY11" fmla="*/ 2223084 h 6158425"/>
                <a:gd name="connsiteX12" fmla="*/ 3608480 w 4790420"/>
                <a:gd name="connsiteY12" fmla="*/ 4823700 h 6158425"/>
                <a:gd name="connsiteX13" fmla="*/ 2394040 w 4790420"/>
                <a:gd name="connsiteY13" fmla="*/ 5286916 h 6158425"/>
                <a:gd name="connsiteX14" fmla="*/ 2333767 w 4790420"/>
                <a:gd name="connsiteY14" fmla="*/ 5292401 h 6158425"/>
                <a:gd name="connsiteX15" fmla="*/ 2333767 w 4790420"/>
                <a:gd name="connsiteY15" fmla="*/ 5858175 h 6158425"/>
                <a:gd name="connsiteX16" fmla="*/ 3057098 w 4790420"/>
                <a:gd name="connsiteY16" fmla="*/ 5858175 h 6158425"/>
                <a:gd name="connsiteX17" fmla="*/ 3057098 w 4790420"/>
                <a:gd name="connsiteY17" fmla="*/ 6158425 h 6158425"/>
                <a:gd name="connsiteX18" fmla="*/ 1310186 w 4790420"/>
                <a:gd name="connsiteY18" fmla="*/ 6158425 h 6158425"/>
                <a:gd name="connsiteX19" fmla="*/ 1310186 w 4790420"/>
                <a:gd name="connsiteY19" fmla="*/ 5858175 h 6158425"/>
                <a:gd name="connsiteX20" fmla="*/ 2033517 w 4790420"/>
                <a:gd name="connsiteY20" fmla="*/ 5858175 h 6158425"/>
                <a:gd name="connsiteX21" fmla="*/ 2033517 w 4790420"/>
                <a:gd name="connsiteY21" fmla="*/ 5307773 h 6158425"/>
                <a:gd name="connsiteX22" fmla="*/ 2024915 w 4790420"/>
                <a:gd name="connsiteY22" fmla="*/ 5307973 h 6158425"/>
                <a:gd name="connsiteX23" fmla="*/ 765677 w 4790420"/>
                <a:gd name="connsiteY23" fmla="*/ 4985869 h 6158425"/>
                <a:gd name="connsiteX24" fmla="*/ 928493 w 4790420"/>
                <a:gd name="connsiteY24" fmla="*/ 4680772 h 6158425"/>
                <a:gd name="connsiteX25" fmla="*/ 3412023 w 4790420"/>
                <a:gd name="connsiteY25" fmla="*/ 4539098 h 6158425"/>
                <a:gd name="connsiteX26" fmla="*/ 4425057 w 4790420"/>
                <a:gd name="connsiteY26" fmla="*/ 2267148 h 6158425"/>
                <a:gd name="connsiteX27" fmla="*/ 2870669 w 4790420"/>
                <a:gd name="connsiteY27" fmla="*/ 325018 h 615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90420" h="6158425">
                  <a:moveTo>
                    <a:pt x="2053988" y="847831"/>
                  </a:moveTo>
                  <a:cubicBezTo>
                    <a:pt x="1101898" y="847831"/>
                    <a:pt x="330076" y="1619653"/>
                    <a:pt x="330076" y="2571743"/>
                  </a:cubicBezTo>
                  <a:cubicBezTo>
                    <a:pt x="330076" y="3523833"/>
                    <a:pt x="1101898" y="4295655"/>
                    <a:pt x="2053988" y="4295655"/>
                  </a:cubicBezTo>
                  <a:cubicBezTo>
                    <a:pt x="3006078" y="4295655"/>
                    <a:pt x="3777900" y="3523833"/>
                    <a:pt x="3777900" y="2571743"/>
                  </a:cubicBezTo>
                  <a:cubicBezTo>
                    <a:pt x="3777900" y="1619653"/>
                    <a:pt x="3006078" y="847831"/>
                    <a:pt x="2053988" y="847831"/>
                  </a:cubicBezTo>
                  <a:close/>
                  <a:moveTo>
                    <a:pt x="2053988" y="517755"/>
                  </a:moveTo>
                  <a:cubicBezTo>
                    <a:pt x="3188374" y="517755"/>
                    <a:pt x="4107976" y="1437357"/>
                    <a:pt x="4107976" y="2571743"/>
                  </a:cubicBezTo>
                  <a:cubicBezTo>
                    <a:pt x="4107976" y="3706129"/>
                    <a:pt x="3188374" y="4625731"/>
                    <a:pt x="2053988" y="4625731"/>
                  </a:cubicBezTo>
                  <a:cubicBezTo>
                    <a:pt x="919602" y="4625731"/>
                    <a:pt x="0" y="3706129"/>
                    <a:pt x="0" y="2571743"/>
                  </a:cubicBezTo>
                  <a:cubicBezTo>
                    <a:pt x="0" y="1437357"/>
                    <a:pt x="919602" y="517755"/>
                    <a:pt x="2053988" y="517755"/>
                  </a:cubicBezTo>
                  <a:close/>
                  <a:moveTo>
                    <a:pt x="2988811" y="0"/>
                  </a:moveTo>
                  <a:cubicBezTo>
                    <a:pt x="3951100" y="349790"/>
                    <a:pt x="4637600" y="1207537"/>
                    <a:pt x="4768061" y="2223084"/>
                  </a:cubicBezTo>
                  <a:cubicBezTo>
                    <a:pt x="4898521" y="3238630"/>
                    <a:pt x="4451113" y="4242043"/>
                    <a:pt x="3608480" y="4823700"/>
                  </a:cubicBezTo>
                  <a:cubicBezTo>
                    <a:pt x="3239828" y="5078175"/>
                    <a:pt x="2822516" y="5233293"/>
                    <a:pt x="2394040" y="5286916"/>
                  </a:cubicBezTo>
                  <a:lnTo>
                    <a:pt x="2333767" y="5292401"/>
                  </a:lnTo>
                  <a:lnTo>
                    <a:pt x="2333767" y="5858175"/>
                  </a:lnTo>
                  <a:lnTo>
                    <a:pt x="3057098" y="5858175"/>
                  </a:lnTo>
                  <a:lnTo>
                    <a:pt x="3057098" y="6158425"/>
                  </a:lnTo>
                  <a:lnTo>
                    <a:pt x="1310186" y="6158425"/>
                  </a:lnTo>
                  <a:lnTo>
                    <a:pt x="1310186" y="5858175"/>
                  </a:lnTo>
                  <a:lnTo>
                    <a:pt x="2033517" y="5858175"/>
                  </a:lnTo>
                  <a:lnTo>
                    <a:pt x="2033517" y="5307773"/>
                  </a:lnTo>
                  <a:lnTo>
                    <a:pt x="2024915" y="5307973"/>
                  </a:lnTo>
                  <a:cubicBezTo>
                    <a:pt x="1593121" y="5303425"/>
                    <a:pt x="1160876" y="5196770"/>
                    <a:pt x="765677" y="4985869"/>
                  </a:cubicBezTo>
                  <a:lnTo>
                    <a:pt x="928493" y="4680772"/>
                  </a:lnTo>
                  <a:cubicBezTo>
                    <a:pt x="1717645" y="5101908"/>
                    <a:pt x="2675882" y="5047244"/>
                    <a:pt x="3412023" y="4539098"/>
                  </a:cubicBezTo>
                  <a:cubicBezTo>
                    <a:pt x="4148164" y="4030951"/>
                    <a:pt x="4539029" y="3154350"/>
                    <a:pt x="4425057" y="2267148"/>
                  </a:cubicBezTo>
                  <a:cubicBezTo>
                    <a:pt x="4311084" y="1379947"/>
                    <a:pt x="3711344" y="630601"/>
                    <a:pt x="2870669" y="3250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1376443" y="2755707"/>
            <a:ext cx="382977" cy="751143"/>
            <a:chOff x="1366350" y="2027371"/>
            <a:chExt cx="382977" cy="751143"/>
          </a:xfrm>
        </p:grpSpPr>
        <p:cxnSp>
          <p:nvCxnSpPr>
            <p:cNvPr id="100" name="直接连接符 99"/>
            <p:cNvCxnSpPr/>
            <p:nvPr/>
          </p:nvCxnSpPr>
          <p:spPr>
            <a:xfrm flipV="1">
              <a:off x="1368252" y="2027371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1366350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101"/>
          <p:cNvGrpSpPr/>
          <p:nvPr/>
        </p:nvGrpSpPr>
        <p:grpSpPr>
          <a:xfrm>
            <a:off x="7220493" y="2798454"/>
            <a:ext cx="1919066" cy="1527679"/>
            <a:chOff x="6001297" y="2031009"/>
            <a:chExt cx="1919066" cy="1527679"/>
          </a:xfrm>
        </p:grpSpPr>
        <p:cxnSp>
          <p:nvCxnSpPr>
            <p:cNvPr id="103" name="直接连接符 102"/>
            <p:cNvCxnSpPr>
              <a:stCxn id="105" idx="0"/>
            </p:cNvCxnSpPr>
            <p:nvPr/>
          </p:nvCxnSpPr>
          <p:spPr>
            <a:xfrm flipV="1">
              <a:off x="7538229" y="2043706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03"/>
            <p:cNvGrpSpPr/>
            <p:nvPr/>
          </p:nvGrpSpPr>
          <p:grpSpPr>
            <a:xfrm>
              <a:off x="6001297" y="2031009"/>
              <a:ext cx="1919066" cy="1527679"/>
              <a:chOff x="6001297" y="2031009"/>
              <a:chExt cx="1919066" cy="1527679"/>
            </a:xfrm>
          </p:grpSpPr>
          <p:sp>
            <p:nvSpPr>
              <p:cNvPr id="105" name="椭圆 104"/>
              <p:cNvSpPr/>
              <p:nvPr/>
            </p:nvSpPr>
            <p:spPr>
              <a:xfrm>
                <a:off x="7156524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06" name="直接连接符 105"/>
              <p:cNvCxnSpPr>
                <a:stCxn id="127" idx="6"/>
                <a:endCxn id="105" idx="2"/>
              </p:cNvCxnSpPr>
              <p:nvPr/>
            </p:nvCxnSpPr>
            <p:spPr>
              <a:xfrm>
                <a:off x="6001297" y="3176768"/>
                <a:ext cx="11552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>
                <a:off x="7539500" y="2031009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任意多边形 107"/>
              <p:cNvSpPr>
                <a:spLocks noChangeAspect="1"/>
              </p:cNvSpPr>
              <p:nvPr/>
            </p:nvSpPr>
            <p:spPr>
              <a:xfrm>
                <a:off x="7406200" y="2962004"/>
                <a:ext cx="264487" cy="431644"/>
              </a:xfrm>
              <a:custGeom>
                <a:avLst/>
                <a:gdLst>
                  <a:gd name="connsiteX0" fmla="*/ 3411 w 2415654"/>
                  <a:gd name="connsiteY0" fmla="*/ 1160060 h 3957849"/>
                  <a:gd name="connsiteX1" fmla="*/ 392373 w 2415654"/>
                  <a:gd name="connsiteY1" fmla="*/ 1160060 h 3957849"/>
                  <a:gd name="connsiteX2" fmla="*/ 392373 w 2415654"/>
                  <a:gd name="connsiteY2" fmla="*/ 2123285 h 3957849"/>
                  <a:gd name="connsiteX3" fmla="*/ 396449 w 2415654"/>
                  <a:gd name="connsiteY3" fmla="*/ 2204161 h 3957849"/>
                  <a:gd name="connsiteX4" fmla="*/ 791679 w 2415654"/>
                  <a:gd name="connsiteY4" fmla="*/ 2811618 h 3957849"/>
                  <a:gd name="connsiteX5" fmla="*/ 1612465 w 2415654"/>
                  <a:gd name="connsiteY5" fmla="*/ 2818304 h 3957849"/>
                  <a:gd name="connsiteX6" fmla="*/ 2024800 w 2415654"/>
                  <a:gd name="connsiteY6" fmla="*/ 2108576 h 3957849"/>
                  <a:gd name="connsiteX7" fmla="*/ 2026692 w 2415654"/>
                  <a:gd name="connsiteY7" fmla="*/ 2108576 h 3957849"/>
                  <a:gd name="connsiteX8" fmla="*/ 2026692 w 2415654"/>
                  <a:gd name="connsiteY8" fmla="*/ 1160060 h 3957849"/>
                  <a:gd name="connsiteX9" fmla="*/ 2415654 w 2415654"/>
                  <a:gd name="connsiteY9" fmla="*/ 1160060 h 3957849"/>
                  <a:gd name="connsiteX10" fmla="*/ 2415654 w 2415654"/>
                  <a:gd name="connsiteY10" fmla="*/ 2108577 h 3957849"/>
                  <a:gd name="connsiteX11" fmla="*/ 2415654 w 2415654"/>
                  <a:gd name="connsiteY11" fmla="*/ 2135873 h 3957849"/>
                  <a:gd name="connsiteX12" fmla="*/ 2413832 w 2415654"/>
                  <a:gd name="connsiteY12" fmla="*/ 2135873 h 3957849"/>
                  <a:gd name="connsiteX13" fmla="*/ 2404919 w 2415654"/>
                  <a:gd name="connsiteY13" fmla="*/ 2269414 h 3957849"/>
                  <a:gd name="connsiteX14" fmla="*/ 1806051 w 2415654"/>
                  <a:gd name="connsiteY14" fmla="*/ 3157850 h 3957849"/>
                  <a:gd name="connsiteX15" fmla="*/ 1509944 w 2415654"/>
                  <a:gd name="connsiteY15" fmla="*/ 3278039 h 3957849"/>
                  <a:gd name="connsiteX16" fmla="*/ 1433014 w 2415654"/>
                  <a:gd name="connsiteY16" fmla="*/ 3292621 h 3957849"/>
                  <a:gd name="connsiteX17" fmla="*/ 1433014 w 2415654"/>
                  <a:gd name="connsiteY17" fmla="*/ 3718944 h 3957849"/>
                  <a:gd name="connsiteX18" fmla="*/ 1194109 w 2415654"/>
                  <a:gd name="connsiteY18" fmla="*/ 3957849 h 3957849"/>
                  <a:gd name="connsiteX19" fmla="*/ 955204 w 2415654"/>
                  <a:gd name="connsiteY19" fmla="*/ 3718944 h 3957849"/>
                  <a:gd name="connsiteX20" fmla="*/ 955204 w 2415654"/>
                  <a:gd name="connsiteY20" fmla="*/ 3287107 h 3957849"/>
                  <a:gd name="connsiteX21" fmla="*/ 886698 w 2415654"/>
                  <a:gd name="connsiteY21" fmla="*/ 3272962 h 3957849"/>
                  <a:gd name="connsiteX22" fmla="*/ 592588 w 2415654"/>
                  <a:gd name="connsiteY22" fmla="*/ 3147965 h 3957849"/>
                  <a:gd name="connsiteX23" fmla="*/ 160 w 2415654"/>
                  <a:gd name="connsiteY23" fmla="*/ 2088900 h 3957849"/>
                  <a:gd name="connsiteX24" fmla="*/ 3411 w 2415654"/>
                  <a:gd name="connsiteY24" fmla="*/ 2088953 h 3957849"/>
                  <a:gd name="connsiteX25" fmla="*/ 1207827 w 2415654"/>
                  <a:gd name="connsiteY25" fmla="*/ 0 h 3957849"/>
                  <a:gd name="connsiteX26" fmla="*/ 1849272 w 2415654"/>
                  <a:gd name="connsiteY26" fmla="*/ 641445 h 3957849"/>
                  <a:gd name="connsiteX27" fmla="*/ 1849272 w 2415654"/>
                  <a:gd name="connsiteY27" fmla="*/ 2033516 h 3957849"/>
                  <a:gd name="connsiteX28" fmla="*/ 1207827 w 2415654"/>
                  <a:gd name="connsiteY28" fmla="*/ 2674961 h 3957849"/>
                  <a:gd name="connsiteX29" fmla="*/ 566382 w 2415654"/>
                  <a:gd name="connsiteY29" fmla="*/ 2033516 h 3957849"/>
                  <a:gd name="connsiteX30" fmla="*/ 566382 w 2415654"/>
                  <a:gd name="connsiteY30" fmla="*/ 641445 h 3957849"/>
                  <a:gd name="connsiteX31" fmla="*/ 1207827 w 2415654"/>
                  <a:gd name="connsiteY31" fmla="*/ 0 h 3957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15654" h="3957849">
                    <a:moveTo>
                      <a:pt x="3411" y="1160060"/>
                    </a:moveTo>
                    <a:lnTo>
                      <a:pt x="392373" y="1160060"/>
                    </a:lnTo>
                    <a:lnTo>
                      <a:pt x="392373" y="2123285"/>
                    </a:lnTo>
                    <a:lnTo>
                      <a:pt x="396449" y="2204161"/>
                    </a:lnTo>
                    <a:cubicBezTo>
                      <a:pt x="425976" y="2455114"/>
                      <a:pt x="570709" y="2680821"/>
                      <a:pt x="791679" y="2811618"/>
                    </a:cubicBezTo>
                    <a:cubicBezTo>
                      <a:pt x="1044216" y="2961101"/>
                      <a:pt x="1357526" y="2963653"/>
                      <a:pt x="1612465" y="2818304"/>
                    </a:cubicBezTo>
                    <a:cubicBezTo>
                      <a:pt x="1867404" y="2672955"/>
                      <a:pt x="2024800" y="2402038"/>
                      <a:pt x="2024800" y="2108576"/>
                    </a:cubicBezTo>
                    <a:lnTo>
                      <a:pt x="2026692" y="2108576"/>
                    </a:lnTo>
                    <a:lnTo>
                      <a:pt x="2026692" y="1160060"/>
                    </a:lnTo>
                    <a:lnTo>
                      <a:pt x="2415654" y="1160060"/>
                    </a:lnTo>
                    <a:lnTo>
                      <a:pt x="2415654" y="2108577"/>
                    </a:lnTo>
                    <a:lnTo>
                      <a:pt x="2415654" y="2135873"/>
                    </a:lnTo>
                    <a:lnTo>
                      <a:pt x="2413832" y="2135873"/>
                    </a:lnTo>
                    <a:lnTo>
                      <a:pt x="2404919" y="2269414"/>
                    </a:lnTo>
                    <a:cubicBezTo>
                      <a:pt x="2355227" y="2639667"/>
                      <a:pt x="2135844" y="2969825"/>
                      <a:pt x="1806051" y="3157850"/>
                    </a:cubicBezTo>
                    <a:cubicBezTo>
                      <a:pt x="1711825" y="3211572"/>
                      <a:pt x="1612205" y="3251627"/>
                      <a:pt x="1509944" y="3278039"/>
                    </a:cubicBezTo>
                    <a:lnTo>
                      <a:pt x="1433014" y="3292621"/>
                    </a:lnTo>
                    <a:lnTo>
                      <a:pt x="1433014" y="3718944"/>
                    </a:lnTo>
                    <a:cubicBezTo>
                      <a:pt x="1433014" y="3850888"/>
                      <a:pt x="1326053" y="3957849"/>
                      <a:pt x="1194109" y="3957849"/>
                    </a:cubicBezTo>
                    <a:cubicBezTo>
                      <a:pt x="1062165" y="3957849"/>
                      <a:pt x="955204" y="3850888"/>
                      <a:pt x="955204" y="3718944"/>
                    </a:cubicBezTo>
                    <a:lnTo>
                      <a:pt x="955204" y="3287107"/>
                    </a:lnTo>
                    <a:lnTo>
                      <a:pt x="886698" y="3272962"/>
                    </a:lnTo>
                    <a:cubicBezTo>
                      <a:pt x="784881" y="3244888"/>
                      <a:pt x="685927" y="3203215"/>
                      <a:pt x="592588" y="3147965"/>
                    </a:cubicBezTo>
                    <a:cubicBezTo>
                      <a:pt x="219233" y="2926967"/>
                      <a:pt x="-6908" y="2522702"/>
                      <a:pt x="160" y="2088900"/>
                    </a:cubicBezTo>
                    <a:lnTo>
                      <a:pt x="3411" y="2088953"/>
                    </a:lnTo>
                    <a:close/>
                    <a:moveTo>
                      <a:pt x="1207827" y="0"/>
                    </a:moveTo>
                    <a:cubicBezTo>
                      <a:pt x="1562087" y="0"/>
                      <a:pt x="1849272" y="287185"/>
                      <a:pt x="1849272" y="641445"/>
                    </a:cubicBezTo>
                    <a:lnTo>
                      <a:pt x="1849272" y="2033516"/>
                    </a:lnTo>
                    <a:cubicBezTo>
                      <a:pt x="1849272" y="2387776"/>
                      <a:pt x="1562087" y="2674961"/>
                      <a:pt x="1207827" y="2674961"/>
                    </a:cubicBezTo>
                    <a:cubicBezTo>
                      <a:pt x="853567" y="2674961"/>
                      <a:pt x="566382" y="2387776"/>
                      <a:pt x="566382" y="2033516"/>
                    </a:cubicBezTo>
                    <a:lnTo>
                      <a:pt x="566382" y="641445"/>
                    </a:lnTo>
                    <a:cubicBezTo>
                      <a:pt x="566382" y="287185"/>
                      <a:pt x="853567" y="0"/>
                      <a:pt x="120782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68607" y="3562293"/>
            <a:ext cx="3452616" cy="1684251"/>
            <a:chOff x="1257327" y="2794848"/>
            <a:chExt cx="3452616" cy="1684251"/>
          </a:xfrm>
        </p:grpSpPr>
        <p:grpSp>
          <p:nvGrpSpPr>
            <p:cNvPr id="110" name="组合 109"/>
            <p:cNvGrpSpPr/>
            <p:nvPr/>
          </p:nvGrpSpPr>
          <p:grpSpPr>
            <a:xfrm>
              <a:off x="2938682" y="2794848"/>
              <a:ext cx="1771261" cy="763840"/>
              <a:chOff x="2938682" y="2794848"/>
              <a:chExt cx="1771261" cy="763840"/>
            </a:xfrm>
          </p:grpSpPr>
          <p:sp>
            <p:nvSpPr>
              <p:cNvPr id="111" name="椭圆 110"/>
              <p:cNvSpPr/>
              <p:nvPr/>
            </p:nvSpPr>
            <p:spPr>
              <a:xfrm>
                <a:off x="3946103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12" name="直接连接符 111"/>
              <p:cNvCxnSpPr>
                <a:stCxn id="96" idx="6"/>
                <a:endCxn id="111" idx="2"/>
              </p:cNvCxnSpPr>
              <p:nvPr/>
            </p:nvCxnSpPr>
            <p:spPr>
              <a:xfrm flipV="1">
                <a:off x="2938682" y="3176768"/>
                <a:ext cx="1007421" cy="1632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任意多边形 112"/>
              <p:cNvSpPr>
                <a:spLocks noChangeAspect="1"/>
              </p:cNvSpPr>
              <p:nvPr/>
            </p:nvSpPr>
            <p:spPr>
              <a:xfrm>
                <a:off x="4112417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1257327" y="3558688"/>
              <a:ext cx="3077259" cy="920411"/>
              <a:chOff x="1257327" y="3558688"/>
              <a:chExt cx="3077259" cy="920411"/>
            </a:xfrm>
          </p:grpSpPr>
          <p:cxnSp>
            <p:nvCxnSpPr>
              <p:cNvPr id="115" name="直接连接符 114"/>
              <p:cNvCxnSpPr/>
              <p:nvPr/>
            </p:nvCxnSpPr>
            <p:spPr>
              <a:xfrm>
                <a:off x="4328236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 rot="10800000">
                <a:off x="3953725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文本框 116"/>
              <p:cNvSpPr txBox="1"/>
              <p:nvPr/>
            </p:nvSpPr>
            <p:spPr>
              <a:xfrm>
                <a:off x="1257327" y="4140563"/>
                <a:ext cx="2879737" cy="338536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封装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HTTP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请求报文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8" name="组合 117"/>
          <p:cNvGrpSpPr/>
          <p:nvPr/>
        </p:nvGrpSpPr>
        <p:grpSpPr>
          <a:xfrm>
            <a:off x="7590903" y="3562293"/>
            <a:ext cx="3638268" cy="1682940"/>
            <a:chOff x="7047571" y="2794848"/>
            <a:chExt cx="3638268" cy="1682940"/>
          </a:xfrm>
        </p:grpSpPr>
        <p:sp>
          <p:nvSpPr>
            <p:cNvPr id="119" name="椭圆 118"/>
            <p:cNvSpPr/>
            <p:nvPr/>
          </p:nvSpPr>
          <p:spPr>
            <a:xfrm>
              <a:off x="9921999" y="2794848"/>
              <a:ext cx="763840" cy="76384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120" name="直接连接符 119"/>
            <p:cNvCxnSpPr>
              <a:stCxn id="105" idx="6"/>
              <a:endCxn id="119" idx="2"/>
            </p:cNvCxnSpPr>
            <p:nvPr/>
          </p:nvCxnSpPr>
          <p:spPr>
            <a:xfrm flipV="1">
              <a:off x="8596227" y="3176768"/>
              <a:ext cx="1325772" cy="163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>
              <a:stCxn id="119" idx="4"/>
            </p:cNvCxnSpPr>
            <p:nvPr/>
          </p:nvCxnSpPr>
          <p:spPr>
            <a:xfrm>
              <a:off x="10304343" y="3558688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rot="10800000">
              <a:off x="9922002" y="4324642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任意多边形 122"/>
            <p:cNvSpPr>
              <a:spLocks noChangeAspect="1"/>
            </p:cNvSpPr>
            <p:nvPr/>
          </p:nvSpPr>
          <p:spPr>
            <a:xfrm>
              <a:off x="10125127" y="2962004"/>
              <a:ext cx="359703" cy="431644"/>
            </a:xfrm>
            <a:custGeom>
              <a:avLst/>
              <a:gdLst>
                <a:gd name="connsiteX0" fmla="*/ 2088797 w 4696209"/>
                <a:gd name="connsiteY0" fmla="*/ 2028780 h 5645436"/>
                <a:gd name="connsiteX1" fmla="*/ 2539173 w 4696209"/>
                <a:gd name="connsiteY1" fmla="*/ 2028780 h 5645436"/>
                <a:gd name="connsiteX2" fmla="*/ 2539173 w 4696209"/>
                <a:gd name="connsiteY2" fmla="*/ 3205719 h 5645436"/>
                <a:gd name="connsiteX3" fmla="*/ 3543193 w 4696209"/>
                <a:gd name="connsiteY3" fmla="*/ 3785390 h 5645436"/>
                <a:gd name="connsiteX4" fmla="*/ 3318005 w 4696209"/>
                <a:gd name="connsiteY4" fmla="*/ 4175427 h 5645436"/>
                <a:gd name="connsiteX5" fmla="*/ 2088797 w 4696209"/>
                <a:gd name="connsiteY5" fmla="*/ 3465743 h 5645436"/>
                <a:gd name="connsiteX6" fmla="*/ 2098957 w 4696209"/>
                <a:gd name="connsiteY6" fmla="*/ 3448147 h 5645436"/>
                <a:gd name="connsiteX7" fmla="*/ 2088797 w 4696209"/>
                <a:gd name="connsiteY7" fmla="*/ 3448147 h 5645436"/>
                <a:gd name="connsiteX8" fmla="*/ 2348105 w 4696209"/>
                <a:gd name="connsiteY8" fmla="*/ 1488857 h 5645436"/>
                <a:gd name="connsiteX9" fmla="*/ 525293 w 4696209"/>
                <a:gd name="connsiteY9" fmla="*/ 3311669 h 5645436"/>
                <a:gd name="connsiteX10" fmla="*/ 2348105 w 4696209"/>
                <a:gd name="connsiteY10" fmla="*/ 5134481 h 5645436"/>
                <a:gd name="connsiteX11" fmla="*/ 4170917 w 4696209"/>
                <a:gd name="connsiteY11" fmla="*/ 3311669 h 5645436"/>
                <a:gd name="connsiteX12" fmla="*/ 2348105 w 4696209"/>
                <a:gd name="connsiteY12" fmla="*/ 1488857 h 5645436"/>
                <a:gd name="connsiteX13" fmla="*/ 2348105 w 4696209"/>
                <a:gd name="connsiteY13" fmla="*/ 977902 h 5645436"/>
                <a:gd name="connsiteX14" fmla="*/ 4681872 w 4696209"/>
                <a:gd name="connsiteY14" fmla="*/ 3311669 h 5645436"/>
                <a:gd name="connsiteX15" fmla="*/ 2348105 w 4696209"/>
                <a:gd name="connsiteY15" fmla="*/ 5645436 h 5645436"/>
                <a:gd name="connsiteX16" fmla="*/ 14338 w 4696209"/>
                <a:gd name="connsiteY16" fmla="*/ 3311669 h 5645436"/>
                <a:gd name="connsiteX17" fmla="*/ 2348105 w 4696209"/>
                <a:gd name="connsiteY17" fmla="*/ 977902 h 5645436"/>
                <a:gd name="connsiteX18" fmla="*/ 3210794 w 4696209"/>
                <a:gd name="connsiteY18" fmla="*/ 1525 h 5645436"/>
                <a:gd name="connsiteX19" fmla="*/ 3559690 w 4696209"/>
                <a:gd name="connsiteY19" fmla="*/ 82166 h 5645436"/>
                <a:gd name="connsiteX20" fmla="*/ 4389841 w 4696209"/>
                <a:gd name="connsiteY20" fmla="*/ 561454 h 5645436"/>
                <a:gd name="connsiteX21" fmla="*/ 4664989 w 4696209"/>
                <a:gd name="connsiteY21" fmla="*/ 1285059 h 5645436"/>
                <a:gd name="connsiteX22" fmla="*/ 4652365 w 4696209"/>
                <a:gd name="connsiteY22" fmla="*/ 1313093 h 5645436"/>
                <a:gd name="connsiteX23" fmla="*/ 4548130 w 4696209"/>
                <a:gd name="connsiteY23" fmla="*/ 1493633 h 5645436"/>
                <a:gd name="connsiteX24" fmla="*/ 4361174 w 4696209"/>
                <a:gd name="connsiteY24" fmla="*/ 1610458 h 5645436"/>
                <a:gd name="connsiteX25" fmla="*/ 4227467 w 4696209"/>
                <a:gd name="connsiteY25" fmla="*/ 1579554 h 5645436"/>
                <a:gd name="connsiteX26" fmla="*/ 2742962 w 4696209"/>
                <a:gd name="connsiteY26" fmla="*/ 722476 h 5645436"/>
                <a:gd name="connsiteX27" fmla="*/ 2627331 w 4696209"/>
                <a:gd name="connsiteY27" fmla="*/ 490166 h 5645436"/>
                <a:gd name="connsiteX28" fmla="*/ 2634097 w 4696209"/>
                <a:gd name="connsiteY28" fmla="*/ 460273 h 5645436"/>
                <a:gd name="connsiteX29" fmla="*/ 2722954 w 4696209"/>
                <a:gd name="connsiteY29" fmla="*/ 306368 h 5645436"/>
                <a:gd name="connsiteX30" fmla="*/ 3210794 w 4696209"/>
                <a:gd name="connsiteY30" fmla="*/ 1525 h 5645436"/>
                <a:gd name="connsiteX31" fmla="*/ 1485416 w 4696209"/>
                <a:gd name="connsiteY31" fmla="*/ 1525 h 5645436"/>
                <a:gd name="connsiteX32" fmla="*/ 1973255 w 4696209"/>
                <a:gd name="connsiteY32" fmla="*/ 306368 h 5645436"/>
                <a:gd name="connsiteX33" fmla="*/ 2062112 w 4696209"/>
                <a:gd name="connsiteY33" fmla="*/ 460273 h 5645436"/>
                <a:gd name="connsiteX34" fmla="*/ 2068878 w 4696209"/>
                <a:gd name="connsiteY34" fmla="*/ 490166 h 5645436"/>
                <a:gd name="connsiteX35" fmla="*/ 1953247 w 4696209"/>
                <a:gd name="connsiteY35" fmla="*/ 722476 h 5645436"/>
                <a:gd name="connsiteX36" fmla="*/ 468743 w 4696209"/>
                <a:gd name="connsiteY36" fmla="*/ 1579554 h 5645436"/>
                <a:gd name="connsiteX37" fmla="*/ 335035 w 4696209"/>
                <a:gd name="connsiteY37" fmla="*/ 1610458 h 5645436"/>
                <a:gd name="connsiteX38" fmla="*/ 148079 w 4696209"/>
                <a:gd name="connsiteY38" fmla="*/ 1493633 h 5645436"/>
                <a:gd name="connsiteX39" fmla="*/ 43845 w 4696209"/>
                <a:gd name="connsiteY39" fmla="*/ 1313093 h 5645436"/>
                <a:gd name="connsiteX40" fmla="*/ 31220 w 4696209"/>
                <a:gd name="connsiteY40" fmla="*/ 1285059 h 5645436"/>
                <a:gd name="connsiteX41" fmla="*/ 306368 w 4696209"/>
                <a:gd name="connsiteY41" fmla="*/ 561454 h 5645436"/>
                <a:gd name="connsiteX42" fmla="*/ 1136520 w 4696209"/>
                <a:gd name="connsiteY42" fmla="*/ 82166 h 5645436"/>
                <a:gd name="connsiteX43" fmla="*/ 1485416 w 4696209"/>
                <a:gd name="connsiteY43" fmla="*/ 1525 h 56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696209" h="5645436">
                  <a:moveTo>
                    <a:pt x="2088797" y="2028780"/>
                  </a:moveTo>
                  <a:lnTo>
                    <a:pt x="2539173" y="2028780"/>
                  </a:lnTo>
                  <a:lnTo>
                    <a:pt x="2539173" y="3205719"/>
                  </a:lnTo>
                  <a:lnTo>
                    <a:pt x="3543193" y="3785390"/>
                  </a:lnTo>
                  <a:lnTo>
                    <a:pt x="3318005" y="4175427"/>
                  </a:lnTo>
                  <a:lnTo>
                    <a:pt x="2088797" y="3465743"/>
                  </a:lnTo>
                  <a:lnTo>
                    <a:pt x="2098957" y="3448147"/>
                  </a:lnTo>
                  <a:lnTo>
                    <a:pt x="2088797" y="3448147"/>
                  </a:lnTo>
                  <a:close/>
                  <a:moveTo>
                    <a:pt x="2348105" y="1488857"/>
                  </a:moveTo>
                  <a:cubicBezTo>
                    <a:pt x="1341394" y="1488857"/>
                    <a:pt x="525293" y="2304958"/>
                    <a:pt x="525293" y="3311669"/>
                  </a:cubicBezTo>
                  <a:cubicBezTo>
                    <a:pt x="525293" y="4318380"/>
                    <a:pt x="1341394" y="5134481"/>
                    <a:pt x="2348105" y="5134481"/>
                  </a:cubicBezTo>
                  <a:cubicBezTo>
                    <a:pt x="3354816" y="5134481"/>
                    <a:pt x="4170917" y="4318380"/>
                    <a:pt x="4170917" y="3311669"/>
                  </a:cubicBezTo>
                  <a:cubicBezTo>
                    <a:pt x="4170917" y="2304958"/>
                    <a:pt x="3354816" y="1488857"/>
                    <a:pt x="2348105" y="1488857"/>
                  </a:cubicBezTo>
                  <a:close/>
                  <a:moveTo>
                    <a:pt x="2348105" y="977902"/>
                  </a:moveTo>
                  <a:cubicBezTo>
                    <a:pt x="3637009" y="977902"/>
                    <a:pt x="4681872" y="2022765"/>
                    <a:pt x="4681872" y="3311669"/>
                  </a:cubicBezTo>
                  <a:cubicBezTo>
                    <a:pt x="4681872" y="4600573"/>
                    <a:pt x="3637009" y="5645436"/>
                    <a:pt x="2348105" y="5645436"/>
                  </a:cubicBezTo>
                  <a:cubicBezTo>
                    <a:pt x="1059201" y="5645436"/>
                    <a:pt x="14338" y="4600573"/>
                    <a:pt x="14338" y="3311669"/>
                  </a:cubicBezTo>
                  <a:cubicBezTo>
                    <a:pt x="14338" y="2022765"/>
                    <a:pt x="1059201" y="977902"/>
                    <a:pt x="2348105" y="977902"/>
                  </a:cubicBezTo>
                  <a:close/>
                  <a:moveTo>
                    <a:pt x="3210794" y="1525"/>
                  </a:moveTo>
                  <a:cubicBezTo>
                    <a:pt x="3328480" y="-6792"/>
                    <a:pt x="3449826" y="18736"/>
                    <a:pt x="3559690" y="82166"/>
                  </a:cubicBezTo>
                  <a:lnTo>
                    <a:pt x="4389841" y="561454"/>
                  </a:lnTo>
                  <a:cubicBezTo>
                    <a:pt x="4646190" y="709457"/>
                    <a:pt x="4755086" y="1014775"/>
                    <a:pt x="4664989" y="1285059"/>
                  </a:cubicBezTo>
                  <a:lnTo>
                    <a:pt x="4652365" y="1313093"/>
                  </a:lnTo>
                  <a:lnTo>
                    <a:pt x="4548130" y="1493633"/>
                  </a:lnTo>
                  <a:cubicBezTo>
                    <a:pt x="4507616" y="1563805"/>
                    <a:pt x="4436343" y="1605146"/>
                    <a:pt x="4361174" y="1610458"/>
                  </a:cubicBezTo>
                  <a:cubicBezTo>
                    <a:pt x="4316074" y="1613646"/>
                    <a:pt x="4269570" y="1603863"/>
                    <a:pt x="4227467" y="1579554"/>
                  </a:cubicBezTo>
                  <a:lnTo>
                    <a:pt x="2742962" y="722476"/>
                  </a:lnTo>
                  <a:cubicBezTo>
                    <a:pt x="2658756" y="673860"/>
                    <a:pt x="2616066" y="580949"/>
                    <a:pt x="2627331" y="490166"/>
                  </a:cubicBezTo>
                  <a:lnTo>
                    <a:pt x="2634097" y="460273"/>
                  </a:lnTo>
                  <a:lnTo>
                    <a:pt x="2722954" y="306368"/>
                  </a:lnTo>
                  <a:cubicBezTo>
                    <a:pt x="2828671" y="123262"/>
                    <a:pt x="3014650" y="15387"/>
                    <a:pt x="3210794" y="1525"/>
                  </a:cubicBezTo>
                  <a:close/>
                  <a:moveTo>
                    <a:pt x="1485416" y="1525"/>
                  </a:moveTo>
                  <a:cubicBezTo>
                    <a:pt x="1681559" y="15386"/>
                    <a:pt x="1867539" y="123262"/>
                    <a:pt x="1973255" y="306368"/>
                  </a:cubicBezTo>
                  <a:lnTo>
                    <a:pt x="2062112" y="460273"/>
                  </a:lnTo>
                  <a:lnTo>
                    <a:pt x="2068878" y="490166"/>
                  </a:lnTo>
                  <a:cubicBezTo>
                    <a:pt x="2080144" y="580949"/>
                    <a:pt x="2037454" y="673859"/>
                    <a:pt x="1953247" y="722476"/>
                  </a:cubicBezTo>
                  <a:lnTo>
                    <a:pt x="468743" y="1579554"/>
                  </a:lnTo>
                  <a:cubicBezTo>
                    <a:pt x="426639" y="1603863"/>
                    <a:pt x="380136" y="1613646"/>
                    <a:pt x="335035" y="1610458"/>
                  </a:cubicBezTo>
                  <a:cubicBezTo>
                    <a:pt x="259866" y="1605146"/>
                    <a:pt x="188593" y="1563805"/>
                    <a:pt x="148079" y="1493633"/>
                  </a:cubicBezTo>
                  <a:lnTo>
                    <a:pt x="43845" y="1313093"/>
                  </a:lnTo>
                  <a:lnTo>
                    <a:pt x="31220" y="1285059"/>
                  </a:lnTo>
                  <a:cubicBezTo>
                    <a:pt x="-58877" y="1014775"/>
                    <a:pt x="50020" y="709457"/>
                    <a:pt x="306368" y="561454"/>
                  </a:cubicBezTo>
                  <a:lnTo>
                    <a:pt x="1136520" y="82166"/>
                  </a:lnTo>
                  <a:cubicBezTo>
                    <a:pt x="1246384" y="18736"/>
                    <a:pt x="1367729" y="-6792"/>
                    <a:pt x="1485416" y="15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7047571" y="4139252"/>
              <a:ext cx="2879736" cy="338536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p>
              <a:pPr algn="ctr" eaLnBrk="1" hangingPunct="1">
                <a:defRPr/>
              </a:pP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Web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服务器关闭 </a:t>
              </a:r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TCP </a:t>
              </a:r>
              <a:r>
                <a:rPr lang="zh-CN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连接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3570010" y="3562293"/>
            <a:ext cx="3650483" cy="1912832"/>
            <a:chOff x="1165476" y="2794848"/>
            <a:chExt cx="3650483" cy="1912832"/>
          </a:xfrm>
        </p:grpSpPr>
        <p:grpSp>
          <p:nvGrpSpPr>
            <p:cNvPr id="126" name="组合 125"/>
            <p:cNvGrpSpPr/>
            <p:nvPr/>
          </p:nvGrpSpPr>
          <p:grpSpPr>
            <a:xfrm>
              <a:off x="4052119" y="2794848"/>
              <a:ext cx="763840" cy="763840"/>
              <a:chOff x="4052119" y="2794848"/>
              <a:chExt cx="763840" cy="763840"/>
            </a:xfrm>
          </p:grpSpPr>
          <p:sp>
            <p:nvSpPr>
              <p:cNvPr id="127" name="椭圆 126"/>
              <p:cNvSpPr/>
              <p:nvPr/>
            </p:nvSpPr>
            <p:spPr>
              <a:xfrm>
                <a:off x="4052119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8" name="任意多边形 23"/>
              <p:cNvSpPr>
                <a:spLocks noChangeAspect="1"/>
              </p:cNvSpPr>
              <p:nvPr/>
            </p:nvSpPr>
            <p:spPr>
              <a:xfrm>
                <a:off x="4218433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1165476" y="3558688"/>
              <a:ext cx="3275126" cy="1148992"/>
              <a:chOff x="1165476" y="3558688"/>
              <a:chExt cx="3275126" cy="1148992"/>
            </a:xfrm>
          </p:grpSpPr>
          <p:cxnSp>
            <p:nvCxnSpPr>
              <p:cNvPr id="130" name="直接连接符 129"/>
              <p:cNvCxnSpPr>
                <a:stCxn id="127" idx="4"/>
              </p:cNvCxnSpPr>
              <p:nvPr/>
            </p:nvCxnSpPr>
            <p:spPr>
              <a:xfrm>
                <a:off x="4434252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 rot="10800000">
                <a:off x="4059741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文本框 131"/>
              <p:cNvSpPr txBox="1"/>
              <p:nvPr/>
            </p:nvSpPr>
            <p:spPr>
              <a:xfrm>
                <a:off x="1165476" y="4122923"/>
                <a:ext cx="2879737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浏览器向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服务器发送请求报文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3" name="组合 132"/>
          <p:cNvGrpSpPr/>
          <p:nvPr/>
        </p:nvGrpSpPr>
        <p:grpSpPr>
          <a:xfrm>
            <a:off x="4579377" y="2798454"/>
            <a:ext cx="763839" cy="1527679"/>
            <a:chOff x="4579377" y="2031009"/>
            <a:chExt cx="763839" cy="1527679"/>
          </a:xfrm>
        </p:grpSpPr>
        <p:grpSp>
          <p:nvGrpSpPr>
            <p:cNvPr id="134" name="组合 133"/>
            <p:cNvGrpSpPr/>
            <p:nvPr/>
          </p:nvGrpSpPr>
          <p:grpSpPr>
            <a:xfrm>
              <a:off x="4579377" y="2794848"/>
              <a:ext cx="763839" cy="763840"/>
              <a:chOff x="1626203" y="2794848"/>
              <a:chExt cx="763839" cy="763840"/>
            </a:xfrm>
          </p:grpSpPr>
          <p:sp>
            <p:nvSpPr>
              <p:cNvPr id="135" name="椭圆 134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36" name="任意多边形 24"/>
              <p:cNvSpPr>
                <a:spLocks noChangeAspect="1"/>
              </p:cNvSpPr>
              <p:nvPr/>
            </p:nvSpPr>
            <p:spPr>
              <a:xfrm>
                <a:off x="1839273" y="2962004"/>
                <a:ext cx="336428" cy="431644"/>
              </a:xfrm>
              <a:custGeom>
                <a:avLst/>
                <a:gdLst>
                  <a:gd name="connsiteX0" fmla="*/ 2053988 w 4790420"/>
                  <a:gd name="connsiteY0" fmla="*/ 847831 h 6158425"/>
                  <a:gd name="connsiteX1" fmla="*/ 330076 w 4790420"/>
                  <a:gd name="connsiteY1" fmla="*/ 2571743 h 6158425"/>
                  <a:gd name="connsiteX2" fmla="*/ 2053988 w 4790420"/>
                  <a:gd name="connsiteY2" fmla="*/ 4295655 h 6158425"/>
                  <a:gd name="connsiteX3" fmla="*/ 3777900 w 4790420"/>
                  <a:gd name="connsiteY3" fmla="*/ 2571743 h 6158425"/>
                  <a:gd name="connsiteX4" fmla="*/ 2053988 w 4790420"/>
                  <a:gd name="connsiteY4" fmla="*/ 847831 h 6158425"/>
                  <a:gd name="connsiteX5" fmla="*/ 2053988 w 4790420"/>
                  <a:gd name="connsiteY5" fmla="*/ 517755 h 6158425"/>
                  <a:gd name="connsiteX6" fmla="*/ 4107976 w 4790420"/>
                  <a:gd name="connsiteY6" fmla="*/ 2571743 h 6158425"/>
                  <a:gd name="connsiteX7" fmla="*/ 2053988 w 4790420"/>
                  <a:gd name="connsiteY7" fmla="*/ 4625731 h 6158425"/>
                  <a:gd name="connsiteX8" fmla="*/ 0 w 4790420"/>
                  <a:gd name="connsiteY8" fmla="*/ 2571743 h 6158425"/>
                  <a:gd name="connsiteX9" fmla="*/ 2053988 w 4790420"/>
                  <a:gd name="connsiteY9" fmla="*/ 517755 h 6158425"/>
                  <a:gd name="connsiteX10" fmla="*/ 2988811 w 4790420"/>
                  <a:gd name="connsiteY10" fmla="*/ 0 h 6158425"/>
                  <a:gd name="connsiteX11" fmla="*/ 4768061 w 4790420"/>
                  <a:gd name="connsiteY11" fmla="*/ 2223084 h 6158425"/>
                  <a:gd name="connsiteX12" fmla="*/ 3608480 w 4790420"/>
                  <a:gd name="connsiteY12" fmla="*/ 4823700 h 6158425"/>
                  <a:gd name="connsiteX13" fmla="*/ 2394040 w 4790420"/>
                  <a:gd name="connsiteY13" fmla="*/ 5286916 h 6158425"/>
                  <a:gd name="connsiteX14" fmla="*/ 2333767 w 4790420"/>
                  <a:gd name="connsiteY14" fmla="*/ 5292401 h 6158425"/>
                  <a:gd name="connsiteX15" fmla="*/ 2333767 w 4790420"/>
                  <a:gd name="connsiteY15" fmla="*/ 5858175 h 6158425"/>
                  <a:gd name="connsiteX16" fmla="*/ 3057098 w 4790420"/>
                  <a:gd name="connsiteY16" fmla="*/ 5858175 h 6158425"/>
                  <a:gd name="connsiteX17" fmla="*/ 3057098 w 4790420"/>
                  <a:gd name="connsiteY17" fmla="*/ 6158425 h 6158425"/>
                  <a:gd name="connsiteX18" fmla="*/ 1310186 w 4790420"/>
                  <a:gd name="connsiteY18" fmla="*/ 6158425 h 6158425"/>
                  <a:gd name="connsiteX19" fmla="*/ 1310186 w 4790420"/>
                  <a:gd name="connsiteY19" fmla="*/ 5858175 h 6158425"/>
                  <a:gd name="connsiteX20" fmla="*/ 2033517 w 4790420"/>
                  <a:gd name="connsiteY20" fmla="*/ 5858175 h 6158425"/>
                  <a:gd name="connsiteX21" fmla="*/ 2033517 w 4790420"/>
                  <a:gd name="connsiteY21" fmla="*/ 5307773 h 6158425"/>
                  <a:gd name="connsiteX22" fmla="*/ 2024915 w 4790420"/>
                  <a:gd name="connsiteY22" fmla="*/ 5307973 h 6158425"/>
                  <a:gd name="connsiteX23" fmla="*/ 765677 w 4790420"/>
                  <a:gd name="connsiteY23" fmla="*/ 4985869 h 6158425"/>
                  <a:gd name="connsiteX24" fmla="*/ 928493 w 4790420"/>
                  <a:gd name="connsiteY24" fmla="*/ 4680772 h 6158425"/>
                  <a:gd name="connsiteX25" fmla="*/ 3412023 w 4790420"/>
                  <a:gd name="connsiteY25" fmla="*/ 4539098 h 6158425"/>
                  <a:gd name="connsiteX26" fmla="*/ 4425057 w 4790420"/>
                  <a:gd name="connsiteY26" fmla="*/ 2267148 h 6158425"/>
                  <a:gd name="connsiteX27" fmla="*/ 2870669 w 4790420"/>
                  <a:gd name="connsiteY27" fmla="*/ 325018 h 615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90420" h="6158425">
                    <a:moveTo>
                      <a:pt x="2053988" y="847831"/>
                    </a:moveTo>
                    <a:cubicBezTo>
                      <a:pt x="1101898" y="847831"/>
                      <a:pt x="330076" y="1619653"/>
                      <a:pt x="330076" y="2571743"/>
                    </a:cubicBezTo>
                    <a:cubicBezTo>
                      <a:pt x="330076" y="3523833"/>
                      <a:pt x="1101898" y="4295655"/>
                      <a:pt x="2053988" y="4295655"/>
                    </a:cubicBezTo>
                    <a:cubicBezTo>
                      <a:pt x="3006078" y="4295655"/>
                      <a:pt x="3777900" y="3523833"/>
                      <a:pt x="3777900" y="2571743"/>
                    </a:cubicBezTo>
                    <a:cubicBezTo>
                      <a:pt x="3777900" y="1619653"/>
                      <a:pt x="3006078" y="847831"/>
                      <a:pt x="2053988" y="847831"/>
                    </a:cubicBezTo>
                    <a:close/>
                    <a:moveTo>
                      <a:pt x="2053988" y="517755"/>
                    </a:moveTo>
                    <a:cubicBezTo>
                      <a:pt x="3188374" y="517755"/>
                      <a:pt x="4107976" y="1437357"/>
                      <a:pt x="4107976" y="2571743"/>
                    </a:cubicBezTo>
                    <a:cubicBezTo>
                      <a:pt x="4107976" y="3706129"/>
                      <a:pt x="3188374" y="4625731"/>
                      <a:pt x="2053988" y="4625731"/>
                    </a:cubicBezTo>
                    <a:cubicBezTo>
                      <a:pt x="919602" y="4625731"/>
                      <a:pt x="0" y="3706129"/>
                      <a:pt x="0" y="2571743"/>
                    </a:cubicBezTo>
                    <a:cubicBezTo>
                      <a:pt x="0" y="1437357"/>
                      <a:pt x="919602" y="517755"/>
                      <a:pt x="2053988" y="517755"/>
                    </a:cubicBezTo>
                    <a:close/>
                    <a:moveTo>
                      <a:pt x="2988811" y="0"/>
                    </a:moveTo>
                    <a:cubicBezTo>
                      <a:pt x="3951100" y="349790"/>
                      <a:pt x="4637600" y="1207537"/>
                      <a:pt x="4768061" y="2223084"/>
                    </a:cubicBezTo>
                    <a:cubicBezTo>
                      <a:pt x="4898521" y="3238630"/>
                      <a:pt x="4451113" y="4242043"/>
                      <a:pt x="3608480" y="4823700"/>
                    </a:cubicBezTo>
                    <a:cubicBezTo>
                      <a:pt x="3239828" y="5078175"/>
                      <a:pt x="2822516" y="5233293"/>
                      <a:pt x="2394040" y="5286916"/>
                    </a:cubicBezTo>
                    <a:lnTo>
                      <a:pt x="2333767" y="5292401"/>
                    </a:lnTo>
                    <a:lnTo>
                      <a:pt x="2333767" y="5858175"/>
                    </a:lnTo>
                    <a:lnTo>
                      <a:pt x="3057098" y="5858175"/>
                    </a:lnTo>
                    <a:lnTo>
                      <a:pt x="3057098" y="6158425"/>
                    </a:lnTo>
                    <a:lnTo>
                      <a:pt x="1310186" y="6158425"/>
                    </a:lnTo>
                    <a:lnTo>
                      <a:pt x="1310186" y="5858175"/>
                    </a:lnTo>
                    <a:lnTo>
                      <a:pt x="2033517" y="5858175"/>
                    </a:lnTo>
                    <a:lnTo>
                      <a:pt x="2033517" y="5307773"/>
                    </a:lnTo>
                    <a:lnTo>
                      <a:pt x="2024915" y="5307973"/>
                    </a:lnTo>
                    <a:cubicBezTo>
                      <a:pt x="1593121" y="5303425"/>
                      <a:pt x="1160876" y="5196770"/>
                      <a:pt x="765677" y="4985869"/>
                    </a:cubicBezTo>
                    <a:lnTo>
                      <a:pt x="928493" y="4680772"/>
                    </a:lnTo>
                    <a:cubicBezTo>
                      <a:pt x="1717645" y="5101908"/>
                      <a:pt x="2675882" y="5047244"/>
                      <a:pt x="3412023" y="4539098"/>
                    </a:cubicBezTo>
                    <a:cubicBezTo>
                      <a:pt x="4148164" y="4030951"/>
                      <a:pt x="4539029" y="3154350"/>
                      <a:pt x="4425057" y="2267148"/>
                    </a:cubicBezTo>
                    <a:cubicBezTo>
                      <a:pt x="4311084" y="1379947"/>
                      <a:pt x="3711344" y="630601"/>
                      <a:pt x="2870669" y="3250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cxnSp>
          <p:nvCxnSpPr>
            <p:cNvPr id="137" name="直接连接符 136"/>
            <p:cNvCxnSpPr/>
            <p:nvPr/>
          </p:nvCxnSpPr>
          <p:spPr>
            <a:xfrm>
              <a:off x="4957702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V="1">
              <a:off x="4944450" y="2031009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文本框 138"/>
          <p:cNvSpPr txBox="1"/>
          <p:nvPr/>
        </p:nvSpPr>
        <p:spPr>
          <a:xfrm>
            <a:off x="1008194" y="1625737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地址解析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393261" y="5258928"/>
            <a:ext cx="3127962" cy="1451948"/>
          </a:xfrm>
          <a:prstGeom prst="roundRect">
            <a:avLst>
              <a:gd name="adj" fmla="val 82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存放在客户端的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请求报文包含：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请求消息头（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headers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空行（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blank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请求体（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body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3764529" y="5419440"/>
            <a:ext cx="2879737" cy="1260019"/>
          </a:xfrm>
          <a:prstGeom prst="roundRect">
            <a:avLst>
              <a:gd name="adj" fmla="val 1311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浏览器与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服务器建立了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连接之后，就会将存放在客户端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对象中的请求报文通过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协议发送给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4858499" y="1662898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建立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9216635" y="2469337"/>
            <a:ext cx="2877620" cy="584757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Web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服务器接收请求并向浏览器发送响应报文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1.66667E-6 -0.1930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bldLvl="0" animBg="1"/>
      <p:bldP spid="1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2"/>
            </p:custDataLst>
          </p:nvPr>
        </p:nvSpPr>
        <p:spPr>
          <a:xfrm>
            <a:off x="1297305" y="1155065"/>
            <a:ext cx="31534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协议的请求过程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Isosceles Triangle 2_1"/>
          <p:cNvSpPr/>
          <p:nvPr>
            <p:custDataLst>
              <p:tags r:id="rId3"/>
            </p:custDataLst>
          </p:nvPr>
        </p:nvSpPr>
        <p:spPr>
          <a:xfrm rot="16200000" flipV="1">
            <a:off x="1000760" y="122999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17693" y="1719077"/>
            <a:ext cx="2877620" cy="1903671"/>
          </a:xfrm>
          <a:prstGeom prst="roundRect">
            <a:avLst>
              <a:gd name="adj" fmla="val 8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服务器从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对象中获取报文，并且使用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HTTP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协议规定的方式进行解析。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响应报文包含：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状态行（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status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响应消息头（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Headers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空行（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blank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响应体（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response body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37805" y="1990708"/>
            <a:ext cx="2879736" cy="1708766"/>
          </a:xfrm>
          <a:prstGeom prst="roundRect">
            <a:avLst>
              <a:gd name="adj" fmla="val 1154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在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工作开始之前，浏览器首先要通过网络与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服务器建立连接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因为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是应用层的协议，根据连接规则，高层协议要在低层协议建立连接之后才能进行。因此，首先要建立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8034" y="1990319"/>
            <a:ext cx="3027997" cy="1693288"/>
          </a:xfrm>
          <a:prstGeom prst="roundRect">
            <a:avLst>
              <a:gd name="adj" fmla="val 1055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http://www.baidu.com/index.html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协议名：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http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www.baidu.com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端口：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80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对象路径：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/index.htm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主机名为域名，需要域名系统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DNS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解析域名为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IP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>
            <a:endCxn id="63" idx="2"/>
          </p:cNvCxnSpPr>
          <p:nvPr/>
        </p:nvCxnSpPr>
        <p:spPr>
          <a:xfrm>
            <a:off x="3627239" y="3944213"/>
            <a:ext cx="28294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49" idx="6"/>
          </p:cNvCxnSpPr>
          <p:nvPr/>
        </p:nvCxnSpPr>
        <p:spPr>
          <a:xfrm>
            <a:off x="11229807" y="3944636"/>
            <a:ext cx="91406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72055" y="3562293"/>
            <a:ext cx="1677907" cy="763840"/>
            <a:chOff x="712135" y="2794848"/>
            <a:chExt cx="1677907" cy="763840"/>
          </a:xfrm>
        </p:grpSpPr>
        <p:grpSp>
          <p:nvGrpSpPr>
            <p:cNvPr id="36" name="组合 35"/>
            <p:cNvGrpSpPr/>
            <p:nvPr/>
          </p:nvGrpSpPr>
          <p:grpSpPr>
            <a:xfrm>
              <a:off x="712135" y="2794848"/>
              <a:ext cx="1677907" cy="763840"/>
              <a:chOff x="712135" y="2794848"/>
              <a:chExt cx="1677907" cy="763840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4" name="直接连接符 13"/>
              <p:cNvCxnSpPr>
                <a:endCxn id="13" idx="2"/>
              </p:cNvCxnSpPr>
              <p:nvPr/>
            </p:nvCxnSpPr>
            <p:spPr>
              <a:xfrm>
                <a:off x="712135" y="3177191"/>
                <a:ext cx="91406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任意多边形 24"/>
            <p:cNvSpPr>
              <a:spLocks noChangeAspect="1"/>
            </p:cNvSpPr>
            <p:nvPr/>
          </p:nvSpPr>
          <p:spPr>
            <a:xfrm>
              <a:off x="1839273" y="2962004"/>
              <a:ext cx="336428" cy="431644"/>
            </a:xfrm>
            <a:custGeom>
              <a:avLst/>
              <a:gdLst>
                <a:gd name="connsiteX0" fmla="*/ 2053988 w 4790420"/>
                <a:gd name="connsiteY0" fmla="*/ 847831 h 6158425"/>
                <a:gd name="connsiteX1" fmla="*/ 330076 w 4790420"/>
                <a:gd name="connsiteY1" fmla="*/ 2571743 h 6158425"/>
                <a:gd name="connsiteX2" fmla="*/ 2053988 w 4790420"/>
                <a:gd name="connsiteY2" fmla="*/ 4295655 h 6158425"/>
                <a:gd name="connsiteX3" fmla="*/ 3777900 w 4790420"/>
                <a:gd name="connsiteY3" fmla="*/ 2571743 h 6158425"/>
                <a:gd name="connsiteX4" fmla="*/ 2053988 w 4790420"/>
                <a:gd name="connsiteY4" fmla="*/ 847831 h 6158425"/>
                <a:gd name="connsiteX5" fmla="*/ 2053988 w 4790420"/>
                <a:gd name="connsiteY5" fmla="*/ 517755 h 6158425"/>
                <a:gd name="connsiteX6" fmla="*/ 4107976 w 4790420"/>
                <a:gd name="connsiteY6" fmla="*/ 2571743 h 6158425"/>
                <a:gd name="connsiteX7" fmla="*/ 2053988 w 4790420"/>
                <a:gd name="connsiteY7" fmla="*/ 4625731 h 6158425"/>
                <a:gd name="connsiteX8" fmla="*/ 0 w 4790420"/>
                <a:gd name="connsiteY8" fmla="*/ 2571743 h 6158425"/>
                <a:gd name="connsiteX9" fmla="*/ 2053988 w 4790420"/>
                <a:gd name="connsiteY9" fmla="*/ 517755 h 6158425"/>
                <a:gd name="connsiteX10" fmla="*/ 2988811 w 4790420"/>
                <a:gd name="connsiteY10" fmla="*/ 0 h 6158425"/>
                <a:gd name="connsiteX11" fmla="*/ 4768061 w 4790420"/>
                <a:gd name="connsiteY11" fmla="*/ 2223084 h 6158425"/>
                <a:gd name="connsiteX12" fmla="*/ 3608480 w 4790420"/>
                <a:gd name="connsiteY12" fmla="*/ 4823700 h 6158425"/>
                <a:gd name="connsiteX13" fmla="*/ 2394040 w 4790420"/>
                <a:gd name="connsiteY13" fmla="*/ 5286916 h 6158425"/>
                <a:gd name="connsiteX14" fmla="*/ 2333767 w 4790420"/>
                <a:gd name="connsiteY14" fmla="*/ 5292401 h 6158425"/>
                <a:gd name="connsiteX15" fmla="*/ 2333767 w 4790420"/>
                <a:gd name="connsiteY15" fmla="*/ 5858175 h 6158425"/>
                <a:gd name="connsiteX16" fmla="*/ 3057098 w 4790420"/>
                <a:gd name="connsiteY16" fmla="*/ 5858175 h 6158425"/>
                <a:gd name="connsiteX17" fmla="*/ 3057098 w 4790420"/>
                <a:gd name="connsiteY17" fmla="*/ 6158425 h 6158425"/>
                <a:gd name="connsiteX18" fmla="*/ 1310186 w 4790420"/>
                <a:gd name="connsiteY18" fmla="*/ 6158425 h 6158425"/>
                <a:gd name="connsiteX19" fmla="*/ 1310186 w 4790420"/>
                <a:gd name="connsiteY19" fmla="*/ 5858175 h 6158425"/>
                <a:gd name="connsiteX20" fmla="*/ 2033517 w 4790420"/>
                <a:gd name="connsiteY20" fmla="*/ 5858175 h 6158425"/>
                <a:gd name="connsiteX21" fmla="*/ 2033517 w 4790420"/>
                <a:gd name="connsiteY21" fmla="*/ 5307773 h 6158425"/>
                <a:gd name="connsiteX22" fmla="*/ 2024915 w 4790420"/>
                <a:gd name="connsiteY22" fmla="*/ 5307973 h 6158425"/>
                <a:gd name="connsiteX23" fmla="*/ 765677 w 4790420"/>
                <a:gd name="connsiteY23" fmla="*/ 4985869 h 6158425"/>
                <a:gd name="connsiteX24" fmla="*/ 928493 w 4790420"/>
                <a:gd name="connsiteY24" fmla="*/ 4680772 h 6158425"/>
                <a:gd name="connsiteX25" fmla="*/ 3412023 w 4790420"/>
                <a:gd name="connsiteY25" fmla="*/ 4539098 h 6158425"/>
                <a:gd name="connsiteX26" fmla="*/ 4425057 w 4790420"/>
                <a:gd name="connsiteY26" fmla="*/ 2267148 h 6158425"/>
                <a:gd name="connsiteX27" fmla="*/ 2870669 w 4790420"/>
                <a:gd name="connsiteY27" fmla="*/ 325018 h 615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90420" h="6158425">
                  <a:moveTo>
                    <a:pt x="2053988" y="847831"/>
                  </a:moveTo>
                  <a:cubicBezTo>
                    <a:pt x="1101898" y="847831"/>
                    <a:pt x="330076" y="1619653"/>
                    <a:pt x="330076" y="2571743"/>
                  </a:cubicBezTo>
                  <a:cubicBezTo>
                    <a:pt x="330076" y="3523833"/>
                    <a:pt x="1101898" y="4295655"/>
                    <a:pt x="2053988" y="4295655"/>
                  </a:cubicBezTo>
                  <a:cubicBezTo>
                    <a:pt x="3006078" y="4295655"/>
                    <a:pt x="3777900" y="3523833"/>
                    <a:pt x="3777900" y="2571743"/>
                  </a:cubicBezTo>
                  <a:cubicBezTo>
                    <a:pt x="3777900" y="1619653"/>
                    <a:pt x="3006078" y="847831"/>
                    <a:pt x="2053988" y="847831"/>
                  </a:cubicBezTo>
                  <a:close/>
                  <a:moveTo>
                    <a:pt x="2053988" y="517755"/>
                  </a:moveTo>
                  <a:cubicBezTo>
                    <a:pt x="3188374" y="517755"/>
                    <a:pt x="4107976" y="1437357"/>
                    <a:pt x="4107976" y="2571743"/>
                  </a:cubicBezTo>
                  <a:cubicBezTo>
                    <a:pt x="4107976" y="3706129"/>
                    <a:pt x="3188374" y="4625731"/>
                    <a:pt x="2053988" y="4625731"/>
                  </a:cubicBezTo>
                  <a:cubicBezTo>
                    <a:pt x="919602" y="4625731"/>
                    <a:pt x="0" y="3706129"/>
                    <a:pt x="0" y="2571743"/>
                  </a:cubicBezTo>
                  <a:cubicBezTo>
                    <a:pt x="0" y="1437357"/>
                    <a:pt x="919602" y="517755"/>
                    <a:pt x="2053988" y="517755"/>
                  </a:cubicBezTo>
                  <a:close/>
                  <a:moveTo>
                    <a:pt x="2988811" y="0"/>
                  </a:moveTo>
                  <a:cubicBezTo>
                    <a:pt x="3951100" y="349790"/>
                    <a:pt x="4637600" y="1207537"/>
                    <a:pt x="4768061" y="2223084"/>
                  </a:cubicBezTo>
                  <a:cubicBezTo>
                    <a:pt x="4898521" y="3238630"/>
                    <a:pt x="4451113" y="4242043"/>
                    <a:pt x="3608480" y="4823700"/>
                  </a:cubicBezTo>
                  <a:cubicBezTo>
                    <a:pt x="3239828" y="5078175"/>
                    <a:pt x="2822516" y="5233293"/>
                    <a:pt x="2394040" y="5286916"/>
                  </a:cubicBezTo>
                  <a:lnTo>
                    <a:pt x="2333767" y="5292401"/>
                  </a:lnTo>
                  <a:lnTo>
                    <a:pt x="2333767" y="5858175"/>
                  </a:lnTo>
                  <a:lnTo>
                    <a:pt x="3057098" y="5858175"/>
                  </a:lnTo>
                  <a:lnTo>
                    <a:pt x="3057098" y="6158425"/>
                  </a:lnTo>
                  <a:lnTo>
                    <a:pt x="1310186" y="6158425"/>
                  </a:lnTo>
                  <a:lnTo>
                    <a:pt x="1310186" y="5858175"/>
                  </a:lnTo>
                  <a:lnTo>
                    <a:pt x="2033517" y="5858175"/>
                  </a:lnTo>
                  <a:lnTo>
                    <a:pt x="2033517" y="5307773"/>
                  </a:lnTo>
                  <a:lnTo>
                    <a:pt x="2024915" y="5307973"/>
                  </a:lnTo>
                  <a:cubicBezTo>
                    <a:pt x="1593121" y="5303425"/>
                    <a:pt x="1160876" y="5196770"/>
                    <a:pt x="765677" y="4985869"/>
                  </a:cubicBezTo>
                  <a:lnTo>
                    <a:pt x="928493" y="4680772"/>
                  </a:lnTo>
                  <a:cubicBezTo>
                    <a:pt x="1717645" y="5101908"/>
                    <a:pt x="2675882" y="5047244"/>
                    <a:pt x="3412023" y="4539098"/>
                  </a:cubicBezTo>
                  <a:cubicBezTo>
                    <a:pt x="4148164" y="4030951"/>
                    <a:pt x="4539029" y="3154350"/>
                    <a:pt x="4425057" y="2267148"/>
                  </a:cubicBezTo>
                  <a:cubicBezTo>
                    <a:pt x="4311084" y="1379947"/>
                    <a:pt x="3711344" y="630601"/>
                    <a:pt x="2870669" y="3250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376443" y="2755707"/>
            <a:ext cx="382977" cy="751143"/>
            <a:chOff x="1366350" y="2027371"/>
            <a:chExt cx="382977" cy="751143"/>
          </a:xfrm>
        </p:grpSpPr>
        <p:cxnSp>
          <p:nvCxnSpPr>
            <p:cNvPr id="15" name="直接连接符 14"/>
            <p:cNvCxnSpPr/>
            <p:nvPr/>
          </p:nvCxnSpPr>
          <p:spPr>
            <a:xfrm flipV="1">
              <a:off x="1368252" y="2027371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1366350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7220493" y="1146715"/>
            <a:ext cx="4873762" cy="3179418"/>
            <a:chOff x="6001297" y="379270"/>
            <a:chExt cx="4873762" cy="3179418"/>
          </a:xfrm>
        </p:grpSpPr>
        <p:cxnSp>
          <p:nvCxnSpPr>
            <p:cNvPr id="20" name="直接连接符 19"/>
            <p:cNvCxnSpPr>
              <a:stCxn id="21" idx="0"/>
            </p:cNvCxnSpPr>
            <p:nvPr/>
          </p:nvCxnSpPr>
          <p:spPr>
            <a:xfrm flipV="1">
              <a:off x="7538229" y="2043706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/>
            <p:cNvGrpSpPr/>
            <p:nvPr/>
          </p:nvGrpSpPr>
          <p:grpSpPr>
            <a:xfrm>
              <a:off x="6001297" y="379270"/>
              <a:ext cx="4873762" cy="3179418"/>
              <a:chOff x="6001297" y="379270"/>
              <a:chExt cx="4873762" cy="3179418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7156524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23" name="直接连接符 22"/>
              <p:cNvCxnSpPr>
                <a:stCxn id="63" idx="6"/>
                <a:endCxn id="21" idx="2"/>
              </p:cNvCxnSpPr>
              <p:nvPr/>
            </p:nvCxnSpPr>
            <p:spPr>
              <a:xfrm>
                <a:off x="6001297" y="3176768"/>
                <a:ext cx="1155227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7539500" y="2031009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任意多边形 26"/>
              <p:cNvSpPr>
                <a:spLocks noChangeAspect="1"/>
              </p:cNvSpPr>
              <p:nvPr/>
            </p:nvSpPr>
            <p:spPr>
              <a:xfrm>
                <a:off x="7406200" y="2962004"/>
                <a:ext cx="264487" cy="431644"/>
              </a:xfrm>
              <a:custGeom>
                <a:avLst/>
                <a:gdLst>
                  <a:gd name="connsiteX0" fmla="*/ 3411 w 2415654"/>
                  <a:gd name="connsiteY0" fmla="*/ 1160060 h 3957849"/>
                  <a:gd name="connsiteX1" fmla="*/ 392373 w 2415654"/>
                  <a:gd name="connsiteY1" fmla="*/ 1160060 h 3957849"/>
                  <a:gd name="connsiteX2" fmla="*/ 392373 w 2415654"/>
                  <a:gd name="connsiteY2" fmla="*/ 2123285 h 3957849"/>
                  <a:gd name="connsiteX3" fmla="*/ 396449 w 2415654"/>
                  <a:gd name="connsiteY3" fmla="*/ 2204161 h 3957849"/>
                  <a:gd name="connsiteX4" fmla="*/ 791679 w 2415654"/>
                  <a:gd name="connsiteY4" fmla="*/ 2811618 h 3957849"/>
                  <a:gd name="connsiteX5" fmla="*/ 1612465 w 2415654"/>
                  <a:gd name="connsiteY5" fmla="*/ 2818304 h 3957849"/>
                  <a:gd name="connsiteX6" fmla="*/ 2024800 w 2415654"/>
                  <a:gd name="connsiteY6" fmla="*/ 2108576 h 3957849"/>
                  <a:gd name="connsiteX7" fmla="*/ 2026692 w 2415654"/>
                  <a:gd name="connsiteY7" fmla="*/ 2108576 h 3957849"/>
                  <a:gd name="connsiteX8" fmla="*/ 2026692 w 2415654"/>
                  <a:gd name="connsiteY8" fmla="*/ 1160060 h 3957849"/>
                  <a:gd name="connsiteX9" fmla="*/ 2415654 w 2415654"/>
                  <a:gd name="connsiteY9" fmla="*/ 1160060 h 3957849"/>
                  <a:gd name="connsiteX10" fmla="*/ 2415654 w 2415654"/>
                  <a:gd name="connsiteY10" fmla="*/ 2108577 h 3957849"/>
                  <a:gd name="connsiteX11" fmla="*/ 2415654 w 2415654"/>
                  <a:gd name="connsiteY11" fmla="*/ 2135873 h 3957849"/>
                  <a:gd name="connsiteX12" fmla="*/ 2413832 w 2415654"/>
                  <a:gd name="connsiteY12" fmla="*/ 2135873 h 3957849"/>
                  <a:gd name="connsiteX13" fmla="*/ 2404919 w 2415654"/>
                  <a:gd name="connsiteY13" fmla="*/ 2269414 h 3957849"/>
                  <a:gd name="connsiteX14" fmla="*/ 1806051 w 2415654"/>
                  <a:gd name="connsiteY14" fmla="*/ 3157850 h 3957849"/>
                  <a:gd name="connsiteX15" fmla="*/ 1509944 w 2415654"/>
                  <a:gd name="connsiteY15" fmla="*/ 3278039 h 3957849"/>
                  <a:gd name="connsiteX16" fmla="*/ 1433014 w 2415654"/>
                  <a:gd name="connsiteY16" fmla="*/ 3292621 h 3957849"/>
                  <a:gd name="connsiteX17" fmla="*/ 1433014 w 2415654"/>
                  <a:gd name="connsiteY17" fmla="*/ 3718944 h 3957849"/>
                  <a:gd name="connsiteX18" fmla="*/ 1194109 w 2415654"/>
                  <a:gd name="connsiteY18" fmla="*/ 3957849 h 3957849"/>
                  <a:gd name="connsiteX19" fmla="*/ 955204 w 2415654"/>
                  <a:gd name="connsiteY19" fmla="*/ 3718944 h 3957849"/>
                  <a:gd name="connsiteX20" fmla="*/ 955204 w 2415654"/>
                  <a:gd name="connsiteY20" fmla="*/ 3287107 h 3957849"/>
                  <a:gd name="connsiteX21" fmla="*/ 886698 w 2415654"/>
                  <a:gd name="connsiteY21" fmla="*/ 3272962 h 3957849"/>
                  <a:gd name="connsiteX22" fmla="*/ 592588 w 2415654"/>
                  <a:gd name="connsiteY22" fmla="*/ 3147965 h 3957849"/>
                  <a:gd name="connsiteX23" fmla="*/ 160 w 2415654"/>
                  <a:gd name="connsiteY23" fmla="*/ 2088900 h 3957849"/>
                  <a:gd name="connsiteX24" fmla="*/ 3411 w 2415654"/>
                  <a:gd name="connsiteY24" fmla="*/ 2088953 h 3957849"/>
                  <a:gd name="connsiteX25" fmla="*/ 1207827 w 2415654"/>
                  <a:gd name="connsiteY25" fmla="*/ 0 h 3957849"/>
                  <a:gd name="connsiteX26" fmla="*/ 1849272 w 2415654"/>
                  <a:gd name="connsiteY26" fmla="*/ 641445 h 3957849"/>
                  <a:gd name="connsiteX27" fmla="*/ 1849272 w 2415654"/>
                  <a:gd name="connsiteY27" fmla="*/ 2033516 h 3957849"/>
                  <a:gd name="connsiteX28" fmla="*/ 1207827 w 2415654"/>
                  <a:gd name="connsiteY28" fmla="*/ 2674961 h 3957849"/>
                  <a:gd name="connsiteX29" fmla="*/ 566382 w 2415654"/>
                  <a:gd name="connsiteY29" fmla="*/ 2033516 h 3957849"/>
                  <a:gd name="connsiteX30" fmla="*/ 566382 w 2415654"/>
                  <a:gd name="connsiteY30" fmla="*/ 641445 h 3957849"/>
                  <a:gd name="connsiteX31" fmla="*/ 1207827 w 2415654"/>
                  <a:gd name="connsiteY31" fmla="*/ 0 h 3957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15654" h="3957849">
                    <a:moveTo>
                      <a:pt x="3411" y="1160060"/>
                    </a:moveTo>
                    <a:lnTo>
                      <a:pt x="392373" y="1160060"/>
                    </a:lnTo>
                    <a:lnTo>
                      <a:pt x="392373" y="2123285"/>
                    </a:lnTo>
                    <a:lnTo>
                      <a:pt x="396449" y="2204161"/>
                    </a:lnTo>
                    <a:cubicBezTo>
                      <a:pt x="425976" y="2455114"/>
                      <a:pt x="570709" y="2680821"/>
                      <a:pt x="791679" y="2811618"/>
                    </a:cubicBezTo>
                    <a:cubicBezTo>
                      <a:pt x="1044216" y="2961101"/>
                      <a:pt x="1357526" y="2963653"/>
                      <a:pt x="1612465" y="2818304"/>
                    </a:cubicBezTo>
                    <a:cubicBezTo>
                      <a:pt x="1867404" y="2672955"/>
                      <a:pt x="2024800" y="2402038"/>
                      <a:pt x="2024800" y="2108576"/>
                    </a:cubicBezTo>
                    <a:lnTo>
                      <a:pt x="2026692" y="2108576"/>
                    </a:lnTo>
                    <a:lnTo>
                      <a:pt x="2026692" y="1160060"/>
                    </a:lnTo>
                    <a:lnTo>
                      <a:pt x="2415654" y="1160060"/>
                    </a:lnTo>
                    <a:lnTo>
                      <a:pt x="2415654" y="2108577"/>
                    </a:lnTo>
                    <a:lnTo>
                      <a:pt x="2415654" y="2135873"/>
                    </a:lnTo>
                    <a:lnTo>
                      <a:pt x="2413832" y="2135873"/>
                    </a:lnTo>
                    <a:lnTo>
                      <a:pt x="2404919" y="2269414"/>
                    </a:lnTo>
                    <a:cubicBezTo>
                      <a:pt x="2355227" y="2639667"/>
                      <a:pt x="2135844" y="2969825"/>
                      <a:pt x="1806051" y="3157850"/>
                    </a:cubicBezTo>
                    <a:cubicBezTo>
                      <a:pt x="1711825" y="3211572"/>
                      <a:pt x="1612205" y="3251627"/>
                      <a:pt x="1509944" y="3278039"/>
                    </a:cubicBezTo>
                    <a:lnTo>
                      <a:pt x="1433014" y="3292621"/>
                    </a:lnTo>
                    <a:lnTo>
                      <a:pt x="1433014" y="3718944"/>
                    </a:lnTo>
                    <a:cubicBezTo>
                      <a:pt x="1433014" y="3850888"/>
                      <a:pt x="1326053" y="3957849"/>
                      <a:pt x="1194109" y="3957849"/>
                    </a:cubicBezTo>
                    <a:cubicBezTo>
                      <a:pt x="1062165" y="3957849"/>
                      <a:pt x="955204" y="3850888"/>
                      <a:pt x="955204" y="3718944"/>
                    </a:cubicBezTo>
                    <a:lnTo>
                      <a:pt x="955204" y="3287107"/>
                    </a:lnTo>
                    <a:lnTo>
                      <a:pt x="886698" y="3272962"/>
                    </a:lnTo>
                    <a:cubicBezTo>
                      <a:pt x="784881" y="3244888"/>
                      <a:pt x="685927" y="3203215"/>
                      <a:pt x="592588" y="3147965"/>
                    </a:cubicBezTo>
                    <a:cubicBezTo>
                      <a:pt x="219233" y="2926967"/>
                      <a:pt x="-6908" y="2522702"/>
                      <a:pt x="160" y="2088900"/>
                    </a:cubicBezTo>
                    <a:lnTo>
                      <a:pt x="3411" y="2088953"/>
                    </a:lnTo>
                    <a:close/>
                    <a:moveTo>
                      <a:pt x="1207827" y="0"/>
                    </a:moveTo>
                    <a:cubicBezTo>
                      <a:pt x="1562087" y="0"/>
                      <a:pt x="1849272" y="287185"/>
                      <a:pt x="1849272" y="641445"/>
                    </a:cubicBezTo>
                    <a:lnTo>
                      <a:pt x="1849272" y="2033516"/>
                    </a:lnTo>
                    <a:cubicBezTo>
                      <a:pt x="1849272" y="2387776"/>
                      <a:pt x="1562087" y="2674961"/>
                      <a:pt x="1207827" y="2674961"/>
                    </a:cubicBezTo>
                    <a:cubicBezTo>
                      <a:pt x="853567" y="2674961"/>
                      <a:pt x="566382" y="2387776"/>
                      <a:pt x="566382" y="2033516"/>
                    </a:cubicBezTo>
                    <a:lnTo>
                      <a:pt x="566382" y="641445"/>
                    </a:lnTo>
                    <a:cubicBezTo>
                      <a:pt x="566382" y="287185"/>
                      <a:pt x="853567" y="0"/>
                      <a:pt x="120782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997439" y="379270"/>
                <a:ext cx="2877620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服务器接收请求并向浏览器发送响应报文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68607" y="3562293"/>
            <a:ext cx="3452616" cy="1684251"/>
            <a:chOff x="1257327" y="2794848"/>
            <a:chExt cx="3452616" cy="1684251"/>
          </a:xfrm>
        </p:grpSpPr>
        <p:grpSp>
          <p:nvGrpSpPr>
            <p:cNvPr id="38" name="组合 37"/>
            <p:cNvGrpSpPr/>
            <p:nvPr/>
          </p:nvGrpSpPr>
          <p:grpSpPr>
            <a:xfrm>
              <a:off x="2938682" y="2794848"/>
              <a:ext cx="1771261" cy="763840"/>
              <a:chOff x="2938682" y="2794848"/>
              <a:chExt cx="1771261" cy="763840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3946103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33" name="直接连接符 32"/>
              <p:cNvCxnSpPr>
                <a:stCxn id="13" idx="6"/>
                <a:endCxn id="31" idx="2"/>
              </p:cNvCxnSpPr>
              <p:nvPr/>
            </p:nvCxnSpPr>
            <p:spPr>
              <a:xfrm flipV="1">
                <a:off x="2938682" y="3176768"/>
                <a:ext cx="1007421" cy="1632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任意多边形 33"/>
              <p:cNvSpPr>
                <a:spLocks noChangeAspect="1"/>
              </p:cNvSpPr>
              <p:nvPr/>
            </p:nvSpPr>
            <p:spPr>
              <a:xfrm>
                <a:off x="4112417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257327" y="3558688"/>
              <a:ext cx="3077259" cy="920411"/>
              <a:chOff x="1257327" y="3558688"/>
              <a:chExt cx="3077259" cy="920411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4328236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800000">
                <a:off x="3953725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本框 44"/>
              <p:cNvSpPr txBox="1"/>
              <p:nvPr/>
            </p:nvSpPr>
            <p:spPr>
              <a:xfrm>
                <a:off x="1257327" y="4140563"/>
                <a:ext cx="2879737" cy="338536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封装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HTTP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请求报文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7590903" y="3562293"/>
            <a:ext cx="3638268" cy="1682940"/>
            <a:chOff x="7047571" y="2794848"/>
            <a:chExt cx="3638268" cy="1682940"/>
          </a:xfrm>
        </p:grpSpPr>
        <p:sp>
          <p:nvSpPr>
            <p:cNvPr id="49" name="椭圆 48"/>
            <p:cNvSpPr/>
            <p:nvPr/>
          </p:nvSpPr>
          <p:spPr>
            <a:xfrm>
              <a:off x="9921999" y="2794848"/>
              <a:ext cx="763840" cy="76384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50" name="直接连接符 49"/>
            <p:cNvCxnSpPr>
              <a:stCxn id="21" idx="6"/>
              <a:endCxn id="49" idx="2"/>
            </p:cNvCxnSpPr>
            <p:nvPr/>
          </p:nvCxnSpPr>
          <p:spPr>
            <a:xfrm flipV="1">
              <a:off x="8596227" y="3176768"/>
              <a:ext cx="1325772" cy="163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49" idx="4"/>
            </p:cNvCxnSpPr>
            <p:nvPr/>
          </p:nvCxnSpPr>
          <p:spPr>
            <a:xfrm>
              <a:off x="10304343" y="3558688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10800000">
              <a:off x="9922002" y="4324642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任意多边形 53"/>
            <p:cNvSpPr>
              <a:spLocks noChangeAspect="1"/>
            </p:cNvSpPr>
            <p:nvPr/>
          </p:nvSpPr>
          <p:spPr>
            <a:xfrm>
              <a:off x="10125127" y="2962004"/>
              <a:ext cx="359703" cy="431644"/>
            </a:xfrm>
            <a:custGeom>
              <a:avLst/>
              <a:gdLst>
                <a:gd name="connsiteX0" fmla="*/ 2088797 w 4696209"/>
                <a:gd name="connsiteY0" fmla="*/ 2028780 h 5645436"/>
                <a:gd name="connsiteX1" fmla="*/ 2539173 w 4696209"/>
                <a:gd name="connsiteY1" fmla="*/ 2028780 h 5645436"/>
                <a:gd name="connsiteX2" fmla="*/ 2539173 w 4696209"/>
                <a:gd name="connsiteY2" fmla="*/ 3205719 h 5645436"/>
                <a:gd name="connsiteX3" fmla="*/ 3543193 w 4696209"/>
                <a:gd name="connsiteY3" fmla="*/ 3785390 h 5645436"/>
                <a:gd name="connsiteX4" fmla="*/ 3318005 w 4696209"/>
                <a:gd name="connsiteY4" fmla="*/ 4175427 h 5645436"/>
                <a:gd name="connsiteX5" fmla="*/ 2088797 w 4696209"/>
                <a:gd name="connsiteY5" fmla="*/ 3465743 h 5645436"/>
                <a:gd name="connsiteX6" fmla="*/ 2098957 w 4696209"/>
                <a:gd name="connsiteY6" fmla="*/ 3448147 h 5645436"/>
                <a:gd name="connsiteX7" fmla="*/ 2088797 w 4696209"/>
                <a:gd name="connsiteY7" fmla="*/ 3448147 h 5645436"/>
                <a:gd name="connsiteX8" fmla="*/ 2348105 w 4696209"/>
                <a:gd name="connsiteY8" fmla="*/ 1488857 h 5645436"/>
                <a:gd name="connsiteX9" fmla="*/ 525293 w 4696209"/>
                <a:gd name="connsiteY9" fmla="*/ 3311669 h 5645436"/>
                <a:gd name="connsiteX10" fmla="*/ 2348105 w 4696209"/>
                <a:gd name="connsiteY10" fmla="*/ 5134481 h 5645436"/>
                <a:gd name="connsiteX11" fmla="*/ 4170917 w 4696209"/>
                <a:gd name="connsiteY11" fmla="*/ 3311669 h 5645436"/>
                <a:gd name="connsiteX12" fmla="*/ 2348105 w 4696209"/>
                <a:gd name="connsiteY12" fmla="*/ 1488857 h 5645436"/>
                <a:gd name="connsiteX13" fmla="*/ 2348105 w 4696209"/>
                <a:gd name="connsiteY13" fmla="*/ 977902 h 5645436"/>
                <a:gd name="connsiteX14" fmla="*/ 4681872 w 4696209"/>
                <a:gd name="connsiteY14" fmla="*/ 3311669 h 5645436"/>
                <a:gd name="connsiteX15" fmla="*/ 2348105 w 4696209"/>
                <a:gd name="connsiteY15" fmla="*/ 5645436 h 5645436"/>
                <a:gd name="connsiteX16" fmla="*/ 14338 w 4696209"/>
                <a:gd name="connsiteY16" fmla="*/ 3311669 h 5645436"/>
                <a:gd name="connsiteX17" fmla="*/ 2348105 w 4696209"/>
                <a:gd name="connsiteY17" fmla="*/ 977902 h 5645436"/>
                <a:gd name="connsiteX18" fmla="*/ 3210794 w 4696209"/>
                <a:gd name="connsiteY18" fmla="*/ 1525 h 5645436"/>
                <a:gd name="connsiteX19" fmla="*/ 3559690 w 4696209"/>
                <a:gd name="connsiteY19" fmla="*/ 82166 h 5645436"/>
                <a:gd name="connsiteX20" fmla="*/ 4389841 w 4696209"/>
                <a:gd name="connsiteY20" fmla="*/ 561454 h 5645436"/>
                <a:gd name="connsiteX21" fmla="*/ 4664989 w 4696209"/>
                <a:gd name="connsiteY21" fmla="*/ 1285059 h 5645436"/>
                <a:gd name="connsiteX22" fmla="*/ 4652365 w 4696209"/>
                <a:gd name="connsiteY22" fmla="*/ 1313093 h 5645436"/>
                <a:gd name="connsiteX23" fmla="*/ 4548130 w 4696209"/>
                <a:gd name="connsiteY23" fmla="*/ 1493633 h 5645436"/>
                <a:gd name="connsiteX24" fmla="*/ 4361174 w 4696209"/>
                <a:gd name="connsiteY24" fmla="*/ 1610458 h 5645436"/>
                <a:gd name="connsiteX25" fmla="*/ 4227467 w 4696209"/>
                <a:gd name="connsiteY25" fmla="*/ 1579554 h 5645436"/>
                <a:gd name="connsiteX26" fmla="*/ 2742962 w 4696209"/>
                <a:gd name="connsiteY26" fmla="*/ 722476 h 5645436"/>
                <a:gd name="connsiteX27" fmla="*/ 2627331 w 4696209"/>
                <a:gd name="connsiteY27" fmla="*/ 490166 h 5645436"/>
                <a:gd name="connsiteX28" fmla="*/ 2634097 w 4696209"/>
                <a:gd name="connsiteY28" fmla="*/ 460273 h 5645436"/>
                <a:gd name="connsiteX29" fmla="*/ 2722954 w 4696209"/>
                <a:gd name="connsiteY29" fmla="*/ 306368 h 5645436"/>
                <a:gd name="connsiteX30" fmla="*/ 3210794 w 4696209"/>
                <a:gd name="connsiteY30" fmla="*/ 1525 h 5645436"/>
                <a:gd name="connsiteX31" fmla="*/ 1485416 w 4696209"/>
                <a:gd name="connsiteY31" fmla="*/ 1525 h 5645436"/>
                <a:gd name="connsiteX32" fmla="*/ 1973255 w 4696209"/>
                <a:gd name="connsiteY32" fmla="*/ 306368 h 5645436"/>
                <a:gd name="connsiteX33" fmla="*/ 2062112 w 4696209"/>
                <a:gd name="connsiteY33" fmla="*/ 460273 h 5645436"/>
                <a:gd name="connsiteX34" fmla="*/ 2068878 w 4696209"/>
                <a:gd name="connsiteY34" fmla="*/ 490166 h 5645436"/>
                <a:gd name="connsiteX35" fmla="*/ 1953247 w 4696209"/>
                <a:gd name="connsiteY35" fmla="*/ 722476 h 5645436"/>
                <a:gd name="connsiteX36" fmla="*/ 468743 w 4696209"/>
                <a:gd name="connsiteY36" fmla="*/ 1579554 h 5645436"/>
                <a:gd name="connsiteX37" fmla="*/ 335035 w 4696209"/>
                <a:gd name="connsiteY37" fmla="*/ 1610458 h 5645436"/>
                <a:gd name="connsiteX38" fmla="*/ 148079 w 4696209"/>
                <a:gd name="connsiteY38" fmla="*/ 1493633 h 5645436"/>
                <a:gd name="connsiteX39" fmla="*/ 43845 w 4696209"/>
                <a:gd name="connsiteY39" fmla="*/ 1313093 h 5645436"/>
                <a:gd name="connsiteX40" fmla="*/ 31220 w 4696209"/>
                <a:gd name="connsiteY40" fmla="*/ 1285059 h 5645436"/>
                <a:gd name="connsiteX41" fmla="*/ 306368 w 4696209"/>
                <a:gd name="connsiteY41" fmla="*/ 561454 h 5645436"/>
                <a:gd name="connsiteX42" fmla="*/ 1136520 w 4696209"/>
                <a:gd name="connsiteY42" fmla="*/ 82166 h 5645436"/>
                <a:gd name="connsiteX43" fmla="*/ 1485416 w 4696209"/>
                <a:gd name="connsiteY43" fmla="*/ 1525 h 56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696209" h="5645436">
                  <a:moveTo>
                    <a:pt x="2088797" y="2028780"/>
                  </a:moveTo>
                  <a:lnTo>
                    <a:pt x="2539173" y="2028780"/>
                  </a:lnTo>
                  <a:lnTo>
                    <a:pt x="2539173" y="3205719"/>
                  </a:lnTo>
                  <a:lnTo>
                    <a:pt x="3543193" y="3785390"/>
                  </a:lnTo>
                  <a:lnTo>
                    <a:pt x="3318005" y="4175427"/>
                  </a:lnTo>
                  <a:lnTo>
                    <a:pt x="2088797" y="3465743"/>
                  </a:lnTo>
                  <a:lnTo>
                    <a:pt x="2098957" y="3448147"/>
                  </a:lnTo>
                  <a:lnTo>
                    <a:pt x="2088797" y="3448147"/>
                  </a:lnTo>
                  <a:close/>
                  <a:moveTo>
                    <a:pt x="2348105" y="1488857"/>
                  </a:moveTo>
                  <a:cubicBezTo>
                    <a:pt x="1341394" y="1488857"/>
                    <a:pt x="525293" y="2304958"/>
                    <a:pt x="525293" y="3311669"/>
                  </a:cubicBezTo>
                  <a:cubicBezTo>
                    <a:pt x="525293" y="4318380"/>
                    <a:pt x="1341394" y="5134481"/>
                    <a:pt x="2348105" y="5134481"/>
                  </a:cubicBezTo>
                  <a:cubicBezTo>
                    <a:pt x="3354816" y="5134481"/>
                    <a:pt x="4170917" y="4318380"/>
                    <a:pt x="4170917" y="3311669"/>
                  </a:cubicBezTo>
                  <a:cubicBezTo>
                    <a:pt x="4170917" y="2304958"/>
                    <a:pt x="3354816" y="1488857"/>
                    <a:pt x="2348105" y="1488857"/>
                  </a:cubicBezTo>
                  <a:close/>
                  <a:moveTo>
                    <a:pt x="2348105" y="977902"/>
                  </a:moveTo>
                  <a:cubicBezTo>
                    <a:pt x="3637009" y="977902"/>
                    <a:pt x="4681872" y="2022765"/>
                    <a:pt x="4681872" y="3311669"/>
                  </a:cubicBezTo>
                  <a:cubicBezTo>
                    <a:pt x="4681872" y="4600573"/>
                    <a:pt x="3637009" y="5645436"/>
                    <a:pt x="2348105" y="5645436"/>
                  </a:cubicBezTo>
                  <a:cubicBezTo>
                    <a:pt x="1059201" y="5645436"/>
                    <a:pt x="14338" y="4600573"/>
                    <a:pt x="14338" y="3311669"/>
                  </a:cubicBezTo>
                  <a:cubicBezTo>
                    <a:pt x="14338" y="2022765"/>
                    <a:pt x="1059201" y="977902"/>
                    <a:pt x="2348105" y="977902"/>
                  </a:cubicBezTo>
                  <a:close/>
                  <a:moveTo>
                    <a:pt x="3210794" y="1525"/>
                  </a:moveTo>
                  <a:cubicBezTo>
                    <a:pt x="3328480" y="-6792"/>
                    <a:pt x="3449826" y="18736"/>
                    <a:pt x="3559690" y="82166"/>
                  </a:cubicBezTo>
                  <a:lnTo>
                    <a:pt x="4389841" y="561454"/>
                  </a:lnTo>
                  <a:cubicBezTo>
                    <a:pt x="4646190" y="709457"/>
                    <a:pt x="4755086" y="1014775"/>
                    <a:pt x="4664989" y="1285059"/>
                  </a:cubicBezTo>
                  <a:lnTo>
                    <a:pt x="4652365" y="1313093"/>
                  </a:lnTo>
                  <a:lnTo>
                    <a:pt x="4548130" y="1493633"/>
                  </a:lnTo>
                  <a:cubicBezTo>
                    <a:pt x="4507616" y="1563805"/>
                    <a:pt x="4436343" y="1605146"/>
                    <a:pt x="4361174" y="1610458"/>
                  </a:cubicBezTo>
                  <a:cubicBezTo>
                    <a:pt x="4316074" y="1613646"/>
                    <a:pt x="4269570" y="1603863"/>
                    <a:pt x="4227467" y="1579554"/>
                  </a:cubicBezTo>
                  <a:lnTo>
                    <a:pt x="2742962" y="722476"/>
                  </a:lnTo>
                  <a:cubicBezTo>
                    <a:pt x="2658756" y="673860"/>
                    <a:pt x="2616066" y="580949"/>
                    <a:pt x="2627331" y="490166"/>
                  </a:cubicBezTo>
                  <a:lnTo>
                    <a:pt x="2634097" y="460273"/>
                  </a:lnTo>
                  <a:lnTo>
                    <a:pt x="2722954" y="306368"/>
                  </a:lnTo>
                  <a:cubicBezTo>
                    <a:pt x="2828671" y="123262"/>
                    <a:pt x="3014650" y="15387"/>
                    <a:pt x="3210794" y="1525"/>
                  </a:cubicBezTo>
                  <a:close/>
                  <a:moveTo>
                    <a:pt x="1485416" y="1525"/>
                  </a:moveTo>
                  <a:cubicBezTo>
                    <a:pt x="1681559" y="15386"/>
                    <a:pt x="1867539" y="123262"/>
                    <a:pt x="1973255" y="306368"/>
                  </a:cubicBezTo>
                  <a:lnTo>
                    <a:pt x="2062112" y="460273"/>
                  </a:lnTo>
                  <a:lnTo>
                    <a:pt x="2068878" y="490166"/>
                  </a:lnTo>
                  <a:cubicBezTo>
                    <a:pt x="2080144" y="580949"/>
                    <a:pt x="2037454" y="673859"/>
                    <a:pt x="1953247" y="722476"/>
                  </a:cubicBezTo>
                  <a:lnTo>
                    <a:pt x="468743" y="1579554"/>
                  </a:lnTo>
                  <a:cubicBezTo>
                    <a:pt x="426639" y="1603863"/>
                    <a:pt x="380136" y="1613646"/>
                    <a:pt x="335035" y="1610458"/>
                  </a:cubicBezTo>
                  <a:cubicBezTo>
                    <a:pt x="259866" y="1605146"/>
                    <a:pt x="188593" y="1563805"/>
                    <a:pt x="148079" y="1493633"/>
                  </a:cubicBezTo>
                  <a:lnTo>
                    <a:pt x="43845" y="1313093"/>
                  </a:lnTo>
                  <a:lnTo>
                    <a:pt x="31220" y="1285059"/>
                  </a:lnTo>
                  <a:cubicBezTo>
                    <a:pt x="-58877" y="1014775"/>
                    <a:pt x="50020" y="709457"/>
                    <a:pt x="306368" y="561454"/>
                  </a:cubicBezTo>
                  <a:lnTo>
                    <a:pt x="1136520" y="82166"/>
                  </a:lnTo>
                  <a:cubicBezTo>
                    <a:pt x="1246384" y="18736"/>
                    <a:pt x="1367729" y="-6792"/>
                    <a:pt x="1485416" y="15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p>
              <a:pPr algn="ctr" eaLnBrk="1" hangingPunct="1">
                <a:defRPr/>
              </a:pPr>
              <a:endParaRPr lang="zh-CN" altLang="en-US" sz="1705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7047571" y="4139252"/>
              <a:ext cx="2879736" cy="338536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p>
              <a:pPr algn="ctr" eaLnBrk="1" hangingPunct="1">
                <a:defRPr/>
              </a:pP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Web 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服务器关闭 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TCP 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连接</a:t>
              </a:r>
              <a:endPara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570010" y="3562293"/>
            <a:ext cx="3650483" cy="1912832"/>
            <a:chOff x="1165476" y="2794848"/>
            <a:chExt cx="3650483" cy="1912832"/>
          </a:xfrm>
        </p:grpSpPr>
        <p:grpSp>
          <p:nvGrpSpPr>
            <p:cNvPr id="57" name="组合 56"/>
            <p:cNvGrpSpPr/>
            <p:nvPr/>
          </p:nvGrpSpPr>
          <p:grpSpPr>
            <a:xfrm>
              <a:off x="4052119" y="2794848"/>
              <a:ext cx="763840" cy="763840"/>
              <a:chOff x="4052119" y="2794848"/>
              <a:chExt cx="763840" cy="763840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4052119" y="2794848"/>
                <a:ext cx="763840" cy="76384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" name="任意多边形 23"/>
              <p:cNvSpPr>
                <a:spLocks noChangeAspect="1"/>
              </p:cNvSpPr>
              <p:nvPr/>
            </p:nvSpPr>
            <p:spPr>
              <a:xfrm>
                <a:off x="4218433" y="2962004"/>
                <a:ext cx="431644" cy="431644"/>
              </a:xfrm>
              <a:custGeom>
                <a:avLst/>
                <a:gdLst>
                  <a:gd name="connsiteX0" fmla="*/ 2822419 w 5595582"/>
                  <a:gd name="connsiteY0" fmla="*/ 2670465 h 5595582"/>
                  <a:gd name="connsiteX1" fmla="*/ 2924632 w 5595582"/>
                  <a:gd name="connsiteY1" fmla="*/ 2770939 h 5595582"/>
                  <a:gd name="connsiteX2" fmla="*/ 2824643 w 5595582"/>
                  <a:gd name="connsiteY2" fmla="*/ 2924635 h 5595582"/>
                  <a:gd name="connsiteX3" fmla="*/ 2670947 w 5595582"/>
                  <a:gd name="connsiteY3" fmla="*/ 2824646 h 5595582"/>
                  <a:gd name="connsiteX4" fmla="*/ 2770935 w 5595582"/>
                  <a:gd name="connsiteY4" fmla="*/ 2670950 h 5595582"/>
                  <a:gd name="connsiteX5" fmla="*/ 2822419 w 5595582"/>
                  <a:gd name="connsiteY5" fmla="*/ 2670465 h 5595582"/>
                  <a:gd name="connsiteX6" fmla="*/ 2796143 w 5595582"/>
                  <a:gd name="connsiteY6" fmla="*/ 2511137 h 5595582"/>
                  <a:gd name="connsiteX7" fmla="*/ 2738429 w 5595582"/>
                  <a:gd name="connsiteY7" fmla="*/ 2517404 h 5595582"/>
                  <a:gd name="connsiteX8" fmla="*/ 2517400 w 5595582"/>
                  <a:gd name="connsiteY8" fmla="*/ 2857153 h 5595582"/>
                  <a:gd name="connsiteX9" fmla="*/ 2857150 w 5595582"/>
                  <a:gd name="connsiteY9" fmla="*/ 3078182 h 5595582"/>
                  <a:gd name="connsiteX10" fmla="*/ 3078179 w 5595582"/>
                  <a:gd name="connsiteY10" fmla="*/ 2738431 h 5595582"/>
                  <a:gd name="connsiteX11" fmla="*/ 2796143 w 5595582"/>
                  <a:gd name="connsiteY11" fmla="*/ 2511137 h 5595582"/>
                  <a:gd name="connsiteX12" fmla="*/ 4374868 w 5595582"/>
                  <a:gd name="connsiteY12" fmla="*/ 1380099 h 5595582"/>
                  <a:gd name="connsiteX13" fmla="*/ 3091830 w 5595582"/>
                  <a:gd name="connsiteY13" fmla="*/ 3124889 h 5595582"/>
                  <a:gd name="connsiteX14" fmla="*/ 1220710 w 5595582"/>
                  <a:gd name="connsiteY14" fmla="*/ 4215483 h 5595582"/>
                  <a:gd name="connsiteX15" fmla="*/ 2503749 w 5595582"/>
                  <a:gd name="connsiteY15" fmla="*/ 2470693 h 5595582"/>
                  <a:gd name="connsiteX16" fmla="*/ 2797791 w 5595582"/>
                  <a:gd name="connsiteY16" fmla="*/ 424257 h 5595582"/>
                  <a:gd name="connsiteX17" fmla="*/ 424257 w 5595582"/>
                  <a:gd name="connsiteY17" fmla="*/ 2797791 h 5595582"/>
                  <a:gd name="connsiteX18" fmla="*/ 2797791 w 5595582"/>
                  <a:gd name="connsiteY18" fmla="*/ 5171325 h 5595582"/>
                  <a:gd name="connsiteX19" fmla="*/ 5171325 w 5595582"/>
                  <a:gd name="connsiteY19" fmla="*/ 2797791 h 5595582"/>
                  <a:gd name="connsiteX20" fmla="*/ 2797791 w 5595582"/>
                  <a:gd name="connsiteY20" fmla="*/ 424257 h 5595582"/>
                  <a:gd name="connsiteX21" fmla="*/ 2797791 w 5595582"/>
                  <a:gd name="connsiteY21" fmla="*/ 0 h 5595582"/>
                  <a:gd name="connsiteX22" fmla="*/ 5595582 w 5595582"/>
                  <a:gd name="connsiteY22" fmla="*/ 2797791 h 5595582"/>
                  <a:gd name="connsiteX23" fmla="*/ 2797791 w 5595582"/>
                  <a:gd name="connsiteY23" fmla="*/ 5595582 h 5595582"/>
                  <a:gd name="connsiteX24" fmla="*/ 0 w 5595582"/>
                  <a:gd name="connsiteY24" fmla="*/ 2797791 h 5595582"/>
                  <a:gd name="connsiteX25" fmla="*/ 2797791 w 5595582"/>
                  <a:gd name="connsiteY25" fmla="*/ 0 h 559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595582" h="5595582">
                    <a:moveTo>
                      <a:pt x="2822419" y="2670465"/>
                    </a:moveTo>
                    <a:cubicBezTo>
                      <a:pt x="2872021" y="2680082"/>
                      <a:pt x="2913509" y="2718399"/>
                      <a:pt x="2924632" y="2770939"/>
                    </a:cubicBezTo>
                    <a:cubicBezTo>
                      <a:pt x="2939463" y="2840992"/>
                      <a:pt x="2894697" y="2909804"/>
                      <a:pt x="2824643" y="2924635"/>
                    </a:cubicBezTo>
                    <a:cubicBezTo>
                      <a:pt x="2754590" y="2939466"/>
                      <a:pt x="2685778" y="2894699"/>
                      <a:pt x="2670947" y="2824646"/>
                    </a:cubicBezTo>
                    <a:cubicBezTo>
                      <a:pt x="2656116" y="2754592"/>
                      <a:pt x="2700882" y="2685780"/>
                      <a:pt x="2770935" y="2670950"/>
                    </a:cubicBezTo>
                    <a:cubicBezTo>
                      <a:pt x="2788449" y="2667242"/>
                      <a:pt x="2805884" y="2667259"/>
                      <a:pt x="2822419" y="2670465"/>
                    </a:cubicBezTo>
                    <a:close/>
                    <a:moveTo>
                      <a:pt x="2796143" y="2511137"/>
                    </a:moveTo>
                    <a:cubicBezTo>
                      <a:pt x="2777100" y="2511266"/>
                      <a:pt x="2757786" y="2513306"/>
                      <a:pt x="2738429" y="2517404"/>
                    </a:cubicBezTo>
                    <a:cubicBezTo>
                      <a:pt x="2583574" y="2550187"/>
                      <a:pt x="2484616" y="2702298"/>
                      <a:pt x="2517400" y="2857153"/>
                    </a:cubicBezTo>
                    <a:cubicBezTo>
                      <a:pt x="2550184" y="3012007"/>
                      <a:pt x="2702296" y="3110966"/>
                      <a:pt x="2857150" y="3078182"/>
                    </a:cubicBezTo>
                    <a:cubicBezTo>
                      <a:pt x="3012005" y="3045398"/>
                      <a:pt x="3110962" y="2893286"/>
                      <a:pt x="3078179" y="2738431"/>
                    </a:cubicBezTo>
                    <a:cubicBezTo>
                      <a:pt x="3049492" y="2602933"/>
                      <a:pt x="2929447" y="2510232"/>
                      <a:pt x="2796143" y="2511137"/>
                    </a:cubicBezTo>
                    <a:close/>
                    <a:moveTo>
                      <a:pt x="4374868" y="1380099"/>
                    </a:moveTo>
                    <a:lnTo>
                      <a:pt x="3091830" y="3124889"/>
                    </a:lnTo>
                    <a:lnTo>
                      <a:pt x="1220710" y="4215483"/>
                    </a:lnTo>
                    <a:lnTo>
                      <a:pt x="2503749" y="2470693"/>
                    </a:lnTo>
                    <a:close/>
                    <a:moveTo>
                      <a:pt x="2797791" y="424257"/>
                    </a:moveTo>
                    <a:cubicBezTo>
                      <a:pt x="1486924" y="424257"/>
                      <a:pt x="424257" y="1486924"/>
                      <a:pt x="424257" y="2797791"/>
                    </a:cubicBezTo>
                    <a:cubicBezTo>
                      <a:pt x="424257" y="4108658"/>
                      <a:pt x="1486924" y="5171325"/>
                      <a:pt x="2797791" y="5171325"/>
                    </a:cubicBezTo>
                    <a:cubicBezTo>
                      <a:pt x="4108658" y="5171325"/>
                      <a:pt x="5171325" y="4108658"/>
                      <a:pt x="5171325" y="2797791"/>
                    </a:cubicBezTo>
                    <a:cubicBezTo>
                      <a:pt x="5171325" y="1486924"/>
                      <a:pt x="4108658" y="424257"/>
                      <a:pt x="2797791" y="424257"/>
                    </a:cubicBezTo>
                    <a:close/>
                    <a:moveTo>
                      <a:pt x="2797791" y="0"/>
                    </a:moveTo>
                    <a:cubicBezTo>
                      <a:pt x="4342968" y="0"/>
                      <a:pt x="5595582" y="1252614"/>
                      <a:pt x="5595582" y="2797791"/>
                    </a:cubicBezTo>
                    <a:cubicBezTo>
                      <a:pt x="5595582" y="4342968"/>
                      <a:pt x="4342968" y="5595582"/>
                      <a:pt x="2797791" y="5595582"/>
                    </a:cubicBezTo>
                    <a:cubicBezTo>
                      <a:pt x="1252614" y="5595582"/>
                      <a:pt x="0" y="4342968"/>
                      <a:pt x="0" y="2797791"/>
                    </a:cubicBezTo>
                    <a:cubicBezTo>
                      <a:pt x="0" y="1252614"/>
                      <a:pt x="1252614" y="0"/>
                      <a:pt x="27977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1165476" y="3558688"/>
              <a:ext cx="3275126" cy="1148992"/>
              <a:chOff x="1165476" y="3558688"/>
              <a:chExt cx="3275126" cy="1148992"/>
            </a:xfrm>
          </p:grpSpPr>
          <p:cxnSp>
            <p:nvCxnSpPr>
              <p:cNvPr id="78" name="直接连接符 77"/>
              <p:cNvCxnSpPr>
                <a:stCxn id="63" idx="4"/>
              </p:cNvCxnSpPr>
              <p:nvPr/>
            </p:nvCxnSpPr>
            <p:spPr>
              <a:xfrm>
                <a:off x="4434252" y="3558688"/>
                <a:ext cx="0" cy="751143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0800000">
                <a:off x="4059741" y="4324642"/>
                <a:ext cx="38086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文本框 79"/>
              <p:cNvSpPr txBox="1"/>
              <p:nvPr/>
            </p:nvSpPr>
            <p:spPr>
              <a:xfrm>
                <a:off x="1165476" y="4122923"/>
                <a:ext cx="2879737" cy="584757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p>
                <a:pPr algn="ctr" eaLnBrk="1" hangingPunct="1">
                  <a:defRPr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浏览器向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Web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rPr>
                  <a:t>服务器发送请求报文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4579377" y="2798454"/>
            <a:ext cx="763839" cy="1527679"/>
            <a:chOff x="4579377" y="2031009"/>
            <a:chExt cx="763839" cy="1527679"/>
          </a:xfrm>
        </p:grpSpPr>
        <p:grpSp>
          <p:nvGrpSpPr>
            <p:cNvPr id="82" name="组合 81"/>
            <p:cNvGrpSpPr/>
            <p:nvPr/>
          </p:nvGrpSpPr>
          <p:grpSpPr>
            <a:xfrm>
              <a:off x="4579377" y="2794848"/>
              <a:ext cx="763839" cy="763840"/>
              <a:chOff x="1626203" y="2794848"/>
              <a:chExt cx="763839" cy="763840"/>
            </a:xfrm>
          </p:grpSpPr>
          <p:sp>
            <p:nvSpPr>
              <p:cNvPr id="83" name="椭圆 82"/>
              <p:cNvSpPr/>
              <p:nvPr/>
            </p:nvSpPr>
            <p:spPr>
              <a:xfrm>
                <a:off x="1626203" y="2794848"/>
                <a:ext cx="763839" cy="763840"/>
              </a:xfrm>
              <a:prstGeom prst="ellipse">
                <a:avLst/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84" name="任意多边形 24"/>
              <p:cNvSpPr>
                <a:spLocks noChangeAspect="1"/>
              </p:cNvSpPr>
              <p:nvPr/>
            </p:nvSpPr>
            <p:spPr>
              <a:xfrm>
                <a:off x="1839273" y="2962004"/>
                <a:ext cx="336428" cy="431644"/>
              </a:xfrm>
              <a:custGeom>
                <a:avLst/>
                <a:gdLst>
                  <a:gd name="connsiteX0" fmla="*/ 2053988 w 4790420"/>
                  <a:gd name="connsiteY0" fmla="*/ 847831 h 6158425"/>
                  <a:gd name="connsiteX1" fmla="*/ 330076 w 4790420"/>
                  <a:gd name="connsiteY1" fmla="*/ 2571743 h 6158425"/>
                  <a:gd name="connsiteX2" fmla="*/ 2053988 w 4790420"/>
                  <a:gd name="connsiteY2" fmla="*/ 4295655 h 6158425"/>
                  <a:gd name="connsiteX3" fmla="*/ 3777900 w 4790420"/>
                  <a:gd name="connsiteY3" fmla="*/ 2571743 h 6158425"/>
                  <a:gd name="connsiteX4" fmla="*/ 2053988 w 4790420"/>
                  <a:gd name="connsiteY4" fmla="*/ 847831 h 6158425"/>
                  <a:gd name="connsiteX5" fmla="*/ 2053988 w 4790420"/>
                  <a:gd name="connsiteY5" fmla="*/ 517755 h 6158425"/>
                  <a:gd name="connsiteX6" fmla="*/ 4107976 w 4790420"/>
                  <a:gd name="connsiteY6" fmla="*/ 2571743 h 6158425"/>
                  <a:gd name="connsiteX7" fmla="*/ 2053988 w 4790420"/>
                  <a:gd name="connsiteY7" fmla="*/ 4625731 h 6158425"/>
                  <a:gd name="connsiteX8" fmla="*/ 0 w 4790420"/>
                  <a:gd name="connsiteY8" fmla="*/ 2571743 h 6158425"/>
                  <a:gd name="connsiteX9" fmla="*/ 2053988 w 4790420"/>
                  <a:gd name="connsiteY9" fmla="*/ 517755 h 6158425"/>
                  <a:gd name="connsiteX10" fmla="*/ 2988811 w 4790420"/>
                  <a:gd name="connsiteY10" fmla="*/ 0 h 6158425"/>
                  <a:gd name="connsiteX11" fmla="*/ 4768061 w 4790420"/>
                  <a:gd name="connsiteY11" fmla="*/ 2223084 h 6158425"/>
                  <a:gd name="connsiteX12" fmla="*/ 3608480 w 4790420"/>
                  <a:gd name="connsiteY12" fmla="*/ 4823700 h 6158425"/>
                  <a:gd name="connsiteX13" fmla="*/ 2394040 w 4790420"/>
                  <a:gd name="connsiteY13" fmla="*/ 5286916 h 6158425"/>
                  <a:gd name="connsiteX14" fmla="*/ 2333767 w 4790420"/>
                  <a:gd name="connsiteY14" fmla="*/ 5292401 h 6158425"/>
                  <a:gd name="connsiteX15" fmla="*/ 2333767 w 4790420"/>
                  <a:gd name="connsiteY15" fmla="*/ 5858175 h 6158425"/>
                  <a:gd name="connsiteX16" fmla="*/ 3057098 w 4790420"/>
                  <a:gd name="connsiteY16" fmla="*/ 5858175 h 6158425"/>
                  <a:gd name="connsiteX17" fmla="*/ 3057098 w 4790420"/>
                  <a:gd name="connsiteY17" fmla="*/ 6158425 h 6158425"/>
                  <a:gd name="connsiteX18" fmla="*/ 1310186 w 4790420"/>
                  <a:gd name="connsiteY18" fmla="*/ 6158425 h 6158425"/>
                  <a:gd name="connsiteX19" fmla="*/ 1310186 w 4790420"/>
                  <a:gd name="connsiteY19" fmla="*/ 5858175 h 6158425"/>
                  <a:gd name="connsiteX20" fmla="*/ 2033517 w 4790420"/>
                  <a:gd name="connsiteY20" fmla="*/ 5858175 h 6158425"/>
                  <a:gd name="connsiteX21" fmla="*/ 2033517 w 4790420"/>
                  <a:gd name="connsiteY21" fmla="*/ 5307773 h 6158425"/>
                  <a:gd name="connsiteX22" fmla="*/ 2024915 w 4790420"/>
                  <a:gd name="connsiteY22" fmla="*/ 5307973 h 6158425"/>
                  <a:gd name="connsiteX23" fmla="*/ 765677 w 4790420"/>
                  <a:gd name="connsiteY23" fmla="*/ 4985869 h 6158425"/>
                  <a:gd name="connsiteX24" fmla="*/ 928493 w 4790420"/>
                  <a:gd name="connsiteY24" fmla="*/ 4680772 h 6158425"/>
                  <a:gd name="connsiteX25" fmla="*/ 3412023 w 4790420"/>
                  <a:gd name="connsiteY25" fmla="*/ 4539098 h 6158425"/>
                  <a:gd name="connsiteX26" fmla="*/ 4425057 w 4790420"/>
                  <a:gd name="connsiteY26" fmla="*/ 2267148 h 6158425"/>
                  <a:gd name="connsiteX27" fmla="*/ 2870669 w 4790420"/>
                  <a:gd name="connsiteY27" fmla="*/ 325018 h 615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90420" h="6158425">
                    <a:moveTo>
                      <a:pt x="2053988" y="847831"/>
                    </a:moveTo>
                    <a:cubicBezTo>
                      <a:pt x="1101898" y="847831"/>
                      <a:pt x="330076" y="1619653"/>
                      <a:pt x="330076" y="2571743"/>
                    </a:cubicBezTo>
                    <a:cubicBezTo>
                      <a:pt x="330076" y="3523833"/>
                      <a:pt x="1101898" y="4295655"/>
                      <a:pt x="2053988" y="4295655"/>
                    </a:cubicBezTo>
                    <a:cubicBezTo>
                      <a:pt x="3006078" y="4295655"/>
                      <a:pt x="3777900" y="3523833"/>
                      <a:pt x="3777900" y="2571743"/>
                    </a:cubicBezTo>
                    <a:cubicBezTo>
                      <a:pt x="3777900" y="1619653"/>
                      <a:pt x="3006078" y="847831"/>
                      <a:pt x="2053988" y="847831"/>
                    </a:cubicBezTo>
                    <a:close/>
                    <a:moveTo>
                      <a:pt x="2053988" y="517755"/>
                    </a:moveTo>
                    <a:cubicBezTo>
                      <a:pt x="3188374" y="517755"/>
                      <a:pt x="4107976" y="1437357"/>
                      <a:pt x="4107976" y="2571743"/>
                    </a:cubicBezTo>
                    <a:cubicBezTo>
                      <a:pt x="4107976" y="3706129"/>
                      <a:pt x="3188374" y="4625731"/>
                      <a:pt x="2053988" y="4625731"/>
                    </a:cubicBezTo>
                    <a:cubicBezTo>
                      <a:pt x="919602" y="4625731"/>
                      <a:pt x="0" y="3706129"/>
                      <a:pt x="0" y="2571743"/>
                    </a:cubicBezTo>
                    <a:cubicBezTo>
                      <a:pt x="0" y="1437357"/>
                      <a:pt x="919602" y="517755"/>
                      <a:pt x="2053988" y="517755"/>
                    </a:cubicBezTo>
                    <a:close/>
                    <a:moveTo>
                      <a:pt x="2988811" y="0"/>
                    </a:moveTo>
                    <a:cubicBezTo>
                      <a:pt x="3951100" y="349790"/>
                      <a:pt x="4637600" y="1207537"/>
                      <a:pt x="4768061" y="2223084"/>
                    </a:cubicBezTo>
                    <a:cubicBezTo>
                      <a:pt x="4898521" y="3238630"/>
                      <a:pt x="4451113" y="4242043"/>
                      <a:pt x="3608480" y="4823700"/>
                    </a:cubicBezTo>
                    <a:cubicBezTo>
                      <a:pt x="3239828" y="5078175"/>
                      <a:pt x="2822516" y="5233293"/>
                      <a:pt x="2394040" y="5286916"/>
                    </a:cubicBezTo>
                    <a:lnTo>
                      <a:pt x="2333767" y="5292401"/>
                    </a:lnTo>
                    <a:lnTo>
                      <a:pt x="2333767" y="5858175"/>
                    </a:lnTo>
                    <a:lnTo>
                      <a:pt x="3057098" y="5858175"/>
                    </a:lnTo>
                    <a:lnTo>
                      <a:pt x="3057098" y="6158425"/>
                    </a:lnTo>
                    <a:lnTo>
                      <a:pt x="1310186" y="6158425"/>
                    </a:lnTo>
                    <a:lnTo>
                      <a:pt x="1310186" y="5858175"/>
                    </a:lnTo>
                    <a:lnTo>
                      <a:pt x="2033517" y="5858175"/>
                    </a:lnTo>
                    <a:lnTo>
                      <a:pt x="2033517" y="5307773"/>
                    </a:lnTo>
                    <a:lnTo>
                      <a:pt x="2024915" y="5307973"/>
                    </a:lnTo>
                    <a:cubicBezTo>
                      <a:pt x="1593121" y="5303425"/>
                      <a:pt x="1160876" y="5196770"/>
                      <a:pt x="765677" y="4985869"/>
                    </a:cubicBezTo>
                    <a:lnTo>
                      <a:pt x="928493" y="4680772"/>
                    </a:lnTo>
                    <a:cubicBezTo>
                      <a:pt x="1717645" y="5101908"/>
                      <a:pt x="2675882" y="5047244"/>
                      <a:pt x="3412023" y="4539098"/>
                    </a:cubicBezTo>
                    <a:cubicBezTo>
                      <a:pt x="4148164" y="4030951"/>
                      <a:pt x="4539029" y="3154350"/>
                      <a:pt x="4425057" y="2267148"/>
                    </a:cubicBezTo>
                    <a:cubicBezTo>
                      <a:pt x="4311084" y="1379947"/>
                      <a:pt x="3711344" y="630601"/>
                      <a:pt x="2870669" y="3250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p>
                <a:pPr algn="ctr" eaLnBrk="1" hangingPunct="1">
                  <a:defRPr/>
                </a:pPr>
                <a:endParaRPr lang="zh-CN" altLang="en-US" sz="1705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cxnSp>
          <p:nvCxnSpPr>
            <p:cNvPr id="85" name="直接连接符 84"/>
            <p:cNvCxnSpPr/>
            <p:nvPr/>
          </p:nvCxnSpPr>
          <p:spPr>
            <a:xfrm>
              <a:off x="4957702" y="2031009"/>
              <a:ext cx="38297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V="1">
              <a:off x="4944450" y="2031009"/>
              <a:ext cx="0" cy="75114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86"/>
          <p:cNvSpPr txBox="1"/>
          <p:nvPr/>
        </p:nvSpPr>
        <p:spPr>
          <a:xfrm>
            <a:off x="1008194" y="1625737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地址解析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93261" y="5258928"/>
            <a:ext cx="3127962" cy="1451948"/>
          </a:xfrm>
          <a:prstGeom prst="roundRect">
            <a:avLst>
              <a:gd name="adj" fmla="val 82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存放在客户端的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请求报文包含：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请求消息头（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headers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空行（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blank line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请求体（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 body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764529" y="5419440"/>
            <a:ext cx="2879737" cy="1260019"/>
          </a:xfrm>
          <a:prstGeom prst="roundRect">
            <a:avLst>
              <a:gd name="adj" fmla="val 1311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浏览器与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服务器建立了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连接之后，就会将存放在客户端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Socket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对象中的请求报文通过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协议发送给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626352" y="5240565"/>
            <a:ext cx="3221322" cy="1226087"/>
          </a:xfrm>
          <a:prstGeom prst="roundRect">
            <a:avLst>
              <a:gd name="adj" fmla="val 8041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91419" tIns="45711" rIns="91419" bIns="45711">
            <a:spAutoFit/>
          </a:bodyPr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浏览器或服务器在其头信息加入</a:t>
            </a:r>
            <a:r>
              <a:rPr lang="en-US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Connection:keep-alive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连接在发送后将仍保持打开状态。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保持连接节省了为每个请求建立新连接所需的时间，还节约了网络带宽。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858499" y="1662898"/>
            <a:ext cx="2879736" cy="338536"/>
          </a:xfrm>
          <a:prstGeom prst="rect">
            <a:avLst/>
          </a:prstGeom>
          <a:noFill/>
        </p:spPr>
        <p:txBody>
          <a:bodyPr lIns="91419" tIns="45711" rIns="91419" bIns="45711">
            <a:spAutoFit/>
          </a:bodyPr>
          <a:p>
            <a:pPr algn="ctr" eaLnBrk="1" hangingPunct="1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建立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TCP 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连接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297305" y="1073785"/>
            <a:ext cx="31534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HTTP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协议的主要特点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85130" y="208567"/>
            <a:ext cx="2032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原理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1000760" y="117919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34392" y="1569824"/>
            <a:ext cx="4461608" cy="1820150"/>
            <a:chOff x="1672132" y="2057757"/>
            <a:chExt cx="4461608" cy="1820150"/>
          </a:xfrm>
        </p:grpSpPr>
        <p:sp>
          <p:nvSpPr>
            <p:cNvPr id="3" name="Shape 25178"/>
            <p:cNvSpPr/>
            <p:nvPr/>
          </p:nvSpPr>
          <p:spPr>
            <a:xfrm>
              <a:off x="4923617" y="2057757"/>
              <a:ext cx="1210123" cy="1210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rgbClr val="333333"/>
            </a:solidFill>
            <a:ln w="3175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/>
              </a:pPr>
              <a:endPara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Content Placeholder 2"/>
            <p:cNvSpPr txBox="1"/>
            <p:nvPr/>
          </p:nvSpPr>
          <p:spPr>
            <a:xfrm>
              <a:off x="1674628" y="2744602"/>
              <a:ext cx="3000032" cy="1133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68562" tIns="34281" rIns="68562" bIns="34281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客户向服务器请求服务时，只需传送请求方法和路径。请求方法常用的有 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GET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HEAD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POST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TextBox 62"/>
            <p:cNvSpPr txBox="1"/>
            <p:nvPr/>
          </p:nvSpPr>
          <p:spPr>
            <a:xfrm>
              <a:off x="1672132" y="237734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>
                <a:defRPr/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简单快速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TextBox 71"/>
            <p:cNvSpPr txBox="1"/>
            <p:nvPr/>
          </p:nvSpPr>
          <p:spPr>
            <a:xfrm>
              <a:off x="5151012" y="2343700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>
                <a:defRPr/>
              </a:pPr>
              <a:r>
                <a:rPr lang="id-ID" sz="4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01</a:t>
              </a:r>
              <a:endParaRPr 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099870" y="2351073"/>
            <a:ext cx="3521639" cy="1330642"/>
            <a:chOff x="5912569" y="2727591"/>
            <a:chExt cx="3521639" cy="1330642"/>
          </a:xfrm>
        </p:grpSpPr>
        <p:grpSp>
          <p:nvGrpSpPr>
            <p:cNvPr id="45" name="Group 78"/>
            <p:cNvGrpSpPr/>
            <p:nvPr/>
          </p:nvGrpSpPr>
          <p:grpSpPr>
            <a:xfrm>
              <a:off x="5912569" y="2727591"/>
              <a:ext cx="1210123" cy="1210124"/>
              <a:chOff x="5901842" y="2169913"/>
              <a:chExt cx="1621696" cy="1621696"/>
            </a:xfrm>
          </p:grpSpPr>
          <p:sp>
            <p:nvSpPr>
              <p:cNvPr id="11" name="Shape 25178"/>
              <p:cNvSpPr/>
              <p:nvPr/>
            </p:nvSpPr>
            <p:spPr>
              <a:xfrm>
                <a:off x="5901842" y="2169913"/>
                <a:ext cx="1621696" cy="16216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6" h="21456" extrusionOk="0">
                    <a:moveTo>
                      <a:pt x="5820" y="614"/>
                    </a:moveTo>
                    <a:cubicBezTo>
                      <a:pt x="5535" y="728"/>
                      <a:pt x="5356" y="1076"/>
                      <a:pt x="5428" y="1374"/>
                    </a:cubicBezTo>
                    <a:lnTo>
                      <a:pt x="5803" y="2913"/>
                    </a:lnTo>
                    <a:cubicBezTo>
                      <a:pt x="4703" y="3606"/>
                      <a:pt x="3743" y="4537"/>
                      <a:pt x="3003" y="5669"/>
                    </a:cubicBezTo>
                    <a:lnTo>
                      <a:pt x="1469" y="5267"/>
                    </a:lnTo>
                    <a:cubicBezTo>
                      <a:pt x="1184" y="5191"/>
                      <a:pt x="816" y="5373"/>
                      <a:pt x="700" y="5644"/>
                    </a:cubicBezTo>
                    <a:lnTo>
                      <a:pt x="105" y="7046"/>
                    </a:lnTo>
                    <a:cubicBezTo>
                      <a:pt x="-15" y="7328"/>
                      <a:pt x="106" y="7702"/>
                      <a:pt x="368" y="7862"/>
                    </a:cubicBezTo>
                    <a:lnTo>
                      <a:pt x="1723" y="8685"/>
                    </a:lnTo>
                    <a:cubicBezTo>
                      <a:pt x="1422" y="10003"/>
                      <a:pt x="1419" y="11341"/>
                      <a:pt x="1686" y="12614"/>
                    </a:cubicBezTo>
                    <a:lnTo>
                      <a:pt x="318" y="13413"/>
                    </a:lnTo>
                    <a:cubicBezTo>
                      <a:pt x="54" y="13568"/>
                      <a:pt x="-72" y="13939"/>
                      <a:pt x="43" y="14223"/>
                    </a:cubicBezTo>
                    <a:lnTo>
                      <a:pt x="614" y="15636"/>
                    </a:lnTo>
                    <a:cubicBezTo>
                      <a:pt x="729" y="15921"/>
                      <a:pt x="1077" y="16100"/>
                      <a:pt x="1374" y="16028"/>
                    </a:cubicBezTo>
                    <a:lnTo>
                      <a:pt x="2913" y="15652"/>
                    </a:lnTo>
                    <a:cubicBezTo>
                      <a:pt x="3606" y="16753"/>
                      <a:pt x="4537" y="17713"/>
                      <a:pt x="5669" y="18453"/>
                    </a:cubicBezTo>
                    <a:lnTo>
                      <a:pt x="5267" y="19987"/>
                    </a:lnTo>
                    <a:cubicBezTo>
                      <a:pt x="5189" y="20283"/>
                      <a:pt x="5361" y="20634"/>
                      <a:pt x="5643" y="20753"/>
                    </a:cubicBezTo>
                    <a:lnTo>
                      <a:pt x="7046" y="21351"/>
                    </a:lnTo>
                    <a:cubicBezTo>
                      <a:pt x="7317" y="21466"/>
                      <a:pt x="7709" y="21340"/>
                      <a:pt x="7862" y="21088"/>
                    </a:cubicBezTo>
                    <a:lnTo>
                      <a:pt x="8688" y="19732"/>
                    </a:lnTo>
                    <a:cubicBezTo>
                      <a:pt x="10006" y="20032"/>
                      <a:pt x="11342" y="20037"/>
                      <a:pt x="12614" y="19770"/>
                    </a:cubicBezTo>
                    <a:lnTo>
                      <a:pt x="13413" y="21138"/>
                    </a:lnTo>
                    <a:cubicBezTo>
                      <a:pt x="13568" y="21403"/>
                      <a:pt x="13939" y="21528"/>
                      <a:pt x="14223" y="21413"/>
                    </a:cubicBezTo>
                    <a:lnTo>
                      <a:pt x="15636" y="20842"/>
                    </a:lnTo>
                    <a:cubicBezTo>
                      <a:pt x="15920" y="20728"/>
                      <a:pt x="16100" y="20379"/>
                      <a:pt x="16028" y="20082"/>
                    </a:cubicBezTo>
                    <a:lnTo>
                      <a:pt x="15655" y="18542"/>
                    </a:lnTo>
                    <a:cubicBezTo>
                      <a:pt x="16755" y="17850"/>
                      <a:pt x="17711" y="16918"/>
                      <a:pt x="18450" y="15788"/>
                    </a:cubicBezTo>
                    <a:lnTo>
                      <a:pt x="19987" y="16189"/>
                    </a:lnTo>
                    <a:cubicBezTo>
                      <a:pt x="20113" y="16222"/>
                      <a:pt x="20256" y="16210"/>
                      <a:pt x="20389" y="16156"/>
                    </a:cubicBezTo>
                    <a:cubicBezTo>
                      <a:pt x="20558" y="16088"/>
                      <a:pt x="20692" y="15963"/>
                      <a:pt x="20756" y="15812"/>
                    </a:cubicBezTo>
                    <a:lnTo>
                      <a:pt x="21351" y="14410"/>
                    </a:lnTo>
                    <a:cubicBezTo>
                      <a:pt x="21470" y="14128"/>
                      <a:pt x="21350" y="13753"/>
                      <a:pt x="21088" y="13594"/>
                    </a:cubicBezTo>
                    <a:lnTo>
                      <a:pt x="19733" y="12770"/>
                    </a:lnTo>
                    <a:cubicBezTo>
                      <a:pt x="20034" y="11452"/>
                      <a:pt x="20037" y="10115"/>
                      <a:pt x="19770" y="8842"/>
                    </a:cubicBezTo>
                    <a:lnTo>
                      <a:pt x="21138" y="8043"/>
                    </a:lnTo>
                    <a:cubicBezTo>
                      <a:pt x="21402" y="7888"/>
                      <a:pt x="21528" y="7517"/>
                      <a:pt x="21413" y="7233"/>
                    </a:cubicBezTo>
                    <a:lnTo>
                      <a:pt x="20842" y="5819"/>
                    </a:lnTo>
                    <a:cubicBezTo>
                      <a:pt x="20727" y="5535"/>
                      <a:pt x="20379" y="5356"/>
                      <a:pt x="20082" y="5428"/>
                    </a:cubicBezTo>
                    <a:lnTo>
                      <a:pt x="18543" y="5803"/>
                    </a:lnTo>
                    <a:cubicBezTo>
                      <a:pt x="17850" y="4702"/>
                      <a:pt x="16919" y="3742"/>
                      <a:pt x="15787" y="3003"/>
                    </a:cubicBezTo>
                    <a:lnTo>
                      <a:pt x="16189" y="1469"/>
                    </a:lnTo>
                    <a:cubicBezTo>
                      <a:pt x="16267" y="1173"/>
                      <a:pt x="16095" y="822"/>
                      <a:pt x="15813" y="703"/>
                    </a:cubicBezTo>
                    <a:lnTo>
                      <a:pt x="14410" y="105"/>
                    </a:lnTo>
                    <a:cubicBezTo>
                      <a:pt x="14140" y="-10"/>
                      <a:pt x="13747" y="116"/>
                      <a:pt x="13594" y="368"/>
                    </a:cubicBezTo>
                    <a:lnTo>
                      <a:pt x="12770" y="1722"/>
                    </a:lnTo>
                    <a:cubicBezTo>
                      <a:pt x="11454" y="1422"/>
                      <a:pt x="10117" y="1418"/>
                      <a:pt x="8845" y="1684"/>
                    </a:cubicBezTo>
                    <a:lnTo>
                      <a:pt x="8043" y="318"/>
                    </a:lnTo>
                    <a:cubicBezTo>
                      <a:pt x="7888" y="53"/>
                      <a:pt x="7517" y="-72"/>
                      <a:pt x="7233" y="43"/>
                    </a:cubicBezTo>
                    <a:lnTo>
                      <a:pt x="5820" y="614"/>
                    </a:lnTo>
                    <a:close/>
                  </a:path>
                </a:pathLst>
              </a:custGeom>
              <a:solidFill>
                <a:srgbClr val="3C853C"/>
              </a:solidFill>
              <a:ln w="3175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914400">
                  <a:defRPr/>
                </a:pPr>
                <a:endParaRPr sz="2400">
                  <a:solidFill>
                    <a:schemeClr val="accent6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Oval 8"/>
              <p:cNvSpPr/>
              <p:nvPr/>
            </p:nvSpPr>
            <p:spPr>
              <a:xfrm>
                <a:off x="6252239" y="2520310"/>
                <a:ext cx="920903" cy="9209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>
                  <a:defRPr/>
                </a:pPr>
                <a:endParaRPr lang="id-ID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Content Placeholder 2"/>
            <p:cNvSpPr txBox="1"/>
            <p:nvPr/>
          </p:nvSpPr>
          <p:spPr>
            <a:xfrm>
              <a:off x="7620607" y="3294259"/>
              <a:ext cx="1813601" cy="7639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68562" tIns="34281" rIns="68562" bIns="34281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HTTP 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允许传输任意类型的数据对象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TextBox 68"/>
            <p:cNvSpPr txBox="1"/>
            <p:nvPr/>
          </p:nvSpPr>
          <p:spPr>
            <a:xfrm>
              <a:off x="7571633" y="2909783"/>
              <a:ext cx="1132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灵活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TextBox 72"/>
            <p:cNvSpPr txBox="1"/>
            <p:nvPr/>
          </p:nvSpPr>
          <p:spPr>
            <a:xfrm>
              <a:off x="6140754" y="3008780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>
                <a:defRPr/>
              </a:pPr>
              <a:r>
                <a:rPr lang="id-ID" sz="4000" b="1" dirty="0">
                  <a:solidFill>
                    <a:srgbClr val="667F6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  <a:endParaRPr lang="en-US" sz="4000" b="1" dirty="0">
                <a:solidFill>
                  <a:srgbClr val="667F6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613680" y="3188590"/>
            <a:ext cx="4482320" cy="1565456"/>
            <a:chOff x="1651420" y="3403743"/>
            <a:chExt cx="4482320" cy="1565456"/>
          </a:xfrm>
        </p:grpSpPr>
        <p:sp>
          <p:nvSpPr>
            <p:cNvPr id="17" name="Shape 25178"/>
            <p:cNvSpPr/>
            <p:nvPr/>
          </p:nvSpPr>
          <p:spPr>
            <a:xfrm rot="2485357">
              <a:off x="4923617" y="3403743"/>
              <a:ext cx="1210123" cy="1210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rgbClr val="333333"/>
            </a:solidFill>
            <a:ln w="3175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/>
              </a:pPr>
              <a:endPara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Content Placeholder 2"/>
            <p:cNvSpPr txBox="1"/>
            <p:nvPr/>
          </p:nvSpPr>
          <p:spPr>
            <a:xfrm>
              <a:off x="1651420" y="4205225"/>
              <a:ext cx="3023238" cy="7639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68562" tIns="34281" rIns="68562" bIns="34281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限制每次连接只处理一个请求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采用这种方式可以节省传输时间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TextBox 64"/>
            <p:cNvSpPr txBox="1"/>
            <p:nvPr/>
          </p:nvSpPr>
          <p:spPr>
            <a:xfrm>
              <a:off x="1672132" y="3776350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>
                <a:defRPr/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无连接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TextBox 73"/>
            <p:cNvSpPr txBox="1"/>
            <p:nvPr/>
          </p:nvSpPr>
          <p:spPr>
            <a:xfrm>
              <a:off x="5151012" y="3699165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>
                <a:defRPr/>
              </a:pPr>
              <a:r>
                <a:rPr lang="id-ID" sz="4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03</a:t>
              </a:r>
              <a:endParaRPr 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102754" y="3998329"/>
            <a:ext cx="4024943" cy="1390367"/>
            <a:chOff x="5912569" y="4146247"/>
            <a:chExt cx="4024943" cy="1390367"/>
          </a:xfrm>
        </p:grpSpPr>
        <p:grpSp>
          <p:nvGrpSpPr>
            <p:cNvPr id="60" name="Group 77"/>
            <p:cNvGrpSpPr/>
            <p:nvPr/>
          </p:nvGrpSpPr>
          <p:grpSpPr>
            <a:xfrm>
              <a:off x="5912569" y="4146247"/>
              <a:ext cx="1210123" cy="1210124"/>
              <a:chOff x="5901842" y="4070360"/>
              <a:chExt cx="1621696" cy="1621696"/>
            </a:xfrm>
          </p:grpSpPr>
          <p:sp>
            <p:nvSpPr>
              <p:cNvPr id="22" name="Shape 25178"/>
              <p:cNvSpPr/>
              <p:nvPr/>
            </p:nvSpPr>
            <p:spPr>
              <a:xfrm rot="666045">
                <a:off x="5901842" y="4070360"/>
                <a:ext cx="1621696" cy="16216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6" h="21456" extrusionOk="0">
                    <a:moveTo>
                      <a:pt x="5820" y="614"/>
                    </a:moveTo>
                    <a:cubicBezTo>
                      <a:pt x="5535" y="728"/>
                      <a:pt x="5356" y="1076"/>
                      <a:pt x="5428" y="1374"/>
                    </a:cubicBezTo>
                    <a:lnTo>
                      <a:pt x="5803" y="2913"/>
                    </a:lnTo>
                    <a:cubicBezTo>
                      <a:pt x="4703" y="3606"/>
                      <a:pt x="3743" y="4537"/>
                      <a:pt x="3003" y="5669"/>
                    </a:cubicBezTo>
                    <a:lnTo>
                      <a:pt x="1469" y="5267"/>
                    </a:lnTo>
                    <a:cubicBezTo>
                      <a:pt x="1184" y="5191"/>
                      <a:pt x="816" y="5373"/>
                      <a:pt x="700" y="5644"/>
                    </a:cubicBezTo>
                    <a:lnTo>
                      <a:pt x="105" y="7046"/>
                    </a:lnTo>
                    <a:cubicBezTo>
                      <a:pt x="-15" y="7328"/>
                      <a:pt x="106" y="7702"/>
                      <a:pt x="368" y="7862"/>
                    </a:cubicBezTo>
                    <a:lnTo>
                      <a:pt x="1723" y="8685"/>
                    </a:lnTo>
                    <a:cubicBezTo>
                      <a:pt x="1422" y="10003"/>
                      <a:pt x="1419" y="11341"/>
                      <a:pt x="1686" y="12614"/>
                    </a:cubicBezTo>
                    <a:lnTo>
                      <a:pt x="318" y="13413"/>
                    </a:lnTo>
                    <a:cubicBezTo>
                      <a:pt x="54" y="13568"/>
                      <a:pt x="-72" y="13939"/>
                      <a:pt x="43" y="14223"/>
                    </a:cubicBezTo>
                    <a:lnTo>
                      <a:pt x="614" y="15636"/>
                    </a:lnTo>
                    <a:cubicBezTo>
                      <a:pt x="729" y="15921"/>
                      <a:pt x="1077" y="16100"/>
                      <a:pt x="1374" y="16028"/>
                    </a:cubicBezTo>
                    <a:lnTo>
                      <a:pt x="2913" y="15652"/>
                    </a:lnTo>
                    <a:cubicBezTo>
                      <a:pt x="3606" y="16753"/>
                      <a:pt x="4537" y="17713"/>
                      <a:pt x="5669" y="18453"/>
                    </a:cubicBezTo>
                    <a:lnTo>
                      <a:pt x="5267" y="19987"/>
                    </a:lnTo>
                    <a:cubicBezTo>
                      <a:pt x="5189" y="20283"/>
                      <a:pt x="5361" y="20634"/>
                      <a:pt x="5643" y="20753"/>
                    </a:cubicBezTo>
                    <a:lnTo>
                      <a:pt x="7046" y="21351"/>
                    </a:lnTo>
                    <a:cubicBezTo>
                      <a:pt x="7317" y="21466"/>
                      <a:pt x="7709" y="21340"/>
                      <a:pt x="7862" y="21088"/>
                    </a:cubicBezTo>
                    <a:lnTo>
                      <a:pt x="8688" y="19732"/>
                    </a:lnTo>
                    <a:cubicBezTo>
                      <a:pt x="10006" y="20032"/>
                      <a:pt x="11342" y="20037"/>
                      <a:pt x="12614" y="19770"/>
                    </a:cubicBezTo>
                    <a:lnTo>
                      <a:pt x="13413" y="21138"/>
                    </a:lnTo>
                    <a:cubicBezTo>
                      <a:pt x="13568" y="21403"/>
                      <a:pt x="13939" y="21528"/>
                      <a:pt x="14223" y="21413"/>
                    </a:cubicBezTo>
                    <a:lnTo>
                      <a:pt x="15636" y="20842"/>
                    </a:lnTo>
                    <a:cubicBezTo>
                      <a:pt x="15920" y="20728"/>
                      <a:pt x="16100" y="20379"/>
                      <a:pt x="16028" y="20082"/>
                    </a:cubicBezTo>
                    <a:lnTo>
                      <a:pt x="15655" y="18542"/>
                    </a:lnTo>
                    <a:cubicBezTo>
                      <a:pt x="16755" y="17850"/>
                      <a:pt x="17711" y="16918"/>
                      <a:pt x="18450" y="15788"/>
                    </a:cubicBezTo>
                    <a:lnTo>
                      <a:pt x="19987" y="16189"/>
                    </a:lnTo>
                    <a:cubicBezTo>
                      <a:pt x="20113" y="16222"/>
                      <a:pt x="20256" y="16210"/>
                      <a:pt x="20389" y="16156"/>
                    </a:cubicBezTo>
                    <a:cubicBezTo>
                      <a:pt x="20558" y="16088"/>
                      <a:pt x="20692" y="15963"/>
                      <a:pt x="20756" y="15812"/>
                    </a:cubicBezTo>
                    <a:lnTo>
                      <a:pt x="21351" y="14410"/>
                    </a:lnTo>
                    <a:cubicBezTo>
                      <a:pt x="21470" y="14128"/>
                      <a:pt x="21350" y="13753"/>
                      <a:pt x="21088" y="13594"/>
                    </a:cubicBezTo>
                    <a:lnTo>
                      <a:pt x="19733" y="12770"/>
                    </a:lnTo>
                    <a:cubicBezTo>
                      <a:pt x="20034" y="11452"/>
                      <a:pt x="20037" y="10115"/>
                      <a:pt x="19770" y="8842"/>
                    </a:cubicBezTo>
                    <a:lnTo>
                      <a:pt x="21138" y="8043"/>
                    </a:lnTo>
                    <a:cubicBezTo>
                      <a:pt x="21402" y="7888"/>
                      <a:pt x="21528" y="7517"/>
                      <a:pt x="21413" y="7233"/>
                    </a:cubicBezTo>
                    <a:lnTo>
                      <a:pt x="20842" y="5819"/>
                    </a:lnTo>
                    <a:cubicBezTo>
                      <a:pt x="20727" y="5535"/>
                      <a:pt x="20379" y="5356"/>
                      <a:pt x="20082" y="5428"/>
                    </a:cubicBezTo>
                    <a:lnTo>
                      <a:pt x="18543" y="5803"/>
                    </a:lnTo>
                    <a:cubicBezTo>
                      <a:pt x="17850" y="4702"/>
                      <a:pt x="16919" y="3742"/>
                      <a:pt x="15787" y="3003"/>
                    </a:cubicBezTo>
                    <a:lnTo>
                      <a:pt x="16189" y="1469"/>
                    </a:lnTo>
                    <a:cubicBezTo>
                      <a:pt x="16267" y="1173"/>
                      <a:pt x="16095" y="822"/>
                      <a:pt x="15813" y="703"/>
                    </a:cubicBezTo>
                    <a:lnTo>
                      <a:pt x="14410" y="105"/>
                    </a:lnTo>
                    <a:cubicBezTo>
                      <a:pt x="14140" y="-10"/>
                      <a:pt x="13747" y="116"/>
                      <a:pt x="13594" y="368"/>
                    </a:cubicBezTo>
                    <a:lnTo>
                      <a:pt x="12770" y="1722"/>
                    </a:lnTo>
                    <a:cubicBezTo>
                      <a:pt x="11454" y="1422"/>
                      <a:pt x="10117" y="1418"/>
                      <a:pt x="8845" y="1684"/>
                    </a:cubicBezTo>
                    <a:lnTo>
                      <a:pt x="8043" y="318"/>
                    </a:lnTo>
                    <a:cubicBezTo>
                      <a:pt x="7888" y="53"/>
                      <a:pt x="7517" y="-72"/>
                      <a:pt x="7233" y="43"/>
                    </a:cubicBezTo>
                    <a:lnTo>
                      <a:pt x="5820" y="614"/>
                    </a:lnTo>
                    <a:close/>
                  </a:path>
                </a:pathLst>
              </a:custGeom>
              <a:solidFill>
                <a:srgbClr val="3C853C"/>
              </a:solidFill>
              <a:ln w="3175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914400">
                  <a:defRPr/>
                </a:pPr>
                <a:endParaRPr sz="2400">
                  <a:solidFill>
                    <a:schemeClr val="accent6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Oval 13"/>
              <p:cNvSpPr/>
              <p:nvPr/>
            </p:nvSpPr>
            <p:spPr>
              <a:xfrm rot="666045">
                <a:off x="6252239" y="4420757"/>
                <a:ext cx="920903" cy="9209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>
                  <a:defRPr/>
                </a:pPr>
                <a:endParaRPr lang="id-ID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4" name="Content Placeholder 2"/>
            <p:cNvSpPr txBox="1"/>
            <p:nvPr/>
          </p:nvSpPr>
          <p:spPr>
            <a:xfrm>
              <a:off x="7585080" y="4772640"/>
              <a:ext cx="2352432" cy="7639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68562" tIns="34281" rIns="68562" bIns="34281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indent="0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无状态是指协议对于事务处理没有记忆能力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TextBox 70"/>
            <p:cNvSpPr txBox="1"/>
            <p:nvPr/>
          </p:nvSpPr>
          <p:spPr>
            <a:xfrm>
              <a:off x="7585079" y="4373416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>
                <a:defRPr/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无状态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TextBox 74"/>
            <p:cNvSpPr txBox="1"/>
            <p:nvPr/>
          </p:nvSpPr>
          <p:spPr>
            <a:xfrm>
              <a:off x="6124425" y="4405838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>
                <a:defRPr/>
              </a:pPr>
              <a:r>
                <a:rPr lang="id-ID" sz="4000" b="1" dirty="0">
                  <a:solidFill>
                    <a:srgbClr val="667F6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04</a:t>
              </a:r>
              <a:endParaRPr lang="en-US" sz="4000" b="1" dirty="0">
                <a:solidFill>
                  <a:srgbClr val="667F6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611136" y="4806602"/>
            <a:ext cx="4522604" cy="1210124"/>
            <a:chOff x="1611136" y="4806602"/>
            <a:chExt cx="4522604" cy="1210124"/>
          </a:xfrm>
        </p:grpSpPr>
        <p:sp>
          <p:nvSpPr>
            <p:cNvPr id="28" name="Shape 25178"/>
            <p:cNvSpPr/>
            <p:nvPr/>
          </p:nvSpPr>
          <p:spPr>
            <a:xfrm rot="2485357">
              <a:off x="4923617" y="4806602"/>
              <a:ext cx="1210123" cy="1210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rgbClr val="333333"/>
            </a:solidFill>
            <a:ln w="3175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>
                <a:defRPr/>
              </a:pPr>
              <a:endPara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TextBox 66"/>
            <p:cNvSpPr txBox="1"/>
            <p:nvPr/>
          </p:nvSpPr>
          <p:spPr>
            <a:xfrm>
              <a:off x="1611136" y="5313628"/>
              <a:ext cx="30043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>
                <a:defRPr/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支持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B/S 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及 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C/S 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模式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TextBox 75"/>
            <p:cNvSpPr txBox="1"/>
            <p:nvPr/>
          </p:nvSpPr>
          <p:spPr>
            <a:xfrm>
              <a:off x="5151012" y="5108343"/>
              <a:ext cx="7553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>
                <a:defRPr/>
              </a:pPr>
              <a:r>
                <a:rPr lang="id-ID" sz="4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05</a:t>
              </a:r>
              <a:endParaRPr 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874" y="1006614"/>
            <a:ext cx="6230050" cy="5169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27609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</a:t>
            </a: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响应报文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49705" y="1212850"/>
            <a:ext cx="8636635" cy="991870"/>
            <a:chOff x="2283" y="1910"/>
            <a:chExt cx="13601" cy="1562"/>
          </a:xfrm>
        </p:grpSpPr>
        <p:sp>
          <p:nvSpPr>
            <p:cNvPr id="38" name="椭圆 37"/>
            <p:cNvSpPr/>
            <p:nvPr>
              <p:custDataLst>
                <p:tags r:id="rId3"/>
              </p:custDataLst>
            </p:nvPr>
          </p:nvSpPr>
          <p:spPr>
            <a:xfrm>
              <a:off x="2283" y="2139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39" name="椭圆 38"/>
            <p:cNvSpPr/>
            <p:nvPr>
              <p:custDataLst>
                <p:tags r:id="rId4"/>
              </p:custDataLst>
            </p:nvPr>
          </p:nvSpPr>
          <p:spPr>
            <a:xfrm>
              <a:off x="2356" y="2213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 78"/>
            <p:cNvSpPr/>
            <p:nvPr>
              <p:custDataLst>
                <p:tags r:id="rId5"/>
              </p:custDataLst>
            </p:nvPr>
          </p:nvSpPr>
          <p:spPr bwMode="auto">
            <a:xfrm>
              <a:off x="2769" y="2620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 79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2709" y="2404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 8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2557" y="2488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9" name="文本框 59"/>
            <p:cNvSpPr txBox="1"/>
            <p:nvPr>
              <p:custDataLst>
                <p:tags r:id="rId8"/>
              </p:custDataLst>
            </p:nvPr>
          </p:nvSpPr>
          <p:spPr>
            <a:xfrm>
              <a:off x="3818" y="1910"/>
              <a:ext cx="12067" cy="156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客户端和服务器在发送请求和做出响应时都是从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Socket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对象中获取对方的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IP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地址和端口号，那么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Socket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中信息以什么格式进行发送？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1" name="Picture 8" descr="问小人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10" y="2034781"/>
            <a:ext cx="2499628" cy="25855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2424430" y="4603750"/>
            <a:ext cx="2936240" cy="645160"/>
            <a:chOff x="3818" y="7250"/>
            <a:chExt cx="4624" cy="1016"/>
          </a:xfrm>
        </p:grpSpPr>
        <p:sp>
          <p:nvSpPr>
            <p:cNvPr id="44" name="矩形 1"/>
            <p:cNvSpPr/>
            <p:nvPr>
              <p:custDataLst>
                <p:tags r:id="rId10"/>
              </p:custDataLst>
            </p:nvPr>
          </p:nvSpPr>
          <p:spPr bwMode="auto">
            <a:xfrm>
              <a:off x="3818" y="7612"/>
              <a:ext cx="4625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等腰三角形 44"/>
            <p:cNvSpPr/>
            <p:nvPr>
              <p:custDataLst>
                <p:tags r:id="rId11"/>
              </p:custDataLst>
            </p:nvPr>
          </p:nvSpPr>
          <p:spPr bwMode="auto">
            <a:xfrm flipV="1">
              <a:off x="4218" y="7340"/>
              <a:ext cx="950" cy="915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TextBox 2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99" y="762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请求报文</a:t>
              </a:r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Box 2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395" y="7250"/>
              <a:ext cx="666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283960" y="4600575"/>
            <a:ext cx="2936240" cy="645160"/>
            <a:chOff x="9896" y="7245"/>
            <a:chExt cx="4624" cy="1016"/>
          </a:xfrm>
        </p:grpSpPr>
        <p:sp>
          <p:nvSpPr>
            <p:cNvPr id="49" name="矩形 1"/>
            <p:cNvSpPr/>
            <p:nvPr>
              <p:custDataLst>
                <p:tags r:id="rId14"/>
              </p:custDataLst>
            </p:nvPr>
          </p:nvSpPr>
          <p:spPr bwMode="auto">
            <a:xfrm>
              <a:off x="9896" y="7607"/>
              <a:ext cx="4625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等腰三角形 49"/>
            <p:cNvSpPr/>
            <p:nvPr>
              <p:custDataLst>
                <p:tags r:id="rId15"/>
              </p:custDataLst>
            </p:nvPr>
          </p:nvSpPr>
          <p:spPr bwMode="auto">
            <a:xfrm flipV="1">
              <a:off x="10296" y="7335"/>
              <a:ext cx="950" cy="915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2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1177" y="7630"/>
              <a:ext cx="1888" cy="6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响应报文</a:t>
              </a:r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Box 2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491" y="7245"/>
              <a:ext cx="666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2424288" y="2810813"/>
            <a:ext cx="76367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</a:t>
            </a:r>
            <a:r>
              <a:rPr lang="zh-CN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协议中信息的格式以报文的形式呈现，</a:t>
            </a:r>
            <a:r>
              <a:rPr lang="zh-CN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报文就是有一定格式的字符串</a:t>
            </a:r>
            <a:r>
              <a:rPr lang="zh-CN" altLang="zh-CN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只是这里的格式需要遵守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</a:t>
            </a:r>
            <a:r>
              <a:rPr lang="zh-CN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协议规范，报文分为两种</a:t>
            </a:r>
            <a:endParaRPr lang="zh-CN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请求报文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690" y="2880995"/>
            <a:ext cx="3040380" cy="2733675"/>
            <a:chOff x="94" y="4537"/>
            <a:chExt cx="4788" cy="4305"/>
          </a:xfrm>
        </p:grpSpPr>
        <p:sp>
          <p:nvSpPr>
            <p:cNvPr id="69" name="Freeform 13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1349" y="4537"/>
              <a:ext cx="829" cy="818"/>
            </a:xfrm>
            <a:custGeom>
              <a:avLst/>
              <a:gdLst>
                <a:gd name="T0" fmla="*/ 909 w 1006"/>
                <a:gd name="T1" fmla="*/ 858 h 995"/>
                <a:gd name="T2" fmla="*/ 805 w 1006"/>
                <a:gd name="T3" fmla="*/ 858 h 995"/>
                <a:gd name="T4" fmla="*/ 969 w 1006"/>
                <a:gd name="T5" fmla="*/ 97 h 995"/>
                <a:gd name="T6" fmla="*/ 834 w 1006"/>
                <a:gd name="T7" fmla="*/ 0 h 995"/>
                <a:gd name="T8" fmla="*/ 472 w 1006"/>
                <a:gd name="T9" fmla="*/ 323 h 995"/>
                <a:gd name="T10" fmla="*/ 421 w 1006"/>
                <a:gd name="T11" fmla="*/ 397 h 995"/>
                <a:gd name="T12" fmla="*/ 376 w 1006"/>
                <a:gd name="T13" fmla="*/ 419 h 995"/>
                <a:gd name="T14" fmla="*/ 381 w 1006"/>
                <a:gd name="T15" fmla="*/ 556 h 995"/>
                <a:gd name="T16" fmla="*/ 89 w 1006"/>
                <a:gd name="T17" fmla="*/ 810 h 995"/>
                <a:gd name="T18" fmla="*/ 57 w 1006"/>
                <a:gd name="T19" fmla="*/ 995 h 995"/>
                <a:gd name="T20" fmla="*/ 208 w 1006"/>
                <a:gd name="T21" fmla="*/ 844 h 995"/>
                <a:gd name="T22" fmla="*/ 445 w 1006"/>
                <a:gd name="T23" fmla="*/ 621 h 995"/>
                <a:gd name="T24" fmla="*/ 578 w 1006"/>
                <a:gd name="T25" fmla="*/ 621 h 995"/>
                <a:gd name="T26" fmla="*/ 616 w 1006"/>
                <a:gd name="T27" fmla="*/ 537 h 995"/>
                <a:gd name="T28" fmla="*/ 674 w 1006"/>
                <a:gd name="T29" fmla="*/ 525 h 995"/>
                <a:gd name="T30" fmla="*/ 969 w 1006"/>
                <a:gd name="T31" fmla="*/ 97 h 995"/>
                <a:gd name="T32" fmla="*/ 392 w 1006"/>
                <a:gd name="T33" fmla="*/ 325 h 995"/>
                <a:gd name="T34" fmla="*/ 404 w 1006"/>
                <a:gd name="T35" fmla="*/ 312 h 995"/>
                <a:gd name="T36" fmla="*/ 436 w 1006"/>
                <a:gd name="T37" fmla="*/ 281 h 995"/>
                <a:gd name="T38" fmla="*/ 215 w 1006"/>
                <a:gd name="T39" fmla="*/ 1 h 995"/>
                <a:gd name="T40" fmla="*/ 280 w 1006"/>
                <a:gd name="T41" fmla="*/ 160 h 995"/>
                <a:gd name="T42" fmla="*/ 21 w 1006"/>
                <a:gd name="T43" fmla="*/ 195 h 995"/>
                <a:gd name="T44" fmla="*/ 232 w 1006"/>
                <a:gd name="T45" fmla="*/ 447 h 995"/>
                <a:gd name="T46" fmla="*/ 303 w 1006"/>
                <a:gd name="T47" fmla="*/ 433 h 995"/>
                <a:gd name="T48" fmla="*/ 363 w 1006"/>
                <a:gd name="T49" fmla="*/ 354 h 995"/>
                <a:gd name="T50" fmla="*/ 672 w 1006"/>
                <a:gd name="T51" fmla="*/ 606 h 995"/>
                <a:gd name="T52" fmla="*/ 617 w 1006"/>
                <a:gd name="T53" fmla="*/ 660 h 995"/>
                <a:gd name="T54" fmla="*/ 741 w 1006"/>
                <a:gd name="T55" fmla="*/ 871 h 995"/>
                <a:gd name="T56" fmla="*/ 869 w 1006"/>
                <a:gd name="T57" fmla="*/ 995 h 995"/>
                <a:gd name="T58" fmla="*/ 980 w 1006"/>
                <a:gd name="T59" fmla="*/ 825 h 995"/>
                <a:gd name="T60" fmla="*/ 702 w 1006"/>
                <a:gd name="T61" fmla="*/ 576 h 995"/>
                <a:gd name="T62" fmla="*/ 658 w 1006"/>
                <a:gd name="T63" fmla="*/ 579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06" h="995">
                  <a:moveTo>
                    <a:pt x="857" y="806"/>
                  </a:moveTo>
                  <a:cubicBezTo>
                    <a:pt x="886" y="806"/>
                    <a:pt x="909" y="829"/>
                    <a:pt x="909" y="858"/>
                  </a:cubicBezTo>
                  <a:cubicBezTo>
                    <a:pt x="909" y="887"/>
                    <a:pt x="886" y="910"/>
                    <a:pt x="857" y="910"/>
                  </a:cubicBezTo>
                  <a:cubicBezTo>
                    <a:pt x="828" y="910"/>
                    <a:pt x="805" y="887"/>
                    <a:pt x="805" y="858"/>
                  </a:cubicBezTo>
                  <a:cubicBezTo>
                    <a:pt x="805" y="829"/>
                    <a:pt x="828" y="806"/>
                    <a:pt x="857" y="806"/>
                  </a:cubicBezTo>
                  <a:close/>
                  <a:moveTo>
                    <a:pt x="969" y="97"/>
                  </a:moveTo>
                  <a:lnTo>
                    <a:pt x="900" y="28"/>
                  </a:lnTo>
                  <a:cubicBezTo>
                    <a:pt x="882" y="9"/>
                    <a:pt x="858" y="0"/>
                    <a:pt x="834" y="0"/>
                  </a:cubicBezTo>
                  <a:cubicBezTo>
                    <a:pt x="810" y="0"/>
                    <a:pt x="786" y="9"/>
                    <a:pt x="767" y="28"/>
                  </a:cubicBezTo>
                  <a:lnTo>
                    <a:pt x="472" y="323"/>
                  </a:lnTo>
                  <a:cubicBezTo>
                    <a:pt x="481" y="340"/>
                    <a:pt x="475" y="367"/>
                    <a:pt x="460" y="381"/>
                  </a:cubicBezTo>
                  <a:cubicBezTo>
                    <a:pt x="451" y="391"/>
                    <a:pt x="435" y="397"/>
                    <a:pt x="421" y="397"/>
                  </a:cubicBezTo>
                  <a:cubicBezTo>
                    <a:pt x="414" y="397"/>
                    <a:pt x="408" y="396"/>
                    <a:pt x="402" y="393"/>
                  </a:cubicBezTo>
                  <a:lnTo>
                    <a:pt x="376" y="419"/>
                  </a:lnTo>
                  <a:cubicBezTo>
                    <a:pt x="340" y="455"/>
                    <a:pt x="340" y="515"/>
                    <a:pt x="376" y="552"/>
                  </a:cubicBezTo>
                  <a:lnTo>
                    <a:pt x="381" y="556"/>
                  </a:lnTo>
                  <a:lnTo>
                    <a:pt x="151" y="787"/>
                  </a:lnTo>
                  <a:lnTo>
                    <a:pt x="89" y="810"/>
                  </a:lnTo>
                  <a:lnTo>
                    <a:pt x="0" y="938"/>
                  </a:lnTo>
                  <a:lnTo>
                    <a:pt x="57" y="995"/>
                  </a:lnTo>
                  <a:lnTo>
                    <a:pt x="185" y="906"/>
                  </a:lnTo>
                  <a:lnTo>
                    <a:pt x="208" y="844"/>
                  </a:lnTo>
                  <a:lnTo>
                    <a:pt x="439" y="614"/>
                  </a:lnTo>
                  <a:lnTo>
                    <a:pt x="445" y="621"/>
                  </a:lnTo>
                  <a:cubicBezTo>
                    <a:pt x="464" y="639"/>
                    <a:pt x="488" y="648"/>
                    <a:pt x="512" y="648"/>
                  </a:cubicBezTo>
                  <a:cubicBezTo>
                    <a:pt x="536" y="648"/>
                    <a:pt x="560" y="639"/>
                    <a:pt x="578" y="621"/>
                  </a:cubicBezTo>
                  <a:lnTo>
                    <a:pt x="604" y="595"/>
                  </a:lnTo>
                  <a:cubicBezTo>
                    <a:pt x="596" y="577"/>
                    <a:pt x="602" y="551"/>
                    <a:pt x="616" y="537"/>
                  </a:cubicBezTo>
                  <a:cubicBezTo>
                    <a:pt x="626" y="527"/>
                    <a:pt x="642" y="521"/>
                    <a:pt x="656" y="521"/>
                  </a:cubicBezTo>
                  <a:cubicBezTo>
                    <a:pt x="662" y="521"/>
                    <a:pt x="669" y="522"/>
                    <a:pt x="674" y="525"/>
                  </a:cubicBezTo>
                  <a:lnTo>
                    <a:pt x="969" y="230"/>
                  </a:lnTo>
                  <a:cubicBezTo>
                    <a:pt x="1006" y="193"/>
                    <a:pt x="1006" y="133"/>
                    <a:pt x="969" y="97"/>
                  </a:cubicBezTo>
                  <a:close/>
                  <a:moveTo>
                    <a:pt x="363" y="354"/>
                  </a:moveTo>
                  <a:lnTo>
                    <a:pt x="392" y="325"/>
                  </a:lnTo>
                  <a:lnTo>
                    <a:pt x="418" y="338"/>
                  </a:lnTo>
                  <a:lnTo>
                    <a:pt x="404" y="312"/>
                  </a:lnTo>
                  <a:lnTo>
                    <a:pt x="433" y="284"/>
                  </a:lnTo>
                  <a:lnTo>
                    <a:pt x="436" y="281"/>
                  </a:lnTo>
                  <a:cubicBezTo>
                    <a:pt x="442" y="264"/>
                    <a:pt x="446" y="248"/>
                    <a:pt x="446" y="233"/>
                  </a:cubicBezTo>
                  <a:cubicBezTo>
                    <a:pt x="446" y="115"/>
                    <a:pt x="333" y="0"/>
                    <a:pt x="215" y="1"/>
                  </a:cubicBezTo>
                  <a:cubicBezTo>
                    <a:pt x="214" y="1"/>
                    <a:pt x="201" y="15"/>
                    <a:pt x="193" y="22"/>
                  </a:cubicBezTo>
                  <a:cubicBezTo>
                    <a:pt x="288" y="117"/>
                    <a:pt x="280" y="102"/>
                    <a:pt x="280" y="160"/>
                  </a:cubicBezTo>
                  <a:cubicBezTo>
                    <a:pt x="280" y="207"/>
                    <a:pt x="205" y="282"/>
                    <a:pt x="159" y="282"/>
                  </a:cubicBezTo>
                  <a:cubicBezTo>
                    <a:pt x="99" y="282"/>
                    <a:pt x="118" y="291"/>
                    <a:pt x="21" y="195"/>
                  </a:cubicBezTo>
                  <a:cubicBezTo>
                    <a:pt x="14" y="202"/>
                    <a:pt x="0" y="215"/>
                    <a:pt x="0" y="216"/>
                  </a:cubicBezTo>
                  <a:cubicBezTo>
                    <a:pt x="2" y="334"/>
                    <a:pt x="113" y="447"/>
                    <a:pt x="232" y="447"/>
                  </a:cubicBezTo>
                  <a:cubicBezTo>
                    <a:pt x="253" y="447"/>
                    <a:pt x="276" y="440"/>
                    <a:pt x="299" y="429"/>
                  </a:cubicBezTo>
                  <a:lnTo>
                    <a:pt x="303" y="433"/>
                  </a:lnTo>
                  <a:cubicBezTo>
                    <a:pt x="310" y="414"/>
                    <a:pt x="322" y="395"/>
                    <a:pt x="337" y="380"/>
                  </a:cubicBezTo>
                  <a:lnTo>
                    <a:pt x="363" y="354"/>
                  </a:lnTo>
                  <a:close/>
                  <a:moveTo>
                    <a:pt x="658" y="579"/>
                  </a:moveTo>
                  <a:lnTo>
                    <a:pt x="672" y="606"/>
                  </a:lnTo>
                  <a:lnTo>
                    <a:pt x="644" y="634"/>
                  </a:lnTo>
                  <a:lnTo>
                    <a:pt x="617" y="660"/>
                  </a:lnTo>
                  <a:cubicBezTo>
                    <a:pt x="602" y="675"/>
                    <a:pt x="584" y="687"/>
                    <a:pt x="564" y="694"/>
                  </a:cubicBezTo>
                  <a:lnTo>
                    <a:pt x="741" y="871"/>
                  </a:lnTo>
                  <a:lnTo>
                    <a:pt x="824" y="983"/>
                  </a:lnTo>
                  <a:lnTo>
                    <a:pt x="869" y="995"/>
                  </a:lnTo>
                  <a:lnTo>
                    <a:pt x="992" y="871"/>
                  </a:lnTo>
                  <a:lnTo>
                    <a:pt x="980" y="825"/>
                  </a:lnTo>
                  <a:lnTo>
                    <a:pt x="869" y="743"/>
                  </a:lnTo>
                  <a:lnTo>
                    <a:pt x="702" y="576"/>
                  </a:lnTo>
                  <a:lnTo>
                    <a:pt x="685" y="592"/>
                  </a:lnTo>
                  <a:lnTo>
                    <a:pt x="658" y="5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4"/>
              </p:custDataLst>
            </p:nvPr>
          </p:nvSpPr>
          <p:spPr>
            <a:xfrm>
              <a:off x="94" y="6180"/>
              <a:ext cx="4789" cy="2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由四部分组成：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请求行（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request line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请求消息头（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headers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空行（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blank line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  请求体（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request body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4" name="TextBox 2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41070" y="1199515"/>
            <a:ext cx="1402080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</a:t>
            </a:r>
            <a:endParaRPr lang="zh-CN" altLang="en-US" sz="24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2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39445" y="1178560"/>
            <a:ext cx="422910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en-US" altLang="zh-CN" sz="28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3272143" y="1418697"/>
            <a:ext cx="8805995" cy="496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请求行（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request line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请求报文的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起始行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称为请求行。请求行由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请求方法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字段、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字段和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协议版本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字段组成，它们用空格分隔，例如：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GET/index.html HTTP/1.1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2.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请求消息头（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headers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请求消息头，由关键字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值对组成，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每行一对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，关键字和值用英文冒号“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:”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分隔。请求头部通知服务器关于客户端请求的信息，典型的请求头有：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User-Agent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：产生请求的浏览器类型；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Accept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：客户端可识别的响应内容类型列表，星号“*”用于按范围将类型分组，*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/*”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表示可接受全部类型，“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type/*”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表示可接受 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type 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类型的所有子类型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Accept-Language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：客户端可接受的自然语言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Accept-Encoding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：客户端可接受的编码压缩格式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Accept-Charset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：可接受的应答字符集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Host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：请求的主机名，允许多个域名同处一个 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地址，即虚拟主机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connection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：连接方式（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close 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或 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keepalive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Cookie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：存储于客户端的扩展字段，向同一域名的服务端发送属于该域的 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cookie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is1ide-Rectangle 21"/>
          <p:cNvSpPr/>
          <p:nvPr>
            <p:custDataLst>
              <p:tags r:id="rId8"/>
            </p:custDataLst>
          </p:nvPr>
        </p:nvSpPr>
        <p:spPr>
          <a:xfrm>
            <a:off x="3314335" y="3821147"/>
            <a:ext cx="8763803" cy="2543904"/>
          </a:xfrm>
          <a:prstGeom prst="rect">
            <a:avLst/>
          </a:prstGeom>
          <a:noFill/>
          <a:ln w="6350">
            <a:solidFill>
              <a:schemeClr val="lt1">
                <a:lumMod val="75000"/>
              </a:schemeClr>
            </a:solidFill>
            <a:miter lim="400000"/>
          </a:ln>
        </p:spPr>
        <p:txBody>
          <a:bodyPr anchor="ctr"/>
          <a:lstStyle/>
          <a:p>
            <a:pPr algn="ctr"/>
            <a:endParaRPr sz="2365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请求报文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TextBox 2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4530" y="1179830"/>
            <a:ext cx="422910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en-US" altLang="zh-CN" sz="28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6" name="image65.jpeg"/>
          <p:cNvPicPr/>
          <p:nvPr/>
        </p:nvPicPr>
        <p:blipFill>
          <a:blip r:embed="rId4"/>
          <a:stretch>
            <a:fillRect/>
          </a:stretch>
        </p:blipFill>
        <p:spPr>
          <a:xfrm>
            <a:off x="4564743" y="2036081"/>
            <a:ext cx="7357651" cy="3595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03725" y="2168484"/>
            <a:ext cx="3907018" cy="169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3.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空行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最后一个请求头之后是一个空行，发送回车符和换行符，通知服务器以下不再有请求头。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403725" y="3705510"/>
            <a:ext cx="3907018" cy="1731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4. 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请求体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请求体也称报文体，它的内容就是请求数据，承载多个请求参数的数据。它将一个页面表单中的组件值通过键值对形式编码成一个格式化串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TextBox 2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41070" y="1199515"/>
            <a:ext cx="1402080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</a:t>
            </a:r>
            <a:endParaRPr lang="zh-CN" altLang="en-US" sz="24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请求报文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74110" y="1637665"/>
            <a:ext cx="7818120" cy="4714240"/>
            <a:chOff x="5786" y="2579"/>
            <a:chExt cx="12312" cy="7424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786" y="2579"/>
              <a:ext cx="12313" cy="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const http = require('http');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server =</a:t>
              </a: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http.createServer()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; 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server.on("request", function(req, res) 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console.log(req.headers);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console.log(req.rawHeaders);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console.log(req.httpVersion);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console.log(req.method);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console.log(req.url); res.end();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})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server.listen(9000, function() 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console.log("localhost://9000 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服务器已开启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");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86" y="2579"/>
              <a:ext cx="12279" cy="7424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04800" y="2120900"/>
            <a:ext cx="3579495" cy="2056765"/>
            <a:chOff x="480" y="3340"/>
            <a:chExt cx="5637" cy="3239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80" y="3340"/>
              <a:ext cx="4560" cy="32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req.headers 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打印全部请求头信息</a:t>
              </a: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--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对象形式</a:t>
              </a:r>
              <a:endParaRPr lang="en-US" altLang="zh-CN" sz="1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req.rawHeaders 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全部头信息</a:t>
              </a: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--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数组形式</a:t>
              </a:r>
              <a:endParaRPr lang="en-US" altLang="zh-CN" sz="1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req.httpVersion 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请求的协议方式</a:t>
              </a: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req.method 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请求的方式</a:t>
              </a:r>
              <a:endParaRPr lang="zh-CN" altLang="en-US" sz="1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req.url </a:t>
              </a:r>
              <a:r>
                <a:rPr lang="zh-CN" altLang="en-US" sz="14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请求的路径</a:t>
              </a:r>
              <a:endParaRPr lang="zh-CN" altLang="en-US" sz="14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795" y="4710"/>
              <a:ext cx="32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795" y="3841"/>
              <a:ext cx="0" cy="86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261" y="3836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261" y="3479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301625" y="5408295"/>
            <a:ext cx="8804275" cy="1046480"/>
            <a:chOff x="475" y="8517"/>
            <a:chExt cx="13865" cy="1648"/>
          </a:xfrm>
        </p:grpSpPr>
        <p:sp>
          <p:nvSpPr>
            <p:cNvPr id="51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75" y="8517"/>
              <a:ext cx="4560" cy="16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在地址栏输入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localhost://9000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，按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F12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，在控制台的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Network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中的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Headers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查看结果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5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790" y="8916"/>
              <a:ext cx="855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5790" y="8916"/>
              <a:ext cx="0" cy="32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256" y="9243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5256" y="8887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矩形 57"/>
          <p:cNvSpPr/>
          <p:nvPr>
            <p:custDataLst>
              <p:tags r:id="rId15"/>
            </p:custDataLst>
          </p:nvPr>
        </p:nvSpPr>
        <p:spPr>
          <a:xfrm>
            <a:off x="3886646" y="2744003"/>
            <a:ext cx="5009457" cy="19457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9275" y="1069340"/>
            <a:ext cx="9766300" cy="613410"/>
            <a:chOff x="865" y="1684"/>
            <a:chExt cx="15380" cy="966"/>
          </a:xfrm>
        </p:grpSpPr>
        <p:sp>
          <p:nvSpPr>
            <p:cNvPr id="97" name="文本框 96"/>
            <p:cNvSpPr txBox="1"/>
            <p:nvPr>
              <p:custDataLst>
                <p:tags r:id="rId16"/>
              </p:custDataLst>
            </p:nvPr>
          </p:nvSpPr>
          <p:spPr>
            <a:xfrm>
              <a:off x="5081" y="1866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服务器，认识组成请求头的各部分内容。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65" y="1684"/>
              <a:ext cx="3728" cy="967"/>
              <a:chOff x="865" y="1684"/>
              <a:chExt cx="3728" cy="967"/>
            </a:xfrm>
          </p:grpSpPr>
          <p:sp>
            <p:nvSpPr>
              <p:cNvPr id="28" name="矩形 1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975" y="1997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TextBox 27"/>
              <p:cNvSpPr txBox="1">
                <a:spLocks noChangeArrowheads="1"/>
              </p:cNvSpPr>
              <p:nvPr/>
            </p:nvSpPr>
            <p:spPr bwMode="auto">
              <a:xfrm>
                <a:off x="2141" y="2009"/>
                <a:ext cx="10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iconfont-1187-868615"/>
              <p:cNvSpPr/>
              <p:nvPr>
                <p:custDataLst>
                  <p:tags r:id="rId18"/>
                </p:custDataLst>
              </p:nvPr>
            </p:nvSpPr>
            <p:spPr>
              <a:xfrm>
                <a:off x="865" y="1684"/>
                <a:ext cx="958" cy="960"/>
              </a:xfrm>
              <a:custGeom>
                <a:avLst/>
                <a:gdLst>
                  <a:gd name="T0" fmla="*/ 12123 w 12728"/>
                  <a:gd name="T1" fmla="*/ 2794 h 12755"/>
                  <a:gd name="T2" fmla="*/ 11574 w 12728"/>
                  <a:gd name="T3" fmla="*/ 3342 h 12755"/>
                  <a:gd name="T4" fmla="*/ 9386 w 12728"/>
                  <a:gd name="T5" fmla="*/ 1151 h 12755"/>
                  <a:gd name="T6" fmla="*/ 9932 w 12728"/>
                  <a:gd name="T7" fmla="*/ 605 h 12755"/>
                  <a:gd name="T8" fmla="*/ 12123 w 12728"/>
                  <a:gd name="T9" fmla="*/ 605 h 12755"/>
                  <a:gd name="T10" fmla="*/ 12123 w 12728"/>
                  <a:gd name="T11" fmla="*/ 2794 h 12755"/>
                  <a:gd name="T12" fmla="*/ 10479 w 12728"/>
                  <a:gd name="T13" fmla="*/ 4436 h 12755"/>
                  <a:gd name="T14" fmla="*/ 7742 w 12728"/>
                  <a:gd name="T15" fmla="*/ 7169 h 12755"/>
                  <a:gd name="T16" fmla="*/ 3926 w 12728"/>
                  <a:gd name="T17" fmla="*/ 8827 h 12755"/>
                  <a:gd name="T18" fmla="*/ 5551 w 12728"/>
                  <a:gd name="T19" fmla="*/ 4980 h 12755"/>
                  <a:gd name="T20" fmla="*/ 8290 w 12728"/>
                  <a:gd name="T21" fmla="*/ 2245 h 12755"/>
                  <a:gd name="T22" fmla="*/ 10479 w 12728"/>
                  <a:gd name="T23" fmla="*/ 4436 h 12755"/>
                  <a:gd name="T24" fmla="*/ 4711 w 12728"/>
                  <a:gd name="T25" fmla="*/ 1735 h 12755"/>
                  <a:gd name="T26" fmla="*/ 2356 w 12728"/>
                  <a:gd name="T27" fmla="*/ 1735 h 12755"/>
                  <a:gd name="T28" fmla="*/ 1570 w 12728"/>
                  <a:gd name="T29" fmla="*/ 2522 h 12755"/>
                  <a:gd name="T30" fmla="*/ 1570 w 12728"/>
                  <a:gd name="T31" fmla="*/ 10392 h 12755"/>
                  <a:gd name="T32" fmla="*/ 2356 w 12728"/>
                  <a:gd name="T33" fmla="*/ 11179 h 12755"/>
                  <a:gd name="T34" fmla="*/ 10210 w 12728"/>
                  <a:gd name="T35" fmla="*/ 11179 h 12755"/>
                  <a:gd name="T36" fmla="*/ 10995 w 12728"/>
                  <a:gd name="T37" fmla="*/ 10392 h 12755"/>
                  <a:gd name="T38" fmla="*/ 10995 w 12728"/>
                  <a:gd name="T39" fmla="*/ 7245 h 12755"/>
                  <a:gd name="T40" fmla="*/ 11780 w 12728"/>
                  <a:gd name="T41" fmla="*/ 6458 h 12755"/>
                  <a:gd name="T42" fmla="*/ 12565 w 12728"/>
                  <a:gd name="T43" fmla="*/ 7245 h 12755"/>
                  <a:gd name="T44" fmla="*/ 12565 w 12728"/>
                  <a:gd name="T45" fmla="*/ 11181 h 12755"/>
                  <a:gd name="T46" fmla="*/ 10995 w 12728"/>
                  <a:gd name="T47" fmla="*/ 12755 h 12755"/>
                  <a:gd name="T48" fmla="*/ 1570 w 12728"/>
                  <a:gd name="T49" fmla="*/ 12755 h 12755"/>
                  <a:gd name="T50" fmla="*/ 0 w 12728"/>
                  <a:gd name="T51" fmla="*/ 11181 h 12755"/>
                  <a:gd name="T52" fmla="*/ 0 w 12728"/>
                  <a:gd name="T53" fmla="*/ 1735 h 12755"/>
                  <a:gd name="T54" fmla="*/ 1570 w 12728"/>
                  <a:gd name="T55" fmla="*/ 161 h 12755"/>
                  <a:gd name="T56" fmla="*/ 4711 w 12728"/>
                  <a:gd name="T57" fmla="*/ 161 h 12755"/>
                  <a:gd name="T58" fmla="*/ 5496 w 12728"/>
                  <a:gd name="T59" fmla="*/ 948 h 12755"/>
                  <a:gd name="T60" fmla="*/ 4711 w 12728"/>
                  <a:gd name="T61" fmla="*/ 1735 h 12755"/>
                  <a:gd name="T62" fmla="*/ 4711 w 12728"/>
                  <a:gd name="T63" fmla="*/ 1735 h 12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728" h="12755">
                    <a:moveTo>
                      <a:pt x="12123" y="2794"/>
                    </a:moveTo>
                    <a:lnTo>
                      <a:pt x="11574" y="3342"/>
                    </a:lnTo>
                    <a:lnTo>
                      <a:pt x="9386" y="1151"/>
                    </a:lnTo>
                    <a:lnTo>
                      <a:pt x="9932" y="605"/>
                    </a:lnTo>
                    <a:cubicBezTo>
                      <a:pt x="10537" y="0"/>
                      <a:pt x="11518" y="0"/>
                      <a:pt x="12123" y="605"/>
                    </a:cubicBezTo>
                    <a:cubicBezTo>
                      <a:pt x="12728" y="1208"/>
                      <a:pt x="12728" y="2189"/>
                      <a:pt x="12123" y="2794"/>
                    </a:cubicBezTo>
                    <a:close/>
                    <a:moveTo>
                      <a:pt x="10479" y="4436"/>
                    </a:moveTo>
                    <a:lnTo>
                      <a:pt x="7742" y="7169"/>
                    </a:lnTo>
                    <a:lnTo>
                      <a:pt x="3926" y="8827"/>
                    </a:lnTo>
                    <a:lnTo>
                      <a:pt x="5551" y="4980"/>
                    </a:lnTo>
                    <a:lnTo>
                      <a:pt x="8290" y="2245"/>
                    </a:lnTo>
                    <a:lnTo>
                      <a:pt x="10479" y="4436"/>
                    </a:lnTo>
                    <a:close/>
                    <a:moveTo>
                      <a:pt x="4711" y="1735"/>
                    </a:moveTo>
                    <a:lnTo>
                      <a:pt x="2356" y="1735"/>
                    </a:lnTo>
                    <a:cubicBezTo>
                      <a:pt x="1921" y="1735"/>
                      <a:pt x="1570" y="2088"/>
                      <a:pt x="1570" y="2522"/>
                    </a:cubicBezTo>
                    <a:lnTo>
                      <a:pt x="1570" y="10392"/>
                    </a:lnTo>
                    <a:cubicBezTo>
                      <a:pt x="1570" y="10826"/>
                      <a:pt x="1921" y="11179"/>
                      <a:pt x="2356" y="11179"/>
                    </a:cubicBezTo>
                    <a:lnTo>
                      <a:pt x="10210" y="11179"/>
                    </a:lnTo>
                    <a:cubicBezTo>
                      <a:pt x="10644" y="11179"/>
                      <a:pt x="10995" y="10826"/>
                      <a:pt x="10995" y="10392"/>
                    </a:cubicBezTo>
                    <a:lnTo>
                      <a:pt x="10995" y="7245"/>
                    </a:lnTo>
                    <a:cubicBezTo>
                      <a:pt x="10995" y="6811"/>
                      <a:pt x="11346" y="6458"/>
                      <a:pt x="11780" y="6458"/>
                    </a:cubicBezTo>
                    <a:cubicBezTo>
                      <a:pt x="12214" y="6458"/>
                      <a:pt x="12565" y="6811"/>
                      <a:pt x="12565" y="7245"/>
                    </a:cubicBezTo>
                    <a:lnTo>
                      <a:pt x="12565" y="11181"/>
                    </a:lnTo>
                    <a:cubicBezTo>
                      <a:pt x="12565" y="12049"/>
                      <a:pt x="11861" y="12755"/>
                      <a:pt x="10995" y="12755"/>
                    </a:cubicBezTo>
                    <a:lnTo>
                      <a:pt x="1570" y="12755"/>
                    </a:lnTo>
                    <a:cubicBezTo>
                      <a:pt x="704" y="12755"/>
                      <a:pt x="0" y="12051"/>
                      <a:pt x="0" y="11181"/>
                    </a:cubicBezTo>
                    <a:lnTo>
                      <a:pt x="0" y="1735"/>
                    </a:lnTo>
                    <a:cubicBezTo>
                      <a:pt x="0" y="866"/>
                      <a:pt x="704" y="161"/>
                      <a:pt x="1570" y="161"/>
                    </a:cubicBezTo>
                    <a:lnTo>
                      <a:pt x="4711" y="161"/>
                    </a:lnTo>
                    <a:cubicBezTo>
                      <a:pt x="5145" y="161"/>
                      <a:pt x="5496" y="514"/>
                      <a:pt x="5496" y="948"/>
                    </a:cubicBezTo>
                    <a:cubicBezTo>
                      <a:pt x="5496" y="1384"/>
                      <a:pt x="5145" y="1735"/>
                      <a:pt x="4711" y="1735"/>
                    </a:cubicBezTo>
                    <a:close/>
                    <a:moveTo>
                      <a:pt x="4711" y="1735"/>
                    </a:moveTo>
                    <a:close/>
                  </a:path>
                </a:pathLst>
              </a:custGeom>
              <a:solidFill>
                <a:schemeClr val="lt1">
                  <a:lumMod val="8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响应报文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46760" y="2864485"/>
            <a:ext cx="3040380" cy="2843530"/>
            <a:chOff x="1176" y="4511"/>
            <a:chExt cx="4788" cy="4478"/>
          </a:xfrm>
        </p:grpSpPr>
        <p:sp>
          <p:nvSpPr>
            <p:cNvPr id="69" name="Freeform 13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2261" y="4511"/>
              <a:ext cx="829" cy="818"/>
            </a:xfrm>
            <a:custGeom>
              <a:avLst/>
              <a:gdLst>
                <a:gd name="T0" fmla="*/ 909 w 1006"/>
                <a:gd name="T1" fmla="*/ 858 h 995"/>
                <a:gd name="T2" fmla="*/ 805 w 1006"/>
                <a:gd name="T3" fmla="*/ 858 h 995"/>
                <a:gd name="T4" fmla="*/ 969 w 1006"/>
                <a:gd name="T5" fmla="*/ 97 h 995"/>
                <a:gd name="T6" fmla="*/ 834 w 1006"/>
                <a:gd name="T7" fmla="*/ 0 h 995"/>
                <a:gd name="T8" fmla="*/ 472 w 1006"/>
                <a:gd name="T9" fmla="*/ 323 h 995"/>
                <a:gd name="T10" fmla="*/ 421 w 1006"/>
                <a:gd name="T11" fmla="*/ 397 h 995"/>
                <a:gd name="T12" fmla="*/ 376 w 1006"/>
                <a:gd name="T13" fmla="*/ 419 h 995"/>
                <a:gd name="T14" fmla="*/ 381 w 1006"/>
                <a:gd name="T15" fmla="*/ 556 h 995"/>
                <a:gd name="T16" fmla="*/ 89 w 1006"/>
                <a:gd name="T17" fmla="*/ 810 h 995"/>
                <a:gd name="T18" fmla="*/ 57 w 1006"/>
                <a:gd name="T19" fmla="*/ 995 h 995"/>
                <a:gd name="T20" fmla="*/ 208 w 1006"/>
                <a:gd name="T21" fmla="*/ 844 h 995"/>
                <a:gd name="T22" fmla="*/ 445 w 1006"/>
                <a:gd name="T23" fmla="*/ 621 h 995"/>
                <a:gd name="T24" fmla="*/ 578 w 1006"/>
                <a:gd name="T25" fmla="*/ 621 h 995"/>
                <a:gd name="T26" fmla="*/ 616 w 1006"/>
                <a:gd name="T27" fmla="*/ 537 h 995"/>
                <a:gd name="T28" fmla="*/ 674 w 1006"/>
                <a:gd name="T29" fmla="*/ 525 h 995"/>
                <a:gd name="T30" fmla="*/ 969 w 1006"/>
                <a:gd name="T31" fmla="*/ 97 h 995"/>
                <a:gd name="T32" fmla="*/ 392 w 1006"/>
                <a:gd name="T33" fmla="*/ 325 h 995"/>
                <a:gd name="T34" fmla="*/ 404 w 1006"/>
                <a:gd name="T35" fmla="*/ 312 h 995"/>
                <a:gd name="T36" fmla="*/ 436 w 1006"/>
                <a:gd name="T37" fmla="*/ 281 h 995"/>
                <a:gd name="T38" fmla="*/ 215 w 1006"/>
                <a:gd name="T39" fmla="*/ 1 h 995"/>
                <a:gd name="T40" fmla="*/ 280 w 1006"/>
                <a:gd name="T41" fmla="*/ 160 h 995"/>
                <a:gd name="T42" fmla="*/ 21 w 1006"/>
                <a:gd name="T43" fmla="*/ 195 h 995"/>
                <a:gd name="T44" fmla="*/ 232 w 1006"/>
                <a:gd name="T45" fmla="*/ 447 h 995"/>
                <a:gd name="T46" fmla="*/ 303 w 1006"/>
                <a:gd name="T47" fmla="*/ 433 h 995"/>
                <a:gd name="T48" fmla="*/ 363 w 1006"/>
                <a:gd name="T49" fmla="*/ 354 h 995"/>
                <a:gd name="T50" fmla="*/ 672 w 1006"/>
                <a:gd name="T51" fmla="*/ 606 h 995"/>
                <a:gd name="T52" fmla="*/ 617 w 1006"/>
                <a:gd name="T53" fmla="*/ 660 h 995"/>
                <a:gd name="T54" fmla="*/ 741 w 1006"/>
                <a:gd name="T55" fmla="*/ 871 h 995"/>
                <a:gd name="T56" fmla="*/ 869 w 1006"/>
                <a:gd name="T57" fmla="*/ 995 h 995"/>
                <a:gd name="T58" fmla="*/ 980 w 1006"/>
                <a:gd name="T59" fmla="*/ 825 h 995"/>
                <a:gd name="T60" fmla="*/ 702 w 1006"/>
                <a:gd name="T61" fmla="*/ 576 h 995"/>
                <a:gd name="T62" fmla="*/ 658 w 1006"/>
                <a:gd name="T63" fmla="*/ 579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06" h="995">
                  <a:moveTo>
                    <a:pt x="857" y="806"/>
                  </a:moveTo>
                  <a:cubicBezTo>
                    <a:pt x="886" y="806"/>
                    <a:pt x="909" y="829"/>
                    <a:pt x="909" y="858"/>
                  </a:cubicBezTo>
                  <a:cubicBezTo>
                    <a:pt x="909" y="887"/>
                    <a:pt x="886" y="910"/>
                    <a:pt x="857" y="910"/>
                  </a:cubicBezTo>
                  <a:cubicBezTo>
                    <a:pt x="828" y="910"/>
                    <a:pt x="805" y="887"/>
                    <a:pt x="805" y="858"/>
                  </a:cubicBezTo>
                  <a:cubicBezTo>
                    <a:pt x="805" y="829"/>
                    <a:pt x="828" y="806"/>
                    <a:pt x="857" y="806"/>
                  </a:cubicBezTo>
                  <a:close/>
                  <a:moveTo>
                    <a:pt x="969" y="97"/>
                  </a:moveTo>
                  <a:lnTo>
                    <a:pt x="900" y="28"/>
                  </a:lnTo>
                  <a:cubicBezTo>
                    <a:pt x="882" y="9"/>
                    <a:pt x="858" y="0"/>
                    <a:pt x="834" y="0"/>
                  </a:cubicBezTo>
                  <a:cubicBezTo>
                    <a:pt x="810" y="0"/>
                    <a:pt x="786" y="9"/>
                    <a:pt x="767" y="28"/>
                  </a:cubicBezTo>
                  <a:lnTo>
                    <a:pt x="472" y="323"/>
                  </a:lnTo>
                  <a:cubicBezTo>
                    <a:pt x="481" y="340"/>
                    <a:pt x="475" y="367"/>
                    <a:pt x="460" y="381"/>
                  </a:cubicBezTo>
                  <a:cubicBezTo>
                    <a:pt x="451" y="391"/>
                    <a:pt x="435" y="397"/>
                    <a:pt x="421" y="397"/>
                  </a:cubicBezTo>
                  <a:cubicBezTo>
                    <a:pt x="414" y="397"/>
                    <a:pt x="408" y="396"/>
                    <a:pt x="402" y="393"/>
                  </a:cubicBezTo>
                  <a:lnTo>
                    <a:pt x="376" y="419"/>
                  </a:lnTo>
                  <a:cubicBezTo>
                    <a:pt x="340" y="455"/>
                    <a:pt x="340" y="515"/>
                    <a:pt x="376" y="552"/>
                  </a:cubicBezTo>
                  <a:lnTo>
                    <a:pt x="381" y="556"/>
                  </a:lnTo>
                  <a:lnTo>
                    <a:pt x="151" y="787"/>
                  </a:lnTo>
                  <a:lnTo>
                    <a:pt x="89" y="810"/>
                  </a:lnTo>
                  <a:lnTo>
                    <a:pt x="0" y="938"/>
                  </a:lnTo>
                  <a:lnTo>
                    <a:pt x="57" y="995"/>
                  </a:lnTo>
                  <a:lnTo>
                    <a:pt x="185" y="906"/>
                  </a:lnTo>
                  <a:lnTo>
                    <a:pt x="208" y="844"/>
                  </a:lnTo>
                  <a:lnTo>
                    <a:pt x="439" y="614"/>
                  </a:lnTo>
                  <a:lnTo>
                    <a:pt x="445" y="621"/>
                  </a:lnTo>
                  <a:cubicBezTo>
                    <a:pt x="464" y="639"/>
                    <a:pt x="488" y="648"/>
                    <a:pt x="512" y="648"/>
                  </a:cubicBezTo>
                  <a:cubicBezTo>
                    <a:pt x="536" y="648"/>
                    <a:pt x="560" y="639"/>
                    <a:pt x="578" y="621"/>
                  </a:cubicBezTo>
                  <a:lnTo>
                    <a:pt x="604" y="595"/>
                  </a:lnTo>
                  <a:cubicBezTo>
                    <a:pt x="596" y="577"/>
                    <a:pt x="602" y="551"/>
                    <a:pt x="616" y="537"/>
                  </a:cubicBezTo>
                  <a:cubicBezTo>
                    <a:pt x="626" y="527"/>
                    <a:pt x="642" y="521"/>
                    <a:pt x="656" y="521"/>
                  </a:cubicBezTo>
                  <a:cubicBezTo>
                    <a:pt x="662" y="521"/>
                    <a:pt x="669" y="522"/>
                    <a:pt x="674" y="525"/>
                  </a:cubicBezTo>
                  <a:lnTo>
                    <a:pt x="969" y="230"/>
                  </a:lnTo>
                  <a:cubicBezTo>
                    <a:pt x="1006" y="193"/>
                    <a:pt x="1006" y="133"/>
                    <a:pt x="969" y="97"/>
                  </a:cubicBezTo>
                  <a:close/>
                  <a:moveTo>
                    <a:pt x="363" y="354"/>
                  </a:moveTo>
                  <a:lnTo>
                    <a:pt x="392" y="325"/>
                  </a:lnTo>
                  <a:lnTo>
                    <a:pt x="418" y="338"/>
                  </a:lnTo>
                  <a:lnTo>
                    <a:pt x="404" y="312"/>
                  </a:lnTo>
                  <a:lnTo>
                    <a:pt x="433" y="284"/>
                  </a:lnTo>
                  <a:lnTo>
                    <a:pt x="436" y="281"/>
                  </a:lnTo>
                  <a:cubicBezTo>
                    <a:pt x="442" y="264"/>
                    <a:pt x="446" y="248"/>
                    <a:pt x="446" y="233"/>
                  </a:cubicBezTo>
                  <a:cubicBezTo>
                    <a:pt x="446" y="115"/>
                    <a:pt x="333" y="0"/>
                    <a:pt x="215" y="1"/>
                  </a:cubicBezTo>
                  <a:cubicBezTo>
                    <a:pt x="214" y="1"/>
                    <a:pt x="201" y="15"/>
                    <a:pt x="193" y="22"/>
                  </a:cubicBezTo>
                  <a:cubicBezTo>
                    <a:pt x="288" y="117"/>
                    <a:pt x="280" y="102"/>
                    <a:pt x="280" y="160"/>
                  </a:cubicBezTo>
                  <a:cubicBezTo>
                    <a:pt x="280" y="207"/>
                    <a:pt x="205" y="282"/>
                    <a:pt x="159" y="282"/>
                  </a:cubicBezTo>
                  <a:cubicBezTo>
                    <a:pt x="99" y="282"/>
                    <a:pt x="118" y="291"/>
                    <a:pt x="21" y="195"/>
                  </a:cubicBezTo>
                  <a:cubicBezTo>
                    <a:pt x="14" y="202"/>
                    <a:pt x="0" y="215"/>
                    <a:pt x="0" y="216"/>
                  </a:cubicBezTo>
                  <a:cubicBezTo>
                    <a:pt x="2" y="334"/>
                    <a:pt x="113" y="447"/>
                    <a:pt x="232" y="447"/>
                  </a:cubicBezTo>
                  <a:cubicBezTo>
                    <a:pt x="253" y="447"/>
                    <a:pt x="276" y="440"/>
                    <a:pt x="299" y="429"/>
                  </a:cubicBezTo>
                  <a:lnTo>
                    <a:pt x="303" y="433"/>
                  </a:lnTo>
                  <a:cubicBezTo>
                    <a:pt x="310" y="414"/>
                    <a:pt x="322" y="395"/>
                    <a:pt x="337" y="380"/>
                  </a:cubicBezTo>
                  <a:lnTo>
                    <a:pt x="363" y="354"/>
                  </a:lnTo>
                  <a:close/>
                  <a:moveTo>
                    <a:pt x="658" y="579"/>
                  </a:moveTo>
                  <a:lnTo>
                    <a:pt x="672" y="606"/>
                  </a:lnTo>
                  <a:lnTo>
                    <a:pt x="644" y="634"/>
                  </a:lnTo>
                  <a:lnTo>
                    <a:pt x="617" y="660"/>
                  </a:lnTo>
                  <a:cubicBezTo>
                    <a:pt x="602" y="675"/>
                    <a:pt x="584" y="687"/>
                    <a:pt x="564" y="694"/>
                  </a:cubicBezTo>
                  <a:lnTo>
                    <a:pt x="741" y="871"/>
                  </a:lnTo>
                  <a:lnTo>
                    <a:pt x="824" y="983"/>
                  </a:lnTo>
                  <a:lnTo>
                    <a:pt x="869" y="995"/>
                  </a:lnTo>
                  <a:lnTo>
                    <a:pt x="992" y="871"/>
                  </a:lnTo>
                  <a:lnTo>
                    <a:pt x="980" y="825"/>
                  </a:lnTo>
                  <a:lnTo>
                    <a:pt x="869" y="743"/>
                  </a:lnTo>
                  <a:lnTo>
                    <a:pt x="702" y="576"/>
                  </a:lnTo>
                  <a:lnTo>
                    <a:pt x="685" y="592"/>
                  </a:lnTo>
                  <a:lnTo>
                    <a:pt x="658" y="57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4"/>
              </p:custDataLst>
            </p:nvPr>
          </p:nvSpPr>
          <p:spPr>
            <a:xfrm>
              <a:off x="1176" y="6327"/>
              <a:ext cx="4789" cy="2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由四部分组成：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状态行（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status line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响应消息头（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Headers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空行（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blank line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 响应体（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response body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4" name="TextBox 2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70915" y="1198880"/>
            <a:ext cx="1402080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</a:t>
            </a:r>
            <a:endParaRPr lang="zh-CN" altLang="en-US" sz="24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2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39445" y="1178560"/>
            <a:ext cx="422910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sz="28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7" name="image66.jpeg"/>
          <p:cNvPicPr/>
          <p:nvPr/>
        </p:nvPicPr>
        <p:blipFill>
          <a:blip r:embed="rId7"/>
          <a:stretch>
            <a:fillRect/>
          </a:stretch>
        </p:blipFill>
        <p:spPr>
          <a:xfrm>
            <a:off x="4136831" y="2149733"/>
            <a:ext cx="7527358" cy="3529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响应报文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Freeform 7"/>
          <p:cNvSpPr/>
          <p:nvPr>
            <p:custDataLst>
              <p:tags r:id="rId3"/>
            </p:custDataLst>
          </p:nvPr>
        </p:nvSpPr>
        <p:spPr bwMode="auto">
          <a:xfrm>
            <a:off x="1036320" y="3359785"/>
            <a:ext cx="1180465" cy="1363980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chemeClr val="accent2"/>
          </a:solidFill>
          <a:ln w="25400" cap="flat" cmpd="sng" algn="ctr">
            <a:noFill/>
            <a:prstDash val="solid"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Freeform 13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1385570" y="3783965"/>
            <a:ext cx="526415" cy="519430"/>
          </a:xfrm>
          <a:custGeom>
            <a:avLst/>
            <a:gdLst>
              <a:gd name="T0" fmla="*/ 909 w 1006"/>
              <a:gd name="T1" fmla="*/ 858 h 995"/>
              <a:gd name="T2" fmla="*/ 805 w 1006"/>
              <a:gd name="T3" fmla="*/ 858 h 995"/>
              <a:gd name="T4" fmla="*/ 969 w 1006"/>
              <a:gd name="T5" fmla="*/ 97 h 995"/>
              <a:gd name="T6" fmla="*/ 834 w 1006"/>
              <a:gd name="T7" fmla="*/ 0 h 995"/>
              <a:gd name="T8" fmla="*/ 472 w 1006"/>
              <a:gd name="T9" fmla="*/ 323 h 995"/>
              <a:gd name="T10" fmla="*/ 421 w 1006"/>
              <a:gd name="T11" fmla="*/ 397 h 995"/>
              <a:gd name="T12" fmla="*/ 376 w 1006"/>
              <a:gd name="T13" fmla="*/ 419 h 995"/>
              <a:gd name="T14" fmla="*/ 381 w 1006"/>
              <a:gd name="T15" fmla="*/ 556 h 995"/>
              <a:gd name="T16" fmla="*/ 89 w 1006"/>
              <a:gd name="T17" fmla="*/ 810 h 995"/>
              <a:gd name="T18" fmla="*/ 57 w 1006"/>
              <a:gd name="T19" fmla="*/ 995 h 995"/>
              <a:gd name="T20" fmla="*/ 208 w 1006"/>
              <a:gd name="T21" fmla="*/ 844 h 995"/>
              <a:gd name="T22" fmla="*/ 445 w 1006"/>
              <a:gd name="T23" fmla="*/ 621 h 995"/>
              <a:gd name="T24" fmla="*/ 578 w 1006"/>
              <a:gd name="T25" fmla="*/ 621 h 995"/>
              <a:gd name="T26" fmla="*/ 616 w 1006"/>
              <a:gd name="T27" fmla="*/ 537 h 995"/>
              <a:gd name="T28" fmla="*/ 674 w 1006"/>
              <a:gd name="T29" fmla="*/ 525 h 995"/>
              <a:gd name="T30" fmla="*/ 969 w 1006"/>
              <a:gd name="T31" fmla="*/ 97 h 995"/>
              <a:gd name="T32" fmla="*/ 392 w 1006"/>
              <a:gd name="T33" fmla="*/ 325 h 995"/>
              <a:gd name="T34" fmla="*/ 404 w 1006"/>
              <a:gd name="T35" fmla="*/ 312 h 995"/>
              <a:gd name="T36" fmla="*/ 436 w 1006"/>
              <a:gd name="T37" fmla="*/ 281 h 995"/>
              <a:gd name="T38" fmla="*/ 215 w 1006"/>
              <a:gd name="T39" fmla="*/ 1 h 995"/>
              <a:gd name="T40" fmla="*/ 280 w 1006"/>
              <a:gd name="T41" fmla="*/ 160 h 995"/>
              <a:gd name="T42" fmla="*/ 21 w 1006"/>
              <a:gd name="T43" fmla="*/ 195 h 995"/>
              <a:gd name="T44" fmla="*/ 232 w 1006"/>
              <a:gd name="T45" fmla="*/ 447 h 995"/>
              <a:gd name="T46" fmla="*/ 303 w 1006"/>
              <a:gd name="T47" fmla="*/ 433 h 995"/>
              <a:gd name="T48" fmla="*/ 363 w 1006"/>
              <a:gd name="T49" fmla="*/ 354 h 995"/>
              <a:gd name="T50" fmla="*/ 672 w 1006"/>
              <a:gd name="T51" fmla="*/ 606 h 995"/>
              <a:gd name="T52" fmla="*/ 617 w 1006"/>
              <a:gd name="T53" fmla="*/ 660 h 995"/>
              <a:gd name="T54" fmla="*/ 741 w 1006"/>
              <a:gd name="T55" fmla="*/ 871 h 995"/>
              <a:gd name="T56" fmla="*/ 869 w 1006"/>
              <a:gd name="T57" fmla="*/ 995 h 995"/>
              <a:gd name="T58" fmla="*/ 980 w 1006"/>
              <a:gd name="T59" fmla="*/ 825 h 995"/>
              <a:gd name="T60" fmla="*/ 702 w 1006"/>
              <a:gd name="T61" fmla="*/ 576 h 995"/>
              <a:gd name="T62" fmla="*/ 658 w 1006"/>
              <a:gd name="T63" fmla="*/ 579 h 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06" h="995">
                <a:moveTo>
                  <a:pt x="857" y="806"/>
                </a:moveTo>
                <a:cubicBezTo>
                  <a:pt x="886" y="806"/>
                  <a:pt x="909" y="829"/>
                  <a:pt x="909" y="858"/>
                </a:cubicBezTo>
                <a:cubicBezTo>
                  <a:pt x="909" y="887"/>
                  <a:pt x="886" y="910"/>
                  <a:pt x="857" y="910"/>
                </a:cubicBezTo>
                <a:cubicBezTo>
                  <a:pt x="828" y="910"/>
                  <a:pt x="805" y="887"/>
                  <a:pt x="805" y="858"/>
                </a:cubicBezTo>
                <a:cubicBezTo>
                  <a:pt x="805" y="829"/>
                  <a:pt x="828" y="806"/>
                  <a:pt x="857" y="806"/>
                </a:cubicBezTo>
                <a:close/>
                <a:moveTo>
                  <a:pt x="969" y="97"/>
                </a:moveTo>
                <a:lnTo>
                  <a:pt x="900" y="28"/>
                </a:lnTo>
                <a:cubicBezTo>
                  <a:pt x="882" y="9"/>
                  <a:pt x="858" y="0"/>
                  <a:pt x="834" y="0"/>
                </a:cubicBezTo>
                <a:cubicBezTo>
                  <a:pt x="810" y="0"/>
                  <a:pt x="786" y="9"/>
                  <a:pt x="767" y="28"/>
                </a:cubicBezTo>
                <a:lnTo>
                  <a:pt x="472" y="323"/>
                </a:lnTo>
                <a:cubicBezTo>
                  <a:pt x="481" y="340"/>
                  <a:pt x="475" y="367"/>
                  <a:pt x="460" y="381"/>
                </a:cubicBezTo>
                <a:cubicBezTo>
                  <a:pt x="451" y="391"/>
                  <a:pt x="435" y="397"/>
                  <a:pt x="421" y="397"/>
                </a:cubicBezTo>
                <a:cubicBezTo>
                  <a:pt x="414" y="397"/>
                  <a:pt x="408" y="396"/>
                  <a:pt x="402" y="393"/>
                </a:cubicBezTo>
                <a:lnTo>
                  <a:pt x="376" y="419"/>
                </a:lnTo>
                <a:cubicBezTo>
                  <a:pt x="340" y="455"/>
                  <a:pt x="340" y="515"/>
                  <a:pt x="376" y="552"/>
                </a:cubicBezTo>
                <a:lnTo>
                  <a:pt x="381" y="556"/>
                </a:lnTo>
                <a:lnTo>
                  <a:pt x="151" y="787"/>
                </a:lnTo>
                <a:lnTo>
                  <a:pt x="89" y="810"/>
                </a:lnTo>
                <a:lnTo>
                  <a:pt x="0" y="938"/>
                </a:lnTo>
                <a:lnTo>
                  <a:pt x="57" y="995"/>
                </a:lnTo>
                <a:lnTo>
                  <a:pt x="185" y="906"/>
                </a:lnTo>
                <a:lnTo>
                  <a:pt x="208" y="844"/>
                </a:lnTo>
                <a:lnTo>
                  <a:pt x="439" y="614"/>
                </a:lnTo>
                <a:lnTo>
                  <a:pt x="445" y="621"/>
                </a:lnTo>
                <a:cubicBezTo>
                  <a:pt x="464" y="639"/>
                  <a:pt x="488" y="648"/>
                  <a:pt x="512" y="648"/>
                </a:cubicBezTo>
                <a:cubicBezTo>
                  <a:pt x="536" y="648"/>
                  <a:pt x="560" y="639"/>
                  <a:pt x="578" y="621"/>
                </a:cubicBezTo>
                <a:lnTo>
                  <a:pt x="604" y="595"/>
                </a:lnTo>
                <a:cubicBezTo>
                  <a:pt x="596" y="577"/>
                  <a:pt x="602" y="551"/>
                  <a:pt x="616" y="537"/>
                </a:cubicBezTo>
                <a:cubicBezTo>
                  <a:pt x="626" y="527"/>
                  <a:pt x="642" y="521"/>
                  <a:pt x="656" y="521"/>
                </a:cubicBezTo>
                <a:cubicBezTo>
                  <a:pt x="662" y="521"/>
                  <a:pt x="669" y="522"/>
                  <a:pt x="674" y="525"/>
                </a:cubicBezTo>
                <a:lnTo>
                  <a:pt x="969" y="230"/>
                </a:lnTo>
                <a:cubicBezTo>
                  <a:pt x="1006" y="193"/>
                  <a:pt x="1006" y="133"/>
                  <a:pt x="969" y="97"/>
                </a:cubicBezTo>
                <a:close/>
                <a:moveTo>
                  <a:pt x="363" y="354"/>
                </a:moveTo>
                <a:lnTo>
                  <a:pt x="392" y="325"/>
                </a:lnTo>
                <a:lnTo>
                  <a:pt x="418" y="338"/>
                </a:lnTo>
                <a:lnTo>
                  <a:pt x="404" y="312"/>
                </a:lnTo>
                <a:lnTo>
                  <a:pt x="433" y="284"/>
                </a:lnTo>
                <a:lnTo>
                  <a:pt x="436" y="281"/>
                </a:lnTo>
                <a:cubicBezTo>
                  <a:pt x="442" y="264"/>
                  <a:pt x="446" y="248"/>
                  <a:pt x="446" y="233"/>
                </a:cubicBezTo>
                <a:cubicBezTo>
                  <a:pt x="446" y="115"/>
                  <a:pt x="333" y="0"/>
                  <a:pt x="215" y="1"/>
                </a:cubicBezTo>
                <a:cubicBezTo>
                  <a:pt x="214" y="1"/>
                  <a:pt x="201" y="15"/>
                  <a:pt x="193" y="22"/>
                </a:cubicBezTo>
                <a:cubicBezTo>
                  <a:pt x="288" y="117"/>
                  <a:pt x="280" y="102"/>
                  <a:pt x="280" y="160"/>
                </a:cubicBezTo>
                <a:cubicBezTo>
                  <a:pt x="280" y="207"/>
                  <a:pt x="205" y="282"/>
                  <a:pt x="159" y="282"/>
                </a:cubicBezTo>
                <a:cubicBezTo>
                  <a:pt x="99" y="282"/>
                  <a:pt x="118" y="291"/>
                  <a:pt x="21" y="195"/>
                </a:cubicBezTo>
                <a:cubicBezTo>
                  <a:pt x="14" y="202"/>
                  <a:pt x="0" y="215"/>
                  <a:pt x="0" y="216"/>
                </a:cubicBezTo>
                <a:cubicBezTo>
                  <a:pt x="2" y="334"/>
                  <a:pt x="113" y="447"/>
                  <a:pt x="232" y="447"/>
                </a:cubicBezTo>
                <a:cubicBezTo>
                  <a:pt x="253" y="447"/>
                  <a:pt x="276" y="440"/>
                  <a:pt x="299" y="429"/>
                </a:cubicBezTo>
                <a:lnTo>
                  <a:pt x="303" y="433"/>
                </a:lnTo>
                <a:cubicBezTo>
                  <a:pt x="310" y="414"/>
                  <a:pt x="322" y="395"/>
                  <a:pt x="337" y="380"/>
                </a:cubicBezTo>
                <a:lnTo>
                  <a:pt x="363" y="354"/>
                </a:lnTo>
                <a:close/>
                <a:moveTo>
                  <a:pt x="658" y="579"/>
                </a:moveTo>
                <a:lnTo>
                  <a:pt x="672" y="606"/>
                </a:lnTo>
                <a:lnTo>
                  <a:pt x="644" y="634"/>
                </a:lnTo>
                <a:lnTo>
                  <a:pt x="617" y="660"/>
                </a:lnTo>
                <a:cubicBezTo>
                  <a:pt x="602" y="675"/>
                  <a:pt x="584" y="687"/>
                  <a:pt x="564" y="694"/>
                </a:cubicBezTo>
                <a:lnTo>
                  <a:pt x="741" y="871"/>
                </a:lnTo>
                <a:lnTo>
                  <a:pt x="824" y="983"/>
                </a:lnTo>
                <a:lnTo>
                  <a:pt x="869" y="995"/>
                </a:lnTo>
                <a:lnTo>
                  <a:pt x="992" y="871"/>
                </a:lnTo>
                <a:lnTo>
                  <a:pt x="980" y="825"/>
                </a:lnTo>
                <a:lnTo>
                  <a:pt x="869" y="743"/>
                </a:lnTo>
                <a:lnTo>
                  <a:pt x="702" y="576"/>
                </a:lnTo>
                <a:lnTo>
                  <a:pt x="685" y="592"/>
                </a:lnTo>
                <a:lnTo>
                  <a:pt x="658" y="5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endParaRPr lang="zh-CN" altLang="en-US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5"/>
            </p:custDataLst>
          </p:nvPr>
        </p:nvSpPr>
        <p:spPr>
          <a:xfrm>
            <a:off x="3244215" y="1091565"/>
            <a:ext cx="8629650" cy="2370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状态行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响应报文的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起始行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称为响应状态行。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状态行由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协议版本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、一个表示成功或错误的整数代码（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状态码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对状态码进行描述的文本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信息三部分组成，它们用空格分隔。例如：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HTTP/1.1 200 OK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状态代码由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位数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字组成，表示请求是否被理解或被满足。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HTTP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响应状态码的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第一个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数字定义了响应的类别，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后面两位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没有具体的分类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TextBox 2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4530" y="1179830"/>
            <a:ext cx="40195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sz="28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is1ide-Rectangle 21"/>
          <p:cNvSpPr/>
          <p:nvPr>
            <p:custDataLst>
              <p:tags r:id="rId7"/>
            </p:custDataLst>
          </p:nvPr>
        </p:nvSpPr>
        <p:spPr>
          <a:xfrm>
            <a:off x="3244109" y="3069767"/>
            <a:ext cx="8629876" cy="3331034"/>
          </a:xfrm>
          <a:prstGeom prst="rect">
            <a:avLst/>
          </a:prstGeom>
          <a:noFill/>
          <a:ln w="6350">
            <a:solidFill>
              <a:schemeClr val="lt1">
                <a:lumMod val="75000"/>
              </a:schemeClr>
            </a:solidFill>
            <a:miter lim="400000"/>
          </a:ln>
        </p:spPr>
        <p:txBody>
          <a:bodyPr anchor="ctr"/>
          <a:lstStyle/>
          <a:p>
            <a:pPr algn="ctr"/>
            <a:endParaRPr sz="2365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3244109" y="3069766"/>
            <a:ext cx="8447147" cy="3368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3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第一个数字有五种可能的取值：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1xx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：表示请求已接收，需要继续处理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2xx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：表示请求已成功被服务器接收、理解、并接受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3xx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：为完成请求，客户端需进一步细化请求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4xx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：客户端的请求有错误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5xx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：服务器端出现错误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常用的 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http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状态码如下：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：请求成功；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404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：请求的资源没有被找到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400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：客户端请求语法有误；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403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：服务器拒绝请求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500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：服务器端错误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502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：服务器作为网关或代理，从上游服务器收到无效响应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TextBox 2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70915" y="1198880"/>
            <a:ext cx="1402080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</a:t>
            </a:r>
            <a:endParaRPr lang="zh-CN" altLang="en-US" sz="24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响应报文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Freeform 13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1033780" y="3488055"/>
            <a:ext cx="526415" cy="519430"/>
          </a:xfrm>
          <a:custGeom>
            <a:avLst/>
            <a:gdLst>
              <a:gd name="T0" fmla="*/ 909 w 1006"/>
              <a:gd name="T1" fmla="*/ 858 h 995"/>
              <a:gd name="T2" fmla="*/ 805 w 1006"/>
              <a:gd name="T3" fmla="*/ 858 h 995"/>
              <a:gd name="T4" fmla="*/ 969 w 1006"/>
              <a:gd name="T5" fmla="*/ 97 h 995"/>
              <a:gd name="T6" fmla="*/ 834 w 1006"/>
              <a:gd name="T7" fmla="*/ 0 h 995"/>
              <a:gd name="T8" fmla="*/ 472 w 1006"/>
              <a:gd name="T9" fmla="*/ 323 h 995"/>
              <a:gd name="T10" fmla="*/ 421 w 1006"/>
              <a:gd name="T11" fmla="*/ 397 h 995"/>
              <a:gd name="T12" fmla="*/ 376 w 1006"/>
              <a:gd name="T13" fmla="*/ 419 h 995"/>
              <a:gd name="T14" fmla="*/ 381 w 1006"/>
              <a:gd name="T15" fmla="*/ 556 h 995"/>
              <a:gd name="T16" fmla="*/ 89 w 1006"/>
              <a:gd name="T17" fmla="*/ 810 h 995"/>
              <a:gd name="T18" fmla="*/ 57 w 1006"/>
              <a:gd name="T19" fmla="*/ 995 h 995"/>
              <a:gd name="T20" fmla="*/ 208 w 1006"/>
              <a:gd name="T21" fmla="*/ 844 h 995"/>
              <a:gd name="T22" fmla="*/ 445 w 1006"/>
              <a:gd name="T23" fmla="*/ 621 h 995"/>
              <a:gd name="T24" fmla="*/ 578 w 1006"/>
              <a:gd name="T25" fmla="*/ 621 h 995"/>
              <a:gd name="T26" fmla="*/ 616 w 1006"/>
              <a:gd name="T27" fmla="*/ 537 h 995"/>
              <a:gd name="T28" fmla="*/ 674 w 1006"/>
              <a:gd name="T29" fmla="*/ 525 h 995"/>
              <a:gd name="T30" fmla="*/ 969 w 1006"/>
              <a:gd name="T31" fmla="*/ 97 h 995"/>
              <a:gd name="T32" fmla="*/ 392 w 1006"/>
              <a:gd name="T33" fmla="*/ 325 h 995"/>
              <a:gd name="T34" fmla="*/ 404 w 1006"/>
              <a:gd name="T35" fmla="*/ 312 h 995"/>
              <a:gd name="T36" fmla="*/ 436 w 1006"/>
              <a:gd name="T37" fmla="*/ 281 h 995"/>
              <a:gd name="T38" fmla="*/ 215 w 1006"/>
              <a:gd name="T39" fmla="*/ 1 h 995"/>
              <a:gd name="T40" fmla="*/ 280 w 1006"/>
              <a:gd name="T41" fmla="*/ 160 h 995"/>
              <a:gd name="T42" fmla="*/ 21 w 1006"/>
              <a:gd name="T43" fmla="*/ 195 h 995"/>
              <a:gd name="T44" fmla="*/ 232 w 1006"/>
              <a:gd name="T45" fmla="*/ 447 h 995"/>
              <a:gd name="T46" fmla="*/ 303 w 1006"/>
              <a:gd name="T47" fmla="*/ 433 h 995"/>
              <a:gd name="T48" fmla="*/ 363 w 1006"/>
              <a:gd name="T49" fmla="*/ 354 h 995"/>
              <a:gd name="T50" fmla="*/ 672 w 1006"/>
              <a:gd name="T51" fmla="*/ 606 h 995"/>
              <a:gd name="T52" fmla="*/ 617 w 1006"/>
              <a:gd name="T53" fmla="*/ 660 h 995"/>
              <a:gd name="T54" fmla="*/ 741 w 1006"/>
              <a:gd name="T55" fmla="*/ 871 h 995"/>
              <a:gd name="T56" fmla="*/ 869 w 1006"/>
              <a:gd name="T57" fmla="*/ 995 h 995"/>
              <a:gd name="T58" fmla="*/ 980 w 1006"/>
              <a:gd name="T59" fmla="*/ 825 h 995"/>
              <a:gd name="T60" fmla="*/ 702 w 1006"/>
              <a:gd name="T61" fmla="*/ 576 h 995"/>
              <a:gd name="T62" fmla="*/ 658 w 1006"/>
              <a:gd name="T63" fmla="*/ 579 h 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06" h="995">
                <a:moveTo>
                  <a:pt x="857" y="806"/>
                </a:moveTo>
                <a:cubicBezTo>
                  <a:pt x="886" y="806"/>
                  <a:pt x="909" y="829"/>
                  <a:pt x="909" y="858"/>
                </a:cubicBezTo>
                <a:cubicBezTo>
                  <a:pt x="909" y="887"/>
                  <a:pt x="886" y="910"/>
                  <a:pt x="857" y="910"/>
                </a:cubicBezTo>
                <a:cubicBezTo>
                  <a:pt x="828" y="910"/>
                  <a:pt x="805" y="887"/>
                  <a:pt x="805" y="858"/>
                </a:cubicBezTo>
                <a:cubicBezTo>
                  <a:pt x="805" y="829"/>
                  <a:pt x="828" y="806"/>
                  <a:pt x="857" y="806"/>
                </a:cubicBezTo>
                <a:close/>
                <a:moveTo>
                  <a:pt x="969" y="97"/>
                </a:moveTo>
                <a:lnTo>
                  <a:pt x="900" y="28"/>
                </a:lnTo>
                <a:cubicBezTo>
                  <a:pt x="882" y="9"/>
                  <a:pt x="858" y="0"/>
                  <a:pt x="834" y="0"/>
                </a:cubicBezTo>
                <a:cubicBezTo>
                  <a:pt x="810" y="0"/>
                  <a:pt x="786" y="9"/>
                  <a:pt x="767" y="28"/>
                </a:cubicBezTo>
                <a:lnTo>
                  <a:pt x="472" y="323"/>
                </a:lnTo>
                <a:cubicBezTo>
                  <a:pt x="481" y="340"/>
                  <a:pt x="475" y="367"/>
                  <a:pt x="460" y="381"/>
                </a:cubicBezTo>
                <a:cubicBezTo>
                  <a:pt x="451" y="391"/>
                  <a:pt x="435" y="397"/>
                  <a:pt x="421" y="397"/>
                </a:cubicBezTo>
                <a:cubicBezTo>
                  <a:pt x="414" y="397"/>
                  <a:pt x="408" y="396"/>
                  <a:pt x="402" y="393"/>
                </a:cubicBezTo>
                <a:lnTo>
                  <a:pt x="376" y="419"/>
                </a:lnTo>
                <a:cubicBezTo>
                  <a:pt x="340" y="455"/>
                  <a:pt x="340" y="515"/>
                  <a:pt x="376" y="552"/>
                </a:cubicBezTo>
                <a:lnTo>
                  <a:pt x="381" y="556"/>
                </a:lnTo>
                <a:lnTo>
                  <a:pt x="151" y="787"/>
                </a:lnTo>
                <a:lnTo>
                  <a:pt x="89" y="810"/>
                </a:lnTo>
                <a:lnTo>
                  <a:pt x="0" y="938"/>
                </a:lnTo>
                <a:lnTo>
                  <a:pt x="57" y="995"/>
                </a:lnTo>
                <a:lnTo>
                  <a:pt x="185" y="906"/>
                </a:lnTo>
                <a:lnTo>
                  <a:pt x="208" y="844"/>
                </a:lnTo>
                <a:lnTo>
                  <a:pt x="439" y="614"/>
                </a:lnTo>
                <a:lnTo>
                  <a:pt x="445" y="621"/>
                </a:lnTo>
                <a:cubicBezTo>
                  <a:pt x="464" y="639"/>
                  <a:pt x="488" y="648"/>
                  <a:pt x="512" y="648"/>
                </a:cubicBezTo>
                <a:cubicBezTo>
                  <a:pt x="536" y="648"/>
                  <a:pt x="560" y="639"/>
                  <a:pt x="578" y="621"/>
                </a:cubicBezTo>
                <a:lnTo>
                  <a:pt x="604" y="595"/>
                </a:lnTo>
                <a:cubicBezTo>
                  <a:pt x="596" y="577"/>
                  <a:pt x="602" y="551"/>
                  <a:pt x="616" y="537"/>
                </a:cubicBezTo>
                <a:cubicBezTo>
                  <a:pt x="626" y="527"/>
                  <a:pt x="642" y="521"/>
                  <a:pt x="656" y="521"/>
                </a:cubicBezTo>
                <a:cubicBezTo>
                  <a:pt x="662" y="521"/>
                  <a:pt x="669" y="522"/>
                  <a:pt x="674" y="525"/>
                </a:cubicBezTo>
                <a:lnTo>
                  <a:pt x="969" y="230"/>
                </a:lnTo>
                <a:cubicBezTo>
                  <a:pt x="1006" y="193"/>
                  <a:pt x="1006" y="133"/>
                  <a:pt x="969" y="97"/>
                </a:cubicBezTo>
                <a:close/>
                <a:moveTo>
                  <a:pt x="363" y="354"/>
                </a:moveTo>
                <a:lnTo>
                  <a:pt x="392" y="325"/>
                </a:lnTo>
                <a:lnTo>
                  <a:pt x="418" y="338"/>
                </a:lnTo>
                <a:lnTo>
                  <a:pt x="404" y="312"/>
                </a:lnTo>
                <a:lnTo>
                  <a:pt x="433" y="284"/>
                </a:lnTo>
                <a:lnTo>
                  <a:pt x="436" y="281"/>
                </a:lnTo>
                <a:cubicBezTo>
                  <a:pt x="442" y="264"/>
                  <a:pt x="446" y="248"/>
                  <a:pt x="446" y="233"/>
                </a:cubicBezTo>
                <a:cubicBezTo>
                  <a:pt x="446" y="115"/>
                  <a:pt x="333" y="0"/>
                  <a:pt x="215" y="1"/>
                </a:cubicBezTo>
                <a:cubicBezTo>
                  <a:pt x="214" y="1"/>
                  <a:pt x="201" y="15"/>
                  <a:pt x="193" y="22"/>
                </a:cubicBezTo>
                <a:cubicBezTo>
                  <a:pt x="288" y="117"/>
                  <a:pt x="280" y="102"/>
                  <a:pt x="280" y="160"/>
                </a:cubicBezTo>
                <a:cubicBezTo>
                  <a:pt x="280" y="207"/>
                  <a:pt x="205" y="282"/>
                  <a:pt x="159" y="282"/>
                </a:cubicBezTo>
                <a:cubicBezTo>
                  <a:pt x="99" y="282"/>
                  <a:pt x="118" y="291"/>
                  <a:pt x="21" y="195"/>
                </a:cubicBezTo>
                <a:cubicBezTo>
                  <a:pt x="14" y="202"/>
                  <a:pt x="0" y="215"/>
                  <a:pt x="0" y="216"/>
                </a:cubicBezTo>
                <a:cubicBezTo>
                  <a:pt x="2" y="334"/>
                  <a:pt x="113" y="447"/>
                  <a:pt x="232" y="447"/>
                </a:cubicBezTo>
                <a:cubicBezTo>
                  <a:pt x="253" y="447"/>
                  <a:pt x="276" y="440"/>
                  <a:pt x="299" y="429"/>
                </a:cubicBezTo>
                <a:lnTo>
                  <a:pt x="303" y="433"/>
                </a:lnTo>
                <a:cubicBezTo>
                  <a:pt x="310" y="414"/>
                  <a:pt x="322" y="395"/>
                  <a:pt x="337" y="380"/>
                </a:cubicBezTo>
                <a:lnTo>
                  <a:pt x="363" y="354"/>
                </a:lnTo>
                <a:close/>
                <a:moveTo>
                  <a:pt x="658" y="579"/>
                </a:moveTo>
                <a:lnTo>
                  <a:pt x="672" y="606"/>
                </a:lnTo>
                <a:lnTo>
                  <a:pt x="644" y="634"/>
                </a:lnTo>
                <a:lnTo>
                  <a:pt x="617" y="660"/>
                </a:lnTo>
                <a:cubicBezTo>
                  <a:pt x="602" y="675"/>
                  <a:pt x="584" y="687"/>
                  <a:pt x="564" y="694"/>
                </a:cubicBezTo>
                <a:lnTo>
                  <a:pt x="741" y="871"/>
                </a:lnTo>
                <a:lnTo>
                  <a:pt x="824" y="983"/>
                </a:lnTo>
                <a:lnTo>
                  <a:pt x="869" y="995"/>
                </a:lnTo>
                <a:lnTo>
                  <a:pt x="992" y="871"/>
                </a:lnTo>
                <a:lnTo>
                  <a:pt x="980" y="825"/>
                </a:lnTo>
                <a:lnTo>
                  <a:pt x="869" y="743"/>
                </a:lnTo>
                <a:lnTo>
                  <a:pt x="702" y="576"/>
                </a:lnTo>
                <a:lnTo>
                  <a:pt x="685" y="592"/>
                </a:lnTo>
                <a:lnTo>
                  <a:pt x="658" y="5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endParaRPr lang="zh-CN" altLang="en-US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2341880" y="1998980"/>
            <a:ext cx="8453120" cy="432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响应消息头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状态行后紧接着的是若干响应消息头，服务器端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通过响应消息头向客户端传递附加信息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 包括服务程序名、被请求资源需要的认证方式、客户端请求资源的最后修改时间、重定向地  址等信息。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3.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空行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最后一个响应头之后是一个空行，发送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回车符和换行符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，通知服务器以下不再有响应头。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4.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响应体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3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内容就是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响应数据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，包括服务器返回给客户端的文本信息。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TextBox 2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4530" y="1179830"/>
            <a:ext cx="422910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sz="28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Box 2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70915" y="1198880"/>
            <a:ext cx="1402080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</a:t>
            </a:r>
            <a:endParaRPr lang="zh-CN" altLang="en-US" sz="2400" b="1" dirty="0">
              <a:solidFill>
                <a:schemeClr val="l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2" grpId="0"/>
      <p:bldP spid="69" grpId="1" animBg="1"/>
      <p:bldP spid="7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响应报文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"/>
            </p:custDataLst>
          </p:nvPr>
        </p:nvSpPr>
        <p:spPr>
          <a:xfrm>
            <a:off x="3674110" y="1637665"/>
            <a:ext cx="7818755" cy="521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http = require("http");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server =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http.createServer()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server.on("request", function(req, res) { 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res.statusCode = 404; res.statusmessage = "not found"; 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res.setHeader('Content-Type', 'text/plain;charset=utf-8’);     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res.writeHead(404, 'not found', {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'Content-Type': 'text/plain;charset=utf-8’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});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res.write("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这是发向前端的内容！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");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res.end();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res.statusCode = 200; 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res.status.message = "OK"; 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res.setHeader('Content-Type', 'text/plain;charset=utf-8’)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res.writeHead(404, 'not found', {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'Content-Type': 'text/palin;charset=utf-8’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});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server.listen(9000, function() { 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console.log("localhost:9000 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服务器已开启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");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3674110" y="1637665"/>
            <a:ext cx="7220585" cy="517652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1625" y="3203575"/>
            <a:ext cx="3521075" cy="609600"/>
            <a:chOff x="475" y="5045"/>
            <a:chExt cx="5545" cy="960"/>
          </a:xfrm>
        </p:grpSpPr>
        <p:sp>
          <p:nvSpPr>
            <p:cNvPr id="5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75" y="5045"/>
              <a:ext cx="4560" cy="9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设置响应头的基本信息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5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790" y="5190"/>
              <a:ext cx="231" cy="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790" y="5197"/>
              <a:ext cx="0" cy="32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256" y="5524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256" y="5168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矩形 29"/>
          <p:cNvSpPr/>
          <p:nvPr/>
        </p:nvSpPr>
        <p:spPr>
          <a:xfrm>
            <a:off x="3817155" y="2413987"/>
            <a:ext cx="6512028" cy="336705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9275" y="1069340"/>
            <a:ext cx="9737090" cy="613410"/>
            <a:chOff x="865" y="1684"/>
            <a:chExt cx="15334" cy="966"/>
          </a:xfrm>
        </p:grpSpPr>
        <p:sp>
          <p:nvSpPr>
            <p:cNvPr id="97" name="文本框 96"/>
            <p:cNvSpPr txBox="1"/>
            <p:nvPr>
              <p:custDataLst>
                <p:tags r:id="rId10"/>
              </p:custDataLst>
            </p:nvPr>
          </p:nvSpPr>
          <p:spPr>
            <a:xfrm>
              <a:off x="5035" y="1863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服务器，认识响应报文的各部分内容。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65" y="1684"/>
              <a:ext cx="3728" cy="967"/>
              <a:chOff x="865" y="1684"/>
              <a:chExt cx="3728" cy="967"/>
            </a:xfrm>
          </p:grpSpPr>
          <p:sp>
            <p:nvSpPr>
              <p:cNvPr id="28" name="矩形 1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975" y="1997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" name="TextBox 27"/>
              <p:cNvSpPr txBox="1">
                <a:spLocks noChangeArrowheads="1"/>
              </p:cNvSpPr>
              <p:nvPr/>
            </p:nvSpPr>
            <p:spPr bwMode="auto">
              <a:xfrm>
                <a:off x="2141" y="2009"/>
                <a:ext cx="10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iconfont-1187-868615"/>
              <p:cNvSpPr/>
              <p:nvPr>
                <p:custDataLst>
                  <p:tags r:id="rId12"/>
                </p:custDataLst>
              </p:nvPr>
            </p:nvSpPr>
            <p:spPr>
              <a:xfrm>
                <a:off x="865" y="1684"/>
                <a:ext cx="958" cy="960"/>
              </a:xfrm>
              <a:custGeom>
                <a:avLst/>
                <a:gdLst>
                  <a:gd name="T0" fmla="*/ 12123 w 12728"/>
                  <a:gd name="T1" fmla="*/ 2794 h 12755"/>
                  <a:gd name="T2" fmla="*/ 11574 w 12728"/>
                  <a:gd name="T3" fmla="*/ 3342 h 12755"/>
                  <a:gd name="T4" fmla="*/ 9386 w 12728"/>
                  <a:gd name="T5" fmla="*/ 1151 h 12755"/>
                  <a:gd name="T6" fmla="*/ 9932 w 12728"/>
                  <a:gd name="T7" fmla="*/ 605 h 12755"/>
                  <a:gd name="T8" fmla="*/ 12123 w 12728"/>
                  <a:gd name="T9" fmla="*/ 605 h 12755"/>
                  <a:gd name="T10" fmla="*/ 12123 w 12728"/>
                  <a:gd name="T11" fmla="*/ 2794 h 12755"/>
                  <a:gd name="T12" fmla="*/ 10479 w 12728"/>
                  <a:gd name="T13" fmla="*/ 4436 h 12755"/>
                  <a:gd name="T14" fmla="*/ 7742 w 12728"/>
                  <a:gd name="T15" fmla="*/ 7169 h 12755"/>
                  <a:gd name="T16" fmla="*/ 3926 w 12728"/>
                  <a:gd name="T17" fmla="*/ 8827 h 12755"/>
                  <a:gd name="T18" fmla="*/ 5551 w 12728"/>
                  <a:gd name="T19" fmla="*/ 4980 h 12755"/>
                  <a:gd name="T20" fmla="*/ 8290 w 12728"/>
                  <a:gd name="T21" fmla="*/ 2245 h 12755"/>
                  <a:gd name="T22" fmla="*/ 10479 w 12728"/>
                  <a:gd name="T23" fmla="*/ 4436 h 12755"/>
                  <a:gd name="T24" fmla="*/ 4711 w 12728"/>
                  <a:gd name="T25" fmla="*/ 1735 h 12755"/>
                  <a:gd name="T26" fmla="*/ 2356 w 12728"/>
                  <a:gd name="T27" fmla="*/ 1735 h 12755"/>
                  <a:gd name="T28" fmla="*/ 1570 w 12728"/>
                  <a:gd name="T29" fmla="*/ 2522 h 12755"/>
                  <a:gd name="T30" fmla="*/ 1570 w 12728"/>
                  <a:gd name="T31" fmla="*/ 10392 h 12755"/>
                  <a:gd name="T32" fmla="*/ 2356 w 12728"/>
                  <a:gd name="T33" fmla="*/ 11179 h 12755"/>
                  <a:gd name="T34" fmla="*/ 10210 w 12728"/>
                  <a:gd name="T35" fmla="*/ 11179 h 12755"/>
                  <a:gd name="T36" fmla="*/ 10995 w 12728"/>
                  <a:gd name="T37" fmla="*/ 10392 h 12755"/>
                  <a:gd name="T38" fmla="*/ 10995 w 12728"/>
                  <a:gd name="T39" fmla="*/ 7245 h 12755"/>
                  <a:gd name="T40" fmla="*/ 11780 w 12728"/>
                  <a:gd name="T41" fmla="*/ 6458 h 12755"/>
                  <a:gd name="T42" fmla="*/ 12565 w 12728"/>
                  <a:gd name="T43" fmla="*/ 7245 h 12755"/>
                  <a:gd name="T44" fmla="*/ 12565 w 12728"/>
                  <a:gd name="T45" fmla="*/ 11181 h 12755"/>
                  <a:gd name="T46" fmla="*/ 10995 w 12728"/>
                  <a:gd name="T47" fmla="*/ 12755 h 12755"/>
                  <a:gd name="T48" fmla="*/ 1570 w 12728"/>
                  <a:gd name="T49" fmla="*/ 12755 h 12755"/>
                  <a:gd name="T50" fmla="*/ 0 w 12728"/>
                  <a:gd name="T51" fmla="*/ 11181 h 12755"/>
                  <a:gd name="T52" fmla="*/ 0 w 12728"/>
                  <a:gd name="T53" fmla="*/ 1735 h 12755"/>
                  <a:gd name="T54" fmla="*/ 1570 w 12728"/>
                  <a:gd name="T55" fmla="*/ 161 h 12755"/>
                  <a:gd name="T56" fmla="*/ 4711 w 12728"/>
                  <a:gd name="T57" fmla="*/ 161 h 12755"/>
                  <a:gd name="T58" fmla="*/ 5496 w 12728"/>
                  <a:gd name="T59" fmla="*/ 948 h 12755"/>
                  <a:gd name="T60" fmla="*/ 4711 w 12728"/>
                  <a:gd name="T61" fmla="*/ 1735 h 12755"/>
                  <a:gd name="T62" fmla="*/ 4711 w 12728"/>
                  <a:gd name="T63" fmla="*/ 1735 h 12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728" h="12755">
                    <a:moveTo>
                      <a:pt x="12123" y="2794"/>
                    </a:moveTo>
                    <a:lnTo>
                      <a:pt x="11574" y="3342"/>
                    </a:lnTo>
                    <a:lnTo>
                      <a:pt x="9386" y="1151"/>
                    </a:lnTo>
                    <a:lnTo>
                      <a:pt x="9932" y="605"/>
                    </a:lnTo>
                    <a:cubicBezTo>
                      <a:pt x="10537" y="0"/>
                      <a:pt x="11518" y="0"/>
                      <a:pt x="12123" y="605"/>
                    </a:cubicBezTo>
                    <a:cubicBezTo>
                      <a:pt x="12728" y="1208"/>
                      <a:pt x="12728" y="2189"/>
                      <a:pt x="12123" y="2794"/>
                    </a:cubicBezTo>
                    <a:close/>
                    <a:moveTo>
                      <a:pt x="10479" y="4436"/>
                    </a:moveTo>
                    <a:lnTo>
                      <a:pt x="7742" y="7169"/>
                    </a:lnTo>
                    <a:lnTo>
                      <a:pt x="3926" y="8827"/>
                    </a:lnTo>
                    <a:lnTo>
                      <a:pt x="5551" y="4980"/>
                    </a:lnTo>
                    <a:lnTo>
                      <a:pt x="8290" y="2245"/>
                    </a:lnTo>
                    <a:lnTo>
                      <a:pt x="10479" y="4436"/>
                    </a:lnTo>
                    <a:close/>
                    <a:moveTo>
                      <a:pt x="4711" y="1735"/>
                    </a:moveTo>
                    <a:lnTo>
                      <a:pt x="2356" y="1735"/>
                    </a:lnTo>
                    <a:cubicBezTo>
                      <a:pt x="1921" y="1735"/>
                      <a:pt x="1570" y="2088"/>
                      <a:pt x="1570" y="2522"/>
                    </a:cubicBezTo>
                    <a:lnTo>
                      <a:pt x="1570" y="10392"/>
                    </a:lnTo>
                    <a:cubicBezTo>
                      <a:pt x="1570" y="10826"/>
                      <a:pt x="1921" y="11179"/>
                      <a:pt x="2356" y="11179"/>
                    </a:cubicBezTo>
                    <a:lnTo>
                      <a:pt x="10210" y="11179"/>
                    </a:lnTo>
                    <a:cubicBezTo>
                      <a:pt x="10644" y="11179"/>
                      <a:pt x="10995" y="10826"/>
                      <a:pt x="10995" y="10392"/>
                    </a:cubicBezTo>
                    <a:lnTo>
                      <a:pt x="10995" y="7245"/>
                    </a:lnTo>
                    <a:cubicBezTo>
                      <a:pt x="10995" y="6811"/>
                      <a:pt x="11346" y="6458"/>
                      <a:pt x="11780" y="6458"/>
                    </a:cubicBezTo>
                    <a:cubicBezTo>
                      <a:pt x="12214" y="6458"/>
                      <a:pt x="12565" y="6811"/>
                      <a:pt x="12565" y="7245"/>
                    </a:cubicBezTo>
                    <a:lnTo>
                      <a:pt x="12565" y="11181"/>
                    </a:lnTo>
                    <a:cubicBezTo>
                      <a:pt x="12565" y="12049"/>
                      <a:pt x="11861" y="12755"/>
                      <a:pt x="10995" y="12755"/>
                    </a:cubicBezTo>
                    <a:lnTo>
                      <a:pt x="1570" y="12755"/>
                    </a:lnTo>
                    <a:cubicBezTo>
                      <a:pt x="704" y="12755"/>
                      <a:pt x="0" y="12051"/>
                      <a:pt x="0" y="11181"/>
                    </a:cubicBezTo>
                    <a:lnTo>
                      <a:pt x="0" y="1735"/>
                    </a:lnTo>
                    <a:cubicBezTo>
                      <a:pt x="0" y="866"/>
                      <a:pt x="704" y="161"/>
                      <a:pt x="1570" y="161"/>
                    </a:cubicBezTo>
                    <a:lnTo>
                      <a:pt x="4711" y="161"/>
                    </a:lnTo>
                    <a:cubicBezTo>
                      <a:pt x="5145" y="161"/>
                      <a:pt x="5496" y="514"/>
                      <a:pt x="5496" y="948"/>
                    </a:cubicBezTo>
                    <a:cubicBezTo>
                      <a:pt x="5496" y="1384"/>
                      <a:pt x="5145" y="1735"/>
                      <a:pt x="4711" y="1735"/>
                    </a:cubicBezTo>
                    <a:close/>
                    <a:moveTo>
                      <a:pt x="4711" y="1735"/>
                    </a:moveTo>
                    <a:close/>
                  </a:path>
                </a:pathLst>
              </a:custGeom>
              <a:solidFill>
                <a:schemeClr val="lt1">
                  <a:lumMod val="8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2" grpId="0" bldLvl="0" animBg="1"/>
      <p:bldP spid="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781935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3"/>
            </p:custDataLst>
          </p:nvPr>
        </p:nvSpPr>
        <p:spPr bwMode="auto">
          <a:xfrm>
            <a:off x="2781935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4"/>
            </p:custDataLst>
          </p:nvPr>
        </p:nvSpPr>
        <p:spPr bwMode="auto">
          <a:xfrm>
            <a:off x="1677035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ṡľîde"/>
          <p:cNvSpPr/>
          <p:nvPr/>
        </p:nvSpPr>
        <p:spPr bwMode="auto">
          <a:xfrm>
            <a:off x="237871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şḷîḓe"/>
          <p:cNvSpPr/>
          <p:nvPr/>
        </p:nvSpPr>
        <p:spPr bwMode="auto">
          <a:xfrm>
            <a:off x="1781175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ļïḍê"/>
          <p:cNvSpPr/>
          <p:nvPr/>
        </p:nvSpPr>
        <p:spPr bwMode="auto">
          <a:xfrm>
            <a:off x="1758315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ṡḷîḓê"/>
          <p:cNvSpPr/>
          <p:nvPr>
            <p:custDataLst>
              <p:tags r:id="rId5"/>
            </p:custDataLst>
          </p:nvPr>
        </p:nvSpPr>
        <p:spPr bwMode="auto">
          <a:xfrm>
            <a:off x="3584575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iŝļîḋe"/>
          <p:cNvSpPr/>
          <p:nvPr/>
        </p:nvSpPr>
        <p:spPr bwMode="auto">
          <a:xfrm>
            <a:off x="215201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íśḻîḑe"/>
          <p:cNvSpPr/>
          <p:nvPr>
            <p:custDataLst>
              <p:tags r:id="rId6"/>
            </p:custDataLst>
          </p:nvPr>
        </p:nvSpPr>
        <p:spPr bwMode="auto">
          <a:xfrm>
            <a:off x="1781175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iḑé"/>
          <p:cNvSpPr/>
          <p:nvPr>
            <p:custDataLst>
              <p:tags r:id="rId7"/>
            </p:custDataLst>
          </p:nvPr>
        </p:nvSpPr>
        <p:spPr bwMode="auto">
          <a:xfrm>
            <a:off x="2966085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šľïḑé"/>
          <p:cNvSpPr/>
          <p:nvPr>
            <p:custDataLst>
              <p:tags r:id="rId8"/>
            </p:custDataLst>
          </p:nvPr>
        </p:nvSpPr>
        <p:spPr bwMode="auto">
          <a:xfrm>
            <a:off x="2799715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ïṧḻïḍè"/>
          <p:cNvSpPr/>
          <p:nvPr>
            <p:custDataLst>
              <p:tags r:id="rId9"/>
            </p:custDataLst>
          </p:nvPr>
        </p:nvSpPr>
        <p:spPr bwMode="auto">
          <a:xfrm>
            <a:off x="2481580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Sļîḍè"/>
          <p:cNvSpPr/>
          <p:nvPr>
            <p:custDataLst>
              <p:tags r:id="rId10"/>
            </p:custDataLst>
          </p:nvPr>
        </p:nvSpPr>
        <p:spPr bwMode="auto">
          <a:xfrm>
            <a:off x="2653665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ḷîḋè"/>
          <p:cNvSpPr/>
          <p:nvPr>
            <p:custDataLst>
              <p:tags r:id="rId11"/>
            </p:custDataLst>
          </p:nvPr>
        </p:nvSpPr>
        <p:spPr bwMode="auto">
          <a:xfrm>
            <a:off x="2966085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išľíḍè"/>
          <p:cNvSpPr/>
          <p:nvPr>
            <p:custDataLst>
              <p:tags r:id="rId12"/>
            </p:custDataLst>
          </p:nvPr>
        </p:nvSpPr>
        <p:spPr bwMode="auto">
          <a:xfrm>
            <a:off x="257810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ŝḷiḓê"/>
          <p:cNvSpPr/>
          <p:nvPr>
            <p:custDataLst>
              <p:tags r:id="rId13"/>
            </p:custDataLst>
          </p:nvPr>
        </p:nvSpPr>
        <p:spPr bwMode="auto">
          <a:xfrm>
            <a:off x="233108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śliḓè"/>
          <p:cNvSpPr/>
          <p:nvPr/>
        </p:nvSpPr>
        <p:spPr bwMode="auto">
          <a:xfrm>
            <a:off x="233108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iṡḷíďé"/>
          <p:cNvSpPr/>
          <p:nvPr>
            <p:custDataLst>
              <p:tags r:id="rId14"/>
            </p:custDataLst>
          </p:nvPr>
        </p:nvSpPr>
        <p:spPr bwMode="auto">
          <a:xfrm>
            <a:off x="2340610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îşļíḑè"/>
          <p:cNvSpPr/>
          <p:nvPr>
            <p:custDataLst>
              <p:tags r:id="rId15"/>
            </p:custDataLst>
          </p:nvPr>
        </p:nvSpPr>
        <p:spPr bwMode="auto">
          <a:xfrm>
            <a:off x="3343275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ïşļiḑé"/>
          <p:cNvSpPr/>
          <p:nvPr>
            <p:custDataLst>
              <p:tags r:id="rId16"/>
            </p:custDataLst>
          </p:nvPr>
        </p:nvSpPr>
        <p:spPr bwMode="auto">
          <a:xfrm>
            <a:off x="2966085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iṡľîďé"/>
          <p:cNvSpPr/>
          <p:nvPr/>
        </p:nvSpPr>
        <p:spPr bwMode="auto">
          <a:xfrm>
            <a:off x="314007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îśļiḓè"/>
          <p:cNvSpPr/>
          <p:nvPr>
            <p:custDataLst>
              <p:tags r:id="rId17"/>
            </p:custDataLst>
          </p:nvPr>
        </p:nvSpPr>
        <p:spPr bwMode="auto">
          <a:xfrm>
            <a:off x="299148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ṡlíḍê"/>
          <p:cNvSpPr/>
          <p:nvPr>
            <p:custDataLst>
              <p:tags r:id="rId18"/>
            </p:custDataLst>
          </p:nvPr>
        </p:nvSpPr>
        <p:spPr bwMode="auto">
          <a:xfrm>
            <a:off x="27222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íṥľiḍe"/>
          <p:cNvSpPr/>
          <p:nvPr/>
        </p:nvSpPr>
        <p:spPr bwMode="auto">
          <a:xfrm>
            <a:off x="27222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1ïḍe"/>
          <p:cNvSpPr/>
          <p:nvPr>
            <p:custDataLst>
              <p:tags r:id="rId19"/>
            </p:custDataLst>
          </p:nvPr>
        </p:nvSpPr>
        <p:spPr bwMode="auto">
          <a:xfrm>
            <a:off x="3147060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îślïḋe"/>
          <p:cNvSpPr/>
          <p:nvPr>
            <p:custDataLst>
              <p:tags r:id="rId20"/>
            </p:custDataLst>
          </p:nvPr>
        </p:nvSpPr>
        <p:spPr bwMode="auto">
          <a:xfrm>
            <a:off x="29921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ṥḻidé"/>
          <p:cNvSpPr/>
          <p:nvPr/>
        </p:nvSpPr>
        <p:spPr bwMode="auto">
          <a:xfrm>
            <a:off x="29921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ïşḷiḍè"/>
          <p:cNvSpPr/>
          <p:nvPr>
            <p:custDataLst>
              <p:tags r:id="rId21"/>
            </p:custDataLst>
          </p:nvPr>
        </p:nvSpPr>
        <p:spPr bwMode="auto">
          <a:xfrm>
            <a:off x="26898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slîdê"/>
          <p:cNvSpPr/>
          <p:nvPr/>
        </p:nvSpPr>
        <p:spPr bwMode="auto">
          <a:xfrm>
            <a:off x="26898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îŝḻiḍê"/>
          <p:cNvSpPr/>
          <p:nvPr>
            <p:custDataLst>
              <p:tags r:id="rId22"/>
            </p:custDataLst>
          </p:nvPr>
        </p:nvSpPr>
        <p:spPr bwMode="auto">
          <a:xfrm>
            <a:off x="3227705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ṧḻíḋè"/>
          <p:cNvSpPr/>
          <p:nvPr>
            <p:custDataLst>
              <p:tags r:id="rId23"/>
            </p:custDataLst>
          </p:nvPr>
        </p:nvSpPr>
        <p:spPr bwMode="auto">
          <a:xfrm>
            <a:off x="29648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ŝ1iḓê"/>
          <p:cNvSpPr/>
          <p:nvPr/>
        </p:nvSpPr>
        <p:spPr bwMode="auto">
          <a:xfrm>
            <a:off x="29648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ṡļïḍé"/>
          <p:cNvSpPr/>
          <p:nvPr>
            <p:custDataLst>
              <p:tags r:id="rId24"/>
            </p:custDataLst>
          </p:nvPr>
        </p:nvSpPr>
        <p:spPr bwMode="auto">
          <a:xfrm>
            <a:off x="324421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î$1ïḓè"/>
          <p:cNvSpPr/>
          <p:nvPr>
            <p:custDataLst>
              <p:tags r:id="rId25"/>
            </p:custDataLst>
          </p:nvPr>
        </p:nvSpPr>
        <p:spPr bwMode="auto">
          <a:xfrm>
            <a:off x="28276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şlíḋé"/>
          <p:cNvSpPr/>
          <p:nvPr/>
        </p:nvSpPr>
        <p:spPr bwMode="auto">
          <a:xfrm>
            <a:off x="28276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iṩ1iḍe"/>
          <p:cNvSpPr/>
          <p:nvPr>
            <p:custDataLst>
              <p:tags r:id="rId26"/>
            </p:custDataLst>
          </p:nvPr>
        </p:nvSpPr>
        <p:spPr bwMode="auto">
          <a:xfrm>
            <a:off x="322389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ṡļidê"/>
          <p:cNvSpPr/>
          <p:nvPr>
            <p:custDataLst>
              <p:tags r:id="rId27"/>
            </p:custDataLst>
          </p:nvPr>
        </p:nvSpPr>
        <p:spPr bwMode="auto">
          <a:xfrm>
            <a:off x="316674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šľíḑé"/>
          <p:cNvSpPr/>
          <p:nvPr>
            <p:custDataLst>
              <p:tags r:id="rId28"/>
            </p:custDataLst>
          </p:nvPr>
        </p:nvSpPr>
        <p:spPr bwMode="auto">
          <a:xfrm>
            <a:off x="3007995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šlíḑe"/>
          <p:cNvSpPr/>
          <p:nvPr>
            <p:custDataLst>
              <p:tags r:id="rId29"/>
            </p:custDataLst>
          </p:nvPr>
        </p:nvSpPr>
        <p:spPr bwMode="auto">
          <a:xfrm>
            <a:off x="28829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îṧ1îḑè"/>
          <p:cNvSpPr/>
          <p:nvPr/>
        </p:nvSpPr>
        <p:spPr bwMode="auto">
          <a:xfrm>
            <a:off x="28829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ṣļîdè"/>
          <p:cNvSpPr/>
          <p:nvPr/>
        </p:nvSpPr>
        <p:spPr bwMode="auto">
          <a:xfrm>
            <a:off x="1811020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şḻíde"/>
          <p:cNvSpPr/>
          <p:nvPr/>
        </p:nvSpPr>
        <p:spPr bwMode="auto">
          <a:xfrm>
            <a:off x="189611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ślíḑê"/>
          <p:cNvSpPr/>
          <p:nvPr/>
        </p:nvSpPr>
        <p:spPr bwMode="auto">
          <a:xfrm>
            <a:off x="210185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ṥlîḋè"/>
          <p:cNvSpPr/>
          <p:nvPr>
            <p:custDataLst>
              <p:tags r:id="rId30"/>
            </p:custDataLst>
          </p:nvPr>
        </p:nvSpPr>
        <p:spPr bwMode="auto">
          <a:xfrm>
            <a:off x="215201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ŝḻïḍé"/>
          <p:cNvSpPr/>
          <p:nvPr/>
        </p:nvSpPr>
        <p:spPr bwMode="auto">
          <a:xfrm>
            <a:off x="23310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isḻídè"/>
          <p:cNvSpPr/>
          <p:nvPr/>
        </p:nvSpPr>
        <p:spPr bwMode="auto">
          <a:xfrm>
            <a:off x="23310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íṧḻiḑé"/>
          <p:cNvSpPr/>
          <p:nvPr/>
        </p:nvSpPr>
        <p:spPr bwMode="auto">
          <a:xfrm>
            <a:off x="2722245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šḻiḑè"/>
          <p:cNvSpPr/>
          <p:nvPr/>
        </p:nvSpPr>
        <p:spPr bwMode="auto">
          <a:xfrm>
            <a:off x="2992120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ṡlíḑe"/>
          <p:cNvSpPr/>
          <p:nvPr/>
        </p:nvSpPr>
        <p:spPr bwMode="auto">
          <a:xfrm>
            <a:off x="26898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ṥľiḋè"/>
          <p:cNvSpPr/>
          <p:nvPr/>
        </p:nvSpPr>
        <p:spPr bwMode="auto">
          <a:xfrm>
            <a:off x="26898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íšļiḋê"/>
          <p:cNvSpPr/>
          <p:nvPr/>
        </p:nvSpPr>
        <p:spPr bwMode="auto">
          <a:xfrm>
            <a:off x="210185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iṥlïdê"/>
          <p:cNvSpPr/>
          <p:nvPr>
            <p:custDataLst>
              <p:tags r:id="rId31"/>
            </p:custDataLst>
          </p:nvPr>
        </p:nvSpPr>
        <p:spPr bwMode="auto">
          <a:xfrm>
            <a:off x="2183765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ïşḻîďè"/>
          <p:cNvSpPr/>
          <p:nvPr/>
        </p:nvSpPr>
        <p:spPr bwMode="auto">
          <a:xfrm>
            <a:off x="23647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íslîdê"/>
          <p:cNvSpPr/>
          <p:nvPr/>
        </p:nvSpPr>
        <p:spPr bwMode="auto">
          <a:xfrm>
            <a:off x="23647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ṧļïḍè"/>
          <p:cNvSpPr/>
          <p:nvPr/>
        </p:nvSpPr>
        <p:spPr bwMode="auto">
          <a:xfrm>
            <a:off x="3073400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iSļîḑé"/>
          <p:cNvSpPr/>
          <p:nvPr/>
        </p:nvSpPr>
        <p:spPr bwMode="auto">
          <a:xfrm>
            <a:off x="285178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ṣḷïďê"/>
          <p:cNvSpPr/>
          <p:nvPr/>
        </p:nvSpPr>
        <p:spPr bwMode="auto">
          <a:xfrm>
            <a:off x="296481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ïsľíḍé"/>
          <p:cNvSpPr/>
          <p:nvPr/>
        </p:nvSpPr>
        <p:spPr bwMode="auto">
          <a:xfrm>
            <a:off x="282765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iṡḷiḓe"/>
          <p:cNvSpPr/>
          <p:nvPr/>
        </p:nvSpPr>
        <p:spPr bwMode="auto">
          <a:xfrm>
            <a:off x="2882900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šḷîḓè"/>
          <p:cNvSpPr/>
          <p:nvPr/>
        </p:nvSpPr>
        <p:spPr bwMode="auto">
          <a:xfrm>
            <a:off x="2183765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íṡlïḓe"/>
          <p:cNvSpPr/>
          <p:nvPr/>
        </p:nvSpPr>
        <p:spPr bwMode="auto">
          <a:xfrm>
            <a:off x="221234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ṡlíḍe"/>
          <p:cNvSpPr/>
          <p:nvPr/>
        </p:nvSpPr>
        <p:spPr bwMode="auto">
          <a:xfrm>
            <a:off x="203644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îṩliḑê"/>
          <p:cNvSpPr/>
          <p:nvPr/>
        </p:nvSpPr>
        <p:spPr bwMode="auto">
          <a:xfrm>
            <a:off x="99187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67730" y="2667000"/>
            <a:ext cx="4370705" cy="528320"/>
            <a:chOff x="9398" y="4200"/>
            <a:chExt cx="6883" cy="832"/>
          </a:xfrm>
        </p:grpSpPr>
        <p:sp>
          <p:nvSpPr>
            <p:cNvPr id="94" name="圆角矩形 121"/>
            <p:cNvSpPr/>
            <p:nvPr>
              <p:custDataLst>
                <p:tags r:id="rId32"/>
              </p:custDataLst>
            </p:nvPr>
          </p:nvSpPr>
          <p:spPr>
            <a:xfrm>
              <a:off x="9398" y="4276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1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任意多边形 122"/>
            <p:cNvSpPr/>
            <p:nvPr>
              <p:custDataLst>
                <p:tags r:id="rId33"/>
              </p:custDataLst>
            </p:nvPr>
          </p:nvSpPr>
          <p:spPr>
            <a:xfrm>
              <a:off x="9542" y="4420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10385" y="4200"/>
              <a:ext cx="5896" cy="83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HTTP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协议原理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968365" y="4036060"/>
            <a:ext cx="3257550" cy="528320"/>
            <a:chOff x="9399" y="6356"/>
            <a:chExt cx="5130" cy="832"/>
          </a:xfrm>
        </p:grpSpPr>
        <p:sp>
          <p:nvSpPr>
            <p:cNvPr id="99" name="圆角矩形 127"/>
            <p:cNvSpPr/>
            <p:nvPr>
              <p:custDataLst>
                <p:tags r:id="rId34"/>
              </p:custDataLst>
            </p:nvPr>
          </p:nvSpPr>
          <p:spPr>
            <a:xfrm>
              <a:off x="9399" y="6519"/>
              <a:ext cx="510" cy="509"/>
            </a:xfrm>
            <a:prstGeom prst="roundRect">
              <a:avLst/>
            </a:prstGeom>
            <a:solidFill>
              <a:schemeClr val="accent6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1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任意多边形 128"/>
            <p:cNvSpPr/>
            <p:nvPr>
              <p:custDataLst>
                <p:tags r:id="rId35"/>
              </p:custDataLst>
            </p:nvPr>
          </p:nvSpPr>
          <p:spPr>
            <a:xfrm>
              <a:off x="9526" y="6667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矩形 97"/>
            <p:cNvSpPr/>
            <p:nvPr>
              <p:custDataLst>
                <p:tags r:id="rId36"/>
              </p:custDataLst>
            </p:nvPr>
          </p:nvSpPr>
          <p:spPr>
            <a:xfrm>
              <a:off x="10385" y="6356"/>
              <a:ext cx="4144" cy="83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请求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响应报文</a:t>
              </a:r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01" name="弧形 100"/>
          <p:cNvSpPr/>
          <p:nvPr>
            <p:custDataLst>
              <p:tags r:id="rId37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3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96.xml><?xml version="1.0" encoding="utf-8"?>
<p:tagLst xmlns:p="http://schemas.openxmlformats.org/presentationml/2006/main">
  <p:tag name="KSO_WM_SLIDE_BACKGROUND_TYPE" val="general"/>
</p:tagLst>
</file>

<file path=ppt/tags/tag59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3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18.08527559055119,&quot;top&quot;:167.7024409448819,&quot;width&quot;:792.832283464567}"/>
</p:tagLst>
</file>

<file path=ppt/tags/tag59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3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18.08527559055119,&quot;top&quot;:167.7024409448819,&quot;width&quot;:792.832283464567}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3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18.08527559055119,&quot;top&quot;:167.7024409448819,&quot;width&quot;:792.832283464567}"/>
</p:tagLst>
</file>

<file path=ppt/tags/tag60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3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18.08527559055119,&quot;top&quot;:167.7024409448819,&quot;width&quot;:792.832283464567}"/>
</p:tagLst>
</file>

<file path=ppt/tags/tag60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3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18.08527559055119,&quot;top&quot;:167.7024409448819,&quot;width&quot;:792.832283464567}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3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4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SLIDE_BACKGROUND_TYPE" val="general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SLIDE_BACKGROUND_TYPE" val="general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23.xml><?xml version="1.0" encoding="utf-8"?>
<p:tagLst xmlns:p="http://schemas.openxmlformats.org/presentationml/2006/main">
  <p:tag name="KSO_WM_SLIDE_BACKGROUND_TYPE" val="general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28.xml><?xml version="1.0" encoding="utf-8"?>
<p:tagLst xmlns:p="http://schemas.openxmlformats.org/presentationml/2006/main">
  <p:tag name="KSO_WM_SLIDE_BACKGROUND_TYPE" val="general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33.xml><?xml version="1.0" encoding="utf-8"?>
<p:tagLst xmlns:p="http://schemas.openxmlformats.org/presentationml/2006/main">
  <p:tag name="KSO_WM_SLIDE_BACKGROUND_TYPE" val="general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SLIDE_BACKGROUND_TYPE" val="general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43.xml><?xml version="1.0" encoding="utf-8"?>
<p:tagLst xmlns:p="http://schemas.openxmlformats.org/presentationml/2006/main">
  <p:tag name="KSO_WM_SLIDE_BACKGROUND_TYPE" val="general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47.xml><?xml version="1.0" encoding="utf-8"?>
<p:tagLst xmlns:p="http://schemas.openxmlformats.org/presentationml/2006/main">
  <p:tag name="KSO_WM_SLIDE_BACKGROUND_TYPE" val="general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52.xml><?xml version="1.0" encoding="utf-8"?>
<p:tagLst xmlns:p="http://schemas.openxmlformats.org/presentationml/2006/main">
  <p:tag name="KSO_WM_SLIDE_BACKGROUND_TYPE" val="general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5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FILL_FORE_SCHEMECOLOR_INDEX_BRIGHTNESS" val="-0.2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2.xml><?xml version="1.0" encoding="utf-8"?>
<p:tagLst xmlns:p="http://schemas.openxmlformats.org/presentationml/2006/main">
  <p:tag name="KSO_WM_UNIT_FILL_FORE_SCHEMECOLOR_INDEX_BRIGHTNESS" val="0.6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6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65.xml><?xml version="1.0" encoding="utf-8"?>
<p:tagLst xmlns:p="http://schemas.openxmlformats.org/presentationml/2006/main">
  <p:tag name="KSO_WM_UNIT_FILL_FORE_SCHEMECOLOR_INDEX_BRIGHTNESS" val="-0.2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6"/>
  <p:tag name="KSO_WM_UNIT_TEXT_FILL_FORE_SCHEMECOLOR_INDEX" val="5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-0.25"/>
  <p:tag name="KSO_WM_UNIT_FILL_FORE_SCHEMECOLOR_INDEX" val="9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6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SLIDE_BACKGROUND_TYPE" val="general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SLIDE_BACKGROUND_TYPE" val="general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86.xml><?xml version="1.0" encoding="utf-8"?>
<p:tagLst xmlns:p="http://schemas.openxmlformats.org/presentationml/2006/main">
  <p:tag name="KSO_WM_SLIDE_BACKGROUND_TYPE" val="general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05.xml><?xml version="1.0" encoding="utf-8"?>
<p:tagLst xmlns:p="http://schemas.openxmlformats.org/presentationml/2006/main">
  <p:tag name="KSO_WM_SLIDE_BACKGROUND_TYPE" val="general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12.xml><?xml version="1.0" encoding="utf-8"?>
<p:tagLst xmlns:p="http://schemas.openxmlformats.org/presentationml/2006/main">
  <p:tag name="KSO_WM_SLIDE_BACKGROUND_TYPE" val="general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19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2.xml><?xml version="1.0" encoding="utf-8"?>
<p:tagLst xmlns:p="http://schemas.openxmlformats.org/presentationml/2006/main">
  <p:tag name="KSO_WM_SLIDE_BACKGROUND_TYPE" val="general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9.xml><?xml version="1.0" encoding="utf-8"?>
<p:tagLst xmlns:p="http://schemas.openxmlformats.org/presentationml/2006/main">
  <p:tag name="KSO_WM_SLIDE_BACKGROUND_TYPE" val="general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41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42.xml><?xml version="1.0" encoding="utf-8"?>
<p:tagLst xmlns:p="http://schemas.openxmlformats.org/presentationml/2006/main">
  <p:tag name="KSO_WM_SLIDE_BACKGROUND_TYPE" val="general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74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SLIDE_BACKGROUND_TYPE" val="general"/>
</p:tagLst>
</file>

<file path=ppt/tags/tag781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82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8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5867</Words>
  <Application>WPS 演示</Application>
  <PresentationFormat>宽屏</PresentationFormat>
  <Paragraphs>442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689</cp:revision>
  <dcterms:created xsi:type="dcterms:W3CDTF">2020-10-23T09:50:00Z</dcterms:created>
  <dcterms:modified xsi:type="dcterms:W3CDTF">2024-05-25T07:35:23Z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81EBBE5D67564C7794240E30D56A57F8_12</vt:lpwstr>
  </property>
  <property fmtid="{D5CDD505-2E9C-101B-9397-08002B2CF9AE}" pid="3" name="KSOProductBuildVer">
    <vt:lpwstr>2052-12.1.0.16929</vt:lpwstr>
  </property>
</Properties>
</file>