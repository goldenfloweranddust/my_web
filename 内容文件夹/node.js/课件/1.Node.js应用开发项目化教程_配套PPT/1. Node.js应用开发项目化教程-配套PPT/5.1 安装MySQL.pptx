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26" r:id="rId4"/>
    <p:sldId id="427" r:id="rId6"/>
    <p:sldId id="428" r:id="rId7"/>
    <p:sldId id="429" r:id="rId8"/>
    <p:sldId id="430" r:id="rId9"/>
    <p:sldId id="432" r:id="rId10"/>
    <p:sldId id="442" r:id="rId11"/>
    <p:sldId id="433" r:id="rId12"/>
    <p:sldId id="434" r:id="rId13"/>
    <p:sldId id="443" r:id="rId14"/>
    <p:sldId id="444" r:id="rId15"/>
    <p:sldId id="437" r:id="rId16"/>
    <p:sldId id="440" r:id="rId17"/>
    <p:sldId id="441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9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C944C"/>
    <a:srgbClr val="3C853C"/>
    <a:srgbClr val="AFABAB"/>
    <a:srgbClr val="333333"/>
    <a:srgbClr val="232323"/>
    <a:srgbClr val="D86060"/>
    <a:srgbClr val="434343"/>
    <a:srgbClr val="D1644F"/>
    <a:srgbClr val="474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39" autoAdjust="0"/>
  </p:normalViewPr>
  <p:slideViewPr>
    <p:cSldViewPr snapToGrid="0" showGuides="1">
      <p:cViewPr varScale="1">
        <p:scale>
          <a:sx n="65" d="100"/>
          <a:sy n="65" d="100"/>
        </p:scale>
        <p:origin x="750" y="66"/>
      </p:cViewPr>
      <p:guideLst>
        <p:guide orient="horz" pos="2209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73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8.xml"/><Relationship Id="rId8" Type="http://schemas.openxmlformats.org/officeDocument/2006/relationships/tags" Target="../tags/tag597.xml"/><Relationship Id="rId7" Type="http://schemas.openxmlformats.org/officeDocument/2006/relationships/image" Target="../media/image2.png"/><Relationship Id="rId6" Type="http://schemas.openxmlformats.org/officeDocument/2006/relationships/tags" Target="../tags/tag596.xml"/><Relationship Id="rId5" Type="http://schemas.openxmlformats.org/officeDocument/2006/relationships/tags" Target="../tags/tag595.xml"/><Relationship Id="rId4" Type="http://schemas.openxmlformats.org/officeDocument/2006/relationships/tags" Target="../tags/tag594.xml"/><Relationship Id="rId3" Type="http://schemas.openxmlformats.org/officeDocument/2006/relationships/tags" Target="../tags/tag593.xml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10.xml"/><Relationship Id="rId23" Type="http://schemas.openxmlformats.org/officeDocument/2006/relationships/tags" Target="../tags/tag610.xml"/><Relationship Id="rId22" Type="http://schemas.openxmlformats.org/officeDocument/2006/relationships/tags" Target="../tags/tag609.xml"/><Relationship Id="rId21" Type="http://schemas.openxmlformats.org/officeDocument/2006/relationships/image" Target="../media/image4.png"/><Relationship Id="rId20" Type="http://schemas.openxmlformats.org/officeDocument/2006/relationships/tags" Target="../tags/tag608.xml"/><Relationship Id="rId2" Type="http://schemas.openxmlformats.org/officeDocument/2006/relationships/image" Target="../media/image1.jpeg"/><Relationship Id="rId19" Type="http://schemas.openxmlformats.org/officeDocument/2006/relationships/tags" Target="../tags/tag607.xml"/><Relationship Id="rId18" Type="http://schemas.openxmlformats.org/officeDocument/2006/relationships/tags" Target="../tags/tag606.xml"/><Relationship Id="rId17" Type="http://schemas.openxmlformats.org/officeDocument/2006/relationships/tags" Target="../tags/tag605.xml"/><Relationship Id="rId16" Type="http://schemas.openxmlformats.org/officeDocument/2006/relationships/tags" Target="../tags/tag604.xml"/><Relationship Id="rId15" Type="http://schemas.openxmlformats.org/officeDocument/2006/relationships/tags" Target="../tags/tag603.xml"/><Relationship Id="rId14" Type="http://schemas.openxmlformats.org/officeDocument/2006/relationships/image" Target="../media/image3.png"/><Relationship Id="rId13" Type="http://schemas.openxmlformats.org/officeDocument/2006/relationships/tags" Target="../tags/tag602.xml"/><Relationship Id="rId12" Type="http://schemas.openxmlformats.org/officeDocument/2006/relationships/tags" Target="../tags/tag601.xml"/><Relationship Id="rId11" Type="http://schemas.openxmlformats.org/officeDocument/2006/relationships/tags" Target="../tags/tag600.xml"/><Relationship Id="rId10" Type="http://schemas.openxmlformats.org/officeDocument/2006/relationships/tags" Target="../tags/tag599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14.xml"/><Relationship Id="rId6" Type="http://schemas.microsoft.com/office/2007/relationships/hdphoto" Target="../media/image7.wdp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tags" Target="../tags/tag613.xml"/><Relationship Id="rId2" Type="http://schemas.openxmlformats.org/officeDocument/2006/relationships/tags" Target="../tags/tag612.xml"/><Relationship Id="rId1" Type="http://schemas.openxmlformats.org/officeDocument/2006/relationships/tags" Target="../tags/tag61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22.xml"/><Relationship Id="rId7" Type="http://schemas.openxmlformats.org/officeDocument/2006/relationships/tags" Target="../tags/tag621.xml"/><Relationship Id="rId6" Type="http://schemas.openxmlformats.org/officeDocument/2006/relationships/tags" Target="../tags/tag620.xml"/><Relationship Id="rId5" Type="http://schemas.openxmlformats.org/officeDocument/2006/relationships/tags" Target="../tags/tag619.xml"/><Relationship Id="rId4" Type="http://schemas.openxmlformats.org/officeDocument/2006/relationships/tags" Target="../tags/tag618.xml"/><Relationship Id="rId3" Type="http://schemas.openxmlformats.org/officeDocument/2006/relationships/tags" Target="../tags/tag617.xml"/><Relationship Id="rId2" Type="http://schemas.openxmlformats.org/officeDocument/2006/relationships/tags" Target="../tags/tag616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6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8.xml"/><Relationship Id="rId8" Type="http://schemas.openxmlformats.org/officeDocument/2006/relationships/image" Target="../media/image10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tags" Target="../tags/tag627.xml"/><Relationship Id="rId4" Type="http://schemas.openxmlformats.org/officeDocument/2006/relationships/tags" Target="../tags/tag626.xml"/><Relationship Id="rId3" Type="http://schemas.openxmlformats.org/officeDocument/2006/relationships/tags" Target="../tags/tag625.xml"/><Relationship Id="rId2" Type="http://schemas.openxmlformats.org/officeDocument/2006/relationships/tags" Target="../tags/tag624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62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32.xml"/><Relationship Id="rId8" Type="http://schemas.openxmlformats.org/officeDocument/2006/relationships/image" Target="../media/image15.jpe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tags" Target="../tags/tag631.xml"/><Relationship Id="rId2" Type="http://schemas.openxmlformats.org/officeDocument/2006/relationships/tags" Target="../tags/tag630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636.xml"/><Relationship Id="rId12" Type="http://schemas.openxmlformats.org/officeDocument/2006/relationships/tags" Target="../tags/tag635.xml"/><Relationship Id="rId11" Type="http://schemas.openxmlformats.org/officeDocument/2006/relationships/tags" Target="../tags/tag634.xml"/><Relationship Id="rId10" Type="http://schemas.openxmlformats.org/officeDocument/2006/relationships/tags" Target="../tags/tag633.xml"/><Relationship Id="rId1" Type="http://schemas.openxmlformats.org/officeDocument/2006/relationships/tags" Target="../tags/tag62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45.xml"/><Relationship Id="rId8" Type="http://schemas.openxmlformats.org/officeDocument/2006/relationships/tags" Target="../tags/tag644.xml"/><Relationship Id="rId7" Type="http://schemas.openxmlformats.org/officeDocument/2006/relationships/tags" Target="../tags/tag643.xml"/><Relationship Id="rId6" Type="http://schemas.openxmlformats.org/officeDocument/2006/relationships/tags" Target="../tags/tag642.xml"/><Relationship Id="rId5" Type="http://schemas.openxmlformats.org/officeDocument/2006/relationships/tags" Target="../tags/tag641.xml"/><Relationship Id="rId4" Type="http://schemas.openxmlformats.org/officeDocument/2006/relationships/tags" Target="../tags/tag640.xml"/><Relationship Id="rId3" Type="http://schemas.openxmlformats.org/officeDocument/2006/relationships/tags" Target="../tags/tag639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656.xml"/><Relationship Id="rId21" Type="http://schemas.openxmlformats.org/officeDocument/2006/relationships/tags" Target="../tags/tag655.xml"/><Relationship Id="rId20" Type="http://schemas.openxmlformats.org/officeDocument/2006/relationships/image" Target="../media/image17.png"/><Relationship Id="rId2" Type="http://schemas.openxmlformats.org/officeDocument/2006/relationships/tags" Target="../tags/tag638.xml"/><Relationship Id="rId19" Type="http://schemas.openxmlformats.org/officeDocument/2006/relationships/tags" Target="../tags/tag654.xml"/><Relationship Id="rId18" Type="http://schemas.openxmlformats.org/officeDocument/2006/relationships/image" Target="../media/image16.png"/><Relationship Id="rId17" Type="http://schemas.openxmlformats.org/officeDocument/2006/relationships/tags" Target="../tags/tag653.xml"/><Relationship Id="rId16" Type="http://schemas.openxmlformats.org/officeDocument/2006/relationships/tags" Target="../tags/tag652.xml"/><Relationship Id="rId15" Type="http://schemas.openxmlformats.org/officeDocument/2006/relationships/tags" Target="../tags/tag651.xml"/><Relationship Id="rId14" Type="http://schemas.openxmlformats.org/officeDocument/2006/relationships/tags" Target="../tags/tag650.xml"/><Relationship Id="rId13" Type="http://schemas.openxmlformats.org/officeDocument/2006/relationships/tags" Target="../tags/tag649.xml"/><Relationship Id="rId12" Type="http://schemas.openxmlformats.org/officeDocument/2006/relationships/tags" Target="../tags/tag648.xml"/><Relationship Id="rId11" Type="http://schemas.openxmlformats.org/officeDocument/2006/relationships/tags" Target="../tags/tag647.xml"/><Relationship Id="rId10" Type="http://schemas.openxmlformats.org/officeDocument/2006/relationships/tags" Target="../tags/tag646.xml"/><Relationship Id="rId1" Type="http://schemas.openxmlformats.org/officeDocument/2006/relationships/tags" Target="../tags/tag63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tags" Target="../tags/tag660.xml"/><Relationship Id="rId5" Type="http://schemas.openxmlformats.org/officeDocument/2006/relationships/image" Target="../media/image18.png"/><Relationship Id="rId4" Type="http://schemas.openxmlformats.org/officeDocument/2006/relationships/hyperlink" Target="https://www.mysql.com" TargetMode="External"/><Relationship Id="rId3" Type="http://schemas.openxmlformats.org/officeDocument/2006/relationships/tags" Target="../tags/tag659.xml"/><Relationship Id="rId2" Type="http://schemas.openxmlformats.org/officeDocument/2006/relationships/tags" Target="../tags/tag658.xml"/><Relationship Id="rId1" Type="http://schemas.openxmlformats.org/officeDocument/2006/relationships/tags" Target="../tags/tag65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66.xml"/><Relationship Id="rId6" Type="http://schemas.openxmlformats.org/officeDocument/2006/relationships/image" Target="../media/image19.png"/><Relationship Id="rId5" Type="http://schemas.openxmlformats.org/officeDocument/2006/relationships/tags" Target="../tags/tag665.xml"/><Relationship Id="rId4" Type="http://schemas.openxmlformats.org/officeDocument/2006/relationships/tags" Target="../tags/tag664.xml"/><Relationship Id="rId3" Type="http://schemas.openxmlformats.org/officeDocument/2006/relationships/tags" Target="../tags/tag663.xml"/><Relationship Id="rId2" Type="http://schemas.openxmlformats.org/officeDocument/2006/relationships/tags" Target="../tags/tag662.xml"/><Relationship Id="rId1" Type="http://schemas.openxmlformats.org/officeDocument/2006/relationships/tags" Target="../tags/tag66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71.xml"/><Relationship Id="rId6" Type="http://schemas.openxmlformats.org/officeDocument/2006/relationships/tags" Target="../tags/tag670.xml"/><Relationship Id="rId5" Type="http://schemas.openxmlformats.org/officeDocument/2006/relationships/image" Target="../media/image15.jpeg"/><Relationship Id="rId4" Type="http://schemas.openxmlformats.org/officeDocument/2006/relationships/image" Target="../media/image20.png"/><Relationship Id="rId3" Type="http://schemas.openxmlformats.org/officeDocument/2006/relationships/tags" Target="../tags/tag669.xml"/><Relationship Id="rId2" Type="http://schemas.openxmlformats.org/officeDocument/2006/relationships/tags" Target="../tags/tag668.xml"/><Relationship Id="rId1" Type="http://schemas.openxmlformats.org/officeDocument/2006/relationships/tags" Target="../tags/tag66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78.xml"/><Relationship Id="rId8" Type="http://schemas.openxmlformats.org/officeDocument/2006/relationships/hyperlink" Target="https://www.apachefriends.org/index.html&#13;" TargetMode="External"/><Relationship Id="rId7" Type="http://schemas.openxmlformats.org/officeDocument/2006/relationships/tags" Target="../tags/tag677.xml"/><Relationship Id="rId6" Type="http://schemas.openxmlformats.org/officeDocument/2006/relationships/tags" Target="../tags/tag676.xml"/><Relationship Id="rId5" Type="http://schemas.openxmlformats.org/officeDocument/2006/relationships/tags" Target="../tags/tag675.xml"/><Relationship Id="rId4" Type="http://schemas.openxmlformats.org/officeDocument/2006/relationships/tags" Target="../tags/tag674.xml"/><Relationship Id="rId3" Type="http://schemas.openxmlformats.org/officeDocument/2006/relationships/tags" Target="../tags/tag673.xml"/><Relationship Id="rId2" Type="http://schemas.openxmlformats.org/officeDocument/2006/relationships/tags" Target="../tags/tag672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679.xml"/><Relationship Id="rId10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wmf"/><Relationship Id="rId8" Type="http://schemas.openxmlformats.org/officeDocument/2006/relationships/oleObject" Target="../embeddings/oleObject1.bin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tags" Target="../tags/tag684.xml"/><Relationship Id="rId4" Type="http://schemas.openxmlformats.org/officeDocument/2006/relationships/tags" Target="../tags/tag683.xml"/><Relationship Id="rId3" Type="http://schemas.openxmlformats.org/officeDocument/2006/relationships/tags" Target="../tags/tag682.xml"/><Relationship Id="rId2" Type="http://schemas.openxmlformats.org/officeDocument/2006/relationships/tags" Target="../tags/tag681.xml"/><Relationship Id="rId13" Type="http://schemas.openxmlformats.org/officeDocument/2006/relationships/notesSlide" Target="../notesSlides/notesSlide8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85.xml"/><Relationship Id="rId1" Type="http://schemas.openxmlformats.org/officeDocument/2006/relationships/tags" Target="../tags/tag68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94.xml"/><Relationship Id="rId8" Type="http://schemas.openxmlformats.org/officeDocument/2006/relationships/tags" Target="../tags/tag693.xml"/><Relationship Id="rId7" Type="http://schemas.openxmlformats.org/officeDocument/2006/relationships/tags" Target="../tags/tag692.xml"/><Relationship Id="rId6" Type="http://schemas.openxmlformats.org/officeDocument/2006/relationships/tags" Target="../tags/tag691.xml"/><Relationship Id="rId5" Type="http://schemas.openxmlformats.org/officeDocument/2006/relationships/tags" Target="../tags/tag690.xml"/><Relationship Id="rId46" Type="http://schemas.openxmlformats.org/officeDocument/2006/relationships/notesSlide" Target="../notesSlides/notesSlide9.xml"/><Relationship Id="rId45" Type="http://schemas.openxmlformats.org/officeDocument/2006/relationships/slideLayout" Target="../slideLayouts/slideLayout11.xml"/><Relationship Id="rId44" Type="http://schemas.openxmlformats.org/officeDocument/2006/relationships/tags" Target="../tags/tag729.xml"/><Relationship Id="rId43" Type="http://schemas.openxmlformats.org/officeDocument/2006/relationships/tags" Target="../tags/tag728.xml"/><Relationship Id="rId42" Type="http://schemas.openxmlformats.org/officeDocument/2006/relationships/tags" Target="../tags/tag727.xml"/><Relationship Id="rId41" Type="http://schemas.openxmlformats.org/officeDocument/2006/relationships/tags" Target="../tags/tag726.xml"/><Relationship Id="rId40" Type="http://schemas.openxmlformats.org/officeDocument/2006/relationships/tags" Target="../tags/tag725.xml"/><Relationship Id="rId4" Type="http://schemas.openxmlformats.org/officeDocument/2006/relationships/tags" Target="../tags/tag689.xml"/><Relationship Id="rId39" Type="http://schemas.openxmlformats.org/officeDocument/2006/relationships/tags" Target="../tags/tag724.xml"/><Relationship Id="rId38" Type="http://schemas.openxmlformats.org/officeDocument/2006/relationships/tags" Target="../tags/tag723.xml"/><Relationship Id="rId37" Type="http://schemas.openxmlformats.org/officeDocument/2006/relationships/tags" Target="../tags/tag722.xml"/><Relationship Id="rId36" Type="http://schemas.openxmlformats.org/officeDocument/2006/relationships/tags" Target="../tags/tag721.xml"/><Relationship Id="rId35" Type="http://schemas.openxmlformats.org/officeDocument/2006/relationships/tags" Target="../tags/tag720.xml"/><Relationship Id="rId34" Type="http://schemas.openxmlformats.org/officeDocument/2006/relationships/tags" Target="../tags/tag719.xml"/><Relationship Id="rId33" Type="http://schemas.openxmlformats.org/officeDocument/2006/relationships/tags" Target="../tags/tag718.xml"/><Relationship Id="rId32" Type="http://schemas.openxmlformats.org/officeDocument/2006/relationships/tags" Target="../tags/tag717.xml"/><Relationship Id="rId31" Type="http://schemas.openxmlformats.org/officeDocument/2006/relationships/tags" Target="../tags/tag716.xml"/><Relationship Id="rId30" Type="http://schemas.openxmlformats.org/officeDocument/2006/relationships/tags" Target="../tags/tag715.xml"/><Relationship Id="rId3" Type="http://schemas.openxmlformats.org/officeDocument/2006/relationships/tags" Target="../tags/tag688.xml"/><Relationship Id="rId29" Type="http://schemas.openxmlformats.org/officeDocument/2006/relationships/tags" Target="../tags/tag714.xml"/><Relationship Id="rId28" Type="http://schemas.openxmlformats.org/officeDocument/2006/relationships/tags" Target="../tags/tag713.xml"/><Relationship Id="rId27" Type="http://schemas.openxmlformats.org/officeDocument/2006/relationships/tags" Target="../tags/tag712.xml"/><Relationship Id="rId26" Type="http://schemas.openxmlformats.org/officeDocument/2006/relationships/tags" Target="../tags/tag711.xml"/><Relationship Id="rId25" Type="http://schemas.openxmlformats.org/officeDocument/2006/relationships/tags" Target="../tags/tag710.xml"/><Relationship Id="rId24" Type="http://schemas.openxmlformats.org/officeDocument/2006/relationships/tags" Target="../tags/tag709.xml"/><Relationship Id="rId23" Type="http://schemas.openxmlformats.org/officeDocument/2006/relationships/tags" Target="../tags/tag708.xml"/><Relationship Id="rId22" Type="http://schemas.openxmlformats.org/officeDocument/2006/relationships/tags" Target="../tags/tag707.xml"/><Relationship Id="rId21" Type="http://schemas.openxmlformats.org/officeDocument/2006/relationships/tags" Target="../tags/tag706.xml"/><Relationship Id="rId20" Type="http://schemas.openxmlformats.org/officeDocument/2006/relationships/tags" Target="../tags/tag705.xml"/><Relationship Id="rId2" Type="http://schemas.openxmlformats.org/officeDocument/2006/relationships/tags" Target="../tags/tag687.xml"/><Relationship Id="rId19" Type="http://schemas.openxmlformats.org/officeDocument/2006/relationships/tags" Target="../tags/tag704.xml"/><Relationship Id="rId18" Type="http://schemas.openxmlformats.org/officeDocument/2006/relationships/tags" Target="../tags/tag703.xml"/><Relationship Id="rId17" Type="http://schemas.openxmlformats.org/officeDocument/2006/relationships/tags" Target="../tags/tag702.xml"/><Relationship Id="rId16" Type="http://schemas.openxmlformats.org/officeDocument/2006/relationships/tags" Target="../tags/tag701.xml"/><Relationship Id="rId15" Type="http://schemas.openxmlformats.org/officeDocument/2006/relationships/tags" Target="../tags/tag700.xml"/><Relationship Id="rId14" Type="http://schemas.openxmlformats.org/officeDocument/2006/relationships/tags" Target="../tags/tag699.xml"/><Relationship Id="rId13" Type="http://schemas.openxmlformats.org/officeDocument/2006/relationships/tags" Target="../tags/tag698.xml"/><Relationship Id="rId12" Type="http://schemas.openxmlformats.org/officeDocument/2006/relationships/tags" Target="../tags/tag697.xml"/><Relationship Id="rId11" Type="http://schemas.openxmlformats.org/officeDocument/2006/relationships/tags" Target="../tags/tag696.xml"/><Relationship Id="rId10" Type="http://schemas.openxmlformats.org/officeDocument/2006/relationships/tags" Target="../tags/tag695.xml"/><Relationship Id="rId1" Type="http://schemas.openxmlformats.org/officeDocument/2006/relationships/tags" Target="../tags/tag68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731.xml"/><Relationship Id="rId1" Type="http://schemas.openxmlformats.org/officeDocument/2006/relationships/tags" Target="../tags/tag7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32541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安装</a:t>
            </a:r>
            <a:r>
              <a:rPr lang="en-US" altLang="zh-CN" sz="720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MySQL</a:t>
            </a:r>
            <a:endParaRPr lang="en-US" altLang="zh-CN" sz="72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lang="zh-CN" altLang="en-US" sz="4400" b="1" strike="noStrike" baseline="0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509708" y="5284795"/>
            <a:ext cx="5471899" cy="941202"/>
            <a:chOff x="160302" y="5307692"/>
            <a:chExt cx="8678850" cy="1528133"/>
          </a:xfrm>
        </p:grpSpPr>
        <p:sp>
          <p:nvSpPr>
            <p:cNvPr id="127" name="TextBox 31"/>
            <p:cNvSpPr txBox="1">
              <a:spLocks noChangeArrowheads="1"/>
            </p:cNvSpPr>
            <p:nvPr/>
          </p:nvSpPr>
          <p:spPr bwMode="auto">
            <a:xfrm>
              <a:off x="160302" y="5461505"/>
              <a:ext cx="8237992" cy="13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  动态网站，数据库交互</a:t>
              </a:r>
              <a:endPara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eaLnBrk="1" hangingPunct="1"/>
              <a:endParaRPr lang="id-ID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28" name="TextBox 30"/>
            <p:cNvSpPr txBox="1">
              <a:spLocks noChangeArrowheads="1"/>
            </p:cNvSpPr>
            <p:nvPr/>
          </p:nvSpPr>
          <p:spPr bwMode="auto">
            <a:xfrm>
              <a:off x="3250141" y="5307692"/>
              <a:ext cx="5589011" cy="368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endPara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Lato" panose="020F0502020204030203" charset="0"/>
                <a:sym typeface="Arial" panose="020B0604020202020204" pitchFamily="34" charset="0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97"/>
          <a:stretch>
            <a:fillRect/>
          </a:stretch>
        </p:blipFill>
        <p:spPr bwMode="auto">
          <a:xfrm>
            <a:off x="3674820" y="5100705"/>
            <a:ext cx="825378" cy="81693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PA-组合 5"/>
          <p:cNvGrpSpPr/>
          <p:nvPr>
            <p:custDataLst>
              <p:tags r:id="rId3"/>
            </p:custDataLst>
          </p:nvPr>
        </p:nvGrpSpPr>
        <p:grpSpPr>
          <a:xfrm>
            <a:off x="661604" y="1868931"/>
            <a:ext cx="3429138" cy="3155154"/>
            <a:chOff x="594222" y="1301586"/>
            <a:chExt cx="3035183" cy="2792676"/>
          </a:xfrm>
        </p:grpSpPr>
        <p:sp>
          <p:nvSpPr>
            <p:cNvPr id="62" name="PA-îšļïḑé"/>
            <p:cNvSpPr/>
            <p:nvPr>
              <p:custDataLst>
                <p:tags r:id="rId4"/>
              </p:custDataLst>
            </p:nvPr>
          </p:nvSpPr>
          <p:spPr>
            <a:xfrm>
              <a:off x="594224" y="1740023"/>
              <a:ext cx="3035181" cy="2354239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13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594222" y="1301586"/>
              <a:ext cx="3035181" cy="2486352"/>
              <a:chOff x="594222" y="1301586"/>
              <a:chExt cx="3035181" cy="2486352"/>
            </a:xfrm>
          </p:grpSpPr>
          <p:sp>
            <p:nvSpPr>
              <p:cNvPr id="63" name="PA-îṩlîďe"/>
              <p:cNvSpPr/>
              <p:nvPr>
                <p:custDataLst>
                  <p:tags r:id="rId5"/>
                </p:custDataLst>
              </p:nvPr>
            </p:nvSpPr>
            <p:spPr>
              <a:xfrm>
                <a:off x="594222" y="1301586"/>
                <a:ext cx="3035181" cy="437239"/>
              </a:xfrm>
              <a:prstGeom prst="roundRect">
                <a:avLst>
                  <a:gd name="adj" fmla="val 5380"/>
                </a:avLst>
              </a:prstGeom>
              <a:gradFill>
                <a:gsLst>
                  <a:gs pos="0">
                    <a:schemeClr val="accent1">
                      <a:alpha val="98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p>
                <a:pPr algn="ctr" defTabSz="913765"/>
                <a:endParaRPr lang="en-US" altLang="zh-CN" sz="10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PA-iṧ1íḓé"/>
              <p:cNvSpPr/>
              <p:nvPr>
                <p:custDataLst>
                  <p:tags r:id="rId6"/>
                </p:custDataLst>
              </p:nvPr>
            </p:nvSpPr>
            <p:spPr>
              <a:xfrm>
                <a:off x="719705" y="1895547"/>
                <a:ext cx="2818356" cy="1892391"/>
              </a:xfrm>
              <a:custGeom>
                <a:avLst/>
                <a:gdLst>
                  <a:gd name="connsiteX0" fmla="*/ 4998 w 4468049"/>
                  <a:gd name="connsiteY0" fmla="*/ 46 h 2797976"/>
                  <a:gd name="connsiteX1" fmla="*/ 4463366 w 4468049"/>
                  <a:gd name="connsiteY1" fmla="*/ 46 h 2797976"/>
                  <a:gd name="connsiteX2" fmla="*/ 4468207 w 4468049"/>
                  <a:gd name="connsiteY2" fmla="*/ 4887 h 2797976"/>
                  <a:gd name="connsiteX3" fmla="*/ 4468207 w 4468049"/>
                  <a:gd name="connsiteY3" fmla="*/ 2793182 h 2797976"/>
                  <a:gd name="connsiteX4" fmla="*/ 4463366 w 4468049"/>
                  <a:gd name="connsiteY4" fmla="*/ 2798023 h 2797976"/>
                  <a:gd name="connsiteX5" fmla="*/ 4998 w 4468049"/>
                  <a:gd name="connsiteY5" fmla="*/ 2798023 h 2797976"/>
                  <a:gd name="connsiteX6" fmla="*/ 157 w 4468049"/>
                  <a:gd name="connsiteY6" fmla="*/ 2793182 h 2797976"/>
                  <a:gd name="connsiteX7" fmla="*/ 157 w 4468049"/>
                  <a:gd name="connsiteY7" fmla="*/ 4887 h 2797976"/>
                  <a:gd name="connsiteX8" fmla="*/ 4998 w 4468049"/>
                  <a:gd name="connsiteY8" fmla="*/ 46 h 2797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68049" h="2797976">
                    <a:moveTo>
                      <a:pt x="4998" y="46"/>
                    </a:moveTo>
                    <a:lnTo>
                      <a:pt x="4463366" y="46"/>
                    </a:lnTo>
                    <a:cubicBezTo>
                      <a:pt x="4466270" y="46"/>
                      <a:pt x="4468207" y="1982"/>
                      <a:pt x="4468207" y="4887"/>
                    </a:cubicBezTo>
                    <a:lnTo>
                      <a:pt x="4468207" y="2793182"/>
                    </a:lnTo>
                    <a:cubicBezTo>
                      <a:pt x="4468207" y="2796086"/>
                      <a:pt x="4466270" y="2798023"/>
                      <a:pt x="4463366" y="2798023"/>
                    </a:cubicBezTo>
                    <a:lnTo>
                      <a:pt x="4998" y="2798023"/>
                    </a:lnTo>
                    <a:cubicBezTo>
                      <a:pt x="2093" y="2798023"/>
                      <a:pt x="157" y="2796086"/>
                      <a:pt x="157" y="2793182"/>
                    </a:cubicBezTo>
                    <a:lnTo>
                      <a:pt x="157" y="4887"/>
                    </a:lnTo>
                    <a:cubicBezTo>
                      <a:pt x="157" y="1982"/>
                      <a:pt x="2093" y="46"/>
                      <a:pt x="4998" y="46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p>
                <a:pPr algn="ctr"/>
                <a:endParaRPr lang="zh-CN" altLang="en-US" b="1">
                  <a:solidFill>
                    <a:schemeClr val="l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PA-文本框 5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514508" y="1344770"/>
                <a:ext cx="1876160" cy="326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电商网站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5" name="PA-组合 3"/>
          <p:cNvGrpSpPr/>
          <p:nvPr>
            <p:custDataLst>
              <p:tags r:id="rId9"/>
            </p:custDataLst>
          </p:nvPr>
        </p:nvGrpSpPr>
        <p:grpSpPr>
          <a:xfrm>
            <a:off x="4248717" y="1865540"/>
            <a:ext cx="3429136" cy="3153801"/>
            <a:chOff x="4573717" y="1302784"/>
            <a:chExt cx="3035183" cy="2791479"/>
          </a:xfrm>
        </p:grpSpPr>
        <p:sp>
          <p:nvSpPr>
            <p:cNvPr id="46" name="PA-文本框 39"/>
            <p:cNvSpPr txBox="1"/>
            <p:nvPr>
              <p:custDataLst>
                <p:tags r:id="rId10"/>
              </p:custDataLst>
            </p:nvPr>
          </p:nvSpPr>
          <p:spPr>
            <a:xfrm>
              <a:off x="4617067" y="3775543"/>
              <a:ext cx="2141065" cy="2656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9" tIns="34295" rIns="68589" bIns="34295" rtlCol="0">
              <a:spAutoFit/>
            </a:bodyPr>
            <a:p>
              <a:r>
                <a:rPr lang="zh-CN" altLang="en-US" sz="15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搜索引擎</a:t>
              </a:r>
              <a:endPara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PA-îṧľïdè"/>
            <p:cNvSpPr/>
            <p:nvPr>
              <p:custDataLst>
                <p:tags r:id="rId11"/>
              </p:custDataLst>
            </p:nvPr>
          </p:nvSpPr>
          <p:spPr>
            <a:xfrm>
              <a:off x="4573719" y="1740022"/>
              <a:ext cx="3035181" cy="2354241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PA-i$ľïḓe"/>
            <p:cNvSpPr/>
            <p:nvPr>
              <p:custDataLst>
                <p:tags r:id="rId12"/>
              </p:custDataLst>
            </p:nvPr>
          </p:nvSpPr>
          <p:spPr>
            <a:xfrm>
              <a:off x="4573717" y="1302784"/>
              <a:ext cx="3035181" cy="437239"/>
            </a:xfrm>
            <a:prstGeom prst="roundRect">
              <a:avLst>
                <a:gd name="adj" fmla="val 7637"/>
              </a:avLst>
            </a:prstGeom>
            <a:gradFill>
              <a:gsLst>
                <a:gs pos="0">
                  <a:srgbClr val="3C853C"/>
                </a:gs>
                <a:gs pos="60000">
                  <a:srgbClr val="3C853C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PA-iṥliďè"/>
            <p:cNvSpPr/>
            <p:nvPr>
              <p:custDataLst>
                <p:tags r:id="rId13"/>
              </p:custDataLst>
            </p:nvPr>
          </p:nvSpPr>
          <p:spPr>
            <a:xfrm>
              <a:off x="4669316" y="1895547"/>
              <a:ext cx="2864825" cy="1892391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PA-文本框 49"/>
            <p:cNvSpPr txBox="1"/>
            <p:nvPr>
              <p:custDataLst>
                <p:tags r:id="rId15"/>
              </p:custDataLst>
            </p:nvPr>
          </p:nvSpPr>
          <p:spPr>
            <a:xfrm>
              <a:off x="5549218" y="1348970"/>
              <a:ext cx="1876160" cy="3269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搜索引擎</a:t>
              </a: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6" name="PA-组合 4"/>
          <p:cNvGrpSpPr/>
          <p:nvPr>
            <p:custDataLst>
              <p:tags r:id="rId16"/>
            </p:custDataLst>
          </p:nvPr>
        </p:nvGrpSpPr>
        <p:grpSpPr>
          <a:xfrm>
            <a:off x="7844256" y="1865540"/>
            <a:ext cx="3521440" cy="3132757"/>
            <a:chOff x="8473982" y="1302784"/>
            <a:chExt cx="3114411" cy="2770654"/>
          </a:xfrm>
        </p:grpSpPr>
        <p:sp>
          <p:nvSpPr>
            <p:cNvPr id="47" name="PA-文本框 39"/>
            <p:cNvSpPr txBox="1"/>
            <p:nvPr>
              <p:custDataLst>
                <p:tags r:id="rId17"/>
              </p:custDataLst>
            </p:nvPr>
          </p:nvSpPr>
          <p:spPr>
            <a:xfrm>
              <a:off x="8473982" y="3775543"/>
              <a:ext cx="2141065" cy="265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9" tIns="34295" rIns="68589" bIns="34295" rtlCol="0">
              <a:spAutoFit/>
            </a:bodyPr>
            <a:p>
              <a:r>
                <a:rPr lang="zh-CN" altLang="en-US" sz="15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门户网站</a:t>
              </a:r>
              <a:endPara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PA-iśḻiḍé"/>
            <p:cNvSpPr/>
            <p:nvPr>
              <p:custDataLst>
                <p:tags r:id="rId18"/>
              </p:custDataLst>
            </p:nvPr>
          </p:nvSpPr>
          <p:spPr>
            <a:xfrm>
              <a:off x="8553212" y="1740022"/>
              <a:ext cx="3035181" cy="2333416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PA-iṡḷiďè"/>
            <p:cNvSpPr/>
            <p:nvPr>
              <p:custDataLst>
                <p:tags r:id="rId19"/>
              </p:custDataLst>
            </p:nvPr>
          </p:nvSpPr>
          <p:spPr>
            <a:xfrm>
              <a:off x="8553211" y="1302784"/>
              <a:ext cx="3035181" cy="437239"/>
            </a:xfrm>
            <a:prstGeom prst="roundRect">
              <a:avLst>
                <a:gd name="adj" fmla="val 9900"/>
              </a:avLst>
            </a:prstGeom>
            <a:gradFill>
              <a:gsLst>
                <a:gs pos="0">
                  <a:schemeClr val="accent1"/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PA-iṥ1ïdé"/>
            <p:cNvSpPr/>
            <p:nvPr>
              <p:custDataLst>
                <p:tags r:id="rId20"/>
              </p:custDataLst>
            </p:nvPr>
          </p:nvSpPr>
          <p:spPr>
            <a:xfrm>
              <a:off x="8660723" y="1890861"/>
              <a:ext cx="2811573" cy="1897077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PA-文本框 51"/>
            <p:cNvSpPr txBox="1"/>
            <p:nvPr>
              <p:custDataLst>
                <p:tags r:id="rId22"/>
              </p:custDataLst>
            </p:nvPr>
          </p:nvSpPr>
          <p:spPr>
            <a:xfrm>
              <a:off x="9557338" y="1348970"/>
              <a:ext cx="1876160" cy="3266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门户网站</a:t>
              </a: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91393" y="1392375"/>
            <a:ext cx="9609936" cy="2889948"/>
          </a:xfrm>
          <a:custGeom>
            <a:avLst/>
            <a:gdLst>
              <a:gd name="connsiteX0" fmla="*/ 0 w 9609936"/>
              <a:gd name="connsiteY0" fmla="*/ 0 h 2889948"/>
              <a:gd name="connsiteX1" fmla="*/ 398126 w 9609936"/>
              <a:gd name="connsiteY1" fmla="*/ 0 h 2889948"/>
              <a:gd name="connsiteX2" fmla="*/ 1180649 w 9609936"/>
              <a:gd name="connsiteY2" fmla="*/ 0 h 2889948"/>
              <a:gd name="connsiteX3" fmla="*/ 1578775 w 9609936"/>
              <a:gd name="connsiteY3" fmla="*/ 0 h 2889948"/>
              <a:gd name="connsiteX4" fmla="*/ 2265199 w 9609936"/>
              <a:gd name="connsiteY4" fmla="*/ 0 h 2889948"/>
              <a:gd name="connsiteX5" fmla="*/ 2951623 w 9609936"/>
              <a:gd name="connsiteY5" fmla="*/ 0 h 2889948"/>
              <a:gd name="connsiteX6" fmla="*/ 3445848 w 9609936"/>
              <a:gd name="connsiteY6" fmla="*/ 0 h 2889948"/>
              <a:gd name="connsiteX7" fmla="*/ 4324471 w 9609936"/>
              <a:gd name="connsiteY7" fmla="*/ 0 h 2889948"/>
              <a:gd name="connsiteX8" fmla="*/ 5106995 w 9609936"/>
              <a:gd name="connsiteY8" fmla="*/ 0 h 2889948"/>
              <a:gd name="connsiteX9" fmla="*/ 5889518 w 9609936"/>
              <a:gd name="connsiteY9" fmla="*/ 0 h 2889948"/>
              <a:gd name="connsiteX10" fmla="*/ 6479843 w 9609936"/>
              <a:gd name="connsiteY10" fmla="*/ 0 h 2889948"/>
              <a:gd name="connsiteX11" fmla="*/ 6974068 w 9609936"/>
              <a:gd name="connsiteY11" fmla="*/ 0 h 2889948"/>
              <a:gd name="connsiteX12" fmla="*/ 7468293 w 9609936"/>
              <a:gd name="connsiteY12" fmla="*/ 0 h 2889948"/>
              <a:gd name="connsiteX13" fmla="*/ 7962518 w 9609936"/>
              <a:gd name="connsiteY13" fmla="*/ 0 h 2889948"/>
              <a:gd name="connsiteX14" fmla="*/ 8745042 w 9609936"/>
              <a:gd name="connsiteY14" fmla="*/ 0 h 2889948"/>
              <a:gd name="connsiteX15" fmla="*/ 9609936 w 9609936"/>
              <a:gd name="connsiteY15" fmla="*/ 0 h 2889948"/>
              <a:gd name="connsiteX16" fmla="*/ 9609936 w 9609936"/>
              <a:gd name="connsiteY16" fmla="*/ 606889 h 2889948"/>
              <a:gd name="connsiteX17" fmla="*/ 9609936 w 9609936"/>
              <a:gd name="connsiteY17" fmla="*/ 1213778 h 2889948"/>
              <a:gd name="connsiteX18" fmla="*/ 9609936 w 9609936"/>
              <a:gd name="connsiteY18" fmla="*/ 1820667 h 2889948"/>
              <a:gd name="connsiteX19" fmla="*/ 9609936 w 9609936"/>
              <a:gd name="connsiteY19" fmla="*/ 2889948 h 2889948"/>
              <a:gd name="connsiteX20" fmla="*/ 9019611 w 9609936"/>
              <a:gd name="connsiteY20" fmla="*/ 2889948 h 2889948"/>
              <a:gd name="connsiteX21" fmla="*/ 8333187 w 9609936"/>
              <a:gd name="connsiteY21" fmla="*/ 2889948 h 2889948"/>
              <a:gd name="connsiteX22" fmla="*/ 7838962 w 9609936"/>
              <a:gd name="connsiteY22" fmla="*/ 2889948 h 2889948"/>
              <a:gd name="connsiteX23" fmla="*/ 7440836 w 9609936"/>
              <a:gd name="connsiteY23" fmla="*/ 2889948 h 2889948"/>
              <a:gd name="connsiteX24" fmla="*/ 6850512 w 9609936"/>
              <a:gd name="connsiteY24" fmla="*/ 2889948 h 2889948"/>
              <a:gd name="connsiteX25" fmla="*/ 5971889 w 9609936"/>
              <a:gd name="connsiteY25" fmla="*/ 2889948 h 2889948"/>
              <a:gd name="connsiteX26" fmla="*/ 5093266 w 9609936"/>
              <a:gd name="connsiteY26" fmla="*/ 2889948 h 2889948"/>
              <a:gd name="connsiteX27" fmla="*/ 4214643 w 9609936"/>
              <a:gd name="connsiteY27" fmla="*/ 2889948 h 2889948"/>
              <a:gd name="connsiteX28" fmla="*/ 3624319 w 9609936"/>
              <a:gd name="connsiteY28" fmla="*/ 2889948 h 2889948"/>
              <a:gd name="connsiteX29" fmla="*/ 2745696 w 9609936"/>
              <a:gd name="connsiteY29" fmla="*/ 2889948 h 2889948"/>
              <a:gd name="connsiteX30" fmla="*/ 2155371 w 9609936"/>
              <a:gd name="connsiteY30" fmla="*/ 2889948 h 2889948"/>
              <a:gd name="connsiteX31" fmla="*/ 1468947 w 9609936"/>
              <a:gd name="connsiteY31" fmla="*/ 2889948 h 2889948"/>
              <a:gd name="connsiteX32" fmla="*/ 686424 w 9609936"/>
              <a:gd name="connsiteY32" fmla="*/ 2889948 h 2889948"/>
              <a:gd name="connsiteX33" fmla="*/ 0 w 9609936"/>
              <a:gd name="connsiteY33" fmla="*/ 2889948 h 2889948"/>
              <a:gd name="connsiteX34" fmla="*/ 0 w 9609936"/>
              <a:gd name="connsiteY34" fmla="*/ 2311958 h 2889948"/>
              <a:gd name="connsiteX35" fmla="*/ 0 w 9609936"/>
              <a:gd name="connsiteY35" fmla="*/ 1705069 h 2889948"/>
              <a:gd name="connsiteX36" fmla="*/ 0 w 9609936"/>
              <a:gd name="connsiteY36" fmla="*/ 1069281 h 2889948"/>
              <a:gd name="connsiteX37" fmla="*/ 0 w 9609936"/>
              <a:gd name="connsiteY37" fmla="*/ 0 h 2889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609936" h="2889948" fill="none" extrusionOk="0">
                <a:moveTo>
                  <a:pt x="0" y="0"/>
                </a:moveTo>
                <a:cubicBezTo>
                  <a:pt x="184916" y="82"/>
                  <a:pt x="264914" y="-1313"/>
                  <a:pt x="398126" y="0"/>
                </a:cubicBezTo>
                <a:cubicBezTo>
                  <a:pt x="531338" y="1313"/>
                  <a:pt x="922040" y="-11011"/>
                  <a:pt x="1180649" y="0"/>
                </a:cubicBezTo>
                <a:cubicBezTo>
                  <a:pt x="1439258" y="11011"/>
                  <a:pt x="1473151" y="-16323"/>
                  <a:pt x="1578775" y="0"/>
                </a:cubicBezTo>
                <a:cubicBezTo>
                  <a:pt x="1684399" y="16323"/>
                  <a:pt x="2029209" y="-8925"/>
                  <a:pt x="2265199" y="0"/>
                </a:cubicBezTo>
                <a:cubicBezTo>
                  <a:pt x="2501189" y="8925"/>
                  <a:pt x="2662865" y="9156"/>
                  <a:pt x="2951623" y="0"/>
                </a:cubicBezTo>
                <a:cubicBezTo>
                  <a:pt x="3240381" y="-9156"/>
                  <a:pt x="3237959" y="-7155"/>
                  <a:pt x="3445848" y="0"/>
                </a:cubicBezTo>
                <a:cubicBezTo>
                  <a:pt x="3653737" y="7155"/>
                  <a:pt x="4094850" y="-18351"/>
                  <a:pt x="4324471" y="0"/>
                </a:cubicBezTo>
                <a:cubicBezTo>
                  <a:pt x="4554092" y="18351"/>
                  <a:pt x="4933418" y="-37801"/>
                  <a:pt x="5106995" y="0"/>
                </a:cubicBezTo>
                <a:cubicBezTo>
                  <a:pt x="5280572" y="37801"/>
                  <a:pt x="5586513" y="-16318"/>
                  <a:pt x="5889518" y="0"/>
                </a:cubicBezTo>
                <a:cubicBezTo>
                  <a:pt x="6192523" y="16318"/>
                  <a:pt x="6258061" y="-1751"/>
                  <a:pt x="6479843" y="0"/>
                </a:cubicBezTo>
                <a:cubicBezTo>
                  <a:pt x="6701626" y="1751"/>
                  <a:pt x="6755007" y="14073"/>
                  <a:pt x="6974068" y="0"/>
                </a:cubicBezTo>
                <a:cubicBezTo>
                  <a:pt x="7193129" y="-14073"/>
                  <a:pt x="7268682" y="16907"/>
                  <a:pt x="7468293" y="0"/>
                </a:cubicBezTo>
                <a:cubicBezTo>
                  <a:pt x="7667905" y="-16907"/>
                  <a:pt x="7863048" y="14901"/>
                  <a:pt x="7962518" y="0"/>
                </a:cubicBezTo>
                <a:cubicBezTo>
                  <a:pt x="8061988" y="-14901"/>
                  <a:pt x="8393838" y="791"/>
                  <a:pt x="8745042" y="0"/>
                </a:cubicBezTo>
                <a:cubicBezTo>
                  <a:pt x="9096246" y="-791"/>
                  <a:pt x="9365155" y="-22825"/>
                  <a:pt x="9609936" y="0"/>
                </a:cubicBezTo>
                <a:cubicBezTo>
                  <a:pt x="9632189" y="148309"/>
                  <a:pt x="9632088" y="464288"/>
                  <a:pt x="9609936" y="606889"/>
                </a:cubicBezTo>
                <a:cubicBezTo>
                  <a:pt x="9587784" y="749490"/>
                  <a:pt x="9588424" y="1065036"/>
                  <a:pt x="9609936" y="1213778"/>
                </a:cubicBezTo>
                <a:cubicBezTo>
                  <a:pt x="9631448" y="1362520"/>
                  <a:pt x="9621465" y="1587585"/>
                  <a:pt x="9609936" y="1820667"/>
                </a:cubicBezTo>
                <a:cubicBezTo>
                  <a:pt x="9598407" y="2053749"/>
                  <a:pt x="9647596" y="2511559"/>
                  <a:pt x="9609936" y="2889948"/>
                </a:cubicBezTo>
                <a:cubicBezTo>
                  <a:pt x="9400673" y="2886754"/>
                  <a:pt x="9272546" y="2867883"/>
                  <a:pt x="9019611" y="2889948"/>
                </a:cubicBezTo>
                <a:cubicBezTo>
                  <a:pt x="8766677" y="2912013"/>
                  <a:pt x="8505146" y="2886630"/>
                  <a:pt x="8333187" y="2889948"/>
                </a:cubicBezTo>
                <a:cubicBezTo>
                  <a:pt x="8161228" y="2893266"/>
                  <a:pt x="8023425" y="2873515"/>
                  <a:pt x="7838962" y="2889948"/>
                </a:cubicBezTo>
                <a:cubicBezTo>
                  <a:pt x="7654499" y="2906381"/>
                  <a:pt x="7551608" y="2890372"/>
                  <a:pt x="7440836" y="2889948"/>
                </a:cubicBezTo>
                <a:cubicBezTo>
                  <a:pt x="7330064" y="2889524"/>
                  <a:pt x="7104047" y="2899723"/>
                  <a:pt x="6850512" y="2889948"/>
                </a:cubicBezTo>
                <a:cubicBezTo>
                  <a:pt x="6596977" y="2880173"/>
                  <a:pt x="6183491" y="2909126"/>
                  <a:pt x="5971889" y="2889948"/>
                </a:cubicBezTo>
                <a:cubicBezTo>
                  <a:pt x="5760287" y="2870770"/>
                  <a:pt x="5387365" y="2878218"/>
                  <a:pt x="5093266" y="2889948"/>
                </a:cubicBezTo>
                <a:cubicBezTo>
                  <a:pt x="4799167" y="2901678"/>
                  <a:pt x="4440082" y="2849559"/>
                  <a:pt x="4214643" y="2889948"/>
                </a:cubicBezTo>
                <a:cubicBezTo>
                  <a:pt x="3989204" y="2930337"/>
                  <a:pt x="3795212" y="2888783"/>
                  <a:pt x="3624319" y="2889948"/>
                </a:cubicBezTo>
                <a:cubicBezTo>
                  <a:pt x="3453426" y="2891113"/>
                  <a:pt x="2929638" y="2871660"/>
                  <a:pt x="2745696" y="2889948"/>
                </a:cubicBezTo>
                <a:cubicBezTo>
                  <a:pt x="2561754" y="2908236"/>
                  <a:pt x="2426708" y="2912764"/>
                  <a:pt x="2155371" y="2889948"/>
                </a:cubicBezTo>
                <a:cubicBezTo>
                  <a:pt x="1884035" y="2867132"/>
                  <a:pt x="1649793" y="2913330"/>
                  <a:pt x="1468947" y="2889948"/>
                </a:cubicBezTo>
                <a:cubicBezTo>
                  <a:pt x="1288101" y="2866566"/>
                  <a:pt x="857139" y="2922291"/>
                  <a:pt x="686424" y="2889948"/>
                </a:cubicBezTo>
                <a:cubicBezTo>
                  <a:pt x="515709" y="2857605"/>
                  <a:pt x="215609" y="2866892"/>
                  <a:pt x="0" y="2889948"/>
                </a:cubicBezTo>
                <a:cubicBezTo>
                  <a:pt x="14163" y="2754763"/>
                  <a:pt x="-10726" y="2482712"/>
                  <a:pt x="0" y="2311958"/>
                </a:cubicBezTo>
                <a:cubicBezTo>
                  <a:pt x="10726" y="2141204"/>
                  <a:pt x="-29617" y="1850649"/>
                  <a:pt x="0" y="1705069"/>
                </a:cubicBezTo>
                <a:cubicBezTo>
                  <a:pt x="29617" y="1559489"/>
                  <a:pt x="-10241" y="1362119"/>
                  <a:pt x="0" y="1069281"/>
                </a:cubicBezTo>
                <a:cubicBezTo>
                  <a:pt x="10241" y="776443"/>
                  <a:pt x="-36849" y="311015"/>
                  <a:pt x="0" y="0"/>
                </a:cubicBezTo>
                <a:close/>
              </a:path>
              <a:path w="9609936" h="2889948" stroke="0" extrusionOk="0">
                <a:moveTo>
                  <a:pt x="0" y="0"/>
                </a:moveTo>
                <a:cubicBezTo>
                  <a:pt x="262087" y="13365"/>
                  <a:pt x="650556" y="-39451"/>
                  <a:pt x="878623" y="0"/>
                </a:cubicBezTo>
                <a:cubicBezTo>
                  <a:pt x="1106690" y="39451"/>
                  <a:pt x="1241677" y="-8402"/>
                  <a:pt x="1372848" y="0"/>
                </a:cubicBezTo>
                <a:cubicBezTo>
                  <a:pt x="1504019" y="8402"/>
                  <a:pt x="1803098" y="1354"/>
                  <a:pt x="2155371" y="0"/>
                </a:cubicBezTo>
                <a:cubicBezTo>
                  <a:pt x="2507644" y="-1354"/>
                  <a:pt x="2436508" y="-12886"/>
                  <a:pt x="2553497" y="0"/>
                </a:cubicBezTo>
                <a:cubicBezTo>
                  <a:pt x="2670486" y="12886"/>
                  <a:pt x="3058320" y="-4534"/>
                  <a:pt x="3432120" y="0"/>
                </a:cubicBezTo>
                <a:cubicBezTo>
                  <a:pt x="3805920" y="4534"/>
                  <a:pt x="3843150" y="30942"/>
                  <a:pt x="4118544" y="0"/>
                </a:cubicBezTo>
                <a:cubicBezTo>
                  <a:pt x="4393938" y="-30942"/>
                  <a:pt x="4471169" y="-12437"/>
                  <a:pt x="4708869" y="0"/>
                </a:cubicBezTo>
                <a:cubicBezTo>
                  <a:pt x="4946569" y="12437"/>
                  <a:pt x="4971839" y="-5676"/>
                  <a:pt x="5106995" y="0"/>
                </a:cubicBezTo>
                <a:cubicBezTo>
                  <a:pt x="5242151" y="5676"/>
                  <a:pt x="5458357" y="20602"/>
                  <a:pt x="5793419" y="0"/>
                </a:cubicBezTo>
                <a:cubicBezTo>
                  <a:pt x="6128481" y="-20602"/>
                  <a:pt x="6139853" y="-14498"/>
                  <a:pt x="6287644" y="0"/>
                </a:cubicBezTo>
                <a:cubicBezTo>
                  <a:pt x="6435436" y="14498"/>
                  <a:pt x="6986573" y="-30542"/>
                  <a:pt x="7166267" y="0"/>
                </a:cubicBezTo>
                <a:cubicBezTo>
                  <a:pt x="7345961" y="30542"/>
                  <a:pt x="7448376" y="3592"/>
                  <a:pt x="7660492" y="0"/>
                </a:cubicBezTo>
                <a:cubicBezTo>
                  <a:pt x="7872608" y="-3592"/>
                  <a:pt x="7968665" y="-11035"/>
                  <a:pt x="8154717" y="0"/>
                </a:cubicBezTo>
                <a:cubicBezTo>
                  <a:pt x="8340769" y="11035"/>
                  <a:pt x="8999209" y="62351"/>
                  <a:pt x="9609936" y="0"/>
                </a:cubicBezTo>
                <a:cubicBezTo>
                  <a:pt x="9604057" y="192865"/>
                  <a:pt x="9619757" y="271072"/>
                  <a:pt x="9609936" y="491291"/>
                </a:cubicBezTo>
                <a:cubicBezTo>
                  <a:pt x="9600115" y="711510"/>
                  <a:pt x="9638972" y="913700"/>
                  <a:pt x="9609936" y="1098180"/>
                </a:cubicBezTo>
                <a:cubicBezTo>
                  <a:pt x="9580900" y="1282660"/>
                  <a:pt x="9611235" y="1372807"/>
                  <a:pt x="9609936" y="1618371"/>
                </a:cubicBezTo>
                <a:cubicBezTo>
                  <a:pt x="9608637" y="1863935"/>
                  <a:pt x="9596347" y="1931247"/>
                  <a:pt x="9609936" y="2109662"/>
                </a:cubicBezTo>
                <a:cubicBezTo>
                  <a:pt x="9623525" y="2288077"/>
                  <a:pt x="9577600" y="2634444"/>
                  <a:pt x="9609936" y="2889948"/>
                </a:cubicBezTo>
                <a:cubicBezTo>
                  <a:pt x="9334067" y="2853658"/>
                  <a:pt x="9021109" y="2894164"/>
                  <a:pt x="8731313" y="2889948"/>
                </a:cubicBezTo>
                <a:cubicBezTo>
                  <a:pt x="8441517" y="2885732"/>
                  <a:pt x="8206449" y="2872829"/>
                  <a:pt x="7948790" y="2889948"/>
                </a:cubicBezTo>
                <a:cubicBezTo>
                  <a:pt x="7691131" y="2907067"/>
                  <a:pt x="7494206" y="2881399"/>
                  <a:pt x="7262366" y="2889948"/>
                </a:cubicBezTo>
                <a:cubicBezTo>
                  <a:pt x="7030526" y="2898497"/>
                  <a:pt x="6843577" y="2864259"/>
                  <a:pt x="6479843" y="2889948"/>
                </a:cubicBezTo>
                <a:cubicBezTo>
                  <a:pt x="6116109" y="2915637"/>
                  <a:pt x="6014046" y="2902918"/>
                  <a:pt x="5697319" y="2889948"/>
                </a:cubicBezTo>
                <a:cubicBezTo>
                  <a:pt x="5380592" y="2876978"/>
                  <a:pt x="5311043" y="2905328"/>
                  <a:pt x="5106995" y="2889948"/>
                </a:cubicBezTo>
                <a:cubicBezTo>
                  <a:pt x="4902947" y="2874568"/>
                  <a:pt x="4808489" y="2918424"/>
                  <a:pt x="4516670" y="2889948"/>
                </a:cubicBezTo>
                <a:cubicBezTo>
                  <a:pt x="4224851" y="2861472"/>
                  <a:pt x="4243852" y="2873835"/>
                  <a:pt x="4118544" y="2889948"/>
                </a:cubicBezTo>
                <a:cubicBezTo>
                  <a:pt x="3993236" y="2906061"/>
                  <a:pt x="3600551" y="2895788"/>
                  <a:pt x="3239921" y="2889948"/>
                </a:cubicBezTo>
                <a:cubicBezTo>
                  <a:pt x="2879291" y="2884108"/>
                  <a:pt x="2756412" y="2897787"/>
                  <a:pt x="2361299" y="2889948"/>
                </a:cubicBezTo>
                <a:cubicBezTo>
                  <a:pt x="1966186" y="2882109"/>
                  <a:pt x="2040768" y="2881570"/>
                  <a:pt x="1867073" y="2889948"/>
                </a:cubicBezTo>
                <a:cubicBezTo>
                  <a:pt x="1693378" y="2898326"/>
                  <a:pt x="1504369" y="2863328"/>
                  <a:pt x="1276749" y="2889948"/>
                </a:cubicBezTo>
                <a:cubicBezTo>
                  <a:pt x="1049129" y="2916568"/>
                  <a:pt x="862601" y="2865433"/>
                  <a:pt x="590325" y="2889948"/>
                </a:cubicBezTo>
                <a:cubicBezTo>
                  <a:pt x="318049" y="2914463"/>
                  <a:pt x="259664" y="2865111"/>
                  <a:pt x="0" y="2889948"/>
                </a:cubicBezTo>
                <a:cubicBezTo>
                  <a:pt x="3180" y="2774919"/>
                  <a:pt x="-949" y="2534596"/>
                  <a:pt x="0" y="2398657"/>
                </a:cubicBezTo>
                <a:cubicBezTo>
                  <a:pt x="949" y="2262718"/>
                  <a:pt x="-15489" y="2023842"/>
                  <a:pt x="0" y="1849567"/>
                </a:cubicBezTo>
                <a:cubicBezTo>
                  <a:pt x="15489" y="1675292"/>
                  <a:pt x="-4310" y="1494559"/>
                  <a:pt x="0" y="1329376"/>
                </a:cubicBezTo>
                <a:cubicBezTo>
                  <a:pt x="4310" y="1164193"/>
                  <a:pt x="24851" y="890548"/>
                  <a:pt x="0" y="780286"/>
                </a:cubicBezTo>
                <a:cubicBezTo>
                  <a:pt x="-24851" y="670024"/>
                  <a:pt x="16774" y="202930"/>
                  <a:pt x="0" y="0"/>
                </a:cubicBezTo>
                <a:close/>
              </a:path>
            </a:pathLst>
          </a:custGeom>
          <a:ln w="117475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/>
        </p:spPr>
      </p:pic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halkSketch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矩形 76"/>
          <p:cNvSpPr/>
          <p:nvPr/>
        </p:nvSpPr>
        <p:spPr>
          <a:xfrm>
            <a:off x="7930054" y="1392376"/>
            <a:ext cx="2901155" cy="288994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21045" y="4744284"/>
            <a:ext cx="9210164" cy="1196731"/>
            <a:chOff x="2643438" y="4764377"/>
            <a:chExt cx="9210164" cy="1196731"/>
          </a:xfrm>
        </p:grpSpPr>
        <p:sp>
          <p:nvSpPr>
            <p:cNvPr id="3" name="TextBox 31"/>
            <p:cNvSpPr txBox="1">
              <a:spLocks noChangeArrowheads="1"/>
            </p:cNvSpPr>
            <p:nvPr/>
          </p:nvSpPr>
          <p:spPr bwMode="auto">
            <a:xfrm>
              <a:off x="3615609" y="4903149"/>
              <a:ext cx="8237993" cy="477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MySQL</a:t>
              </a:r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是中小型网站开发首选的数据库管理系统。</a:t>
              </a:r>
              <a:r>
                <a:rPr lang="en-US" altLang="zh-CN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 </a:t>
              </a:r>
              <a:endPara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460" name="组合 45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/>
            <p:nvPr/>
          </p:nvGrpSpPr>
          <p:grpSpPr>
            <a:xfrm>
              <a:off x="2643438" y="4764377"/>
              <a:ext cx="1053301" cy="1196731"/>
              <a:chOff x="3990181" y="1352129"/>
              <a:chExt cx="4211637" cy="4785146"/>
            </a:xfrm>
          </p:grpSpPr>
          <p:sp>
            <p:nvSpPr>
              <p:cNvPr id="5" name="ï$líḍe"/>
              <p:cNvSpPr/>
              <p:nvPr/>
            </p:nvSpPr>
            <p:spPr bwMode="auto">
              <a:xfrm>
                <a:off x="5780459" y="3616271"/>
                <a:ext cx="284540" cy="342112"/>
              </a:xfrm>
              <a:custGeom>
                <a:avLst/>
                <a:gdLst>
                  <a:gd name="T0" fmla="*/ 86 w 153"/>
                  <a:gd name="T1" fmla="*/ 184 h 184"/>
                  <a:gd name="T2" fmla="*/ 88 w 153"/>
                  <a:gd name="T3" fmla="*/ 172 h 184"/>
                  <a:gd name="T4" fmla="*/ 153 w 153"/>
                  <a:gd name="T5" fmla="*/ 119 h 184"/>
                  <a:gd name="T6" fmla="*/ 124 w 153"/>
                  <a:gd name="T7" fmla="*/ 108 h 184"/>
                  <a:gd name="T8" fmla="*/ 99 w 153"/>
                  <a:gd name="T9" fmla="*/ 126 h 184"/>
                  <a:gd name="T10" fmla="*/ 112 w 153"/>
                  <a:gd name="T11" fmla="*/ 52 h 184"/>
                  <a:gd name="T12" fmla="*/ 86 w 153"/>
                  <a:gd name="T13" fmla="*/ 25 h 184"/>
                  <a:gd name="T14" fmla="*/ 72 w 153"/>
                  <a:gd name="T15" fmla="*/ 72 h 184"/>
                  <a:gd name="T16" fmla="*/ 58 w 153"/>
                  <a:gd name="T17" fmla="*/ 25 h 184"/>
                  <a:gd name="T18" fmla="*/ 37 w 153"/>
                  <a:gd name="T19" fmla="*/ 20 h 184"/>
                  <a:gd name="T20" fmla="*/ 34 w 153"/>
                  <a:gd name="T21" fmla="*/ 44 h 184"/>
                  <a:gd name="T22" fmla="*/ 35 w 153"/>
                  <a:gd name="T23" fmla="*/ 80 h 184"/>
                  <a:gd name="T24" fmla="*/ 3 w 153"/>
                  <a:gd name="T25" fmla="*/ 46 h 184"/>
                  <a:gd name="T26" fmla="*/ 10 w 153"/>
                  <a:gd name="T27" fmla="*/ 111 h 184"/>
                  <a:gd name="T28" fmla="*/ 10 w 153"/>
                  <a:gd name="T29" fmla="*/ 153 h 184"/>
                  <a:gd name="T30" fmla="*/ 10 w 153"/>
                  <a:gd name="T31" fmla="*/ 155 h 184"/>
                  <a:gd name="T32" fmla="*/ 86 w 153"/>
                  <a:gd name="T3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184">
                    <a:moveTo>
                      <a:pt x="86" y="184"/>
                    </a:moveTo>
                    <a:cubicBezTo>
                      <a:pt x="87" y="180"/>
                      <a:pt x="88" y="176"/>
                      <a:pt x="88" y="172"/>
                    </a:cubicBezTo>
                    <a:cubicBezTo>
                      <a:pt x="104" y="156"/>
                      <a:pt x="131" y="130"/>
                      <a:pt x="153" y="119"/>
                    </a:cubicBezTo>
                    <a:cubicBezTo>
                      <a:pt x="153" y="119"/>
                      <a:pt x="153" y="93"/>
                      <a:pt x="124" y="108"/>
                    </a:cubicBezTo>
                    <a:cubicBezTo>
                      <a:pt x="106" y="117"/>
                      <a:pt x="100" y="123"/>
                      <a:pt x="99" y="126"/>
                    </a:cubicBezTo>
                    <a:cubicBezTo>
                      <a:pt x="101" y="116"/>
                      <a:pt x="106" y="83"/>
                      <a:pt x="112" y="52"/>
                    </a:cubicBezTo>
                    <a:cubicBezTo>
                      <a:pt x="121" y="3"/>
                      <a:pt x="90" y="0"/>
                      <a:pt x="86" y="25"/>
                    </a:cubicBezTo>
                    <a:cubicBezTo>
                      <a:pt x="84" y="41"/>
                      <a:pt x="74" y="79"/>
                      <a:pt x="72" y="72"/>
                    </a:cubicBezTo>
                    <a:cubicBezTo>
                      <a:pt x="65" y="43"/>
                      <a:pt x="61" y="31"/>
                      <a:pt x="58" y="25"/>
                    </a:cubicBezTo>
                    <a:cubicBezTo>
                      <a:pt x="54" y="15"/>
                      <a:pt x="43" y="14"/>
                      <a:pt x="37" y="20"/>
                    </a:cubicBezTo>
                    <a:cubicBezTo>
                      <a:pt x="33" y="24"/>
                      <a:pt x="31" y="33"/>
                      <a:pt x="34" y="44"/>
                    </a:cubicBezTo>
                    <a:cubicBezTo>
                      <a:pt x="40" y="68"/>
                      <a:pt x="35" y="80"/>
                      <a:pt x="35" y="80"/>
                    </a:cubicBezTo>
                    <a:cubicBezTo>
                      <a:pt x="35" y="80"/>
                      <a:pt x="21" y="24"/>
                      <a:pt x="3" y="46"/>
                    </a:cubicBezTo>
                    <a:cubicBezTo>
                      <a:pt x="0" y="51"/>
                      <a:pt x="10" y="111"/>
                      <a:pt x="10" y="111"/>
                    </a:cubicBezTo>
                    <a:cubicBezTo>
                      <a:pt x="11" y="128"/>
                      <a:pt x="10" y="140"/>
                      <a:pt x="10" y="153"/>
                    </a:cubicBezTo>
                    <a:cubicBezTo>
                      <a:pt x="10" y="153"/>
                      <a:pt x="10" y="154"/>
                      <a:pt x="10" y="155"/>
                    </a:cubicBezTo>
                    <a:cubicBezTo>
                      <a:pt x="36" y="158"/>
                      <a:pt x="62" y="169"/>
                      <a:pt x="86" y="184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" name="îşľîḋé"/>
              <p:cNvSpPr/>
              <p:nvPr/>
            </p:nvSpPr>
            <p:spPr bwMode="auto">
              <a:xfrm>
                <a:off x="4557047" y="5929129"/>
                <a:ext cx="1330806" cy="208146"/>
              </a:xfrm>
              <a:prstGeom prst="ellipse">
                <a:avLst/>
              </a:pr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îśḷïḋé"/>
              <p:cNvSpPr/>
              <p:nvPr/>
            </p:nvSpPr>
            <p:spPr bwMode="auto">
              <a:xfrm>
                <a:off x="5334273" y="3843239"/>
                <a:ext cx="615581" cy="552473"/>
              </a:xfrm>
              <a:custGeom>
                <a:avLst/>
                <a:gdLst>
                  <a:gd name="T0" fmla="*/ 249 w 331"/>
                  <a:gd name="T1" fmla="*/ 30 h 298"/>
                  <a:gd name="T2" fmla="*/ 1 w 331"/>
                  <a:gd name="T3" fmla="*/ 189 h 298"/>
                  <a:gd name="T4" fmla="*/ 5 w 331"/>
                  <a:gd name="T5" fmla="*/ 297 h 298"/>
                  <a:gd name="T6" fmla="*/ 9 w 331"/>
                  <a:gd name="T7" fmla="*/ 298 h 298"/>
                  <a:gd name="T8" fmla="*/ 331 w 331"/>
                  <a:gd name="T9" fmla="*/ 47 h 298"/>
                  <a:gd name="T10" fmla="*/ 249 w 331"/>
                  <a:gd name="T11" fmla="*/ 3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1" h="298">
                    <a:moveTo>
                      <a:pt x="249" y="30"/>
                    </a:moveTo>
                    <a:cubicBezTo>
                      <a:pt x="225" y="139"/>
                      <a:pt x="85" y="176"/>
                      <a:pt x="1" y="189"/>
                    </a:cubicBezTo>
                    <a:cubicBezTo>
                      <a:pt x="0" y="225"/>
                      <a:pt x="2" y="261"/>
                      <a:pt x="5" y="297"/>
                    </a:cubicBezTo>
                    <a:cubicBezTo>
                      <a:pt x="8" y="298"/>
                      <a:pt x="9" y="298"/>
                      <a:pt x="9" y="298"/>
                    </a:cubicBezTo>
                    <a:cubicBezTo>
                      <a:pt x="252" y="297"/>
                      <a:pt x="331" y="47"/>
                      <a:pt x="331" y="47"/>
                    </a:cubicBezTo>
                    <a:cubicBezTo>
                      <a:pt x="307" y="0"/>
                      <a:pt x="249" y="30"/>
                      <a:pt x="249" y="3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iṩḷïďê"/>
              <p:cNvSpPr/>
              <p:nvPr/>
            </p:nvSpPr>
            <p:spPr bwMode="auto">
              <a:xfrm>
                <a:off x="5810352" y="3906347"/>
                <a:ext cx="40965" cy="38751"/>
              </a:xfrm>
              <a:custGeom>
                <a:avLst/>
                <a:gdLst>
                  <a:gd name="T0" fmla="*/ 3 w 22"/>
                  <a:gd name="T1" fmla="*/ 17 h 21"/>
                  <a:gd name="T2" fmla="*/ 16 w 22"/>
                  <a:gd name="T3" fmla="*/ 17 h 21"/>
                  <a:gd name="T4" fmla="*/ 19 w 22"/>
                  <a:gd name="T5" fmla="*/ 4 h 21"/>
                  <a:gd name="T6" fmla="*/ 6 w 22"/>
                  <a:gd name="T7" fmla="*/ 3 h 21"/>
                  <a:gd name="T8" fmla="*/ 3 w 22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3" y="17"/>
                    </a:moveTo>
                    <a:cubicBezTo>
                      <a:pt x="6" y="20"/>
                      <a:pt x="12" y="21"/>
                      <a:pt x="16" y="17"/>
                    </a:cubicBezTo>
                    <a:cubicBezTo>
                      <a:pt x="21" y="14"/>
                      <a:pt x="22" y="8"/>
                      <a:pt x="19" y="4"/>
                    </a:cubicBezTo>
                    <a:cubicBezTo>
                      <a:pt x="17" y="0"/>
                      <a:pt x="11" y="0"/>
                      <a:pt x="6" y="3"/>
                    </a:cubicBezTo>
                    <a:cubicBezTo>
                      <a:pt x="1" y="7"/>
                      <a:pt x="0" y="13"/>
                      <a:pt x="3" y="17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îsľîḋé"/>
              <p:cNvSpPr/>
              <p:nvPr/>
            </p:nvSpPr>
            <p:spPr bwMode="auto">
              <a:xfrm>
                <a:off x="4934589" y="4041421"/>
                <a:ext cx="222539" cy="246897"/>
              </a:xfrm>
              <a:custGeom>
                <a:avLst/>
                <a:gdLst>
                  <a:gd name="T0" fmla="*/ 0 w 120"/>
                  <a:gd name="T1" fmla="*/ 34 h 133"/>
                  <a:gd name="T2" fmla="*/ 9 w 120"/>
                  <a:gd name="T3" fmla="*/ 82 h 133"/>
                  <a:gd name="T4" fmla="*/ 68 w 120"/>
                  <a:gd name="T5" fmla="*/ 130 h 133"/>
                  <a:gd name="T6" fmla="*/ 120 w 120"/>
                  <a:gd name="T7" fmla="*/ 81 h 133"/>
                  <a:gd name="T8" fmla="*/ 106 w 120"/>
                  <a:gd name="T9" fmla="*/ 36 h 133"/>
                  <a:gd name="T10" fmla="*/ 0 w 120"/>
                  <a:gd name="T11" fmla="*/ 3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133">
                    <a:moveTo>
                      <a:pt x="0" y="34"/>
                    </a:moveTo>
                    <a:cubicBezTo>
                      <a:pt x="0" y="34"/>
                      <a:pt x="11" y="75"/>
                      <a:pt x="9" y="82"/>
                    </a:cubicBezTo>
                    <a:cubicBezTo>
                      <a:pt x="9" y="82"/>
                      <a:pt x="17" y="133"/>
                      <a:pt x="68" y="130"/>
                    </a:cubicBezTo>
                    <a:cubicBezTo>
                      <a:pt x="119" y="127"/>
                      <a:pt x="120" y="81"/>
                      <a:pt x="120" y="81"/>
                    </a:cubicBezTo>
                    <a:cubicBezTo>
                      <a:pt x="120" y="81"/>
                      <a:pt x="109" y="47"/>
                      <a:pt x="106" y="36"/>
                    </a:cubicBezTo>
                    <a:cubicBezTo>
                      <a:pt x="103" y="25"/>
                      <a:pt x="63" y="0"/>
                      <a:pt x="0" y="34"/>
                    </a:cubicBezTo>
                    <a:close/>
                  </a:path>
                </a:pathLst>
              </a:custGeom>
              <a:solidFill>
                <a:srgbClr val="F4C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ïsḻïdê"/>
              <p:cNvSpPr/>
              <p:nvPr/>
            </p:nvSpPr>
            <p:spPr bwMode="auto">
              <a:xfrm>
                <a:off x="4971125" y="4030349"/>
                <a:ext cx="179360" cy="202610"/>
              </a:xfrm>
              <a:custGeom>
                <a:avLst/>
                <a:gdLst>
                  <a:gd name="T0" fmla="*/ 0 w 96"/>
                  <a:gd name="T1" fmla="*/ 35 h 109"/>
                  <a:gd name="T2" fmla="*/ 96 w 96"/>
                  <a:gd name="T3" fmla="*/ 75 h 109"/>
                  <a:gd name="T4" fmla="*/ 87 w 96"/>
                  <a:gd name="T5" fmla="*/ 45 h 109"/>
                  <a:gd name="T6" fmla="*/ 0 w 96"/>
                  <a:gd name="T7" fmla="*/ 3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109">
                    <a:moveTo>
                      <a:pt x="0" y="35"/>
                    </a:moveTo>
                    <a:cubicBezTo>
                      <a:pt x="0" y="35"/>
                      <a:pt x="22" y="109"/>
                      <a:pt x="96" y="75"/>
                    </a:cubicBezTo>
                    <a:cubicBezTo>
                      <a:pt x="96" y="75"/>
                      <a:pt x="87" y="51"/>
                      <a:pt x="87" y="45"/>
                    </a:cubicBezTo>
                    <a:cubicBezTo>
                      <a:pt x="86" y="39"/>
                      <a:pt x="63" y="0"/>
                      <a:pt x="0" y="35"/>
                    </a:cubicBezTo>
                    <a:close/>
                  </a:path>
                </a:pathLst>
              </a:custGeom>
              <a:solidFill>
                <a:srgbClr val="F4C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iS1îḍê"/>
              <p:cNvSpPr/>
              <p:nvPr/>
            </p:nvSpPr>
            <p:spPr bwMode="auto">
              <a:xfrm>
                <a:off x="4964482" y="4257317"/>
                <a:ext cx="191539" cy="389720"/>
              </a:xfrm>
              <a:custGeom>
                <a:avLst/>
                <a:gdLst>
                  <a:gd name="T0" fmla="*/ 0 w 103"/>
                  <a:gd name="T1" fmla="*/ 8 h 210"/>
                  <a:gd name="T2" fmla="*/ 94 w 103"/>
                  <a:gd name="T3" fmla="*/ 210 h 210"/>
                  <a:gd name="T4" fmla="*/ 103 w 103"/>
                  <a:gd name="T5" fmla="*/ 0 h 210"/>
                  <a:gd name="T6" fmla="*/ 61 w 103"/>
                  <a:gd name="T7" fmla="*/ 21 h 210"/>
                  <a:gd name="T8" fmla="*/ 0 w 103"/>
                  <a:gd name="T9" fmla="*/ 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210">
                    <a:moveTo>
                      <a:pt x="0" y="8"/>
                    </a:moveTo>
                    <a:cubicBezTo>
                      <a:pt x="29" y="84"/>
                      <a:pt x="94" y="210"/>
                      <a:pt x="94" y="210"/>
                    </a:cubicBezTo>
                    <a:cubicBezTo>
                      <a:pt x="96" y="202"/>
                      <a:pt x="100" y="74"/>
                      <a:pt x="103" y="0"/>
                    </a:cubicBezTo>
                    <a:cubicBezTo>
                      <a:pt x="93" y="10"/>
                      <a:pt x="78" y="18"/>
                      <a:pt x="61" y="21"/>
                    </a:cubicBezTo>
                    <a:cubicBezTo>
                      <a:pt x="37" y="25"/>
                      <a:pt x="15" y="20"/>
                      <a:pt x="0" y="8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işļíḓé"/>
              <p:cNvSpPr/>
              <p:nvPr/>
            </p:nvSpPr>
            <p:spPr bwMode="auto">
              <a:xfrm>
                <a:off x="4940124" y="4158780"/>
                <a:ext cx="221432" cy="145038"/>
              </a:xfrm>
              <a:custGeom>
                <a:avLst/>
                <a:gdLst>
                  <a:gd name="T0" fmla="*/ 117 w 119"/>
                  <a:gd name="T1" fmla="*/ 1 h 78"/>
                  <a:gd name="T2" fmla="*/ 69 w 119"/>
                  <a:gd name="T3" fmla="*/ 58 h 78"/>
                  <a:gd name="T4" fmla="*/ 4 w 119"/>
                  <a:gd name="T5" fmla="*/ 25 h 78"/>
                  <a:gd name="T6" fmla="*/ 0 w 119"/>
                  <a:gd name="T7" fmla="*/ 23 h 78"/>
                  <a:gd name="T8" fmla="*/ 13 w 119"/>
                  <a:gd name="T9" fmla="*/ 61 h 78"/>
                  <a:gd name="T10" fmla="*/ 74 w 119"/>
                  <a:gd name="T11" fmla="*/ 74 h 78"/>
                  <a:gd name="T12" fmla="*/ 116 w 119"/>
                  <a:gd name="T13" fmla="*/ 53 h 78"/>
                  <a:gd name="T14" fmla="*/ 118 w 119"/>
                  <a:gd name="T15" fmla="*/ 0 h 78"/>
                  <a:gd name="T16" fmla="*/ 117 w 119"/>
                  <a:gd name="T17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78">
                    <a:moveTo>
                      <a:pt x="117" y="1"/>
                    </a:moveTo>
                    <a:cubicBezTo>
                      <a:pt x="119" y="28"/>
                      <a:pt x="98" y="52"/>
                      <a:pt x="69" y="58"/>
                    </a:cubicBezTo>
                    <a:cubicBezTo>
                      <a:pt x="40" y="63"/>
                      <a:pt x="13" y="49"/>
                      <a:pt x="4" y="25"/>
                    </a:cubicBezTo>
                    <a:cubicBezTo>
                      <a:pt x="2" y="24"/>
                      <a:pt x="0" y="23"/>
                      <a:pt x="0" y="23"/>
                    </a:cubicBezTo>
                    <a:cubicBezTo>
                      <a:pt x="3" y="32"/>
                      <a:pt x="7" y="45"/>
                      <a:pt x="13" y="61"/>
                    </a:cubicBezTo>
                    <a:cubicBezTo>
                      <a:pt x="28" y="73"/>
                      <a:pt x="50" y="78"/>
                      <a:pt x="74" y="74"/>
                    </a:cubicBezTo>
                    <a:cubicBezTo>
                      <a:pt x="91" y="71"/>
                      <a:pt x="106" y="63"/>
                      <a:pt x="116" y="53"/>
                    </a:cubicBezTo>
                    <a:cubicBezTo>
                      <a:pt x="117" y="22"/>
                      <a:pt x="118" y="0"/>
                      <a:pt x="118" y="0"/>
                    </a:cubicBez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iŝ1îḓé"/>
              <p:cNvSpPr/>
              <p:nvPr/>
            </p:nvSpPr>
            <p:spPr bwMode="auto">
              <a:xfrm>
                <a:off x="5156021" y="4856291"/>
                <a:ext cx="466114" cy="1086124"/>
              </a:xfrm>
              <a:custGeom>
                <a:avLst/>
                <a:gdLst>
                  <a:gd name="T0" fmla="*/ 168 w 251"/>
                  <a:gd name="T1" fmla="*/ 577 h 585"/>
                  <a:gd name="T2" fmla="*/ 139 w 251"/>
                  <a:gd name="T3" fmla="*/ 531 h 585"/>
                  <a:gd name="T4" fmla="*/ 208 w 251"/>
                  <a:gd name="T5" fmla="*/ 361 h 585"/>
                  <a:gd name="T6" fmla="*/ 180 w 251"/>
                  <a:gd name="T7" fmla="*/ 21 h 585"/>
                  <a:gd name="T8" fmla="*/ 49 w 251"/>
                  <a:gd name="T9" fmla="*/ 147 h 585"/>
                  <a:gd name="T10" fmla="*/ 92 w 251"/>
                  <a:gd name="T11" fmla="*/ 518 h 585"/>
                  <a:gd name="T12" fmla="*/ 84 w 251"/>
                  <a:gd name="T13" fmla="*/ 574 h 585"/>
                  <a:gd name="T14" fmla="*/ 168 w 251"/>
                  <a:gd name="T15" fmla="*/ 577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5">
                    <a:moveTo>
                      <a:pt x="168" y="577"/>
                    </a:moveTo>
                    <a:cubicBezTo>
                      <a:pt x="139" y="531"/>
                      <a:pt x="139" y="531"/>
                      <a:pt x="139" y="531"/>
                    </a:cubicBezTo>
                    <a:cubicBezTo>
                      <a:pt x="139" y="531"/>
                      <a:pt x="164" y="500"/>
                      <a:pt x="208" y="361"/>
                    </a:cubicBezTo>
                    <a:cubicBezTo>
                      <a:pt x="251" y="222"/>
                      <a:pt x="180" y="21"/>
                      <a:pt x="180" y="21"/>
                    </a:cubicBezTo>
                    <a:cubicBezTo>
                      <a:pt x="90" y="0"/>
                      <a:pt x="0" y="87"/>
                      <a:pt x="49" y="147"/>
                    </a:cubicBezTo>
                    <a:cubicBezTo>
                      <a:pt x="99" y="207"/>
                      <a:pt x="103" y="474"/>
                      <a:pt x="92" y="518"/>
                    </a:cubicBezTo>
                    <a:cubicBezTo>
                      <a:pt x="88" y="535"/>
                      <a:pt x="85" y="556"/>
                      <a:pt x="84" y="574"/>
                    </a:cubicBezTo>
                    <a:cubicBezTo>
                      <a:pt x="112" y="585"/>
                      <a:pt x="140" y="584"/>
                      <a:pt x="168" y="577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íşlíḑè"/>
              <p:cNvSpPr/>
              <p:nvPr/>
            </p:nvSpPr>
            <p:spPr bwMode="auto">
              <a:xfrm>
                <a:off x="5307702" y="5921379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19 w 121"/>
                  <a:gd name="T7" fmla="*/ 32 h 59"/>
                  <a:gd name="T8" fmla="*/ 52 w 121"/>
                  <a:gd name="T9" fmla="*/ 55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3" y="43"/>
                      <a:pt x="19" y="32"/>
                    </a:cubicBezTo>
                    <a:cubicBezTo>
                      <a:pt x="25" y="22"/>
                      <a:pt x="52" y="55"/>
                      <a:pt x="52" y="55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î$ļïḓe"/>
              <p:cNvSpPr/>
              <p:nvPr/>
            </p:nvSpPr>
            <p:spPr bwMode="auto">
              <a:xfrm>
                <a:off x="4817230" y="4854076"/>
                <a:ext cx="467222" cy="1083910"/>
              </a:xfrm>
              <a:custGeom>
                <a:avLst/>
                <a:gdLst>
                  <a:gd name="T0" fmla="*/ 168 w 251"/>
                  <a:gd name="T1" fmla="*/ 576 h 584"/>
                  <a:gd name="T2" fmla="*/ 140 w 251"/>
                  <a:gd name="T3" fmla="*/ 531 h 584"/>
                  <a:gd name="T4" fmla="*/ 208 w 251"/>
                  <a:gd name="T5" fmla="*/ 360 h 584"/>
                  <a:gd name="T6" fmla="*/ 181 w 251"/>
                  <a:gd name="T7" fmla="*/ 20 h 584"/>
                  <a:gd name="T8" fmla="*/ 50 w 251"/>
                  <a:gd name="T9" fmla="*/ 146 h 584"/>
                  <a:gd name="T10" fmla="*/ 92 w 251"/>
                  <a:gd name="T11" fmla="*/ 517 h 584"/>
                  <a:gd name="T12" fmla="*/ 84 w 251"/>
                  <a:gd name="T13" fmla="*/ 573 h 584"/>
                  <a:gd name="T14" fmla="*/ 168 w 251"/>
                  <a:gd name="T15" fmla="*/ 576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4">
                    <a:moveTo>
                      <a:pt x="168" y="576"/>
                    </a:moveTo>
                    <a:cubicBezTo>
                      <a:pt x="140" y="531"/>
                      <a:pt x="140" y="531"/>
                      <a:pt x="140" y="531"/>
                    </a:cubicBezTo>
                    <a:cubicBezTo>
                      <a:pt x="140" y="531"/>
                      <a:pt x="164" y="500"/>
                      <a:pt x="208" y="360"/>
                    </a:cubicBezTo>
                    <a:cubicBezTo>
                      <a:pt x="251" y="221"/>
                      <a:pt x="181" y="20"/>
                      <a:pt x="181" y="20"/>
                    </a:cubicBezTo>
                    <a:cubicBezTo>
                      <a:pt x="90" y="0"/>
                      <a:pt x="0" y="86"/>
                      <a:pt x="50" y="146"/>
                    </a:cubicBezTo>
                    <a:cubicBezTo>
                      <a:pt x="99" y="206"/>
                      <a:pt x="103" y="473"/>
                      <a:pt x="92" y="517"/>
                    </a:cubicBezTo>
                    <a:cubicBezTo>
                      <a:pt x="88" y="535"/>
                      <a:pt x="85" y="555"/>
                      <a:pt x="84" y="573"/>
                    </a:cubicBezTo>
                    <a:cubicBezTo>
                      <a:pt x="112" y="584"/>
                      <a:pt x="140" y="583"/>
                      <a:pt x="168" y="576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" name="ïŝlïḓe"/>
              <p:cNvSpPr/>
              <p:nvPr/>
            </p:nvSpPr>
            <p:spPr bwMode="auto">
              <a:xfrm>
                <a:off x="4970018" y="5918057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20 w 121"/>
                  <a:gd name="T7" fmla="*/ 33 h 59"/>
                  <a:gd name="T8" fmla="*/ 52 w 121"/>
                  <a:gd name="T9" fmla="*/ 56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4" y="43"/>
                      <a:pt x="20" y="33"/>
                    </a:cubicBezTo>
                    <a:cubicBezTo>
                      <a:pt x="25" y="22"/>
                      <a:pt x="52" y="56"/>
                      <a:pt x="52" y="56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îṡḻîḓê"/>
              <p:cNvSpPr/>
              <p:nvPr/>
            </p:nvSpPr>
            <p:spPr bwMode="auto">
              <a:xfrm>
                <a:off x="4691013" y="4850755"/>
                <a:ext cx="1102731" cy="972087"/>
              </a:xfrm>
              <a:custGeom>
                <a:avLst/>
                <a:gdLst>
                  <a:gd name="T0" fmla="*/ 115 w 593"/>
                  <a:gd name="T1" fmla="*/ 56 h 524"/>
                  <a:gd name="T2" fmla="*/ 0 w 593"/>
                  <a:gd name="T3" fmla="*/ 264 h 524"/>
                  <a:gd name="T4" fmla="*/ 593 w 593"/>
                  <a:gd name="T5" fmla="*/ 162 h 524"/>
                  <a:gd name="T6" fmla="*/ 426 w 593"/>
                  <a:gd name="T7" fmla="*/ 0 h 524"/>
                  <a:gd name="T8" fmla="*/ 115 w 593"/>
                  <a:gd name="T9" fmla="*/ 56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524">
                    <a:moveTo>
                      <a:pt x="115" y="56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348" y="524"/>
                      <a:pt x="593" y="162"/>
                    </a:cubicBezTo>
                    <a:cubicBezTo>
                      <a:pt x="426" y="0"/>
                      <a:pt x="426" y="0"/>
                      <a:pt x="426" y="0"/>
                    </a:cubicBezTo>
                    <a:lnTo>
                      <a:pt x="115" y="56"/>
                    </a:ln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ísľïḍé"/>
              <p:cNvSpPr/>
              <p:nvPr/>
            </p:nvSpPr>
            <p:spPr bwMode="auto">
              <a:xfrm>
                <a:off x="4743050" y="4971435"/>
                <a:ext cx="256861" cy="504865"/>
              </a:xfrm>
              <a:custGeom>
                <a:avLst/>
                <a:gdLst>
                  <a:gd name="T0" fmla="*/ 117 w 138"/>
                  <a:gd name="T1" fmla="*/ 0 h 272"/>
                  <a:gd name="T2" fmla="*/ 0 w 138"/>
                  <a:gd name="T3" fmla="*/ 230 h 272"/>
                  <a:gd name="T4" fmla="*/ 52 w 138"/>
                  <a:gd name="T5" fmla="*/ 256 h 272"/>
                  <a:gd name="T6" fmla="*/ 138 w 138"/>
                  <a:gd name="T7" fmla="*/ 4 h 272"/>
                  <a:gd name="T8" fmla="*/ 117 w 138"/>
                  <a:gd name="T9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272">
                    <a:moveTo>
                      <a:pt x="117" y="0"/>
                    </a:moveTo>
                    <a:cubicBezTo>
                      <a:pt x="0" y="230"/>
                      <a:pt x="0" y="230"/>
                      <a:pt x="0" y="230"/>
                    </a:cubicBezTo>
                    <a:cubicBezTo>
                      <a:pt x="0" y="230"/>
                      <a:pt x="7" y="272"/>
                      <a:pt x="52" y="256"/>
                    </a:cubicBezTo>
                    <a:cubicBezTo>
                      <a:pt x="138" y="4"/>
                      <a:pt x="138" y="4"/>
                      <a:pt x="138" y="4"/>
                    </a:cubicBezTo>
                    <a:cubicBezTo>
                      <a:pt x="131" y="3"/>
                      <a:pt x="124" y="1"/>
                      <a:pt x="11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îṡľiḓe"/>
              <p:cNvSpPr/>
              <p:nvPr/>
            </p:nvSpPr>
            <p:spPr bwMode="auto">
              <a:xfrm>
                <a:off x="4915767" y="5003543"/>
                <a:ext cx="156110" cy="533651"/>
              </a:xfrm>
              <a:custGeom>
                <a:avLst/>
                <a:gdLst>
                  <a:gd name="T0" fmla="*/ 67 w 84"/>
                  <a:gd name="T1" fmla="*/ 0 h 288"/>
                  <a:gd name="T2" fmla="*/ 0 w 84"/>
                  <a:gd name="T3" fmla="*/ 258 h 288"/>
                  <a:gd name="T4" fmla="*/ 65 w 84"/>
                  <a:gd name="T5" fmla="*/ 272 h 288"/>
                  <a:gd name="T6" fmla="*/ 84 w 84"/>
                  <a:gd name="T7" fmla="*/ 1 h 288"/>
                  <a:gd name="T8" fmla="*/ 67 w 84"/>
                  <a:gd name="T9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288">
                    <a:moveTo>
                      <a:pt x="67" y="0"/>
                    </a:move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8"/>
                      <a:pt x="13" y="288"/>
                      <a:pt x="65" y="27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79" y="1"/>
                      <a:pt x="73" y="1"/>
                      <a:pt x="6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îšľîdè"/>
              <p:cNvSpPr/>
              <p:nvPr/>
            </p:nvSpPr>
            <p:spPr bwMode="auto">
              <a:xfrm>
                <a:off x="5112841" y="5003543"/>
                <a:ext cx="117359" cy="549151"/>
              </a:xfrm>
              <a:custGeom>
                <a:avLst/>
                <a:gdLst>
                  <a:gd name="T0" fmla="*/ 3 w 63"/>
                  <a:gd name="T1" fmla="*/ 1 h 296"/>
                  <a:gd name="T2" fmla="*/ 0 w 63"/>
                  <a:gd name="T3" fmla="*/ 279 h 296"/>
                  <a:gd name="T4" fmla="*/ 63 w 63"/>
                  <a:gd name="T5" fmla="*/ 275 h 296"/>
                  <a:gd name="T6" fmla="*/ 23 w 63"/>
                  <a:gd name="T7" fmla="*/ 0 h 296"/>
                  <a:gd name="T8" fmla="*/ 3 w 63"/>
                  <a:gd name="T9" fmla="*/ 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96">
                    <a:moveTo>
                      <a:pt x="3" y="1"/>
                    </a:moveTo>
                    <a:cubicBezTo>
                      <a:pt x="0" y="279"/>
                      <a:pt x="0" y="279"/>
                      <a:pt x="0" y="279"/>
                    </a:cubicBezTo>
                    <a:cubicBezTo>
                      <a:pt x="0" y="279"/>
                      <a:pt x="29" y="296"/>
                      <a:pt x="63" y="27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0"/>
                      <a:pt x="11" y="1"/>
                      <a:pt x="3" y="1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íṡlîḓe"/>
              <p:cNvSpPr/>
              <p:nvPr/>
            </p:nvSpPr>
            <p:spPr bwMode="auto">
              <a:xfrm>
                <a:off x="5205843" y="4971435"/>
                <a:ext cx="252433" cy="548044"/>
              </a:xfrm>
              <a:custGeom>
                <a:avLst/>
                <a:gdLst>
                  <a:gd name="T0" fmla="*/ 0 w 136"/>
                  <a:gd name="T1" fmla="*/ 5 h 295"/>
                  <a:gd name="T2" fmla="*/ 77 w 136"/>
                  <a:gd name="T3" fmla="*/ 287 h 295"/>
                  <a:gd name="T4" fmla="*/ 136 w 136"/>
                  <a:gd name="T5" fmla="*/ 265 h 295"/>
                  <a:gd name="T6" fmla="*/ 25 w 136"/>
                  <a:gd name="T7" fmla="*/ 0 h 295"/>
                  <a:gd name="T8" fmla="*/ 0 w 136"/>
                  <a:gd name="T9" fmla="*/ 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295">
                    <a:moveTo>
                      <a:pt x="0" y="5"/>
                    </a:move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110" y="295"/>
                      <a:pt x="136" y="26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7" y="2"/>
                      <a:pt x="9" y="4"/>
                      <a:pt x="0" y="5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ís1ïďè"/>
              <p:cNvSpPr/>
              <p:nvPr/>
            </p:nvSpPr>
            <p:spPr bwMode="auto">
              <a:xfrm>
                <a:off x="5313237" y="4940435"/>
                <a:ext cx="331041" cy="474972"/>
              </a:xfrm>
              <a:custGeom>
                <a:avLst/>
                <a:gdLst>
                  <a:gd name="T0" fmla="*/ 24 w 178"/>
                  <a:gd name="T1" fmla="*/ 0 h 256"/>
                  <a:gd name="T2" fmla="*/ 0 w 178"/>
                  <a:gd name="T3" fmla="*/ 10 h 256"/>
                  <a:gd name="T4" fmla="*/ 127 w 178"/>
                  <a:gd name="T5" fmla="*/ 256 h 256"/>
                  <a:gd name="T6" fmla="*/ 178 w 178"/>
                  <a:gd name="T7" fmla="*/ 220 h 256"/>
                  <a:gd name="T8" fmla="*/ 24 w 178"/>
                  <a:gd name="T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56">
                    <a:moveTo>
                      <a:pt x="24" y="0"/>
                    </a:moveTo>
                    <a:cubicBezTo>
                      <a:pt x="16" y="3"/>
                      <a:pt x="8" y="7"/>
                      <a:pt x="0" y="10"/>
                    </a:cubicBezTo>
                    <a:cubicBezTo>
                      <a:pt x="127" y="256"/>
                      <a:pt x="127" y="256"/>
                      <a:pt x="127" y="256"/>
                    </a:cubicBezTo>
                    <a:cubicBezTo>
                      <a:pt x="127" y="256"/>
                      <a:pt x="160" y="255"/>
                      <a:pt x="178" y="22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îṣ1íďé"/>
              <p:cNvSpPr/>
              <p:nvPr/>
            </p:nvSpPr>
            <p:spPr bwMode="auto">
              <a:xfrm>
                <a:off x="5419525" y="4889506"/>
                <a:ext cx="356506" cy="386399"/>
              </a:xfrm>
              <a:custGeom>
                <a:avLst/>
                <a:gdLst>
                  <a:gd name="T0" fmla="*/ 20 w 192"/>
                  <a:gd name="T1" fmla="*/ 0 h 208"/>
                  <a:gd name="T2" fmla="*/ 0 w 192"/>
                  <a:gd name="T3" fmla="*/ 16 h 208"/>
                  <a:gd name="T4" fmla="*/ 155 w 192"/>
                  <a:gd name="T5" fmla="*/ 208 h 208"/>
                  <a:gd name="T6" fmla="*/ 192 w 192"/>
                  <a:gd name="T7" fmla="*/ 157 h 208"/>
                  <a:gd name="T8" fmla="*/ 20 w 192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208">
                    <a:moveTo>
                      <a:pt x="20" y="0"/>
                    </a:moveTo>
                    <a:cubicBezTo>
                      <a:pt x="14" y="6"/>
                      <a:pt x="7" y="11"/>
                      <a:pt x="0" y="16"/>
                    </a:cubicBezTo>
                    <a:cubicBezTo>
                      <a:pt x="155" y="208"/>
                      <a:pt x="155" y="208"/>
                      <a:pt x="155" y="208"/>
                    </a:cubicBezTo>
                    <a:cubicBezTo>
                      <a:pt x="155" y="208"/>
                      <a:pt x="187" y="197"/>
                      <a:pt x="192" y="157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ïṧḷiḋè"/>
              <p:cNvSpPr/>
              <p:nvPr/>
            </p:nvSpPr>
            <p:spPr bwMode="auto">
              <a:xfrm>
                <a:off x="4745264" y="4156566"/>
                <a:ext cx="797155" cy="894585"/>
              </a:xfrm>
              <a:custGeom>
                <a:avLst/>
                <a:gdLst>
                  <a:gd name="T0" fmla="*/ 0 w 429"/>
                  <a:gd name="T1" fmla="*/ 70 h 482"/>
                  <a:gd name="T2" fmla="*/ 111 w 429"/>
                  <a:gd name="T3" fmla="*/ 20 h 482"/>
                  <a:gd name="T4" fmla="*/ 211 w 429"/>
                  <a:gd name="T5" fmla="*/ 255 h 482"/>
                  <a:gd name="T6" fmla="*/ 218 w 429"/>
                  <a:gd name="T7" fmla="*/ 0 h 482"/>
                  <a:gd name="T8" fmla="*/ 352 w 429"/>
                  <a:gd name="T9" fmla="*/ 10 h 482"/>
                  <a:gd name="T10" fmla="*/ 360 w 429"/>
                  <a:gd name="T11" fmla="*/ 276 h 482"/>
                  <a:gd name="T12" fmla="*/ 429 w 429"/>
                  <a:gd name="T13" fmla="*/ 373 h 482"/>
                  <a:gd name="T14" fmla="*/ 50 w 429"/>
                  <a:gd name="T15" fmla="*/ 450 h 482"/>
                  <a:gd name="T16" fmla="*/ 0 w 429"/>
                  <a:gd name="T17" fmla="*/ 7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482">
                    <a:moveTo>
                      <a:pt x="0" y="7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211" y="255"/>
                      <a:pt x="211" y="255"/>
                      <a:pt x="211" y="255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352" y="10"/>
                      <a:pt x="352" y="10"/>
                      <a:pt x="352" y="10"/>
                    </a:cubicBezTo>
                    <a:cubicBezTo>
                      <a:pt x="352" y="10"/>
                      <a:pt x="333" y="217"/>
                      <a:pt x="360" y="276"/>
                    </a:cubicBezTo>
                    <a:cubicBezTo>
                      <a:pt x="387" y="336"/>
                      <a:pt x="429" y="373"/>
                      <a:pt x="429" y="373"/>
                    </a:cubicBezTo>
                    <a:cubicBezTo>
                      <a:pt x="320" y="461"/>
                      <a:pt x="196" y="482"/>
                      <a:pt x="50" y="450"/>
                    </a:cubicBezTo>
                    <a:cubicBezTo>
                      <a:pt x="50" y="450"/>
                      <a:pt x="124" y="332"/>
                      <a:pt x="0" y="7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ïṥ1iḍê"/>
              <p:cNvSpPr/>
              <p:nvPr/>
            </p:nvSpPr>
            <p:spPr bwMode="auto">
              <a:xfrm>
                <a:off x="4882552" y="4177602"/>
                <a:ext cx="254647" cy="452828"/>
              </a:xfrm>
              <a:custGeom>
                <a:avLst/>
                <a:gdLst>
                  <a:gd name="T0" fmla="*/ 36 w 137"/>
                  <a:gd name="T1" fmla="*/ 0 h 244"/>
                  <a:gd name="T2" fmla="*/ 8 w 137"/>
                  <a:gd name="T3" fmla="*/ 18 h 244"/>
                  <a:gd name="T4" fmla="*/ 0 w 137"/>
                  <a:gd name="T5" fmla="*/ 104 h 244"/>
                  <a:gd name="T6" fmla="*/ 53 w 137"/>
                  <a:gd name="T7" fmla="*/ 91 h 244"/>
                  <a:gd name="T8" fmla="*/ 32 w 137"/>
                  <a:gd name="T9" fmla="*/ 155 h 244"/>
                  <a:gd name="T10" fmla="*/ 137 w 137"/>
                  <a:gd name="T11" fmla="*/ 244 h 244"/>
                  <a:gd name="T12" fmla="*/ 36 w 137"/>
                  <a:gd name="T13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244">
                    <a:moveTo>
                      <a:pt x="36" y="0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53" y="91"/>
                      <a:pt x="53" y="91"/>
                      <a:pt x="53" y="91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137" y="244"/>
                      <a:pt x="137" y="244"/>
                      <a:pt x="137" y="244"/>
                    </a:cubicBezTo>
                    <a:cubicBezTo>
                      <a:pt x="137" y="244"/>
                      <a:pt x="64" y="46"/>
                      <a:pt x="36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îşlîḍè"/>
              <p:cNvSpPr/>
              <p:nvPr/>
            </p:nvSpPr>
            <p:spPr bwMode="auto">
              <a:xfrm>
                <a:off x="5127234" y="4139958"/>
                <a:ext cx="150574" cy="490472"/>
              </a:xfrm>
              <a:custGeom>
                <a:avLst/>
                <a:gdLst>
                  <a:gd name="T0" fmla="*/ 10 w 81"/>
                  <a:gd name="T1" fmla="*/ 0 h 264"/>
                  <a:gd name="T2" fmla="*/ 42 w 81"/>
                  <a:gd name="T3" fmla="*/ 6 h 264"/>
                  <a:gd name="T4" fmla="*/ 81 w 81"/>
                  <a:gd name="T5" fmla="*/ 83 h 264"/>
                  <a:gd name="T6" fmla="*/ 27 w 81"/>
                  <a:gd name="T7" fmla="*/ 90 h 264"/>
                  <a:gd name="T8" fmla="*/ 70 w 81"/>
                  <a:gd name="T9" fmla="*/ 143 h 264"/>
                  <a:gd name="T10" fmla="*/ 5 w 81"/>
                  <a:gd name="T11" fmla="*/ 264 h 264"/>
                  <a:gd name="T12" fmla="*/ 10 w 81"/>
                  <a:gd name="T13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64">
                    <a:moveTo>
                      <a:pt x="10" y="0"/>
                    </a:moveTo>
                    <a:cubicBezTo>
                      <a:pt x="42" y="6"/>
                      <a:pt x="42" y="6"/>
                      <a:pt x="42" y="6"/>
                    </a:cubicBezTo>
                    <a:cubicBezTo>
                      <a:pt x="81" y="83"/>
                      <a:pt x="81" y="83"/>
                      <a:pt x="81" y="83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70" y="143"/>
                      <a:pt x="70" y="143"/>
                      <a:pt x="70" y="143"/>
                    </a:cubicBezTo>
                    <a:cubicBezTo>
                      <a:pt x="5" y="264"/>
                      <a:pt x="5" y="264"/>
                      <a:pt x="5" y="264"/>
                    </a:cubicBezTo>
                    <a:cubicBezTo>
                      <a:pt x="5" y="264"/>
                      <a:pt x="0" y="53"/>
                      <a:pt x="10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îṧľíḋe"/>
              <p:cNvSpPr/>
              <p:nvPr/>
            </p:nvSpPr>
            <p:spPr bwMode="auto">
              <a:xfrm>
                <a:off x="5129449" y="4680252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2"/>
                      <a:pt x="16" y="17"/>
                      <a:pt x="11" y="18"/>
                    </a:cubicBezTo>
                    <a:cubicBezTo>
                      <a:pt x="7" y="19"/>
                      <a:pt x="2" y="16"/>
                      <a:pt x="1" y="11"/>
                    </a:cubicBezTo>
                    <a:cubicBezTo>
                      <a:pt x="0" y="6"/>
                      <a:pt x="4" y="2"/>
                      <a:pt x="8" y="1"/>
                    </a:cubicBezTo>
                    <a:cubicBezTo>
                      <a:pt x="13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îṥļiḍe"/>
              <p:cNvSpPr/>
              <p:nvPr/>
            </p:nvSpPr>
            <p:spPr bwMode="auto">
              <a:xfrm>
                <a:off x="5146056" y="4763289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3"/>
                      <a:pt x="16" y="17"/>
                      <a:pt x="11" y="18"/>
                    </a:cubicBezTo>
                    <a:cubicBezTo>
                      <a:pt x="6" y="19"/>
                      <a:pt x="2" y="16"/>
                      <a:pt x="1" y="11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7" y="4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i$ḻïḓè"/>
              <p:cNvSpPr/>
              <p:nvPr/>
            </p:nvSpPr>
            <p:spPr bwMode="auto">
              <a:xfrm>
                <a:off x="5162664" y="4848541"/>
                <a:ext cx="34322" cy="35429"/>
              </a:xfrm>
              <a:custGeom>
                <a:avLst/>
                <a:gdLst>
                  <a:gd name="T0" fmla="*/ 18 w 18"/>
                  <a:gd name="T1" fmla="*/ 8 h 19"/>
                  <a:gd name="T2" fmla="*/ 11 w 18"/>
                  <a:gd name="T3" fmla="*/ 18 h 19"/>
                  <a:gd name="T4" fmla="*/ 1 w 18"/>
                  <a:gd name="T5" fmla="*/ 11 h 19"/>
                  <a:gd name="T6" fmla="*/ 7 w 18"/>
                  <a:gd name="T7" fmla="*/ 1 h 19"/>
                  <a:gd name="T8" fmla="*/ 18 w 18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9">
                    <a:moveTo>
                      <a:pt x="18" y="8"/>
                    </a:moveTo>
                    <a:cubicBezTo>
                      <a:pt x="18" y="12"/>
                      <a:pt x="15" y="17"/>
                      <a:pt x="11" y="18"/>
                    </a:cubicBezTo>
                    <a:cubicBezTo>
                      <a:pt x="6" y="19"/>
                      <a:pt x="1" y="16"/>
                      <a:pt x="1" y="11"/>
                    </a:cubicBezTo>
                    <a:cubicBezTo>
                      <a:pt x="0" y="6"/>
                      <a:pt x="3" y="2"/>
                      <a:pt x="7" y="1"/>
                    </a:cubicBezTo>
                    <a:cubicBezTo>
                      <a:pt x="12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4" name="íś1iḓe"/>
              <p:cNvSpPr/>
              <p:nvPr/>
            </p:nvSpPr>
            <p:spPr bwMode="auto">
              <a:xfrm>
                <a:off x="4266971" y="2943118"/>
                <a:ext cx="1245555" cy="1279877"/>
              </a:xfrm>
              <a:custGeom>
                <a:avLst/>
                <a:gdLst>
                  <a:gd name="T0" fmla="*/ 479 w 670"/>
                  <a:gd name="T1" fmla="*/ 77 h 690"/>
                  <a:gd name="T2" fmla="*/ 645 w 670"/>
                  <a:gd name="T3" fmla="*/ 475 h 690"/>
                  <a:gd name="T4" fmla="*/ 541 w 670"/>
                  <a:gd name="T5" fmla="*/ 634 h 690"/>
                  <a:gd name="T6" fmla="*/ 246 w 670"/>
                  <a:gd name="T7" fmla="*/ 623 h 690"/>
                  <a:gd name="T8" fmla="*/ 67 w 670"/>
                  <a:gd name="T9" fmla="*/ 197 h 690"/>
                  <a:gd name="T10" fmla="*/ 479 w 670"/>
                  <a:gd name="T11" fmla="*/ 77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690">
                    <a:moveTo>
                      <a:pt x="479" y="77"/>
                    </a:moveTo>
                    <a:cubicBezTo>
                      <a:pt x="479" y="77"/>
                      <a:pt x="621" y="410"/>
                      <a:pt x="645" y="475"/>
                    </a:cubicBezTo>
                    <a:cubicBezTo>
                      <a:pt x="670" y="541"/>
                      <a:pt x="541" y="634"/>
                      <a:pt x="541" y="634"/>
                    </a:cubicBezTo>
                    <a:cubicBezTo>
                      <a:pt x="541" y="634"/>
                      <a:pt x="375" y="690"/>
                      <a:pt x="246" y="623"/>
                    </a:cubicBezTo>
                    <a:cubicBezTo>
                      <a:pt x="95" y="544"/>
                      <a:pt x="0" y="400"/>
                      <a:pt x="67" y="197"/>
                    </a:cubicBezTo>
                    <a:cubicBezTo>
                      <a:pt x="131" y="0"/>
                      <a:pt x="456" y="16"/>
                      <a:pt x="479" y="77"/>
                    </a:cubicBezTo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ïṩḷiḋê"/>
              <p:cNvSpPr/>
              <p:nvPr/>
            </p:nvSpPr>
            <p:spPr bwMode="auto">
              <a:xfrm>
                <a:off x="4594690" y="3939562"/>
                <a:ext cx="55358" cy="57572"/>
              </a:xfrm>
              <a:custGeom>
                <a:avLst/>
                <a:gdLst>
                  <a:gd name="T0" fmla="*/ 28 w 30"/>
                  <a:gd name="T1" fmla="*/ 11 h 31"/>
                  <a:gd name="T2" fmla="*/ 19 w 30"/>
                  <a:gd name="T3" fmla="*/ 28 h 31"/>
                  <a:gd name="T4" fmla="*/ 2 w 30"/>
                  <a:gd name="T5" fmla="*/ 19 h 31"/>
                  <a:gd name="T6" fmla="*/ 11 w 30"/>
                  <a:gd name="T7" fmla="*/ 2 h 31"/>
                  <a:gd name="T8" fmla="*/ 28 w 30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8" y="11"/>
                    </a:moveTo>
                    <a:cubicBezTo>
                      <a:pt x="30" y="18"/>
                      <a:pt x="26" y="26"/>
                      <a:pt x="19" y="28"/>
                    </a:cubicBezTo>
                    <a:cubicBezTo>
                      <a:pt x="12" y="31"/>
                      <a:pt x="4" y="27"/>
                      <a:pt x="2" y="19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8" y="0"/>
                      <a:pt x="26" y="4"/>
                      <a:pt x="28" y="11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iSlîḓe"/>
              <p:cNvSpPr/>
              <p:nvPr/>
            </p:nvSpPr>
            <p:spPr bwMode="auto">
              <a:xfrm>
                <a:off x="4880338" y="3867597"/>
                <a:ext cx="50929" cy="44286"/>
              </a:xfrm>
              <a:custGeom>
                <a:avLst/>
                <a:gdLst>
                  <a:gd name="T0" fmla="*/ 26 w 27"/>
                  <a:gd name="T1" fmla="*/ 0 h 24"/>
                  <a:gd name="T2" fmla="*/ 26 w 27"/>
                  <a:gd name="T3" fmla="*/ 0 h 24"/>
                  <a:gd name="T4" fmla="*/ 13 w 27"/>
                  <a:gd name="T5" fmla="*/ 10 h 24"/>
                  <a:gd name="T6" fmla="*/ 0 w 27"/>
                  <a:gd name="T7" fmla="*/ 24 h 24"/>
                  <a:gd name="T8" fmla="*/ 0 w 27"/>
                  <a:gd name="T9" fmla="*/ 24 h 24"/>
                  <a:gd name="T10" fmla="*/ 11 w 27"/>
                  <a:gd name="T11" fmla="*/ 16 h 24"/>
                  <a:gd name="T12" fmla="*/ 27 w 27"/>
                  <a:gd name="T13" fmla="*/ 1 h 24"/>
                  <a:gd name="T14" fmla="*/ 26 w 27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24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2"/>
                      <a:pt x="17" y="6"/>
                      <a:pt x="13" y="10"/>
                    </a:cubicBezTo>
                    <a:cubicBezTo>
                      <a:pt x="9" y="14"/>
                      <a:pt x="4" y="19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2"/>
                      <a:pt x="8" y="19"/>
                      <a:pt x="11" y="16"/>
                    </a:cubicBezTo>
                    <a:cubicBezTo>
                      <a:pt x="16" y="11"/>
                      <a:pt x="22" y="6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7" name="iṣľîḍé"/>
              <p:cNvSpPr/>
              <p:nvPr/>
            </p:nvSpPr>
            <p:spPr bwMode="auto">
              <a:xfrm>
                <a:off x="4912445" y="3856525"/>
                <a:ext cx="49822" cy="50929"/>
              </a:xfrm>
              <a:custGeom>
                <a:avLst/>
                <a:gdLst>
                  <a:gd name="T0" fmla="*/ 26 w 27"/>
                  <a:gd name="T1" fmla="*/ 0 h 28"/>
                  <a:gd name="T2" fmla="*/ 26 w 27"/>
                  <a:gd name="T3" fmla="*/ 0 h 28"/>
                  <a:gd name="T4" fmla="*/ 13 w 27"/>
                  <a:gd name="T5" fmla="*/ 13 h 28"/>
                  <a:gd name="T6" fmla="*/ 0 w 27"/>
                  <a:gd name="T7" fmla="*/ 28 h 28"/>
                  <a:gd name="T8" fmla="*/ 0 w 27"/>
                  <a:gd name="T9" fmla="*/ 28 h 28"/>
                  <a:gd name="T10" fmla="*/ 1 w 27"/>
                  <a:gd name="T11" fmla="*/ 28 h 28"/>
                  <a:gd name="T12" fmla="*/ 13 w 27"/>
                  <a:gd name="T13" fmla="*/ 16 h 28"/>
                  <a:gd name="T14" fmla="*/ 27 w 27"/>
                  <a:gd name="T15" fmla="*/ 1 h 28"/>
                  <a:gd name="T16" fmla="*/ 26 w 2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8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3"/>
                      <a:pt x="17" y="9"/>
                      <a:pt x="13" y="13"/>
                    </a:cubicBezTo>
                    <a:cubicBezTo>
                      <a:pt x="9" y="18"/>
                      <a:pt x="4" y="22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5" y="25"/>
                      <a:pt x="9" y="20"/>
                      <a:pt x="13" y="16"/>
                    </a:cubicBezTo>
                    <a:cubicBezTo>
                      <a:pt x="18" y="11"/>
                      <a:pt x="24" y="7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8" name="îṧ1ïdè"/>
              <p:cNvSpPr/>
              <p:nvPr/>
            </p:nvSpPr>
            <p:spPr bwMode="auto">
              <a:xfrm>
                <a:off x="4953410" y="3832168"/>
                <a:ext cx="55358" cy="63108"/>
              </a:xfrm>
              <a:custGeom>
                <a:avLst/>
                <a:gdLst>
                  <a:gd name="T0" fmla="*/ 29 w 30"/>
                  <a:gd name="T1" fmla="*/ 0 h 34"/>
                  <a:gd name="T2" fmla="*/ 28 w 30"/>
                  <a:gd name="T3" fmla="*/ 0 h 34"/>
                  <a:gd name="T4" fmla="*/ 13 w 30"/>
                  <a:gd name="T5" fmla="*/ 15 h 34"/>
                  <a:gd name="T6" fmla="*/ 0 w 30"/>
                  <a:gd name="T7" fmla="*/ 33 h 34"/>
                  <a:gd name="T8" fmla="*/ 0 w 30"/>
                  <a:gd name="T9" fmla="*/ 34 h 34"/>
                  <a:gd name="T10" fmla="*/ 2 w 30"/>
                  <a:gd name="T11" fmla="*/ 33 h 34"/>
                  <a:gd name="T12" fmla="*/ 16 w 30"/>
                  <a:gd name="T13" fmla="*/ 15 h 34"/>
                  <a:gd name="T14" fmla="*/ 29 w 30"/>
                  <a:gd name="T15" fmla="*/ 1 h 34"/>
                  <a:gd name="T16" fmla="*/ 29 w 30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4">
                    <a:moveTo>
                      <a:pt x="29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7" y="10"/>
                      <a:pt x="13" y="15"/>
                    </a:cubicBezTo>
                    <a:cubicBezTo>
                      <a:pt x="8" y="21"/>
                      <a:pt x="3" y="27"/>
                      <a:pt x="0" y="3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1" y="34"/>
                      <a:pt x="2" y="33"/>
                    </a:cubicBezTo>
                    <a:cubicBezTo>
                      <a:pt x="6" y="27"/>
                      <a:pt x="11" y="21"/>
                      <a:pt x="16" y="15"/>
                    </a:cubicBezTo>
                    <a:cubicBezTo>
                      <a:pt x="21" y="10"/>
                      <a:pt x="26" y="6"/>
                      <a:pt x="29" y="1"/>
                    </a:cubicBezTo>
                    <a:cubicBezTo>
                      <a:pt x="30" y="0"/>
                      <a:pt x="29" y="0"/>
                      <a:pt x="29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iṧlïḋe"/>
              <p:cNvSpPr/>
              <p:nvPr/>
            </p:nvSpPr>
            <p:spPr bwMode="auto">
              <a:xfrm>
                <a:off x="5241272" y="3733630"/>
                <a:ext cx="63108" cy="63108"/>
              </a:xfrm>
              <a:custGeom>
                <a:avLst/>
                <a:gdLst>
                  <a:gd name="T0" fmla="*/ 33 w 34"/>
                  <a:gd name="T1" fmla="*/ 0 h 34"/>
                  <a:gd name="T2" fmla="*/ 33 w 34"/>
                  <a:gd name="T3" fmla="*/ 0 h 34"/>
                  <a:gd name="T4" fmla="*/ 20 w 34"/>
                  <a:gd name="T5" fmla="*/ 14 h 34"/>
                  <a:gd name="T6" fmla="*/ 1 w 34"/>
                  <a:gd name="T7" fmla="*/ 32 h 34"/>
                  <a:gd name="T8" fmla="*/ 1 w 34"/>
                  <a:gd name="T9" fmla="*/ 34 h 34"/>
                  <a:gd name="T10" fmla="*/ 1 w 34"/>
                  <a:gd name="T11" fmla="*/ 34 h 34"/>
                  <a:gd name="T12" fmla="*/ 18 w 34"/>
                  <a:gd name="T13" fmla="*/ 19 h 34"/>
                  <a:gd name="T14" fmla="*/ 34 w 34"/>
                  <a:gd name="T15" fmla="*/ 0 h 34"/>
                  <a:gd name="T16" fmla="*/ 33 w 34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28" y="4"/>
                      <a:pt x="24" y="9"/>
                      <a:pt x="20" y="14"/>
                    </a:cubicBezTo>
                    <a:cubicBezTo>
                      <a:pt x="14" y="21"/>
                      <a:pt x="8" y="27"/>
                      <a:pt x="1" y="32"/>
                    </a:cubicBezTo>
                    <a:cubicBezTo>
                      <a:pt x="0" y="33"/>
                      <a:pt x="0" y="34"/>
                      <a:pt x="1" y="34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8" y="30"/>
                      <a:pt x="13" y="25"/>
                      <a:pt x="18" y="19"/>
                    </a:cubicBezTo>
                    <a:cubicBezTo>
                      <a:pt x="23" y="13"/>
                      <a:pt x="29" y="7"/>
                      <a:pt x="34" y="0"/>
                    </a:cubicBezTo>
                    <a:cubicBezTo>
                      <a:pt x="34" y="0"/>
                      <a:pt x="34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0" name="íṣ1íḍê"/>
              <p:cNvSpPr/>
              <p:nvPr/>
            </p:nvSpPr>
            <p:spPr bwMode="auto">
              <a:xfrm>
                <a:off x="5277808" y="3720344"/>
                <a:ext cx="64215" cy="68644"/>
              </a:xfrm>
              <a:custGeom>
                <a:avLst/>
                <a:gdLst>
                  <a:gd name="T0" fmla="*/ 33 w 34"/>
                  <a:gd name="T1" fmla="*/ 0 h 37"/>
                  <a:gd name="T2" fmla="*/ 32 w 34"/>
                  <a:gd name="T3" fmla="*/ 0 h 37"/>
                  <a:gd name="T4" fmla="*/ 14 w 34"/>
                  <a:gd name="T5" fmla="*/ 18 h 37"/>
                  <a:gd name="T6" fmla="*/ 0 w 34"/>
                  <a:gd name="T7" fmla="*/ 37 h 37"/>
                  <a:gd name="T8" fmla="*/ 1 w 34"/>
                  <a:gd name="T9" fmla="*/ 37 h 37"/>
                  <a:gd name="T10" fmla="*/ 1 w 34"/>
                  <a:gd name="T11" fmla="*/ 37 h 37"/>
                  <a:gd name="T12" fmla="*/ 18 w 34"/>
                  <a:gd name="T13" fmla="*/ 17 h 37"/>
                  <a:gd name="T14" fmla="*/ 33 w 34"/>
                  <a:gd name="T15" fmla="*/ 1 h 37"/>
                  <a:gd name="T16" fmla="*/ 33 w 34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7">
                    <a:moveTo>
                      <a:pt x="33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5" y="5"/>
                      <a:pt x="19" y="12"/>
                      <a:pt x="14" y="18"/>
                    </a:cubicBezTo>
                    <a:cubicBezTo>
                      <a:pt x="9" y="24"/>
                      <a:pt x="4" y="30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7" y="31"/>
                      <a:pt x="12" y="24"/>
                      <a:pt x="18" y="17"/>
                    </a:cubicBezTo>
                    <a:cubicBezTo>
                      <a:pt x="23" y="12"/>
                      <a:pt x="29" y="7"/>
                      <a:pt x="33" y="1"/>
                    </a:cubicBezTo>
                    <a:cubicBezTo>
                      <a:pt x="34" y="0"/>
                      <a:pt x="33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1" name="îṡľîďè"/>
              <p:cNvSpPr/>
              <p:nvPr/>
            </p:nvSpPr>
            <p:spPr bwMode="auto">
              <a:xfrm>
                <a:off x="5312130" y="3725880"/>
                <a:ext cx="53144" cy="52037"/>
              </a:xfrm>
              <a:custGeom>
                <a:avLst/>
                <a:gdLst>
                  <a:gd name="T0" fmla="*/ 27 w 29"/>
                  <a:gd name="T1" fmla="*/ 0 h 28"/>
                  <a:gd name="T2" fmla="*/ 26 w 29"/>
                  <a:gd name="T3" fmla="*/ 0 h 28"/>
                  <a:gd name="T4" fmla="*/ 0 w 29"/>
                  <a:gd name="T5" fmla="*/ 27 h 28"/>
                  <a:gd name="T6" fmla="*/ 1 w 29"/>
                  <a:gd name="T7" fmla="*/ 28 h 28"/>
                  <a:gd name="T8" fmla="*/ 1 w 29"/>
                  <a:gd name="T9" fmla="*/ 28 h 28"/>
                  <a:gd name="T10" fmla="*/ 28 w 29"/>
                  <a:gd name="T11" fmla="*/ 1 h 28"/>
                  <a:gd name="T12" fmla="*/ 27 w 29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28">
                    <a:moveTo>
                      <a:pt x="27" y="0"/>
                    </a:moveTo>
                    <a:cubicBezTo>
                      <a:pt x="27" y="0"/>
                      <a:pt x="27" y="0"/>
                      <a:pt x="26" y="0"/>
                    </a:cubicBezTo>
                    <a:cubicBezTo>
                      <a:pt x="16" y="7"/>
                      <a:pt x="9" y="18"/>
                      <a:pt x="0" y="27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1" y="20"/>
                      <a:pt x="20" y="11"/>
                      <a:pt x="28" y="1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2" name="ïśľîḓe"/>
              <p:cNvSpPr/>
              <p:nvPr/>
            </p:nvSpPr>
            <p:spPr bwMode="auto">
              <a:xfrm>
                <a:off x="5175949" y="3542092"/>
                <a:ext cx="171610" cy="191539"/>
              </a:xfrm>
              <a:custGeom>
                <a:avLst/>
                <a:gdLst>
                  <a:gd name="T0" fmla="*/ 9 w 92"/>
                  <a:gd name="T1" fmla="*/ 66 h 103"/>
                  <a:gd name="T2" fmla="*/ 62 w 92"/>
                  <a:gd name="T3" fmla="*/ 95 h 103"/>
                  <a:gd name="T4" fmla="*/ 82 w 92"/>
                  <a:gd name="T5" fmla="*/ 37 h 103"/>
                  <a:gd name="T6" fmla="*/ 29 w 92"/>
                  <a:gd name="T7" fmla="*/ 8 h 103"/>
                  <a:gd name="T8" fmla="*/ 9 w 92"/>
                  <a:gd name="T9" fmla="*/ 6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103">
                    <a:moveTo>
                      <a:pt x="9" y="66"/>
                    </a:moveTo>
                    <a:cubicBezTo>
                      <a:pt x="18" y="90"/>
                      <a:pt x="42" y="103"/>
                      <a:pt x="62" y="95"/>
                    </a:cubicBezTo>
                    <a:cubicBezTo>
                      <a:pt x="83" y="87"/>
                      <a:pt x="92" y="61"/>
                      <a:pt x="82" y="37"/>
                    </a:cubicBezTo>
                    <a:cubicBezTo>
                      <a:pt x="73" y="13"/>
                      <a:pt x="49" y="0"/>
                      <a:pt x="29" y="8"/>
                    </a:cubicBezTo>
                    <a:cubicBezTo>
                      <a:pt x="9" y="16"/>
                      <a:pt x="0" y="42"/>
                      <a:pt x="9" y="66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3" name="ïšḻíḋê"/>
              <p:cNvSpPr/>
              <p:nvPr/>
            </p:nvSpPr>
            <p:spPr bwMode="auto">
              <a:xfrm>
                <a:off x="5237950" y="3555378"/>
                <a:ext cx="71965" cy="79716"/>
              </a:xfrm>
              <a:custGeom>
                <a:avLst/>
                <a:gdLst>
                  <a:gd name="T0" fmla="*/ 4 w 39"/>
                  <a:gd name="T1" fmla="*/ 27 h 43"/>
                  <a:gd name="T2" fmla="*/ 26 w 39"/>
                  <a:gd name="T3" fmla="*/ 40 h 43"/>
                  <a:gd name="T4" fmla="*/ 35 w 39"/>
                  <a:gd name="T5" fmla="*/ 15 h 43"/>
                  <a:gd name="T6" fmla="*/ 12 w 39"/>
                  <a:gd name="T7" fmla="*/ 3 h 43"/>
                  <a:gd name="T8" fmla="*/ 4 w 39"/>
                  <a:gd name="T9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3">
                    <a:moveTo>
                      <a:pt x="4" y="27"/>
                    </a:moveTo>
                    <a:cubicBezTo>
                      <a:pt x="8" y="37"/>
                      <a:pt x="18" y="43"/>
                      <a:pt x="26" y="40"/>
                    </a:cubicBezTo>
                    <a:cubicBezTo>
                      <a:pt x="35" y="36"/>
                      <a:pt x="39" y="25"/>
                      <a:pt x="35" y="15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4" y="6"/>
                      <a:pt x="0" y="17"/>
                      <a:pt x="4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4" name="işľídè"/>
              <p:cNvSpPr/>
              <p:nvPr/>
            </p:nvSpPr>
            <p:spPr bwMode="auto">
              <a:xfrm>
                <a:off x="4808372" y="3646165"/>
                <a:ext cx="176038" cy="197074"/>
              </a:xfrm>
              <a:custGeom>
                <a:avLst/>
                <a:gdLst>
                  <a:gd name="T0" fmla="*/ 9 w 95"/>
                  <a:gd name="T1" fmla="*/ 68 h 106"/>
                  <a:gd name="T2" fmla="*/ 65 w 95"/>
                  <a:gd name="T3" fmla="*/ 98 h 106"/>
                  <a:gd name="T4" fmla="*/ 85 w 95"/>
                  <a:gd name="T5" fmla="*/ 38 h 106"/>
                  <a:gd name="T6" fmla="*/ 30 w 95"/>
                  <a:gd name="T7" fmla="*/ 8 h 106"/>
                  <a:gd name="T8" fmla="*/ 9 w 95"/>
                  <a:gd name="T9" fmla="*/ 68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6">
                    <a:moveTo>
                      <a:pt x="9" y="68"/>
                    </a:moveTo>
                    <a:cubicBezTo>
                      <a:pt x="19" y="93"/>
                      <a:pt x="44" y="106"/>
                      <a:pt x="65" y="98"/>
                    </a:cubicBezTo>
                    <a:cubicBezTo>
                      <a:pt x="86" y="90"/>
                      <a:pt x="95" y="63"/>
                      <a:pt x="85" y="38"/>
                    </a:cubicBezTo>
                    <a:cubicBezTo>
                      <a:pt x="76" y="14"/>
                      <a:pt x="51" y="0"/>
                      <a:pt x="30" y="8"/>
                    </a:cubicBezTo>
                    <a:cubicBezTo>
                      <a:pt x="9" y="16"/>
                      <a:pt x="0" y="43"/>
                      <a:pt x="9" y="68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5" name="îsḷiḍe"/>
              <p:cNvSpPr/>
              <p:nvPr/>
            </p:nvSpPr>
            <p:spPr bwMode="auto">
              <a:xfrm>
                <a:off x="4874802" y="3664986"/>
                <a:ext cx="70858" cy="79716"/>
              </a:xfrm>
              <a:custGeom>
                <a:avLst/>
                <a:gdLst>
                  <a:gd name="T0" fmla="*/ 4 w 38"/>
                  <a:gd name="T1" fmla="*/ 28 h 43"/>
                  <a:gd name="T2" fmla="*/ 26 w 38"/>
                  <a:gd name="T3" fmla="*/ 40 h 43"/>
                  <a:gd name="T4" fmla="*/ 35 w 38"/>
                  <a:gd name="T5" fmla="*/ 16 h 43"/>
                  <a:gd name="T6" fmla="*/ 12 w 38"/>
                  <a:gd name="T7" fmla="*/ 3 h 43"/>
                  <a:gd name="T8" fmla="*/ 4 w 38"/>
                  <a:gd name="T9" fmla="*/ 2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3">
                    <a:moveTo>
                      <a:pt x="4" y="28"/>
                    </a:moveTo>
                    <a:cubicBezTo>
                      <a:pt x="8" y="38"/>
                      <a:pt x="18" y="43"/>
                      <a:pt x="26" y="40"/>
                    </a:cubicBezTo>
                    <a:cubicBezTo>
                      <a:pt x="35" y="36"/>
                      <a:pt x="38" y="26"/>
                      <a:pt x="35" y="16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3" y="7"/>
                      <a:pt x="0" y="18"/>
                      <a:pt x="4" y="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" name="iṧlîde"/>
              <p:cNvSpPr/>
              <p:nvPr/>
            </p:nvSpPr>
            <p:spPr bwMode="auto">
              <a:xfrm>
                <a:off x="4768515" y="3522163"/>
                <a:ext cx="162753" cy="116252"/>
              </a:xfrm>
              <a:custGeom>
                <a:avLst/>
                <a:gdLst>
                  <a:gd name="T0" fmla="*/ 81 w 87"/>
                  <a:gd name="T1" fmla="*/ 0 h 63"/>
                  <a:gd name="T2" fmla="*/ 73 w 87"/>
                  <a:gd name="T3" fmla="*/ 4 h 63"/>
                  <a:gd name="T4" fmla="*/ 73 w 87"/>
                  <a:gd name="T5" fmla="*/ 6 h 63"/>
                  <a:gd name="T6" fmla="*/ 49 w 87"/>
                  <a:gd name="T7" fmla="*/ 53 h 63"/>
                  <a:gd name="T8" fmla="*/ 39 w 87"/>
                  <a:gd name="T9" fmla="*/ 55 h 63"/>
                  <a:gd name="T10" fmla="*/ 9 w 87"/>
                  <a:gd name="T11" fmla="*/ 39 h 63"/>
                  <a:gd name="T12" fmla="*/ 8 w 87"/>
                  <a:gd name="T13" fmla="*/ 38 h 63"/>
                  <a:gd name="T14" fmla="*/ 6 w 87"/>
                  <a:gd name="T15" fmla="*/ 39 h 63"/>
                  <a:gd name="T16" fmla="*/ 4 w 87"/>
                  <a:gd name="T17" fmla="*/ 39 h 63"/>
                  <a:gd name="T18" fmla="*/ 0 w 87"/>
                  <a:gd name="T19" fmla="*/ 41 h 63"/>
                  <a:gd name="T20" fmla="*/ 1 w 87"/>
                  <a:gd name="T21" fmla="*/ 43 h 63"/>
                  <a:gd name="T22" fmla="*/ 39 w 87"/>
                  <a:gd name="T23" fmla="*/ 63 h 63"/>
                  <a:gd name="T24" fmla="*/ 51 w 87"/>
                  <a:gd name="T25" fmla="*/ 61 h 63"/>
                  <a:gd name="T26" fmla="*/ 81 w 87"/>
                  <a:gd name="T27" fmla="*/ 3 h 63"/>
                  <a:gd name="T28" fmla="*/ 81 w 87"/>
                  <a:gd name="T2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63">
                    <a:moveTo>
                      <a:pt x="81" y="0"/>
                    </a:moveTo>
                    <a:cubicBezTo>
                      <a:pt x="73" y="4"/>
                      <a:pt x="73" y="4"/>
                      <a:pt x="73" y="4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8" y="27"/>
                      <a:pt x="67" y="48"/>
                      <a:pt x="49" y="53"/>
                    </a:cubicBezTo>
                    <a:cubicBezTo>
                      <a:pt x="46" y="54"/>
                      <a:pt x="42" y="55"/>
                      <a:pt x="39" y="55"/>
                    </a:cubicBezTo>
                    <a:cubicBezTo>
                      <a:pt x="28" y="55"/>
                      <a:pt x="17" y="49"/>
                      <a:pt x="9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5" y="39"/>
                      <a:pt x="5" y="39"/>
                      <a:pt x="4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1" y="56"/>
                      <a:pt x="25" y="63"/>
                      <a:pt x="39" y="63"/>
                    </a:cubicBezTo>
                    <a:cubicBezTo>
                      <a:pt x="43" y="63"/>
                      <a:pt x="47" y="62"/>
                      <a:pt x="51" y="61"/>
                    </a:cubicBezTo>
                    <a:cubicBezTo>
                      <a:pt x="74" y="54"/>
                      <a:pt x="87" y="29"/>
                      <a:pt x="81" y="3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" name="ísḷîdé"/>
              <p:cNvSpPr/>
              <p:nvPr/>
            </p:nvSpPr>
            <p:spPr bwMode="auto">
              <a:xfrm>
                <a:off x="5087377" y="3397054"/>
                <a:ext cx="138395" cy="111823"/>
              </a:xfrm>
              <a:custGeom>
                <a:avLst/>
                <a:gdLst>
                  <a:gd name="T0" fmla="*/ 74 w 75"/>
                  <a:gd name="T1" fmla="*/ 21 h 60"/>
                  <a:gd name="T2" fmla="*/ 38 w 75"/>
                  <a:gd name="T3" fmla="*/ 0 h 60"/>
                  <a:gd name="T4" fmla="*/ 29 w 75"/>
                  <a:gd name="T5" fmla="*/ 1 h 60"/>
                  <a:gd name="T6" fmla="*/ 6 w 75"/>
                  <a:gd name="T7" fmla="*/ 58 h 60"/>
                  <a:gd name="T8" fmla="*/ 7 w 75"/>
                  <a:gd name="T9" fmla="*/ 60 h 60"/>
                  <a:gd name="T10" fmla="*/ 14 w 75"/>
                  <a:gd name="T11" fmla="*/ 56 h 60"/>
                  <a:gd name="T12" fmla="*/ 13 w 75"/>
                  <a:gd name="T13" fmla="*/ 55 h 60"/>
                  <a:gd name="T14" fmla="*/ 32 w 75"/>
                  <a:gd name="T15" fmla="*/ 9 h 60"/>
                  <a:gd name="T16" fmla="*/ 67 w 75"/>
                  <a:gd name="T17" fmla="*/ 25 h 60"/>
                  <a:gd name="T18" fmla="*/ 68 w 75"/>
                  <a:gd name="T19" fmla="*/ 26 h 60"/>
                  <a:gd name="T20" fmla="*/ 69 w 75"/>
                  <a:gd name="T21" fmla="*/ 26 h 60"/>
                  <a:gd name="T22" fmla="*/ 71 w 75"/>
                  <a:gd name="T23" fmla="*/ 25 h 60"/>
                  <a:gd name="T24" fmla="*/ 75 w 75"/>
                  <a:gd name="T25" fmla="*/ 23 h 60"/>
                  <a:gd name="T26" fmla="*/ 74 w 75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60">
                    <a:moveTo>
                      <a:pt x="74" y="21"/>
                    </a:moveTo>
                    <a:cubicBezTo>
                      <a:pt x="64" y="8"/>
                      <a:pt x="51" y="0"/>
                      <a:pt x="38" y="0"/>
                    </a:cubicBezTo>
                    <a:cubicBezTo>
                      <a:pt x="35" y="0"/>
                      <a:pt x="32" y="0"/>
                      <a:pt x="29" y="1"/>
                    </a:cubicBezTo>
                    <a:cubicBezTo>
                      <a:pt x="10" y="7"/>
                      <a:pt x="0" y="32"/>
                      <a:pt x="6" y="5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9" y="34"/>
                      <a:pt x="17" y="14"/>
                      <a:pt x="32" y="9"/>
                    </a:cubicBezTo>
                    <a:cubicBezTo>
                      <a:pt x="44" y="5"/>
                      <a:pt x="57" y="12"/>
                      <a:pt x="67" y="25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0" y="25"/>
                      <a:pt x="71" y="25"/>
                      <a:pt x="71" y="25"/>
                    </a:cubicBezTo>
                    <a:cubicBezTo>
                      <a:pt x="75" y="23"/>
                      <a:pt x="75" y="23"/>
                      <a:pt x="75" y="23"/>
                    </a:cubicBezTo>
                    <a:lnTo>
                      <a:pt x="74" y="21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" name="ïṡ1idè"/>
              <p:cNvSpPr/>
              <p:nvPr/>
            </p:nvSpPr>
            <p:spPr bwMode="auto">
              <a:xfrm>
                <a:off x="5030911" y="3876454"/>
                <a:ext cx="286754" cy="115145"/>
              </a:xfrm>
              <a:custGeom>
                <a:avLst/>
                <a:gdLst>
                  <a:gd name="T0" fmla="*/ 152 w 154"/>
                  <a:gd name="T1" fmla="*/ 1 h 62"/>
                  <a:gd name="T2" fmla="*/ 109 w 154"/>
                  <a:gd name="T3" fmla="*/ 39 h 62"/>
                  <a:gd name="T4" fmla="*/ 66 w 154"/>
                  <a:gd name="T5" fmla="*/ 36 h 62"/>
                  <a:gd name="T6" fmla="*/ 1 w 154"/>
                  <a:gd name="T7" fmla="*/ 60 h 62"/>
                  <a:gd name="T8" fmla="*/ 4 w 154"/>
                  <a:gd name="T9" fmla="*/ 61 h 62"/>
                  <a:gd name="T10" fmla="*/ 60 w 154"/>
                  <a:gd name="T11" fmla="*/ 40 h 62"/>
                  <a:gd name="T12" fmla="*/ 107 w 154"/>
                  <a:gd name="T13" fmla="*/ 43 h 62"/>
                  <a:gd name="T14" fmla="*/ 154 w 154"/>
                  <a:gd name="T15" fmla="*/ 1 h 62"/>
                  <a:gd name="T16" fmla="*/ 152 w 154"/>
                  <a:gd name="T17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" h="62">
                    <a:moveTo>
                      <a:pt x="152" y="1"/>
                    </a:moveTo>
                    <a:cubicBezTo>
                      <a:pt x="143" y="22"/>
                      <a:pt x="134" y="37"/>
                      <a:pt x="109" y="39"/>
                    </a:cubicBezTo>
                    <a:cubicBezTo>
                      <a:pt x="95" y="40"/>
                      <a:pt x="80" y="37"/>
                      <a:pt x="66" y="36"/>
                    </a:cubicBezTo>
                    <a:cubicBezTo>
                      <a:pt x="43" y="34"/>
                      <a:pt x="13" y="38"/>
                      <a:pt x="1" y="60"/>
                    </a:cubicBezTo>
                    <a:cubicBezTo>
                      <a:pt x="0" y="62"/>
                      <a:pt x="3" y="61"/>
                      <a:pt x="4" y="61"/>
                    </a:cubicBezTo>
                    <a:cubicBezTo>
                      <a:pt x="22" y="46"/>
                      <a:pt x="37" y="39"/>
                      <a:pt x="60" y="40"/>
                    </a:cubicBezTo>
                    <a:cubicBezTo>
                      <a:pt x="76" y="41"/>
                      <a:pt x="92" y="43"/>
                      <a:pt x="107" y="43"/>
                    </a:cubicBezTo>
                    <a:cubicBezTo>
                      <a:pt x="133" y="42"/>
                      <a:pt x="150" y="26"/>
                      <a:pt x="154" y="1"/>
                    </a:cubicBezTo>
                    <a:cubicBezTo>
                      <a:pt x="154" y="0"/>
                      <a:pt x="152" y="0"/>
                      <a:pt x="152" y="1"/>
                    </a:cubicBez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" name="işliḋè"/>
              <p:cNvSpPr/>
              <p:nvPr/>
            </p:nvSpPr>
            <p:spPr bwMode="auto">
              <a:xfrm>
                <a:off x="4025610" y="2727222"/>
                <a:ext cx="1355164" cy="1978495"/>
              </a:xfrm>
              <a:custGeom>
                <a:avLst/>
                <a:gdLst>
                  <a:gd name="T0" fmla="*/ 307 w 729"/>
                  <a:gd name="T1" fmla="*/ 559 h 1066"/>
                  <a:gd name="T2" fmla="*/ 384 w 729"/>
                  <a:gd name="T3" fmla="*/ 318 h 1066"/>
                  <a:gd name="T4" fmla="*/ 729 w 729"/>
                  <a:gd name="T5" fmla="*/ 295 h 1066"/>
                  <a:gd name="T6" fmla="*/ 286 w 729"/>
                  <a:gd name="T7" fmla="*/ 86 h 1066"/>
                  <a:gd name="T8" fmla="*/ 162 w 729"/>
                  <a:gd name="T9" fmla="*/ 239 h 1066"/>
                  <a:gd name="T10" fmla="*/ 83 w 729"/>
                  <a:gd name="T11" fmla="*/ 608 h 1066"/>
                  <a:gd name="T12" fmla="*/ 236 w 729"/>
                  <a:gd name="T13" fmla="*/ 895 h 1066"/>
                  <a:gd name="T14" fmla="*/ 113 w 729"/>
                  <a:gd name="T15" fmla="*/ 962 h 1066"/>
                  <a:gd name="T16" fmla="*/ 371 w 729"/>
                  <a:gd name="T17" fmla="*/ 781 h 1066"/>
                  <a:gd name="T18" fmla="*/ 321 w 729"/>
                  <a:gd name="T19" fmla="*/ 680 h 1066"/>
                  <a:gd name="T20" fmla="*/ 259 w 729"/>
                  <a:gd name="T21" fmla="*/ 595 h 1066"/>
                  <a:gd name="T22" fmla="*/ 307 w 729"/>
                  <a:gd name="T23" fmla="*/ 559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9" h="1066">
                    <a:moveTo>
                      <a:pt x="307" y="559"/>
                    </a:moveTo>
                    <a:cubicBezTo>
                      <a:pt x="348" y="528"/>
                      <a:pt x="376" y="371"/>
                      <a:pt x="384" y="318"/>
                    </a:cubicBezTo>
                    <a:cubicBezTo>
                      <a:pt x="455" y="344"/>
                      <a:pt x="588" y="373"/>
                      <a:pt x="729" y="295"/>
                    </a:cubicBezTo>
                    <a:cubicBezTo>
                      <a:pt x="729" y="295"/>
                      <a:pt x="674" y="0"/>
                      <a:pt x="286" y="86"/>
                    </a:cubicBezTo>
                    <a:cubicBezTo>
                      <a:pt x="150" y="116"/>
                      <a:pt x="142" y="212"/>
                      <a:pt x="162" y="239"/>
                    </a:cubicBezTo>
                    <a:cubicBezTo>
                      <a:pt x="9" y="291"/>
                      <a:pt x="0" y="464"/>
                      <a:pt x="83" y="608"/>
                    </a:cubicBezTo>
                    <a:cubicBezTo>
                      <a:pt x="209" y="824"/>
                      <a:pt x="227" y="815"/>
                      <a:pt x="236" y="895"/>
                    </a:cubicBezTo>
                    <a:cubicBezTo>
                      <a:pt x="246" y="975"/>
                      <a:pt x="113" y="962"/>
                      <a:pt x="113" y="962"/>
                    </a:cubicBezTo>
                    <a:cubicBezTo>
                      <a:pt x="304" y="1066"/>
                      <a:pt x="381" y="833"/>
                      <a:pt x="371" y="781"/>
                    </a:cubicBezTo>
                    <a:cubicBezTo>
                      <a:pt x="361" y="729"/>
                      <a:pt x="321" y="680"/>
                      <a:pt x="321" y="680"/>
                    </a:cubicBezTo>
                    <a:cubicBezTo>
                      <a:pt x="267" y="681"/>
                      <a:pt x="255" y="635"/>
                      <a:pt x="259" y="595"/>
                    </a:cubicBezTo>
                    <a:cubicBezTo>
                      <a:pt x="262" y="556"/>
                      <a:pt x="307" y="559"/>
                      <a:pt x="307" y="559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íslïďê"/>
              <p:cNvSpPr/>
              <p:nvPr/>
            </p:nvSpPr>
            <p:spPr bwMode="auto">
              <a:xfrm>
                <a:off x="4409795" y="3503341"/>
                <a:ext cx="327719" cy="347648"/>
              </a:xfrm>
              <a:custGeom>
                <a:avLst/>
                <a:gdLst>
                  <a:gd name="T0" fmla="*/ 15 w 176"/>
                  <a:gd name="T1" fmla="*/ 167 h 187"/>
                  <a:gd name="T2" fmla="*/ 8 w 176"/>
                  <a:gd name="T3" fmla="*/ 142 h 187"/>
                  <a:gd name="T4" fmla="*/ 0 w 176"/>
                  <a:gd name="T5" fmla="*/ 112 h 187"/>
                  <a:gd name="T6" fmla="*/ 0 w 176"/>
                  <a:gd name="T7" fmla="*/ 110 h 187"/>
                  <a:gd name="T8" fmla="*/ 12 w 176"/>
                  <a:gd name="T9" fmla="*/ 87 h 187"/>
                  <a:gd name="T10" fmla="*/ 28 w 176"/>
                  <a:gd name="T11" fmla="*/ 71 h 187"/>
                  <a:gd name="T12" fmla="*/ 59 w 176"/>
                  <a:gd name="T13" fmla="*/ 60 h 187"/>
                  <a:gd name="T14" fmla="*/ 80 w 176"/>
                  <a:gd name="T15" fmla="*/ 21 h 187"/>
                  <a:gd name="T16" fmla="*/ 106 w 176"/>
                  <a:gd name="T17" fmla="*/ 44 h 187"/>
                  <a:gd name="T18" fmla="*/ 109 w 176"/>
                  <a:gd name="T19" fmla="*/ 94 h 187"/>
                  <a:gd name="T20" fmla="*/ 136 w 176"/>
                  <a:gd name="T21" fmla="*/ 87 h 187"/>
                  <a:gd name="T22" fmla="*/ 176 w 176"/>
                  <a:gd name="T23" fmla="*/ 103 h 187"/>
                  <a:gd name="T24" fmla="*/ 81 w 176"/>
                  <a:gd name="T25" fmla="*/ 185 h 187"/>
                  <a:gd name="T26" fmla="*/ 15 w 176"/>
                  <a:gd name="T27" fmla="*/ 16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6" h="187">
                    <a:moveTo>
                      <a:pt x="15" y="167"/>
                    </a:moveTo>
                    <a:cubicBezTo>
                      <a:pt x="8" y="142"/>
                      <a:pt x="8" y="142"/>
                      <a:pt x="8" y="142"/>
                    </a:cubicBezTo>
                    <a:cubicBezTo>
                      <a:pt x="6" y="133"/>
                      <a:pt x="4" y="123"/>
                      <a:pt x="0" y="112"/>
                    </a:cubicBezTo>
                    <a:cubicBezTo>
                      <a:pt x="0" y="112"/>
                      <a:pt x="0" y="111"/>
                      <a:pt x="0" y="110"/>
                    </a:cubicBezTo>
                    <a:cubicBezTo>
                      <a:pt x="1" y="102"/>
                      <a:pt x="5" y="93"/>
                      <a:pt x="12" y="87"/>
                    </a:cubicBezTo>
                    <a:cubicBezTo>
                      <a:pt x="20" y="82"/>
                      <a:pt x="23" y="77"/>
                      <a:pt x="28" y="71"/>
                    </a:cubicBezTo>
                    <a:cubicBezTo>
                      <a:pt x="42" y="57"/>
                      <a:pt x="58" y="61"/>
                      <a:pt x="59" y="60"/>
                    </a:cubicBezTo>
                    <a:cubicBezTo>
                      <a:pt x="60" y="59"/>
                      <a:pt x="51" y="45"/>
                      <a:pt x="80" y="21"/>
                    </a:cubicBezTo>
                    <a:cubicBezTo>
                      <a:pt x="106" y="0"/>
                      <a:pt x="147" y="16"/>
                      <a:pt x="106" y="44"/>
                    </a:cubicBezTo>
                    <a:cubicBezTo>
                      <a:pt x="79" y="63"/>
                      <a:pt x="99" y="88"/>
                      <a:pt x="109" y="94"/>
                    </a:cubicBezTo>
                    <a:cubicBezTo>
                      <a:pt x="117" y="95"/>
                      <a:pt x="117" y="95"/>
                      <a:pt x="136" y="87"/>
                    </a:cubicBezTo>
                    <a:cubicBezTo>
                      <a:pt x="167" y="73"/>
                      <a:pt x="176" y="103"/>
                      <a:pt x="176" y="103"/>
                    </a:cubicBezTo>
                    <a:cubicBezTo>
                      <a:pt x="140" y="106"/>
                      <a:pt x="96" y="164"/>
                      <a:pt x="81" y="185"/>
                    </a:cubicBezTo>
                    <a:cubicBezTo>
                      <a:pt x="50" y="187"/>
                      <a:pt x="45" y="176"/>
                      <a:pt x="15" y="167"/>
                    </a:cubicBezTo>
                    <a:close/>
                  </a:path>
                </a:pathLst>
              </a:custGeom>
              <a:solidFill>
                <a:srgbClr val="EAC9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" name="îṣḻíḑe"/>
              <p:cNvSpPr/>
              <p:nvPr/>
            </p:nvSpPr>
            <p:spPr bwMode="auto">
              <a:xfrm>
                <a:off x="4252578" y="3741381"/>
                <a:ext cx="592331" cy="815977"/>
              </a:xfrm>
              <a:custGeom>
                <a:avLst/>
                <a:gdLst>
                  <a:gd name="T0" fmla="*/ 170 w 319"/>
                  <a:gd name="T1" fmla="*/ 57 h 440"/>
                  <a:gd name="T2" fmla="*/ 265 w 319"/>
                  <a:gd name="T3" fmla="*/ 294 h 440"/>
                  <a:gd name="T4" fmla="*/ 297 w 319"/>
                  <a:gd name="T5" fmla="*/ 363 h 440"/>
                  <a:gd name="T6" fmla="*/ 319 w 319"/>
                  <a:gd name="T7" fmla="*/ 440 h 440"/>
                  <a:gd name="T8" fmla="*/ 95 w 319"/>
                  <a:gd name="T9" fmla="*/ 22 h 440"/>
                  <a:gd name="T10" fmla="*/ 170 w 319"/>
                  <a:gd name="T11" fmla="*/ 57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440">
                    <a:moveTo>
                      <a:pt x="170" y="57"/>
                    </a:moveTo>
                    <a:cubicBezTo>
                      <a:pt x="159" y="167"/>
                      <a:pt x="211" y="292"/>
                      <a:pt x="265" y="294"/>
                    </a:cubicBezTo>
                    <a:cubicBezTo>
                      <a:pt x="265" y="294"/>
                      <a:pt x="282" y="316"/>
                      <a:pt x="297" y="363"/>
                    </a:cubicBezTo>
                    <a:cubicBezTo>
                      <a:pt x="313" y="410"/>
                      <a:pt x="319" y="440"/>
                      <a:pt x="319" y="440"/>
                    </a:cubicBezTo>
                    <a:cubicBezTo>
                      <a:pt x="0" y="408"/>
                      <a:pt x="95" y="22"/>
                      <a:pt x="95" y="22"/>
                    </a:cubicBezTo>
                    <a:cubicBezTo>
                      <a:pt x="139" y="0"/>
                      <a:pt x="170" y="57"/>
                      <a:pt x="170" y="57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" name="ïśḷïde"/>
              <p:cNvSpPr/>
              <p:nvPr/>
            </p:nvSpPr>
            <p:spPr bwMode="auto">
              <a:xfrm>
                <a:off x="4508332" y="3826632"/>
                <a:ext cx="35429" cy="40965"/>
              </a:xfrm>
              <a:custGeom>
                <a:avLst/>
                <a:gdLst>
                  <a:gd name="T0" fmla="*/ 13 w 19"/>
                  <a:gd name="T1" fmla="*/ 20 h 22"/>
                  <a:gd name="T2" fmla="*/ 2 w 19"/>
                  <a:gd name="T3" fmla="*/ 13 h 22"/>
                  <a:gd name="T4" fmla="*/ 6 w 19"/>
                  <a:gd name="T5" fmla="*/ 1 h 22"/>
                  <a:gd name="T6" fmla="*/ 18 w 19"/>
                  <a:gd name="T7" fmla="*/ 9 h 22"/>
                  <a:gd name="T8" fmla="*/ 13 w 19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2">
                    <a:moveTo>
                      <a:pt x="13" y="20"/>
                    </a:moveTo>
                    <a:cubicBezTo>
                      <a:pt x="9" y="22"/>
                      <a:pt x="4" y="18"/>
                      <a:pt x="2" y="13"/>
                    </a:cubicBezTo>
                    <a:cubicBezTo>
                      <a:pt x="0" y="8"/>
                      <a:pt x="2" y="3"/>
                      <a:pt x="6" y="1"/>
                    </a:cubicBezTo>
                    <a:cubicBezTo>
                      <a:pt x="11" y="0"/>
                      <a:pt x="16" y="3"/>
                      <a:pt x="18" y="9"/>
                    </a:cubicBezTo>
                    <a:cubicBezTo>
                      <a:pt x="19" y="14"/>
                      <a:pt x="18" y="19"/>
                      <a:pt x="13" y="2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3" name="iṡḷîḑê"/>
              <p:cNvSpPr/>
              <p:nvPr/>
            </p:nvSpPr>
            <p:spPr bwMode="auto">
              <a:xfrm>
                <a:off x="3990181" y="3178943"/>
                <a:ext cx="414078" cy="667618"/>
              </a:xfrm>
              <a:custGeom>
                <a:avLst/>
                <a:gdLst>
                  <a:gd name="T0" fmla="*/ 170 w 223"/>
                  <a:gd name="T1" fmla="*/ 0 h 360"/>
                  <a:gd name="T2" fmla="*/ 223 w 223"/>
                  <a:gd name="T3" fmla="*/ 360 h 360"/>
                  <a:gd name="T4" fmla="*/ 170 w 223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" h="360">
                    <a:moveTo>
                      <a:pt x="170" y="0"/>
                    </a:moveTo>
                    <a:cubicBezTo>
                      <a:pt x="170" y="0"/>
                      <a:pt x="0" y="234"/>
                      <a:pt x="223" y="360"/>
                    </a:cubicBezTo>
                    <a:cubicBezTo>
                      <a:pt x="223" y="360"/>
                      <a:pt x="72" y="251"/>
                      <a:pt x="170" y="0"/>
                    </a:cubicBezTo>
                    <a:close/>
                  </a:path>
                </a:pathLst>
              </a:custGeom>
              <a:solidFill>
                <a:srgbClr val="E58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4" name="íṩ1ídè"/>
              <p:cNvSpPr/>
              <p:nvPr/>
            </p:nvSpPr>
            <p:spPr bwMode="auto">
              <a:xfrm>
                <a:off x="4167327" y="2163677"/>
                <a:ext cx="406328" cy="626653"/>
              </a:xfrm>
              <a:custGeom>
                <a:avLst/>
                <a:gdLst>
                  <a:gd name="T0" fmla="*/ 0 w 219"/>
                  <a:gd name="T1" fmla="*/ 81 h 338"/>
                  <a:gd name="T2" fmla="*/ 86 w 219"/>
                  <a:gd name="T3" fmla="*/ 18 h 338"/>
                  <a:gd name="T4" fmla="*/ 210 w 219"/>
                  <a:gd name="T5" fmla="*/ 67 h 338"/>
                  <a:gd name="T6" fmla="*/ 169 w 219"/>
                  <a:gd name="T7" fmla="*/ 170 h 338"/>
                  <a:gd name="T8" fmla="*/ 160 w 219"/>
                  <a:gd name="T9" fmla="*/ 226 h 338"/>
                  <a:gd name="T10" fmla="*/ 157 w 219"/>
                  <a:gd name="T11" fmla="*/ 230 h 338"/>
                  <a:gd name="T12" fmla="*/ 100 w 219"/>
                  <a:gd name="T13" fmla="*/ 187 h 338"/>
                  <a:gd name="T14" fmla="*/ 116 w 219"/>
                  <a:gd name="T15" fmla="*/ 87 h 338"/>
                  <a:gd name="T16" fmla="*/ 63 w 219"/>
                  <a:gd name="T17" fmla="*/ 46 h 338"/>
                  <a:gd name="T18" fmla="*/ 39 w 219"/>
                  <a:gd name="T19" fmla="*/ 124 h 338"/>
                  <a:gd name="T20" fmla="*/ 34 w 219"/>
                  <a:gd name="T21" fmla="*/ 125 h 338"/>
                  <a:gd name="T22" fmla="*/ 0 w 219"/>
                  <a:gd name="T23" fmla="*/ 81 h 338"/>
                  <a:gd name="T24" fmla="*/ 120 w 219"/>
                  <a:gd name="T25" fmla="*/ 304 h 338"/>
                  <a:gd name="T26" fmla="*/ 149 w 219"/>
                  <a:gd name="T27" fmla="*/ 254 h 338"/>
                  <a:gd name="T28" fmla="*/ 198 w 219"/>
                  <a:gd name="T29" fmla="*/ 283 h 338"/>
                  <a:gd name="T30" fmla="*/ 170 w 219"/>
                  <a:gd name="T31" fmla="*/ 332 h 338"/>
                  <a:gd name="T32" fmla="*/ 120 w 219"/>
                  <a:gd name="T33" fmla="*/ 304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9" h="338">
                    <a:moveTo>
                      <a:pt x="0" y="81"/>
                    </a:moveTo>
                    <a:cubicBezTo>
                      <a:pt x="7" y="55"/>
                      <a:pt x="38" y="30"/>
                      <a:pt x="86" y="18"/>
                    </a:cubicBezTo>
                    <a:cubicBezTo>
                      <a:pt x="153" y="0"/>
                      <a:pt x="198" y="18"/>
                      <a:pt x="210" y="67"/>
                    </a:cubicBezTo>
                    <a:cubicBezTo>
                      <a:pt x="219" y="102"/>
                      <a:pt x="205" y="127"/>
                      <a:pt x="169" y="170"/>
                    </a:cubicBezTo>
                    <a:cubicBezTo>
                      <a:pt x="155" y="188"/>
                      <a:pt x="141" y="204"/>
                      <a:pt x="160" y="226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30" y="230"/>
                      <a:pt x="104" y="217"/>
                      <a:pt x="100" y="187"/>
                    </a:cubicBezTo>
                    <a:cubicBezTo>
                      <a:pt x="94" y="150"/>
                      <a:pt x="131" y="142"/>
                      <a:pt x="116" y="87"/>
                    </a:cubicBezTo>
                    <a:cubicBezTo>
                      <a:pt x="107" y="55"/>
                      <a:pt x="89" y="40"/>
                      <a:pt x="63" y="46"/>
                    </a:cubicBezTo>
                    <a:cubicBezTo>
                      <a:pt x="37" y="53"/>
                      <a:pt x="27" y="78"/>
                      <a:pt x="39" y="124"/>
                    </a:cubicBezTo>
                    <a:cubicBezTo>
                      <a:pt x="34" y="125"/>
                      <a:pt x="34" y="125"/>
                      <a:pt x="34" y="125"/>
                    </a:cubicBezTo>
                    <a:lnTo>
                      <a:pt x="0" y="81"/>
                    </a:lnTo>
                    <a:close/>
                    <a:moveTo>
                      <a:pt x="120" y="304"/>
                    </a:moveTo>
                    <a:cubicBezTo>
                      <a:pt x="115" y="282"/>
                      <a:pt x="128" y="260"/>
                      <a:pt x="149" y="254"/>
                    </a:cubicBezTo>
                    <a:cubicBezTo>
                      <a:pt x="171" y="249"/>
                      <a:pt x="192" y="262"/>
                      <a:pt x="198" y="283"/>
                    </a:cubicBezTo>
                    <a:cubicBezTo>
                      <a:pt x="204" y="305"/>
                      <a:pt x="191" y="327"/>
                      <a:pt x="170" y="332"/>
                    </a:cubicBezTo>
                    <a:cubicBezTo>
                      <a:pt x="148" y="338"/>
                      <a:pt x="126" y="325"/>
                      <a:pt x="120" y="304"/>
                    </a:cubicBezTo>
                    <a:close/>
                  </a:path>
                </a:pathLst>
              </a:custGeom>
              <a:solidFill>
                <a:srgbClr val="769C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5" name="ïSļîḋê"/>
              <p:cNvSpPr/>
              <p:nvPr/>
            </p:nvSpPr>
            <p:spPr bwMode="auto">
              <a:xfrm>
                <a:off x="6592007" y="5561552"/>
                <a:ext cx="1330806" cy="208146"/>
              </a:xfrm>
              <a:custGeom>
                <a:avLst/>
                <a:gdLst>
                  <a:gd name="T0" fmla="*/ 398 w 716"/>
                  <a:gd name="T1" fmla="*/ 0 h 112"/>
                  <a:gd name="T2" fmla="*/ 398 w 716"/>
                  <a:gd name="T3" fmla="*/ 36 h 112"/>
                  <a:gd name="T4" fmla="*/ 397 w 716"/>
                  <a:gd name="T5" fmla="*/ 49 h 112"/>
                  <a:gd name="T6" fmla="*/ 397 w 716"/>
                  <a:gd name="T7" fmla="*/ 49 h 112"/>
                  <a:gd name="T8" fmla="*/ 367 w 716"/>
                  <a:gd name="T9" fmla="*/ 49 h 112"/>
                  <a:gd name="T10" fmla="*/ 326 w 716"/>
                  <a:gd name="T11" fmla="*/ 49 h 112"/>
                  <a:gd name="T12" fmla="*/ 298 w 716"/>
                  <a:gd name="T13" fmla="*/ 49 h 112"/>
                  <a:gd name="T14" fmla="*/ 298 w 716"/>
                  <a:gd name="T15" fmla="*/ 0 h 112"/>
                  <a:gd name="T16" fmla="*/ 0 w 716"/>
                  <a:gd name="T17" fmla="*/ 56 h 112"/>
                  <a:gd name="T18" fmla="*/ 358 w 716"/>
                  <a:gd name="T19" fmla="*/ 112 h 112"/>
                  <a:gd name="T20" fmla="*/ 716 w 716"/>
                  <a:gd name="T21" fmla="*/ 56 h 112"/>
                  <a:gd name="T22" fmla="*/ 398 w 716"/>
                  <a:gd name="T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6" h="112">
                    <a:moveTo>
                      <a:pt x="398" y="0"/>
                    </a:moveTo>
                    <a:cubicBezTo>
                      <a:pt x="398" y="36"/>
                      <a:pt x="398" y="36"/>
                      <a:pt x="398" y="36"/>
                    </a:cubicBezTo>
                    <a:cubicBezTo>
                      <a:pt x="398" y="40"/>
                      <a:pt x="397" y="45"/>
                      <a:pt x="397" y="49"/>
                    </a:cubicBezTo>
                    <a:cubicBezTo>
                      <a:pt x="397" y="49"/>
                      <a:pt x="397" y="49"/>
                      <a:pt x="397" y="49"/>
                    </a:cubicBezTo>
                    <a:cubicBezTo>
                      <a:pt x="367" y="49"/>
                      <a:pt x="367" y="49"/>
                      <a:pt x="367" y="49"/>
                    </a:cubicBezTo>
                    <a:cubicBezTo>
                      <a:pt x="326" y="49"/>
                      <a:pt x="326" y="49"/>
                      <a:pt x="326" y="49"/>
                    </a:cubicBezTo>
                    <a:cubicBezTo>
                      <a:pt x="298" y="49"/>
                      <a:pt x="298" y="49"/>
                      <a:pt x="298" y="49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129" y="5"/>
                      <a:pt x="0" y="28"/>
                      <a:pt x="0" y="56"/>
                    </a:cubicBezTo>
                    <a:cubicBezTo>
                      <a:pt x="0" y="87"/>
                      <a:pt x="161" y="112"/>
                      <a:pt x="358" y="112"/>
                    </a:cubicBezTo>
                    <a:cubicBezTo>
                      <a:pt x="556" y="112"/>
                      <a:pt x="716" y="87"/>
                      <a:pt x="716" y="56"/>
                    </a:cubicBezTo>
                    <a:cubicBezTo>
                      <a:pt x="716" y="27"/>
                      <a:pt x="577" y="3"/>
                      <a:pt x="398" y="0"/>
                    </a:cubicBezTo>
                  </a:path>
                </a:pathLst>
              </a:cu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ïś1iďé"/>
              <p:cNvSpPr/>
              <p:nvPr/>
            </p:nvSpPr>
            <p:spPr bwMode="auto">
              <a:xfrm>
                <a:off x="7146694" y="1352129"/>
                <a:ext cx="186003" cy="4300210"/>
              </a:xfrm>
              <a:custGeom>
                <a:avLst/>
                <a:gdLst>
                  <a:gd name="T0" fmla="*/ 60 w 100"/>
                  <a:gd name="T1" fmla="*/ 0 h 2317"/>
                  <a:gd name="T2" fmla="*/ 28 w 100"/>
                  <a:gd name="T3" fmla="*/ 0 h 2317"/>
                  <a:gd name="T4" fmla="*/ 0 w 100"/>
                  <a:gd name="T5" fmla="*/ 0 h 2317"/>
                  <a:gd name="T6" fmla="*/ 0 w 100"/>
                  <a:gd name="T7" fmla="*/ 2317 h 2317"/>
                  <a:gd name="T8" fmla="*/ 28 w 100"/>
                  <a:gd name="T9" fmla="*/ 2317 h 2317"/>
                  <a:gd name="T10" fmla="*/ 69 w 100"/>
                  <a:gd name="T11" fmla="*/ 2317 h 2317"/>
                  <a:gd name="T12" fmla="*/ 99 w 100"/>
                  <a:gd name="T13" fmla="*/ 2317 h 2317"/>
                  <a:gd name="T14" fmla="*/ 99 w 100"/>
                  <a:gd name="T15" fmla="*/ 2317 h 2317"/>
                  <a:gd name="T16" fmla="*/ 100 w 100"/>
                  <a:gd name="T17" fmla="*/ 2304 h 2317"/>
                  <a:gd name="T18" fmla="*/ 100 w 100"/>
                  <a:gd name="T19" fmla="*/ 0 h 2317"/>
                  <a:gd name="T20" fmla="*/ 60 w 100"/>
                  <a:gd name="T21" fmla="*/ 0 h 2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2317">
                    <a:moveTo>
                      <a:pt x="60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17"/>
                      <a:pt x="0" y="2317"/>
                      <a:pt x="0" y="2317"/>
                    </a:cubicBezTo>
                    <a:cubicBezTo>
                      <a:pt x="28" y="2317"/>
                      <a:pt x="28" y="2317"/>
                      <a:pt x="28" y="2317"/>
                    </a:cubicBezTo>
                    <a:cubicBezTo>
                      <a:pt x="69" y="2317"/>
                      <a:pt x="69" y="2317"/>
                      <a:pt x="6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3"/>
                      <a:pt x="100" y="2308"/>
                      <a:pt x="100" y="2304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7064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7" name="îṩḷïḋ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" name="îṡḷiď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" name="îṧ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" name="îṡ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1" name="í$1ïďê"/>
              <p:cNvSpPr/>
              <p:nvPr/>
            </p:nvSpPr>
            <p:spPr bwMode="auto">
              <a:xfrm>
                <a:off x="6497899" y="3212158"/>
                <a:ext cx="1703919" cy="639939"/>
              </a:xfrm>
              <a:custGeom>
                <a:avLst/>
                <a:gdLst>
                  <a:gd name="T0" fmla="*/ 1509 w 1539"/>
                  <a:gd name="T1" fmla="*/ 293 h 578"/>
                  <a:gd name="T2" fmla="*/ 1539 w 1539"/>
                  <a:gd name="T3" fmla="*/ 261 h 578"/>
                  <a:gd name="T4" fmla="*/ 1153 w 1539"/>
                  <a:gd name="T5" fmla="*/ 0 h 578"/>
                  <a:gd name="T6" fmla="*/ 1141 w 1539"/>
                  <a:gd name="T7" fmla="*/ 12 h 578"/>
                  <a:gd name="T8" fmla="*/ 1146 w 1539"/>
                  <a:gd name="T9" fmla="*/ 147 h 578"/>
                  <a:gd name="T10" fmla="*/ 13 w 1539"/>
                  <a:gd name="T11" fmla="*/ 136 h 578"/>
                  <a:gd name="T12" fmla="*/ 0 w 1539"/>
                  <a:gd name="T13" fmla="*/ 151 h 578"/>
                  <a:gd name="T14" fmla="*/ 12 w 1539"/>
                  <a:gd name="T15" fmla="*/ 531 h 578"/>
                  <a:gd name="T16" fmla="*/ 1156 w 1539"/>
                  <a:gd name="T17" fmla="*/ 439 h 578"/>
                  <a:gd name="T18" fmla="*/ 1162 w 1539"/>
                  <a:gd name="T19" fmla="*/ 578 h 578"/>
                  <a:gd name="T20" fmla="*/ 1509 w 1539"/>
                  <a:gd name="T21" fmla="*/ 293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578">
                    <a:moveTo>
                      <a:pt x="1509" y="293"/>
                    </a:moveTo>
                    <a:lnTo>
                      <a:pt x="1539" y="261"/>
                    </a:lnTo>
                    <a:lnTo>
                      <a:pt x="1153" y="0"/>
                    </a:lnTo>
                    <a:lnTo>
                      <a:pt x="1141" y="12"/>
                    </a:lnTo>
                    <a:lnTo>
                      <a:pt x="1146" y="147"/>
                    </a:lnTo>
                    <a:lnTo>
                      <a:pt x="13" y="136"/>
                    </a:lnTo>
                    <a:lnTo>
                      <a:pt x="0" y="151"/>
                    </a:lnTo>
                    <a:lnTo>
                      <a:pt x="12" y="531"/>
                    </a:lnTo>
                    <a:lnTo>
                      <a:pt x="1156" y="439"/>
                    </a:lnTo>
                    <a:lnTo>
                      <a:pt x="1162" y="578"/>
                    </a:lnTo>
                    <a:lnTo>
                      <a:pt x="1509" y="29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" name="isľíďe"/>
              <p:cNvSpPr/>
              <p:nvPr/>
            </p:nvSpPr>
            <p:spPr bwMode="auto">
              <a:xfrm>
                <a:off x="6512292" y="3212158"/>
                <a:ext cx="1689526" cy="606724"/>
              </a:xfrm>
              <a:custGeom>
                <a:avLst/>
                <a:gdLst>
                  <a:gd name="T0" fmla="*/ 1526 w 1526"/>
                  <a:gd name="T1" fmla="*/ 261 h 548"/>
                  <a:gd name="T2" fmla="*/ 1140 w 1526"/>
                  <a:gd name="T3" fmla="*/ 0 h 548"/>
                  <a:gd name="T4" fmla="*/ 1145 w 1526"/>
                  <a:gd name="T5" fmla="*/ 147 h 548"/>
                  <a:gd name="T6" fmla="*/ 0 w 1526"/>
                  <a:gd name="T7" fmla="*/ 136 h 548"/>
                  <a:gd name="T8" fmla="*/ 12 w 1526"/>
                  <a:gd name="T9" fmla="*/ 504 h 548"/>
                  <a:gd name="T10" fmla="*/ 1155 w 1526"/>
                  <a:gd name="T11" fmla="*/ 414 h 548"/>
                  <a:gd name="T12" fmla="*/ 1159 w 1526"/>
                  <a:gd name="T13" fmla="*/ 548 h 548"/>
                  <a:gd name="T14" fmla="*/ 1526 w 1526"/>
                  <a:gd name="T15" fmla="*/ 261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6" h="548">
                    <a:moveTo>
                      <a:pt x="1526" y="261"/>
                    </a:moveTo>
                    <a:lnTo>
                      <a:pt x="1140" y="0"/>
                    </a:lnTo>
                    <a:lnTo>
                      <a:pt x="1145" y="147"/>
                    </a:lnTo>
                    <a:lnTo>
                      <a:pt x="0" y="136"/>
                    </a:lnTo>
                    <a:lnTo>
                      <a:pt x="12" y="504"/>
                    </a:lnTo>
                    <a:lnTo>
                      <a:pt x="1155" y="414"/>
                    </a:lnTo>
                    <a:lnTo>
                      <a:pt x="1159" y="548"/>
                    </a:lnTo>
                    <a:lnTo>
                      <a:pt x="1526" y="2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" name="ïṡlíḓé"/>
              <p:cNvSpPr/>
              <p:nvPr/>
            </p:nvSpPr>
            <p:spPr bwMode="auto">
              <a:xfrm>
                <a:off x="6361718" y="2369609"/>
                <a:ext cx="1708348" cy="763940"/>
              </a:xfrm>
              <a:custGeom>
                <a:avLst/>
                <a:gdLst>
                  <a:gd name="T0" fmla="*/ 0 w 1543"/>
                  <a:gd name="T1" fmla="*/ 191 h 690"/>
                  <a:gd name="T2" fmla="*/ 427 w 1543"/>
                  <a:gd name="T3" fmla="*/ 0 h 690"/>
                  <a:gd name="T4" fmla="*/ 437 w 1543"/>
                  <a:gd name="T5" fmla="*/ 13 h 690"/>
                  <a:gd name="T6" fmla="*/ 408 w 1543"/>
                  <a:gd name="T7" fmla="*/ 147 h 690"/>
                  <a:gd name="T8" fmla="*/ 1543 w 1543"/>
                  <a:gd name="T9" fmla="*/ 327 h 690"/>
                  <a:gd name="T10" fmla="*/ 1468 w 1543"/>
                  <a:gd name="T11" fmla="*/ 690 h 690"/>
                  <a:gd name="T12" fmla="*/ 358 w 1543"/>
                  <a:gd name="T13" fmla="*/ 405 h 690"/>
                  <a:gd name="T14" fmla="*/ 324 w 1543"/>
                  <a:gd name="T15" fmla="*/ 561 h 690"/>
                  <a:gd name="T16" fmla="*/ 0 w 1543"/>
                  <a:gd name="T17" fmla="*/ 191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3" h="690">
                    <a:moveTo>
                      <a:pt x="0" y="191"/>
                    </a:moveTo>
                    <a:lnTo>
                      <a:pt x="427" y="0"/>
                    </a:lnTo>
                    <a:lnTo>
                      <a:pt x="437" y="13"/>
                    </a:lnTo>
                    <a:lnTo>
                      <a:pt x="408" y="147"/>
                    </a:lnTo>
                    <a:lnTo>
                      <a:pt x="1543" y="327"/>
                    </a:lnTo>
                    <a:lnTo>
                      <a:pt x="1468" y="690"/>
                    </a:lnTo>
                    <a:lnTo>
                      <a:pt x="358" y="405"/>
                    </a:lnTo>
                    <a:lnTo>
                      <a:pt x="324" y="561"/>
                    </a:lnTo>
                    <a:lnTo>
                      <a:pt x="0" y="191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îŝ1îdè"/>
              <p:cNvSpPr/>
              <p:nvPr/>
            </p:nvSpPr>
            <p:spPr bwMode="auto">
              <a:xfrm>
                <a:off x="6382755" y="2359647"/>
                <a:ext cx="1690635" cy="750653"/>
              </a:xfrm>
              <a:custGeom>
                <a:avLst/>
                <a:gdLst>
                  <a:gd name="T0" fmla="*/ 0 w 1527"/>
                  <a:gd name="T1" fmla="*/ 192 h 678"/>
                  <a:gd name="T2" fmla="*/ 312 w 1527"/>
                  <a:gd name="T3" fmla="*/ 539 h 678"/>
                  <a:gd name="T4" fmla="*/ 342 w 1527"/>
                  <a:gd name="T5" fmla="*/ 393 h 678"/>
                  <a:gd name="T6" fmla="*/ 1452 w 1527"/>
                  <a:gd name="T7" fmla="*/ 678 h 678"/>
                  <a:gd name="T8" fmla="*/ 1527 w 1527"/>
                  <a:gd name="T9" fmla="*/ 317 h 678"/>
                  <a:gd name="T10" fmla="*/ 398 w 1527"/>
                  <a:gd name="T11" fmla="*/ 133 h 678"/>
                  <a:gd name="T12" fmla="*/ 426 w 1527"/>
                  <a:gd name="T13" fmla="*/ 0 h 678"/>
                  <a:gd name="T14" fmla="*/ 0 w 1527"/>
                  <a:gd name="T15" fmla="*/ 192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7" h="678">
                    <a:moveTo>
                      <a:pt x="0" y="192"/>
                    </a:moveTo>
                    <a:lnTo>
                      <a:pt x="312" y="539"/>
                    </a:lnTo>
                    <a:lnTo>
                      <a:pt x="342" y="393"/>
                    </a:lnTo>
                    <a:lnTo>
                      <a:pt x="1452" y="678"/>
                    </a:lnTo>
                    <a:lnTo>
                      <a:pt x="1527" y="317"/>
                    </a:lnTo>
                    <a:lnTo>
                      <a:pt x="398" y="133"/>
                    </a:lnTo>
                    <a:lnTo>
                      <a:pt x="426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5" name="íśḷîḍé"/>
              <p:cNvSpPr/>
              <p:nvPr/>
            </p:nvSpPr>
            <p:spPr bwMode="auto">
              <a:xfrm>
                <a:off x="6339575" y="4004885"/>
                <a:ext cx="1687312" cy="877978"/>
              </a:xfrm>
              <a:custGeom>
                <a:avLst/>
                <a:gdLst>
                  <a:gd name="T0" fmla="*/ 0 w 1524"/>
                  <a:gd name="T1" fmla="*/ 623 h 793"/>
                  <a:gd name="T2" fmla="*/ 280 w 1524"/>
                  <a:gd name="T3" fmla="*/ 251 h 793"/>
                  <a:gd name="T4" fmla="*/ 296 w 1524"/>
                  <a:gd name="T5" fmla="*/ 258 h 793"/>
                  <a:gd name="T6" fmla="*/ 334 w 1524"/>
                  <a:gd name="T7" fmla="*/ 387 h 793"/>
                  <a:gd name="T8" fmla="*/ 1417 w 1524"/>
                  <a:gd name="T9" fmla="*/ 0 h 793"/>
                  <a:gd name="T10" fmla="*/ 1524 w 1524"/>
                  <a:gd name="T11" fmla="*/ 355 h 793"/>
                  <a:gd name="T12" fmla="*/ 416 w 1524"/>
                  <a:gd name="T13" fmla="*/ 638 h 793"/>
                  <a:gd name="T14" fmla="*/ 462 w 1524"/>
                  <a:gd name="T15" fmla="*/ 793 h 793"/>
                  <a:gd name="T16" fmla="*/ 0 w 1524"/>
                  <a:gd name="T17" fmla="*/ 623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4" h="793">
                    <a:moveTo>
                      <a:pt x="0" y="623"/>
                    </a:moveTo>
                    <a:lnTo>
                      <a:pt x="280" y="251"/>
                    </a:lnTo>
                    <a:lnTo>
                      <a:pt x="296" y="258"/>
                    </a:lnTo>
                    <a:lnTo>
                      <a:pt x="334" y="387"/>
                    </a:lnTo>
                    <a:lnTo>
                      <a:pt x="1417" y="0"/>
                    </a:lnTo>
                    <a:lnTo>
                      <a:pt x="1524" y="355"/>
                    </a:lnTo>
                    <a:lnTo>
                      <a:pt x="416" y="638"/>
                    </a:lnTo>
                    <a:lnTo>
                      <a:pt x="462" y="793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6" name="ï$ḻíḑe"/>
              <p:cNvSpPr/>
              <p:nvPr/>
            </p:nvSpPr>
            <p:spPr bwMode="auto">
              <a:xfrm>
                <a:off x="6352861" y="3986063"/>
                <a:ext cx="1668490" cy="859156"/>
              </a:xfrm>
              <a:custGeom>
                <a:avLst/>
                <a:gdLst>
                  <a:gd name="T0" fmla="*/ 0 w 1507"/>
                  <a:gd name="T1" fmla="*/ 623 h 776"/>
                  <a:gd name="T2" fmla="*/ 440 w 1507"/>
                  <a:gd name="T3" fmla="*/ 776 h 776"/>
                  <a:gd name="T4" fmla="*/ 398 w 1507"/>
                  <a:gd name="T5" fmla="*/ 635 h 776"/>
                  <a:gd name="T6" fmla="*/ 1507 w 1507"/>
                  <a:gd name="T7" fmla="*/ 352 h 776"/>
                  <a:gd name="T8" fmla="*/ 1400 w 1507"/>
                  <a:gd name="T9" fmla="*/ 0 h 776"/>
                  <a:gd name="T10" fmla="*/ 320 w 1507"/>
                  <a:gd name="T11" fmla="*/ 380 h 776"/>
                  <a:gd name="T12" fmla="*/ 280 w 1507"/>
                  <a:gd name="T13" fmla="*/ 251 h 776"/>
                  <a:gd name="T14" fmla="*/ 0 w 1507"/>
                  <a:gd name="T15" fmla="*/ 623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7" h="776">
                    <a:moveTo>
                      <a:pt x="0" y="623"/>
                    </a:moveTo>
                    <a:lnTo>
                      <a:pt x="440" y="776"/>
                    </a:lnTo>
                    <a:lnTo>
                      <a:pt x="398" y="635"/>
                    </a:lnTo>
                    <a:lnTo>
                      <a:pt x="1507" y="352"/>
                    </a:lnTo>
                    <a:lnTo>
                      <a:pt x="1400" y="0"/>
                    </a:lnTo>
                    <a:lnTo>
                      <a:pt x="320" y="380"/>
                    </a:lnTo>
                    <a:lnTo>
                      <a:pt x="280" y="251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7" name="îŝľïďê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8" name="íṡḷíḑe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9" name="iśļïďê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0" name="íṧlîḍé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1" name="iṩļïḍê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2" name="íŝḻiḑe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3" name="iṣḷíḋé"/>
              <p:cNvSpPr/>
              <p:nvPr/>
            </p:nvSpPr>
            <p:spPr bwMode="auto">
              <a:xfrm>
                <a:off x="7146694" y="2918761"/>
                <a:ext cx="183789" cy="63108"/>
              </a:xfrm>
              <a:custGeom>
                <a:avLst/>
                <a:gdLst>
                  <a:gd name="T0" fmla="*/ 0 w 166"/>
                  <a:gd name="T1" fmla="*/ 57 h 57"/>
                  <a:gd name="T2" fmla="*/ 47 w 166"/>
                  <a:gd name="T3" fmla="*/ 23 h 57"/>
                  <a:gd name="T4" fmla="*/ 166 w 166"/>
                  <a:gd name="T5" fmla="*/ 42 h 57"/>
                  <a:gd name="T6" fmla="*/ 47 w 166"/>
                  <a:gd name="T7" fmla="*/ 12 h 57"/>
                  <a:gd name="T8" fmla="*/ 0 w 166"/>
                  <a:gd name="T9" fmla="*/ 0 h 57"/>
                  <a:gd name="T10" fmla="*/ 0 w 166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57">
                    <a:moveTo>
                      <a:pt x="0" y="57"/>
                    </a:moveTo>
                    <a:lnTo>
                      <a:pt x="47" y="23"/>
                    </a:lnTo>
                    <a:lnTo>
                      <a:pt x="166" y="42"/>
                    </a:lnTo>
                    <a:lnTo>
                      <a:pt x="47" y="12"/>
                    </a:lnTo>
                    <a:lnTo>
                      <a:pt x="0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4" name="îSḷíḍe"/>
              <p:cNvSpPr/>
              <p:nvPr/>
            </p:nvSpPr>
            <p:spPr bwMode="auto">
              <a:xfrm>
                <a:off x="7146694" y="3733630"/>
                <a:ext cx="183789" cy="79716"/>
              </a:xfrm>
              <a:custGeom>
                <a:avLst/>
                <a:gdLst>
                  <a:gd name="T0" fmla="*/ 0 w 166"/>
                  <a:gd name="T1" fmla="*/ 72 h 72"/>
                  <a:gd name="T2" fmla="*/ 47 w 166"/>
                  <a:gd name="T3" fmla="*/ 30 h 72"/>
                  <a:gd name="T4" fmla="*/ 166 w 166"/>
                  <a:gd name="T5" fmla="*/ 0 h 72"/>
                  <a:gd name="T6" fmla="*/ 47 w 166"/>
                  <a:gd name="T7" fmla="*/ 10 h 72"/>
                  <a:gd name="T8" fmla="*/ 0 w 166"/>
                  <a:gd name="T9" fmla="*/ 13 h 72"/>
                  <a:gd name="T10" fmla="*/ 0 w 166"/>
                  <a:gd name="T1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72">
                    <a:moveTo>
                      <a:pt x="0" y="72"/>
                    </a:moveTo>
                    <a:lnTo>
                      <a:pt x="47" y="30"/>
                    </a:lnTo>
                    <a:lnTo>
                      <a:pt x="166" y="0"/>
                    </a:lnTo>
                    <a:lnTo>
                      <a:pt x="47" y="10"/>
                    </a:lnTo>
                    <a:lnTo>
                      <a:pt x="0" y="13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5" name="ïşliďê"/>
              <p:cNvSpPr/>
              <p:nvPr/>
            </p:nvSpPr>
            <p:spPr bwMode="auto">
              <a:xfrm>
                <a:off x="7146694" y="4576179"/>
                <a:ext cx="183789" cy="104073"/>
              </a:xfrm>
              <a:custGeom>
                <a:avLst/>
                <a:gdLst>
                  <a:gd name="T0" fmla="*/ 0 w 166"/>
                  <a:gd name="T1" fmla="*/ 94 h 94"/>
                  <a:gd name="T2" fmla="*/ 47 w 166"/>
                  <a:gd name="T3" fmla="*/ 45 h 94"/>
                  <a:gd name="T4" fmla="*/ 166 w 166"/>
                  <a:gd name="T5" fmla="*/ 0 h 94"/>
                  <a:gd name="T6" fmla="*/ 47 w 166"/>
                  <a:gd name="T7" fmla="*/ 30 h 94"/>
                  <a:gd name="T8" fmla="*/ 0 w 166"/>
                  <a:gd name="T9" fmla="*/ 44 h 94"/>
                  <a:gd name="T10" fmla="*/ 0 w 16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94">
                    <a:moveTo>
                      <a:pt x="0" y="94"/>
                    </a:moveTo>
                    <a:lnTo>
                      <a:pt x="47" y="45"/>
                    </a:lnTo>
                    <a:lnTo>
                      <a:pt x="166" y="0"/>
                    </a:lnTo>
                    <a:lnTo>
                      <a:pt x="47" y="30"/>
                    </a:lnTo>
                    <a:lnTo>
                      <a:pt x="0" y="44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78" name="文本框 77"/>
          <p:cNvSpPr txBox="1"/>
          <p:nvPr/>
        </p:nvSpPr>
        <p:spPr>
          <a:xfrm>
            <a:off x="2629213" y="5432967"/>
            <a:ext cx="6092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</a:rPr>
              <a:t>MySQL</a:t>
            </a:r>
            <a:r>
              <a:rPr lang="zh-CN" altLang="zh-CN" sz="2800" b="1" dirty="0"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</a:rPr>
              <a:t>有哪些特性？又如何安装呢？</a:t>
            </a:r>
            <a:endParaRPr lang="zh-CN" altLang="en-US" sz="2800" b="1" dirty="0">
              <a:latin typeface="Arial" panose="020B0604020202020204" pitchFamily="34" charset="0"/>
              <a:ea typeface="微软雅黑" panose="020B0503020204020204" pitchFamily="34" charset="-122"/>
              <a:cs typeface="Lato Black" panose="020F0A02020204030203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bldLvl="0" animBg="1"/>
      <p:bldP spid="7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2971800" y="2723515"/>
            <a:ext cx="3020695" cy="698500"/>
            <a:chOff x="4680" y="4289"/>
            <a:chExt cx="4757" cy="1100"/>
          </a:xfrm>
        </p:grpSpPr>
        <p:sp>
          <p:nvSpPr>
            <p:cNvPr id="14" name="矩形 13"/>
            <p:cNvSpPr/>
            <p:nvPr>
              <p:custDataLst>
                <p:tags r:id="rId3"/>
              </p:custDataLst>
            </p:nvPr>
          </p:nvSpPr>
          <p:spPr>
            <a:xfrm>
              <a:off x="4680" y="4289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4"/>
              </p:custDataLst>
            </p:nvPr>
          </p:nvSpPr>
          <p:spPr>
            <a:xfrm>
              <a:off x="5953" y="4464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MySQL简介</a:t>
              </a:r>
              <a:endParaRPr lang="en-US" altLang="zh-CN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5"/>
            </p:custDataLst>
          </p:nvPr>
        </p:nvGrpSpPr>
        <p:grpSpPr>
          <a:xfrm>
            <a:off x="7331075" y="2723515"/>
            <a:ext cx="2768600" cy="698500"/>
            <a:chOff x="11545" y="4289"/>
            <a:chExt cx="4360" cy="1100"/>
          </a:xfrm>
        </p:grpSpPr>
        <p:sp>
          <p:nvSpPr>
            <p:cNvPr id="18" name="矩形 17"/>
            <p:cNvSpPr/>
            <p:nvPr>
              <p:custDataLst>
                <p:tags r:id="rId6"/>
              </p:custDataLst>
            </p:nvPr>
          </p:nvSpPr>
          <p:spPr>
            <a:xfrm>
              <a:off x="11545" y="4289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7"/>
              </p:custDataLst>
            </p:nvPr>
          </p:nvSpPr>
          <p:spPr>
            <a:xfrm>
              <a:off x="12421" y="4464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28575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FontTx/>
                <a:buNone/>
              </a:pP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安装MySQL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209006" y="1958898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4" name="矩形: 圆角 33"/>
          <p:cNvSpPr/>
          <p:nvPr>
            <p:custDataLst>
              <p:tags r:id="rId4"/>
            </p:custDataLst>
          </p:nvPr>
        </p:nvSpPr>
        <p:spPr>
          <a:xfrm>
            <a:off x="209006" y="1965448"/>
            <a:ext cx="1345474" cy="363530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5" name="矩形: 圆角 34"/>
          <p:cNvSpPr/>
          <p:nvPr>
            <p:custDataLst>
              <p:tags r:id="rId5"/>
            </p:custDataLst>
          </p:nvPr>
        </p:nvSpPr>
        <p:spPr>
          <a:xfrm>
            <a:off x="1554479" y="1968648"/>
            <a:ext cx="231289" cy="3618039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1895621" y="1933491"/>
            <a:ext cx="9846299" cy="35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最流行的关系型数据库管理系统之一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实现多用户、多线程的结构化查询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速度快、执行效率与稳定性高、操作简单。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体积小、速度快、跨平台、开放源码。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28652" y="200499"/>
            <a:ext cx="23647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7804" y="4066747"/>
            <a:ext cx="1510950" cy="1652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5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  <p:bldP spid="35" grpId="0" bldLvl="0" animBg="1"/>
      <p:bldP spid="3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28652" y="200499"/>
            <a:ext cx="23647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0135467" y="3007131"/>
            <a:ext cx="1018445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开发环境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526" y="1551300"/>
            <a:ext cx="1702779" cy="105524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15" y="2566195"/>
            <a:ext cx="1702779" cy="112396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7449" y="3643018"/>
            <a:ext cx="1423112" cy="183710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6383" y="5431221"/>
            <a:ext cx="1973922" cy="633540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8"/>
          <a:srcRect r="43482" b="6838"/>
          <a:stretch>
            <a:fillRect/>
          </a:stretch>
        </p:blipFill>
        <p:spPr bwMode="auto">
          <a:xfrm>
            <a:off x="5960283" y="2732814"/>
            <a:ext cx="2628137" cy="17602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加号 15"/>
          <p:cNvSpPr/>
          <p:nvPr>
            <p:custDataLst>
              <p:tags r:id="rId9"/>
            </p:custDataLst>
          </p:nvPr>
        </p:nvSpPr>
        <p:spPr>
          <a:xfrm>
            <a:off x="4812977" y="3502094"/>
            <a:ext cx="928659" cy="689627"/>
          </a:xfrm>
          <a:prstGeom prst="mathPlus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>
            <p:custDataLst>
              <p:tags r:id="rId10"/>
            </p:custDataLst>
          </p:nvPr>
        </p:nvSpPr>
        <p:spPr>
          <a:xfrm>
            <a:off x="1186239" y="1504002"/>
            <a:ext cx="3190052" cy="4560759"/>
          </a:xfrm>
          <a:prstGeom prst="round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>
            <p:custDataLst>
              <p:tags r:id="rId11"/>
            </p:custDataLst>
          </p:nvPr>
        </p:nvSpPr>
        <p:spPr>
          <a:xfrm>
            <a:off x="6096001" y="2559245"/>
            <a:ext cx="2492420" cy="2280769"/>
          </a:xfrm>
          <a:prstGeom prst="roundRect">
            <a:avLst/>
          </a:prstGeom>
          <a:noFill/>
          <a:ln>
            <a:solidFill>
              <a:schemeClr val="accent1">
                <a:shade val="50000"/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箭头: 右 18"/>
          <p:cNvSpPr/>
          <p:nvPr>
            <p:custDataLst>
              <p:tags r:id="rId12"/>
            </p:custDataLst>
          </p:nvPr>
        </p:nvSpPr>
        <p:spPr>
          <a:xfrm>
            <a:off x="8946793" y="3690316"/>
            <a:ext cx="830302" cy="342647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4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2"/>
      <p:bldP spid="16" grpId="0" bldLvl="0" animBg="1"/>
      <p:bldP spid="18" grpId="0" bldLvl="0" animBg="1"/>
      <p:bldP spid="20" grpId="0" bldLvl="0" animBg="1"/>
      <p:bldP spid="1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587365" y="2504440"/>
            <a:ext cx="5629910" cy="978535"/>
            <a:chOff x="9600" y="2664"/>
            <a:chExt cx="8866" cy="1541"/>
          </a:xfrm>
        </p:grpSpPr>
        <p:sp>
          <p:nvSpPr>
            <p:cNvPr id="52" name="PA-矩形 51"/>
            <p:cNvSpPr/>
            <p:nvPr>
              <p:custDataLst>
                <p:tags r:id="rId3"/>
              </p:custDataLst>
            </p:nvPr>
          </p:nvSpPr>
          <p:spPr>
            <a:xfrm>
              <a:off x="9600" y="2664"/>
              <a:ext cx="8866" cy="1541"/>
            </a:xfrm>
            <a:prstGeom prst="rect">
              <a:avLst/>
            </a:prstGeom>
            <a:solidFill>
              <a:schemeClr val="accent6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PA-椭圆 5"/>
            <p:cNvSpPr/>
            <p:nvPr>
              <p:custDataLst>
                <p:tags r:id="rId4"/>
              </p:custDataLst>
            </p:nvPr>
          </p:nvSpPr>
          <p:spPr>
            <a:xfrm>
              <a:off x="10057" y="2918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PA-任意多边形 78"/>
            <p:cNvSpPr/>
            <p:nvPr>
              <p:custDataLst>
                <p:tags r:id="rId5"/>
              </p:custDataLst>
            </p:nvPr>
          </p:nvSpPr>
          <p:spPr bwMode="auto">
            <a:xfrm>
              <a:off x="10543" y="3378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PA-任意多边形 79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10483" y="3162"/>
              <a:ext cx="410" cy="280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PA-任意多边形 80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0331" y="3246"/>
              <a:ext cx="277" cy="479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0130" y="2992"/>
              <a:ext cx="7906" cy="991"/>
              <a:chOff x="10130" y="2992"/>
              <a:chExt cx="7906" cy="991"/>
            </a:xfrm>
          </p:grpSpPr>
          <p:sp>
            <p:nvSpPr>
              <p:cNvPr id="7" name="PA-椭圆 6"/>
              <p:cNvSpPr/>
              <p:nvPr>
                <p:custDataLst>
                  <p:tags r:id="rId8"/>
                </p:custDataLst>
              </p:nvPr>
            </p:nvSpPr>
            <p:spPr>
              <a:xfrm>
                <a:off x="10130" y="2992"/>
                <a:ext cx="991" cy="991"/>
              </a:xfrm>
              <a:prstGeom prst="ellipse">
                <a:avLst/>
              </a:prstGeom>
              <a:solidFill>
                <a:schemeClr val="accent2"/>
              </a:solidFill>
              <a:ln w="28575"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 1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8" name="PA-文本框 5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1556" y="3162"/>
                <a:ext cx="6480" cy="653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Autofit/>
              </a:bodyPr>
              <a:lstStyle/>
              <a:p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从官网下载MySQL数据库软件安装</a:t>
                </a:r>
                <a:endPara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5587365" y="3996690"/>
            <a:ext cx="5623560" cy="988060"/>
            <a:chOff x="13518" y="2693"/>
            <a:chExt cx="8856" cy="1556"/>
          </a:xfrm>
        </p:grpSpPr>
        <p:sp>
          <p:nvSpPr>
            <p:cNvPr id="55" name="PA-矩形 54"/>
            <p:cNvSpPr/>
            <p:nvPr>
              <p:custDataLst>
                <p:tags r:id="rId10"/>
              </p:custDataLst>
            </p:nvPr>
          </p:nvSpPr>
          <p:spPr>
            <a:xfrm>
              <a:off x="13518" y="2693"/>
              <a:ext cx="8816" cy="1556"/>
            </a:xfrm>
            <a:prstGeom prst="rect">
              <a:avLst/>
            </a:prstGeom>
            <a:solidFill>
              <a:schemeClr val="accent6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PA-椭圆 8"/>
            <p:cNvSpPr/>
            <p:nvPr>
              <p:custDataLst>
                <p:tags r:id="rId11"/>
              </p:custDataLst>
            </p:nvPr>
          </p:nvSpPr>
          <p:spPr>
            <a:xfrm>
              <a:off x="14010" y="2916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PA-任意多边形 81"/>
            <p:cNvSpPr/>
            <p:nvPr>
              <p:custDataLst>
                <p:tags r:id="rId12"/>
              </p:custDataLst>
            </p:nvPr>
          </p:nvSpPr>
          <p:spPr bwMode="auto">
            <a:xfrm>
              <a:off x="14710" y="3162"/>
              <a:ext cx="197" cy="197"/>
            </a:xfrm>
            <a:custGeom>
              <a:avLst/>
              <a:gdLst>
                <a:gd name="T0" fmla="*/ 38 w 49"/>
                <a:gd name="T1" fmla="*/ 11 h 49"/>
                <a:gd name="T2" fmla="*/ 3 w 49"/>
                <a:gd name="T3" fmla="*/ 7 h 49"/>
                <a:gd name="T4" fmla="*/ 2 w 49"/>
                <a:gd name="T5" fmla="*/ 15 h 49"/>
                <a:gd name="T6" fmla="*/ 34 w 49"/>
                <a:gd name="T7" fmla="*/ 47 h 49"/>
                <a:gd name="T8" fmla="*/ 42 w 49"/>
                <a:gd name="T9" fmla="*/ 46 h 49"/>
                <a:gd name="T10" fmla="*/ 38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38" y="11"/>
                  </a:moveTo>
                  <a:cubicBezTo>
                    <a:pt x="28" y="2"/>
                    <a:pt x="14" y="0"/>
                    <a:pt x="3" y="7"/>
                  </a:cubicBezTo>
                  <a:cubicBezTo>
                    <a:pt x="0" y="9"/>
                    <a:pt x="0" y="13"/>
                    <a:pt x="2" y="15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6" y="49"/>
                    <a:pt x="40" y="49"/>
                    <a:pt x="42" y="46"/>
                  </a:cubicBezTo>
                  <a:cubicBezTo>
                    <a:pt x="49" y="35"/>
                    <a:pt x="47" y="21"/>
                    <a:pt x="38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PA-任意多边形 82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14258" y="3198"/>
              <a:ext cx="588" cy="602"/>
            </a:xfrm>
            <a:custGeom>
              <a:avLst/>
              <a:gdLst>
                <a:gd name="T0" fmla="*/ 134 w 147"/>
                <a:gd name="T1" fmla="*/ 115 h 151"/>
                <a:gd name="T2" fmla="*/ 147 w 147"/>
                <a:gd name="T3" fmla="*/ 72 h 151"/>
                <a:gd name="T4" fmla="*/ 75 w 147"/>
                <a:gd name="T5" fmla="*/ 0 h 151"/>
                <a:gd name="T6" fmla="*/ 74 w 147"/>
                <a:gd name="T7" fmla="*/ 0 h 151"/>
                <a:gd name="T8" fmla="*/ 3 w 147"/>
                <a:gd name="T9" fmla="*/ 72 h 151"/>
                <a:gd name="T10" fmla="*/ 15 w 147"/>
                <a:gd name="T11" fmla="*/ 112 h 151"/>
                <a:gd name="T12" fmla="*/ 2 w 147"/>
                <a:gd name="T13" fmla="*/ 137 h 151"/>
                <a:gd name="T14" fmla="*/ 6 w 147"/>
                <a:gd name="T15" fmla="*/ 150 h 151"/>
                <a:gd name="T16" fmla="*/ 11 w 147"/>
                <a:gd name="T17" fmla="*/ 151 h 151"/>
                <a:gd name="T18" fmla="*/ 20 w 147"/>
                <a:gd name="T19" fmla="*/ 146 h 151"/>
                <a:gd name="T20" fmla="*/ 29 w 147"/>
                <a:gd name="T21" fmla="*/ 128 h 151"/>
                <a:gd name="T22" fmla="*/ 74 w 147"/>
                <a:gd name="T23" fmla="*/ 145 h 151"/>
                <a:gd name="T24" fmla="*/ 75 w 147"/>
                <a:gd name="T25" fmla="*/ 145 h 151"/>
                <a:gd name="T26" fmla="*/ 119 w 147"/>
                <a:gd name="T27" fmla="*/ 129 h 151"/>
                <a:gd name="T28" fmla="*/ 127 w 147"/>
                <a:gd name="T29" fmla="*/ 146 h 151"/>
                <a:gd name="T30" fmla="*/ 136 w 147"/>
                <a:gd name="T31" fmla="*/ 151 h 151"/>
                <a:gd name="T32" fmla="*/ 141 w 147"/>
                <a:gd name="T33" fmla="*/ 150 h 151"/>
                <a:gd name="T34" fmla="*/ 145 w 147"/>
                <a:gd name="T35" fmla="*/ 137 h 151"/>
                <a:gd name="T36" fmla="*/ 134 w 147"/>
                <a:gd name="T37" fmla="*/ 115 h 151"/>
                <a:gd name="T38" fmla="*/ 75 w 147"/>
                <a:gd name="T39" fmla="*/ 125 h 151"/>
                <a:gd name="T40" fmla="*/ 74 w 147"/>
                <a:gd name="T41" fmla="*/ 125 h 151"/>
                <a:gd name="T42" fmla="*/ 22 w 147"/>
                <a:gd name="T43" fmla="*/ 72 h 151"/>
                <a:gd name="T44" fmla="*/ 74 w 147"/>
                <a:gd name="T45" fmla="*/ 20 h 151"/>
                <a:gd name="T46" fmla="*/ 75 w 147"/>
                <a:gd name="T47" fmla="*/ 19 h 151"/>
                <a:gd name="T48" fmla="*/ 128 w 147"/>
                <a:gd name="T49" fmla="*/ 72 h 151"/>
                <a:gd name="T50" fmla="*/ 75 w 147"/>
                <a:gd name="T51" fmla="*/ 12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7" h="151">
                  <a:moveTo>
                    <a:pt x="134" y="115"/>
                  </a:moveTo>
                  <a:cubicBezTo>
                    <a:pt x="142" y="103"/>
                    <a:pt x="147" y="88"/>
                    <a:pt x="147" y="72"/>
                  </a:cubicBezTo>
                  <a:cubicBezTo>
                    <a:pt x="147" y="32"/>
                    <a:pt x="11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5" y="0"/>
                    <a:pt x="3" y="33"/>
                    <a:pt x="3" y="72"/>
                  </a:cubicBezTo>
                  <a:cubicBezTo>
                    <a:pt x="3" y="87"/>
                    <a:pt x="7" y="101"/>
                    <a:pt x="15" y="112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0" y="142"/>
                    <a:pt x="2" y="148"/>
                    <a:pt x="6" y="150"/>
                  </a:cubicBezTo>
                  <a:cubicBezTo>
                    <a:pt x="8" y="151"/>
                    <a:pt x="9" y="151"/>
                    <a:pt x="11" y="151"/>
                  </a:cubicBezTo>
                  <a:cubicBezTo>
                    <a:pt x="14" y="151"/>
                    <a:pt x="18" y="149"/>
                    <a:pt x="20" y="146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41" y="138"/>
                    <a:pt x="57" y="145"/>
                    <a:pt x="74" y="145"/>
                  </a:cubicBezTo>
                  <a:cubicBezTo>
                    <a:pt x="74" y="145"/>
                    <a:pt x="75" y="145"/>
                    <a:pt x="75" y="145"/>
                  </a:cubicBezTo>
                  <a:cubicBezTo>
                    <a:pt x="92" y="145"/>
                    <a:pt x="107" y="139"/>
                    <a:pt x="119" y="129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9"/>
                    <a:pt x="133" y="151"/>
                    <a:pt x="136" y="151"/>
                  </a:cubicBezTo>
                  <a:cubicBezTo>
                    <a:pt x="138" y="151"/>
                    <a:pt x="139" y="151"/>
                    <a:pt x="141" y="150"/>
                  </a:cubicBezTo>
                  <a:cubicBezTo>
                    <a:pt x="145" y="148"/>
                    <a:pt x="147" y="142"/>
                    <a:pt x="145" y="137"/>
                  </a:cubicBezTo>
                  <a:lnTo>
                    <a:pt x="134" y="115"/>
                  </a:lnTo>
                  <a:close/>
                  <a:moveTo>
                    <a:pt x="75" y="125"/>
                  </a:moveTo>
                  <a:cubicBezTo>
                    <a:pt x="75" y="125"/>
                    <a:pt x="74" y="125"/>
                    <a:pt x="74" y="125"/>
                  </a:cubicBezTo>
                  <a:cubicBezTo>
                    <a:pt x="45" y="125"/>
                    <a:pt x="22" y="101"/>
                    <a:pt x="22" y="72"/>
                  </a:cubicBezTo>
                  <a:cubicBezTo>
                    <a:pt x="22" y="43"/>
                    <a:pt x="45" y="20"/>
                    <a:pt x="74" y="20"/>
                  </a:cubicBezTo>
                  <a:cubicBezTo>
                    <a:pt x="74" y="20"/>
                    <a:pt x="75" y="19"/>
                    <a:pt x="75" y="19"/>
                  </a:cubicBezTo>
                  <a:cubicBezTo>
                    <a:pt x="104" y="19"/>
                    <a:pt x="128" y="43"/>
                    <a:pt x="128" y="72"/>
                  </a:cubicBezTo>
                  <a:cubicBezTo>
                    <a:pt x="128" y="102"/>
                    <a:pt x="104" y="125"/>
                    <a:pt x="75" y="1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PA-任意多边形 83"/>
            <p:cNvSpPr/>
            <p:nvPr>
              <p:custDataLst>
                <p:tags r:id="rId14"/>
              </p:custDataLst>
            </p:nvPr>
          </p:nvSpPr>
          <p:spPr bwMode="auto">
            <a:xfrm>
              <a:off x="14438" y="3377"/>
              <a:ext cx="140" cy="251"/>
            </a:xfrm>
            <a:custGeom>
              <a:avLst/>
              <a:gdLst>
                <a:gd name="T0" fmla="*/ 30 w 35"/>
                <a:gd name="T1" fmla="*/ 0 h 63"/>
                <a:gd name="T2" fmla="*/ 29 w 35"/>
                <a:gd name="T3" fmla="*/ 0 h 63"/>
                <a:gd name="T4" fmla="*/ 24 w 35"/>
                <a:gd name="T5" fmla="*/ 6 h 63"/>
                <a:gd name="T6" fmla="*/ 24 w 35"/>
                <a:gd name="T7" fmla="*/ 27 h 63"/>
                <a:gd name="T8" fmla="*/ 2 w 35"/>
                <a:gd name="T9" fmla="*/ 54 h 63"/>
                <a:gd name="T10" fmla="*/ 3 w 35"/>
                <a:gd name="T11" fmla="*/ 61 h 63"/>
                <a:gd name="T12" fmla="*/ 6 w 35"/>
                <a:gd name="T13" fmla="*/ 63 h 63"/>
                <a:gd name="T14" fmla="*/ 10 w 35"/>
                <a:gd name="T15" fmla="*/ 61 h 63"/>
                <a:gd name="T16" fmla="*/ 29 w 35"/>
                <a:gd name="T17" fmla="*/ 39 h 63"/>
                <a:gd name="T18" fmla="*/ 33 w 35"/>
                <a:gd name="T19" fmla="*/ 34 h 63"/>
                <a:gd name="T20" fmla="*/ 35 w 35"/>
                <a:gd name="T21" fmla="*/ 29 h 63"/>
                <a:gd name="T22" fmla="*/ 35 w 35"/>
                <a:gd name="T23" fmla="*/ 6 h 63"/>
                <a:gd name="T24" fmla="*/ 30 w 35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3">
                  <a:moveTo>
                    <a:pt x="30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26" y="1"/>
                    <a:pt x="24" y="3"/>
                    <a:pt x="24" y="6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0" y="59"/>
                    <a:pt x="3" y="61"/>
                  </a:cubicBezTo>
                  <a:cubicBezTo>
                    <a:pt x="4" y="62"/>
                    <a:pt x="5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5" y="33"/>
                    <a:pt x="35" y="31"/>
                    <a:pt x="35" y="29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PA-任意多边形 84"/>
            <p:cNvSpPr/>
            <p:nvPr>
              <p:custDataLst>
                <p:tags r:id="rId15"/>
              </p:custDataLst>
            </p:nvPr>
          </p:nvSpPr>
          <p:spPr bwMode="auto">
            <a:xfrm>
              <a:off x="14214" y="3162"/>
              <a:ext cx="196" cy="197"/>
            </a:xfrm>
            <a:custGeom>
              <a:avLst/>
              <a:gdLst>
                <a:gd name="T0" fmla="*/ 11 w 49"/>
                <a:gd name="T1" fmla="*/ 11 h 49"/>
                <a:gd name="T2" fmla="*/ 7 w 49"/>
                <a:gd name="T3" fmla="*/ 46 h 49"/>
                <a:gd name="T4" fmla="*/ 14 w 49"/>
                <a:gd name="T5" fmla="*/ 47 h 49"/>
                <a:gd name="T6" fmla="*/ 46 w 49"/>
                <a:gd name="T7" fmla="*/ 15 h 49"/>
                <a:gd name="T8" fmla="*/ 45 w 49"/>
                <a:gd name="T9" fmla="*/ 7 h 49"/>
                <a:gd name="T10" fmla="*/ 11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11" y="11"/>
                  </a:moveTo>
                  <a:cubicBezTo>
                    <a:pt x="1" y="21"/>
                    <a:pt x="0" y="35"/>
                    <a:pt x="7" y="46"/>
                  </a:cubicBezTo>
                  <a:cubicBezTo>
                    <a:pt x="9" y="49"/>
                    <a:pt x="12" y="49"/>
                    <a:pt x="14" y="4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9" y="13"/>
                    <a:pt x="48" y="9"/>
                    <a:pt x="45" y="7"/>
                  </a:cubicBezTo>
                  <a:cubicBezTo>
                    <a:pt x="35" y="0"/>
                    <a:pt x="20" y="2"/>
                    <a:pt x="11" y="1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4083" y="2990"/>
              <a:ext cx="8291" cy="991"/>
              <a:chOff x="14083" y="2990"/>
              <a:chExt cx="8291" cy="991"/>
            </a:xfrm>
          </p:grpSpPr>
          <p:sp>
            <p:nvSpPr>
              <p:cNvPr id="10" name="PA-椭圆 9"/>
              <p:cNvSpPr/>
              <p:nvPr>
                <p:custDataLst>
                  <p:tags r:id="rId16"/>
                </p:custDataLst>
              </p:nvPr>
            </p:nvSpPr>
            <p:spPr>
              <a:xfrm>
                <a:off x="14083" y="2990"/>
                <a:ext cx="991" cy="991"/>
              </a:xfrm>
              <a:prstGeom prst="ellipse">
                <a:avLst/>
              </a:prstGeom>
              <a:solidFill>
                <a:schemeClr val="accent1"/>
              </a:solidFill>
              <a:ln w="28575"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2</a:t>
                </a:r>
                <a:endPara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PA-文本框 68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5509" y="3113"/>
                <a:ext cx="6865" cy="559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直接安装包含MySQL的集成开发环境</a:t>
                </a:r>
                <a:endPara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828652" y="200499"/>
            <a:ext cx="23647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14325" y="2299335"/>
            <a:ext cx="4739640" cy="3308985"/>
            <a:chOff x="389" y="3038"/>
            <a:chExt cx="8884" cy="6584"/>
          </a:xfrm>
        </p:grpSpPr>
        <p:pic>
          <p:nvPicPr>
            <p:cNvPr id="3" name="imac-mockup.png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" y="3038"/>
              <a:ext cx="8884" cy="6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>
              <p:custDataLst>
                <p:tags r:id="rId19"/>
              </p:custDataLst>
            </p:nvPr>
          </p:nvSpPr>
          <p:spPr>
            <a:xfrm>
              <a:off x="1493" y="3424"/>
              <a:ext cx="6638" cy="432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557" y="3780"/>
              <a:ext cx="6317" cy="373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18" name="矩形: 圆角 6"/>
          <p:cNvSpPr txBox="1"/>
          <p:nvPr>
            <p:custDataLst>
              <p:tags r:id="rId21"/>
            </p:custDataLst>
          </p:nvPr>
        </p:nvSpPr>
        <p:spPr>
          <a:xfrm>
            <a:off x="5587365" y="1315720"/>
            <a:ext cx="3639820" cy="708660"/>
          </a:xfrm>
          <a:prstGeom prst="rect">
            <a:avLst/>
          </a:prstGeom>
          <a:solidFill>
            <a:schemeClr val="accent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9060" tIns="49530" rIns="99060" bIns="49530" numCol="1" spcCol="1270" anchor="ctr" anchorCtr="0">
            <a:noAutofit/>
          </a:bodyPr>
          <a:p>
            <a:pPr lvl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安装的方式：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9452" y="200499"/>
            <a:ext cx="23818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: 圆顶角 16"/>
          <p:cNvSpPr/>
          <p:nvPr/>
        </p:nvSpPr>
        <p:spPr>
          <a:xfrm rot="5400000">
            <a:off x="2205355" y="1597660"/>
            <a:ext cx="365125" cy="3744595"/>
          </a:xfrm>
          <a:prstGeom prst="round2SameRect">
            <a:avLst/>
          </a:prstGeom>
          <a:noFill/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矩形: 圆角 6"/>
          <p:cNvSpPr txBox="1"/>
          <p:nvPr>
            <p:custDataLst>
              <p:tags r:id="rId3"/>
            </p:custDataLst>
          </p:nvPr>
        </p:nvSpPr>
        <p:spPr>
          <a:xfrm>
            <a:off x="697230" y="1598930"/>
            <a:ext cx="4455160" cy="588010"/>
          </a:xfrm>
          <a:prstGeom prst="rect">
            <a:avLst/>
          </a:prstGeom>
          <a:solidFill>
            <a:schemeClr val="accent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9060" tIns="49530" rIns="99060" bIns="49530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从官网下载MySQL数据库软件安装</a:t>
            </a:r>
            <a:endParaRPr lang="zh-CN" altLang="en-US" sz="2000" kern="12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6520" y="2661285"/>
            <a:ext cx="6301740" cy="15684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MySQL官网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4" tooltip="" action="ppaction://hlinkfile"/>
              </a:rPr>
              <a:t>https://www.mysql.com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目前MySQL最新版本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8.0.32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6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260" y="1769110"/>
            <a:ext cx="5335905" cy="4225290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uiExpand="1" build="p"/>
      <p:bldP spid="2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5130" y="208567"/>
            <a:ext cx="23647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: 圆顶角 4"/>
          <p:cNvSpPr txBox="1"/>
          <p:nvPr>
            <p:custDataLst>
              <p:tags r:id="rId3"/>
            </p:custDataLst>
          </p:nvPr>
        </p:nvSpPr>
        <p:spPr>
          <a:xfrm>
            <a:off x="431800" y="4030345"/>
            <a:ext cx="3550920" cy="467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8100" tIns="19050" rIns="38100" bIns="19050" numCol="1" spcCol="1270" anchor="ctr" anchorCtr="0">
            <a:noAutofit/>
          </a:bodyPr>
          <a:lstStyle/>
          <a:p>
            <a:endParaRPr lang="zh-CN" altLang="zh-CN" kern="100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86336" y="1275944"/>
            <a:ext cx="48071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Windows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中安装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28" name="矩形 1"/>
            <p:cNvSpPr/>
            <p:nvPr>
              <p:custDataLst>
                <p:tags r:id="rId4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iconfont-1187-868615"/>
            <p:cNvSpPr/>
            <p:nvPr>
              <p:custDataLst>
                <p:tags r:id="rId5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97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6110" y="2244090"/>
            <a:ext cx="5346700" cy="404050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7" name="文本框 36"/>
          <p:cNvSpPr txBox="1"/>
          <p:nvPr/>
        </p:nvSpPr>
        <p:spPr>
          <a:xfrm>
            <a:off x="350520" y="3093085"/>
            <a:ext cx="5005705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457200" algn="just">
              <a:lnSpc>
                <a:spcPct val="200000"/>
              </a:lnSpc>
            </a:pP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通过MySQL官网获取安装包</a:t>
            </a:r>
            <a:r>
              <a:rPr 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7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9452" y="200499"/>
            <a:ext cx="23818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: 圆顶角 16"/>
          <p:cNvSpPr/>
          <p:nvPr/>
        </p:nvSpPr>
        <p:spPr>
          <a:xfrm rot="5400000">
            <a:off x="2205355" y="1597660"/>
            <a:ext cx="365125" cy="3744595"/>
          </a:xfrm>
          <a:prstGeom prst="round2SameRect">
            <a:avLst/>
          </a:prstGeom>
          <a:noFill/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矩形: 圆角 6"/>
          <p:cNvSpPr txBox="1"/>
          <p:nvPr>
            <p:custDataLst>
              <p:tags r:id="rId3"/>
            </p:custDataLst>
          </p:nvPr>
        </p:nvSpPr>
        <p:spPr>
          <a:xfrm>
            <a:off x="697230" y="1598930"/>
            <a:ext cx="4455160" cy="588010"/>
          </a:xfrm>
          <a:prstGeom prst="rect">
            <a:avLst/>
          </a:prstGeom>
          <a:solidFill>
            <a:schemeClr val="accent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9060" tIns="49530" rIns="99060" bIns="49530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直接安装包含MySQL的集成开发环境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88620" y="2661285"/>
            <a:ext cx="11121390" cy="30460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457200" algn="just">
              <a:lnSpc>
                <a:spcPct val="200000"/>
              </a:lnSpc>
            </a:pP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常用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集成环境主要有XAMPP、WampServer、AppServ</a:t>
            </a:r>
            <a:r>
              <a:rPr 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等。</a:t>
            </a:r>
            <a:endParaRPr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安装简单方便，而且集成了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、Apache等Web开发和运行环境</a:t>
            </a:r>
            <a:r>
              <a:rPr 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推荐使用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这种方式安装MySQL，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选择的是</a:t>
            </a:r>
            <a:r>
              <a:rPr 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XAMPP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软件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49570" y="4399280"/>
            <a:ext cx="4778375" cy="1838325"/>
            <a:chOff x="9262" y="6928"/>
            <a:chExt cx="7525" cy="289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55" y="7515"/>
              <a:ext cx="3080" cy="1805"/>
            </a:xfrm>
            <a:prstGeom prst="rect">
              <a:avLst/>
            </a:prstGeom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5"/>
            <a:srcRect r="43482" b="6838"/>
            <a:stretch>
              <a:fillRect/>
            </a:stretch>
          </p:blipFill>
          <p:spPr bwMode="auto">
            <a:xfrm>
              <a:off x="9580" y="7310"/>
              <a:ext cx="3422" cy="229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: 对角圆角 1"/>
            <p:cNvSpPr/>
            <p:nvPr>
              <p:custDataLst>
                <p:tags r:id="rId6"/>
              </p:custDataLst>
            </p:nvPr>
          </p:nvSpPr>
          <p:spPr>
            <a:xfrm>
              <a:off x="9262" y="6928"/>
              <a:ext cx="7525" cy="2895"/>
            </a:xfrm>
            <a:prstGeom prst="round2Diag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uiExpand="1" build="p"/>
      <p:bldP spid="24" grpId="1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8040" y="2053590"/>
            <a:ext cx="6395085" cy="414464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5130" y="208567"/>
            <a:ext cx="23647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: 圆顶角 4"/>
          <p:cNvSpPr txBox="1"/>
          <p:nvPr>
            <p:custDataLst>
              <p:tags r:id="rId4"/>
            </p:custDataLst>
          </p:nvPr>
        </p:nvSpPr>
        <p:spPr>
          <a:xfrm>
            <a:off x="431800" y="4030345"/>
            <a:ext cx="3550920" cy="4679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8100" tIns="19050" rIns="38100" bIns="19050" numCol="1" spcCol="1270" anchor="ctr" anchorCtr="0">
            <a:noAutofit/>
          </a:bodyPr>
          <a:lstStyle/>
          <a:p>
            <a:endParaRPr lang="zh-CN" altLang="zh-CN" kern="100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86336" y="1275944"/>
            <a:ext cx="48071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Windows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中安装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XAMPP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28" name="矩形 1"/>
            <p:cNvSpPr/>
            <p:nvPr>
              <p:custDataLst>
                <p:tags r:id="rId5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iconfont-1187-868615"/>
            <p:cNvSpPr/>
            <p:nvPr>
              <p:custDataLst>
                <p:tags r:id="rId6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22910" y="3039110"/>
            <a:ext cx="3585845" cy="1442085"/>
            <a:chOff x="626" y="5182"/>
            <a:chExt cx="5647" cy="2271"/>
          </a:xfrm>
        </p:grpSpPr>
        <p:sp>
          <p:nvSpPr>
            <p:cNvPr id="18" name="矩形 17"/>
            <p:cNvSpPr/>
            <p:nvPr/>
          </p:nvSpPr>
          <p:spPr>
            <a:xfrm>
              <a:off x="626" y="5848"/>
              <a:ext cx="5647" cy="1604"/>
            </a:xfrm>
            <a:prstGeom prst="rect">
              <a:avLst/>
            </a:prstGeom>
            <a:noFill/>
            <a:ln>
              <a:solidFill>
                <a:srgbClr val="1F638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: 圆顶角 19"/>
            <p:cNvSpPr/>
            <p:nvPr/>
          </p:nvSpPr>
          <p:spPr>
            <a:xfrm rot="5400000">
              <a:off x="2784" y="4483"/>
              <a:ext cx="1635" cy="4304"/>
            </a:xfrm>
            <a:prstGeom prst="round2SameRect">
              <a:avLst/>
            </a:pr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p>
              <a:endParaRPr lang="zh-CN" altLang="en-US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矩形: 圆顶角 4"/>
            <p:cNvSpPr txBox="1"/>
            <p:nvPr>
              <p:custDataLst>
                <p:tags r:id="rId7"/>
              </p:custDataLst>
            </p:nvPr>
          </p:nvSpPr>
          <p:spPr>
            <a:xfrm>
              <a:off x="681" y="6347"/>
              <a:ext cx="5592" cy="73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19050" rIns="38100" bIns="19050" numCol="1" spcCol="1270" anchor="ctr" anchorCtr="0">
              <a:noAutofit/>
            </a:bodyPr>
            <a:p>
              <a:r>
                <a:rPr lang="en-US" altLang="zh-CN" kern="100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  <a:hlinkClick r:id="rId8" action="ppaction://hlinkfile"/>
                </a:rPr>
                <a:t>https://www.apachefriends.org/index.html</a:t>
              </a:r>
              <a:endParaRPr lang="en-US" altLang="zh-CN" kern="100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  <p:sp>
          <p:nvSpPr>
            <p:cNvPr id="9" name="矩形: 圆角 6"/>
            <p:cNvSpPr txBox="1"/>
            <p:nvPr>
              <p:custDataLst>
                <p:tags r:id="rId9"/>
              </p:custDataLst>
            </p:nvPr>
          </p:nvSpPr>
          <p:spPr>
            <a:xfrm>
              <a:off x="696" y="5182"/>
              <a:ext cx="5493" cy="788"/>
            </a:xfrm>
            <a:prstGeom prst="rect">
              <a:avLst/>
            </a:prstGeom>
            <a:solidFill>
              <a:schemeClr val="accent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49530" rIns="99060" bIns="49530" numCol="1" spcCol="1270" anchor="ctr" anchorCtr="0">
              <a:noAutofit/>
            </a:bodyPr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XAMPP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下载</a:t>
              </a:r>
              <a:endParaRPr lang="zh-CN" altLang="en-US" sz="1600" kern="1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02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8040" y="2053590"/>
            <a:ext cx="6386830" cy="414464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14" name="矩形 13"/>
          <p:cNvSpPr/>
          <p:nvPr/>
        </p:nvSpPr>
        <p:spPr>
          <a:xfrm>
            <a:off x="4859676" y="3277596"/>
            <a:ext cx="6165493" cy="261609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209006" y="1958898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4" name="矩形: 圆角 33"/>
          <p:cNvSpPr/>
          <p:nvPr>
            <p:custDataLst>
              <p:tags r:id="rId4"/>
            </p:custDataLst>
          </p:nvPr>
        </p:nvSpPr>
        <p:spPr>
          <a:xfrm>
            <a:off x="209006" y="1965448"/>
            <a:ext cx="1345474" cy="363530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5" name="矩形: 圆角 34"/>
          <p:cNvSpPr/>
          <p:nvPr>
            <p:custDataLst>
              <p:tags r:id="rId5"/>
            </p:custDataLst>
          </p:nvPr>
        </p:nvSpPr>
        <p:spPr>
          <a:xfrm>
            <a:off x="1554479" y="1968648"/>
            <a:ext cx="231289" cy="3618039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85130" y="208567"/>
            <a:ext cx="23647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22621" y="1810839"/>
            <a:ext cx="9846299" cy="3784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457200" algn="just">
              <a:lnSpc>
                <a:spcPct val="20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XAMPP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</a:t>
            </a: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默认安装的文件夹为“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C:\xampp</a:t>
            </a: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</a:t>
            </a: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存放MySQL服务器组件的</a:t>
            </a:r>
            <a:r>
              <a:rPr 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文件夹</a:t>
            </a: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为“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C:\xampp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\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MySQL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的默认登录用户为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root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，其密码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默认为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空字符串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通过Shell登录MySQL服务器，输入命令：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 -u root -p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8359775" y="2205990"/>
          <a:ext cx="2858135" cy="96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8" imgW="3606800" imgH="1365250" progId="Paint.Picture">
                  <p:embed/>
                </p:oleObj>
              </mc:Choice>
              <mc:Fallback>
                <p:oleObj name="" r:id="rId8" imgW="3606800" imgH="13652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59775" y="2205990"/>
                        <a:ext cx="2858135" cy="96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99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  <p:bldP spid="35" grpId="0" bldLvl="0" animBg="1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237605" y="1903730"/>
            <a:ext cx="4260850" cy="1451610"/>
            <a:chOff x="9823" y="2998"/>
            <a:chExt cx="6710" cy="2286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9823" y="3227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967" y="3371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10651" y="2998"/>
              <a:ext cx="5882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简介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关系型数据库管理系统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执行效率与稳定性高、操作简单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237605" y="4106545"/>
            <a:ext cx="4119880" cy="1451610"/>
            <a:chOff x="9823" y="6467"/>
            <a:chExt cx="6488" cy="2286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9823" y="6772"/>
              <a:ext cx="510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9950" y="6920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10717" y="6467"/>
              <a:ext cx="5595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安装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单独安装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安装集成软件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XAMPP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（推荐）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798445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798445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1693545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2394585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797685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774825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3601085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2167890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797685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982595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816225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2498090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2670175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982595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2593975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2346960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2346960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2357120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3359785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982595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3155950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3007360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73875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73875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3163570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300863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300863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70637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70637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3244215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980690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980690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3260090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843530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843530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324040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3182620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3024505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89941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89941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827530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911985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2117725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2167890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2346960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2346960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738755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3008630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70637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70637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2117725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2200275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238125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238125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3089910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867660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980690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843530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899410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2200275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222885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2052320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1007745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3.xml><?xml version="1.0" encoding="utf-8"?>
<p:tagLst xmlns:p="http://schemas.openxmlformats.org/presentationml/2006/main">
  <p:tag name="PA" val="v5.2.10"/>
</p:tagLst>
</file>

<file path=ppt/tags/tag594.xml><?xml version="1.0" encoding="utf-8"?>
<p:tagLst xmlns:p="http://schemas.openxmlformats.org/presentationml/2006/main">
  <p:tag name="PA" val="v5.2.10"/>
</p:tagLst>
</file>

<file path=ppt/tags/tag595.xml><?xml version="1.0" encoding="utf-8"?>
<p:tagLst xmlns:p="http://schemas.openxmlformats.org/presentationml/2006/main">
  <p:tag name="PA" val="v5.2.10"/>
</p:tagLst>
</file>

<file path=ppt/tags/tag596.xml><?xml version="1.0" encoding="utf-8"?>
<p:tagLst xmlns:p="http://schemas.openxmlformats.org/presentationml/2006/main">
  <p:tag name="PA" val="v5.2.10"/>
</p:tagLst>
</file>

<file path=ppt/tags/tag597.xml><?xml version="1.0" encoding="utf-8"?>
<p:tagLst xmlns:p="http://schemas.openxmlformats.org/presentationml/2006/main">
  <p:tag name="PA" val="v5.2.10"/>
</p:tagLst>
</file>

<file path=ppt/tags/tag598.xml><?xml version="1.0" encoding="utf-8"?>
<p:tagLst xmlns:p="http://schemas.openxmlformats.org/presentationml/2006/main">
  <p:tag name="PA" val="v5.2.10"/>
</p:tagLst>
</file>

<file path=ppt/tags/tag599.xml><?xml version="1.0" encoding="utf-8"?>
<p:tagLst xmlns:p="http://schemas.openxmlformats.org/presentationml/2006/main">
  <p:tag name="PA" val="v5.2.10"/>
</p:tagLst>
</file>

<file path=ppt/tags/tag600.xml><?xml version="1.0" encoding="utf-8"?>
<p:tagLst xmlns:p="http://schemas.openxmlformats.org/presentationml/2006/main">
  <p:tag name="PA" val="v5.2.10"/>
</p:tagLst>
</file>

<file path=ppt/tags/tag601.xml><?xml version="1.0" encoding="utf-8"?>
<p:tagLst xmlns:p="http://schemas.openxmlformats.org/presentationml/2006/main">
  <p:tag name="PA" val="v5.2.10"/>
</p:tagLst>
</file>

<file path=ppt/tags/tag602.xml><?xml version="1.0" encoding="utf-8"?>
<p:tagLst xmlns:p="http://schemas.openxmlformats.org/presentationml/2006/main">
  <p:tag name="PA" val="v5.2.10"/>
</p:tagLst>
</file>

<file path=ppt/tags/tag603.xml><?xml version="1.0" encoding="utf-8"?>
<p:tagLst xmlns:p="http://schemas.openxmlformats.org/presentationml/2006/main">
  <p:tag name="PA" val="v5.2.10"/>
</p:tagLst>
</file>

<file path=ppt/tags/tag604.xml><?xml version="1.0" encoding="utf-8"?>
<p:tagLst xmlns:p="http://schemas.openxmlformats.org/presentationml/2006/main">
  <p:tag name="PA" val="v5.2.10"/>
</p:tagLst>
</file>

<file path=ppt/tags/tag605.xml><?xml version="1.0" encoding="utf-8"?>
<p:tagLst xmlns:p="http://schemas.openxmlformats.org/presentationml/2006/main">
  <p:tag name="PA" val="v5.2.10"/>
</p:tagLst>
</file>

<file path=ppt/tags/tag606.xml><?xml version="1.0" encoding="utf-8"?>
<p:tagLst xmlns:p="http://schemas.openxmlformats.org/presentationml/2006/main">
  <p:tag name="PA" val="v5.2.10"/>
</p:tagLst>
</file>

<file path=ppt/tags/tag607.xml><?xml version="1.0" encoding="utf-8"?>
<p:tagLst xmlns:p="http://schemas.openxmlformats.org/presentationml/2006/main">
  <p:tag name="PA" val="v5.2.10"/>
</p:tagLst>
</file>

<file path=ppt/tags/tag608.xml><?xml version="1.0" encoding="utf-8"?>
<p:tagLst xmlns:p="http://schemas.openxmlformats.org/presentationml/2006/main">
  <p:tag name="PA" val="v5.2.10"/>
</p:tagLst>
</file>

<file path=ppt/tags/tag609.xml><?xml version="1.0" encoding="utf-8"?>
<p:tagLst xmlns:p="http://schemas.openxmlformats.org/presentationml/2006/main">
  <p:tag name="PA" val="v5.2.10"/>
</p:tagLst>
</file>

<file path=ppt/tags/tag610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14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15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16.xml><?xml version="1.0" encoding="utf-8"?>
<p:tagLst xmlns:p="http://schemas.openxmlformats.org/presentationml/2006/main">
  <p:tag name="KSO_WM_DIAGRAM_VIRTUALLY_FRAME" val="{&quot;height&quot;:194.2832283464567,&quot;left&quot;:140.48527559055117,&quot;top&quot;:167.7024409448819,&quot;width&quot;:697.3823622047244}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191730_3*l_h_i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8dbdec548ca54155b23241aead9cdae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1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191730_3*l_h_a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a3153d1f7d834473b98d1cf0508638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19.xml><?xml version="1.0" encoding="utf-8"?>
<p:tagLst xmlns:p="http://schemas.openxmlformats.org/presentationml/2006/main">
  <p:tag name="KSO_WM_DIAGRAM_VIRTUALLY_FRAME" val="{&quot;height&quot;:194.2832283464567,&quot;left&quot;:140.48527559055117,&quot;top&quot;:167.7024409448819,&quot;width&quot;:697.3823622047244}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191730_3*l_h_i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25dee513c82d47458b20716b58f29b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2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191730_3*l_h_a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33bd53c225b9469eaf5acbd6f2fc988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22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SLIDE_BACKGROUND_TYPE" val="general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6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10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0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4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10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7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4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6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-0.9"/>
  <p:tag name="KSO_WM_UNIT_TEXT_FILL_FORE_SCHEMECOLOR_INDEX" val="16"/>
  <p:tag name="KSO_WM_UNIT_TEXT_FILL_TYPE" val="1"/>
</p:tagLst>
</file>

<file path=ppt/tags/tag664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65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66.xml><?xml version="1.0" encoding="utf-8"?>
<p:tagLst xmlns:p="http://schemas.openxmlformats.org/presentationml/2006/main">
  <p:tag name="KSO_WM_SLIDE_BACKGROUND_TYPE" val="general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71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-0.9"/>
  <p:tag name="KSO_WM_UNIT_TEXT_FILL_FORE_SCHEMECOLOR_INDEX" val="16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76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77.xml><?xml version="1.0" encoding="utf-8"?>
<p:tagLst xmlns:p="http://schemas.openxmlformats.org/presentationml/2006/main">
  <p:tag name="KSO_WM_UNIT_TEXT_FILL_FORE_SCHEMECOLOR_INDEX_BRIGHTNESS" val="-0.9"/>
  <p:tag name="KSO_WM_UNIT_TEXT_FILL_FORE_SCHEMECOLOR_INDEX" val="16"/>
  <p:tag name="KSO_WM_UNIT_TEXT_FILL_TYPE" val="1"/>
</p:tagLst>
</file>

<file path=ppt/tags/tag67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9.xml><?xml version="1.0" encoding="utf-8"?>
<p:tagLst xmlns:p="http://schemas.openxmlformats.org/presentationml/2006/main">
  <p:tag name="KSO_WM_SLIDE_BACKGROUND_TYPE" val="general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SLIDE_BACKGROUND_TYPE" val="general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7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698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9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23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24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25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26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27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29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730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31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32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ZjZjN2RhNThmZmI0YjU2OTEwZDI1YzI4M2FkY2JjOWU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</Words>
  <Application>WPS 演示</Application>
  <PresentationFormat>宽屏</PresentationFormat>
  <Paragraphs>111</Paragraphs>
  <Slides>14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Helvetica Light</vt:lpstr>
      <vt:lpstr>Times New Roman</vt:lpstr>
      <vt:lpstr>等线</vt:lpstr>
      <vt:lpstr>Arial Unicode MS</vt:lpstr>
      <vt:lpstr>黑体</vt:lpstr>
      <vt:lpstr>Calibri Light</vt:lpstr>
      <vt:lpstr>Office 主题</vt:lpstr>
      <vt:lpstr>1_Office 主题​​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鲁*林</cp:lastModifiedBy>
  <cp:revision>337</cp:revision>
  <dcterms:created xsi:type="dcterms:W3CDTF">2020-10-23T09:50:00Z</dcterms:created>
  <dcterms:modified xsi:type="dcterms:W3CDTF">2024-06-11T13:37:23Z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B3D5D555D8A543CA93EAF5E876BF5531_12</vt:lpwstr>
  </property>
  <property fmtid="{D5CDD505-2E9C-101B-9397-08002B2CF9AE}" pid="3" name="KSOProductBuildVer">
    <vt:lpwstr>2052-12.1.0.16929</vt:lpwstr>
  </property>
</Properties>
</file>