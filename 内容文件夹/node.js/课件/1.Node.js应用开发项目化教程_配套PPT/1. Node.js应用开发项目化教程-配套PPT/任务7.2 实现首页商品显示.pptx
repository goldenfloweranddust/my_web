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0" r:id="rId4"/>
    <p:sldId id="441" r:id="rId6"/>
    <p:sldId id="442" r:id="rId7"/>
    <p:sldId id="443" r:id="rId8"/>
    <p:sldId id="444" r:id="rId9"/>
    <p:sldId id="458" r:id="rId10"/>
    <p:sldId id="483" r:id="rId11"/>
    <p:sldId id="471" r:id="rId12"/>
    <p:sldId id="460" r:id="rId13"/>
    <p:sldId id="446" r:id="rId14"/>
    <p:sldId id="447" r:id="rId15"/>
    <p:sldId id="450" r:id="rId16"/>
    <p:sldId id="451" r:id="rId17"/>
    <p:sldId id="452" r:id="rId18"/>
    <p:sldId id="453" r:id="rId19"/>
    <p:sldId id="454" r:id="rId20"/>
    <p:sldId id="456" r:id="rId21"/>
    <p:sldId id="457" r:id="rId22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7" userDrawn="1">
          <p15:clr>
            <a:srgbClr val="A4A3A4"/>
          </p15:clr>
        </p15:guide>
        <p15:guide id="2" pos="382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4C944C"/>
    <a:srgbClr val="0070C0"/>
    <a:srgbClr val="000000"/>
    <a:srgbClr val="AFABAB"/>
    <a:srgbClr val="3C853C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68" d="100"/>
          <a:sy n="68" d="100"/>
        </p:scale>
        <p:origin x="174" y="72"/>
      </p:cViewPr>
      <p:guideLst>
        <p:guide orient="horz" pos="2087"/>
        <p:guide pos="38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894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" Type="http://schemas.openxmlformats.org/officeDocument/2006/relationships/tags" Target="../tags/tag599.xml"/><Relationship Id="rId79" Type="http://schemas.openxmlformats.org/officeDocument/2006/relationships/notesSlide" Target="../notesSlides/notesSlide2.xml"/><Relationship Id="rId78" Type="http://schemas.openxmlformats.org/officeDocument/2006/relationships/slideLayout" Target="../slideLayouts/slideLayout11.xml"/><Relationship Id="rId77" Type="http://schemas.openxmlformats.org/officeDocument/2006/relationships/tags" Target="../tags/tag662.xml"/><Relationship Id="rId76" Type="http://schemas.openxmlformats.org/officeDocument/2006/relationships/image" Target="../media/image6.png"/><Relationship Id="rId75" Type="http://schemas.openxmlformats.org/officeDocument/2006/relationships/image" Target="../media/image5.png"/><Relationship Id="rId74" Type="http://schemas.openxmlformats.org/officeDocument/2006/relationships/image" Target="../media/image4.jpeg"/><Relationship Id="rId73" Type="http://schemas.openxmlformats.org/officeDocument/2006/relationships/image" Target="../media/image3.png"/><Relationship Id="rId72" Type="http://schemas.openxmlformats.org/officeDocument/2006/relationships/image" Target="../media/image2.jpeg"/><Relationship Id="rId71" Type="http://schemas.openxmlformats.org/officeDocument/2006/relationships/image" Target="../media/image1.jpeg"/><Relationship Id="rId70" Type="http://schemas.openxmlformats.org/officeDocument/2006/relationships/tags" Target="../tags/tag661.xml"/><Relationship Id="rId7" Type="http://schemas.openxmlformats.org/officeDocument/2006/relationships/tags" Target="../tags/tag598.xml"/><Relationship Id="rId69" Type="http://schemas.openxmlformats.org/officeDocument/2006/relationships/tags" Target="../tags/tag660.xml"/><Relationship Id="rId68" Type="http://schemas.openxmlformats.org/officeDocument/2006/relationships/tags" Target="../tags/tag659.xml"/><Relationship Id="rId67" Type="http://schemas.openxmlformats.org/officeDocument/2006/relationships/tags" Target="../tags/tag658.xml"/><Relationship Id="rId66" Type="http://schemas.openxmlformats.org/officeDocument/2006/relationships/tags" Target="../tags/tag657.xml"/><Relationship Id="rId65" Type="http://schemas.openxmlformats.org/officeDocument/2006/relationships/tags" Target="../tags/tag656.xml"/><Relationship Id="rId64" Type="http://schemas.openxmlformats.org/officeDocument/2006/relationships/tags" Target="../tags/tag655.xml"/><Relationship Id="rId63" Type="http://schemas.openxmlformats.org/officeDocument/2006/relationships/tags" Target="../tags/tag654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openxmlformats.org/officeDocument/2006/relationships/tags" Target="../tags/tag595.xml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70.xml"/><Relationship Id="rId7" Type="http://schemas.openxmlformats.org/officeDocument/2006/relationships/tags" Target="../tags/tag669.xml"/><Relationship Id="rId6" Type="http://schemas.openxmlformats.org/officeDocument/2006/relationships/tags" Target="../tags/tag668.xml"/><Relationship Id="rId5" Type="http://schemas.openxmlformats.org/officeDocument/2006/relationships/tags" Target="../tags/tag667.xml"/><Relationship Id="rId4" Type="http://schemas.openxmlformats.org/officeDocument/2006/relationships/tags" Target="../tags/tag666.xml"/><Relationship Id="rId3" Type="http://schemas.openxmlformats.org/officeDocument/2006/relationships/tags" Target="../tags/tag665.xml"/><Relationship Id="rId2" Type="http://schemas.openxmlformats.org/officeDocument/2006/relationships/tags" Target="../tags/tag664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6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77.xml"/><Relationship Id="rId8" Type="http://schemas.openxmlformats.org/officeDocument/2006/relationships/tags" Target="../tags/tag676.xml"/><Relationship Id="rId7" Type="http://schemas.openxmlformats.org/officeDocument/2006/relationships/image" Target="../media/image4.jpeg"/><Relationship Id="rId6" Type="http://schemas.openxmlformats.org/officeDocument/2006/relationships/image" Target="../media/image3.png"/><Relationship Id="rId5" Type="http://schemas.openxmlformats.org/officeDocument/2006/relationships/tags" Target="../tags/tag675.xml"/><Relationship Id="rId4" Type="http://schemas.openxmlformats.org/officeDocument/2006/relationships/tags" Target="../tags/tag674.xml"/><Relationship Id="rId3" Type="http://schemas.openxmlformats.org/officeDocument/2006/relationships/tags" Target="../tags/tag673.xml"/><Relationship Id="rId2" Type="http://schemas.openxmlformats.org/officeDocument/2006/relationships/tags" Target="../tags/tag672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67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5.xml"/><Relationship Id="rId8" Type="http://schemas.openxmlformats.org/officeDocument/2006/relationships/tags" Target="../tags/tag684.xml"/><Relationship Id="rId7" Type="http://schemas.openxmlformats.org/officeDocument/2006/relationships/tags" Target="../tags/tag683.xml"/><Relationship Id="rId6" Type="http://schemas.openxmlformats.org/officeDocument/2006/relationships/tags" Target="../tags/tag682.xml"/><Relationship Id="rId5" Type="http://schemas.openxmlformats.org/officeDocument/2006/relationships/tags" Target="../tags/tag681.xml"/><Relationship Id="rId4" Type="http://schemas.openxmlformats.org/officeDocument/2006/relationships/tags" Target="../tags/tag680.xml"/><Relationship Id="rId3" Type="http://schemas.openxmlformats.org/officeDocument/2006/relationships/tags" Target="../tags/tag679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1.xml"/><Relationship Id="rId24" Type="http://schemas.openxmlformats.org/officeDocument/2006/relationships/tags" Target="../tags/tag700.xml"/><Relationship Id="rId23" Type="http://schemas.openxmlformats.org/officeDocument/2006/relationships/tags" Target="../tags/tag699.xml"/><Relationship Id="rId22" Type="http://schemas.openxmlformats.org/officeDocument/2006/relationships/tags" Target="../tags/tag698.xml"/><Relationship Id="rId21" Type="http://schemas.openxmlformats.org/officeDocument/2006/relationships/tags" Target="../tags/tag697.xml"/><Relationship Id="rId20" Type="http://schemas.openxmlformats.org/officeDocument/2006/relationships/tags" Target="../tags/tag696.xml"/><Relationship Id="rId2" Type="http://schemas.openxmlformats.org/officeDocument/2006/relationships/tags" Target="../tags/tag678.xml"/><Relationship Id="rId19" Type="http://schemas.openxmlformats.org/officeDocument/2006/relationships/tags" Target="../tags/tag695.xml"/><Relationship Id="rId18" Type="http://schemas.openxmlformats.org/officeDocument/2006/relationships/tags" Target="../tags/tag694.xml"/><Relationship Id="rId17" Type="http://schemas.openxmlformats.org/officeDocument/2006/relationships/tags" Target="../tags/tag693.xml"/><Relationship Id="rId16" Type="http://schemas.openxmlformats.org/officeDocument/2006/relationships/tags" Target="../tags/tag692.xml"/><Relationship Id="rId15" Type="http://schemas.openxmlformats.org/officeDocument/2006/relationships/tags" Target="../tags/tag691.xml"/><Relationship Id="rId14" Type="http://schemas.openxmlformats.org/officeDocument/2006/relationships/tags" Target="../tags/tag690.xml"/><Relationship Id="rId13" Type="http://schemas.openxmlformats.org/officeDocument/2006/relationships/tags" Target="../tags/tag689.xml"/><Relationship Id="rId12" Type="http://schemas.openxmlformats.org/officeDocument/2006/relationships/tags" Target="../tags/tag688.xml"/><Relationship Id="rId11" Type="http://schemas.openxmlformats.org/officeDocument/2006/relationships/tags" Target="../tags/tag687.xml"/><Relationship Id="rId10" Type="http://schemas.openxmlformats.org/officeDocument/2006/relationships/tags" Target="../tags/tag686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06.xml"/><Relationship Id="rId8" Type="http://schemas.openxmlformats.org/officeDocument/2006/relationships/tags" Target="../tags/tag705.xml"/><Relationship Id="rId7" Type="http://schemas.openxmlformats.org/officeDocument/2006/relationships/image" Target="../media/image10.svg"/><Relationship Id="rId6" Type="http://schemas.openxmlformats.org/officeDocument/2006/relationships/image" Target="../media/image9.jpeg"/><Relationship Id="rId5" Type="http://schemas.openxmlformats.org/officeDocument/2006/relationships/tags" Target="../tags/tag704.xml"/><Relationship Id="rId4" Type="http://schemas.openxmlformats.org/officeDocument/2006/relationships/tags" Target="../tags/tag703.xml"/><Relationship Id="rId3" Type="http://schemas.openxmlformats.org/officeDocument/2006/relationships/tags" Target="../tags/tag702.xml"/><Relationship Id="rId2" Type="http://schemas.openxmlformats.org/officeDocument/2006/relationships/image" Target="../media/image8.png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707.xml"/><Relationship Id="rId10" Type="http://schemas.openxmlformats.org/officeDocument/2006/relationships/image" Target="../media/image11.png"/><Relationship Id="rId1" Type="http://schemas.openxmlformats.org/officeDocument/2006/relationships/tags" Target="../tags/tag70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12.xml"/><Relationship Id="rId6" Type="http://schemas.openxmlformats.org/officeDocument/2006/relationships/tags" Target="../tags/tag711.xml"/><Relationship Id="rId5" Type="http://schemas.openxmlformats.org/officeDocument/2006/relationships/tags" Target="../tags/tag710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tags" Target="../tags/tag709.xml"/><Relationship Id="rId1" Type="http://schemas.openxmlformats.org/officeDocument/2006/relationships/tags" Target="../tags/tag70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tags" Target="../tags/tag718.xml"/><Relationship Id="rId6" Type="http://schemas.openxmlformats.org/officeDocument/2006/relationships/tags" Target="../tags/tag717.xml"/><Relationship Id="rId5" Type="http://schemas.openxmlformats.org/officeDocument/2006/relationships/tags" Target="../tags/tag716.xml"/><Relationship Id="rId4" Type="http://schemas.openxmlformats.org/officeDocument/2006/relationships/image" Target="../media/image14.png"/><Relationship Id="rId3" Type="http://schemas.openxmlformats.org/officeDocument/2006/relationships/tags" Target="../tags/tag715.xml"/><Relationship Id="rId2" Type="http://schemas.openxmlformats.org/officeDocument/2006/relationships/tags" Target="../tags/tag714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720.xml"/><Relationship Id="rId10" Type="http://schemas.openxmlformats.org/officeDocument/2006/relationships/tags" Target="../tags/tag719.xml"/><Relationship Id="rId1" Type="http://schemas.openxmlformats.org/officeDocument/2006/relationships/tags" Target="../tags/tag71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28.xml"/><Relationship Id="rId8" Type="http://schemas.openxmlformats.org/officeDocument/2006/relationships/image" Target="../media/image17.png"/><Relationship Id="rId7" Type="http://schemas.openxmlformats.org/officeDocument/2006/relationships/tags" Target="../tags/tag727.xml"/><Relationship Id="rId6" Type="http://schemas.openxmlformats.org/officeDocument/2006/relationships/tags" Target="../tags/tag726.xml"/><Relationship Id="rId5" Type="http://schemas.openxmlformats.org/officeDocument/2006/relationships/tags" Target="../tags/tag725.xml"/><Relationship Id="rId4" Type="http://schemas.openxmlformats.org/officeDocument/2006/relationships/tags" Target="../tags/tag724.xml"/><Relationship Id="rId3" Type="http://schemas.openxmlformats.org/officeDocument/2006/relationships/tags" Target="../tags/tag723.xml"/><Relationship Id="rId2" Type="http://schemas.openxmlformats.org/officeDocument/2006/relationships/tags" Target="../tags/tag722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72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37.xml"/><Relationship Id="rId8" Type="http://schemas.openxmlformats.org/officeDocument/2006/relationships/tags" Target="../tags/tag736.xml"/><Relationship Id="rId7" Type="http://schemas.openxmlformats.org/officeDocument/2006/relationships/tags" Target="../tags/tag735.xml"/><Relationship Id="rId6" Type="http://schemas.openxmlformats.org/officeDocument/2006/relationships/tags" Target="../tags/tag734.xml"/><Relationship Id="rId5" Type="http://schemas.openxmlformats.org/officeDocument/2006/relationships/tags" Target="../tags/tag733.xml"/><Relationship Id="rId4" Type="http://schemas.openxmlformats.org/officeDocument/2006/relationships/tags" Target="../tags/tag732.xml"/><Relationship Id="rId3" Type="http://schemas.openxmlformats.org/officeDocument/2006/relationships/tags" Target="../tags/tag731.xml"/><Relationship Id="rId27" Type="http://schemas.openxmlformats.org/officeDocument/2006/relationships/slideLayout" Target="../slideLayouts/slideLayout11.xml"/><Relationship Id="rId26" Type="http://schemas.openxmlformats.org/officeDocument/2006/relationships/tags" Target="../tags/tag752.xml"/><Relationship Id="rId25" Type="http://schemas.openxmlformats.org/officeDocument/2006/relationships/tags" Target="../tags/tag751.xml"/><Relationship Id="rId24" Type="http://schemas.openxmlformats.org/officeDocument/2006/relationships/tags" Target="../tags/tag750.xml"/><Relationship Id="rId23" Type="http://schemas.openxmlformats.org/officeDocument/2006/relationships/tags" Target="../tags/tag749.xml"/><Relationship Id="rId22" Type="http://schemas.openxmlformats.org/officeDocument/2006/relationships/image" Target="../media/image19.jpeg"/><Relationship Id="rId21" Type="http://schemas.openxmlformats.org/officeDocument/2006/relationships/tags" Target="../tags/tag748.xml"/><Relationship Id="rId20" Type="http://schemas.openxmlformats.org/officeDocument/2006/relationships/image" Target="../media/image18.png"/><Relationship Id="rId2" Type="http://schemas.openxmlformats.org/officeDocument/2006/relationships/tags" Target="../tags/tag730.xml"/><Relationship Id="rId19" Type="http://schemas.openxmlformats.org/officeDocument/2006/relationships/tags" Target="../tags/tag747.xml"/><Relationship Id="rId18" Type="http://schemas.openxmlformats.org/officeDocument/2006/relationships/tags" Target="../tags/tag746.xml"/><Relationship Id="rId17" Type="http://schemas.openxmlformats.org/officeDocument/2006/relationships/tags" Target="../tags/tag745.xml"/><Relationship Id="rId16" Type="http://schemas.openxmlformats.org/officeDocument/2006/relationships/tags" Target="../tags/tag744.xml"/><Relationship Id="rId15" Type="http://schemas.openxmlformats.org/officeDocument/2006/relationships/tags" Target="../tags/tag743.xml"/><Relationship Id="rId14" Type="http://schemas.openxmlformats.org/officeDocument/2006/relationships/tags" Target="../tags/tag742.xml"/><Relationship Id="rId13" Type="http://schemas.openxmlformats.org/officeDocument/2006/relationships/tags" Target="../tags/tag741.xml"/><Relationship Id="rId12" Type="http://schemas.openxmlformats.org/officeDocument/2006/relationships/tags" Target="../tags/tag740.xml"/><Relationship Id="rId11" Type="http://schemas.openxmlformats.org/officeDocument/2006/relationships/tags" Target="../tags/tag739.xml"/><Relationship Id="rId10" Type="http://schemas.openxmlformats.org/officeDocument/2006/relationships/tags" Target="../tags/tag738.xml"/><Relationship Id="rId1" Type="http://schemas.openxmlformats.org/officeDocument/2006/relationships/tags" Target="../tags/tag72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61.xml"/><Relationship Id="rId8" Type="http://schemas.openxmlformats.org/officeDocument/2006/relationships/tags" Target="../tags/tag760.xml"/><Relationship Id="rId7" Type="http://schemas.openxmlformats.org/officeDocument/2006/relationships/tags" Target="../tags/tag759.xml"/><Relationship Id="rId6" Type="http://schemas.openxmlformats.org/officeDocument/2006/relationships/tags" Target="../tags/tag758.xml"/><Relationship Id="rId5" Type="http://schemas.openxmlformats.org/officeDocument/2006/relationships/tags" Target="../tags/tag757.xml"/><Relationship Id="rId4" Type="http://schemas.openxmlformats.org/officeDocument/2006/relationships/tags" Target="../tags/tag756.xml"/><Relationship Id="rId3" Type="http://schemas.openxmlformats.org/officeDocument/2006/relationships/tags" Target="../tags/tag755.xml"/><Relationship Id="rId21" Type="http://schemas.openxmlformats.org/officeDocument/2006/relationships/notesSlide" Target="../notesSlides/notesSlide9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754.xml"/><Relationship Id="rId19" Type="http://schemas.openxmlformats.org/officeDocument/2006/relationships/tags" Target="../tags/tag770.xml"/><Relationship Id="rId18" Type="http://schemas.openxmlformats.org/officeDocument/2006/relationships/tags" Target="../tags/tag769.xml"/><Relationship Id="rId17" Type="http://schemas.openxmlformats.org/officeDocument/2006/relationships/tags" Target="../tags/tag768.xml"/><Relationship Id="rId16" Type="http://schemas.openxmlformats.org/officeDocument/2006/relationships/tags" Target="../tags/tag767.xml"/><Relationship Id="rId15" Type="http://schemas.openxmlformats.org/officeDocument/2006/relationships/image" Target="../media/image20.png"/><Relationship Id="rId14" Type="http://schemas.openxmlformats.org/officeDocument/2006/relationships/tags" Target="../tags/tag766.xml"/><Relationship Id="rId13" Type="http://schemas.openxmlformats.org/officeDocument/2006/relationships/tags" Target="../tags/tag765.xml"/><Relationship Id="rId12" Type="http://schemas.openxmlformats.org/officeDocument/2006/relationships/tags" Target="../tags/tag764.xml"/><Relationship Id="rId11" Type="http://schemas.openxmlformats.org/officeDocument/2006/relationships/tags" Target="../tags/tag763.xml"/><Relationship Id="rId10" Type="http://schemas.openxmlformats.org/officeDocument/2006/relationships/tags" Target="../tags/tag762.xml"/><Relationship Id="rId1" Type="http://schemas.openxmlformats.org/officeDocument/2006/relationships/tags" Target="../tags/tag75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79.xml"/><Relationship Id="rId8" Type="http://schemas.openxmlformats.org/officeDocument/2006/relationships/tags" Target="../tags/tag778.xml"/><Relationship Id="rId7" Type="http://schemas.openxmlformats.org/officeDocument/2006/relationships/tags" Target="../tags/tag777.xml"/><Relationship Id="rId6" Type="http://schemas.openxmlformats.org/officeDocument/2006/relationships/tags" Target="../tags/tag776.xml"/><Relationship Id="rId5" Type="http://schemas.openxmlformats.org/officeDocument/2006/relationships/tags" Target="../tags/tag775.xml"/><Relationship Id="rId4" Type="http://schemas.openxmlformats.org/officeDocument/2006/relationships/tags" Target="../tags/tag774.xml"/><Relationship Id="rId3" Type="http://schemas.openxmlformats.org/officeDocument/2006/relationships/tags" Target="../tags/tag773.xml"/><Relationship Id="rId2" Type="http://schemas.openxmlformats.org/officeDocument/2006/relationships/tags" Target="../tags/tag772.xml"/><Relationship Id="rId19" Type="http://schemas.openxmlformats.org/officeDocument/2006/relationships/notesSlide" Target="../notesSlides/notesSlide10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87.xml"/><Relationship Id="rId16" Type="http://schemas.openxmlformats.org/officeDocument/2006/relationships/tags" Target="../tags/tag786.xml"/><Relationship Id="rId15" Type="http://schemas.openxmlformats.org/officeDocument/2006/relationships/tags" Target="../tags/tag785.xml"/><Relationship Id="rId14" Type="http://schemas.openxmlformats.org/officeDocument/2006/relationships/tags" Target="../tags/tag784.xml"/><Relationship Id="rId13" Type="http://schemas.openxmlformats.org/officeDocument/2006/relationships/tags" Target="../tags/tag783.xml"/><Relationship Id="rId12" Type="http://schemas.openxmlformats.org/officeDocument/2006/relationships/tags" Target="../tags/tag782.xml"/><Relationship Id="rId11" Type="http://schemas.openxmlformats.org/officeDocument/2006/relationships/tags" Target="../tags/tag781.xml"/><Relationship Id="rId10" Type="http://schemas.openxmlformats.org/officeDocument/2006/relationships/tags" Target="../tags/tag780.xml"/><Relationship Id="rId1" Type="http://schemas.openxmlformats.org/officeDocument/2006/relationships/tags" Target="../tags/tag77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96.xml"/><Relationship Id="rId8" Type="http://schemas.openxmlformats.org/officeDocument/2006/relationships/tags" Target="../tags/tag795.xml"/><Relationship Id="rId7" Type="http://schemas.openxmlformats.org/officeDocument/2006/relationships/tags" Target="../tags/tag794.xml"/><Relationship Id="rId6" Type="http://schemas.openxmlformats.org/officeDocument/2006/relationships/tags" Target="../tags/tag793.xml"/><Relationship Id="rId5" Type="http://schemas.openxmlformats.org/officeDocument/2006/relationships/tags" Target="../tags/tag792.xml"/><Relationship Id="rId4" Type="http://schemas.openxmlformats.org/officeDocument/2006/relationships/tags" Target="../tags/tag791.xml"/><Relationship Id="rId3" Type="http://schemas.openxmlformats.org/officeDocument/2006/relationships/tags" Target="../tags/tag790.xml"/><Relationship Id="rId2" Type="http://schemas.openxmlformats.org/officeDocument/2006/relationships/tags" Target="../tags/tag789.xml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804.xml"/><Relationship Id="rId16" Type="http://schemas.openxmlformats.org/officeDocument/2006/relationships/tags" Target="../tags/tag803.xml"/><Relationship Id="rId15" Type="http://schemas.openxmlformats.org/officeDocument/2006/relationships/tags" Target="../tags/tag802.xml"/><Relationship Id="rId14" Type="http://schemas.openxmlformats.org/officeDocument/2006/relationships/tags" Target="../tags/tag801.xml"/><Relationship Id="rId13" Type="http://schemas.openxmlformats.org/officeDocument/2006/relationships/tags" Target="../tags/tag800.xml"/><Relationship Id="rId12" Type="http://schemas.openxmlformats.org/officeDocument/2006/relationships/tags" Target="../tags/tag799.xml"/><Relationship Id="rId11" Type="http://schemas.openxmlformats.org/officeDocument/2006/relationships/tags" Target="../tags/tag798.xml"/><Relationship Id="rId10" Type="http://schemas.openxmlformats.org/officeDocument/2006/relationships/tags" Target="../tags/tag797.xml"/><Relationship Id="rId1" Type="http://schemas.openxmlformats.org/officeDocument/2006/relationships/tags" Target="../tags/tag78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11.xml"/><Relationship Id="rId8" Type="http://schemas.openxmlformats.org/officeDocument/2006/relationships/tags" Target="../tags/tag810.xml"/><Relationship Id="rId7" Type="http://schemas.openxmlformats.org/officeDocument/2006/relationships/image" Target="../media/image21.png"/><Relationship Id="rId6" Type="http://schemas.openxmlformats.org/officeDocument/2006/relationships/tags" Target="../tags/tag809.xml"/><Relationship Id="rId5" Type="http://schemas.openxmlformats.org/officeDocument/2006/relationships/image" Target="../media/image17.png"/><Relationship Id="rId4" Type="http://schemas.openxmlformats.org/officeDocument/2006/relationships/tags" Target="../tags/tag808.xml"/><Relationship Id="rId3" Type="http://schemas.openxmlformats.org/officeDocument/2006/relationships/tags" Target="../tags/tag807.xml"/><Relationship Id="rId2" Type="http://schemas.openxmlformats.org/officeDocument/2006/relationships/tags" Target="../tags/tag806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814.xml"/><Relationship Id="rId11" Type="http://schemas.openxmlformats.org/officeDocument/2006/relationships/tags" Target="../tags/tag813.xml"/><Relationship Id="rId10" Type="http://schemas.openxmlformats.org/officeDocument/2006/relationships/tags" Target="../tags/tag812.xml"/><Relationship Id="rId1" Type="http://schemas.openxmlformats.org/officeDocument/2006/relationships/tags" Target="../tags/tag80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23.xml"/><Relationship Id="rId8" Type="http://schemas.openxmlformats.org/officeDocument/2006/relationships/tags" Target="../tags/tag822.xml"/><Relationship Id="rId7" Type="http://schemas.openxmlformats.org/officeDocument/2006/relationships/tags" Target="../tags/tag821.xml"/><Relationship Id="rId6" Type="http://schemas.openxmlformats.org/officeDocument/2006/relationships/tags" Target="../tags/tag820.xml"/><Relationship Id="rId5" Type="http://schemas.openxmlformats.org/officeDocument/2006/relationships/tags" Target="../tags/tag819.xml"/><Relationship Id="rId4" Type="http://schemas.openxmlformats.org/officeDocument/2006/relationships/tags" Target="../tags/tag818.xml"/><Relationship Id="rId3" Type="http://schemas.openxmlformats.org/officeDocument/2006/relationships/tags" Target="../tags/tag817.xml"/><Relationship Id="rId2" Type="http://schemas.openxmlformats.org/officeDocument/2006/relationships/tags" Target="../tags/tag816.xml"/><Relationship Id="rId19" Type="http://schemas.openxmlformats.org/officeDocument/2006/relationships/notesSlide" Target="../notesSlides/notesSlide12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831.xml"/><Relationship Id="rId16" Type="http://schemas.openxmlformats.org/officeDocument/2006/relationships/tags" Target="../tags/tag830.xml"/><Relationship Id="rId15" Type="http://schemas.openxmlformats.org/officeDocument/2006/relationships/tags" Target="../tags/tag829.xml"/><Relationship Id="rId14" Type="http://schemas.openxmlformats.org/officeDocument/2006/relationships/tags" Target="../tags/tag828.xml"/><Relationship Id="rId13" Type="http://schemas.openxmlformats.org/officeDocument/2006/relationships/tags" Target="../tags/tag827.xml"/><Relationship Id="rId12" Type="http://schemas.openxmlformats.org/officeDocument/2006/relationships/tags" Target="../tags/tag826.xml"/><Relationship Id="rId11" Type="http://schemas.openxmlformats.org/officeDocument/2006/relationships/tags" Target="../tags/tag825.xml"/><Relationship Id="rId10" Type="http://schemas.openxmlformats.org/officeDocument/2006/relationships/tags" Target="../tags/tag824.xml"/><Relationship Id="rId1" Type="http://schemas.openxmlformats.org/officeDocument/2006/relationships/tags" Target="../tags/tag81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840.xml"/><Relationship Id="rId8" Type="http://schemas.openxmlformats.org/officeDocument/2006/relationships/tags" Target="../tags/tag839.xml"/><Relationship Id="rId7" Type="http://schemas.openxmlformats.org/officeDocument/2006/relationships/tags" Target="../tags/tag838.xml"/><Relationship Id="rId6" Type="http://schemas.openxmlformats.org/officeDocument/2006/relationships/tags" Target="../tags/tag837.xml"/><Relationship Id="rId5" Type="http://schemas.openxmlformats.org/officeDocument/2006/relationships/tags" Target="../tags/tag836.xml"/><Relationship Id="rId4" Type="http://schemas.openxmlformats.org/officeDocument/2006/relationships/tags" Target="../tags/tag835.xml"/><Relationship Id="rId3" Type="http://schemas.openxmlformats.org/officeDocument/2006/relationships/tags" Target="../tags/tag834.xml"/><Relationship Id="rId2" Type="http://schemas.openxmlformats.org/officeDocument/2006/relationships/tags" Target="../tags/tag833.xml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844.xml"/><Relationship Id="rId13" Type="http://schemas.openxmlformats.org/officeDocument/2006/relationships/tags" Target="../tags/tag843.xml"/><Relationship Id="rId12" Type="http://schemas.openxmlformats.org/officeDocument/2006/relationships/image" Target="../media/image3.png"/><Relationship Id="rId11" Type="http://schemas.openxmlformats.org/officeDocument/2006/relationships/tags" Target="../tags/tag842.xml"/><Relationship Id="rId10" Type="http://schemas.openxmlformats.org/officeDocument/2006/relationships/tags" Target="../tags/tag841.xml"/><Relationship Id="rId1" Type="http://schemas.openxmlformats.org/officeDocument/2006/relationships/tags" Target="../tags/tag83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853.xml"/><Relationship Id="rId8" Type="http://schemas.openxmlformats.org/officeDocument/2006/relationships/tags" Target="../tags/tag852.xml"/><Relationship Id="rId7" Type="http://schemas.openxmlformats.org/officeDocument/2006/relationships/tags" Target="../tags/tag851.xml"/><Relationship Id="rId6" Type="http://schemas.openxmlformats.org/officeDocument/2006/relationships/tags" Target="../tags/tag850.xml"/><Relationship Id="rId51" Type="http://schemas.openxmlformats.org/officeDocument/2006/relationships/notesSlide" Target="../notesSlides/notesSlide14.xml"/><Relationship Id="rId50" Type="http://schemas.openxmlformats.org/officeDocument/2006/relationships/slideLayout" Target="../slideLayouts/slideLayout11.xml"/><Relationship Id="rId5" Type="http://schemas.openxmlformats.org/officeDocument/2006/relationships/tags" Target="../tags/tag849.xml"/><Relationship Id="rId49" Type="http://schemas.openxmlformats.org/officeDocument/2006/relationships/tags" Target="../tags/tag891.xml"/><Relationship Id="rId48" Type="http://schemas.openxmlformats.org/officeDocument/2006/relationships/image" Target="../media/image23.png"/><Relationship Id="rId47" Type="http://schemas.openxmlformats.org/officeDocument/2006/relationships/image" Target="../media/image22.png"/><Relationship Id="rId46" Type="http://schemas.openxmlformats.org/officeDocument/2006/relationships/tags" Target="../tags/tag890.xml"/><Relationship Id="rId45" Type="http://schemas.openxmlformats.org/officeDocument/2006/relationships/tags" Target="../tags/tag889.xml"/><Relationship Id="rId44" Type="http://schemas.openxmlformats.org/officeDocument/2006/relationships/tags" Target="../tags/tag888.xml"/><Relationship Id="rId43" Type="http://schemas.openxmlformats.org/officeDocument/2006/relationships/tags" Target="../tags/tag887.xml"/><Relationship Id="rId42" Type="http://schemas.openxmlformats.org/officeDocument/2006/relationships/tags" Target="../tags/tag886.xml"/><Relationship Id="rId41" Type="http://schemas.openxmlformats.org/officeDocument/2006/relationships/tags" Target="../tags/tag885.xml"/><Relationship Id="rId40" Type="http://schemas.openxmlformats.org/officeDocument/2006/relationships/tags" Target="../tags/tag884.xml"/><Relationship Id="rId4" Type="http://schemas.openxmlformats.org/officeDocument/2006/relationships/tags" Target="../tags/tag848.xml"/><Relationship Id="rId39" Type="http://schemas.openxmlformats.org/officeDocument/2006/relationships/tags" Target="../tags/tag883.xml"/><Relationship Id="rId38" Type="http://schemas.openxmlformats.org/officeDocument/2006/relationships/tags" Target="../tags/tag882.xml"/><Relationship Id="rId37" Type="http://schemas.openxmlformats.org/officeDocument/2006/relationships/tags" Target="../tags/tag881.xml"/><Relationship Id="rId36" Type="http://schemas.openxmlformats.org/officeDocument/2006/relationships/tags" Target="../tags/tag880.xml"/><Relationship Id="rId35" Type="http://schemas.openxmlformats.org/officeDocument/2006/relationships/tags" Target="../tags/tag879.xml"/><Relationship Id="rId34" Type="http://schemas.openxmlformats.org/officeDocument/2006/relationships/tags" Target="../tags/tag878.xml"/><Relationship Id="rId33" Type="http://schemas.openxmlformats.org/officeDocument/2006/relationships/tags" Target="../tags/tag877.xml"/><Relationship Id="rId32" Type="http://schemas.openxmlformats.org/officeDocument/2006/relationships/tags" Target="../tags/tag876.xml"/><Relationship Id="rId31" Type="http://schemas.openxmlformats.org/officeDocument/2006/relationships/tags" Target="../tags/tag875.xml"/><Relationship Id="rId30" Type="http://schemas.openxmlformats.org/officeDocument/2006/relationships/tags" Target="../tags/tag874.xml"/><Relationship Id="rId3" Type="http://schemas.openxmlformats.org/officeDocument/2006/relationships/tags" Target="../tags/tag847.xml"/><Relationship Id="rId29" Type="http://schemas.openxmlformats.org/officeDocument/2006/relationships/tags" Target="../tags/tag873.xml"/><Relationship Id="rId28" Type="http://schemas.openxmlformats.org/officeDocument/2006/relationships/tags" Target="../tags/tag872.xml"/><Relationship Id="rId27" Type="http://schemas.openxmlformats.org/officeDocument/2006/relationships/tags" Target="../tags/tag871.xml"/><Relationship Id="rId26" Type="http://schemas.openxmlformats.org/officeDocument/2006/relationships/tags" Target="../tags/tag870.xml"/><Relationship Id="rId25" Type="http://schemas.openxmlformats.org/officeDocument/2006/relationships/tags" Target="../tags/tag869.xml"/><Relationship Id="rId24" Type="http://schemas.openxmlformats.org/officeDocument/2006/relationships/tags" Target="../tags/tag868.xml"/><Relationship Id="rId23" Type="http://schemas.openxmlformats.org/officeDocument/2006/relationships/tags" Target="../tags/tag867.xml"/><Relationship Id="rId22" Type="http://schemas.openxmlformats.org/officeDocument/2006/relationships/tags" Target="../tags/tag866.xml"/><Relationship Id="rId21" Type="http://schemas.openxmlformats.org/officeDocument/2006/relationships/tags" Target="../tags/tag865.xml"/><Relationship Id="rId20" Type="http://schemas.openxmlformats.org/officeDocument/2006/relationships/tags" Target="../tags/tag864.xml"/><Relationship Id="rId2" Type="http://schemas.openxmlformats.org/officeDocument/2006/relationships/tags" Target="../tags/tag846.xml"/><Relationship Id="rId19" Type="http://schemas.openxmlformats.org/officeDocument/2006/relationships/tags" Target="../tags/tag863.xml"/><Relationship Id="rId18" Type="http://schemas.openxmlformats.org/officeDocument/2006/relationships/tags" Target="../tags/tag862.xml"/><Relationship Id="rId17" Type="http://schemas.openxmlformats.org/officeDocument/2006/relationships/tags" Target="../tags/tag861.xml"/><Relationship Id="rId16" Type="http://schemas.openxmlformats.org/officeDocument/2006/relationships/tags" Target="../tags/tag860.xml"/><Relationship Id="rId15" Type="http://schemas.openxmlformats.org/officeDocument/2006/relationships/tags" Target="../tags/tag859.xml"/><Relationship Id="rId14" Type="http://schemas.openxmlformats.org/officeDocument/2006/relationships/tags" Target="../tags/tag858.xml"/><Relationship Id="rId13" Type="http://schemas.openxmlformats.org/officeDocument/2006/relationships/tags" Target="../tags/tag857.xml"/><Relationship Id="rId12" Type="http://schemas.openxmlformats.org/officeDocument/2006/relationships/tags" Target="../tags/tag856.xml"/><Relationship Id="rId11" Type="http://schemas.openxmlformats.org/officeDocument/2006/relationships/tags" Target="../tags/tag855.xml"/><Relationship Id="rId10" Type="http://schemas.openxmlformats.org/officeDocument/2006/relationships/tags" Target="../tags/tag854.xml"/><Relationship Id="rId1" Type="http://schemas.openxmlformats.org/officeDocument/2006/relationships/tags" Target="../tags/tag84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93.xml"/><Relationship Id="rId1" Type="http://schemas.openxmlformats.org/officeDocument/2006/relationships/tags" Target="../tags/tag8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83970" y="2195830"/>
            <a:ext cx="975360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实现首页商品显示</a:t>
            </a:r>
            <a:endParaRPr lang="zh-CN" altLang="en-US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651635" y="5016500"/>
            <a:ext cx="9290685" cy="1196340"/>
            <a:chOff x="2601" y="7900"/>
            <a:chExt cx="14631" cy="1884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260" y="8129"/>
              <a:ext cx="12973" cy="1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如何在</a:t>
              </a:r>
              <a:r>
                <a:rPr lang="en-US" alt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Express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框架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中将数据库中的信息查询出来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  <a:p>
              <a:pPr algn="l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显示在页面模板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中？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2601" y="7900"/>
              <a:ext cx="1659" cy="1885"/>
              <a:chOff x="2601" y="7900"/>
              <a:chExt cx="1659" cy="1885"/>
            </a:xfrm>
          </p:grpSpPr>
          <p:sp>
            <p:nvSpPr>
              <p:cNvPr id="461" name="ï$líḍe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3306" y="8792"/>
                <a:ext cx="112" cy="135"/>
              </a:xfrm>
              <a:custGeom>
                <a:avLst/>
                <a:gdLst>
                  <a:gd name="T0" fmla="*/ 86 w 153"/>
                  <a:gd name="T1" fmla="*/ 184 h 184"/>
                  <a:gd name="T2" fmla="*/ 88 w 153"/>
                  <a:gd name="T3" fmla="*/ 172 h 184"/>
                  <a:gd name="T4" fmla="*/ 153 w 153"/>
                  <a:gd name="T5" fmla="*/ 119 h 184"/>
                  <a:gd name="T6" fmla="*/ 124 w 153"/>
                  <a:gd name="T7" fmla="*/ 108 h 184"/>
                  <a:gd name="T8" fmla="*/ 99 w 153"/>
                  <a:gd name="T9" fmla="*/ 126 h 184"/>
                  <a:gd name="T10" fmla="*/ 112 w 153"/>
                  <a:gd name="T11" fmla="*/ 52 h 184"/>
                  <a:gd name="T12" fmla="*/ 86 w 153"/>
                  <a:gd name="T13" fmla="*/ 25 h 184"/>
                  <a:gd name="T14" fmla="*/ 72 w 153"/>
                  <a:gd name="T15" fmla="*/ 72 h 184"/>
                  <a:gd name="T16" fmla="*/ 58 w 153"/>
                  <a:gd name="T17" fmla="*/ 25 h 184"/>
                  <a:gd name="T18" fmla="*/ 37 w 153"/>
                  <a:gd name="T19" fmla="*/ 20 h 184"/>
                  <a:gd name="T20" fmla="*/ 34 w 153"/>
                  <a:gd name="T21" fmla="*/ 44 h 184"/>
                  <a:gd name="T22" fmla="*/ 35 w 153"/>
                  <a:gd name="T23" fmla="*/ 80 h 184"/>
                  <a:gd name="T24" fmla="*/ 3 w 153"/>
                  <a:gd name="T25" fmla="*/ 46 h 184"/>
                  <a:gd name="T26" fmla="*/ 10 w 153"/>
                  <a:gd name="T27" fmla="*/ 111 h 184"/>
                  <a:gd name="T28" fmla="*/ 10 w 153"/>
                  <a:gd name="T29" fmla="*/ 153 h 184"/>
                  <a:gd name="T30" fmla="*/ 10 w 153"/>
                  <a:gd name="T31" fmla="*/ 155 h 184"/>
                  <a:gd name="T32" fmla="*/ 86 w 153"/>
                  <a:gd name="T3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3" h="184">
                    <a:moveTo>
                      <a:pt x="86" y="184"/>
                    </a:moveTo>
                    <a:cubicBezTo>
                      <a:pt x="87" y="180"/>
                      <a:pt x="88" y="176"/>
                      <a:pt x="88" y="172"/>
                    </a:cubicBezTo>
                    <a:cubicBezTo>
                      <a:pt x="104" y="156"/>
                      <a:pt x="131" y="130"/>
                      <a:pt x="153" y="119"/>
                    </a:cubicBezTo>
                    <a:cubicBezTo>
                      <a:pt x="153" y="119"/>
                      <a:pt x="153" y="93"/>
                      <a:pt x="124" y="108"/>
                    </a:cubicBezTo>
                    <a:cubicBezTo>
                      <a:pt x="106" y="117"/>
                      <a:pt x="100" y="123"/>
                      <a:pt x="99" y="126"/>
                    </a:cubicBezTo>
                    <a:cubicBezTo>
                      <a:pt x="101" y="116"/>
                      <a:pt x="106" y="83"/>
                      <a:pt x="112" y="52"/>
                    </a:cubicBezTo>
                    <a:cubicBezTo>
                      <a:pt x="121" y="3"/>
                      <a:pt x="90" y="0"/>
                      <a:pt x="86" y="25"/>
                    </a:cubicBezTo>
                    <a:cubicBezTo>
                      <a:pt x="84" y="41"/>
                      <a:pt x="74" y="79"/>
                      <a:pt x="72" y="72"/>
                    </a:cubicBezTo>
                    <a:cubicBezTo>
                      <a:pt x="65" y="43"/>
                      <a:pt x="61" y="31"/>
                      <a:pt x="58" y="25"/>
                    </a:cubicBezTo>
                    <a:cubicBezTo>
                      <a:pt x="54" y="15"/>
                      <a:pt x="43" y="14"/>
                      <a:pt x="37" y="20"/>
                    </a:cubicBezTo>
                    <a:cubicBezTo>
                      <a:pt x="33" y="24"/>
                      <a:pt x="31" y="33"/>
                      <a:pt x="34" y="44"/>
                    </a:cubicBezTo>
                    <a:cubicBezTo>
                      <a:pt x="40" y="68"/>
                      <a:pt x="35" y="80"/>
                      <a:pt x="35" y="80"/>
                    </a:cubicBezTo>
                    <a:cubicBezTo>
                      <a:pt x="35" y="80"/>
                      <a:pt x="21" y="24"/>
                      <a:pt x="3" y="46"/>
                    </a:cubicBezTo>
                    <a:cubicBezTo>
                      <a:pt x="0" y="51"/>
                      <a:pt x="10" y="111"/>
                      <a:pt x="10" y="111"/>
                    </a:cubicBezTo>
                    <a:cubicBezTo>
                      <a:pt x="11" y="128"/>
                      <a:pt x="10" y="140"/>
                      <a:pt x="10" y="153"/>
                    </a:cubicBezTo>
                    <a:cubicBezTo>
                      <a:pt x="10" y="153"/>
                      <a:pt x="10" y="154"/>
                      <a:pt x="10" y="155"/>
                    </a:cubicBezTo>
                    <a:cubicBezTo>
                      <a:pt x="36" y="158"/>
                      <a:pt x="62" y="169"/>
                      <a:pt x="86" y="184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2" name="îşľîḋé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2824" y="9703"/>
                <a:ext cx="524" cy="82"/>
              </a:xfrm>
              <a:prstGeom prst="ellipse">
                <a:avLst/>
              </a:pr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3" name="îśḷïḋé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3130" y="8881"/>
                <a:ext cx="242" cy="218"/>
              </a:xfrm>
              <a:custGeom>
                <a:avLst/>
                <a:gdLst>
                  <a:gd name="T0" fmla="*/ 249 w 331"/>
                  <a:gd name="T1" fmla="*/ 30 h 298"/>
                  <a:gd name="T2" fmla="*/ 1 w 331"/>
                  <a:gd name="T3" fmla="*/ 189 h 298"/>
                  <a:gd name="T4" fmla="*/ 5 w 331"/>
                  <a:gd name="T5" fmla="*/ 297 h 298"/>
                  <a:gd name="T6" fmla="*/ 9 w 331"/>
                  <a:gd name="T7" fmla="*/ 298 h 298"/>
                  <a:gd name="T8" fmla="*/ 331 w 331"/>
                  <a:gd name="T9" fmla="*/ 47 h 298"/>
                  <a:gd name="T10" fmla="*/ 249 w 331"/>
                  <a:gd name="T11" fmla="*/ 3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1" h="298">
                    <a:moveTo>
                      <a:pt x="249" y="30"/>
                    </a:moveTo>
                    <a:cubicBezTo>
                      <a:pt x="225" y="139"/>
                      <a:pt x="85" y="176"/>
                      <a:pt x="1" y="189"/>
                    </a:cubicBezTo>
                    <a:cubicBezTo>
                      <a:pt x="0" y="225"/>
                      <a:pt x="2" y="261"/>
                      <a:pt x="5" y="297"/>
                    </a:cubicBezTo>
                    <a:cubicBezTo>
                      <a:pt x="8" y="298"/>
                      <a:pt x="9" y="298"/>
                      <a:pt x="9" y="298"/>
                    </a:cubicBezTo>
                    <a:cubicBezTo>
                      <a:pt x="252" y="297"/>
                      <a:pt x="331" y="47"/>
                      <a:pt x="331" y="47"/>
                    </a:cubicBezTo>
                    <a:cubicBezTo>
                      <a:pt x="307" y="0"/>
                      <a:pt x="249" y="30"/>
                      <a:pt x="249" y="3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4" name="iṩḷïďê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3318" y="8906"/>
                <a:ext cx="16" cy="15"/>
              </a:xfrm>
              <a:custGeom>
                <a:avLst/>
                <a:gdLst>
                  <a:gd name="T0" fmla="*/ 3 w 22"/>
                  <a:gd name="T1" fmla="*/ 17 h 21"/>
                  <a:gd name="T2" fmla="*/ 16 w 22"/>
                  <a:gd name="T3" fmla="*/ 17 h 21"/>
                  <a:gd name="T4" fmla="*/ 19 w 22"/>
                  <a:gd name="T5" fmla="*/ 4 h 21"/>
                  <a:gd name="T6" fmla="*/ 6 w 22"/>
                  <a:gd name="T7" fmla="*/ 3 h 21"/>
                  <a:gd name="T8" fmla="*/ 3 w 22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1">
                    <a:moveTo>
                      <a:pt x="3" y="17"/>
                    </a:moveTo>
                    <a:cubicBezTo>
                      <a:pt x="6" y="20"/>
                      <a:pt x="12" y="21"/>
                      <a:pt x="16" y="17"/>
                    </a:cubicBezTo>
                    <a:cubicBezTo>
                      <a:pt x="21" y="14"/>
                      <a:pt x="22" y="8"/>
                      <a:pt x="19" y="4"/>
                    </a:cubicBezTo>
                    <a:cubicBezTo>
                      <a:pt x="17" y="0"/>
                      <a:pt x="11" y="0"/>
                      <a:pt x="6" y="3"/>
                    </a:cubicBezTo>
                    <a:cubicBezTo>
                      <a:pt x="1" y="7"/>
                      <a:pt x="0" y="13"/>
                      <a:pt x="3" y="17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5" name="îsľîḋé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2973" y="8959"/>
                <a:ext cx="88" cy="97"/>
              </a:xfrm>
              <a:custGeom>
                <a:avLst/>
                <a:gdLst>
                  <a:gd name="T0" fmla="*/ 0 w 120"/>
                  <a:gd name="T1" fmla="*/ 34 h 133"/>
                  <a:gd name="T2" fmla="*/ 9 w 120"/>
                  <a:gd name="T3" fmla="*/ 82 h 133"/>
                  <a:gd name="T4" fmla="*/ 68 w 120"/>
                  <a:gd name="T5" fmla="*/ 130 h 133"/>
                  <a:gd name="T6" fmla="*/ 120 w 120"/>
                  <a:gd name="T7" fmla="*/ 81 h 133"/>
                  <a:gd name="T8" fmla="*/ 106 w 120"/>
                  <a:gd name="T9" fmla="*/ 36 h 133"/>
                  <a:gd name="T10" fmla="*/ 0 w 120"/>
                  <a:gd name="T11" fmla="*/ 34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133">
                    <a:moveTo>
                      <a:pt x="0" y="34"/>
                    </a:moveTo>
                    <a:cubicBezTo>
                      <a:pt x="0" y="34"/>
                      <a:pt x="11" y="75"/>
                      <a:pt x="9" y="82"/>
                    </a:cubicBezTo>
                    <a:cubicBezTo>
                      <a:pt x="9" y="82"/>
                      <a:pt x="17" y="133"/>
                      <a:pt x="68" y="130"/>
                    </a:cubicBezTo>
                    <a:cubicBezTo>
                      <a:pt x="119" y="127"/>
                      <a:pt x="120" y="81"/>
                      <a:pt x="120" y="81"/>
                    </a:cubicBezTo>
                    <a:cubicBezTo>
                      <a:pt x="120" y="81"/>
                      <a:pt x="109" y="47"/>
                      <a:pt x="106" y="36"/>
                    </a:cubicBezTo>
                    <a:cubicBezTo>
                      <a:pt x="103" y="25"/>
                      <a:pt x="63" y="0"/>
                      <a:pt x="0" y="34"/>
                    </a:cubicBezTo>
                    <a:close/>
                  </a:path>
                </a:pathLst>
              </a:custGeom>
              <a:solidFill>
                <a:srgbClr val="F4CC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6" name="ïsḻïdê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2987" y="8955"/>
                <a:ext cx="71" cy="80"/>
              </a:xfrm>
              <a:custGeom>
                <a:avLst/>
                <a:gdLst>
                  <a:gd name="T0" fmla="*/ 0 w 96"/>
                  <a:gd name="T1" fmla="*/ 35 h 109"/>
                  <a:gd name="T2" fmla="*/ 96 w 96"/>
                  <a:gd name="T3" fmla="*/ 75 h 109"/>
                  <a:gd name="T4" fmla="*/ 87 w 96"/>
                  <a:gd name="T5" fmla="*/ 45 h 109"/>
                  <a:gd name="T6" fmla="*/ 0 w 96"/>
                  <a:gd name="T7" fmla="*/ 35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109">
                    <a:moveTo>
                      <a:pt x="0" y="35"/>
                    </a:moveTo>
                    <a:cubicBezTo>
                      <a:pt x="0" y="35"/>
                      <a:pt x="22" y="109"/>
                      <a:pt x="96" y="75"/>
                    </a:cubicBezTo>
                    <a:cubicBezTo>
                      <a:pt x="96" y="75"/>
                      <a:pt x="87" y="51"/>
                      <a:pt x="87" y="45"/>
                    </a:cubicBezTo>
                    <a:cubicBezTo>
                      <a:pt x="86" y="39"/>
                      <a:pt x="63" y="0"/>
                      <a:pt x="0" y="35"/>
                    </a:cubicBezTo>
                    <a:close/>
                  </a:path>
                </a:pathLst>
              </a:custGeom>
              <a:solidFill>
                <a:srgbClr val="F4C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7" name="iS1îḍê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2985" y="9044"/>
                <a:ext cx="75" cy="154"/>
              </a:xfrm>
              <a:custGeom>
                <a:avLst/>
                <a:gdLst>
                  <a:gd name="T0" fmla="*/ 0 w 103"/>
                  <a:gd name="T1" fmla="*/ 8 h 210"/>
                  <a:gd name="T2" fmla="*/ 94 w 103"/>
                  <a:gd name="T3" fmla="*/ 210 h 210"/>
                  <a:gd name="T4" fmla="*/ 103 w 103"/>
                  <a:gd name="T5" fmla="*/ 0 h 210"/>
                  <a:gd name="T6" fmla="*/ 61 w 103"/>
                  <a:gd name="T7" fmla="*/ 21 h 210"/>
                  <a:gd name="T8" fmla="*/ 0 w 103"/>
                  <a:gd name="T9" fmla="*/ 8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" h="210">
                    <a:moveTo>
                      <a:pt x="0" y="8"/>
                    </a:moveTo>
                    <a:cubicBezTo>
                      <a:pt x="29" y="84"/>
                      <a:pt x="94" y="210"/>
                      <a:pt x="94" y="210"/>
                    </a:cubicBezTo>
                    <a:cubicBezTo>
                      <a:pt x="96" y="202"/>
                      <a:pt x="100" y="74"/>
                      <a:pt x="103" y="0"/>
                    </a:cubicBezTo>
                    <a:cubicBezTo>
                      <a:pt x="93" y="10"/>
                      <a:pt x="78" y="18"/>
                      <a:pt x="61" y="21"/>
                    </a:cubicBezTo>
                    <a:cubicBezTo>
                      <a:pt x="37" y="25"/>
                      <a:pt x="15" y="20"/>
                      <a:pt x="0" y="8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8" name="işļíḓé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2975" y="9006"/>
                <a:ext cx="87" cy="57"/>
              </a:xfrm>
              <a:custGeom>
                <a:avLst/>
                <a:gdLst>
                  <a:gd name="T0" fmla="*/ 117 w 119"/>
                  <a:gd name="T1" fmla="*/ 1 h 78"/>
                  <a:gd name="T2" fmla="*/ 69 w 119"/>
                  <a:gd name="T3" fmla="*/ 58 h 78"/>
                  <a:gd name="T4" fmla="*/ 4 w 119"/>
                  <a:gd name="T5" fmla="*/ 25 h 78"/>
                  <a:gd name="T6" fmla="*/ 0 w 119"/>
                  <a:gd name="T7" fmla="*/ 23 h 78"/>
                  <a:gd name="T8" fmla="*/ 13 w 119"/>
                  <a:gd name="T9" fmla="*/ 61 h 78"/>
                  <a:gd name="T10" fmla="*/ 74 w 119"/>
                  <a:gd name="T11" fmla="*/ 74 h 78"/>
                  <a:gd name="T12" fmla="*/ 116 w 119"/>
                  <a:gd name="T13" fmla="*/ 53 h 78"/>
                  <a:gd name="T14" fmla="*/ 118 w 119"/>
                  <a:gd name="T15" fmla="*/ 0 h 78"/>
                  <a:gd name="T16" fmla="*/ 117 w 119"/>
                  <a:gd name="T17" fmla="*/ 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9" h="78">
                    <a:moveTo>
                      <a:pt x="117" y="1"/>
                    </a:moveTo>
                    <a:cubicBezTo>
                      <a:pt x="119" y="28"/>
                      <a:pt x="98" y="52"/>
                      <a:pt x="69" y="58"/>
                    </a:cubicBezTo>
                    <a:cubicBezTo>
                      <a:pt x="40" y="63"/>
                      <a:pt x="13" y="49"/>
                      <a:pt x="4" y="25"/>
                    </a:cubicBezTo>
                    <a:cubicBezTo>
                      <a:pt x="2" y="24"/>
                      <a:pt x="0" y="23"/>
                      <a:pt x="0" y="23"/>
                    </a:cubicBezTo>
                    <a:cubicBezTo>
                      <a:pt x="3" y="32"/>
                      <a:pt x="7" y="45"/>
                      <a:pt x="13" y="61"/>
                    </a:cubicBezTo>
                    <a:cubicBezTo>
                      <a:pt x="28" y="73"/>
                      <a:pt x="50" y="78"/>
                      <a:pt x="74" y="74"/>
                    </a:cubicBezTo>
                    <a:cubicBezTo>
                      <a:pt x="91" y="71"/>
                      <a:pt x="106" y="63"/>
                      <a:pt x="116" y="53"/>
                    </a:cubicBezTo>
                    <a:cubicBezTo>
                      <a:pt x="117" y="22"/>
                      <a:pt x="118" y="0"/>
                      <a:pt x="118" y="0"/>
                    </a:cubicBez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9" name="iŝ1îḓé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3060" y="9280"/>
                <a:ext cx="184" cy="428"/>
              </a:xfrm>
              <a:custGeom>
                <a:avLst/>
                <a:gdLst>
                  <a:gd name="T0" fmla="*/ 168 w 251"/>
                  <a:gd name="T1" fmla="*/ 577 h 585"/>
                  <a:gd name="T2" fmla="*/ 139 w 251"/>
                  <a:gd name="T3" fmla="*/ 531 h 585"/>
                  <a:gd name="T4" fmla="*/ 208 w 251"/>
                  <a:gd name="T5" fmla="*/ 361 h 585"/>
                  <a:gd name="T6" fmla="*/ 180 w 251"/>
                  <a:gd name="T7" fmla="*/ 21 h 585"/>
                  <a:gd name="T8" fmla="*/ 49 w 251"/>
                  <a:gd name="T9" fmla="*/ 147 h 585"/>
                  <a:gd name="T10" fmla="*/ 92 w 251"/>
                  <a:gd name="T11" fmla="*/ 518 h 585"/>
                  <a:gd name="T12" fmla="*/ 84 w 251"/>
                  <a:gd name="T13" fmla="*/ 574 h 585"/>
                  <a:gd name="T14" fmla="*/ 168 w 251"/>
                  <a:gd name="T15" fmla="*/ 577 h 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5">
                    <a:moveTo>
                      <a:pt x="168" y="577"/>
                    </a:moveTo>
                    <a:cubicBezTo>
                      <a:pt x="139" y="531"/>
                      <a:pt x="139" y="531"/>
                      <a:pt x="139" y="531"/>
                    </a:cubicBezTo>
                    <a:cubicBezTo>
                      <a:pt x="139" y="531"/>
                      <a:pt x="164" y="500"/>
                      <a:pt x="208" y="361"/>
                    </a:cubicBezTo>
                    <a:cubicBezTo>
                      <a:pt x="251" y="222"/>
                      <a:pt x="180" y="21"/>
                      <a:pt x="180" y="21"/>
                    </a:cubicBezTo>
                    <a:cubicBezTo>
                      <a:pt x="90" y="0"/>
                      <a:pt x="0" y="87"/>
                      <a:pt x="49" y="147"/>
                    </a:cubicBezTo>
                    <a:cubicBezTo>
                      <a:pt x="99" y="207"/>
                      <a:pt x="103" y="474"/>
                      <a:pt x="92" y="518"/>
                    </a:cubicBezTo>
                    <a:cubicBezTo>
                      <a:pt x="88" y="535"/>
                      <a:pt x="85" y="556"/>
                      <a:pt x="84" y="574"/>
                    </a:cubicBezTo>
                    <a:cubicBezTo>
                      <a:pt x="112" y="585"/>
                      <a:pt x="140" y="584"/>
                      <a:pt x="168" y="577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0" name="íşlíḑè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3120" y="9700"/>
                <a:ext cx="89" cy="43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19 w 121"/>
                  <a:gd name="T7" fmla="*/ 32 h 59"/>
                  <a:gd name="T8" fmla="*/ 52 w 121"/>
                  <a:gd name="T9" fmla="*/ 55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3" y="43"/>
                      <a:pt x="19" y="32"/>
                    </a:cubicBezTo>
                    <a:cubicBezTo>
                      <a:pt x="25" y="22"/>
                      <a:pt x="52" y="55"/>
                      <a:pt x="52" y="55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1" name="î$ļïḓe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2927" y="9280"/>
                <a:ext cx="184" cy="427"/>
              </a:xfrm>
              <a:custGeom>
                <a:avLst/>
                <a:gdLst>
                  <a:gd name="T0" fmla="*/ 168 w 251"/>
                  <a:gd name="T1" fmla="*/ 576 h 584"/>
                  <a:gd name="T2" fmla="*/ 140 w 251"/>
                  <a:gd name="T3" fmla="*/ 531 h 584"/>
                  <a:gd name="T4" fmla="*/ 208 w 251"/>
                  <a:gd name="T5" fmla="*/ 360 h 584"/>
                  <a:gd name="T6" fmla="*/ 181 w 251"/>
                  <a:gd name="T7" fmla="*/ 20 h 584"/>
                  <a:gd name="T8" fmla="*/ 50 w 251"/>
                  <a:gd name="T9" fmla="*/ 146 h 584"/>
                  <a:gd name="T10" fmla="*/ 92 w 251"/>
                  <a:gd name="T11" fmla="*/ 517 h 584"/>
                  <a:gd name="T12" fmla="*/ 84 w 251"/>
                  <a:gd name="T13" fmla="*/ 573 h 584"/>
                  <a:gd name="T14" fmla="*/ 168 w 251"/>
                  <a:gd name="T15" fmla="*/ 576 h 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4">
                    <a:moveTo>
                      <a:pt x="168" y="576"/>
                    </a:moveTo>
                    <a:cubicBezTo>
                      <a:pt x="140" y="531"/>
                      <a:pt x="140" y="531"/>
                      <a:pt x="140" y="531"/>
                    </a:cubicBezTo>
                    <a:cubicBezTo>
                      <a:pt x="140" y="531"/>
                      <a:pt x="164" y="500"/>
                      <a:pt x="208" y="360"/>
                    </a:cubicBezTo>
                    <a:cubicBezTo>
                      <a:pt x="251" y="221"/>
                      <a:pt x="181" y="20"/>
                      <a:pt x="181" y="20"/>
                    </a:cubicBezTo>
                    <a:cubicBezTo>
                      <a:pt x="90" y="0"/>
                      <a:pt x="0" y="86"/>
                      <a:pt x="50" y="146"/>
                    </a:cubicBezTo>
                    <a:cubicBezTo>
                      <a:pt x="99" y="206"/>
                      <a:pt x="103" y="473"/>
                      <a:pt x="92" y="517"/>
                    </a:cubicBezTo>
                    <a:cubicBezTo>
                      <a:pt x="88" y="535"/>
                      <a:pt x="85" y="555"/>
                      <a:pt x="84" y="573"/>
                    </a:cubicBezTo>
                    <a:cubicBezTo>
                      <a:pt x="112" y="584"/>
                      <a:pt x="140" y="583"/>
                      <a:pt x="168" y="576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2" name="ïŝlïḓe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2987" y="9699"/>
                <a:ext cx="89" cy="43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20 w 121"/>
                  <a:gd name="T7" fmla="*/ 33 h 59"/>
                  <a:gd name="T8" fmla="*/ 52 w 121"/>
                  <a:gd name="T9" fmla="*/ 56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4" y="43"/>
                      <a:pt x="20" y="33"/>
                    </a:cubicBezTo>
                    <a:cubicBezTo>
                      <a:pt x="25" y="22"/>
                      <a:pt x="52" y="56"/>
                      <a:pt x="52" y="56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3" name="îṡḻîḓê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2877" y="9278"/>
                <a:ext cx="434" cy="383"/>
              </a:xfrm>
              <a:custGeom>
                <a:avLst/>
                <a:gdLst>
                  <a:gd name="T0" fmla="*/ 115 w 593"/>
                  <a:gd name="T1" fmla="*/ 56 h 524"/>
                  <a:gd name="T2" fmla="*/ 0 w 593"/>
                  <a:gd name="T3" fmla="*/ 264 h 524"/>
                  <a:gd name="T4" fmla="*/ 593 w 593"/>
                  <a:gd name="T5" fmla="*/ 162 h 524"/>
                  <a:gd name="T6" fmla="*/ 426 w 593"/>
                  <a:gd name="T7" fmla="*/ 0 h 524"/>
                  <a:gd name="T8" fmla="*/ 115 w 593"/>
                  <a:gd name="T9" fmla="*/ 56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3" h="524">
                    <a:moveTo>
                      <a:pt x="115" y="56"/>
                    </a:moveTo>
                    <a:cubicBezTo>
                      <a:pt x="0" y="264"/>
                      <a:pt x="0" y="264"/>
                      <a:pt x="0" y="264"/>
                    </a:cubicBezTo>
                    <a:cubicBezTo>
                      <a:pt x="0" y="264"/>
                      <a:pt x="348" y="524"/>
                      <a:pt x="593" y="162"/>
                    </a:cubicBezTo>
                    <a:cubicBezTo>
                      <a:pt x="426" y="0"/>
                      <a:pt x="426" y="0"/>
                      <a:pt x="426" y="0"/>
                    </a:cubicBezTo>
                    <a:lnTo>
                      <a:pt x="115" y="56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4" name="ísľïḍé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2898" y="9326"/>
                <a:ext cx="101" cy="199"/>
              </a:xfrm>
              <a:custGeom>
                <a:avLst/>
                <a:gdLst>
                  <a:gd name="T0" fmla="*/ 117 w 138"/>
                  <a:gd name="T1" fmla="*/ 0 h 272"/>
                  <a:gd name="T2" fmla="*/ 0 w 138"/>
                  <a:gd name="T3" fmla="*/ 230 h 272"/>
                  <a:gd name="T4" fmla="*/ 52 w 138"/>
                  <a:gd name="T5" fmla="*/ 256 h 272"/>
                  <a:gd name="T6" fmla="*/ 138 w 138"/>
                  <a:gd name="T7" fmla="*/ 4 h 272"/>
                  <a:gd name="T8" fmla="*/ 117 w 138"/>
                  <a:gd name="T9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272">
                    <a:moveTo>
                      <a:pt x="117" y="0"/>
                    </a:moveTo>
                    <a:cubicBezTo>
                      <a:pt x="0" y="230"/>
                      <a:pt x="0" y="230"/>
                      <a:pt x="0" y="230"/>
                    </a:cubicBezTo>
                    <a:cubicBezTo>
                      <a:pt x="0" y="230"/>
                      <a:pt x="7" y="272"/>
                      <a:pt x="52" y="256"/>
                    </a:cubicBezTo>
                    <a:cubicBezTo>
                      <a:pt x="138" y="4"/>
                      <a:pt x="138" y="4"/>
                      <a:pt x="138" y="4"/>
                    </a:cubicBezTo>
                    <a:cubicBezTo>
                      <a:pt x="131" y="3"/>
                      <a:pt x="124" y="1"/>
                      <a:pt x="11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5" name="îṡľiḓe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2966" y="9338"/>
                <a:ext cx="61" cy="210"/>
              </a:xfrm>
              <a:custGeom>
                <a:avLst/>
                <a:gdLst>
                  <a:gd name="T0" fmla="*/ 67 w 84"/>
                  <a:gd name="T1" fmla="*/ 0 h 288"/>
                  <a:gd name="T2" fmla="*/ 0 w 84"/>
                  <a:gd name="T3" fmla="*/ 258 h 288"/>
                  <a:gd name="T4" fmla="*/ 65 w 84"/>
                  <a:gd name="T5" fmla="*/ 272 h 288"/>
                  <a:gd name="T6" fmla="*/ 84 w 84"/>
                  <a:gd name="T7" fmla="*/ 1 h 288"/>
                  <a:gd name="T8" fmla="*/ 67 w 84"/>
                  <a:gd name="T9" fmla="*/ 0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288">
                    <a:moveTo>
                      <a:pt x="67" y="0"/>
                    </a:moveTo>
                    <a:cubicBezTo>
                      <a:pt x="0" y="258"/>
                      <a:pt x="0" y="258"/>
                      <a:pt x="0" y="258"/>
                    </a:cubicBezTo>
                    <a:cubicBezTo>
                      <a:pt x="0" y="258"/>
                      <a:pt x="13" y="288"/>
                      <a:pt x="65" y="27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79" y="1"/>
                      <a:pt x="73" y="1"/>
                      <a:pt x="6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6" name="îšľîdè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3043" y="9338"/>
                <a:ext cx="46" cy="216"/>
              </a:xfrm>
              <a:custGeom>
                <a:avLst/>
                <a:gdLst>
                  <a:gd name="T0" fmla="*/ 3 w 63"/>
                  <a:gd name="T1" fmla="*/ 1 h 296"/>
                  <a:gd name="T2" fmla="*/ 0 w 63"/>
                  <a:gd name="T3" fmla="*/ 279 h 296"/>
                  <a:gd name="T4" fmla="*/ 63 w 63"/>
                  <a:gd name="T5" fmla="*/ 275 h 296"/>
                  <a:gd name="T6" fmla="*/ 23 w 63"/>
                  <a:gd name="T7" fmla="*/ 0 h 296"/>
                  <a:gd name="T8" fmla="*/ 3 w 63"/>
                  <a:gd name="T9" fmla="*/ 1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296">
                    <a:moveTo>
                      <a:pt x="3" y="1"/>
                    </a:moveTo>
                    <a:cubicBezTo>
                      <a:pt x="0" y="279"/>
                      <a:pt x="0" y="279"/>
                      <a:pt x="0" y="279"/>
                    </a:cubicBezTo>
                    <a:cubicBezTo>
                      <a:pt x="0" y="279"/>
                      <a:pt x="29" y="296"/>
                      <a:pt x="63" y="275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0"/>
                      <a:pt x="11" y="1"/>
                      <a:pt x="3" y="1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7" name="íṡlîḓe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3080" y="9326"/>
                <a:ext cx="99" cy="216"/>
              </a:xfrm>
              <a:custGeom>
                <a:avLst/>
                <a:gdLst>
                  <a:gd name="T0" fmla="*/ 0 w 136"/>
                  <a:gd name="T1" fmla="*/ 5 h 295"/>
                  <a:gd name="T2" fmla="*/ 77 w 136"/>
                  <a:gd name="T3" fmla="*/ 287 h 295"/>
                  <a:gd name="T4" fmla="*/ 136 w 136"/>
                  <a:gd name="T5" fmla="*/ 265 h 295"/>
                  <a:gd name="T6" fmla="*/ 25 w 136"/>
                  <a:gd name="T7" fmla="*/ 0 h 295"/>
                  <a:gd name="T8" fmla="*/ 0 w 136"/>
                  <a:gd name="T9" fmla="*/ 5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295">
                    <a:moveTo>
                      <a:pt x="0" y="5"/>
                    </a:moveTo>
                    <a:cubicBezTo>
                      <a:pt x="77" y="287"/>
                      <a:pt x="77" y="287"/>
                      <a:pt x="77" y="287"/>
                    </a:cubicBezTo>
                    <a:cubicBezTo>
                      <a:pt x="77" y="287"/>
                      <a:pt x="110" y="295"/>
                      <a:pt x="136" y="265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7" y="2"/>
                      <a:pt x="9" y="4"/>
                      <a:pt x="0" y="5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8" name="ís1ïďè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3122" y="9314"/>
                <a:ext cx="130" cy="187"/>
              </a:xfrm>
              <a:custGeom>
                <a:avLst/>
                <a:gdLst>
                  <a:gd name="T0" fmla="*/ 24 w 178"/>
                  <a:gd name="T1" fmla="*/ 0 h 256"/>
                  <a:gd name="T2" fmla="*/ 0 w 178"/>
                  <a:gd name="T3" fmla="*/ 10 h 256"/>
                  <a:gd name="T4" fmla="*/ 127 w 178"/>
                  <a:gd name="T5" fmla="*/ 256 h 256"/>
                  <a:gd name="T6" fmla="*/ 178 w 178"/>
                  <a:gd name="T7" fmla="*/ 220 h 256"/>
                  <a:gd name="T8" fmla="*/ 24 w 178"/>
                  <a:gd name="T9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56">
                    <a:moveTo>
                      <a:pt x="24" y="0"/>
                    </a:moveTo>
                    <a:cubicBezTo>
                      <a:pt x="16" y="3"/>
                      <a:pt x="8" y="7"/>
                      <a:pt x="0" y="10"/>
                    </a:cubicBezTo>
                    <a:cubicBezTo>
                      <a:pt x="127" y="256"/>
                      <a:pt x="127" y="256"/>
                      <a:pt x="127" y="256"/>
                    </a:cubicBezTo>
                    <a:cubicBezTo>
                      <a:pt x="127" y="256"/>
                      <a:pt x="160" y="255"/>
                      <a:pt x="178" y="220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9" name="îṣ1íďé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3164" y="9293"/>
                <a:ext cx="140" cy="152"/>
              </a:xfrm>
              <a:custGeom>
                <a:avLst/>
                <a:gdLst>
                  <a:gd name="T0" fmla="*/ 20 w 192"/>
                  <a:gd name="T1" fmla="*/ 0 h 208"/>
                  <a:gd name="T2" fmla="*/ 0 w 192"/>
                  <a:gd name="T3" fmla="*/ 16 h 208"/>
                  <a:gd name="T4" fmla="*/ 155 w 192"/>
                  <a:gd name="T5" fmla="*/ 208 h 208"/>
                  <a:gd name="T6" fmla="*/ 192 w 192"/>
                  <a:gd name="T7" fmla="*/ 157 h 208"/>
                  <a:gd name="T8" fmla="*/ 20 w 192"/>
                  <a:gd name="T9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208">
                    <a:moveTo>
                      <a:pt x="20" y="0"/>
                    </a:moveTo>
                    <a:cubicBezTo>
                      <a:pt x="14" y="6"/>
                      <a:pt x="7" y="11"/>
                      <a:pt x="0" y="16"/>
                    </a:cubicBezTo>
                    <a:cubicBezTo>
                      <a:pt x="155" y="208"/>
                      <a:pt x="155" y="208"/>
                      <a:pt x="155" y="208"/>
                    </a:cubicBezTo>
                    <a:cubicBezTo>
                      <a:pt x="155" y="208"/>
                      <a:pt x="187" y="197"/>
                      <a:pt x="192" y="157"/>
                    </a:cubicBez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0" name="ïṧḷiḋè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2898" y="9005"/>
                <a:ext cx="314" cy="352"/>
              </a:xfrm>
              <a:custGeom>
                <a:avLst/>
                <a:gdLst>
                  <a:gd name="T0" fmla="*/ 0 w 429"/>
                  <a:gd name="T1" fmla="*/ 70 h 482"/>
                  <a:gd name="T2" fmla="*/ 111 w 429"/>
                  <a:gd name="T3" fmla="*/ 20 h 482"/>
                  <a:gd name="T4" fmla="*/ 211 w 429"/>
                  <a:gd name="T5" fmla="*/ 255 h 482"/>
                  <a:gd name="T6" fmla="*/ 218 w 429"/>
                  <a:gd name="T7" fmla="*/ 0 h 482"/>
                  <a:gd name="T8" fmla="*/ 352 w 429"/>
                  <a:gd name="T9" fmla="*/ 10 h 482"/>
                  <a:gd name="T10" fmla="*/ 360 w 429"/>
                  <a:gd name="T11" fmla="*/ 276 h 482"/>
                  <a:gd name="T12" fmla="*/ 429 w 429"/>
                  <a:gd name="T13" fmla="*/ 373 h 482"/>
                  <a:gd name="T14" fmla="*/ 50 w 429"/>
                  <a:gd name="T15" fmla="*/ 450 h 482"/>
                  <a:gd name="T16" fmla="*/ 0 w 429"/>
                  <a:gd name="T17" fmla="*/ 70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482">
                    <a:moveTo>
                      <a:pt x="0" y="70"/>
                    </a:moveTo>
                    <a:cubicBezTo>
                      <a:pt x="111" y="20"/>
                      <a:pt x="111" y="20"/>
                      <a:pt x="111" y="20"/>
                    </a:cubicBezTo>
                    <a:cubicBezTo>
                      <a:pt x="211" y="255"/>
                      <a:pt x="211" y="255"/>
                      <a:pt x="211" y="255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352" y="10"/>
                      <a:pt x="352" y="10"/>
                      <a:pt x="352" y="10"/>
                    </a:cubicBezTo>
                    <a:cubicBezTo>
                      <a:pt x="352" y="10"/>
                      <a:pt x="333" y="217"/>
                      <a:pt x="360" y="276"/>
                    </a:cubicBezTo>
                    <a:cubicBezTo>
                      <a:pt x="387" y="336"/>
                      <a:pt x="429" y="373"/>
                      <a:pt x="429" y="373"/>
                    </a:cubicBezTo>
                    <a:cubicBezTo>
                      <a:pt x="320" y="461"/>
                      <a:pt x="196" y="482"/>
                      <a:pt x="50" y="450"/>
                    </a:cubicBezTo>
                    <a:cubicBezTo>
                      <a:pt x="50" y="450"/>
                      <a:pt x="124" y="332"/>
                      <a:pt x="0" y="7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1" name="ïṥ1iḍê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2953" y="9013"/>
                <a:ext cx="100" cy="178"/>
              </a:xfrm>
              <a:custGeom>
                <a:avLst/>
                <a:gdLst>
                  <a:gd name="T0" fmla="*/ 36 w 137"/>
                  <a:gd name="T1" fmla="*/ 0 h 244"/>
                  <a:gd name="T2" fmla="*/ 8 w 137"/>
                  <a:gd name="T3" fmla="*/ 18 h 244"/>
                  <a:gd name="T4" fmla="*/ 0 w 137"/>
                  <a:gd name="T5" fmla="*/ 104 h 244"/>
                  <a:gd name="T6" fmla="*/ 53 w 137"/>
                  <a:gd name="T7" fmla="*/ 91 h 244"/>
                  <a:gd name="T8" fmla="*/ 32 w 137"/>
                  <a:gd name="T9" fmla="*/ 155 h 244"/>
                  <a:gd name="T10" fmla="*/ 137 w 137"/>
                  <a:gd name="T11" fmla="*/ 244 h 244"/>
                  <a:gd name="T12" fmla="*/ 36 w 137"/>
                  <a:gd name="T13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" h="244">
                    <a:moveTo>
                      <a:pt x="36" y="0"/>
                    </a:moveTo>
                    <a:cubicBezTo>
                      <a:pt x="8" y="18"/>
                      <a:pt x="8" y="18"/>
                      <a:pt x="8" y="18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53" y="91"/>
                      <a:pt x="53" y="91"/>
                      <a:pt x="53" y="91"/>
                    </a:cubicBezTo>
                    <a:cubicBezTo>
                      <a:pt x="32" y="155"/>
                      <a:pt x="32" y="155"/>
                      <a:pt x="32" y="155"/>
                    </a:cubicBezTo>
                    <a:cubicBezTo>
                      <a:pt x="137" y="244"/>
                      <a:pt x="137" y="244"/>
                      <a:pt x="137" y="244"/>
                    </a:cubicBezTo>
                    <a:cubicBezTo>
                      <a:pt x="137" y="244"/>
                      <a:pt x="64" y="46"/>
                      <a:pt x="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2" name="îşlîḍè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3049" y="8998"/>
                <a:ext cx="59" cy="193"/>
              </a:xfrm>
              <a:custGeom>
                <a:avLst/>
                <a:gdLst>
                  <a:gd name="T0" fmla="*/ 10 w 81"/>
                  <a:gd name="T1" fmla="*/ 0 h 264"/>
                  <a:gd name="T2" fmla="*/ 42 w 81"/>
                  <a:gd name="T3" fmla="*/ 6 h 264"/>
                  <a:gd name="T4" fmla="*/ 81 w 81"/>
                  <a:gd name="T5" fmla="*/ 83 h 264"/>
                  <a:gd name="T6" fmla="*/ 27 w 81"/>
                  <a:gd name="T7" fmla="*/ 90 h 264"/>
                  <a:gd name="T8" fmla="*/ 70 w 81"/>
                  <a:gd name="T9" fmla="*/ 143 h 264"/>
                  <a:gd name="T10" fmla="*/ 5 w 81"/>
                  <a:gd name="T11" fmla="*/ 264 h 264"/>
                  <a:gd name="T12" fmla="*/ 10 w 81"/>
                  <a:gd name="T13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64">
                    <a:moveTo>
                      <a:pt x="10" y="0"/>
                    </a:moveTo>
                    <a:cubicBezTo>
                      <a:pt x="42" y="6"/>
                      <a:pt x="42" y="6"/>
                      <a:pt x="42" y="6"/>
                    </a:cubicBezTo>
                    <a:cubicBezTo>
                      <a:pt x="81" y="83"/>
                      <a:pt x="81" y="83"/>
                      <a:pt x="81" y="83"/>
                    </a:cubicBezTo>
                    <a:cubicBezTo>
                      <a:pt x="27" y="90"/>
                      <a:pt x="27" y="90"/>
                      <a:pt x="27" y="90"/>
                    </a:cubicBezTo>
                    <a:cubicBezTo>
                      <a:pt x="70" y="143"/>
                      <a:pt x="70" y="143"/>
                      <a:pt x="70" y="143"/>
                    </a:cubicBezTo>
                    <a:cubicBezTo>
                      <a:pt x="5" y="264"/>
                      <a:pt x="5" y="264"/>
                      <a:pt x="5" y="264"/>
                    </a:cubicBezTo>
                    <a:cubicBezTo>
                      <a:pt x="5" y="264"/>
                      <a:pt x="0" y="53"/>
                      <a:pt x="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3" name="îṧľíḋe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3050" y="9211"/>
                <a:ext cx="14" cy="14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2"/>
                      <a:pt x="16" y="17"/>
                      <a:pt x="11" y="18"/>
                    </a:cubicBezTo>
                    <a:cubicBezTo>
                      <a:pt x="7" y="19"/>
                      <a:pt x="2" y="16"/>
                      <a:pt x="1" y="11"/>
                    </a:cubicBezTo>
                    <a:cubicBezTo>
                      <a:pt x="0" y="6"/>
                      <a:pt x="4" y="2"/>
                      <a:pt x="8" y="1"/>
                    </a:cubicBezTo>
                    <a:cubicBezTo>
                      <a:pt x="13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4" name="îṥļiḍe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3056" y="9244"/>
                <a:ext cx="14" cy="14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3"/>
                      <a:pt x="16" y="17"/>
                      <a:pt x="11" y="18"/>
                    </a:cubicBezTo>
                    <a:cubicBezTo>
                      <a:pt x="6" y="19"/>
                      <a:pt x="2" y="16"/>
                      <a:pt x="1" y="11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7" y="4"/>
                      <a:pt x="18" y="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5" name="i$ḻïḓè"/>
              <p:cNvSpPr/>
              <p:nvPr>
                <p:custDataLst>
                  <p:tags r:id="rId28"/>
                </p:custDataLst>
              </p:nvPr>
            </p:nvSpPr>
            <p:spPr bwMode="auto">
              <a:xfrm>
                <a:off x="3063" y="9277"/>
                <a:ext cx="14" cy="14"/>
              </a:xfrm>
              <a:custGeom>
                <a:avLst/>
                <a:gdLst>
                  <a:gd name="T0" fmla="*/ 18 w 18"/>
                  <a:gd name="T1" fmla="*/ 8 h 19"/>
                  <a:gd name="T2" fmla="*/ 11 w 18"/>
                  <a:gd name="T3" fmla="*/ 18 h 19"/>
                  <a:gd name="T4" fmla="*/ 1 w 18"/>
                  <a:gd name="T5" fmla="*/ 11 h 19"/>
                  <a:gd name="T6" fmla="*/ 7 w 18"/>
                  <a:gd name="T7" fmla="*/ 1 h 19"/>
                  <a:gd name="T8" fmla="*/ 18 w 18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9">
                    <a:moveTo>
                      <a:pt x="18" y="8"/>
                    </a:moveTo>
                    <a:cubicBezTo>
                      <a:pt x="18" y="12"/>
                      <a:pt x="15" y="17"/>
                      <a:pt x="11" y="18"/>
                    </a:cubicBezTo>
                    <a:cubicBezTo>
                      <a:pt x="6" y="19"/>
                      <a:pt x="1" y="16"/>
                      <a:pt x="1" y="11"/>
                    </a:cubicBezTo>
                    <a:cubicBezTo>
                      <a:pt x="0" y="6"/>
                      <a:pt x="3" y="2"/>
                      <a:pt x="7" y="1"/>
                    </a:cubicBezTo>
                    <a:cubicBezTo>
                      <a:pt x="12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6" name="íś1iḓe"/>
              <p:cNvSpPr/>
              <p:nvPr>
                <p:custDataLst>
                  <p:tags r:id="rId29"/>
                </p:custDataLst>
              </p:nvPr>
            </p:nvSpPr>
            <p:spPr bwMode="auto">
              <a:xfrm>
                <a:off x="2710" y="8527"/>
                <a:ext cx="491" cy="504"/>
              </a:xfrm>
              <a:custGeom>
                <a:avLst/>
                <a:gdLst>
                  <a:gd name="T0" fmla="*/ 479 w 670"/>
                  <a:gd name="T1" fmla="*/ 77 h 690"/>
                  <a:gd name="T2" fmla="*/ 645 w 670"/>
                  <a:gd name="T3" fmla="*/ 475 h 690"/>
                  <a:gd name="T4" fmla="*/ 541 w 670"/>
                  <a:gd name="T5" fmla="*/ 634 h 690"/>
                  <a:gd name="T6" fmla="*/ 246 w 670"/>
                  <a:gd name="T7" fmla="*/ 623 h 690"/>
                  <a:gd name="T8" fmla="*/ 67 w 670"/>
                  <a:gd name="T9" fmla="*/ 197 h 690"/>
                  <a:gd name="T10" fmla="*/ 479 w 670"/>
                  <a:gd name="T11" fmla="*/ 77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0" h="690">
                    <a:moveTo>
                      <a:pt x="479" y="77"/>
                    </a:moveTo>
                    <a:cubicBezTo>
                      <a:pt x="479" y="77"/>
                      <a:pt x="621" y="410"/>
                      <a:pt x="645" y="475"/>
                    </a:cubicBezTo>
                    <a:cubicBezTo>
                      <a:pt x="670" y="541"/>
                      <a:pt x="541" y="634"/>
                      <a:pt x="541" y="634"/>
                    </a:cubicBezTo>
                    <a:cubicBezTo>
                      <a:pt x="541" y="634"/>
                      <a:pt x="375" y="690"/>
                      <a:pt x="246" y="623"/>
                    </a:cubicBezTo>
                    <a:cubicBezTo>
                      <a:pt x="95" y="544"/>
                      <a:pt x="0" y="400"/>
                      <a:pt x="67" y="197"/>
                    </a:cubicBezTo>
                    <a:cubicBezTo>
                      <a:pt x="131" y="0"/>
                      <a:pt x="456" y="16"/>
                      <a:pt x="479" y="77"/>
                    </a:cubicBezTo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7" name="ïṩḷiḋê"/>
              <p:cNvSpPr/>
              <p:nvPr>
                <p:custDataLst>
                  <p:tags r:id="rId30"/>
                </p:custDataLst>
              </p:nvPr>
            </p:nvSpPr>
            <p:spPr bwMode="auto">
              <a:xfrm>
                <a:off x="2839" y="8919"/>
                <a:ext cx="22" cy="23"/>
              </a:xfrm>
              <a:custGeom>
                <a:avLst/>
                <a:gdLst>
                  <a:gd name="T0" fmla="*/ 28 w 30"/>
                  <a:gd name="T1" fmla="*/ 11 h 31"/>
                  <a:gd name="T2" fmla="*/ 19 w 30"/>
                  <a:gd name="T3" fmla="*/ 28 h 31"/>
                  <a:gd name="T4" fmla="*/ 2 w 30"/>
                  <a:gd name="T5" fmla="*/ 19 h 31"/>
                  <a:gd name="T6" fmla="*/ 11 w 30"/>
                  <a:gd name="T7" fmla="*/ 2 h 31"/>
                  <a:gd name="T8" fmla="*/ 28 w 30"/>
                  <a:gd name="T9" fmla="*/ 1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1">
                    <a:moveTo>
                      <a:pt x="28" y="11"/>
                    </a:moveTo>
                    <a:cubicBezTo>
                      <a:pt x="30" y="18"/>
                      <a:pt x="26" y="26"/>
                      <a:pt x="19" y="28"/>
                    </a:cubicBezTo>
                    <a:cubicBezTo>
                      <a:pt x="12" y="31"/>
                      <a:pt x="4" y="27"/>
                      <a:pt x="2" y="19"/>
                    </a:cubicBezTo>
                    <a:cubicBezTo>
                      <a:pt x="0" y="12"/>
                      <a:pt x="4" y="5"/>
                      <a:pt x="11" y="2"/>
                    </a:cubicBezTo>
                    <a:cubicBezTo>
                      <a:pt x="18" y="0"/>
                      <a:pt x="26" y="4"/>
                      <a:pt x="28" y="11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8" name="iSlîḓe"/>
              <p:cNvSpPr/>
              <p:nvPr>
                <p:custDataLst>
                  <p:tags r:id="rId31"/>
                </p:custDataLst>
              </p:nvPr>
            </p:nvSpPr>
            <p:spPr bwMode="auto">
              <a:xfrm>
                <a:off x="2952" y="8891"/>
                <a:ext cx="20" cy="17"/>
              </a:xfrm>
              <a:custGeom>
                <a:avLst/>
                <a:gdLst>
                  <a:gd name="T0" fmla="*/ 26 w 27"/>
                  <a:gd name="T1" fmla="*/ 0 h 24"/>
                  <a:gd name="T2" fmla="*/ 26 w 27"/>
                  <a:gd name="T3" fmla="*/ 0 h 24"/>
                  <a:gd name="T4" fmla="*/ 13 w 27"/>
                  <a:gd name="T5" fmla="*/ 10 h 24"/>
                  <a:gd name="T6" fmla="*/ 0 w 27"/>
                  <a:gd name="T7" fmla="*/ 24 h 24"/>
                  <a:gd name="T8" fmla="*/ 0 w 27"/>
                  <a:gd name="T9" fmla="*/ 24 h 24"/>
                  <a:gd name="T10" fmla="*/ 11 w 27"/>
                  <a:gd name="T11" fmla="*/ 16 h 24"/>
                  <a:gd name="T12" fmla="*/ 27 w 27"/>
                  <a:gd name="T13" fmla="*/ 1 h 24"/>
                  <a:gd name="T14" fmla="*/ 26 w 27"/>
                  <a:gd name="T1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" h="24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2"/>
                      <a:pt x="17" y="6"/>
                      <a:pt x="13" y="10"/>
                    </a:cubicBezTo>
                    <a:cubicBezTo>
                      <a:pt x="9" y="14"/>
                      <a:pt x="4" y="19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4" y="22"/>
                      <a:pt x="8" y="19"/>
                      <a:pt x="11" y="16"/>
                    </a:cubicBezTo>
                    <a:cubicBezTo>
                      <a:pt x="16" y="11"/>
                      <a:pt x="22" y="6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9" name="iṣľîḍé"/>
              <p:cNvSpPr/>
              <p:nvPr>
                <p:custDataLst>
                  <p:tags r:id="rId32"/>
                </p:custDataLst>
              </p:nvPr>
            </p:nvSpPr>
            <p:spPr bwMode="auto">
              <a:xfrm>
                <a:off x="2964" y="8887"/>
                <a:ext cx="20" cy="20"/>
              </a:xfrm>
              <a:custGeom>
                <a:avLst/>
                <a:gdLst>
                  <a:gd name="T0" fmla="*/ 26 w 27"/>
                  <a:gd name="T1" fmla="*/ 0 h 28"/>
                  <a:gd name="T2" fmla="*/ 26 w 27"/>
                  <a:gd name="T3" fmla="*/ 0 h 28"/>
                  <a:gd name="T4" fmla="*/ 13 w 27"/>
                  <a:gd name="T5" fmla="*/ 13 h 28"/>
                  <a:gd name="T6" fmla="*/ 0 w 27"/>
                  <a:gd name="T7" fmla="*/ 28 h 28"/>
                  <a:gd name="T8" fmla="*/ 0 w 27"/>
                  <a:gd name="T9" fmla="*/ 28 h 28"/>
                  <a:gd name="T10" fmla="*/ 1 w 27"/>
                  <a:gd name="T11" fmla="*/ 28 h 28"/>
                  <a:gd name="T12" fmla="*/ 13 w 27"/>
                  <a:gd name="T13" fmla="*/ 16 h 28"/>
                  <a:gd name="T14" fmla="*/ 27 w 27"/>
                  <a:gd name="T15" fmla="*/ 1 h 28"/>
                  <a:gd name="T16" fmla="*/ 26 w 27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28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3"/>
                      <a:pt x="17" y="9"/>
                      <a:pt x="13" y="13"/>
                    </a:cubicBezTo>
                    <a:cubicBezTo>
                      <a:pt x="9" y="18"/>
                      <a:pt x="4" y="22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5" y="25"/>
                      <a:pt x="9" y="20"/>
                      <a:pt x="13" y="16"/>
                    </a:cubicBezTo>
                    <a:cubicBezTo>
                      <a:pt x="18" y="11"/>
                      <a:pt x="24" y="7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0" name="îṧ1ïdè"/>
              <p:cNvSpPr/>
              <p:nvPr>
                <p:custDataLst>
                  <p:tags r:id="rId33"/>
                </p:custDataLst>
              </p:nvPr>
            </p:nvSpPr>
            <p:spPr bwMode="auto">
              <a:xfrm>
                <a:off x="2980" y="8877"/>
                <a:ext cx="22" cy="25"/>
              </a:xfrm>
              <a:custGeom>
                <a:avLst/>
                <a:gdLst>
                  <a:gd name="T0" fmla="*/ 29 w 30"/>
                  <a:gd name="T1" fmla="*/ 0 h 34"/>
                  <a:gd name="T2" fmla="*/ 28 w 30"/>
                  <a:gd name="T3" fmla="*/ 0 h 34"/>
                  <a:gd name="T4" fmla="*/ 13 w 30"/>
                  <a:gd name="T5" fmla="*/ 15 h 34"/>
                  <a:gd name="T6" fmla="*/ 0 w 30"/>
                  <a:gd name="T7" fmla="*/ 33 h 34"/>
                  <a:gd name="T8" fmla="*/ 0 w 30"/>
                  <a:gd name="T9" fmla="*/ 34 h 34"/>
                  <a:gd name="T10" fmla="*/ 2 w 30"/>
                  <a:gd name="T11" fmla="*/ 33 h 34"/>
                  <a:gd name="T12" fmla="*/ 16 w 30"/>
                  <a:gd name="T13" fmla="*/ 15 h 34"/>
                  <a:gd name="T14" fmla="*/ 29 w 30"/>
                  <a:gd name="T15" fmla="*/ 1 h 34"/>
                  <a:gd name="T16" fmla="*/ 29 w 30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34">
                    <a:moveTo>
                      <a:pt x="29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7" y="10"/>
                      <a:pt x="13" y="15"/>
                    </a:cubicBezTo>
                    <a:cubicBezTo>
                      <a:pt x="8" y="21"/>
                      <a:pt x="3" y="27"/>
                      <a:pt x="0" y="33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1" y="34"/>
                      <a:pt x="2" y="33"/>
                    </a:cubicBezTo>
                    <a:cubicBezTo>
                      <a:pt x="6" y="27"/>
                      <a:pt x="11" y="21"/>
                      <a:pt x="16" y="15"/>
                    </a:cubicBezTo>
                    <a:cubicBezTo>
                      <a:pt x="21" y="10"/>
                      <a:pt x="26" y="6"/>
                      <a:pt x="29" y="1"/>
                    </a:cubicBezTo>
                    <a:cubicBezTo>
                      <a:pt x="30" y="0"/>
                      <a:pt x="29" y="0"/>
                      <a:pt x="29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1" name="iṧlïḋe"/>
              <p:cNvSpPr/>
              <p:nvPr>
                <p:custDataLst>
                  <p:tags r:id="rId34"/>
                </p:custDataLst>
              </p:nvPr>
            </p:nvSpPr>
            <p:spPr bwMode="auto">
              <a:xfrm>
                <a:off x="3094" y="8838"/>
                <a:ext cx="25" cy="25"/>
              </a:xfrm>
              <a:custGeom>
                <a:avLst/>
                <a:gdLst>
                  <a:gd name="T0" fmla="*/ 33 w 34"/>
                  <a:gd name="T1" fmla="*/ 0 h 34"/>
                  <a:gd name="T2" fmla="*/ 33 w 34"/>
                  <a:gd name="T3" fmla="*/ 0 h 34"/>
                  <a:gd name="T4" fmla="*/ 20 w 34"/>
                  <a:gd name="T5" fmla="*/ 14 h 34"/>
                  <a:gd name="T6" fmla="*/ 1 w 34"/>
                  <a:gd name="T7" fmla="*/ 32 h 34"/>
                  <a:gd name="T8" fmla="*/ 1 w 34"/>
                  <a:gd name="T9" fmla="*/ 34 h 34"/>
                  <a:gd name="T10" fmla="*/ 1 w 34"/>
                  <a:gd name="T11" fmla="*/ 34 h 34"/>
                  <a:gd name="T12" fmla="*/ 18 w 34"/>
                  <a:gd name="T13" fmla="*/ 19 h 34"/>
                  <a:gd name="T14" fmla="*/ 34 w 34"/>
                  <a:gd name="T15" fmla="*/ 0 h 34"/>
                  <a:gd name="T16" fmla="*/ 33 w 34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4">
                    <a:moveTo>
                      <a:pt x="33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28" y="4"/>
                      <a:pt x="24" y="9"/>
                      <a:pt x="20" y="14"/>
                    </a:cubicBezTo>
                    <a:cubicBezTo>
                      <a:pt x="14" y="21"/>
                      <a:pt x="8" y="27"/>
                      <a:pt x="1" y="32"/>
                    </a:cubicBezTo>
                    <a:cubicBezTo>
                      <a:pt x="0" y="33"/>
                      <a:pt x="0" y="34"/>
                      <a:pt x="1" y="34"/>
                    </a:cubicBezTo>
                    <a:cubicBezTo>
                      <a:pt x="1" y="34"/>
                      <a:pt x="1" y="34"/>
                      <a:pt x="1" y="34"/>
                    </a:cubicBezTo>
                    <a:cubicBezTo>
                      <a:pt x="8" y="30"/>
                      <a:pt x="13" y="25"/>
                      <a:pt x="18" y="19"/>
                    </a:cubicBezTo>
                    <a:cubicBezTo>
                      <a:pt x="23" y="13"/>
                      <a:pt x="29" y="7"/>
                      <a:pt x="34" y="0"/>
                    </a:cubicBezTo>
                    <a:cubicBezTo>
                      <a:pt x="34" y="0"/>
                      <a:pt x="34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2" name="íṣ1íḍê"/>
              <p:cNvSpPr/>
              <p:nvPr>
                <p:custDataLst>
                  <p:tags r:id="rId35"/>
                </p:custDataLst>
              </p:nvPr>
            </p:nvSpPr>
            <p:spPr bwMode="auto">
              <a:xfrm>
                <a:off x="3108" y="8833"/>
                <a:ext cx="25" cy="27"/>
              </a:xfrm>
              <a:custGeom>
                <a:avLst/>
                <a:gdLst>
                  <a:gd name="T0" fmla="*/ 33 w 34"/>
                  <a:gd name="T1" fmla="*/ 0 h 37"/>
                  <a:gd name="T2" fmla="*/ 32 w 34"/>
                  <a:gd name="T3" fmla="*/ 0 h 37"/>
                  <a:gd name="T4" fmla="*/ 14 w 34"/>
                  <a:gd name="T5" fmla="*/ 18 h 37"/>
                  <a:gd name="T6" fmla="*/ 0 w 34"/>
                  <a:gd name="T7" fmla="*/ 37 h 37"/>
                  <a:gd name="T8" fmla="*/ 1 w 34"/>
                  <a:gd name="T9" fmla="*/ 37 h 37"/>
                  <a:gd name="T10" fmla="*/ 1 w 34"/>
                  <a:gd name="T11" fmla="*/ 37 h 37"/>
                  <a:gd name="T12" fmla="*/ 18 w 34"/>
                  <a:gd name="T13" fmla="*/ 17 h 37"/>
                  <a:gd name="T14" fmla="*/ 33 w 34"/>
                  <a:gd name="T15" fmla="*/ 1 h 37"/>
                  <a:gd name="T16" fmla="*/ 33 w 34"/>
                  <a:gd name="T1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7">
                    <a:moveTo>
                      <a:pt x="33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25" y="5"/>
                      <a:pt x="19" y="12"/>
                      <a:pt x="14" y="18"/>
                    </a:cubicBezTo>
                    <a:cubicBezTo>
                      <a:pt x="9" y="24"/>
                      <a:pt x="4" y="30"/>
                      <a:pt x="0" y="37"/>
                    </a:cubicBezTo>
                    <a:cubicBezTo>
                      <a:pt x="0" y="37"/>
                      <a:pt x="0" y="37"/>
                      <a:pt x="1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7" y="31"/>
                      <a:pt x="12" y="24"/>
                      <a:pt x="18" y="17"/>
                    </a:cubicBezTo>
                    <a:cubicBezTo>
                      <a:pt x="23" y="12"/>
                      <a:pt x="29" y="7"/>
                      <a:pt x="33" y="1"/>
                    </a:cubicBezTo>
                    <a:cubicBezTo>
                      <a:pt x="34" y="0"/>
                      <a:pt x="33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3" name="îṡľîďè"/>
              <p:cNvSpPr/>
              <p:nvPr>
                <p:custDataLst>
                  <p:tags r:id="rId36"/>
                </p:custDataLst>
              </p:nvPr>
            </p:nvSpPr>
            <p:spPr bwMode="auto">
              <a:xfrm>
                <a:off x="3122" y="8835"/>
                <a:ext cx="21" cy="20"/>
              </a:xfrm>
              <a:custGeom>
                <a:avLst/>
                <a:gdLst>
                  <a:gd name="T0" fmla="*/ 27 w 29"/>
                  <a:gd name="T1" fmla="*/ 0 h 28"/>
                  <a:gd name="T2" fmla="*/ 26 w 29"/>
                  <a:gd name="T3" fmla="*/ 0 h 28"/>
                  <a:gd name="T4" fmla="*/ 0 w 29"/>
                  <a:gd name="T5" fmla="*/ 27 h 28"/>
                  <a:gd name="T6" fmla="*/ 1 w 29"/>
                  <a:gd name="T7" fmla="*/ 28 h 28"/>
                  <a:gd name="T8" fmla="*/ 1 w 29"/>
                  <a:gd name="T9" fmla="*/ 28 h 28"/>
                  <a:gd name="T10" fmla="*/ 28 w 29"/>
                  <a:gd name="T11" fmla="*/ 1 h 28"/>
                  <a:gd name="T12" fmla="*/ 27 w 29"/>
                  <a:gd name="T13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28">
                    <a:moveTo>
                      <a:pt x="27" y="0"/>
                    </a:moveTo>
                    <a:cubicBezTo>
                      <a:pt x="27" y="0"/>
                      <a:pt x="27" y="0"/>
                      <a:pt x="26" y="0"/>
                    </a:cubicBezTo>
                    <a:cubicBezTo>
                      <a:pt x="16" y="7"/>
                      <a:pt x="9" y="18"/>
                      <a:pt x="0" y="27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1" y="20"/>
                      <a:pt x="20" y="11"/>
                      <a:pt x="28" y="1"/>
                    </a:cubicBezTo>
                    <a:cubicBezTo>
                      <a:pt x="29" y="0"/>
                      <a:pt x="28" y="0"/>
                      <a:pt x="27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4" name="ïśľîḓe"/>
              <p:cNvSpPr/>
              <p:nvPr>
                <p:custDataLst>
                  <p:tags r:id="rId37"/>
                </p:custDataLst>
              </p:nvPr>
            </p:nvSpPr>
            <p:spPr bwMode="auto">
              <a:xfrm>
                <a:off x="3068" y="8763"/>
                <a:ext cx="68" cy="75"/>
              </a:xfrm>
              <a:custGeom>
                <a:avLst/>
                <a:gdLst>
                  <a:gd name="T0" fmla="*/ 9 w 92"/>
                  <a:gd name="T1" fmla="*/ 66 h 103"/>
                  <a:gd name="T2" fmla="*/ 62 w 92"/>
                  <a:gd name="T3" fmla="*/ 95 h 103"/>
                  <a:gd name="T4" fmla="*/ 82 w 92"/>
                  <a:gd name="T5" fmla="*/ 37 h 103"/>
                  <a:gd name="T6" fmla="*/ 29 w 92"/>
                  <a:gd name="T7" fmla="*/ 8 h 103"/>
                  <a:gd name="T8" fmla="*/ 9 w 92"/>
                  <a:gd name="T9" fmla="*/ 6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" h="103">
                    <a:moveTo>
                      <a:pt x="9" y="66"/>
                    </a:moveTo>
                    <a:cubicBezTo>
                      <a:pt x="18" y="90"/>
                      <a:pt x="42" y="103"/>
                      <a:pt x="62" y="95"/>
                    </a:cubicBezTo>
                    <a:cubicBezTo>
                      <a:pt x="83" y="87"/>
                      <a:pt x="92" y="61"/>
                      <a:pt x="82" y="37"/>
                    </a:cubicBezTo>
                    <a:cubicBezTo>
                      <a:pt x="73" y="13"/>
                      <a:pt x="49" y="0"/>
                      <a:pt x="29" y="8"/>
                    </a:cubicBezTo>
                    <a:cubicBezTo>
                      <a:pt x="9" y="16"/>
                      <a:pt x="0" y="42"/>
                      <a:pt x="9" y="66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5" name="ïšḻíḋê"/>
              <p:cNvSpPr/>
              <p:nvPr>
                <p:custDataLst>
                  <p:tags r:id="rId38"/>
                </p:custDataLst>
              </p:nvPr>
            </p:nvSpPr>
            <p:spPr bwMode="auto">
              <a:xfrm>
                <a:off x="3093" y="8768"/>
                <a:ext cx="28" cy="31"/>
              </a:xfrm>
              <a:custGeom>
                <a:avLst/>
                <a:gdLst>
                  <a:gd name="T0" fmla="*/ 4 w 39"/>
                  <a:gd name="T1" fmla="*/ 27 h 43"/>
                  <a:gd name="T2" fmla="*/ 26 w 39"/>
                  <a:gd name="T3" fmla="*/ 40 h 43"/>
                  <a:gd name="T4" fmla="*/ 35 w 39"/>
                  <a:gd name="T5" fmla="*/ 15 h 43"/>
                  <a:gd name="T6" fmla="*/ 12 w 39"/>
                  <a:gd name="T7" fmla="*/ 3 h 43"/>
                  <a:gd name="T8" fmla="*/ 4 w 39"/>
                  <a:gd name="T9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43">
                    <a:moveTo>
                      <a:pt x="4" y="27"/>
                    </a:moveTo>
                    <a:cubicBezTo>
                      <a:pt x="8" y="37"/>
                      <a:pt x="18" y="43"/>
                      <a:pt x="26" y="40"/>
                    </a:cubicBezTo>
                    <a:cubicBezTo>
                      <a:pt x="35" y="36"/>
                      <a:pt x="39" y="25"/>
                      <a:pt x="35" y="15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4" y="6"/>
                      <a:pt x="0" y="17"/>
                      <a:pt x="4" y="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6" name="işľídè"/>
              <p:cNvSpPr/>
              <p:nvPr>
                <p:custDataLst>
                  <p:tags r:id="rId39"/>
                </p:custDataLst>
              </p:nvPr>
            </p:nvSpPr>
            <p:spPr bwMode="auto">
              <a:xfrm>
                <a:off x="2923" y="8804"/>
                <a:ext cx="69" cy="78"/>
              </a:xfrm>
              <a:custGeom>
                <a:avLst/>
                <a:gdLst>
                  <a:gd name="T0" fmla="*/ 9 w 95"/>
                  <a:gd name="T1" fmla="*/ 68 h 106"/>
                  <a:gd name="T2" fmla="*/ 65 w 95"/>
                  <a:gd name="T3" fmla="*/ 98 h 106"/>
                  <a:gd name="T4" fmla="*/ 85 w 95"/>
                  <a:gd name="T5" fmla="*/ 38 h 106"/>
                  <a:gd name="T6" fmla="*/ 30 w 95"/>
                  <a:gd name="T7" fmla="*/ 8 h 106"/>
                  <a:gd name="T8" fmla="*/ 9 w 95"/>
                  <a:gd name="T9" fmla="*/ 68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106">
                    <a:moveTo>
                      <a:pt x="9" y="68"/>
                    </a:moveTo>
                    <a:cubicBezTo>
                      <a:pt x="19" y="93"/>
                      <a:pt x="44" y="106"/>
                      <a:pt x="65" y="98"/>
                    </a:cubicBezTo>
                    <a:cubicBezTo>
                      <a:pt x="86" y="90"/>
                      <a:pt x="95" y="63"/>
                      <a:pt x="85" y="38"/>
                    </a:cubicBezTo>
                    <a:cubicBezTo>
                      <a:pt x="76" y="14"/>
                      <a:pt x="51" y="0"/>
                      <a:pt x="30" y="8"/>
                    </a:cubicBezTo>
                    <a:cubicBezTo>
                      <a:pt x="9" y="16"/>
                      <a:pt x="0" y="43"/>
                      <a:pt x="9" y="68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7" name="îsḷiḍe"/>
              <p:cNvSpPr/>
              <p:nvPr>
                <p:custDataLst>
                  <p:tags r:id="rId40"/>
                </p:custDataLst>
              </p:nvPr>
            </p:nvSpPr>
            <p:spPr bwMode="auto">
              <a:xfrm>
                <a:off x="2949" y="8811"/>
                <a:ext cx="28" cy="31"/>
              </a:xfrm>
              <a:custGeom>
                <a:avLst/>
                <a:gdLst>
                  <a:gd name="T0" fmla="*/ 4 w 38"/>
                  <a:gd name="T1" fmla="*/ 28 h 43"/>
                  <a:gd name="T2" fmla="*/ 26 w 38"/>
                  <a:gd name="T3" fmla="*/ 40 h 43"/>
                  <a:gd name="T4" fmla="*/ 35 w 38"/>
                  <a:gd name="T5" fmla="*/ 16 h 43"/>
                  <a:gd name="T6" fmla="*/ 12 w 38"/>
                  <a:gd name="T7" fmla="*/ 3 h 43"/>
                  <a:gd name="T8" fmla="*/ 4 w 38"/>
                  <a:gd name="T9" fmla="*/ 2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43">
                    <a:moveTo>
                      <a:pt x="4" y="28"/>
                    </a:moveTo>
                    <a:cubicBezTo>
                      <a:pt x="8" y="38"/>
                      <a:pt x="18" y="43"/>
                      <a:pt x="26" y="40"/>
                    </a:cubicBezTo>
                    <a:cubicBezTo>
                      <a:pt x="35" y="36"/>
                      <a:pt x="38" y="26"/>
                      <a:pt x="35" y="16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3" y="7"/>
                      <a:pt x="0" y="18"/>
                      <a:pt x="4" y="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8" name="iṧlîde"/>
              <p:cNvSpPr/>
              <p:nvPr>
                <p:custDataLst>
                  <p:tags r:id="rId41"/>
                </p:custDataLst>
              </p:nvPr>
            </p:nvSpPr>
            <p:spPr bwMode="auto">
              <a:xfrm>
                <a:off x="2908" y="8755"/>
                <a:ext cx="64" cy="46"/>
              </a:xfrm>
              <a:custGeom>
                <a:avLst/>
                <a:gdLst>
                  <a:gd name="T0" fmla="*/ 81 w 87"/>
                  <a:gd name="T1" fmla="*/ 0 h 63"/>
                  <a:gd name="T2" fmla="*/ 73 w 87"/>
                  <a:gd name="T3" fmla="*/ 4 h 63"/>
                  <a:gd name="T4" fmla="*/ 73 w 87"/>
                  <a:gd name="T5" fmla="*/ 6 h 63"/>
                  <a:gd name="T6" fmla="*/ 49 w 87"/>
                  <a:gd name="T7" fmla="*/ 53 h 63"/>
                  <a:gd name="T8" fmla="*/ 39 w 87"/>
                  <a:gd name="T9" fmla="*/ 55 h 63"/>
                  <a:gd name="T10" fmla="*/ 9 w 87"/>
                  <a:gd name="T11" fmla="*/ 39 h 63"/>
                  <a:gd name="T12" fmla="*/ 8 w 87"/>
                  <a:gd name="T13" fmla="*/ 38 h 63"/>
                  <a:gd name="T14" fmla="*/ 6 w 87"/>
                  <a:gd name="T15" fmla="*/ 39 h 63"/>
                  <a:gd name="T16" fmla="*/ 4 w 87"/>
                  <a:gd name="T17" fmla="*/ 39 h 63"/>
                  <a:gd name="T18" fmla="*/ 0 w 87"/>
                  <a:gd name="T19" fmla="*/ 41 h 63"/>
                  <a:gd name="T20" fmla="*/ 1 w 87"/>
                  <a:gd name="T21" fmla="*/ 43 h 63"/>
                  <a:gd name="T22" fmla="*/ 39 w 87"/>
                  <a:gd name="T23" fmla="*/ 63 h 63"/>
                  <a:gd name="T24" fmla="*/ 51 w 87"/>
                  <a:gd name="T25" fmla="*/ 61 h 63"/>
                  <a:gd name="T26" fmla="*/ 81 w 87"/>
                  <a:gd name="T27" fmla="*/ 3 h 63"/>
                  <a:gd name="T28" fmla="*/ 81 w 87"/>
                  <a:gd name="T2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" h="63">
                    <a:moveTo>
                      <a:pt x="81" y="0"/>
                    </a:moveTo>
                    <a:cubicBezTo>
                      <a:pt x="73" y="4"/>
                      <a:pt x="73" y="4"/>
                      <a:pt x="73" y="4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8" y="27"/>
                      <a:pt x="67" y="48"/>
                      <a:pt x="49" y="53"/>
                    </a:cubicBezTo>
                    <a:cubicBezTo>
                      <a:pt x="46" y="54"/>
                      <a:pt x="42" y="55"/>
                      <a:pt x="39" y="55"/>
                    </a:cubicBezTo>
                    <a:cubicBezTo>
                      <a:pt x="28" y="55"/>
                      <a:pt x="17" y="49"/>
                      <a:pt x="9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5" y="39"/>
                      <a:pt x="5" y="39"/>
                      <a:pt x="4" y="39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1" y="56"/>
                      <a:pt x="25" y="63"/>
                      <a:pt x="39" y="63"/>
                    </a:cubicBezTo>
                    <a:cubicBezTo>
                      <a:pt x="43" y="63"/>
                      <a:pt x="47" y="62"/>
                      <a:pt x="51" y="61"/>
                    </a:cubicBezTo>
                    <a:cubicBezTo>
                      <a:pt x="74" y="54"/>
                      <a:pt x="87" y="29"/>
                      <a:pt x="81" y="3"/>
                    </a:cubicBez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9" name="ísḷîdé"/>
              <p:cNvSpPr/>
              <p:nvPr>
                <p:custDataLst>
                  <p:tags r:id="rId42"/>
                </p:custDataLst>
              </p:nvPr>
            </p:nvSpPr>
            <p:spPr bwMode="auto">
              <a:xfrm>
                <a:off x="3033" y="8706"/>
                <a:ext cx="55" cy="44"/>
              </a:xfrm>
              <a:custGeom>
                <a:avLst/>
                <a:gdLst>
                  <a:gd name="T0" fmla="*/ 74 w 75"/>
                  <a:gd name="T1" fmla="*/ 21 h 60"/>
                  <a:gd name="T2" fmla="*/ 38 w 75"/>
                  <a:gd name="T3" fmla="*/ 0 h 60"/>
                  <a:gd name="T4" fmla="*/ 29 w 75"/>
                  <a:gd name="T5" fmla="*/ 1 h 60"/>
                  <a:gd name="T6" fmla="*/ 6 w 75"/>
                  <a:gd name="T7" fmla="*/ 58 h 60"/>
                  <a:gd name="T8" fmla="*/ 7 w 75"/>
                  <a:gd name="T9" fmla="*/ 60 h 60"/>
                  <a:gd name="T10" fmla="*/ 14 w 75"/>
                  <a:gd name="T11" fmla="*/ 56 h 60"/>
                  <a:gd name="T12" fmla="*/ 13 w 75"/>
                  <a:gd name="T13" fmla="*/ 55 h 60"/>
                  <a:gd name="T14" fmla="*/ 32 w 75"/>
                  <a:gd name="T15" fmla="*/ 9 h 60"/>
                  <a:gd name="T16" fmla="*/ 67 w 75"/>
                  <a:gd name="T17" fmla="*/ 25 h 60"/>
                  <a:gd name="T18" fmla="*/ 68 w 75"/>
                  <a:gd name="T19" fmla="*/ 26 h 60"/>
                  <a:gd name="T20" fmla="*/ 69 w 75"/>
                  <a:gd name="T21" fmla="*/ 26 h 60"/>
                  <a:gd name="T22" fmla="*/ 71 w 75"/>
                  <a:gd name="T23" fmla="*/ 25 h 60"/>
                  <a:gd name="T24" fmla="*/ 75 w 75"/>
                  <a:gd name="T25" fmla="*/ 23 h 60"/>
                  <a:gd name="T26" fmla="*/ 74 w 75"/>
                  <a:gd name="T27" fmla="*/ 2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60">
                    <a:moveTo>
                      <a:pt x="74" y="21"/>
                    </a:moveTo>
                    <a:cubicBezTo>
                      <a:pt x="64" y="8"/>
                      <a:pt x="51" y="0"/>
                      <a:pt x="38" y="0"/>
                    </a:cubicBezTo>
                    <a:cubicBezTo>
                      <a:pt x="35" y="0"/>
                      <a:pt x="32" y="0"/>
                      <a:pt x="29" y="1"/>
                    </a:cubicBezTo>
                    <a:cubicBezTo>
                      <a:pt x="10" y="7"/>
                      <a:pt x="0" y="32"/>
                      <a:pt x="6" y="58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3" y="55"/>
                      <a:pt x="13" y="55"/>
                      <a:pt x="13" y="55"/>
                    </a:cubicBezTo>
                    <a:cubicBezTo>
                      <a:pt x="9" y="34"/>
                      <a:pt x="17" y="14"/>
                      <a:pt x="32" y="9"/>
                    </a:cubicBezTo>
                    <a:cubicBezTo>
                      <a:pt x="44" y="5"/>
                      <a:pt x="57" y="12"/>
                      <a:pt x="67" y="25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70" y="25"/>
                      <a:pt x="71" y="25"/>
                      <a:pt x="71" y="25"/>
                    </a:cubicBezTo>
                    <a:cubicBezTo>
                      <a:pt x="75" y="23"/>
                      <a:pt x="75" y="23"/>
                      <a:pt x="75" y="23"/>
                    </a:cubicBezTo>
                    <a:lnTo>
                      <a:pt x="74" y="21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0" name="ïṡ1idè"/>
              <p:cNvSpPr/>
              <p:nvPr>
                <p:custDataLst>
                  <p:tags r:id="rId43"/>
                </p:custDataLst>
              </p:nvPr>
            </p:nvSpPr>
            <p:spPr bwMode="auto">
              <a:xfrm>
                <a:off x="3011" y="8894"/>
                <a:ext cx="113" cy="45"/>
              </a:xfrm>
              <a:custGeom>
                <a:avLst/>
                <a:gdLst>
                  <a:gd name="T0" fmla="*/ 152 w 154"/>
                  <a:gd name="T1" fmla="*/ 1 h 62"/>
                  <a:gd name="T2" fmla="*/ 109 w 154"/>
                  <a:gd name="T3" fmla="*/ 39 h 62"/>
                  <a:gd name="T4" fmla="*/ 66 w 154"/>
                  <a:gd name="T5" fmla="*/ 36 h 62"/>
                  <a:gd name="T6" fmla="*/ 1 w 154"/>
                  <a:gd name="T7" fmla="*/ 60 h 62"/>
                  <a:gd name="T8" fmla="*/ 4 w 154"/>
                  <a:gd name="T9" fmla="*/ 61 h 62"/>
                  <a:gd name="T10" fmla="*/ 60 w 154"/>
                  <a:gd name="T11" fmla="*/ 40 h 62"/>
                  <a:gd name="T12" fmla="*/ 107 w 154"/>
                  <a:gd name="T13" fmla="*/ 43 h 62"/>
                  <a:gd name="T14" fmla="*/ 154 w 154"/>
                  <a:gd name="T15" fmla="*/ 1 h 62"/>
                  <a:gd name="T16" fmla="*/ 152 w 154"/>
                  <a:gd name="T17" fmla="*/ 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" h="62">
                    <a:moveTo>
                      <a:pt x="152" y="1"/>
                    </a:moveTo>
                    <a:cubicBezTo>
                      <a:pt x="143" y="22"/>
                      <a:pt x="134" y="37"/>
                      <a:pt x="109" y="39"/>
                    </a:cubicBezTo>
                    <a:cubicBezTo>
                      <a:pt x="95" y="40"/>
                      <a:pt x="80" y="37"/>
                      <a:pt x="66" y="36"/>
                    </a:cubicBezTo>
                    <a:cubicBezTo>
                      <a:pt x="43" y="34"/>
                      <a:pt x="13" y="38"/>
                      <a:pt x="1" y="60"/>
                    </a:cubicBezTo>
                    <a:cubicBezTo>
                      <a:pt x="0" y="62"/>
                      <a:pt x="3" y="61"/>
                      <a:pt x="4" y="61"/>
                    </a:cubicBezTo>
                    <a:cubicBezTo>
                      <a:pt x="22" y="46"/>
                      <a:pt x="37" y="39"/>
                      <a:pt x="60" y="40"/>
                    </a:cubicBezTo>
                    <a:cubicBezTo>
                      <a:pt x="76" y="41"/>
                      <a:pt x="92" y="43"/>
                      <a:pt x="107" y="43"/>
                    </a:cubicBezTo>
                    <a:cubicBezTo>
                      <a:pt x="133" y="42"/>
                      <a:pt x="150" y="26"/>
                      <a:pt x="154" y="1"/>
                    </a:cubicBezTo>
                    <a:cubicBezTo>
                      <a:pt x="154" y="0"/>
                      <a:pt x="152" y="0"/>
                      <a:pt x="152" y="1"/>
                    </a:cubicBez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1" name="işliḋè"/>
              <p:cNvSpPr/>
              <p:nvPr>
                <p:custDataLst>
                  <p:tags r:id="rId44"/>
                </p:custDataLst>
              </p:nvPr>
            </p:nvSpPr>
            <p:spPr bwMode="auto">
              <a:xfrm>
                <a:off x="2615" y="8442"/>
                <a:ext cx="534" cy="779"/>
              </a:xfrm>
              <a:custGeom>
                <a:avLst/>
                <a:gdLst>
                  <a:gd name="T0" fmla="*/ 307 w 729"/>
                  <a:gd name="T1" fmla="*/ 559 h 1066"/>
                  <a:gd name="T2" fmla="*/ 384 w 729"/>
                  <a:gd name="T3" fmla="*/ 318 h 1066"/>
                  <a:gd name="T4" fmla="*/ 729 w 729"/>
                  <a:gd name="T5" fmla="*/ 295 h 1066"/>
                  <a:gd name="T6" fmla="*/ 286 w 729"/>
                  <a:gd name="T7" fmla="*/ 86 h 1066"/>
                  <a:gd name="T8" fmla="*/ 162 w 729"/>
                  <a:gd name="T9" fmla="*/ 239 h 1066"/>
                  <a:gd name="T10" fmla="*/ 83 w 729"/>
                  <a:gd name="T11" fmla="*/ 608 h 1066"/>
                  <a:gd name="T12" fmla="*/ 236 w 729"/>
                  <a:gd name="T13" fmla="*/ 895 h 1066"/>
                  <a:gd name="T14" fmla="*/ 113 w 729"/>
                  <a:gd name="T15" fmla="*/ 962 h 1066"/>
                  <a:gd name="T16" fmla="*/ 371 w 729"/>
                  <a:gd name="T17" fmla="*/ 781 h 1066"/>
                  <a:gd name="T18" fmla="*/ 321 w 729"/>
                  <a:gd name="T19" fmla="*/ 680 h 1066"/>
                  <a:gd name="T20" fmla="*/ 259 w 729"/>
                  <a:gd name="T21" fmla="*/ 595 h 1066"/>
                  <a:gd name="T22" fmla="*/ 307 w 729"/>
                  <a:gd name="T23" fmla="*/ 559 h 1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29" h="1066">
                    <a:moveTo>
                      <a:pt x="307" y="559"/>
                    </a:moveTo>
                    <a:cubicBezTo>
                      <a:pt x="348" y="528"/>
                      <a:pt x="376" y="371"/>
                      <a:pt x="384" y="318"/>
                    </a:cubicBezTo>
                    <a:cubicBezTo>
                      <a:pt x="455" y="344"/>
                      <a:pt x="588" y="373"/>
                      <a:pt x="729" y="295"/>
                    </a:cubicBezTo>
                    <a:cubicBezTo>
                      <a:pt x="729" y="295"/>
                      <a:pt x="674" y="0"/>
                      <a:pt x="286" y="86"/>
                    </a:cubicBezTo>
                    <a:cubicBezTo>
                      <a:pt x="150" y="116"/>
                      <a:pt x="142" y="212"/>
                      <a:pt x="162" y="239"/>
                    </a:cubicBezTo>
                    <a:cubicBezTo>
                      <a:pt x="9" y="291"/>
                      <a:pt x="0" y="464"/>
                      <a:pt x="83" y="608"/>
                    </a:cubicBezTo>
                    <a:cubicBezTo>
                      <a:pt x="209" y="824"/>
                      <a:pt x="227" y="815"/>
                      <a:pt x="236" y="895"/>
                    </a:cubicBezTo>
                    <a:cubicBezTo>
                      <a:pt x="246" y="975"/>
                      <a:pt x="113" y="962"/>
                      <a:pt x="113" y="962"/>
                    </a:cubicBezTo>
                    <a:cubicBezTo>
                      <a:pt x="304" y="1066"/>
                      <a:pt x="381" y="833"/>
                      <a:pt x="371" y="781"/>
                    </a:cubicBezTo>
                    <a:cubicBezTo>
                      <a:pt x="361" y="729"/>
                      <a:pt x="321" y="680"/>
                      <a:pt x="321" y="680"/>
                    </a:cubicBezTo>
                    <a:cubicBezTo>
                      <a:pt x="267" y="681"/>
                      <a:pt x="255" y="635"/>
                      <a:pt x="259" y="595"/>
                    </a:cubicBezTo>
                    <a:cubicBezTo>
                      <a:pt x="262" y="556"/>
                      <a:pt x="307" y="559"/>
                      <a:pt x="307" y="559"/>
                    </a:cubicBez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2" name="íslïďê"/>
              <p:cNvSpPr/>
              <p:nvPr>
                <p:custDataLst>
                  <p:tags r:id="rId45"/>
                </p:custDataLst>
              </p:nvPr>
            </p:nvSpPr>
            <p:spPr bwMode="auto">
              <a:xfrm>
                <a:off x="2766" y="8747"/>
                <a:ext cx="129" cy="137"/>
              </a:xfrm>
              <a:custGeom>
                <a:avLst/>
                <a:gdLst>
                  <a:gd name="T0" fmla="*/ 15 w 176"/>
                  <a:gd name="T1" fmla="*/ 167 h 187"/>
                  <a:gd name="T2" fmla="*/ 8 w 176"/>
                  <a:gd name="T3" fmla="*/ 142 h 187"/>
                  <a:gd name="T4" fmla="*/ 0 w 176"/>
                  <a:gd name="T5" fmla="*/ 112 h 187"/>
                  <a:gd name="T6" fmla="*/ 0 w 176"/>
                  <a:gd name="T7" fmla="*/ 110 h 187"/>
                  <a:gd name="T8" fmla="*/ 12 w 176"/>
                  <a:gd name="T9" fmla="*/ 87 h 187"/>
                  <a:gd name="T10" fmla="*/ 28 w 176"/>
                  <a:gd name="T11" fmla="*/ 71 h 187"/>
                  <a:gd name="T12" fmla="*/ 59 w 176"/>
                  <a:gd name="T13" fmla="*/ 60 h 187"/>
                  <a:gd name="T14" fmla="*/ 80 w 176"/>
                  <a:gd name="T15" fmla="*/ 21 h 187"/>
                  <a:gd name="T16" fmla="*/ 106 w 176"/>
                  <a:gd name="T17" fmla="*/ 44 h 187"/>
                  <a:gd name="T18" fmla="*/ 109 w 176"/>
                  <a:gd name="T19" fmla="*/ 94 h 187"/>
                  <a:gd name="T20" fmla="*/ 136 w 176"/>
                  <a:gd name="T21" fmla="*/ 87 h 187"/>
                  <a:gd name="T22" fmla="*/ 176 w 176"/>
                  <a:gd name="T23" fmla="*/ 103 h 187"/>
                  <a:gd name="T24" fmla="*/ 81 w 176"/>
                  <a:gd name="T25" fmla="*/ 185 h 187"/>
                  <a:gd name="T26" fmla="*/ 15 w 176"/>
                  <a:gd name="T27" fmla="*/ 167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6" h="187">
                    <a:moveTo>
                      <a:pt x="15" y="167"/>
                    </a:moveTo>
                    <a:cubicBezTo>
                      <a:pt x="8" y="142"/>
                      <a:pt x="8" y="142"/>
                      <a:pt x="8" y="142"/>
                    </a:cubicBezTo>
                    <a:cubicBezTo>
                      <a:pt x="6" y="133"/>
                      <a:pt x="4" y="123"/>
                      <a:pt x="0" y="112"/>
                    </a:cubicBezTo>
                    <a:cubicBezTo>
                      <a:pt x="0" y="112"/>
                      <a:pt x="0" y="111"/>
                      <a:pt x="0" y="110"/>
                    </a:cubicBezTo>
                    <a:cubicBezTo>
                      <a:pt x="1" y="102"/>
                      <a:pt x="5" y="93"/>
                      <a:pt x="12" y="87"/>
                    </a:cubicBezTo>
                    <a:cubicBezTo>
                      <a:pt x="20" y="82"/>
                      <a:pt x="23" y="77"/>
                      <a:pt x="28" y="71"/>
                    </a:cubicBezTo>
                    <a:cubicBezTo>
                      <a:pt x="42" y="57"/>
                      <a:pt x="58" y="61"/>
                      <a:pt x="59" y="60"/>
                    </a:cubicBezTo>
                    <a:cubicBezTo>
                      <a:pt x="60" y="59"/>
                      <a:pt x="51" y="45"/>
                      <a:pt x="80" y="21"/>
                    </a:cubicBezTo>
                    <a:cubicBezTo>
                      <a:pt x="106" y="0"/>
                      <a:pt x="147" y="16"/>
                      <a:pt x="106" y="44"/>
                    </a:cubicBezTo>
                    <a:cubicBezTo>
                      <a:pt x="79" y="63"/>
                      <a:pt x="99" y="88"/>
                      <a:pt x="109" y="94"/>
                    </a:cubicBezTo>
                    <a:cubicBezTo>
                      <a:pt x="117" y="95"/>
                      <a:pt x="117" y="95"/>
                      <a:pt x="136" y="87"/>
                    </a:cubicBezTo>
                    <a:cubicBezTo>
                      <a:pt x="167" y="73"/>
                      <a:pt x="176" y="103"/>
                      <a:pt x="176" y="103"/>
                    </a:cubicBezTo>
                    <a:cubicBezTo>
                      <a:pt x="140" y="106"/>
                      <a:pt x="96" y="164"/>
                      <a:pt x="81" y="185"/>
                    </a:cubicBezTo>
                    <a:cubicBezTo>
                      <a:pt x="50" y="187"/>
                      <a:pt x="45" y="176"/>
                      <a:pt x="15" y="167"/>
                    </a:cubicBezTo>
                    <a:close/>
                  </a:path>
                </a:pathLst>
              </a:custGeom>
              <a:solidFill>
                <a:srgbClr val="EAC9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3" name="îṣḻíḑe"/>
              <p:cNvSpPr/>
              <p:nvPr>
                <p:custDataLst>
                  <p:tags r:id="rId46"/>
                </p:custDataLst>
              </p:nvPr>
            </p:nvSpPr>
            <p:spPr bwMode="auto">
              <a:xfrm>
                <a:off x="2704" y="8841"/>
                <a:ext cx="233" cy="321"/>
              </a:xfrm>
              <a:custGeom>
                <a:avLst/>
                <a:gdLst>
                  <a:gd name="T0" fmla="*/ 170 w 319"/>
                  <a:gd name="T1" fmla="*/ 57 h 440"/>
                  <a:gd name="T2" fmla="*/ 265 w 319"/>
                  <a:gd name="T3" fmla="*/ 294 h 440"/>
                  <a:gd name="T4" fmla="*/ 297 w 319"/>
                  <a:gd name="T5" fmla="*/ 363 h 440"/>
                  <a:gd name="T6" fmla="*/ 319 w 319"/>
                  <a:gd name="T7" fmla="*/ 440 h 440"/>
                  <a:gd name="T8" fmla="*/ 95 w 319"/>
                  <a:gd name="T9" fmla="*/ 22 h 440"/>
                  <a:gd name="T10" fmla="*/ 170 w 319"/>
                  <a:gd name="T11" fmla="*/ 57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9" h="440">
                    <a:moveTo>
                      <a:pt x="170" y="57"/>
                    </a:moveTo>
                    <a:cubicBezTo>
                      <a:pt x="159" y="167"/>
                      <a:pt x="211" y="292"/>
                      <a:pt x="265" y="294"/>
                    </a:cubicBezTo>
                    <a:cubicBezTo>
                      <a:pt x="265" y="294"/>
                      <a:pt x="282" y="316"/>
                      <a:pt x="297" y="363"/>
                    </a:cubicBezTo>
                    <a:cubicBezTo>
                      <a:pt x="313" y="410"/>
                      <a:pt x="319" y="440"/>
                      <a:pt x="319" y="440"/>
                    </a:cubicBezTo>
                    <a:cubicBezTo>
                      <a:pt x="0" y="408"/>
                      <a:pt x="95" y="22"/>
                      <a:pt x="95" y="22"/>
                    </a:cubicBezTo>
                    <a:cubicBezTo>
                      <a:pt x="139" y="0"/>
                      <a:pt x="170" y="57"/>
                      <a:pt x="170" y="5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4" name="ïśḷïde"/>
              <p:cNvSpPr/>
              <p:nvPr>
                <p:custDataLst>
                  <p:tags r:id="rId47"/>
                </p:custDataLst>
              </p:nvPr>
            </p:nvSpPr>
            <p:spPr bwMode="auto">
              <a:xfrm>
                <a:off x="2805" y="8875"/>
                <a:ext cx="14" cy="16"/>
              </a:xfrm>
              <a:custGeom>
                <a:avLst/>
                <a:gdLst>
                  <a:gd name="T0" fmla="*/ 13 w 19"/>
                  <a:gd name="T1" fmla="*/ 20 h 22"/>
                  <a:gd name="T2" fmla="*/ 2 w 19"/>
                  <a:gd name="T3" fmla="*/ 13 h 22"/>
                  <a:gd name="T4" fmla="*/ 6 w 19"/>
                  <a:gd name="T5" fmla="*/ 1 h 22"/>
                  <a:gd name="T6" fmla="*/ 18 w 19"/>
                  <a:gd name="T7" fmla="*/ 9 h 22"/>
                  <a:gd name="T8" fmla="*/ 13 w 19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2">
                    <a:moveTo>
                      <a:pt x="13" y="20"/>
                    </a:moveTo>
                    <a:cubicBezTo>
                      <a:pt x="9" y="22"/>
                      <a:pt x="4" y="18"/>
                      <a:pt x="2" y="13"/>
                    </a:cubicBezTo>
                    <a:cubicBezTo>
                      <a:pt x="0" y="8"/>
                      <a:pt x="2" y="3"/>
                      <a:pt x="6" y="1"/>
                    </a:cubicBezTo>
                    <a:cubicBezTo>
                      <a:pt x="11" y="0"/>
                      <a:pt x="16" y="3"/>
                      <a:pt x="18" y="9"/>
                    </a:cubicBezTo>
                    <a:cubicBezTo>
                      <a:pt x="19" y="14"/>
                      <a:pt x="18" y="19"/>
                      <a:pt x="13" y="2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5" name="iṡḷîḑê"/>
              <p:cNvSpPr/>
              <p:nvPr>
                <p:custDataLst>
                  <p:tags r:id="rId48"/>
                </p:custDataLst>
              </p:nvPr>
            </p:nvSpPr>
            <p:spPr bwMode="auto">
              <a:xfrm>
                <a:off x="2601" y="8620"/>
                <a:ext cx="163" cy="263"/>
              </a:xfrm>
              <a:custGeom>
                <a:avLst/>
                <a:gdLst>
                  <a:gd name="T0" fmla="*/ 170 w 223"/>
                  <a:gd name="T1" fmla="*/ 0 h 360"/>
                  <a:gd name="T2" fmla="*/ 223 w 223"/>
                  <a:gd name="T3" fmla="*/ 360 h 360"/>
                  <a:gd name="T4" fmla="*/ 170 w 223"/>
                  <a:gd name="T5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3" h="360">
                    <a:moveTo>
                      <a:pt x="170" y="0"/>
                    </a:moveTo>
                    <a:cubicBezTo>
                      <a:pt x="170" y="0"/>
                      <a:pt x="0" y="234"/>
                      <a:pt x="223" y="360"/>
                    </a:cubicBezTo>
                    <a:cubicBezTo>
                      <a:pt x="223" y="360"/>
                      <a:pt x="72" y="251"/>
                      <a:pt x="170" y="0"/>
                    </a:cubicBezTo>
                    <a:close/>
                  </a:path>
                </a:pathLst>
              </a:custGeom>
              <a:solidFill>
                <a:srgbClr val="E58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6" name="íṩ1ídè"/>
              <p:cNvSpPr/>
              <p:nvPr>
                <p:custDataLst>
                  <p:tags r:id="rId49"/>
                </p:custDataLst>
              </p:nvPr>
            </p:nvSpPr>
            <p:spPr bwMode="auto">
              <a:xfrm>
                <a:off x="2671" y="8220"/>
                <a:ext cx="160" cy="247"/>
              </a:xfrm>
              <a:custGeom>
                <a:avLst/>
                <a:gdLst>
                  <a:gd name="T0" fmla="*/ 0 w 219"/>
                  <a:gd name="T1" fmla="*/ 81 h 338"/>
                  <a:gd name="T2" fmla="*/ 86 w 219"/>
                  <a:gd name="T3" fmla="*/ 18 h 338"/>
                  <a:gd name="T4" fmla="*/ 210 w 219"/>
                  <a:gd name="T5" fmla="*/ 67 h 338"/>
                  <a:gd name="T6" fmla="*/ 169 w 219"/>
                  <a:gd name="T7" fmla="*/ 170 h 338"/>
                  <a:gd name="T8" fmla="*/ 160 w 219"/>
                  <a:gd name="T9" fmla="*/ 226 h 338"/>
                  <a:gd name="T10" fmla="*/ 157 w 219"/>
                  <a:gd name="T11" fmla="*/ 230 h 338"/>
                  <a:gd name="T12" fmla="*/ 100 w 219"/>
                  <a:gd name="T13" fmla="*/ 187 h 338"/>
                  <a:gd name="T14" fmla="*/ 116 w 219"/>
                  <a:gd name="T15" fmla="*/ 87 h 338"/>
                  <a:gd name="T16" fmla="*/ 63 w 219"/>
                  <a:gd name="T17" fmla="*/ 46 h 338"/>
                  <a:gd name="T18" fmla="*/ 39 w 219"/>
                  <a:gd name="T19" fmla="*/ 124 h 338"/>
                  <a:gd name="T20" fmla="*/ 34 w 219"/>
                  <a:gd name="T21" fmla="*/ 125 h 338"/>
                  <a:gd name="T22" fmla="*/ 0 w 219"/>
                  <a:gd name="T23" fmla="*/ 81 h 338"/>
                  <a:gd name="T24" fmla="*/ 120 w 219"/>
                  <a:gd name="T25" fmla="*/ 304 h 338"/>
                  <a:gd name="T26" fmla="*/ 149 w 219"/>
                  <a:gd name="T27" fmla="*/ 254 h 338"/>
                  <a:gd name="T28" fmla="*/ 198 w 219"/>
                  <a:gd name="T29" fmla="*/ 283 h 338"/>
                  <a:gd name="T30" fmla="*/ 170 w 219"/>
                  <a:gd name="T31" fmla="*/ 332 h 338"/>
                  <a:gd name="T32" fmla="*/ 120 w 219"/>
                  <a:gd name="T33" fmla="*/ 304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9" h="338">
                    <a:moveTo>
                      <a:pt x="0" y="81"/>
                    </a:moveTo>
                    <a:cubicBezTo>
                      <a:pt x="7" y="55"/>
                      <a:pt x="38" y="30"/>
                      <a:pt x="86" y="18"/>
                    </a:cubicBezTo>
                    <a:cubicBezTo>
                      <a:pt x="153" y="0"/>
                      <a:pt x="198" y="18"/>
                      <a:pt x="210" y="67"/>
                    </a:cubicBezTo>
                    <a:cubicBezTo>
                      <a:pt x="219" y="102"/>
                      <a:pt x="205" y="127"/>
                      <a:pt x="169" y="170"/>
                    </a:cubicBezTo>
                    <a:cubicBezTo>
                      <a:pt x="155" y="188"/>
                      <a:pt x="141" y="204"/>
                      <a:pt x="160" y="226"/>
                    </a:cubicBezTo>
                    <a:cubicBezTo>
                      <a:pt x="157" y="230"/>
                      <a:pt x="157" y="230"/>
                      <a:pt x="157" y="230"/>
                    </a:cubicBezTo>
                    <a:cubicBezTo>
                      <a:pt x="130" y="230"/>
                      <a:pt x="104" y="217"/>
                      <a:pt x="100" y="187"/>
                    </a:cubicBezTo>
                    <a:cubicBezTo>
                      <a:pt x="94" y="150"/>
                      <a:pt x="131" y="142"/>
                      <a:pt x="116" y="87"/>
                    </a:cubicBezTo>
                    <a:cubicBezTo>
                      <a:pt x="107" y="55"/>
                      <a:pt x="89" y="40"/>
                      <a:pt x="63" y="46"/>
                    </a:cubicBezTo>
                    <a:cubicBezTo>
                      <a:pt x="37" y="53"/>
                      <a:pt x="27" y="78"/>
                      <a:pt x="39" y="124"/>
                    </a:cubicBezTo>
                    <a:cubicBezTo>
                      <a:pt x="34" y="125"/>
                      <a:pt x="34" y="125"/>
                      <a:pt x="34" y="125"/>
                    </a:cubicBezTo>
                    <a:lnTo>
                      <a:pt x="0" y="81"/>
                    </a:lnTo>
                    <a:close/>
                    <a:moveTo>
                      <a:pt x="120" y="304"/>
                    </a:moveTo>
                    <a:cubicBezTo>
                      <a:pt x="115" y="282"/>
                      <a:pt x="128" y="260"/>
                      <a:pt x="149" y="254"/>
                    </a:cubicBezTo>
                    <a:cubicBezTo>
                      <a:pt x="171" y="249"/>
                      <a:pt x="192" y="262"/>
                      <a:pt x="198" y="283"/>
                    </a:cubicBezTo>
                    <a:cubicBezTo>
                      <a:pt x="204" y="305"/>
                      <a:pt x="191" y="327"/>
                      <a:pt x="170" y="332"/>
                    </a:cubicBezTo>
                    <a:cubicBezTo>
                      <a:pt x="148" y="338"/>
                      <a:pt x="126" y="325"/>
                      <a:pt x="120" y="304"/>
                    </a:cubicBezTo>
                    <a:close/>
                  </a:path>
                </a:pathLst>
              </a:custGeom>
              <a:solidFill>
                <a:srgbClr val="769C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7" name="ïSļîḋê"/>
              <p:cNvSpPr/>
              <p:nvPr>
                <p:custDataLst>
                  <p:tags r:id="rId50"/>
                </p:custDataLst>
              </p:nvPr>
            </p:nvSpPr>
            <p:spPr bwMode="auto">
              <a:xfrm>
                <a:off x="3626" y="9558"/>
                <a:ext cx="524" cy="82"/>
              </a:xfrm>
              <a:custGeom>
                <a:avLst/>
                <a:gdLst>
                  <a:gd name="T0" fmla="*/ 398 w 716"/>
                  <a:gd name="T1" fmla="*/ 0 h 112"/>
                  <a:gd name="T2" fmla="*/ 398 w 716"/>
                  <a:gd name="T3" fmla="*/ 36 h 112"/>
                  <a:gd name="T4" fmla="*/ 397 w 716"/>
                  <a:gd name="T5" fmla="*/ 49 h 112"/>
                  <a:gd name="T6" fmla="*/ 397 w 716"/>
                  <a:gd name="T7" fmla="*/ 49 h 112"/>
                  <a:gd name="T8" fmla="*/ 367 w 716"/>
                  <a:gd name="T9" fmla="*/ 49 h 112"/>
                  <a:gd name="T10" fmla="*/ 326 w 716"/>
                  <a:gd name="T11" fmla="*/ 49 h 112"/>
                  <a:gd name="T12" fmla="*/ 298 w 716"/>
                  <a:gd name="T13" fmla="*/ 49 h 112"/>
                  <a:gd name="T14" fmla="*/ 298 w 716"/>
                  <a:gd name="T15" fmla="*/ 0 h 112"/>
                  <a:gd name="T16" fmla="*/ 0 w 716"/>
                  <a:gd name="T17" fmla="*/ 56 h 112"/>
                  <a:gd name="T18" fmla="*/ 358 w 716"/>
                  <a:gd name="T19" fmla="*/ 112 h 112"/>
                  <a:gd name="T20" fmla="*/ 716 w 716"/>
                  <a:gd name="T21" fmla="*/ 56 h 112"/>
                  <a:gd name="T22" fmla="*/ 398 w 716"/>
                  <a:gd name="T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16" h="112">
                    <a:moveTo>
                      <a:pt x="398" y="0"/>
                    </a:moveTo>
                    <a:cubicBezTo>
                      <a:pt x="398" y="36"/>
                      <a:pt x="398" y="36"/>
                      <a:pt x="398" y="36"/>
                    </a:cubicBezTo>
                    <a:cubicBezTo>
                      <a:pt x="398" y="40"/>
                      <a:pt x="397" y="45"/>
                      <a:pt x="397" y="49"/>
                    </a:cubicBezTo>
                    <a:cubicBezTo>
                      <a:pt x="397" y="49"/>
                      <a:pt x="397" y="49"/>
                      <a:pt x="397" y="49"/>
                    </a:cubicBezTo>
                    <a:cubicBezTo>
                      <a:pt x="367" y="49"/>
                      <a:pt x="367" y="49"/>
                      <a:pt x="367" y="49"/>
                    </a:cubicBezTo>
                    <a:cubicBezTo>
                      <a:pt x="326" y="49"/>
                      <a:pt x="326" y="49"/>
                      <a:pt x="326" y="49"/>
                    </a:cubicBezTo>
                    <a:cubicBezTo>
                      <a:pt x="298" y="49"/>
                      <a:pt x="298" y="49"/>
                      <a:pt x="298" y="49"/>
                    </a:cubicBezTo>
                    <a:cubicBezTo>
                      <a:pt x="298" y="0"/>
                      <a:pt x="298" y="0"/>
                      <a:pt x="298" y="0"/>
                    </a:cubicBezTo>
                    <a:cubicBezTo>
                      <a:pt x="129" y="5"/>
                      <a:pt x="0" y="28"/>
                      <a:pt x="0" y="56"/>
                    </a:cubicBezTo>
                    <a:cubicBezTo>
                      <a:pt x="0" y="87"/>
                      <a:pt x="161" y="112"/>
                      <a:pt x="358" y="112"/>
                    </a:cubicBezTo>
                    <a:cubicBezTo>
                      <a:pt x="556" y="112"/>
                      <a:pt x="716" y="87"/>
                      <a:pt x="716" y="56"/>
                    </a:cubicBezTo>
                    <a:cubicBezTo>
                      <a:pt x="716" y="27"/>
                      <a:pt x="577" y="3"/>
                      <a:pt x="398" y="0"/>
                    </a:cubicBezTo>
                  </a:path>
                </a:pathLst>
              </a:cu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8" name="ïś1iďé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3844" y="7900"/>
                <a:ext cx="73" cy="1694"/>
              </a:xfrm>
              <a:custGeom>
                <a:avLst/>
                <a:gdLst>
                  <a:gd name="T0" fmla="*/ 60 w 100"/>
                  <a:gd name="T1" fmla="*/ 0 h 2317"/>
                  <a:gd name="T2" fmla="*/ 28 w 100"/>
                  <a:gd name="T3" fmla="*/ 0 h 2317"/>
                  <a:gd name="T4" fmla="*/ 0 w 100"/>
                  <a:gd name="T5" fmla="*/ 0 h 2317"/>
                  <a:gd name="T6" fmla="*/ 0 w 100"/>
                  <a:gd name="T7" fmla="*/ 2317 h 2317"/>
                  <a:gd name="T8" fmla="*/ 28 w 100"/>
                  <a:gd name="T9" fmla="*/ 2317 h 2317"/>
                  <a:gd name="T10" fmla="*/ 69 w 100"/>
                  <a:gd name="T11" fmla="*/ 2317 h 2317"/>
                  <a:gd name="T12" fmla="*/ 99 w 100"/>
                  <a:gd name="T13" fmla="*/ 2317 h 2317"/>
                  <a:gd name="T14" fmla="*/ 99 w 100"/>
                  <a:gd name="T15" fmla="*/ 2317 h 2317"/>
                  <a:gd name="T16" fmla="*/ 100 w 100"/>
                  <a:gd name="T17" fmla="*/ 2304 h 2317"/>
                  <a:gd name="T18" fmla="*/ 100 w 100"/>
                  <a:gd name="T19" fmla="*/ 0 h 2317"/>
                  <a:gd name="T20" fmla="*/ 60 w 100"/>
                  <a:gd name="T21" fmla="*/ 0 h 2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0" h="2317">
                    <a:moveTo>
                      <a:pt x="60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17"/>
                      <a:pt x="0" y="2317"/>
                      <a:pt x="0" y="2317"/>
                    </a:cubicBezTo>
                    <a:cubicBezTo>
                      <a:pt x="28" y="2317"/>
                      <a:pt x="28" y="2317"/>
                      <a:pt x="28" y="2317"/>
                    </a:cubicBezTo>
                    <a:cubicBezTo>
                      <a:pt x="69" y="2317"/>
                      <a:pt x="69" y="2317"/>
                      <a:pt x="6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3"/>
                      <a:pt x="100" y="2308"/>
                      <a:pt x="100" y="2304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60" y="0"/>
                      <a:pt x="60" y="0"/>
                      <a:pt x="60" y="0"/>
                    </a:cubicBezTo>
                  </a:path>
                </a:pathLst>
              </a:custGeom>
              <a:solidFill>
                <a:srgbClr val="7064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9" name="îṩḷïḋê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3582" y="7969"/>
                <a:ext cx="671" cy="30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0" name="îṡḷiďê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3582" y="7969"/>
                <a:ext cx="671" cy="30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1" name="îṧļîḑè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3587" y="7969"/>
                <a:ext cx="666" cy="294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2" name="îṡļîḑè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3587" y="7969"/>
                <a:ext cx="666" cy="294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3" name="í$1ïďê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3589" y="8633"/>
                <a:ext cx="671" cy="252"/>
              </a:xfrm>
              <a:custGeom>
                <a:avLst/>
                <a:gdLst>
                  <a:gd name="T0" fmla="*/ 1509 w 1539"/>
                  <a:gd name="T1" fmla="*/ 293 h 578"/>
                  <a:gd name="T2" fmla="*/ 1539 w 1539"/>
                  <a:gd name="T3" fmla="*/ 261 h 578"/>
                  <a:gd name="T4" fmla="*/ 1153 w 1539"/>
                  <a:gd name="T5" fmla="*/ 0 h 578"/>
                  <a:gd name="T6" fmla="*/ 1141 w 1539"/>
                  <a:gd name="T7" fmla="*/ 12 h 578"/>
                  <a:gd name="T8" fmla="*/ 1146 w 1539"/>
                  <a:gd name="T9" fmla="*/ 147 h 578"/>
                  <a:gd name="T10" fmla="*/ 13 w 1539"/>
                  <a:gd name="T11" fmla="*/ 136 h 578"/>
                  <a:gd name="T12" fmla="*/ 0 w 1539"/>
                  <a:gd name="T13" fmla="*/ 151 h 578"/>
                  <a:gd name="T14" fmla="*/ 12 w 1539"/>
                  <a:gd name="T15" fmla="*/ 531 h 578"/>
                  <a:gd name="T16" fmla="*/ 1156 w 1539"/>
                  <a:gd name="T17" fmla="*/ 439 h 578"/>
                  <a:gd name="T18" fmla="*/ 1162 w 1539"/>
                  <a:gd name="T19" fmla="*/ 578 h 578"/>
                  <a:gd name="T20" fmla="*/ 1509 w 1539"/>
                  <a:gd name="T21" fmla="*/ 293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578">
                    <a:moveTo>
                      <a:pt x="1509" y="293"/>
                    </a:moveTo>
                    <a:lnTo>
                      <a:pt x="1539" y="261"/>
                    </a:lnTo>
                    <a:lnTo>
                      <a:pt x="1153" y="0"/>
                    </a:lnTo>
                    <a:lnTo>
                      <a:pt x="1141" y="12"/>
                    </a:lnTo>
                    <a:lnTo>
                      <a:pt x="1146" y="147"/>
                    </a:lnTo>
                    <a:lnTo>
                      <a:pt x="13" y="136"/>
                    </a:lnTo>
                    <a:lnTo>
                      <a:pt x="0" y="151"/>
                    </a:lnTo>
                    <a:lnTo>
                      <a:pt x="12" y="531"/>
                    </a:lnTo>
                    <a:lnTo>
                      <a:pt x="1156" y="439"/>
                    </a:lnTo>
                    <a:lnTo>
                      <a:pt x="1162" y="578"/>
                    </a:lnTo>
                    <a:lnTo>
                      <a:pt x="1509" y="29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4" name="isľíďe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3594" y="8633"/>
                <a:ext cx="666" cy="239"/>
              </a:xfrm>
              <a:custGeom>
                <a:avLst/>
                <a:gdLst>
                  <a:gd name="T0" fmla="*/ 1526 w 1526"/>
                  <a:gd name="T1" fmla="*/ 261 h 548"/>
                  <a:gd name="T2" fmla="*/ 1140 w 1526"/>
                  <a:gd name="T3" fmla="*/ 0 h 548"/>
                  <a:gd name="T4" fmla="*/ 1145 w 1526"/>
                  <a:gd name="T5" fmla="*/ 147 h 548"/>
                  <a:gd name="T6" fmla="*/ 0 w 1526"/>
                  <a:gd name="T7" fmla="*/ 136 h 548"/>
                  <a:gd name="T8" fmla="*/ 12 w 1526"/>
                  <a:gd name="T9" fmla="*/ 504 h 548"/>
                  <a:gd name="T10" fmla="*/ 1155 w 1526"/>
                  <a:gd name="T11" fmla="*/ 414 h 548"/>
                  <a:gd name="T12" fmla="*/ 1159 w 1526"/>
                  <a:gd name="T13" fmla="*/ 548 h 548"/>
                  <a:gd name="T14" fmla="*/ 1526 w 1526"/>
                  <a:gd name="T15" fmla="*/ 261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6" h="548">
                    <a:moveTo>
                      <a:pt x="1526" y="261"/>
                    </a:moveTo>
                    <a:lnTo>
                      <a:pt x="1140" y="0"/>
                    </a:lnTo>
                    <a:lnTo>
                      <a:pt x="1145" y="147"/>
                    </a:lnTo>
                    <a:lnTo>
                      <a:pt x="0" y="136"/>
                    </a:lnTo>
                    <a:lnTo>
                      <a:pt x="12" y="504"/>
                    </a:lnTo>
                    <a:lnTo>
                      <a:pt x="1155" y="414"/>
                    </a:lnTo>
                    <a:lnTo>
                      <a:pt x="1159" y="548"/>
                    </a:lnTo>
                    <a:lnTo>
                      <a:pt x="1526" y="2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5" name="ïṡlíḓé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3535" y="8301"/>
                <a:ext cx="673" cy="301"/>
              </a:xfrm>
              <a:custGeom>
                <a:avLst/>
                <a:gdLst>
                  <a:gd name="T0" fmla="*/ 0 w 1543"/>
                  <a:gd name="T1" fmla="*/ 191 h 690"/>
                  <a:gd name="T2" fmla="*/ 427 w 1543"/>
                  <a:gd name="T3" fmla="*/ 0 h 690"/>
                  <a:gd name="T4" fmla="*/ 437 w 1543"/>
                  <a:gd name="T5" fmla="*/ 13 h 690"/>
                  <a:gd name="T6" fmla="*/ 408 w 1543"/>
                  <a:gd name="T7" fmla="*/ 147 h 690"/>
                  <a:gd name="T8" fmla="*/ 1543 w 1543"/>
                  <a:gd name="T9" fmla="*/ 327 h 690"/>
                  <a:gd name="T10" fmla="*/ 1468 w 1543"/>
                  <a:gd name="T11" fmla="*/ 690 h 690"/>
                  <a:gd name="T12" fmla="*/ 358 w 1543"/>
                  <a:gd name="T13" fmla="*/ 405 h 690"/>
                  <a:gd name="T14" fmla="*/ 324 w 1543"/>
                  <a:gd name="T15" fmla="*/ 561 h 690"/>
                  <a:gd name="T16" fmla="*/ 0 w 1543"/>
                  <a:gd name="T17" fmla="*/ 191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3" h="690">
                    <a:moveTo>
                      <a:pt x="0" y="191"/>
                    </a:moveTo>
                    <a:lnTo>
                      <a:pt x="427" y="0"/>
                    </a:lnTo>
                    <a:lnTo>
                      <a:pt x="437" y="13"/>
                    </a:lnTo>
                    <a:lnTo>
                      <a:pt x="408" y="147"/>
                    </a:lnTo>
                    <a:lnTo>
                      <a:pt x="1543" y="327"/>
                    </a:lnTo>
                    <a:lnTo>
                      <a:pt x="1468" y="690"/>
                    </a:lnTo>
                    <a:lnTo>
                      <a:pt x="358" y="405"/>
                    </a:lnTo>
                    <a:lnTo>
                      <a:pt x="324" y="561"/>
                    </a:lnTo>
                    <a:lnTo>
                      <a:pt x="0" y="191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6" name="îŝ1îdè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3543" y="8297"/>
                <a:ext cx="666" cy="296"/>
              </a:xfrm>
              <a:custGeom>
                <a:avLst/>
                <a:gdLst>
                  <a:gd name="T0" fmla="*/ 0 w 1527"/>
                  <a:gd name="T1" fmla="*/ 192 h 678"/>
                  <a:gd name="T2" fmla="*/ 312 w 1527"/>
                  <a:gd name="T3" fmla="*/ 539 h 678"/>
                  <a:gd name="T4" fmla="*/ 342 w 1527"/>
                  <a:gd name="T5" fmla="*/ 393 h 678"/>
                  <a:gd name="T6" fmla="*/ 1452 w 1527"/>
                  <a:gd name="T7" fmla="*/ 678 h 678"/>
                  <a:gd name="T8" fmla="*/ 1527 w 1527"/>
                  <a:gd name="T9" fmla="*/ 317 h 678"/>
                  <a:gd name="T10" fmla="*/ 398 w 1527"/>
                  <a:gd name="T11" fmla="*/ 133 h 678"/>
                  <a:gd name="T12" fmla="*/ 426 w 1527"/>
                  <a:gd name="T13" fmla="*/ 0 h 678"/>
                  <a:gd name="T14" fmla="*/ 0 w 1527"/>
                  <a:gd name="T15" fmla="*/ 192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7" h="678">
                    <a:moveTo>
                      <a:pt x="0" y="192"/>
                    </a:moveTo>
                    <a:lnTo>
                      <a:pt x="312" y="539"/>
                    </a:lnTo>
                    <a:lnTo>
                      <a:pt x="342" y="393"/>
                    </a:lnTo>
                    <a:lnTo>
                      <a:pt x="1452" y="678"/>
                    </a:lnTo>
                    <a:lnTo>
                      <a:pt x="1527" y="317"/>
                    </a:lnTo>
                    <a:lnTo>
                      <a:pt x="398" y="133"/>
                    </a:lnTo>
                    <a:lnTo>
                      <a:pt x="426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7" name="íśḷîḍé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3526" y="8945"/>
                <a:ext cx="665" cy="346"/>
              </a:xfrm>
              <a:custGeom>
                <a:avLst/>
                <a:gdLst>
                  <a:gd name="T0" fmla="*/ 0 w 1524"/>
                  <a:gd name="T1" fmla="*/ 623 h 793"/>
                  <a:gd name="T2" fmla="*/ 280 w 1524"/>
                  <a:gd name="T3" fmla="*/ 251 h 793"/>
                  <a:gd name="T4" fmla="*/ 296 w 1524"/>
                  <a:gd name="T5" fmla="*/ 258 h 793"/>
                  <a:gd name="T6" fmla="*/ 334 w 1524"/>
                  <a:gd name="T7" fmla="*/ 387 h 793"/>
                  <a:gd name="T8" fmla="*/ 1417 w 1524"/>
                  <a:gd name="T9" fmla="*/ 0 h 793"/>
                  <a:gd name="T10" fmla="*/ 1524 w 1524"/>
                  <a:gd name="T11" fmla="*/ 355 h 793"/>
                  <a:gd name="T12" fmla="*/ 416 w 1524"/>
                  <a:gd name="T13" fmla="*/ 638 h 793"/>
                  <a:gd name="T14" fmla="*/ 462 w 1524"/>
                  <a:gd name="T15" fmla="*/ 793 h 793"/>
                  <a:gd name="T16" fmla="*/ 0 w 1524"/>
                  <a:gd name="T17" fmla="*/ 623 h 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4" h="793">
                    <a:moveTo>
                      <a:pt x="0" y="623"/>
                    </a:moveTo>
                    <a:lnTo>
                      <a:pt x="280" y="251"/>
                    </a:lnTo>
                    <a:lnTo>
                      <a:pt x="296" y="258"/>
                    </a:lnTo>
                    <a:lnTo>
                      <a:pt x="334" y="387"/>
                    </a:lnTo>
                    <a:lnTo>
                      <a:pt x="1417" y="0"/>
                    </a:lnTo>
                    <a:lnTo>
                      <a:pt x="1524" y="355"/>
                    </a:lnTo>
                    <a:lnTo>
                      <a:pt x="416" y="638"/>
                    </a:lnTo>
                    <a:lnTo>
                      <a:pt x="462" y="793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8" name="ï$ḻíḑe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3532" y="8938"/>
                <a:ext cx="657" cy="338"/>
              </a:xfrm>
              <a:custGeom>
                <a:avLst/>
                <a:gdLst>
                  <a:gd name="T0" fmla="*/ 0 w 1507"/>
                  <a:gd name="T1" fmla="*/ 623 h 776"/>
                  <a:gd name="T2" fmla="*/ 440 w 1507"/>
                  <a:gd name="T3" fmla="*/ 776 h 776"/>
                  <a:gd name="T4" fmla="*/ 398 w 1507"/>
                  <a:gd name="T5" fmla="*/ 635 h 776"/>
                  <a:gd name="T6" fmla="*/ 1507 w 1507"/>
                  <a:gd name="T7" fmla="*/ 352 h 776"/>
                  <a:gd name="T8" fmla="*/ 1400 w 1507"/>
                  <a:gd name="T9" fmla="*/ 0 h 776"/>
                  <a:gd name="T10" fmla="*/ 320 w 1507"/>
                  <a:gd name="T11" fmla="*/ 380 h 776"/>
                  <a:gd name="T12" fmla="*/ 280 w 1507"/>
                  <a:gd name="T13" fmla="*/ 251 h 776"/>
                  <a:gd name="T14" fmla="*/ 0 w 1507"/>
                  <a:gd name="T15" fmla="*/ 623 h 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07" h="776">
                    <a:moveTo>
                      <a:pt x="0" y="623"/>
                    </a:moveTo>
                    <a:lnTo>
                      <a:pt x="440" y="776"/>
                    </a:lnTo>
                    <a:lnTo>
                      <a:pt x="398" y="635"/>
                    </a:lnTo>
                    <a:lnTo>
                      <a:pt x="1507" y="352"/>
                    </a:lnTo>
                    <a:lnTo>
                      <a:pt x="1400" y="0"/>
                    </a:lnTo>
                    <a:lnTo>
                      <a:pt x="320" y="380"/>
                    </a:lnTo>
                    <a:lnTo>
                      <a:pt x="280" y="251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9" name="îŝľïďê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3844" y="8220"/>
                <a:ext cx="0" cy="18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0" name="íṡḷíḑe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3844" y="8220"/>
                <a:ext cx="0" cy="18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1" name="iśļïďê"/>
              <p:cNvSpPr/>
              <p:nvPr>
                <p:custDataLst>
                  <p:tags r:id="rId64"/>
                </p:custDataLst>
              </p:nvPr>
            </p:nvSpPr>
            <p:spPr bwMode="auto">
              <a:xfrm>
                <a:off x="3844" y="8202"/>
                <a:ext cx="72" cy="35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2" name="íṧlîḍé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3844" y="8202"/>
                <a:ext cx="72" cy="35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3" name="iṩļïḍê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3844" y="8204"/>
                <a:ext cx="66" cy="16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4" name="íŝḻiḑe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3844" y="8204"/>
                <a:ext cx="66" cy="16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5" name="iṣḷíḋé"/>
              <p:cNvSpPr/>
              <p:nvPr>
                <p:custDataLst>
                  <p:tags r:id="rId68"/>
                </p:custDataLst>
              </p:nvPr>
            </p:nvSpPr>
            <p:spPr bwMode="auto">
              <a:xfrm>
                <a:off x="3844" y="8517"/>
                <a:ext cx="72" cy="25"/>
              </a:xfrm>
              <a:custGeom>
                <a:avLst/>
                <a:gdLst>
                  <a:gd name="T0" fmla="*/ 0 w 166"/>
                  <a:gd name="T1" fmla="*/ 57 h 57"/>
                  <a:gd name="T2" fmla="*/ 47 w 166"/>
                  <a:gd name="T3" fmla="*/ 23 h 57"/>
                  <a:gd name="T4" fmla="*/ 166 w 166"/>
                  <a:gd name="T5" fmla="*/ 42 h 57"/>
                  <a:gd name="T6" fmla="*/ 47 w 166"/>
                  <a:gd name="T7" fmla="*/ 12 h 57"/>
                  <a:gd name="T8" fmla="*/ 0 w 166"/>
                  <a:gd name="T9" fmla="*/ 0 h 57"/>
                  <a:gd name="T10" fmla="*/ 0 w 166"/>
                  <a:gd name="T11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57">
                    <a:moveTo>
                      <a:pt x="0" y="57"/>
                    </a:moveTo>
                    <a:lnTo>
                      <a:pt x="47" y="23"/>
                    </a:lnTo>
                    <a:lnTo>
                      <a:pt x="166" y="42"/>
                    </a:lnTo>
                    <a:lnTo>
                      <a:pt x="47" y="12"/>
                    </a:lnTo>
                    <a:lnTo>
                      <a:pt x="0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6" name="îSḷíḍe"/>
              <p:cNvSpPr/>
              <p:nvPr>
                <p:custDataLst>
                  <p:tags r:id="rId69"/>
                </p:custDataLst>
              </p:nvPr>
            </p:nvSpPr>
            <p:spPr bwMode="auto">
              <a:xfrm>
                <a:off x="3844" y="8838"/>
                <a:ext cx="72" cy="31"/>
              </a:xfrm>
              <a:custGeom>
                <a:avLst/>
                <a:gdLst>
                  <a:gd name="T0" fmla="*/ 0 w 166"/>
                  <a:gd name="T1" fmla="*/ 72 h 72"/>
                  <a:gd name="T2" fmla="*/ 47 w 166"/>
                  <a:gd name="T3" fmla="*/ 30 h 72"/>
                  <a:gd name="T4" fmla="*/ 166 w 166"/>
                  <a:gd name="T5" fmla="*/ 0 h 72"/>
                  <a:gd name="T6" fmla="*/ 47 w 166"/>
                  <a:gd name="T7" fmla="*/ 10 h 72"/>
                  <a:gd name="T8" fmla="*/ 0 w 166"/>
                  <a:gd name="T9" fmla="*/ 13 h 72"/>
                  <a:gd name="T10" fmla="*/ 0 w 166"/>
                  <a:gd name="T1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72">
                    <a:moveTo>
                      <a:pt x="0" y="72"/>
                    </a:moveTo>
                    <a:lnTo>
                      <a:pt x="47" y="30"/>
                    </a:lnTo>
                    <a:lnTo>
                      <a:pt x="166" y="0"/>
                    </a:lnTo>
                    <a:lnTo>
                      <a:pt x="47" y="10"/>
                    </a:lnTo>
                    <a:lnTo>
                      <a:pt x="0" y="13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7" name="ïşliďê"/>
              <p:cNvSpPr/>
              <p:nvPr>
                <p:custDataLst>
                  <p:tags r:id="rId70"/>
                </p:custDataLst>
              </p:nvPr>
            </p:nvSpPr>
            <p:spPr bwMode="auto">
              <a:xfrm>
                <a:off x="3844" y="9170"/>
                <a:ext cx="72" cy="41"/>
              </a:xfrm>
              <a:custGeom>
                <a:avLst/>
                <a:gdLst>
                  <a:gd name="T0" fmla="*/ 0 w 166"/>
                  <a:gd name="T1" fmla="*/ 94 h 94"/>
                  <a:gd name="T2" fmla="*/ 47 w 166"/>
                  <a:gd name="T3" fmla="*/ 45 h 94"/>
                  <a:gd name="T4" fmla="*/ 166 w 166"/>
                  <a:gd name="T5" fmla="*/ 0 h 94"/>
                  <a:gd name="T6" fmla="*/ 47 w 166"/>
                  <a:gd name="T7" fmla="*/ 30 h 94"/>
                  <a:gd name="T8" fmla="*/ 0 w 166"/>
                  <a:gd name="T9" fmla="*/ 44 h 94"/>
                  <a:gd name="T10" fmla="*/ 0 w 166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94">
                    <a:moveTo>
                      <a:pt x="0" y="94"/>
                    </a:moveTo>
                    <a:lnTo>
                      <a:pt x="47" y="45"/>
                    </a:lnTo>
                    <a:lnTo>
                      <a:pt x="166" y="0"/>
                    </a:lnTo>
                    <a:lnTo>
                      <a:pt x="47" y="30"/>
                    </a:lnTo>
                    <a:lnTo>
                      <a:pt x="0" y="44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pic>
        <p:nvPicPr>
          <p:cNvPr id="21" name="图片 20" descr="C:/Users/TXY/Desktop/444.jpg444"/>
          <p:cNvPicPr>
            <a:picLocks noChangeAspect="1"/>
          </p:cNvPicPr>
          <p:nvPr/>
        </p:nvPicPr>
        <p:blipFill>
          <a:blip r:embed="rId71"/>
          <a:srcRect t="4265" b="4265"/>
          <a:stretch>
            <a:fillRect/>
          </a:stretch>
        </p:blipFill>
        <p:spPr>
          <a:xfrm>
            <a:off x="2648585" y="1129665"/>
            <a:ext cx="2261870" cy="859155"/>
          </a:xfrm>
          <a:prstGeom prst="rect">
            <a:avLst/>
          </a:prstGeom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 rotWithShape="1">
          <a:blip r:embed="rId72"/>
          <a:srcRect r="43482" b="6838"/>
          <a:stretch>
            <a:fillRect/>
          </a:stretch>
        </p:blipFill>
        <p:spPr bwMode="auto">
          <a:xfrm>
            <a:off x="7270750" y="1129665"/>
            <a:ext cx="2024380" cy="8578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图片 181" descr="localhost_3005"/>
          <p:cNvPicPr>
            <a:picLocks noChangeAspect="1"/>
          </p:cNvPicPr>
          <p:nvPr/>
        </p:nvPicPr>
        <p:blipFill>
          <a:blip r:embed="rId73"/>
          <a:srcRect t="39096" r="41025" b="33751"/>
          <a:stretch>
            <a:fillRect/>
          </a:stretch>
        </p:blipFill>
        <p:spPr>
          <a:xfrm>
            <a:off x="6958330" y="2515235"/>
            <a:ext cx="4813300" cy="1722120"/>
          </a:xfrm>
          <a:prstGeom prst="rect">
            <a:avLst/>
          </a:prstGeom>
          <a:blipFill dpi="0" rotWithShape="1">
            <a:blip r:embed="rId74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4904105" y="1129665"/>
            <a:ext cx="2366645" cy="858520"/>
          </a:xfrm>
          <a:prstGeom prst="rect">
            <a:avLst/>
          </a:prstGeom>
        </p:spPr>
      </p:pic>
      <p:pic>
        <p:nvPicPr>
          <p:cNvPr id="168" name="图片 9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589280" y="2621280"/>
            <a:ext cx="5372100" cy="161607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sp>
        <p:nvSpPr>
          <p:cNvPr id="5" name="右箭头 4"/>
          <p:cNvSpPr/>
          <p:nvPr/>
        </p:nvSpPr>
        <p:spPr>
          <a:xfrm>
            <a:off x="6092825" y="3213735"/>
            <a:ext cx="767715" cy="431165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4" grpId="1" animBg="1"/>
      <p:bldP spid="5" grpId="1"/>
      <p:bldP spid="6" grpId="0" bldLvl="0" animBg="1"/>
      <p:bldP spid="7" grpId="0"/>
      <p:bldP spid="6" grpId="1" animBg="1"/>
      <p:bldP spid="7" grpId="1"/>
      <p:bldP spid="13" grpId="0" bldLvl="0" animBg="1"/>
      <p:bldP spid="14" grpId="0"/>
      <p:bldP spid="13" grpId="1" animBg="1"/>
      <p:bldP spid="1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iŝľíḓé"/>
          <p:cNvSpPr/>
          <p:nvPr>
            <p:custDataLst>
              <p:tags r:id="rId3"/>
            </p:custDataLst>
          </p:nvPr>
        </p:nvSpPr>
        <p:spPr bwMode="auto">
          <a:xfrm>
            <a:off x="933450" y="1254760"/>
            <a:ext cx="614045" cy="614045"/>
          </a:xfrm>
          <a:prstGeom prst="ellipse">
            <a:avLst/>
          </a:prstGeom>
          <a:solidFill>
            <a:srgbClr val="4C9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ïṣlîdè"/>
          <p:cNvSpPr/>
          <p:nvPr>
            <p:custDataLst>
              <p:tags r:id="rId4"/>
            </p:custDataLst>
          </p:nvPr>
        </p:nvSpPr>
        <p:spPr bwMode="auto">
          <a:xfrm>
            <a:off x="1111885" y="1419860"/>
            <a:ext cx="257175" cy="317500"/>
          </a:xfrm>
          <a:custGeom>
            <a:avLst/>
            <a:gdLst>
              <a:gd name="connsiteX0" fmla="*/ 324459 w 489089"/>
              <a:gd name="connsiteY0" fmla="*/ 442516 h 603828"/>
              <a:gd name="connsiteX1" fmla="*/ 386263 w 489089"/>
              <a:gd name="connsiteY1" fmla="*/ 442516 h 603828"/>
              <a:gd name="connsiteX2" fmla="*/ 386263 w 489089"/>
              <a:gd name="connsiteY2" fmla="*/ 452958 h 603828"/>
              <a:gd name="connsiteX3" fmla="*/ 402563 w 489089"/>
              <a:gd name="connsiteY3" fmla="*/ 469096 h 603828"/>
              <a:gd name="connsiteX4" fmla="*/ 489089 w 489089"/>
              <a:gd name="connsiteY4" fmla="*/ 469096 h 603828"/>
              <a:gd name="connsiteX5" fmla="*/ 489089 w 489089"/>
              <a:gd name="connsiteY5" fmla="*/ 587485 h 603828"/>
              <a:gd name="connsiteX6" fmla="*/ 472925 w 489089"/>
              <a:gd name="connsiteY6" fmla="*/ 603758 h 603828"/>
              <a:gd name="connsiteX7" fmla="*/ 324459 w 489089"/>
              <a:gd name="connsiteY7" fmla="*/ 603758 h 603828"/>
              <a:gd name="connsiteX8" fmla="*/ 308159 w 489089"/>
              <a:gd name="connsiteY8" fmla="*/ 587485 h 603828"/>
              <a:gd name="connsiteX9" fmla="*/ 308159 w 489089"/>
              <a:gd name="connsiteY9" fmla="*/ 458789 h 603828"/>
              <a:gd name="connsiteX10" fmla="*/ 324459 w 489089"/>
              <a:gd name="connsiteY10" fmla="*/ 442516 h 603828"/>
              <a:gd name="connsiteX11" fmla="*/ 16307 w 489089"/>
              <a:gd name="connsiteY11" fmla="*/ 442516 h 603828"/>
              <a:gd name="connsiteX12" fmla="*/ 78272 w 489089"/>
              <a:gd name="connsiteY12" fmla="*/ 442516 h 603828"/>
              <a:gd name="connsiteX13" fmla="*/ 78272 w 489089"/>
              <a:gd name="connsiteY13" fmla="*/ 452963 h 603828"/>
              <a:gd name="connsiteX14" fmla="*/ 94443 w 489089"/>
              <a:gd name="connsiteY14" fmla="*/ 469107 h 603828"/>
              <a:gd name="connsiteX15" fmla="*/ 181141 w 489089"/>
              <a:gd name="connsiteY15" fmla="*/ 469107 h 603828"/>
              <a:gd name="connsiteX16" fmla="*/ 181141 w 489089"/>
              <a:gd name="connsiteY16" fmla="*/ 587548 h 603828"/>
              <a:gd name="connsiteX17" fmla="*/ 164834 w 489089"/>
              <a:gd name="connsiteY17" fmla="*/ 603828 h 603828"/>
              <a:gd name="connsiteX18" fmla="*/ 16307 w 489089"/>
              <a:gd name="connsiteY18" fmla="*/ 603828 h 603828"/>
              <a:gd name="connsiteX19" fmla="*/ 0 w 489089"/>
              <a:gd name="connsiteY19" fmla="*/ 587548 h 603828"/>
              <a:gd name="connsiteX20" fmla="*/ 0 w 489089"/>
              <a:gd name="connsiteY20" fmla="*/ 458796 h 603828"/>
              <a:gd name="connsiteX21" fmla="*/ 16307 w 489089"/>
              <a:gd name="connsiteY21" fmla="*/ 442516 h 603828"/>
              <a:gd name="connsiteX22" fmla="*/ 311829 w 489089"/>
              <a:gd name="connsiteY22" fmla="*/ 339702 h 603828"/>
              <a:gd name="connsiteX23" fmla="*/ 343461 w 489089"/>
              <a:gd name="connsiteY23" fmla="*/ 339702 h 603828"/>
              <a:gd name="connsiteX24" fmla="*/ 377808 w 489089"/>
              <a:gd name="connsiteY24" fmla="*/ 422969 h 603828"/>
              <a:gd name="connsiteX25" fmla="*/ 346040 w 489089"/>
              <a:gd name="connsiteY25" fmla="*/ 422969 h 603828"/>
              <a:gd name="connsiteX26" fmla="*/ 145806 w 489089"/>
              <a:gd name="connsiteY26" fmla="*/ 339702 h 603828"/>
              <a:gd name="connsiteX27" fmla="*/ 177472 w 489089"/>
              <a:gd name="connsiteY27" fmla="*/ 339702 h 603828"/>
              <a:gd name="connsiteX28" fmla="*/ 132216 w 489089"/>
              <a:gd name="connsiteY28" fmla="*/ 449713 h 603828"/>
              <a:gd name="connsiteX29" fmla="*/ 100415 w 489089"/>
              <a:gd name="connsiteY29" fmla="*/ 449713 h 603828"/>
              <a:gd name="connsiteX30" fmla="*/ 270626 w 489089"/>
              <a:gd name="connsiteY30" fmla="*/ 0 h 603828"/>
              <a:gd name="connsiteX31" fmla="*/ 383104 w 489089"/>
              <a:gd name="connsiteY31" fmla="*/ 88302 h 603828"/>
              <a:gd name="connsiteX32" fmla="*/ 384326 w 489089"/>
              <a:gd name="connsiteY32" fmla="*/ 93321 h 603828"/>
              <a:gd name="connsiteX33" fmla="*/ 389217 w 489089"/>
              <a:gd name="connsiteY33" fmla="*/ 94813 h 603828"/>
              <a:gd name="connsiteX34" fmla="*/ 470178 w 489089"/>
              <a:gd name="connsiteY34" fmla="*/ 205224 h 603828"/>
              <a:gd name="connsiteX35" fmla="*/ 354441 w 489089"/>
              <a:gd name="connsiteY35" fmla="*/ 320790 h 603828"/>
              <a:gd name="connsiteX36" fmla="*/ 134785 w 489089"/>
              <a:gd name="connsiteY36" fmla="*/ 320790 h 603828"/>
              <a:gd name="connsiteX37" fmla="*/ 18912 w 489089"/>
              <a:gd name="connsiteY37" fmla="*/ 205224 h 603828"/>
              <a:gd name="connsiteX38" fmla="*/ 134785 w 489089"/>
              <a:gd name="connsiteY38" fmla="*/ 89523 h 603828"/>
              <a:gd name="connsiteX39" fmla="*/ 149320 w 489089"/>
              <a:gd name="connsiteY39" fmla="*/ 90472 h 603828"/>
              <a:gd name="connsiteX40" fmla="*/ 157063 w 489089"/>
              <a:gd name="connsiteY40" fmla="*/ 91422 h 603828"/>
              <a:gd name="connsiteX41" fmla="*/ 159236 w 489089"/>
              <a:gd name="connsiteY41" fmla="*/ 83962 h 603828"/>
              <a:gd name="connsiteX42" fmla="*/ 270626 w 489089"/>
              <a:gd name="connsiteY42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89089" h="603828">
                <a:moveTo>
                  <a:pt x="324459" y="442516"/>
                </a:moveTo>
                <a:lnTo>
                  <a:pt x="386263" y="442516"/>
                </a:lnTo>
                <a:lnTo>
                  <a:pt x="386263" y="452958"/>
                </a:lnTo>
                <a:cubicBezTo>
                  <a:pt x="386263" y="461908"/>
                  <a:pt x="393598" y="469096"/>
                  <a:pt x="402563" y="469096"/>
                </a:cubicBezTo>
                <a:lnTo>
                  <a:pt x="489089" y="469096"/>
                </a:lnTo>
                <a:lnTo>
                  <a:pt x="489089" y="587485"/>
                </a:lnTo>
                <a:cubicBezTo>
                  <a:pt x="489089" y="596435"/>
                  <a:pt x="481890" y="603758"/>
                  <a:pt x="472925" y="603758"/>
                </a:cubicBezTo>
                <a:lnTo>
                  <a:pt x="324459" y="603758"/>
                </a:lnTo>
                <a:cubicBezTo>
                  <a:pt x="315358" y="603758"/>
                  <a:pt x="308159" y="596435"/>
                  <a:pt x="308159" y="587485"/>
                </a:cubicBezTo>
                <a:lnTo>
                  <a:pt x="308159" y="458789"/>
                </a:lnTo>
                <a:cubicBezTo>
                  <a:pt x="308159" y="449839"/>
                  <a:pt x="315358" y="442516"/>
                  <a:pt x="324459" y="442516"/>
                </a:cubicBezTo>
                <a:close/>
                <a:moveTo>
                  <a:pt x="16307" y="442516"/>
                </a:moveTo>
                <a:lnTo>
                  <a:pt x="78272" y="442516"/>
                </a:lnTo>
                <a:lnTo>
                  <a:pt x="78272" y="452963"/>
                </a:lnTo>
                <a:cubicBezTo>
                  <a:pt x="78272" y="461917"/>
                  <a:pt x="85475" y="469107"/>
                  <a:pt x="94443" y="469107"/>
                </a:cubicBezTo>
                <a:lnTo>
                  <a:pt x="181141" y="469107"/>
                </a:lnTo>
                <a:lnTo>
                  <a:pt x="181141" y="587548"/>
                </a:lnTo>
                <a:cubicBezTo>
                  <a:pt x="181141" y="596502"/>
                  <a:pt x="173803" y="603828"/>
                  <a:pt x="164834" y="603828"/>
                </a:cubicBezTo>
                <a:lnTo>
                  <a:pt x="16307" y="603828"/>
                </a:lnTo>
                <a:cubicBezTo>
                  <a:pt x="7338" y="603828"/>
                  <a:pt x="0" y="596502"/>
                  <a:pt x="0" y="587548"/>
                </a:cubicBezTo>
                <a:lnTo>
                  <a:pt x="0" y="458796"/>
                </a:lnTo>
                <a:cubicBezTo>
                  <a:pt x="0" y="449842"/>
                  <a:pt x="7338" y="442516"/>
                  <a:pt x="16307" y="442516"/>
                </a:cubicBezTo>
                <a:close/>
                <a:moveTo>
                  <a:pt x="311829" y="339702"/>
                </a:moveTo>
                <a:lnTo>
                  <a:pt x="343461" y="339702"/>
                </a:lnTo>
                <a:lnTo>
                  <a:pt x="377808" y="422969"/>
                </a:lnTo>
                <a:lnTo>
                  <a:pt x="346040" y="422969"/>
                </a:lnTo>
                <a:close/>
                <a:moveTo>
                  <a:pt x="145806" y="339702"/>
                </a:moveTo>
                <a:lnTo>
                  <a:pt x="177472" y="339702"/>
                </a:lnTo>
                <a:lnTo>
                  <a:pt x="132216" y="449713"/>
                </a:lnTo>
                <a:lnTo>
                  <a:pt x="100415" y="449713"/>
                </a:lnTo>
                <a:close/>
                <a:moveTo>
                  <a:pt x="270626" y="0"/>
                </a:moveTo>
                <a:cubicBezTo>
                  <a:pt x="324284" y="0"/>
                  <a:pt x="370606" y="36352"/>
                  <a:pt x="383104" y="88302"/>
                </a:cubicBezTo>
                <a:lnTo>
                  <a:pt x="384326" y="93321"/>
                </a:lnTo>
                <a:lnTo>
                  <a:pt x="389217" y="94813"/>
                </a:lnTo>
                <a:cubicBezTo>
                  <a:pt x="437712" y="110005"/>
                  <a:pt x="470178" y="154359"/>
                  <a:pt x="470178" y="205224"/>
                </a:cubicBezTo>
                <a:cubicBezTo>
                  <a:pt x="470178" y="268975"/>
                  <a:pt x="418287" y="320790"/>
                  <a:pt x="354441" y="320790"/>
                </a:cubicBezTo>
                <a:lnTo>
                  <a:pt x="134785" y="320790"/>
                </a:lnTo>
                <a:cubicBezTo>
                  <a:pt x="70939" y="320790"/>
                  <a:pt x="18912" y="268975"/>
                  <a:pt x="18912" y="205224"/>
                </a:cubicBezTo>
                <a:cubicBezTo>
                  <a:pt x="18912" y="141473"/>
                  <a:pt x="70939" y="89523"/>
                  <a:pt x="134785" y="89523"/>
                </a:cubicBezTo>
                <a:cubicBezTo>
                  <a:pt x="139539" y="89523"/>
                  <a:pt x="144565" y="89930"/>
                  <a:pt x="149320" y="90472"/>
                </a:cubicBezTo>
                <a:lnTo>
                  <a:pt x="157063" y="91422"/>
                </a:lnTo>
                <a:lnTo>
                  <a:pt x="159236" y="83962"/>
                </a:lnTo>
                <a:cubicBezTo>
                  <a:pt x="173228" y="34588"/>
                  <a:pt x="219007" y="0"/>
                  <a:pt x="2706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1581150" y="1186815"/>
            <a:ext cx="10027285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Express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中完成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MySQL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数据库表中的商品数据查询，使用模板引擎中的布局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样式显示在页面中。</a:t>
            </a:r>
            <a:endParaRPr lang="zh-CN" altLang="en-US"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81" name="图片 181" descr="localhost_3005"/>
          <p:cNvPicPr>
            <a:picLocks noChangeAspect="1"/>
          </p:cNvPicPr>
          <p:nvPr/>
        </p:nvPicPr>
        <p:blipFill>
          <a:blip r:embed="rId6"/>
          <a:srcRect t="206" r="42567" b="33751"/>
          <a:stretch>
            <a:fillRect/>
          </a:stretch>
        </p:blipFill>
        <p:spPr>
          <a:xfrm>
            <a:off x="3912870" y="2110105"/>
            <a:ext cx="5136515" cy="4418330"/>
          </a:xfrm>
          <a:prstGeom prst="rect">
            <a:avLst/>
          </a:prstGeom>
          <a:blipFill dpi="0" rotWithShape="1">
            <a:blip r:embed="rId7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</p:pic>
      <p:sp>
        <p:nvSpPr>
          <p:cNvPr id="4" name="圆角矩形 8"/>
          <p:cNvSpPr/>
          <p:nvPr>
            <p:custDataLst>
              <p:tags r:id="rId8"/>
            </p:custDataLst>
          </p:nvPr>
        </p:nvSpPr>
        <p:spPr>
          <a:xfrm>
            <a:off x="4826635" y="6260465"/>
            <a:ext cx="3436620" cy="5632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最新</a:t>
            </a: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上架四个商品</a:t>
            </a:r>
            <a:endParaRPr lang="zh-CN" altLang="en-US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http://local host:3005/</a:t>
            </a:r>
            <a:endParaRPr lang="en-US" altLang="zh-CN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00" y="640715"/>
            <a:ext cx="2444115" cy="591947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9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4"/>
            </p:custDataLst>
          </p:nvPr>
        </p:nvSpPr>
        <p:spPr>
          <a:xfrm>
            <a:off x="2770505" y="3896995"/>
            <a:ext cx="458025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编写路由代码</a:t>
            </a:r>
            <a:endParaRPr sz="2000" b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圆角矩形 30"/>
          <p:cNvSpPr/>
          <p:nvPr>
            <p:custDataLst>
              <p:tags r:id="rId5"/>
            </p:custDataLst>
          </p:nvPr>
        </p:nvSpPr>
        <p:spPr>
          <a:xfrm>
            <a:off x="1898015" y="3973830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6"/>
            </p:custDataLst>
          </p:nvPr>
        </p:nvSpPr>
        <p:spPr>
          <a:xfrm>
            <a:off x="2770505" y="5728335"/>
            <a:ext cx="280733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启动项目，浏览页面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8"/>
          <p:cNvSpPr/>
          <p:nvPr>
            <p:custDataLst>
              <p:tags r:id="rId7"/>
            </p:custDataLst>
          </p:nvPr>
        </p:nvSpPr>
        <p:spPr>
          <a:xfrm>
            <a:off x="1898015" y="5846445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>
            <a:off x="2770505" y="2981325"/>
            <a:ext cx="428752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创建模板引擎</a:t>
            </a:r>
            <a:endParaRPr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52"/>
          <p:cNvSpPr/>
          <p:nvPr>
            <p:custDataLst>
              <p:tags r:id="rId9"/>
            </p:custDataLst>
          </p:nvPr>
        </p:nvSpPr>
        <p:spPr>
          <a:xfrm>
            <a:off x="1898015" y="3092450"/>
            <a:ext cx="723265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0"/>
            </p:custDataLst>
          </p:nvPr>
        </p:nvSpPr>
        <p:spPr>
          <a:xfrm>
            <a:off x="2770505" y="4812665"/>
            <a:ext cx="376936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模板引擎解析数据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43"/>
          <p:cNvSpPr/>
          <p:nvPr>
            <p:custDataLst>
              <p:tags r:id="rId11"/>
            </p:custDataLst>
          </p:nvPr>
        </p:nvSpPr>
        <p:spPr>
          <a:xfrm>
            <a:off x="1898015" y="216662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ïsľïḋé"/>
          <p:cNvCxnSpPr/>
          <p:nvPr>
            <p:custDataLst>
              <p:tags r:id="rId12"/>
            </p:custDataLst>
          </p:nvPr>
        </p:nvCxnSpPr>
        <p:spPr>
          <a:xfrm>
            <a:off x="1435735" y="1639570"/>
            <a:ext cx="0" cy="473646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íś1îḍé"/>
          <p:cNvSpPr/>
          <p:nvPr>
            <p:custDataLst>
              <p:tags r:id="rId13"/>
            </p:custDataLst>
          </p:nvPr>
        </p:nvSpPr>
        <p:spPr>
          <a:xfrm>
            <a:off x="1363345" y="222504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íś1îḍé"/>
          <p:cNvSpPr/>
          <p:nvPr>
            <p:custDataLst>
              <p:tags r:id="rId14"/>
            </p:custDataLst>
          </p:nvPr>
        </p:nvSpPr>
        <p:spPr>
          <a:xfrm>
            <a:off x="1370965" y="319214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íś1îḍé"/>
          <p:cNvSpPr/>
          <p:nvPr>
            <p:custDataLst>
              <p:tags r:id="rId15"/>
            </p:custDataLst>
          </p:nvPr>
        </p:nvSpPr>
        <p:spPr>
          <a:xfrm>
            <a:off x="1377950" y="428180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íś1îḍé"/>
          <p:cNvSpPr/>
          <p:nvPr>
            <p:custDataLst>
              <p:tags r:id="rId16"/>
            </p:custDataLst>
          </p:nvPr>
        </p:nvSpPr>
        <p:spPr>
          <a:xfrm>
            <a:off x="1363345" y="519430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ṧļíḋe"/>
          <p:cNvSpPr/>
          <p:nvPr>
            <p:custDataLst>
              <p:tags r:id="rId17"/>
            </p:custDataLst>
          </p:nvPr>
        </p:nvSpPr>
        <p:spPr>
          <a:xfrm>
            <a:off x="1158875" y="1339215"/>
            <a:ext cx="553720" cy="5537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ṣḷiďê"/>
          <p:cNvSpPr/>
          <p:nvPr>
            <p:custDataLst>
              <p:tags r:id="rId18"/>
            </p:custDataLst>
          </p:nvPr>
        </p:nvSpPr>
        <p:spPr bwMode="auto">
          <a:xfrm>
            <a:off x="1297263" y="149409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íś1îḍé"/>
          <p:cNvSpPr/>
          <p:nvPr>
            <p:custDataLst>
              <p:tags r:id="rId19"/>
            </p:custDataLst>
          </p:nvPr>
        </p:nvSpPr>
        <p:spPr>
          <a:xfrm>
            <a:off x="1363585" y="6027022"/>
            <a:ext cx="144000" cy="144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0"/>
            </p:custDataLst>
          </p:nvPr>
        </p:nvSpPr>
        <p:spPr>
          <a:xfrm>
            <a:off x="2770505" y="2065655"/>
            <a:ext cx="437007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43"/>
          <p:cNvSpPr/>
          <p:nvPr>
            <p:custDataLst>
              <p:tags r:id="rId21"/>
            </p:custDataLst>
          </p:nvPr>
        </p:nvSpPr>
        <p:spPr>
          <a:xfrm>
            <a:off x="1898015" y="492252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>
            <p:custDataLst>
              <p:tags r:id="rId22"/>
            </p:custDataLst>
          </p:nvPr>
        </p:nvSpPr>
        <p:spPr>
          <a:xfrm>
            <a:off x="7889240" y="4241165"/>
            <a:ext cx="1601470" cy="35306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23"/>
            </p:custDataLst>
          </p:nvPr>
        </p:nvSpPr>
        <p:spPr>
          <a:xfrm>
            <a:off x="7749540" y="5534025"/>
            <a:ext cx="1191260" cy="35369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8" grpId="0" animBg="1"/>
      <p:bldP spid="3" grpId="1"/>
      <p:bldP spid="38" grpId="1" animBg="1"/>
      <p:bldP spid="33" grpId="0"/>
      <p:bldP spid="34" grpId="0" animBg="1"/>
      <p:bldP spid="33" grpId="1"/>
      <p:bldP spid="34" grpId="1" animBg="1"/>
      <p:bldP spid="28" grpId="0"/>
      <p:bldP spid="30" grpId="0" animBg="1"/>
      <p:bldP spid="28" grpId="1"/>
      <p:bldP spid="30" grpId="1" animBg="1"/>
      <p:bldP spid="37" grpId="0"/>
      <p:bldP spid="4" grpId="0" animBg="1"/>
      <p:bldP spid="37" grpId="1"/>
      <p:bldP spid="4" grpId="1" animBg="1"/>
      <p:bldP spid="46" grpId="0"/>
      <p:bldP spid="47" grpId="0" animBg="1"/>
      <p:bldP spid="46" grpId="1"/>
      <p:bldP spid="47" grpId="1" animBg="1"/>
      <p:bldP spid="13" grpId="0" animBg="1"/>
      <p:bldP spid="13" grpId="1" animBg="1"/>
      <p:bldP spid="5" grpId="0" bldLvl="0" animBg="1"/>
      <p:bldP spid="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67105" y="1847215"/>
            <a:ext cx="9478010" cy="3390265"/>
            <a:chOff x="1523" y="2909"/>
            <a:chExt cx="14926" cy="5339"/>
          </a:xfrm>
        </p:grpSpPr>
        <p:sp>
          <p:nvSpPr>
            <p:cNvPr id="39" name="圆角矩形 8"/>
            <p:cNvSpPr/>
            <p:nvPr>
              <p:custDataLst>
                <p:tags r:id="rId1"/>
              </p:custDataLst>
            </p:nvPr>
          </p:nvSpPr>
          <p:spPr>
            <a:xfrm>
              <a:off x="4731" y="2909"/>
              <a:ext cx="9005" cy="767"/>
            </a:xfrm>
            <a:prstGeom prst="roundRect">
              <a:avLst>
                <a:gd name="adj" fmla="val 14029"/>
              </a:avLst>
            </a:prstGeom>
            <a:solidFill>
              <a:schemeClr val="dk1">
                <a:lumMod val="75000"/>
                <a:lumOff val="25000"/>
              </a:schemeClr>
            </a:solidFill>
            <a:ln w="57150" cap="rnd" cmpd="sng" algn="ctr">
              <a:noFill/>
              <a:prstDash val="solid"/>
              <a:round/>
            </a:ln>
            <a:effectLst>
              <a:outerShdw blurRad="50800" dist="50800" dir="5400000" algn="ctr" rotWithShape="0">
                <a:srgbClr val="1673B4">
                  <a:alpha val="20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product</a:t>
              </a:r>
              <a:r>
                <a:rPr lang="zh-CN" alt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表：</a:t>
              </a:r>
              <a:r>
                <a:rPr lang="en-US" altLang="zh-CN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id</a:t>
              </a:r>
              <a:r>
                <a:rPr lang="zh-CN" alt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为主码、</a:t>
              </a:r>
              <a:r>
                <a:rPr lang="zh-CN" alt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自增</a:t>
              </a:r>
              <a:endPara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 rot="0">
              <a:off x="1523" y="3676"/>
              <a:ext cx="14926" cy="4572"/>
              <a:chOff x="3241" y="4047"/>
              <a:chExt cx="14926" cy="4572"/>
            </a:xfrm>
          </p:grpSpPr>
          <p:pic>
            <p:nvPicPr>
              <p:cNvPr id="17" name="图片 1"/>
              <p:cNvPicPr>
                <a:picLocks noChangeAspect="1"/>
              </p:cNvPicPr>
              <p:nvPr/>
            </p:nvPicPr>
            <p:blipFill>
              <a:blip r:embed="rId2"/>
              <a:srcRect l="422" b="1017"/>
              <a:stretch>
                <a:fillRect/>
              </a:stretch>
            </p:blipFill>
            <p:spPr>
              <a:xfrm>
                <a:off x="3241" y="4047"/>
                <a:ext cx="14926" cy="457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</p:pic>
          <p:sp>
            <p:nvSpPr>
              <p:cNvPr id="25" name="矩形 24"/>
              <p:cNvSpPr/>
              <p:nvPr>
                <p:custDataLst>
                  <p:tags r:id="rId3"/>
                </p:custDataLst>
              </p:nvPr>
            </p:nvSpPr>
            <p:spPr>
              <a:xfrm>
                <a:off x="3241" y="4866"/>
                <a:ext cx="14740" cy="53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" name="Freeform 10"/>
          <p:cNvSpPr/>
          <p:nvPr userDrawn="1">
            <p:custDataLst>
              <p:tags r:id="rId4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5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080" y="3312961"/>
            <a:ext cx="569913" cy="569913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8"/>
            </p:custDataLst>
          </p:nvPr>
        </p:nvSpPr>
        <p:spPr>
          <a:xfrm>
            <a:off x="1294130" y="993140"/>
            <a:ext cx="7004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准备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9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6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7155" y="3931920"/>
            <a:ext cx="8421370" cy="23602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67105" y="1918970"/>
            <a:ext cx="802957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连接</a:t>
            </a:r>
            <a:r>
              <a:rPr lang="zh-CN" altLang="en-US" sz="2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r>
              <a:rPr lang="en-US" altLang="zh-CN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，查询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中最新上架的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个商品数据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1" name="图片 1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23" t="1518" r="8926" b="66420"/>
          <a:stretch>
            <a:fillRect/>
          </a:stretch>
        </p:blipFill>
        <p:spPr>
          <a:xfrm>
            <a:off x="9870665" y="3074510"/>
            <a:ext cx="1347198" cy="1486072"/>
          </a:xfrm>
          <a:prstGeom prst="rect">
            <a:avLst/>
          </a:prstGeom>
        </p:spPr>
      </p:pic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" name="图片 3" descr="C:/Users/TXY/Desktop/444.png444"/>
          <p:cNvPicPr>
            <a:picLocks noChangeAspect="1"/>
          </p:cNvPicPr>
          <p:nvPr/>
        </p:nvPicPr>
        <p:blipFill rotWithShape="1">
          <a:blip r:embed="rId4"/>
          <a:srcRect t="6641" b="6641"/>
          <a:stretch>
            <a:fillRect/>
          </a:stretch>
        </p:blipFill>
        <p:spPr>
          <a:xfrm>
            <a:off x="1037590" y="2743835"/>
            <a:ext cx="8373110" cy="180721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数据准备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00265" y="5290820"/>
            <a:ext cx="38938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967105" y="4922520"/>
            <a:ext cx="10687685" cy="36830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b="1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SELECT id,name,price,image,add_time FROM product order by add_time desc limit 0,4</a:t>
            </a:r>
            <a:endParaRPr lang="en-US" altLang="zh-CN" b="1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 2"/>
          <p:cNvSpPr/>
          <p:nvPr>
            <p:custDataLst>
              <p:tags r:id="rId3"/>
            </p:custDataLst>
          </p:nvPr>
        </p:nvSpPr>
        <p:spPr>
          <a:xfrm>
            <a:off x="1445895" y="2379980"/>
            <a:ext cx="2502535" cy="2574290"/>
          </a:xfrm>
          <a:prstGeom prst="roundRect">
            <a:avLst/>
          </a:prstGeom>
          <a:blipFill dpi="0" rotWithShape="1">
            <a:blip r:embed="rId4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TextBox 14"/>
          <p:cNvSpPr txBox="1"/>
          <p:nvPr/>
        </p:nvSpPr>
        <p:spPr>
          <a:xfrm>
            <a:off x="5217160" y="3154045"/>
            <a:ext cx="335788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index.ejs--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首页模板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4460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en-US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1754505" y="3536950"/>
            <a:ext cx="1397635" cy="25971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9020175" y="1859280"/>
            <a:ext cx="2118995" cy="3289300"/>
            <a:chOff x="14986" y="3108"/>
            <a:chExt cx="2680" cy="4678"/>
          </a:xfrm>
          <a:solidFill>
            <a:schemeClr val="bg1"/>
          </a:solidFill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8"/>
            <a:srcRect b="-23235"/>
            <a:stretch>
              <a:fillRect/>
            </a:stretch>
          </p:blipFill>
          <p:spPr>
            <a:xfrm>
              <a:off x="14986" y="3108"/>
              <a:ext cx="2680" cy="4678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  <a:effectLst/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9"/>
            <a:srcRect l="4735" t="-917"/>
            <a:stretch>
              <a:fillRect/>
            </a:stretch>
          </p:blipFill>
          <p:spPr>
            <a:xfrm>
              <a:off x="15139" y="6610"/>
              <a:ext cx="2527" cy="1176"/>
            </a:xfrm>
            <a:prstGeom prst="rect">
              <a:avLst/>
            </a:prstGeom>
            <a:grpFill/>
            <a:ln>
              <a:noFill/>
            </a:ln>
            <a:effectLst/>
          </p:spPr>
        </p:pic>
      </p:grpSp>
      <p:sp>
        <p:nvSpPr>
          <p:cNvPr id="33" name="矩形 32"/>
          <p:cNvSpPr/>
          <p:nvPr>
            <p:custDataLst>
              <p:tags r:id="rId10"/>
            </p:custDataLst>
          </p:nvPr>
        </p:nvSpPr>
        <p:spPr>
          <a:xfrm>
            <a:off x="9459595" y="4856480"/>
            <a:ext cx="1387475" cy="29210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4254500" y="3461385"/>
            <a:ext cx="4459605" cy="42354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3" grpId="1" animBg="1"/>
      <p:bldP spid="4" grpId="0" bldLvl="0" animBg="1"/>
      <p:bldP spid="4" grpId="1" animBg="1"/>
      <p:bldP spid="19" grpId="0"/>
      <p:bldP spid="1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13"/>
          <p:cNvSpPr txBox="1"/>
          <p:nvPr>
            <p:custDataLst>
              <p:tags r:id="rId3"/>
            </p:custDataLst>
          </p:nvPr>
        </p:nvSpPr>
        <p:spPr>
          <a:xfrm>
            <a:off x="1224915" y="2591435"/>
            <a:ext cx="4473575" cy="27768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&lt;!--  </a:t>
            </a:r>
            <a:r>
              <a:rPr lang="zh-CN" altLang="en-US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注意找重复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--&gt;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&lt;section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class="product"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&gt;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&lt;ul&gt;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&lt;li&gt;......&lt;/li&gt;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&lt;li&gt;......&lt;/li&gt;</a:t>
            </a:r>
            <a:endParaRPr lang="en-US" altLang="zh-CN" sz="20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&lt;li&gt;......&lt;/li&gt;</a:t>
            </a:r>
            <a:endParaRPr lang="en-US" altLang="zh-CN" sz="20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&lt;li&gt;......&lt;/li&gt;</a:t>
            </a:r>
            <a:endParaRPr lang="en-US" altLang="zh-CN" sz="20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&lt;/ul&gt;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&lt;section&gt;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14"/>
          <p:cNvSpPr txBox="1"/>
          <p:nvPr>
            <p:custDataLst>
              <p:tags r:id="rId4"/>
            </p:custDataLst>
          </p:nvPr>
        </p:nvSpPr>
        <p:spPr>
          <a:xfrm>
            <a:off x="1143000" y="1902460"/>
            <a:ext cx="8527415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index.ejs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：分析商品数据布局标签结构，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section -&gt; ul 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-&gt;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li</a:t>
            </a:r>
            <a:endParaRPr lang="en-US" altLang="zh-CN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1031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709920" y="2591435"/>
            <a:ext cx="5433060" cy="37598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PA-矩形 51"/>
          <p:cNvSpPr/>
          <p:nvPr>
            <p:custDataLst>
              <p:tags r:id="rId3"/>
            </p:custDataLst>
          </p:nvPr>
        </p:nvSpPr>
        <p:spPr>
          <a:xfrm>
            <a:off x="5670550" y="2235200"/>
            <a:ext cx="5598160" cy="1410335"/>
          </a:xfrm>
          <a:prstGeom prst="rect">
            <a:avLst/>
          </a:prstGeom>
          <a:solidFill>
            <a:schemeClr val="accent5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PA-椭圆 5"/>
          <p:cNvSpPr/>
          <p:nvPr>
            <p:custDataLst>
              <p:tags r:id="rId4"/>
            </p:custDataLst>
          </p:nvPr>
        </p:nvSpPr>
        <p:spPr>
          <a:xfrm>
            <a:off x="5960745" y="2591435"/>
            <a:ext cx="711835" cy="711835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rgbClr val="FFFFFF"/>
                </a:gs>
                <a:gs pos="100000">
                  <a:srgbClr val="F2F2F2">
                    <a:lumMod val="95000"/>
                  </a:srgbClr>
                </a:gs>
              </a:gsLst>
              <a:lin ang="5400000" scaled="0"/>
            </a:gradFill>
          </a:ln>
          <a:effectLst>
            <a:outerShdw blurRad="63500" sx="103000" sy="103000" algn="c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PA-椭圆 6"/>
          <p:cNvSpPr/>
          <p:nvPr>
            <p:custDataLst>
              <p:tags r:id="rId5"/>
            </p:custDataLst>
          </p:nvPr>
        </p:nvSpPr>
        <p:spPr>
          <a:xfrm>
            <a:off x="6007100" y="2638425"/>
            <a:ext cx="629285" cy="629285"/>
          </a:xfrm>
          <a:prstGeom prst="ellipse">
            <a:avLst/>
          </a:prstGeom>
          <a:solidFill>
            <a:schemeClr val="accent2"/>
          </a:solidFill>
          <a:ln w="28575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PA-任意多边形 78"/>
          <p:cNvSpPr/>
          <p:nvPr>
            <p:custDataLst>
              <p:tags r:id="rId6"/>
            </p:custDataLst>
          </p:nvPr>
        </p:nvSpPr>
        <p:spPr bwMode="auto">
          <a:xfrm>
            <a:off x="6269355" y="2896235"/>
            <a:ext cx="247650" cy="248285"/>
          </a:xfrm>
          <a:custGeom>
            <a:avLst/>
            <a:gdLst>
              <a:gd name="T0" fmla="*/ 27 w 97"/>
              <a:gd name="T1" fmla="*/ 26 h 98"/>
              <a:gd name="T2" fmla="*/ 26 w 97"/>
              <a:gd name="T3" fmla="*/ 27 h 98"/>
              <a:gd name="T4" fmla="*/ 0 w 97"/>
              <a:gd name="T5" fmla="*/ 90 h 98"/>
              <a:gd name="T6" fmla="*/ 0 w 97"/>
              <a:gd name="T7" fmla="*/ 91 h 98"/>
              <a:gd name="T8" fmla="*/ 1 w 97"/>
              <a:gd name="T9" fmla="*/ 93 h 98"/>
              <a:gd name="T10" fmla="*/ 53 w 97"/>
              <a:gd name="T11" fmla="*/ 89 h 98"/>
              <a:gd name="T12" fmla="*/ 89 w 97"/>
              <a:gd name="T13" fmla="*/ 51 h 98"/>
              <a:gd name="T14" fmla="*/ 92 w 97"/>
              <a:gd name="T15" fmla="*/ 2 h 98"/>
              <a:gd name="T16" fmla="*/ 91 w 97"/>
              <a:gd name="T17" fmla="*/ 1 h 98"/>
              <a:gd name="T18" fmla="*/ 89 w 97"/>
              <a:gd name="T19" fmla="*/ 1 h 98"/>
              <a:gd name="T20" fmla="*/ 27 w 97"/>
              <a:gd name="T21" fmla="*/ 26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7" h="98">
                <a:moveTo>
                  <a:pt x="27" y="26"/>
                </a:moveTo>
                <a:cubicBezTo>
                  <a:pt x="26" y="26"/>
                  <a:pt x="26" y="27"/>
                  <a:pt x="26" y="27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0"/>
                  <a:pt x="0" y="91"/>
                  <a:pt x="0" y="91"/>
                </a:cubicBezTo>
                <a:cubicBezTo>
                  <a:pt x="0" y="92"/>
                  <a:pt x="1" y="92"/>
                  <a:pt x="1" y="93"/>
                </a:cubicBezTo>
                <a:cubicBezTo>
                  <a:pt x="19" y="98"/>
                  <a:pt x="37" y="96"/>
                  <a:pt x="53" y="89"/>
                </a:cubicBezTo>
                <a:cubicBezTo>
                  <a:pt x="70" y="81"/>
                  <a:pt x="82" y="67"/>
                  <a:pt x="89" y="51"/>
                </a:cubicBezTo>
                <a:cubicBezTo>
                  <a:pt x="96" y="35"/>
                  <a:pt x="97" y="18"/>
                  <a:pt x="92" y="2"/>
                </a:cubicBezTo>
                <a:cubicBezTo>
                  <a:pt x="92" y="2"/>
                  <a:pt x="92" y="1"/>
                  <a:pt x="91" y="1"/>
                </a:cubicBezTo>
                <a:cubicBezTo>
                  <a:pt x="90" y="0"/>
                  <a:pt x="90" y="0"/>
                  <a:pt x="89" y="1"/>
                </a:cubicBezTo>
                <a:lnTo>
                  <a:pt x="27" y="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PA-任意多边形 79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>
            <a:off x="6231255" y="2759710"/>
            <a:ext cx="260350" cy="177165"/>
          </a:xfrm>
          <a:custGeom>
            <a:avLst/>
            <a:gdLst>
              <a:gd name="T0" fmla="*/ 41 w 102"/>
              <a:gd name="T1" fmla="*/ 69 h 70"/>
              <a:gd name="T2" fmla="*/ 100 w 102"/>
              <a:gd name="T3" fmla="*/ 45 h 70"/>
              <a:gd name="T4" fmla="*/ 101 w 102"/>
              <a:gd name="T5" fmla="*/ 43 h 70"/>
              <a:gd name="T6" fmla="*/ 101 w 102"/>
              <a:gd name="T7" fmla="*/ 42 h 70"/>
              <a:gd name="T8" fmla="*/ 65 w 102"/>
              <a:gd name="T9" fmla="*/ 9 h 70"/>
              <a:gd name="T10" fmla="*/ 1 w 102"/>
              <a:gd name="T11" fmla="*/ 13 h 70"/>
              <a:gd name="T12" fmla="*/ 0 w 102"/>
              <a:gd name="T13" fmla="*/ 14 h 70"/>
              <a:gd name="T14" fmla="*/ 0 w 102"/>
              <a:gd name="T15" fmla="*/ 14 h 70"/>
              <a:gd name="T16" fmla="*/ 0 w 102"/>
              <a:gd name="T17" fmla="*/ 16 h 70"/>
              <a:gd name="T18" fmla="*/ 38 w 102"/>
              <a:gd name="T19" fmla="*/ 68 h 70"/>
              <a:gd name="T20" fmla="*/ 41 w 102"/>
              <a:gd name="T21" fmla="*/ 69 h 70"/>
              <a:gd name="T22" fmla="*/ 43 w 102"/>
              <a:gd name="T23" fmla="*/ 56 h 70"/>
              <a:gd name="T24" fmla="*/ 16 w 102"/>
              <a:gd name="T25" fmla="*/ 19 h 70"/>
              <a:gd name="T26" fmla="*/ 32 w 102"/>
              <a:gd name="T27" fmla="*/ 15 h 70"/>
              <a:gd name="T28" fmla="*/ 61 w 102"/>
              <a:gd name="T29" fmla="*/ 20 h 70"/>
              <a:gd name="T30" fmla="*/ 79 w 102"/>
              <a:gd name="T31" fmla="*/ 31 h 70"/>
              <a:gd name="T32" fmla="*/ 85 w 102"/>
              <a:gd name="T33" fmla="*/ 38 h 70"/>
              <a:gd name="T34" fmla="*/ 43 w 102"/>
              <a:gd name="T35" fmla="*/ 56 h 70"/>
              <a:gd name="T36" fmla="*/ 43 w 102"/>
              <a:gd name="T37" fmla="*/ 56 h 70"/>
              <a:gd name="T38" fmla="*/ 43 w 102"/>
              <a:gd name="T39" fmla="*/ 56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2" h="70">
                <a:moveTo>
                  <a:pt x="41" y="69"/>
                </a:moveTo>
                <a:cubicBezTo>
                  <a:pt x="100" y="45"/>
                  <a:pt x="100" y="45"/>
                  <a:pt x="100" y="45"/>
                </a:cubicBezTo>
                <a:cubicBezTo>
                  <a:pt x="101" y="44"/>
                  <a:pt x="101" y="44"/>
                  <a:pt x="101" y="43"/>
                </a:cubicBezTo>
                <a:cubicBezTo>
                  <a:pt x="102" y="43"/>
                  <a:pt x="102" y="42"/>
                  <a:pt x="101" y="42"/>
                </a:cubicBezTo>
                <a:cubicBezTo>
                  <a:pt x="93" y="27"/>
                  <a:pt x="81" y="15"/>
                  <a:pt x="65" y="9"/>
                </a:cubicBezTo>
                <a:cubicBezTo>
                  <a:pt x="44" y="0"/>
                  <a:pt x="21" y="2"/>
                  <a:pt x="1" y="13"/>
                </a:cubicBezTo>
                <a:cubicBezTo>
                  <a:pt x="1" y="13"/>
                  <a:pt x="0" y="13"/>
                  <a:pt x="0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5"/>
                  <a:pt x="0" y="16"/>
                  <a:pt x="0" y="16"/>
                </a:cubicBezTo>
                <a:cubicBezTo>
                  <a:pt x="38" y="68"/>
                  <a:pt x="38" y="68"/>
                  <a:pt x="38" y="68"/>
                </a:cubicBezTo>
                <a:cubicBezTo>
                  <a:pt x="38" y="69"/>
                  <a:pt x="40" y="70"/>
                  <a:pt x="41" y="69"/>
                </a:cubicBezTo>
                <a:close/>
                <a:moveTo>
                  <a:pt x="43" y="56"/>
                </a:moveTo>
                <a:cubicBezTo>
                  <a:pt x="16" y="19"/>
                  <a:pt x="16" y="19"/>
                  <a:pt x="16" y="19"/>
                </a:cubicBezTo>
                <a:cubicBezTo>
                  <a:pt x="22" y="17"/>
                  <a:pt x="27" y="16"/>
                  <a:pt x="32" y="15"/>
                </a:cubicBezTo>
                <a:cubicBezTo>
                  <a:pt x="42" y="14"/>
                  <a:pt x="52" y="16"/>
                  <a:pt x="61" y="20"/>
                </a:cubicBezTo>
                <a:cubicBezTo>
                  <a:pt x="67" y="23"/>
                  <a:pt x="74" y="26"/>
                  <a:pt x="79" y="31"/>
                </a:cubicBezTo>
                <a:cubicBezTo>
                  <a:pt x="81" y="34"/>
                  <a:pt x="83" y="36"/>
                  <a:pt x="85" y="38"/>
                </a:cubicBezTo>
                <a:lnTo>
                  <a:pt x="43" y="56"/>
                </a:lnTo>
                <a:close/>
                <a:moveTo>
                  <a:pt x="43" y="56"/>
                </a:moveTo>
                <a:cubicBezTo>
                  <a:pt x="43" y="56"/>
                  <a:pt x="43" y="56"/>
                  <a:pt x="43" y="56"/>
                </a:cubicBezTo>
              </a:path>
            </a:pathLst>
          </a:custGeom>
          <a:solidFill>
            <a:schemeClr val="l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PA-任意多边形 80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6134735" y="2813050"/>
            <a:ext cx="175895" cy="303530"/>
          </a:xfrm>
          <a:custGeom>
            <a:avLst/>
            <a:gdLst>
              <a:gd name="T0" fmla="*/ 43 w 69"/>
              <a:gd name="T1" fmla="*/ 118 h 120"/>
              <a:gd name="T2" fmla="*/ 68 w 69"/>
              <a:gd name="T3" fmla="*/ 57 h 120"/>
              <a:gd name="T4" fmla="*/ 68 w 69"/>
              <a:gd name="T5" fmla="*/ 55 h 120"/>
              <a:gd name="T6" fmla="*/ 29 w 69"/>
              <a:gd name="T7" fmla="*/ 1 h 120"/>
              <a:gd name="T8" fmla="*/ 28 w 69"/>
              <a:gd name="T9" fmla="*/ 0 h 120"/>
              <a:gd name="T10" fmla="*/ 26 w 69"/>
              <a:gd name="T11" fmla="*/ 1 h 120"/>
              <a:gd name="T12" fmla="*/ 8 w 69"/>
              <a:gd name="T13" fmla="*/ 27 h 120"/>
              <a:gd name="T14" fmla="*/ 6 w 69"/>
              <a:gd name="T15" fmla="*/ 80 h 120"/>
              <a:gd name="T16" fmla="*/ 40 w 69"/>
              <a:gd name="T17" fmla="*/ 119 h 120"/>
              <a:gd name="T18" fmla="*/ 42 w 69"/>
              <a:gd name="T19" fmla="*/ 120 h 120"/>
              <a:gd name="T20" fmla="*/ 43 w 69"/>
              <a:gd name="T21" fmla="*/ 118 h 120"/>
              <a:gd name="T22" fmla="*/ 43 w 69"/>
              <a:gd name="T23" fmla="*/ 118 h 120"/>
              <a:gd name="T24" fmla="*/ 43 w 69"/>
              <a:gd name="T25" fmla="*/ 118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9" h="120">
                <a:moveTo>
                  <a:pt x="43" y="118"/>
                </a:moveTo>
                <a:cubicBezTo>
                  <a:pt x="68" y="57"/>
                  <a:pt x="68" y="57"/>
                  <a:pt x="68" y="57"/>
                </a:cubicBezTo>
                <a:cubicBezTo>
                  <a:pt x="69" y="57"/>
                  <a:pt x="69" y="56"/>
                  <a:pt x="68" y="55"/>
                </a:cubicBezTo>
                <a:cubicBezTo>
                  <a:pt x="29" y="1"/>
                  <a:pt x="29" y="1"/>
                  <a:pt x="29" y="1"/>
                </a:cubicBezTo>
                <a:cubicBezTo>
                  <a:pt x="29" y="1"/>
                  <a:pt x="29" y="1"/>
                  <a:pt x="28" y="0"/>
                </a:cubicBezTo>
                <a:cubicBezTo>
                  <a:pt x="27" y="0"/>
                  <a:pt x="27" y="1"/>
                  <a:pt x="26" y="1"/>
                </a:cubicBezTo>
                <a:cubicBezTo>
                  <a:pt x="18" y="8"/>
                  <a:pt x="12" y="17"/>
                  <a:pt x="8" y="27"/>
                </a:cubicBezTo>
                <a:cubicBezTo>
                  <a:pt x="1" y="44"/>
                  <a:pt x="0" y="63"/>
                  <a:pt x="6" y="80"/>
                </a:cubicBezTo>
                <a:cubicBezTo>
                  <a:pt x="12" y="97"/>
                  <a:pt x="24" y="111"/>
                  <a:pt x="40" y="119"/>
                </a:cubicBezTo>
                <a:cubicBezTo>
                  <a:pt x="40" y="120"/>
                  <a:pt x="41" y="120"/>
                  <a:pt x="42" y="120"/>
                </a:cubicBezTo>
                <a:cubicBezTo>
                  <a:pt x="42" y="119"/>
                  <a:pt x="43" y="119"/>
                  <a:pt x="43" y="118"/>
                </a:cubicBezTo>
                <a:close/>
                <a:moveTo>
                  <a:pt x="43" y="118"/>
                </a:moveTo>
                <a:cubicBezTo>
                  <a:pt x="43" y="118"/>
                  <a:pt x="43" y="118"/>
                  <a:pt x="43" y="118"/>
                </a:cubicBezTo>
              </a:path>
            </a:pathLst>
          </a:custGeom>
          <a:solidFill>
            <a:schemeClr val="l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PA-矩形 26"/>
          <p:cNvSpPr/>
          <p:nvPr>
            <p:custDataLst>
              <p:tags r:id="rId9"/>
            </p:custDataLst>
          </p:nvPr>
        </p:nvSpPr>
        <p:spPr>
          <a:xfrm>
            <a:off x="6938010" y="2984500"/>
            <a:ext cx="4611370" cy="42799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CMD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站点目录下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&gt; </a:t>
            </a:r>
            <a:r>
              <a:rPr lang="en-US" altLang="zh-CN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npm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install </a:t>
            </a:r>
            <a:r>
              <a:rPr lang="en-US" altLang="zh-CN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endParaRPr lang="en-US" altLang="zh-CN" b="1" dirty="0" err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PA-文本框 59"/>
          <p:cNvSpPr txBox="1"/>
          <p:nvPr>
            <p:custDataLst>
              <p:tags r:id="rId10"/>
            </p:custDataLst>
          </p:nvPr>
        </p:nvSpPr>
        <p:spPr>
          <a:xfrm>
            <a:off x="6938010" y="2536190"/>
            <a:ext cx="4105275" cy="4375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局部安装</a:t>
            </a:r>
            <a:r>
              <a:rPr lang="en-US" altLang="zh-CN" sz="24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模块</a:t>
            </a:r>
            <a:endParaRPr lang="zh-CN" alt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5" name="PA-矩形 54"/>
          <p:cNvSpPr/>
          <p:nvPr>
            <p:custDataLst>
              <p:tags r:id="rId11"/>
            </p:custDataLst>
          </p:nvPr>
        </p:nvSpPr>
        <p:spPr>
          <a:xfrm>
            <a:off x="5670550" y="3982085"/>
            <a:ext cx="5598160" cy="1464310"/>
          </a:xfrm>
          <a:prstGeom prst="rect">
            <a:avLst/>
          </a:prstGeom>
          <a:solidFill>
            <a:schemeClr val="accent5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PA-椭圆 8"/>
          <p:cNvSpPr/>
          <p:nvPr>
            <p:custDataLst>
              <p:tags r:id="rId12"/>
            </p:custDataLst>
          </p:nvPr>
        </p:nvSpPr>
        <p:spPr>
          <a:xfrm>
            <a:off x="5982970" y="4315460"/>
            <a:ext cx="711835" cy="711835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rgbClr val="FFFFFF"/>
                </a:gs>
                <a:gs pos="100000">
                  <a:srgbClr val="F2F2F2">
                    <a:lumMod val="95000"/>
                  </a:srgbClr>
                </a:gs>
              </a:gsLst>
              <a:lin ang="5400000" scaled="0"/>
            </a:gradFill>
          </a:ln>
          <a:effectLst>
            <a:outerShdw blurRad="63500" sx="103000" sy="103000" algn="c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PA-椭圆 9"/>
          <p:cNvSpPr/>
          <p:nvPr>
            <p:custDataLst>
              <p:tags r:id="rId13"/>
            </p:custDataLst>
          </p:nvPr>
        </p:nvSpPr>
        <p:spPr>
          <a:xfrm>
            <a:off x="6029325" y="4362450"/>
            <a:ext cx="629285" cy="629285"/>
          </a:xfrm>
          <a:prstGeom prst="ellipse">
            <a:avLst/>
          </a:prstGeom>
          <a:solidFill>
            <a:schemeClr val="accent1"/>
          </a:solidFill>
          <a:ln w="28575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PA-任意多边形 81"/>
          <p:cNvSpPr/>
          <p:nvPr>
            <p:custDataLst>
              <p:tags r:id="rId14"/>
            </p:custDataLst>
          </p:nvPr>
        </p:nvSpPr>
        <p:spPr bwMode="auto">
          <a:xfrm>
            <a:off x="6427470" y="4471670"/>
            <a:ext cx="125095" cy="125095"/>
          </a:xfrm>
          <a:custGeom>
            <a:avLst/>
            <a:gdLst>
              <a:gd name="T0" fmla="*/ 38 w 49"/>
              <a:gd name="T1" fmla="*/ 11 h 49"/>
              <a:gd name="T2" fmla="*/ 3 w 49"/>
              <a:gd name="T3" fmla="*/ 7 h 49"/>
              <a:gd name="T4" fmla="*/ 2 w 49"/>
              <a:gd name="T5" fmla="*/ 15 h 49"/>
              <a:gd name="T6" fmla="*/ 34 w 49"/>
              <a:gd name="T7" fmla="*/ 47 h 49"/>
              <a:gd name="T8" fmla="*/ 42 w 49"/>
              <a:gd name="T9" fmla="*/ 46 h 49"/>
              <a:gd name="T10" fmla="*/ 38 w 49"/>
              <a:gd name="T11" fmla="*/ 11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" h="49">
                <a:moveTo>
                  <a:pt x="38" y="11"/>
                </a:moveTo>
                <a:cubicBezTo>
                  <a:pt x="28" y="2"/>
                  <a:pt x="14" y="0"/>
                  <a:pt x="3" y="7"/>
                </a:cubicBezTo>
                <a:cubicBezTo>
                  <a:pt x="0" y="9"/>
                  <a:pt x="0" y="13"/>
                  <a:pt x="2" y="15"/>
                </a:cubicBezTo>
                <a:cubicBezTo>
                  <a:pt x="34" y="47"/>
                  <a:pt x="34" y="47"/>
                  <a:pt x="34" y="47"/>
                </a:cubicBezTo>
                <a:cubicBezTo>
                  <a:pt x="36" y="49"/>
                  <a:pt x="40" y="49"/>
                  <a:pt x="42" y="46"/>
                </a:cubicBezTo>
                <a:cubicBezTo>
                  <a:pt x="49" y="35"/>
                  <a:pt x="47" y="21"/>
                  <a:pt x="38" y="1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PA-任意多边形 82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6140450" y="4507865"/>
            <a:ext cx="373380" cy="382270"/>
          </a:xfrm>
          <a:custGeom>
            <a:avLst/>
            <a:gdLst>
              <a:gd name="T0" fmla="*/ 134 w 147"/>
              <a:gd name="T1" fmla="*/ 115 h 151"/>
              <a:gd name="T2" fmla="*/ 147 w 147"/>
              <a:gd name="T3" fmla="*/ 72 h 151"/>
              <a:gd name="T4" fmla="*/ 75 w 147"/>
              <a:gd name="T5" fmla="*/ 0 h 151"/>
              <a:gd name="T6" fmla="*/ 74 w 147"/>
              <a:gd name="T7" fmla="*/ 0 h 151"/>
              <a:gd name="T8" fmla="*/ 3 w 147"/>
              <a:gd name="T9" fmla="*/ 72 h 151"/>
              <a:gd name="T10" fmla="*/ 15 w 147"/>
              <a:gd name="T11" fmla="*/ 112 h 151"/>
              <a:gd name="T12" fmla="*/ 2 w 147"/>
              <a:gd name="T13" fmla="*/ 137 h 151"/>
              <a:gd name="T14" fmla="*/ 6 w 147"/>
              <a:gd name="T15" fmla="*/ 150 h 151"/>
              <a:gd name="T16" fmla="*/ 11 w 147"/>
              <a:gd name="T17" fmla="*/ 151 h 151"/>
              <a:gd name="T18" fmla="*/ 20 w 147"/>
              <a:gd name="T19" fmla="*/ 146 h 151"/>
              <a:gd name="T20" fmla="*/ 29 w 147"/>
              <a:gd name="T21" fmla="*/ 128 h 151"/>
              <a:gd name="T22" fmla="*/ 74 w 147"/>
              <a:gd name="T23" fmla="*/ 145 h 151"/>
              <a:gd name="T24" fmla="*/ 75 w 147"/>
              <a:gd name="T25" fmla="*/ 145 h 151"/>
              <a:gd name="T26" fmla="*/ 119 w 147"/>
              <a:gd name="T27" fmla="*/ 129 h 151"/>
              <a:gd name="T28" fmla="*/ 127 w 147"/>
              <a:gd name="T29" fmla="*/ 146 h 151"/>
              <a:gd name="T30" fmla="*/ 136 w 147"/>
              <a:gd name="T31" fmla="*/ 151 h 151"/>
              <a:gd name="T32" fmla="*/ 141 w 147"/>
              <a:gd name="T33" fmla="*/ 150 h 151"/>
              <a:gd name="T34" fmla="*/ 145 w 147"/>
              <a:gd name="T35" fmla="*/ 137 h 151"/>
              <a:gd name="T36" fmla="*/ 134 w 147"/>
              <a:gd name="T37" fmla="*/ 115 h 151"/>
              <a:gd name="T38" fmla="*/ 75 w 147"/>
              <a:gd name="T39" fmla="*/ 125 h 151"/>
              <a:gd name="T40" fmla="*/ 74 w 147"/>
              <a:gd name="T41" fmla="*/ 125 h 151"/>
              <a:gd name="T42" fmla="*/ 22 w 147"/>
              <a:gd name="T43" fmla="*/ 72 h 151"/>
              <a:gd name="T44" fmla="*/ 74 w 147"/>
              <a:gd name="T45" fmla="*/ 20 h 151"/>
              <a:gd name="T46" fmla="*/ 75 w 147"/>
              <a:gd name="T47" fmla="*/ 19 h 151"/>
              <a:gd name="T48" fmla="*/ 128 w 147"/>
              <a:gd name="T49" fmla="*/ 72 h 151"/>
              <a:gd name="T50" fmla="*/ 75 w 147"/>
              <a:gd name="T51" fmla="*/ 125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7" h="151">
                <a:moveTo>
                  <a:pt x="134" y="115"/>
                </a:moveTo>
                <a:cubicBezTo>
                  <a:pt x="142" y="103"/>
                  <a:pt x="147" y="88"/>
                  <a:pt x="147" y="72"/>
                </a:cubicBezTo>
                <a:cubicBezTo>
                  <a:pt x="147" y="32"/>
                  <a:pt x="115" y="0"/>
                  <a:pt x="75" y="0"/>
                </a:cubicBezTo>
                <a:cubicBezTo>
                  <a:pt x="75" y="0"/>
                  <a:pt x="74" y="0"/>
                  <a:pt x="74" y="0"/>
                </a:cubicBezTo>
                <a:cubicBezTo>
                  <a:pt x="35" y="0"/>
                  <a:pt x="3" y="33"/>
                  <a:pt x="3" y="72"/>
                </a:cubicBezTo>
                <a:cubicBezTo>
                  <a:pt x="3" y="87"/>
                  <a:pt x="7" y="101"/>
                  <a:pt x="15" y="112"/>
                </a:cubicBezTo>
                <a:cubicBezTo>
                  <a:pt x="2" y="137"/>
                  <a:pt x="2" y="137"/>
                  <a:pt x="2" y="137"/>
                </a:cubicBezTo>
                <a:cubicBezTo>
                  <a:pt x="0" y="142"/>
                  <a:pt x="2" y="148"/>
                  <a:pt x="6" y="150"/>
                </a:cubicBezTo>
                <a:cubicBezTo>
                  <a:pt x="8" y="151"/>
                  <a:pt x="9" y="151"/>
                  <a:pt x="11" y="151"/>
                </a:cubicBezTo>
                <a:cubicBezTo>
                  <a:pt x="14" y="151"/>
                  <a:pt x="18" y="149"/>
                  <a:pt x="20" y="146"/>
                </a:cubicBezTo>
                <a:cubicBezTo>
                  <a:pt x="29" y="128"/>
                  <a:pt x="29" y="128"/>
                  <a:pt x="29" y="128"/>
                </a:cubicBezTo>
                <a:cubicBezTo>
                  <a:pt x="41" y="138"/>
                  <a:pt x="57" y="145"/>
                  <a:pt x="74" y="145"/>
                </a:cubicBezTo>
                <a:cubicBezTo>
                  <a:pt x="74" y="145"/>
                  <a:pt x="75" y="145"/>
                  <a:pt x="75" y="145"/>
                </a:cubicBezTo>
                <a:cubicBezTo>
                  <a:pt x="92" y="145"/>
                  <a:pt x="107" y="139"/>
                  <a:pt x="119" y="129"/>
                </a:cubicBezTo>
                <a:cubicBezTo>
                  <a:pt x="127" y="146"/>
                  <a:pt x="127" y="146"/>
                  <a:pt x="127" y="146"/>
                </a:cubicBezTo>
                <a:cubicBezTo>
                  <a:pt x="129" y="149"/>
                  <a:pt x="133" y="151"/>
                  <a:pt x="136" y="151"/>
                </a:cubicBezTo>
                <a:cubicBezTo>
                  <a:pt x="138" y="151"/>
                  <a:pt x="139" y="151"/>
                  <a:pt x="141" y="150"/>
                </a:cubicBezTo>
                <a:cubicBezTo>
                  <a:pt x="145" y="148"/>
                  <a:pt x="147" y="142"/>
                  <a:pt x="145" y="137"/>
                </a:cubicBezTo>
                <a:lnTo>
                  <a:pt x="134" y="115"/>
                </a:lnTo>
                <a:close/>
                <a:moveTo>
                  <a:pt x="75" y="125"/>
                </a:moveTo>
                <a:cubicBezTo>
                  <a:pt x="75" y="125"/>
                  <a:pt x="74" y="125"/>
                  <a:pt x="74" y="125"/>
                </a:cubicBezTo>
                <a:cubicBezTo>
                  <a:pt x="45" y="125"/>
                  <a:pt x="22" y="101"/>
                  <a:pt x="22" y="72"/>
                </a:cubicBezTo>
                <a:cubicBezTo>
                  <a:pt x="22" y="43"/>
                  <a:pt x="45" y="20"/>
                  <a:pt x="74" y="20"/>
                </a:cubicBezTo>
                <a:cubicBezTo>
                  <a:pt x="74" y="20"/>
                  <a:pt x="75" y="19"/>
                  <a:pt x="75" y="19"/>
                </a:cubicBezTo>
                <a:cubicBezTo>
                  <a:pt x="104" y="19"/>
                  <a:pt x="128" y="43"/>
                  <a:pt x="128" y="72"/>
                </a:cubicBezTo>
                <a:cubicBezTo>
                  <a:pt x="128" y="102"/>
                  <a:pt x="104" y="125"/>
                  <a:pt x="75" y="12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PA-任意多边形 83"/>
          <p:cNvSpPr/>
          <p:nvPr>
            <p:custDataLst>
              <p:tags r:id="rId16"/>
            </p:custDataLst>
          </p:nvPr>
        </p:nvSpPr>
        <p:spPr bwMode="auto">
          <a:xfrm>
            <a:off x="6254750" y="4621530"/>
            <a:ext cx="88900" cy="159385"/>
          </a:xfrm>
          <a:custGeom>
            <a:avLst/>
            <a:gdLst>
              <a:gd name="T0" fmla="*/ 30 w 35"/>
              <a:gd name="T1" fmla="*/ 0 h 63"/>
              <a:gd name="T2" fmla="*/ 29 w 35"/>
              <a:gd name="T3" fmla="*/ 0 h 63"/>
              <a:gd name="T4" fmla="*/ 24 w 35"/>
              <a:gd name="T5" fmla="*/ 6 h 63"/>
              <a:gd name="T6" fmla="*/ 24 w 35"/>
              <a:gd name="T7" fmla="*/ 27 h 63"/>
              <a:gd name="T8" fmla="*/ 2 w 35"/>
              <a:gd name="T9" fmla="*/ 54 h 63"/>
              <a:gd name="T10" fmla="*/ 3 w 35"/>
              <a:gd name="T11" fmla="*/ 61 h 63"/>
              <a:gd name="T12" fmla="*/ 6 w 35"/>
              <a:gd name="T13" fmla="*/ 63 h 63"/>
              <a:gd name="T14" fmla="*/ 10 w 35"/>
              <a:gd name="T15" fmla="*/ 61 h 63"/>
              <a:gd name="T16" fmla="*/ 29 w 35"/>
              <a:gd name="T17" fmla="*/ 39 h 63"/>
              <a:gd name="T18" fmla="*/ 33 w 35"/>
              <a:gd name="T19" fmla="*/ 34 h 63"/>
              <a:gd name="T20" fmla="*/ 35 w 35"/>
              <a:gd name="T21" fmla="*/ 29 h 63"/>
              <a:gd name="T22" fmla="*/ 35 w 35"/>
              <a:gd name="T23" fmla="*/ 6 h 63"/>
              <a:gd name="T24" fmla="*/ 30 w 35"/>
              <a:gd name="T2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5" h="63">
                <a:moveTo>
                  <a:pt x="30" y="0"/>
                </a:moveTo>
                <a:cubicBezTo>
                  <a:pt x="30" y="0"/>
                  <a:pt x="29" y="0"/>
                  <a:pt x="29" y="0"/>
                </a:cubicBezTo>
                <a:cubicBezTo>
                  <a:pt x="26" y="1"/>
                  <a:pt x="24" y="3"/>
                  <a:pt x="24" y="6"/>
                </a:cubicBezTo>
                <a:cubicBezTo>
                  <a:pt x="24" y="27"/>
                  <a:pt x="24" y="27"/>
                  <a:pt x="24" y="27"/>
                </a:cubicBezTo>
                <a:cubicBezTo>
                  <a:pt x="2" y="54"/>
                  <a:pt x="2" y="54"/>
                  <a:pt x="2" y="54"/>
                </a:cubicBezTo>
                <a:cubicBezTo>
                  <a:pt x="0" y="56"/>
                  <a:pt x="0" y="59"/>
                  <a:pt x="3" y="61"/>
                </a:cubicBezTo>
                <a:cubicBezTo>
                  <a:pt x="4" y="62"/>
                  <a:pt x="5" y="63"/>
                  <a:pt x="6" y="63"/>
                </a:cubicBezTo>
                <a:cubicBezTo>
                  <a:pt x="8" y="63"/>
                  <a:pt x="9" y="62"/>
                  <a:pt x="10" y="61"/>
                </a:cubicBezTo>
                <a:cubicBezTo>
                  <a:pt x="29" y="39"/>
                  <a:pt x="29" y="39"/>
                  <a:pt x="29" y="39"/>
                </a:cubicBezTo>
                <a:cubicBezTo>
                  <a:pt x="33" y="34"/>
                  <a:pt x="33" y="34"/>
                  <a:pt x="33" y="34"/>
                </a:cubicBezTo>
                <a:cubicBezTo>
                  <a:pt x="35" y="33"/>
                  <a:pt x="35" y="31"/>
                  <a:pt x="35" y="29"/>
                </a:cubicBezTo>
                <a:cubicBezTo>
                  <a:pt x="35" y="6"/>
                  <a:pt x="35" y="6"/>
                  <a:pt x="35" y="6"/>
                </a:cubicBezTo>
                <a:cubicBezTo>
                  <a:pt x="35" y="3"/>
                  <a:pt x="33" y="0"/>
                  <a:pt x="30" y="0"/>
                </a:cubicBezTo>
                <a:close/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PA-任意多边形 84"/>
          <p:cNvSpPr/>
          <p:nvPr>
            <p:custDataLst>
              <p:tags r:id="rId17"/>
            </p:custDataLst>
          </p:nvPr>
        </p:nvSpPr>
        <p:spPr bwMode="auto">
          <a:xfrm>
            <a:off x="6112510" y="4471670"/>
            <a:ext cx="124460" cy="125095"/>
          </a:xfrm>
          <a:custGeom>
            <a:avLst/>
            <a:gdLst>
              <a:gd name="T0" fmla="*/ 11 w 49"/>
              <a:gd name="T1" fmla="*/ 11 h 49"/>
              <a:gd name="T2" fmla="*/ 7 w 49"/>
              <a:gd name="T3" fmla="*/ 46 h 49"/>
              <a:gd name="T4" fmla="*/ 14 w 49"/>
              <a:gd name="T5" fmla="*/ 47 h 49"/>
              <a:gd name="T6" fmla="*/ 46 w 49"/>
              <a:gd name="T7" fmla="*/ 15 h 49"/>
              <a:gd name="T8" fmla="*/ 45 w 49"/>
              <a:gd name="T9" fmla="*/ 7 h 49"/>
              <a:gd name="T10" fmla="*/ 11 w 49"/>
              <a:gd name="T11" fmla="*/ 11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" h="49">
                <a:moveTo>
                  <a:pt x="11" y="11"/>
                </a:moveTo>
                <a:cubicBezTo>
                  <a:pt x="1" y="21"/>
                  <a:pt x="0" y="35"/>
                  <a:pt x="7" y="46"/>
                </a:cubicBezTo>
                <a:cubicBezTo>
                  <a:pt x="9" y="49"/>
                  <a:pt x="12" y="49"/>
                  <a:pt x="14" y="47"/>
                </a:cubicBezTo>
                <a:cubicBezTo>
                  <a:pt x="46" y="15"/>
                  <a:pt x="46" y="15"/>
                  <a:pt x="46" y="15"/>
                </a:cubicBezTo>
                <a:cubicBezTo>
                  <a:pt x="49" y="13"/>
                  <a:pt x="48" y="9"/>
                  <a:pt x="45" y="7"/>
                </a:cubicBezTo>
                <a:cubicBezTo>
                  <a:pt x="35" y="0"/>
                  <a:pt x="20" y="2"/>
                  <a:pt x="11" y="11"/>
                </a:cubicBezTo>
                <a:close/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PA-矩形 28"/>
          <p:cNvSpPr/>
          <p:nvPr>
            <p:custDataLst>
              <p:tags r:id="rId18"/>
            </p:custDataLst>
          </p:nvPr>
        </p:nvSpPr>
        <p:spPr>
          <a:xfrm>
            <a:off x="6960235" y="4696460"/>
            <a:ext cx="4082415" cy="42799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var </a:t>
            </a:r>
            <a:r>
              <a:rPr lang="en-US" altLang="zh-CN" b="1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mysql</a:t>
            </a:r>
            <a:r>
              <a: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= require('</a:t>
            </a:r>
            <a:r>
              <a:rPr lang="en-US" altLang="zh-CN" b="1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mysql</a:t>
            </a:r>
            <a:r>
              <a: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');</a:t>
            </a:r>
            <a:endParaRPr lang="en-US" altLang="zh-CN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PA-文本框 68"/>
          <p:cNvSpPr txBox="1"/>
          <p:nvPr>
            <p:custDataLst>
              <p:tags r:id="rId19"/>
            </p:custDataLst>
          </p:nvPr>
        </p:nvSpPr>
        <p:spPr>
          <a:xfrm>
            <a:off x="6960235" y="4248150"/>
            <a:ext cx="4419600" cy="4375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加载</a:t>
            </a:r>
            <a:r>
              <a:rPr lang="en-US" altLang="zh-CN" sz="24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模块</a:t>
            </a:r>
            <a:endParaRPr lang="zh-CN" alt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imac-mockup.png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15" y="1929130"/>
            <a:ext cx="5029200" cy="3728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>
            <p:custDataLst>
              <p:tags r:id="rId21"/>
            </p:custDataLst>
          </p:nvPr>
        </p:nvSpPr>
        <p:spPr>
          <a:xfrm>
            <a:off x="829310" y="2132330"/>
            <a:ext cx="3851910" cy="2451100"/>
          </a:xfrm>
          <a:prstGeom prst="rect">
            <a:avLst/>
          </a:prstGeom>
          <a:solidFill>
            <a:schemeClr val="l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Picture 2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935" y="2186305"/>
            <a:ext cx="2499360" cy="230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文本框 34"/>
          <p:cNvSpPr txBox="1"/>
          <p:nvPr>
            <p:custDataLst>
              <p:tags r:id="rId23"/>
            </p:custDataLst>
          </p:nvPr>
        </p:nvSpPr>
        <p:spPr>
          <a:xfrm>
            <a:off x="117602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编写路由代码</a:t>
            </a:r>
            <a:endParaRPr sz="2400" b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Isosceles Triangle 2_1"/>
          <p:cNvSpPr/>
          <p:nvPr>
            <p:custDataLst>
              <p:tags r:id="rId2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02530" y="1263015"/>
            <a:ext cx="6377305" cy="641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/>
          </a:p>
        </p:txBody>
      </p:sp>
      <p:sp>
        <p:nvSpPr>
          <p:cNvPr id="14" name="任意多边形 228"/>
          <p:cNvSpPr/>
          <p:nvPr>
            <p:custDataLst>
              <p:tags r:id="rId25"/>
            </p:custDataLst>
          </p:nvPr>
        </p:nvSpPr>
        <p:spPr>
          <a:xfrm>
            <a:off x="5134610" y="1263015"/>
            <a:ext cx="6495415" cy="582930"/>
          </a:xfrm>
          <a:prstGeom prst="roundRect">
            <a:avLst/>
          </a:prstGeom>
          <a:solidFill>
            <a:schemeClr val="accent1"/>
          </a:solidFill>
          <a:ln w="15200" cap="flat">
            <a:noFill/>
            <a:bevel/>
          </a:ln>
          <a:effectLst/>
        </p:spPr>
        <p:txBody>
          <a:bodyPr wrap="square" lIns="36000" tIns="0" rIns="36000" bIns="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sym typeface="+mn-ea"/>
              </a:rPr>
              <a:t>路由中要使用</a:t>
            </a:r>
            <a:r>
              <a:rPr lang="en-US" altLang="zh-CN" sz="2000">
                <a:sym typeface="+mn-ea"/>
              </a:rPr>
              <a:t>mysql</a:t>
            </a:r>
            <a:r>
              <a:rPr lang="zh-CN" altLang="en-US" sz="2000">
                <a:sym typeface="+mn-ea"/>
              </a:rPr>
              <a:t>模块进行编程，务必先安装</a:t>
            </a:r>
            <a:r>
              <a:rPr lang="en-US" altLang="zh-CN" sz="2000">
                <a:sym typeface="+mn-ea"/>
              </a:rPr>
              <a:t>mysql</a:t>
            </a:r>
            <a:r>
              <a:rPr lang="zh-CN" altLang="en-US" sz="2000">
                <a:sym typeface="+mn-ea"/>
              </a:rPr>
              <a:t>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2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ldLvl="0" animBg="1"/>
      <p:bldP spid="6" grpId="0" bldLvl="0" animBg="1"/>
      <p:bldP spid="7" grpId="0" bldLvl="0" animBg="1"/>
      <p:bldP spid="19" grpId="0" bldLvl="0" animBg="1"/>
      <p:bldP spid="20" grpId="0" bldLvl="0" animBg="1"/>
      <p:bldP spid="21" grpId="0" bldLvl="0" animBg="1"/>
      <p:bldP spid="27" grpId="0"/>
      <p:bldP spid="28" grpId="0"/>
      <p:bldP spid="52" grpId="1" animBg="1"/>
      <p:bldP spid="6" grpId="1" animBg="1"/>
      <p:bldP spid="7" grpId="1" animBg="1"/>
      <p:bldP spid="19" grpId="1" animBg="1"/>
      <p:bldP spid="20" grpId="1" animBg="1"/>
      <p:bldP spid="21" grpId="1" animBg="1"/>
      <p:bldP spid="27" grpId="1"/>
      <p:bldP spid="28" grpId="1"/>
      <p:bldP spid="55" grpId="0" bldLvl="0" animBg="1"/>
      <p:bldP spid="9" grpId="0" bldLvl="0" animBg="1"/>
      <p:bldP spid="10" grpId="0" bldLvl="0" animBg="1"/>
      <p:bldP spid="23" grpId="0" bldLvl="0" animBg="1"/>
      <p:bldP spid="24" grpId="0" bldLvl="0" animBg="1"/>
      <p:bldP spid="25" grpId="0" bldLvl="0" animBg="1"/>
      <p:bldP spid="26" grpId="0" bldLvl="0" animBg="1"/>
      <p:bldP spid="29" grpId="0"/>
      <p:bldP spid="30" grpId="0"/>
      <p:bldP spid="55" grpId="1" animBg="1"/>
      <p:bldP spid="9" grpId="1" animBg="1"/>
      <p:bldP spid="10" grpId="1" animBg="1"/>
      <p:bldP spid="23" grpId="1" animBg="1"/>
      <p:bldP spid="24" grpId="1" animBg="1"/>
      <p:bldP spid="25" grpId="1" animBg="1"/>
      <p:bldP spid="26" grpId="1" animBg="1"/>
      <p:bldP spid="29" grpId="1"/>
      <p:bldP spid="30" grpId="1"/>
      <p:bldP spid="14" grpId="0" animBg="1"/>
      <p:bldP spid="14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850265" y="4398010"/>
            <a:ext cx="3530600" cy="855980"/>
          </a:xfrm>
          <a:custGeom>
            <a:avLst/>
            <a:gdLst>
              <a:gd name="connsiteX0" fmla="*/ 0 w 2468619"/>
              <a:gd name="connsiteY0" fmla="*/ 0 h 641798"/>
              <a:gd name="connsiteX1" fmla="*/ 2468619 w 2468619"/>
              <a:gd name="connsiteY1" fmla="*/ 0 h 641798"/>
              <a:gd name="connsiteX2" fmla="*/ 2468619 w 2468619"/>
              <a:gd name="connsiteY2" fmla="*/ 641798 h 641798"/>
              <a:gd name="connsiteX3" fmla="*/ 0 w 2468619"/>
              <a:gd name="connsiteY3" fmla="*/ 641798 h 641798"/>
              <a:gd name="connsiteX4" fmla="*/ 0 w 2468619"/>
              <a:gd name="connsiteY4" fmla="*/ 631152 h 641798"/>
              <a:gd name="connsiteX5" fmla="*/ 310253 w 2468619"/>
              <a:gd name="connsiteY5" fmla="*/ 320899 h 641798"/>
              <a:gd name="connsiteX6" fmla="*/ 0 w 2468619"/>
              <a:gd name="connsiteY6" fmla="*/ 10646 h 64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68619" h="641798">
                <a:moveTo>
                  <a:pt x="0" y="0"/>
                </a:moveTo>
                <a:lnTo>
                  <a:pt x="2468619" y="0"/>
                </a:lnTo>
                <a:lnTo>
                  <a:pt x="2468619" y="641798"/>
                </a:lnTo>
                <a:lnTo>
                  <a:pt x="0" y="641798"/>
                </a:lnTo>
                <a:lnTo>
                  <a:pt x="0" y="631152"/>
                </a:lnTo>
                <a:lnTo>
                  <a:pt x="310253" y="320899"/>
                </a:lnTo>
                <a:lnTo>
                  <a:pt x="0" y="1064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194560" y="4531995"/>
            <a:ext cx="857250" cy="52197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db.</a:t>
            </a:r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js</a:t>
            </a:r>
            <a:endParaRPr lang="en-US" altLang="zh-CN" sz="28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525905" y="4553585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1419225" y="4518660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TextBox 82"/>
          <p:cNvSpPr txBox="1"/>
          <p:nvPr>
            <p:custDataLst>
              <p:tags r:id="rId7"/>
            </p:custDataLst>
          </p:nvPr>
        </p:nvSpPr>
        <p:spPr>
          <a:xfrm>
            <a:off x="967105" y="2900045"/>
            <a:ext cx="3304540" cy="11988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DuDa_APP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根目录下的数据库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该文件连接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要暴露定义的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conn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对象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8"/>
            </p:custDataLst>
          </p:nvPr>
        </p:nvSpPr>
        <p:spPr>
          <a:xfrm>
            <a:off x="7786370" y="4398010"/>
            <a:ext cx="3530600" cy="855980"/>
          </a:xfrm>
          <a:custGeom>
            <a:avLst/>
            <a:gdLst>
              <a:gd name="connsiteX0" fmla="*/ 0 w 2468619"/>
              <a:gd name="connsiteY0" fmla="*/ 0 h 641798"/>
              <a:gd name="connsiteX1" fmla="*/ 2147720 w 2468619"/>
              <a:gd name="connsiteY1" fmla="*/ 0 h 641798"/>
              <a:gd name="connsiteX2" fmla="*/ 2468619 w 2468619"/>
              <a:gd name="connsiteY2" fmla="*/ 320899 h 641798"/>
              <a:gd name="connsiteX3" fmla="*/ 2147720 w 2468619"/>
              <a:gd name="connsiteY3" fmla="*/ 641798 h 641798"/>
              <a:gd name="connsiteX4" fmla="*/ 0 w 2468619"/>
              <a:gd name="connsiteY4" fmla="*/ 641798 h 64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8619" h="641798">
                <a:moveTo>
                  <a:pt x="0" y="0"/>
                </a:moveTo>
                <a:lnTo>
                  <a:pt x="2147720" y="0"/>
                </a:lnTo>
                <a:lnTo>
                  <a:pt x="2468619" y="320899"/>
                </a:lnTo>
                <a:lnTo>
                  <a:pt x="2147720" y="641798"/>
                </a:lnTo>
                <a:lnTo>
                  <a:pt x="0" y="6417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8829675" y="4516755"/>
            <a:ext cx="1371600" cy="52197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index.js</a:t>
            </a:r>
            <a:endParaRPr lang="en-US" altLang="zh-CN" sz="28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8126730" y="4552950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8020050" y="4518025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TextBox 82"/>
          <p:cNvSpPr txBox="1"/>
          <p:nvPr>
            <p:custDataLst>
              <p:tags r:id="rId12"/>
            </p:custDataLst>
          </p:nvPr>
        </p:nvSpPr>
        <p:spPr>
          <a:xfrm>
            <a:off x="8126730" y="2900045"/>
            <a:ext cx="3404235" cy="11988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routes/index.js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路由文件加载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db.js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db.js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中的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conn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对象进行数据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查询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将查询结果发送到模板引擎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index.ejs</a:t>
            </a:r>
            <a:endParaRPr lang="en-US" altLang="zh-CN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编写路由代码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图片 7" descr="C:/Users/TXY/Desktop/图片2.png图片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t="7560" b="7560"/>
          <a:stretch>
            <a:fillRect/>
          </a:stretch>
        </p:blipFill>
        <p:spPr>
          <a:xfrm>
            <a:off x="4420870" y="2010410"/>
            <a:ext cx="3326130" cy="425577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18" name="矩形 17"/>
          <p:cNvSpPr/>
          <p:nvPr>
            <p:custDataLst>
              <p:tags r:id="rId16"/>
            </p:custDataLst>
          </p:nvPr>
        </p:nvSpPr>
        <p:spPr>
          <a:xfrm>
            <a:off x="5200650" y="3449320"/>
            <a:ext cx="1563370" cy="35623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>
            <p:custDataLst>
              <p:tags r:id="rId17"/>
            </p:custDataLst>
          </p:nvPr>
        </p:nvSpPr>
        <p:spPr>
          <a:xfrm>
            <a:off x="4812665" y="5546725"/>
            <a:ext cx="1974850" cy="33020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Isosceles Triangle 2_1"/>
          <p:cNvSpPr/>
          <p:nvPr>
            <p:custDataLst>
              <p:tags r:id="rId18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" grpId="1" animBg="1"/>
      <p:bldP spid="6" grpId="1"/>
      <p:bldP spid="10" grpId="1"/>
      <p:bldP spid="11" grpId="1" animBg="1"/>
      <p:bldP spid="19" grpId="1"/>
      <p:bldP spid="20" grpId="0"/>
      <p:bldP spid="4" grpId="1" animBg="1"/>
      <p:bldP spid="7" grpId="1"/>
      <p:bldP spid="13" grpId="1"/>
      <p:bldP spid="14" grpId="1" animBg="1"/>
      <p:bldP spid="2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>
            <p:custDataLst>
              <p:tags r:id="rId1"/>
            </p:custDataLst>
          </p:nvPr>
        </p:nvSpPr>
        <p:spPr>
          <a:xfrm>
            <a:off x="3314700" y="1204595"/>
            <a:ext cx="7368540" cy="528828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1204595"/>
            <a:ext cx="7391400" cy="528828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583305" y="1415415"/>
            <a:ext cx="7116445" cy="507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mysql = require('mysql');	//引入mysql模块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//创建数据库连接对象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conn = mysql.createConnection({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host : 'localhost',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user : 'root',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password : '',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database : 'DuDaInfo'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//建立数据库连接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conn.connect(function(err){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if(err){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console.error('数据库连接失败！ ' + err.message);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return;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}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//把创建的conn对象暴露出去，以供其他模块使用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module.exports.conn = conn;</a:t>
            </a:r>
            <a:endParaRPr lang="en-US" altLang="zh-CN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657600" y="2280920"/>
            <a:ext cx="2680335" cy="112014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21005" y="2341245"/>
            <a:ext cx="4791075" cy="767080"/>
            <a:chOff x="663" y="4983"/>
            <a:chExt cx="7545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63" y="4983"/>
              <a:ext cx="3634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设置为自己的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密码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4841" y="6191"/>
              <a:ext cx="336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4841" y="535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449" y="535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449" y="501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8060" y="1585595"/>
            <a:ext cx="1322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db.js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21640" y="5645785"/>
            <a:ext cx="6399530" cy="767080"/>
            <a:chOff x="664" y="7147"/>
            <a:chExt cx="10078" cy="1208"/>
          </a:xfrm>
        </p:grpSpPr>
        <p:sp>
          <p:nvSpPr>
            <p:cNvPr id="5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64" y="7147"/>
              <a:ext cx="3669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exports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conn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4877" y="8355"/>
              <a:ext cx="586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4877" y="751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4485" y="751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4485" y="718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ldLvl="0" animBg="1"/>
      <p:bldP spid="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圆角矩形 25"/>
          <p:cNvSpPr/>
          <p:nvPr>
            <p:custDataLst>
              <p:tags r:id="rId1"/>
            </p:custDataLst>
          </p:nvPr>
        </p:nvSpPr>
        <p:spPr>
          <a:xfrm>
            <a:off x="3301365" y="674370"/>
            <a:ext cx="8093710" cy="569468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4"/>
            </p:custDataLst>
          </p:nvPr>
        </p:nvSpPr>
        <p:spPr>
          <a:xfrm>
            <a:off x="3322955" y="674370"/>
            <a:ext cx="8123555" cy="569531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571875" y="889000"/>
            <a:ext cx="7811770" cy="507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express = require('express');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buClrTx/>
              <a:buSzTx/>
              <a:buFontTx/>
            </a:pP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const db= require('../db.js');  // 注意路径</a:t>
            </a:r>
            <a:endParaRPr lang="en-US" altLang="zh-CN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router = express.Router();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buClrTx/>
              <a:buSzTx/>
              <a:buFontTx/>
            </a:pP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/*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首页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*/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router.get('/', function(req, res, next) {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var  sql = '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SELECT id,name,price,image,add_time FROM product order by add_time desc limit 0,4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';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db.conn.query(sql,function (err,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result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) {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if(err){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console.log('[SELECT ERROR] - ',err.message);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return;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}  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console.log(result);  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 注意：返回的是一个数组[{...},{...},...,{...}]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res.render('index.ejs', {products :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result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});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module.exports = router;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475355" y="2012315"/>
            <a:ext cx="7639685" cy="36068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4470" y="2614295"/>
            <a:ext cx="7981315" cy="767080"/>
            <a:chOff x="322" y="4453"/>
            <a:chExt cx="12569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4453"/>
              <a:ext cx="4215" cy="12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模块的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query()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方法根据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SQL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语句查询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5661"/>
              <a:ext cx="781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5081" y="482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89" y="448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204470" y="5076190"/>
            <a:ext cx="8441055" cy="868680"/>
            <a:chOff x="322" y="6178"/>
            <a:chExt cx="13293" cy="1368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22" y="6442"/>
              <a:ext cx="4215" cy="11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查询结果带到渲染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模板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index.ejs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081" y="6178"/>
              <a:ext cx="853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>
              <a:off x="5081" y="6178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4689" y="70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4689" y="6716"/>
              <a:ext cx="3" cy="70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7535" y="1585595"/>
            <a:ext cx="20935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routes/index.js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模板引擎解析数据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1295" y="2205355"/>
            <a:ext cx="4088765" cy="28295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图片 2" descr="C:/Users/TXY/Desktop/QQ图片20240601192217.pngQQ图片2024060119221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926965" y="1391920"/>
            <a:ext cx="7049770" cy="42246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9" name="圆角矩形 8"/>
          <p:cNvSpPr/>
          <p:nvPr>
            <p:custDataLst>
              <p:tags r:id="rId8"/>
            </p:custDataLst>
          </p:nvPr>
        </p:nvSpPr>
        <p:spPr>
          <a:xfrm>
            <a:off x="744855" y="5367020"/>
            <a:ext cx="2860675" cy="741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静态代码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红框内代码注释掉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圆角矩形 8"/>
          <p:cNvSpPr/>
          <p:nvPr>
            <p:custDataLst>
              <p:tags r:id="rId9"/>
            </p:custDataLst>
          </p:nvPr>
        </p:nvSpPr>
        <p:spPr>
          <a:xfrm>
            <a:off x="6660515" y="5770880"/>
            <a:ext cx="3875405" cy="72580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动态代码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for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循环结合原有样式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输出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右箭头 5"/>
          <p:cNvSpPr/>
          <p:nvPr>
            <p:custDataLst>
              <p:tags r:id="rId10"/>
            </p:custDataLst>
          </p:nvPr>
        </p:nvSpPr>
        <p:spPr>
          <a:xfrm>
            <a:off x="4290060" y="3384550"/>
            <a:ext cx="636905" cy="39497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Isosceles Triangle 2_1"/>
          <p:cNvSpPr/>
          <p:nvPr>
            <p:custDataLst>
              <p:tags r:id="rId11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431790" y="2677160"/>
            <a:ext cx="6445250" cy="227774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700520" y="3712845"/>
            <a:ext cx="188404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6302375" y="3926840"/>
            <a:ext cx="16903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213215" y="3926840"/>
            <a:ext cx="16903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5" grpId="0" bldLvl="0" animBg="1"/>
      <p:bldP spid="6" grpId="0" bldLvl="0" animBg="1"/>
      <p:bldP spid="6" grpId="1" animBg="1"/>
      <p:bldP spid="59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3322320" y="1028700"/>
            <a:ext cx="8055610" cy="537527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934720"/>
            <a:ext cx="8093710" cy="561276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597275" y="1028065"/>
            <a:ext cx="7705090" cy="51320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&lt;!-- 产品展示 --&gt;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&lt;section class="product"&gt;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&lt;h2&gt;产品展示&lt;/h2&gt;&lt;a href="#"&gt;更多产品&lt;/a&gt;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&lt;ul&gt;</a:t>
            </a:r>
            <a:endParaRPr lang="en-US" altLang="zh-CN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</a:t>
            </a:r>
            <a:r>
              <a:rPr lang="en-US" altLang="zh-CN"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</a:t>
            </a:r>
            <a:endParaRPr lang="en-US" altLang="zh-CN" sz="160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// 将路由中传递过来的数据解析显示在页面中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for(var i=0;i&lt;products.length;i++)</a:t>
            </a:r>
            <a:r>
              <a:rPr lang="en-US" altLang="zh-CN" sz="1600" b="1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{</a:t>
            </a:r>
            <a:r>
              <a:rPr lang="en-US" altLang="zh-CN"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		</a:t>
            </a:r>
            <a:endParaRPr lang="en-US" altLang="zh-CN" sz="160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%&gt;	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    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&lt;li&gt;</a:t>
            </a:r>
            <a:endParaRPr lang="en-US" altLang="zh-CN" sz="16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         &lt;a href=""&gt;							&lt;IMG src="/&lt;%= products[i].image %&gt;" alt="" /&gt;			&lt;P&gt;&lt;%= products[i].name %&gt;&lt;/br&gt;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           &lt;span&gt;价格：￥&lt;%= products[i].price %&gt;元 &lt;/span&gt;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      &lt;/p&gt;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       &lt;/a&gt;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 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&lt;/li&gt;</a:t>
            </a:r>
            <a:endParaRPr lang="en-US" altLang="zh-CN" sz="16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</a:t>
            </a:r>
            <a:r>
              <a:rPr lang="en-US" altLang="zh-CN"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</a:t>
            </a:r>
            <a:endParaRPr lang="en-US" altLang="zh-CN" sz="160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</a:t>
            </a:r>
            <a:r>
              <a:rPr lang="en-US" altLang="zh-CN" sz="1600" b="1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</a:t>
            </a:r>
            <a:r>
              <a:rPr lang="en-US" altLang="zh-CN"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	</a:t>
            </a:r>
            <a:endParaRPr lang="en-US" altLang="zh-CN" sz="160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%&gt;  </a:t>
            </a:r>
            <a:endParaRPr lang="en-US" altLang="zh-CN" sz="160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&lt;/ul&gt;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&lt;/section&gt;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&lt;!-- 产品展示 --&gt;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149725" y="2524760"/>
            <a:ext cx="4145280" cy="2921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149725" y="5222875"/>
            <a:ext cx="4145280" cy="26987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4470" y="2995295"/>
            <a:ext cx="9013190" cy="767080"/>
            <a:chOff x="322" y="4717"/>
            <a:chExt cx="14194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4717"/>
              <a:ext cx="4215" cy="12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每条商品数据是对象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注意商品名等属性调用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5925"/>
              <a:ext cx="943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5081" y="508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689" y="508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89" y="475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1975" y="1585595"/>
            <a:ext cx="20751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views/index.ejs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508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客户端代码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31470" y="4724400"/>
            <a:ext cx="7960360" cy="767080"/>
            <a:chOff x="322" y="4717"/>
            <a:chExt cx="12536" cy="1208"/>
          </a:xfrm>
        </p:grpSpPr>
        <p:sp>
          <p:nvSpPr>
            <p:cNvPr id="14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2" y="4717"/>
              <a:ext cx="4215" cy="10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for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循环结束的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“}”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不能少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5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5925"/>
              <a:ext cx="777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5081" y="508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508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>
              <a:off x="4689" y="475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59" grpId="0" bldLvl="0" animBg="1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452437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5.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启动项目，浏览页面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TextBox 3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47190" y="1853565"/>
            <a:ext cx="420560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启动项目</a:t>
            </a:r>
            <a:endParaRPr lang="zh-CN" altLang="en-US" sz="28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A02020204030203" pitchFamily="34" charset="0"/>
              <a:sym typeface="Arial" panose="020B0604020202020204" pitchFamily="34" charset="0"/>
            </a:endParaRPr>
          </a:p>
        </p:txBody>
      </p:sp>
      <p:sp>
        <p:nvSpPr>
          <p:cNvPr id="27" name="TextBox 3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39900" y="2492375"/>
            <a:ext cx="4450715" cy="685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进入项目文件夹，打开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CMD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窗口</a:t>
            </a:r>
            <a:endParaRPr 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nodemon</a:t>
            </a:r>
            <a:r>
              <a:rPr lang="en-US" sz="16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app.js</a:t>
            </a:r>
            <a:endParaRPr lang="en-US" sz="16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Oval 100"/>
          <p:cNvSpPr/>
          <p:nvPr>
            <p:custDataLst>
              <p:tags r:id="rId6"/>
            </p:custDataLst>
          </p:nvPr>
        </p:nvSpPr>
        <p:spPr bwMode="auto">
          <a:xfrm flipH="1">
            <a:off x="967105" y="1831340"/>
            <a:ext cx="556260" cy="5568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9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Freeform 73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1122680" y="1962785"/>
            <a:ext cx="245745" cy="294005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3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647825" y="4164965"/>
            <a:ext cx="420560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浏览器测试</a:t>
            </a:r>
            <a:endParaRPr lang="zh-CN" altLang="en-US" sz="28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A02020204030203" pitchFamily="34" charset="0"/>
              <a:sym typeface="Arial" panose="020B0604020202020204" pitchFamily="34" charset="0"/>
            </a:endParaRPr>
          </a:p>
        </p:txBody>
      </p:sp>
      <p:sp>
        <p:nvSpPr>
          <p:cNvPr id="11" name="Oval 100"/>
          <p:cNvSpPr/>
          <p:nvPr>
            <p:custDataLst>
              <p:tags r:id="rId9"/>
            </p:custDataLst>
          </p:nvPr>
        </p:nvSpPr>
        <p:spPr bwMode="auto">
          <a:xfrm flipH="1">
            <a:off x="967740" y="4230370"/>
            <a:ext cx="556260" cy="5568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9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Freeform 73"/>
          <p:cNvSpPr>
            <a:spLocks noChangeAspect="1" noChangeArrowheads="1"/>
          </p:cNvSpPr>
          <p:nvPr>
            <p:custDataLst>
              <p:tags r:id="rId10"/>
            </p:custDataLst>
          </p:nvPr>
        </p:nvSpPr>
        <p:spPr bwMode="auto">
          <a:xfrm>
            <a:off x="1123315" y="4361815"/>
            <a:ext cx="245745" cy="294005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11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90" name="图片 190" descr="localhost_300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78400" y="438150"/>
            <a:ext cx="6752590" cy="5556885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58" name="矩形 57"/>
          <p:cNvSpPr/>
          <p:nvPr/>
        </p:nvSpPr>
        <p:spPr>
          <a:xfrm>
            <a:off x="5429250" y="2611755"/>
            <a:ext cx="3639185" cy="129286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TextBox 30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647825" y="4796155"/>
            <a:ext cx="311912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http://localhost:3005</a:t>
            </a:r>
            <a:endParaRPr lang="en-US" sz="1600" b="1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32" grpId="0" bldLvl="0" animBg="1"/>
      <p:bldP spid="33" grpId="0" bldLvl="0" animBg="1"/>
      <p:bldP spid="24" grpId="0"/>
      <p:bldP spid="27" grpId="0"/>
      <p:bldP spid="32" grpId="1" animBg="1"/>
      <p:bldP spid="33" grpId="1" animBg="1"/>
      <p:bldP spid="24" grpId="1"/>
      <p:bldP spid="27" grpId="1"/>
      <p:bldP spid="12" grpId="0" animBg="1"/>
      <p:bldP spid="11" grpId="0" animBg="1"/>
      <p:bldP spid="9" grpId="0"/>
      <p:bldP spid="3" grpId="0"/>
      <p:bldP spid="12" grpId="1" animBg="1"/>
      <p:bldP spid="11" grpId="1" animBg="1"/>
      <p:bldP spid="9" grpId="1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672082" y="157653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4649470" y="1977390"/>
            <a:ext cx="353060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4749165" y="2068830"/>
            <a:ext cx="1530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254625" y="1400175"/>
            <a:ext cx="5445760" cy="1036320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中结合模板引擎实现首页显示商品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1" name="圆角矩形 127"/>
          <p:cNvSpPr/>
          <p:nvPr>
            <p:custDataLst>
              <p:tags r:id="rId7"/>
            </p:custDataLst>
          </p:nvPr>
        </p:nvSpPr>
        <p:spPr>
          <a:xfrm>
            <a:off x="4649470" y="3570605"/>
            <a:ext cx="323850" cy="323215"/>
          </a:xfrm>
          <a:prstGeom prst="roundRect">
            <a:avLst/>
          </a:prstGeom>
          <a:solidFill>
            <a:schemeClr val="accent4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任意多边形 128"/>
          <p:cNvSpPr/>
          <p:nvPr>
            <p:custDataLst>
              <p:tags r:id="rId8"/>
            </p:custDataLst>
          </p:nvPr>
        </p:nvSpPr>
        <p:spPr>
          <a:xfrm>
            <a:off x="4730115" y="3664585"/>
            <a:ext cx="16827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0" name="矩形 79"/>
          <p:cNvSpPr/>
          <p:nvPr>
            <p:custDataLst>
              <p:tags r:id="rId9"/>
            </p:custDataLst>
          </p:nvPr>
        </p:nvSpPr>
        <p:spPr>
          <a:xfrm>
            <a:off x="5226050" y="2799080"/>
            <a:ext cx="5955665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实现步骤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创建项目文件夹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创建模板引擎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本地安装</a:t>
            </a:r>
            <a:r>
              <a:rPr lang="en-US" altLang="zh-CN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mysql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模块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编写路由代码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模板引擎解析数据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启动项目，浏览页面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圆角矩形 121"/>
          <p:cNvSpPr/>
          <p:nvPr>
            <p:custDataLst>
              <p:tags r:id="rId44"/>
            </p:custDataLst>
          </p:nvPr>
        </p:nvSpPr>
        <p:spPr>
          <a:xfrm>
            <a:off x="4649470" y="4951095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9" name="任意多边形 122"/>
          <p:cNvSpPr/>
          <p:nvPr>
            <p:custDataLst>
              <p:tags r:id="rId45"/>
            </p:custDataLst>
          </p:nvPr>
        </p:nvSpPr>
        <p:spPr>
          <a:xfrm>
            <a:off x="4740910" y="504253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矩形 90"/>
          <p:cNvSpPr/>
          <p:nvPr>
            <p:custDataLst>
              <p:tags r:id="rId46"/>
            </p:custDataLst>
          </p:nvPr>
        </p:nvSpPr>
        <p:spPr>
          <a:xfrm>
            <a:off x="5244465" y="4485640"/>
            <a:ext cx="3710305" cy="186753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任务实现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db.js  –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数据库配置文件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routes/index.js –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路由代码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views/index.ejs –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首页模板引擎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0" name="图片 89"/>
          <p:cNvPicPr/>
          <p:nvPr/>
        </p:nvPicPr>
        <p:blipFill>
          <a:blip r:embed="rId47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3" t="5082" r="7529" b="9008"/>
          <a:stretch>
            <a:fillRect/>
          </a:stretch>
        </p:blipFill>
        <p:spPr>
          <a:xfrm>
            <a:off x="9523433" y="4484279"/>
            <a:ext cx="2104004" cy="2035784"/>
          </a:xfrm>
          <a:prstGeom prst="rect">
            <a:avLst/>
          </a:prstGeom>
        </p:spPr>
      </p:pic>
    </p:spTree>
    <p:custDataLst>
      <p:tags r:id="rId4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0" grpId="0"/>
      <p:bldP spid="80" grpId="1"/>
      <p:bldP spid="91" grpId="0"/>
      <p:bldP spid="91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63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0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77.xml><?xml version="1.0" encoding="utf-8"?>
<p:tagLst xmlns:p="http://schemas.openxmlformats.org/presentationml/2006/main">
  <p:tag name="KSO_WM_SLIDE_BACKGROUND_TYPE" val="general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2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6"/>
  <p:tag name="KSO_WM_UNIT_FILL_TYPE" val="1"/>
</p:tagLst>
</file>

<file path=ppt/tags/tag686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88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6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9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9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0.xml><?xml version="1.0" encoding="utf-8"?>
<p:tagLst xmlns:p="http://schemas.openxmlformats.org/presentationml/2006/main">
  <p:tag name="KSO_WM_SLIDE_BACKGROUND_TYPE" val="general"/>
</p:tagLst>
</file>

<file path=ppt/tags/tag701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0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0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7.xml><?xml version="1.0" encoding="utf-8"?>
<p:tagLst xmlns:p="http://schemas.openxmlformats.org/presentationml/2006/main">
  <p:tag name="KSO_WM_SLIDE_BACKGROUND_TYPE" val="general"/>
</p:tagLst>
</file>

<file path=ppt/tags/tag7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2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5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20.xml><?xml version="1.0" encoding="utf-8"?>
<p:tagLst xmlns:p="http://schemas.openxmlformats.org/presentationml/2006/main">
  <p:tag name="KSO_WM_SLIDE_BACKGROUND_TYPE" val="general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8.xml><?xml version="1.0" encoding="utf-8"?>
<p:tagLst xmlns:p="http://schemas.openxmlformats.org/presentationml/2006/main">
  <p:tag name="KSO_WM_SLIDE_BACKGROUND_TYPE" val="general"/>
</p:tagLst>
</file>

<file path=ppt/tags/tag7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32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733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5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PA" val="v5.2.10"/>
</p:tagLst>
</file>

<file path=ppt/tags/tag738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40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741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2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3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5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6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47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4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49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5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5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52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5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5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6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6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6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6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66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6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6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6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70.xml><?xml version="1.0" encoding="utf-8"?>
<p:tagLst xmlns:p="http://schemas.openxmlformats.org/presentationml/2006/main">
  <p:tag name="KSO_WM_SLIDE_BACKGROUND_TYPE" val="general"/>
</p:tagLst>
</file>

<file path=ppt/tags/tag77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7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7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8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8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87.xml><?xml version="1.0" encoding="utf-8"?>
<p:tagLst xmlns:p="http://schemas.openxmlformats.org/presentationml/2006/main">
  <p:tag name="KSO_WM_SLIDE_BACKGROUND_TYPE" val="general"/>
</p:tagLst>
</file>

<file path=ppt/tags/tag78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9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9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03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04.xml><?xml version="1.0" encoding="utf-8"?>
<p:tagLst xmlns:p="http://schemas.openxmlformats.org/presentationml/2006/main">
  <p:tag name="KSO_WM_SLIDE_BACKGROUND_TYPE" val="general"/>
</p:tagLst>
</file>

<file path=ppt/tags/tag8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7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80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0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811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8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-0.25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8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4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8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1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2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4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25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2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2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1.xml><?xml version="1.0" encoding="utf-8"?>
<p:tagLst xmlns:p="http://schemas.openxmlformats.org/presentationml/2006/main">
  <p:tag name="KSO_WM_SLIDE_BACKGROUND_TYPE" val="general"/>
</p:tagLst>
</file>

<file path=ppt/tags/tag8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34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83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3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3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4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4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4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4.xml><?xml version="1.0" encoding="utf-8"?>
<p:tagLst xmlns:p="http://schemas.openxmlformats.org/presentationml/2006/main">
  <p:tag name="KSO_WM_SLIDE_BACKGROUND_TYPE" val="general"/>
</p:tagLst>
</file>

<file path=ppt/tags/tag8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47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48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8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5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5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57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58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5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2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8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8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8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8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87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88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8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9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91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92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93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94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2634</Words>
  <Application>WPS 演示</Application>
  <PresentationFormat>宽屏</PresentationFormat>
  <Paragraphs>249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634</cp:revision>
  <dcterms:created xsi:type="dcterms:W3CDTF">2020-10-23T09:50:00Z</dcterms:created>
  <dcterms:modified xsi:type="dcterms:W3CDTF">2024-07-17T02:00:32Z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72A9FCABA39D41A9A9D94B88E355BE47_13</vt:lpwstr>
  </property>
  <property fmtid="{D5CDD505-2E9C-101B-9397-08002B2CF9AE}" pid="3" name="KSOProductBuildVer">
    <vt:lpwstr>2052-12.1.0.17147</vt:lpwstr>
  </property>
</Properties>
</file>