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43" r:id="rId4"/>
    <p:sldId id="444" r:id="rId6"/>
    <p:sldId id="445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AFABAB"/>
    <a:srgbClr val="333333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38" y="222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834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F6036-E835-44CB-A25A-34C755DFD5D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6" Type="http://schemas.openxmlformats.org/officeDocument/2006/relationships/notesSlide" Target="../notesSlides/notesSlide2.xml"/><Relationship Id="rId75" Type="http://schemas.openxmlformats.org/officeDocument/2006/relationships/slideLayout" Target="../slideLayouts/slideLayout10.xml"/><Relationship Id="rId74" Type="http://schemas.openxmlformats.org/officeDocument/2006/relationships/tags" Target="../tags/tag662.xml"/><Relationship Id="rId73" Type="http://schemas.openxmlformats.org/officeDocument/2006/relationships/image" Target="../media/image3.png"/><Relationship Id="rId72" Type="http://schemas.openxmlformats.org/officeDocument/2006/relationships/image" Target="../media/image2.png"/><Relationship Id="rId71" Type="http://schemas.openxmlformats.org/officeDocument/2006/relationships/tags" Target="../tags/tag661.xml"/><Relationship Id="rId70" Type="http://schemas.openxmlformats.org/officeDocument/2006/relationships/tags" Target="../tags/tag660.xml"/><Relationship Id="rId7" Type="http://schemas.openxmlformats.org/officeDocument/2006/relationships/tags" Target="../tags/tag597.xml"/><Relationship Id="rId69" Type="http://schemas.openxmlformats.org/officeDocument/2006/relationships/tags" Target="../tags/tag659.xml"/><Relationship Id="rId68" Type="http://schemas.openxmlformats.org/officeDocument/2006/relationships/tags" Target="../tags/tag658.xml"/><Relationship Id="rId67" Type="http://schemas.openxmlformats.org/officeDocument/2006/relationships/tags" Target="../tags/tag657.xml"/><Relationship Id="rId66" Type="http://schemas.openxmlformats.org/officeDocument/2006/relationships/tags" Target="../tags/tag656.xml"/><Relationship Id="rId65" Type="http://schemas.openxmlformats.org/officeDocument/2006/relationships/tags" Target="../tags/tag655.xml"/><Relationship Id="rId64" Type="http://schemas.openxmlformats.org/officeDocument/2006/relationships/tags" Target="../tags/tag654.xml"/><Relationship Id="rId63" Type="http://schemas.openxmlformats.org/officeDocument/2006/relationships/tags" Target="../tags/tag653.xml"/><Relationship Id="rId62" Type="http://schemas.openxmlformats.org/officeDocument/2006/relationships/tags" Target="../tags/tag652.xml"/><Relationship Id="rId61" Type="http://schemas.openxmlformats.org/officeDocument/2006/relationships/tags" Target="../tags/tag651.xml"/><Relationship Id="rId60" Type="http://schemas.openxmlformats.org/officeDocument/2006/relationships/tags" Target="../tags/tag650.xml"/><Relationship Id="rId6" Type="http://schemas.openxmlformats.org/officeDocument/2006/relationships/tags" Target="../tags/tag596.xml"/><Relationship Id="rId59" Type="http://schemas.openxmlformats.org/officeDocument/2006/relationships/tags" Target="../tags/tag649.xml"/><Relationship Id="rId58" Type="http://schemas.openxmlformats.org/officeDocument/2006/relationships/tags" Target="../tags/tag648.xml"/><Relationship Id="rId57" Type="http://schemas.openxmlformats.org/officeDocument/2006/relationships/tags" Target="../tags/tag647.xml"/><Relationship Id="rId56" Type="http://schemas.openxmlformats.org/officeDocument/2006/relationships/tags" Target="../tags/tag646.xml"/><Relationship Id="rId55" Type="http://schemas.openxmlformats.org/officeDocument/2006/relationships/tags" Target="../tags/tag645.xml"/><Relationship Id="rId54" Type="http://schemas.openxmlformats.org/officeDocument/2006/relationships/tags" Target="../tags/tag644.xml"/><Relationship Id="rId53" Type="http://schemas.openxmlformats.org/officeDocument/2006/relationships/tags" Target="../tags/tag643.xml"/><Relationship Id="rId52" Type="http://schemas.openxmlformats.org/officeDocument/2006/relationships/tags" Target="../tags/tag642.xml"/><Relationship Id="rId51" Type="http://schemas.openxmlformats.org/officeDocument/2006/relationships/tags" Target="../tags/tag641.xml"/><Relationship Id="rId50" Type="http://schemas.openxmlformats.org/officeDocument/2006/relationships/tags" Target="../tags/tag640.xml"/><Relationship Id="rId5" Type="http://schemas.openxmlformats.org/officeDocument/2006/relationships/tags" Target="../tags/tag595.xml"/><Relationship Id="rId49" Type="http://schemas.openxmlformats.org/officeDocument/2006/relationships/tags" Target="../tags/tag639.xml"/><Relationship Id="rId48" Type="http://schemas.openxmlformats.org/officeDocument/2006/relationships/tags" Target="../tags/tag638.xml"/><Relationship Id="rId47" Type="http://schemas.openxmlformats.org/officeDocument/2006/relationships/tags" Target="../tags/tag637.xml"/><Relationship Id="rId46" Type="http://schemas.openxmlformats.org/officeDocument/2006/relationships/tags" Target="../tags/tag636.xml"/><Relationship Id="rId45" Type="http://schemas.openxmlformats.org/officeDocument/2006/relationships/tags" Target="../tags/tag635.xml"/><Relationship Id="rId44" Type="http://schemas.openxmlformats.org/officeDocument/2006/relationships/tags" Target="../tags/tag634.xml"/><Relationship Id="rId43" Type="http://schemas.openxmlformats.org/officeDocument/2006/relationships/tags" Target="../tags/tag633.xml"/><Relationship Id="rId42" Type="http://schemas.openxmlformats.org/officeDocument/2006/relationships/tags" Target="../tags/tag632.xml"/><Relationship Id="rId41" Type="http://schemas.openxmlformats.org/officeDocument/2006/relationships/tags" Target="../tags/tag631.xml"/><Relationship Id="rId40" Type="http://schemas.openxmlformats.org/officeDocument/2006/relationships/tags" Target="../tags/tag630.xml"/><Relationship Id="rId4" Type="http://schemas.openxmlformats.org/officeDocument/2006/relationships/tags" Target="../tags/tag594.xml"/><Relationship Id="rId39" Type="http://schemas.openxmlformats.org/officeDocument/2006/relationships/tags" Target="../tags/tag629.xml"/><Relationship Id="rId38" Type="http://schemas.openxmlformats.org/officeDocument/2006/relationships/tags" Target="../tags/tag628.xml"/><Relationship Id="rId37" Type="http://schemas.openxmlformats.org/officeDocument/2006/relationships/tags" Target="../tags/tag627.xml"/><Relationship Id="rId36" Type="http://schemas.openxmlformats.org/officeDocument/2006/relationships/tags" Target="../tags/tag626.xml"/><Relationship Id="rId35" Type="http://schemas.openxmlformats.org/officeDocument/2006/relationships/tags" Target="../tags/tag625.xml"/><Relationship Id="rId34" Type="http://schemas.openxmlformats.org/officeDocument/2006/relationships/tags" Target="../tags/tag624.xml"/><Relationship Id="rId33" Type="http://schemas.openxmlformats.org/officeDocument/2006/relationships/tags" Target="../tags/tag623.xml"/><Relationship Id="rId32" Type="http://schemas.openxmlformats.org/officeDocument/2006/relationships/tags" Target="../tags/tag622.xml"/><Relationship Id="rId31" Type="http://schemas.openxmlformats.org/officeDocument/2006/relationships/tags" Target="../tags/tag621.xml"/><Relationship Id="rId30" Type="http://schemas.openxmlformats.org/officeDocument/2006/relationships/tags" Target="../tags/tag620.xml"/><Relationship Id="rId3" Type="http://schemas.openxmlformats.org/officeDocument/2006/relationships/image" Target="../media/image1.png"/><Relationship Id="rId29" Type="http://schemas.openxmlformats.org/officeDocument/2006/relationships/tags" Target="../tags/tag619.xml"/><Relationship Id="rId28" Type="http://schemas.openxmlformats.org/officeDocument/2006/relationships/tags" Target="../tags/tag618.xml"/><Relationship Id="rId27" Type="http://schemas.openxmlformats.org/officeDocument/2006/relationships/tags" Target="../tags/tag617.xml"/><Relationship Id="rId26" Type="http://schemas.openxmlformats.org/officeDocument/2006/relationships/tags" Target="../tags/tag616.xml"/><Relationship Id="rId25" Type="http://schemas.openxmlformats.org/officeDocument/2006/relationships/tags" Target="../tags/tag615.xml"/><Relationship Id="rId24" Type="http://schemas.openxmlformats.org/officeDocument/2006/relationships/tags" Target="../tags/tag614.xml"/><Relationship Id="rId23" Type="http://schemas.openxmlformats.org/officeDocument/2006/relationships/tags" Target="../tags/tag613.xml"/><Relationship Id="rId22" Type="http://schemas.openxmlformats.org/officeDocument/2006/relationships/tags" Target="../tags/tag612.xml"/><Relationship Id="rId21" Type="http://schemas.openxmlformats.org/officeDocument/2006/relationships/tags" Target="../tags/tag611.xml"/><Relationship Id="rId20" Type="http://schemas.openxmlformats.org/officeDocument/2006/relationships/tags" Target="../tags/tag610.xml"/><Relationship Id="rId2" Type="http://schemas.openxmlformats.org/officeDocument/2006/relationships/tags" Target="../tags/tag593.xml"/><Relationship Id="rId19" Type="http://schemas.openxmlformats.org/officeDocument/2006/relationships/tags" Target="../tags/tag609.xml"/><Relationship Id="rId18" Type="http://schemas.openxmlformats.org/officeDocument/2006/relationships/tags" Target="../tags/tag608.xml"/><Relationship Id="rId17" Type="http://schemas.openxmlformats.org/officeDocument/2006/relationships/tags" Target="../tags/tag607.xml"/><Relationship Id="rId16" Type="http://schemas.openxmlformats.org/officeDocument/2006/relationships/tags" Target="../tags/tag606.xml"/><Relationship Id="rId15" Type="http://schemas.openxmlformats.org/officeDocument/2006/relationships/tags" Target="../tags/tag60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670.xml"/><Relationship Id="rId7" Type="http://schemas.openxmlformats.org/officeDocument/2006/relationships/tags" Target="../tags/tag669.xml"/><Relationship Id="rId6" Type="http://schemas.openxmlformats.org/officeDocument/2006/relationships/tags" Target="../tags/tag668.xml"/><Relationship Id="rId5" Type="http://schemas.openxmlformats.org/officeDocument/2006/relationships/tags" Target="../tags/tag667.xml"/><Relationship Id="rId4" Type="http://schemas.openxmlformats.org/officeDocument/2006/relationships/tags" Target="../tags/tag666.xml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76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677.xml"/><Relationship Id="rId1" Type="http://schemas.openxmlformats.org/officeDocument/2006/relationships/tags" Target="../tags/tag6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79.xml"/><Relationship Id="rId19" Type="http://schemas.openxmlformats.org/officeDocument/2006/relationships/tags" Target="../tags/tag696.xml"/><Relationship Id="rId18" Type="http://schemas.openxmlformats.org/officeDocument/2006/relationships/tags" Target="../tags/tag695.xml"/><Relationship Id="rId17" Type="http://schemas.openxmlformats.org/officeDocument/2006/relationships/tags" Target="../tags/tag694.xml"/><Relationship Id="rId16" Type="http://schemas.openxmlformats.org/officeDocument/2006/relationships/tags" Target="../tags/tag693.xml"/><Relationship Id="rId15" Type="http://schemas.openxmlformats.org/officeDocument/2006/relationships/tags" Target="../tags/tag692.xml"/><Relationship Id="rId14" Type="http://schemas.openxmlformats.org/officeDocument/2006/relationships/tags" Target="../tags/tag691.xml"/><Relationship Id="rId13" Type="http://schemas.openxmlformats.org/officeDocument/2006/relationships/tags" Target="../tags/tag690.xml"/><Relationship Id="rId12" Type="http://schemas.openxmlformats.org/officeDocument/2006/relationships/tags" Target="../tags/tag689.xml"/><Relationship Id="rId11" Type="http://schemas.openxmlformats.org/officeDocument/2006/relationships/tags" Target="../tags/tag688.xml"/><Relationship Id="rId10" Type="http://schemas.openxmlformats.org/officeDocument/2006/relationships/tags" Target="../tags/tag687.xml"/><Relationship Id="rId1" Type="http://schemas.openxmlformats.org/officeDocument/2006/relationships/tags" Target="../tags/tag67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5.xml"/><Relationship Id="rId8" Type="http://schemas.openxmlformats.org/officeDocument/2006/relationships/tags" Target="../tags/tag704.xml"/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10.xml"/><Relationship Id="rId13" Type="http://schemas.openxmlformats.org/officeDocument/2006/relationships/tags" Target="../tags/tag709.xml"/><Relationship Id="rId12" Type="http://schemas.openxmlformats.org/officeDocument/2006/relationships/tags" Target="../tags/tag708.xml"/><Relationship Id="rId11" Type="http://schemas.openxmlformats.org/officeDocument/2006/relationships/tags" Target="../tags/tag707.xml"/><Relationship Id="rId10" Type="http://schemas.openxmlformats.org/officeDocument/2006/relationships/tags" Target="../tags/tag706.xml"/><Relationship Id="rId1" Type="http://schemas.openxmlformats.org/officeDocument/2006/relationships/tags" Target="../tags/tag69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9.xml"/><Relationship Id="rId8" Type="http://schemas.openxmlformats.org/officeDocument/2006/relationships/tags" Target="../tags/tag718.xml"/><Relationship Id="rId7" Type="http://schemas.openxmlformats.org/officeDocument/2006/relationships/tags" Target="../tags/tag717.xml"/><Relationship Id="rId6" Type="http://schemas.openxmlformats.org/officeDocument/2006/relationships/tags" Target="../tags/tag716.xml"/><Relationship Id="rId5" Type="http://schemas.openxmlformats.org/officeDocument/2006/relationships/tags" Target="../tags/tag715.xml"/><Relationship Id="rId4" Type="http://schemas.openxmlformats.org/officeDocument/2006/relationships/tags" Target="../tags/tag714.xml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720.xml"/><Relationship Id="rId1" Type="http://schemas.openxmlformats.org/officeDocument/2006/relationships/tags" Target="../tags/tag7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8.xml"/><Relationship Id="rId8" Type="http://schemas.openxmlformats.org/officeDocument/2006/relationships/tags" Target="../tags/tag727.xml"/><Relationship Id="rId7" Type="http://schemas.openxmlformats.org/officeDocument/2006/relationships/tags" Target="../tags/tag726.xml"/><Relationship Id="rId6" Type="http://schemas.openxmlformats.org/officeDocument/2006/relationships/tags" Target="../tags/tag725.xml"/><Relationship Id="rId5" Type="http://schemas.openxmlformats.org/officeDocument/2006/relationships/tags" Target="../tags/tag724.xml"/><Relationship Id="rId4" Type="http://schemas.openxmlformats.org/officeDocument/2006/relationships/tags" Target="../tags/tag723.xml"/><Relationship Id="rId3" Type="http://schemas.openxmlformats.org/officeDocument/2006/relationships/image" Target="../media/image2.png"/><Relationship Id="rId2" Type="http://schemas.openxmlformats.org/officeDocument/2006/relationships/tags" Target="../tags/tag722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732.xml"/><Relationship Id="rId12" Type="http://schemas.openxmlformats.org/officeDocument/2006/relationships/tags" Target="../tags/tag731.xml"/><Relationship Id="rId11" Type="http://schemas.openxmlformats.org/officeDocument/2006/relationships/tags" Target="../tags/tag730.xml"/><Relationship Id="rId10" Type="http://schemas.openxmlformats.org/officeDocument/2006/relationships/tags" Target="../tags/tag729.xml"/><Relationship Id="rId1" Type="http://schemas.openxmlformats.org/officeDocument/2006/relationships/tags" Target="../tags/tag7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1.xml"/><Relationship Id="rId8" Type="http://schemas.openxmlformats.org/officeDocument/2006/relationships/tags" Target="../tags/tag740.xml"/><Relationship Id="rId7" Type="http://schemas.openxmlformats.org/officeDocument/2006/relationships/tags" Target="../tags/tag739.xml"/><Relationship Id="rId6" Type="http://schemas.openxmlformats.org/officeDocument/2006/relationships/tags" Target="../tags/tag738.xml"/><Relationship Id="rId5" Type="http://schemas.openxmlformats.org/officeDocument/2006/relationships/tags" Target="../tags/tag737.xml"/><Relationship Id="rId4" Type="http://schemas.openxmlformats.org/officeDocument/2006/relationships/tags" Target="../tags/tag736.xml"/><Relationship Id="rId3" Type="http://schemas.openxmlformats.org/officeDocument/2006/relationships/tags" Target="../tags/tag735.xml"/><Relationship Id="rId2" Type="http://schemas.openxmlformats.org/officeDocument/2006/relationships/tags" Target="../tags/tag734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744.xml"/><Relationship Id="rId12" Type="http://schemas.openxmlformats.org/officeDocument/2006/relationships/tags" Target="../tags/tag743.xml"/><Relationship Id="rId11" Type="http://schemas.openxmlformats.org/officeDocument/2006/relationships/tags" Target="../tags/tag742.xml"/><Relationship Id="rId10" Type="http://schemas.openxmlformats.org/officeDocument/2006/relationships/image" Target="../media/image3.png"/><Relationship Id="rId1" Type="http://schemas.openxmlformats.org/officeDocument/2006/relationships/tags" Target="../tags/tag73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3.xml"/><Relationship Id="rId8" Type="http://schemas.openxmlformats.org/officeDocument/2006/relationships/tags" Target="../tags/tag752.xml"/><Relationship Id="rId7" Type="http://schemas.openxmlformats.org/officeDocument/2006/relationships/tags" Target="../tags/tag751.xml"/><Relationship Id="rId6" Type="http://schemas.openxmlformats.org/officeDocument/2006/relationships/tags" Target="../tags/tag750.xml"/><Relationship Id="rId5" Type="http://schemas.openxmlformats.org/officeDocument/2006/relationships/tags" Target="../tags/tag749.xml"/><Relationship Id="rId4" Type="http://schemas.openxmlformats.org/officeDocument/2006/relationships/tags" Target="../tags/tag748.xml"/><Relationship Id="rId3" Type="http://schemas.openxmlformats.org/officeDocument/2006/relationships/tags" Target="../tags/tag747.xml"/><Relationship Id="rId25" Type="http://schemas.openxmlformats.org/officeDocument/2006/relationships/notesSlide" Target="../notesSlides/notesSlide10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766.xml"/><Relationship Id="rId22" Type="http://schemas.openxmlformats.org/officeDocument/2006/relationships/tags" Target="../tags/tag765.xml"/><Relationship Id="rId21" Type="http://schemas.openxmlformats.org/officeDocument/2006/relationships/tags" Target="../tags/tag764.xml"/><Relationship Id="rId20" Type="http://schemas.openxmlformats.org/officeDocument/2006/relationships/tags" Target="../tags/tag763.xml"/><Relationship Id="rId2" Type="http://schemas.openxmlformats.org/officeDocument/2006/relationships/tags" Target="../tags/tag746.xml"/><Relationship Id="rId19" Type="http://schemas.openxmlformats.org/officeDocument/2006/relationships/tags" Target="../tags/tag762.xml"/><Relationship Id="rId18" Type="http://schemas.openxmlformats.org/officeDocument/2006/relationships/tags" Target="../tags/tag761.xml"/><Relationship Id="rId17" Type="http://schemas.openxmlformats.org/officeDocument/2006/relationships/tags" Target="../tags/tag760.xml"/><Relationship Id="rId16" Type="http://schemas.openxmlformats.org/officeDocument/2006/relationships/tags" Target="../tags/tag759.xml"/><Relationship Id="rId15" Type="http://schemas.openxmlformats.org/officeDocument/2006/relationships/tags" Target="../tags/tag758.xml"/><Relationship Id="rId14" Type="http://schemas.openxmlformats.org/officeDocument/2006/relationships/tags" Target="../tags/tag757.xml"/><Relationship Id="rId13" Type="http://schemas.openxmlformats.org/officeDocument/2006/relationships/tags" Target="../tags/tag756.xml"/><Relationship Id="rId12" Type="http://schemas.openxmlformats.org/officeDocument/2006/relationships/tags" Target="../tags/tag755.xml"/><Relationship Id="rId11" Type="http://schemas.openxmlformats.org/officeDocument/2006/relationships/image" Target="../media/image7.png"/><Relationship Id="rId10" Type="http://schemas.openxmlformats.org/officeDocument/2006/relationships/tags" Target="../tags/tag754.xml"/><Relationship Id="rId1" Type="http://schemas.openxmlformats.org/officeDocument/2006/relationships/tags" Target="../tags/tag74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" Type="http://schemas.openxmlformats.org/officeDocument/2006/relationships/tags" Target="../tags/tag770.xml"/><Relationship Id="rId3" Type="http://schemas.openxmlformats.org/officeDocument/2006/relationships/tags" Target="../tags/tag769.xml"/><Relationship Id="rId25" Type="http://schemas.openxmlformats.org/officeDocument/2006/relationships/notesSlide" Target="../notesSlides/notesSlide11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788.xml"/><Relationship Id="rId22" Type="http://schemas.openxmlformats.org/officeDocument/2006/relationships/tags" Target="../tags/tag787.xml"/><Relationship Id="rId21" Type="http://schemas.openxmlformats.org/officeDocument/2006/relationships/tags" Target="../tags/tag786.xml"/><Relationship Id="rId20" Type="http://schemas.openxmlformats.org/officeDocument/2006/relationships/tags" Target="../tags/tag785.xml"/><Relationship Id="rId2" Type="http://schemas.openxmlformats.org/officeDocument/2006/relationships/tags" Target="../tags/tag768.xml"/><Relationship Id="rId19" Type="http://schemas.openxmlformats.org/officeDocument/2006/relationships/tags" Target="../tags/tag784.xml"/><Relationship Id="rId18" Type="http://schemas.openxmlformats.org/officeDocument/2006/relationships/tags" Target="../tags/tag783.xml"/><Relationship Id="rId17" Type="http://schemas.openxmlformats.org/officeDocument/2006/relationships/tags" Target="../tags/tag782.xml"/><Relationship Id="rId16" Type="http://schemas.openxmlformats.org/officeDocument/2006/relationships/tags" Target="../tags/tag781.xml"/><Relationship Id="rId15" Type="http://schemas.openxmlformats.org/officeDocument/2006/relationships/tags" Target="../tags/tag780.xml"/><Relationship Id="rId14" Type="http://schemas.openxmlformats.org/officeDocument/2006/relationships/tags" Target="../tags/tag779.xml"/><Relationship Id="rId13" Type="http://schemas.openxmlformats.org/officeDocument/2006/relationships/tags" Target="../tags/tag778.xml"/><Relationship Id="rId12" Type="http://schemas.openxmlformats.org/officeDocument/2006/relationships/tags" Target="../tags/tag777.xml"/><Relationship Id="rId11" Type="http://schemas.openxmlformats.org/officeDocument/2006/relationships/image" Target="../media/image8.png"/><Relationship Id="rId10" Type="http://schemas.openxmlformats.org/officeDocument/2006/relationships/tags" Target="../tags/tag776.xml"/><Relationship Id="rId1" Type="http://schemas.openxmlformats.org/officeDocument/2006/relationships/tags" Target="../tags/tag76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97.xml"/><Relationship Id="rId8" Type="http://schemas.openxmlformats.org/officeDocument/2006/relationships/tags" Target="../tags/tag796.xml"/><Relationship Id="rId7" Type="http://schemas.openxmlformats.org/officeDocument/2006/relationships/tags" Target="../tags/tag795.xml"/><Relationship Id="rId6" Type="http://schemas.openxmlformats.org/officeDocument/2006/relationships/tags" Target="../tags/tag794.xml"/><Relationship Id="rId5" Type="http://schemas.openxmlformats.org/officeDocument/2006/relationships/tags" Target="../tags/tag793.xml"/><Relationship Id="rId45" Type="http://schemas.openxmlformats.org/officeDocument/2006/relationships/notesSlide" Target="../notesSlides/notesSlide12.xml"/><Relationship Id="rId44" Type="http://schemas.openxmlformats.org/officeDocument/2006/relationships/slideLayout" Target="../slideLayouts/slideLayout10.xml"/><Relationship Id="rId43" Type="http://schemas.openxmlformats.org/officeDocument/2006/relationships/tags" Target="../tags/tag831.xml"/><Relationship Id="rId42" Type="http://schemas.openxmlformats.org/officeDocument/2006/relationships/tags" Target="../tags/tag830.xml"/><Relationship Id="rId41" Type="http://schemas.openxmlformats.org/officeDocument/2006/relationships/tags" Target="../tags/tag829.xml"/><Relationship Id="rId40" Type="http://schemas.openxmlformats.org/officeDocument/2006/relationships/tags" Target="../tags/tag828.xml"/><Relationship Id="rId4" Type="http://schemas.openxmlformats.org/officeDocument/2006/relationships/tags" Target="../tags/tag792.xml"/><Relationship Id="rId39" Type="http://schemas.openxmlformats.org/officeDocument/2006/relationships/tags" Target="../tags/tag827.xml"/><Relationship Id="rId38" Type="http://schemas.openxmlformats.org/officeDocument/2006/relationships/tags" Target="../tags/tag826.xml"/><Relationship Id="rId37" Type="http://schemas.openxmlformats.org/officeDocument/2006/relationships/tags" Target="../tags/tag825.xml"/><Relationship Id="rId36" Type="http://schemas.openxmlformats.org/officeDocument/2006/relationships/tags" Target="../tags/tag824.xml"/><Relationship Id="rId35" Type="http://schemas.openxmlformats.org/officeDocument/2006/relationships/tags" Target="../tags/tag823.xml"/><Relationship Id="rId34" Type="http://schemas.openxmlformats.org/officeDocument/2006/relationships/tags" Target="../tags/tag822.xml"/><Relationship Id="rId33" Type="http://schemas.openxmlformats.org/officeDocument/2006/relationships/tags" Target="../tags/tag821.xml"/><Relationship Id="rId32" Type="http://schemas.openxmlformats.org/officeDocument/2006/relationships/tags" Target="../tags/tag820.xml"/><Relationship Id="rId31" Type="http://schemas.openxmlformats.org/officeDocument/2006/relationships/tags" Target="../tags/tag819.xml"/><Relationship Id="rId30" Type="http://schemas.openxmlformats.org/officeDocument/2006/relationships/tags" Target="../tags/tag818.xml"/><Relationship Id="rId3" Type="http://schemas.openxmlformats.org/officeDocument/2006/relationships/tags" Target="../tags/tag791.xml"/><Relationship Id="rId29" Type="http://schemas.openxmlformats.org/officeDocument/2006/relationships/tags" Target="../tags/tag817.xml"/><Relationship Id="rId28" Type="http://schemas.openxmlformats.org/officeDocument/2006/relationships/tags" Target="../tags/tag816.xml"/><Relationship Id="rId27" Type="http://schemas.openxmlformats.org/officeDocument/2006/relationships/tags" Target="../tags/tag815.xml"/><Relationship Id="rId26" Type="http://schemas.openxmlformats.org/officeDocument/2006/relationships/tags" Target="../tags/tag814.xml"/><Relationship Id="rId25" Type="http://schemas.openxmlformats.org/officeDocument/2006/relationships/tags" Target="../tags/tag813.xml"/><Relationship Id="rId24" Type="http://schemas.openxmlformats.org/officeDocument/2006/relationships/tags" Target="../tags/tag812.xml"/><Relationship Id="rId23" Type="http://schemas.openxmlformats.org/officeDocument/2006/relationships/tags" Target="../tags/tag811.xml"/><Relationship Id="rId22" Type="http://schemas.openxmlformats.org/officeDocument/2006/relationships/tags" Target="../tags/tag810.xml"/><Relationship Id="rId21" Type="http://schemas.openxmlformats.org/officeDocument/2006/relationships/tags" Target="../tags/tag809.xml"/><Relationship Id="rId20" Type="http://schemas.openxmlformats.org/officeDocument/2006/relationships/tags" Target="../tags/tag808.xml"/><Relationship Id="rId2" Type="http://schemas.openxmlformats.org/officeDocument/2006/relationships/tags" Target="../tags/tag790.xml"/><Relationship Id="rId19" Type="http://schemas.openxmlformats.org/officeDocument/2006/relationships/tags" Target="../tags/tag807.xml"/><Relationship Id="rId18" Type="http://schemas.openxmlformats.org/officeDocument/2006/relationships/tags" Target="../tags/tag806.xml"/><Relationship Id="rId17" Type="http://schemas.openxmlformats.org/officeDocument/2006/relationships/tags" Target="../tags/tag805.xml"/><Relationship Id="rId16" Type="http://schemas.openxmlformats.org/officeDocument/2006/relationships/tags" Target="../tags/tag804.xml"/><Relationship Id="rId15" Type="http://schemas.openxmlformats.org/officeDocument/2006/relationships/tags" Target="../tags/tag803.xml"/><Relationship Id="rId14" Type="http://schemas.openxmlformats.org/officeDocument/2006/relationships/tags" Target="../tags/tag802.xml"/><Relationship Id="rId13" Type="http://schemas.openxmlformats.org/officeDocument/2006/relationships/tags" Target="../tags/tag801.xml"/><Relationship Id="rId12" Type="http://schemas.openxmlformats.org/officeDocument/2006/relationships/tags" Target="../tags/tag800.xml"/><Relationship Id="rId11" Type="http://schemas.openxmlformats.org/officeDocument/2006/relationships/tags" Target="../tags/tag799.xml"/><Relationship Id="rId10" Type="http://schemas.openxmlformats.org/officeDocument/2006/relationships/tags" Target="../tags/tag798.xml"/><Relationship Id="rId1" Type="http://schemas.openxmlformats.org/officeDocument/2006/relationships/tags" Target="../tags/tag78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33.xml"/><Relationship Id="rId1" Type="http://schemas.openxmlformats.org/officeDocument/2006/relationships/tags" Target="../tags/tag8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文件</a:t>
            </a: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打开与关闭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1331595" y="4868545"/>
            <a:ext cx="9276080" cy="1196975"/>
            <a:chOff x="2097" y="7667"/>
            <a:chExt cx="14608" cy="1885"/>
          </a:xfrm>
        </p:grpSpPr>
        <p:sp>
          <p:nvSpPr>
            <p:cNvPr id="31" name="TextBox 3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097" y="8204"/>
              <a:ext cx="1460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Node.js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是如何实现文件的打开和关闭呢？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ï$líḍe"/>
            <p:cNvSpPr/>
            <p:nvPr>
              <p:custDataLst>
                <p:tags r:id="rId5"/>
              </p:custDataLst>
            </p:nvPr>
          </p:nvSpPr>
          <p:spPr bwMode="auto">
            <a:xfrm>
              <a:off x="3593" y="8559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îşľîḋé"/>
            <p:cNvSpPr/>
            <p:nvPr>
              <p:custDataLst>
                <p:tags r:id="rId6"/>
              </p:custDataLst>
            </p:nvPr>
          </p:nvSpPr>
          <p:spPr bwMode="auto">
            <a:xfrm>
              <a:off x="3111" y="9470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îśḷïḋé"/>
            <p:cNvSpPr/>
            <p:nvPr>
              <p:custDataLst>
                <p:tags r:id="rId7"/>
              </p:custDataLst>
            </p:nvPr>
          </p:nvSpPr>
          <p:spPr bwMode="auto">
            <a:xfrm>
              <a:off x="3417" y="8648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iṩḷïďê"/>
            <p:cNvSpPr/>
            <p:nvPr>
              <p:custDataLst>
                <p:tags r:id="rId8"/>
              </p:custDataLst>
            </p:nvPr>
          </p:nvSpPr>
          <p:spPr bwMode="auto">
            <a:xfrm>
              <a:off x="3605" y="8673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îsľîḋé"/>
            <p:cNvSpPr/>
            <p:nvPr>
              <p:custDataLst>
                <p:tags r:id="rId9"/>
              </p:custDataLst>
            </p:nvPr>
          </p:nvSpPr>
          <p:spPr bwMode="auto">
            <a:xfrm>
              <a:off x="3260" y="8726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ïsḻïdê"/>
            <p:cNvSpPr/>
            <p:nvPr>
              <p:custDataLst>
                <p:tags r:id="rId10"/>
              </p:custDataLst>
            </p:nvPr>
          </p:nvSpPr>
          <p:spPr bwMode="auto">
            <a:xfrm>
              <a:off x="3274" y="8722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iS1îḍê"/>
            <p:cNvSpPr/>
            <p:nvPr>
              <p:custDataLst>
                <p:tags r:id="rId11"/>
              </p:custDataLst>
            </p:nvPr>
          </p:nvSpPr>
          <p:spPr bwMode="auto">
            <a:xfrm>
              <a:off x="3272" y="8811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işļíḓé"/>
            <p:cNvSpPr/>
            <p:nvPr>
              <p:custDataLst>
                <p:tags r:id="rId12"/>
              </p:custDataLst>
            </p:nvPr>
          </p:nvSpPr>
          <p:spPr bwMode="auto">
            <a:xfrm>
              <a:off x="3262" y="8773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iŝ1îḓé"/>
            <p:cNvSpPr/>
            <p:nvPr>
              <p:custDataLst>
                <p:tags r:id="rId13"/>
              </p:custDataLst>
            </p:nvPr>
          </p:nvSpPr>
          <p:spPr bwMode="auto">
            <a:xfrm>
              <a:off x="3347" y="9047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íşlíḑè"/>
            <p:cNvSpPr/>
            <p:nvPr>
              <p:custDataLst>
                <p:tags r:id="rId14"/>
              </p:custDataLst>
            </p:nvPr>
          </p:nvSpPr>
          <p:spPr bwMode="auto">
            <a:xfrm>
              <a:off x="3407" y="9467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3214" y="9047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ïŝlïḓe"/>
            <p:cNvSpPr/>
            <p:nvPr>
              <p:custDataLst>
                <p:tags r:id="rId16"/>
              </p:custDataLst>
            </p:nvPr>
          </p:nvSpPr>
          <p:spPr bwMode="auto">
            <a:xfrm>
              <a:off x="3274" y="9466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îṡḻîḓê"/>
            <p:cNvSpPr/>
            <p:nvPr>
              <p:custDataLst>
                <p:tags r:id="rId17"/>
              </p:custDataLst>
            </p:nvPr>
          </p:nvSpPr>
          <p:spPr bwMode="auto">
            <a:xfrm>
              <a:off x="3164" y="9045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ísľïḍé"/>
            <p:cNvSpPr/>
            <p:nvPr>
              <p:custDataLst>
                <p:tags r:id="rId18"/>
              </p:custDataLst>
            </p:nvPr>
          </p:nvSpPr>
          <p:spPr bwMode="auto">
            <a:xfrm>
              <a:off x="3185" y="9093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îṡľiḓe"/>
            <p:cNvSpPr/>
            <p:nvPr>
              <p:custDataLst>
                <p:tags r:id="rId19"/>
              </p:custDataLst>
            </p:nvPr>
          </p:nvSpPr>
          <p:spPr bwMode="auto">
            <a:xfrm>
              <a:off x="3253" y="9105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šľîdè"/>
            <p:cNvSpPr/>
            <p:nvPr>
              <p:custDataLst>
                <p:tags r:id="rId20"/>
              </p:custDataLst>
            </p:nvPr>
          </p:nvSpPr>
          <p:spPr bwMode="auto">
            <a:xfrm>
              <a:off x="3330" y="9105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íṡlîḓe"/>
            <p:cNvSpPr/>
            <p:nvPr>
              <p:custDataLst>
                <p:tags r:id="rId21"/>
              </p:custDataLst>
            </p:nvPr>
          </p:nvSpPr>
          <p:spPr bwMode="auto">
            <a:xfrm>
              <a:off x="3367" y="9093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ís1ïďè"/>
            <p:cNvSpPr/>
            <p:nvPr>
              <p:custDataLst>
                <p:tags r:id="rId22"/>
              </p:custDataLst>
            </p:nvPr>
          </p:nvSpPr>
          <p:spPr bwMode="auto">
            <a:xfrm>
              <a:off x="3409" y="9081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îṣ1íďé"/>
            <p:cNvSpPr/>
            <p:nvPr>
              <p:custDataLst>
                <p:tags r:id="rId23"/>
              </p:custDataLst>
            </p:nvPr>
          </p:nvSpPr>
          <p:spPr bwMode="auto">
            <a:xfrm>
              <a:off x="3451" y="9060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ïṧḷiḋè"/>
            <p:cNvSpPr/>
            <p:nvPr>
              <p:custDataLst>
                <p:tags r:id="rId24"/>
              </p:custDataLst>
            </p:nvPr>
          </p:nvSpPr>
          <p:spPr bwMode="auto">
            <a:xfrm>
              <a:off x="3185" y="8772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ïṥ1iḍê"/>
            <p:cNvSpPr/>
            <p:nvPr>
              <p:custDataLst>
                <p:tags r:id="rId25"/>
              </p:custDataLst>
            </p:nvPr>
          </p:nvSpPr>
          <p:spPr bwMode="auto">
            <a:xfrm>
              <a:off x="3240" y="8780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îşlîḍè"/>
            <p:cNvSpPr/>
            <p:nvPr>
              <p:custDataLst>
                <p:tags r:id="rId26"/>
              </p:custDataLst>
            </p:nvPr>
          </p:nvSpPr>
          <p:spPr bwMode="auto">
            <a:xfrm>
              <a:off x="3336" y="8765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îṧľíḋe"/>
            <p:cNvSpPr/>
            <p:nvPr>
              <p:custDataLst>
                <p:tags r:id="rId27"/>
              </p:custDataLst>
            </p:nvPr>
          </p:nvSpPr>
          <p:spPr bwMode="auto">
            <a:xfrm>
              <a:off x="3337" y="8978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îṥļiḍe"/>
            <p:cNvSpPr/>
            <p:nvPr>
              <p:custDataLst>
                <p:tags r:id="rId28"/>
              </p:custDataLst>
            </p:nvPr>
          </p:nvSpPr>
          <p:spPr bwMode="auto">
            <a:xfrm>
              <a:off x="3343" y="90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i$ḻïḓè"/>
            <p:cNvSpPr/>
            <p:nvPr>
              <p:custDataLst>
                <p:tags r:id="rId29"/>
              </p:custDataLst>
            </p:nvPr>
          </p:nvSpPr>
          <p:spPr bwMode="auto">
            <a:xfrm>
              <a:off x="3350" y="9044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íś1iḓe"/>
            <p:cNvSpPr/>
            <p:nvPr>
              <p:custDataLst>
                <p:tags r:id="rId30"/>
              </p:custDataLst>
            </p:nvPr>
          </p:nvSpPr>
          <p:spPr bwMode="auto">
            <a:xfrm>
              <a:off x="2997" y="8294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ïṩḷiḋê"/>
            <p:cNvSpPr/>
            <p:nvPr>
              <p:custDataLst>
                <p:tags r:id="rId31"/>
              </p:custDataLst>
            </p:nvPr>
          </p:nvSpPr>
          <p:spPr bwMode="auto">
            <a:xfrm>
              <a:off x="3126" y="8686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iSlîḓe"/>
            <p:cNvSpPr/>
            <p:nvPr>
              <p:custDataLst>
                <p:tags r:id="rId32"/>
              </p:custDataLst>
            </p:nvPr>
          </p:nvSpPr>
          <p:spPr bwMode="auto">
            <a:xfrm>
              <a:off x="3239" y="8658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iṣľîḍé"/>
            <p:cNvSpPr/>
            <p:nvPr>
              <p:custDataLst>
                <p:tags r:id="rId33"/>
              </p:custDataLst>
            </p:nvPr>
          </p:nvSpPr>
          <p:spPr bwMode="auto">
            <a:xfrm>
              <a:off x="3251" y="8654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îṧ1ïdè"/>
            <p:cNvSpPr/>
            <p:nvPr>
              <p:custDataLst>
                <p:tags r:id="rId34"/>
              </p:custDataLst>
            </p:nvPr>
          </p:nvSpPr>
          <p:spPr bwMode="auto">
            <a:xfrm>
              <a:off x="3267" y="8644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iṧlïḋe"/>
            <p:cNvSpPr/>
            <p:nvPr>
              <p:custDataLst>
                <p:tags r:id="rId35"/>
              </p:custDataLst>
            </p:nvPr>
          </p:nvSpPr>
          <p:spPr bwMode="auto">
            <a:xfrm>
              <a:off x="3381" y="8605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íṣ1íḍê"/>
            <p:cNvSpPr/>
            <p:nvPr>
              <p:custDataLst>
                <p:tags r:id="rId36"/>
              </p:custDataLst>
            </p:nvPr>
          </p:nvSpPr>
          <p:spPr bwMode="auto">
            <a:xfrm>
              <a:off x="3395" y="8600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îṡľîďè"/>
            <p:cNvSpPr/>
            <p:nvPr>
              <p:custDataLst>
                <p:tags r:id="rId37"/>
              </p:custDataLst>
            </p:nvPr>
          </p:nvSpPr>
          <p:spPr bwMode="auto">
            <a:xfrm>
              <a:off x="3409" y="8602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ïśľîḓe"/>
            <p:cNvSpPr/>
            <p:nvPr>
              <p:custDataLst>
                <p:tags r:id="rId38"/>
              </p:custDataLst>
            </p:nvPr>
          </p:nvSpPr>
          <p:spPr bwMode="auto">
            <a:xfrm>
              <a:off x="3355" y="8530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ïšḻíḋê"/>
            <p:cNvSpPr/>
            <p:nvPr>
              <p:custDataLst>
                <p:tags r:id="rId39"/>
              </p:custDataLst>
            </p:nvPr>
          </p:nvSpPr>
          <p:spPr bwMode="auto">
            <a:xfrm>
              <a:off x="3380" y="8535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işľídè"/>
            <p:cNvSpPr/>
            <p:nvPr>
              <p:custDataLst>
                <p:tags r:id="rId40"/>
              </p:custDataLst>
            </p:nvPr>
          </p:nvSpPr>
          <p:spPr bwMode="auto">
            <a:xfrm>
              <a:off x="3210" y="8571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îsḷiḍe"/>
            <p:cNvSpPr/>
            <p:nvPr>
              <p:custDataLst>
                <p:tags r:id="rId41"/>
              </p:custDataLst>
            </p:nvPr>
          </p:nvSpPr>
          <p:spPr bwMode="auto">
            <a:xfrm>
              <a:off x="3236" y="8578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iṧlîde"/>
            <p:cNvSpPr/>
            <p:nvPr>
              <p:custDataLst>
                <p:tags r:id="rId42"/>
              </p:custDataLst>
            </p:nvPr>
          </p:nvSpPr>
          <p:spPr bwMode="auto">
            <a:xfrm>
              <a:off x="3195" y="8522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ísḷîdé"/>
            <p:cNvSpPr/>
            <p:nvPr>
              <p:custDataLst>
                <p:tags r:id="rId43"/>
              </p:custDataLst>
            </p:nvPr>
          </p:nvSpPr>
          <p:spPr bwMode="auto">
            <a:xfrm>
              <a:off x="3320" y="8473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ïṡ1idè"/>
            <p:cNvSpPr/>
            <p:nvPr>
              <p:custDataLst>
                <p:tags r:id="rId44"/>
              </p:custDataLst>
            </p:nvPr>
          </p:nvSpPr>
          <p:spPr bwMode="auto">
            <a:xfrm>
              <a:off x="3298" y="8661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işliḋè"/>
            <p:cNvSpPr/>
            <p:nvPr>
              <p:custDataLst>
                <p:tags r:id="rId45"/>
              </p:custDataLst>
            </p:nvPr>
          </p:nvSpPr>
          <p:spPr bwMode="auto">
            <a:xfrm>
              <a:off x="2902" y="8209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íslïďê"/>
            <p:cNvSpPr/>
            <p:nvPr>
              <p:custDataLst>
                <p:tags r:id="rId46"/>
              </p:custDataLst>
            </p:nvPr>
          </p:nvSpPr>
          <p:spPr bwMode="auto">
            <a:xfrm>
              <a:off x="3053" y="8514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îṣḻíḑe"/>
            <p:cNvSpPr/>
            <p:nvPr>
              <p:custDataLst>
                <p:tags r:id="rId47"/>
              </p:custDataLst>
            </p:nvPr>
          </p:nvSpPr>
          <p:spPr bwMode="auto">
            <a:xfrm>
              <a:off x="2991" y="8608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ïśḷïde"/>
            <p:cNvSpPr/>
            <p:nvPr>
              <p:custDataLst>
                <p:tags r:id="rId48"/>
              </p:custDataLst>
            </p:nvPr>
          </p:nvSpPr>
          <p:spPr bwMode="auto">
            <a:xfrm>
              <a:off x="3092" y="8642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iṡḷîḑê"/>
            <p:cNvSpPr/>
            <p:nvPr>
              <p:custDataLst>
                <p:tags r:id="rId49"/>
              </p:custDataLst>
            </p:nvPr>
          </p:nvSpPr>
          <p:spPr bwMode="auto">
            <a:xfrm>
              <a:off x="2888" y="8387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íṩ1ídè"/>
            <p:cNvSpPr/>
            <p:nvPr>
              <p:custDataLst>
                <p:tags r:id="rId50"/>
              </p:custDataLst>
            </p:nvPr>
          </p:nvSpPr>
          <p:spPr bwMode="auto">
            <a:xfrm>
              <a:off x="2958" y="7987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ïSļîḋê"/>
            <p:cNvSpPr/>
            <p:nvPr>
              <p:custDataLst>
                <p:tags r:id="rId51"/>
              </p:custDataLst>
            </p:nvPr>
          </p:nvSpPr>
          <p:spPr bwMode="auto">
            <a:xfrm>
              <a:off x="3913" y="9325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ïś1iďé"/>
            <p:cNvSpPr/>
            <p:nvPr>
              <p:custDataLst>
                <p:tags r:id="rId52"/>
              </p:custDataLst>
            </p:nvPr>
          </p:nvSpPr>
          <p:spPr bwMode="auto">
            <a:xfrm>
              <a:off x="4131" y="7667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îṩḷïḋê"/>
            <p:cNvSpPr/>
            <p:nvPr>
              <p:custDataLst>
                <p:tags r:id="rId53"/>
              </p:custDataLst>
            </p:nvPr>
          </p:nvSpPr>
          <p:spPr bwMode="auto">
            <a:xfrm>
              <a:off x="3869" y="7736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îṡḷiďê"/>
            <p:cNvSpPr/>
            <p:nvPr>
              <p:custDataLst>
                <p:tags r:id="rId54"/>
              </p:custDataLst>
            </p:nvPr>
          </p:nvSpPr>
          <p:spPr bwMode="auto">
            <a:xfrm>
              <a:off x="3869" y="7736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îṧ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874" y="7736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îṡļîḑè"/>
            <p:cNvSpPr/>
            <p:nvPr>
              <p:custDataLst>
                <p:tags r:id="rId56"/>
              </p:custDataLst>
            </p:nvPr>
          </p:nvSpPr>
          <p:spPr bwMode="auto">
            <a:xfrm>
              <a:off x="3874" y="7736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í$1ïďê"/>
            <p:cNvSpPr/>
            <p:nvPr>
              <p:custDataLst>
                <p:tags r:id="rId57"/>
              </p:custDataLst>
            </p:nvPr>
          </p:nvSpPr>
          <p:spPr bwMode="auto">
            <a:xfrm>
              <a:off x="3876" y="8400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isľíďe"/>
            <p:cNvSpPr/>
            <p:nvPr>
              <p:custDataLst>
                <p:tags r:id="rId58"/>
              </p:custDataLst>
            </p:nvPr>
          </p:nvSpPr>
          <p:spPr bwMode="auto">
            <a:xfrm>
              <a:off x="3881" y="8400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ïṡlíḓé"/>
            <p:cNvSpPr/>
            <p:nvPr>
              <p:custDataLst>
                <p:tags r:id="rId59"/>
              </p:custDataLst>
            </p:nvPr>
          </p:nvSpPr>
          <p:spPr bwMode="auto">
            <a:xfrm>
              <a:off x="3822" y="8068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îŝ1îdè"/>
            <p:cNvSpPr/>
            <p:nvPr>
              <p:custDataLst>
                <p:tags r:id="rId60"/>
              </p:custDataLst>
            </p:nvPr>
          </p:nvSpPr>
          <p:spPr bwMode="auto">
            <a:xfrm>
              <a:off x="3830" y="8064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íśḷîḍé"/>
            <p:cNvSpPr/>
            <p:nvPr>
              <p:custDataLst>
                <p:tags r:id="rId61"/>
              </p:custDataLst>
            </p:nvPr>
          </p:nvSpPr>
          <p:spPr bwMode="auto">
            <a:xfrm>
              <a:off x="3813" y="8712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ï$ḻíḑe"/>
            <p:cNvSpPr/>
            <p:nvPr>
              <p:custDataLst>
                <p:tags r:id="rId62"/>
              </p:custDataLst>
            </p:nvPr>
          </p:nvSpPr>
          <p:spPr bwMode="auto">
            <a:xfrm>
              <a:off x="3819" y="8705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îŝľïďê"/>
            <p:cNvSpPr/>
            <p:nvPr>
              <p:custDataLst>
                <p:tags r:id="rId63"/>
              </p:custDataLst>
            </p:nvPr>
          </p:nvSpPr>
          <p:spPr bwMode="auto">
            <a:xfrm>
              <a:off x="4131" y="7987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íṡḷíḑe"/>
            <p:cNvSpPr/>
            <p:nvPr>
              <p:custDataLst>
                <p:tags r:id="rId64"/>
              </p:custDataLst>
            </p:nvPr>
          </p:nvSpPr>
          <p:spPr bwMode="auto">
            <a:xfrm>
              <a:off x="4131" y="7987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4" name="iśļïďê"/>
            <p:cNvSpPr/>
            <p:nvPr>
              <p:custDataLst>
                <p:tags r:id="rId65"/>
              </p:custDataLst>
            </p:nvPr>
          </p:nvSpPr>
          <p:spPr bwMode="auto">
            <a:xfrm>
              <a:off x="4131" y="7969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íṧlîḍé"/>
            <p:cNvSpPr/>
            <p:nvPr>
              <p:custDataLst>
                <p:tags r:id="rId66"/>
              </p:custDataLst>
            </p:nvPr>
          </p:nvSpPr>
          <p:spPr bwMode="auto">
            <a:xfrm>
              <a:off x="4131" y="7969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iṩļïḍê"/>
            <p:cNvSpPr/>
            <p:nvPr>
              <p:custDataLst>
                <p:tags r:id="rId67"/>
              </p:custDataLst>
            </p:nvPr>
          </p:nvSpPr>
          <p:spPr bwMode="auto">
            <a:xfrm>
              <a:off x="4131" y="7971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íŝḻiḑe"/>
            <p:cNvSpPr/>
            <p:nvPr>
              <p:custDataLst>
                <p:tags r:id="rId68"/>
              </p:custDataLst>
            </p:nvPr>
          </p:nvSpPr>
          <p:spPr bwMode="auto">
            <a:xfrm>
              <a:off x="4131" y="7971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iṣḷíḋé"/>
            <p:cNvSpPr/>
            <p:nvPr>
              <p:custDataLst>
                <p:tags r:id="rId69"/>
              </p:custDataLst>
            </p:nvPr>
          </p:nvSpPr>
          <p:spPr bwMode="auto">
            <a:xfrm>
              <a:off x="4131" y="8284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îSḷíḍe"/>
            <p:cNvSpPr/>
            <p:nvPr>
              <p:custDataLst>
                <p:tags r:id="rId70"/>
              </p:custDataLst>
            </p:nvPr>
          </p:nvSpPr>
          <p:spPr bwMode="auto">
            <a:xfrm>
              <a:off x="4131" y="8605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ïşliďê"/>
            <p:cNvSpPr/>
            <p:nvPr>
              <p:custDataLst>
                <p:tags r:id="rId71"/>
              </p:custDataLst>
            </p:nvPr>
          </p:nvSpPr>
          <p:spPr bwMode="auto">
            <a:xfrm>
              <a:off x="4131" y="8937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821454" y="1599517"/>
            <a:ext cx="3067050" cy="2857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929237" y="1768330"/>
            <a:ext cx="3314700" cy="2857500"/>
          </a:xfrm>
          <a:prstGeom prst="rect">
            <a:avLst/>
          </a:prstGeom>
        </p:spPr>
      </p:pic>
    </p:spTree>
    <p:custDataLst>
      <p:tags r:id="rId7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1871793" y="3082644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680353" y="3193814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fs简介</a:t>
            </a:r>
            <a:endParaRPr lang="en-US" altLang="zh-CN" sz="19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5078543" y="3082644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887103" y="3193814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打开文件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8161468" y="3082921"/>
            <a:ext cx="699247" cy="699247"/>
          </a:xfrm>
          <a:prstGeom prst="rect">
            <a:avLst/>
          </a:prstGeom>
          <a:solidFill>
            <a:srgbClr val="15C2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970010" y="3194050"/>
            <a:ext cx="2677795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关闭文件</a:t>
            </a:r>
            <a:endParaRPr lang="zh-CN" altLang="en-US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3303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简介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46713" y="1511519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46713" y="1522388"/>
            <a:ext cx="1345474" cy="36353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92186" y="1525588"/>
            <a:ext cx="231289" cy="361803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787" y="2913443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2135351" y="1681879"/>
            <a:ext cx="6351331" cy="330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模块？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--Node.js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针对前端开发中的文件操作问题，提供的文件操作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文件操作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同步操作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异步操作</a:t>
            </a:r>
            <a:endParaRPr lang="zh-CN" altLang="en-US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6713" y="2000250"/>
            <a:ext cx="2857500" cy="28575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49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99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文件同步操作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46195" y="2122170"/>
            <a:ext cx="8091170" cy="3686810"/>
            <a:chOff x="6057" y="3342"/>
            <a:chExt cx="12742" cy="5806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487" y="3937"/>
              <a:ext cx="12313" cy="4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fs = require('fs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'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try {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fs.unlinkSync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('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console.log('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已成功删除文件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} catch (err) {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57" y="3342"/>
              <a:ext cx="12279" cy="5807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45135" y="2635250"/>
            <a:ext cx="8378190" cy="1203325"/>
            <a:chOff x="701" y="4150"/>
            <a:chExt cx="13194" cy="1895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1" y="4150"/>
              <a:ext cx="4759" cy="9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文件系统的删除文件操作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645" y="6045"/>
              <a:ext cx="725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6525" y="4644"/>
              <a:ext cx="0" cy="140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668" y="4644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668" y="4204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4524869" y="3391325"/>
            <a:ext cx="6410226" cy="88959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5135" y="4070985"/>
            <a:ext cx="4078605" cy="920750"/>
            <a:chOff x="701" y="6411"/>
            <a:chExt cx="6423" cy="1450"/>
          </a:xfrm>
        </p:grpSpPr>
        <p:sp>
          <p:nvSpPr>
            <p:cNvPr id="56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01" y="6411"/>
              <a:ext cx="4759" cy="14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同步方法执行完并返回结果后，才能执行后续的代码，给用户一种卡死了的感觉，形成阻塞。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0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6472" y="6411"/>
              <a:ext cx="65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6352" y="6411"/>
              <a:ext cx="0" cy="75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667" y="7164"/>
              <a:ext cx="68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609" y="6724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组合 3"/>
          <p:cNvGrpSpPr/>
          <p:nvPr/>
        </p:nvGrpSpPr>
        <p:grpSpPr>
          <a:xfrm>
            <a:off x="511175" y="1050925"/>
            <a:ext cx="9797415" cy="614045"/>
            <a:chOff x="805" y="1655"/>
            <a:chExt cx="15429" cy="967"/>
          </a:xfrm>
        </p:grpSpPr>
        <p:sp>
          <p:nvSpPr>
            <p:cNvPr id="97" name="文本框 96"/>
            <p:cNvSpPr txBox="1"/>
            <p:nvPr>
              <p:custDataLst>
                <p:tags r:id="rId16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文件同步操作的实现，异常会被立刻抛出。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8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文件异步操作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93795" y="1955165"/>
            <a:ext cx="8253095" cy="2947670"/>
            <a:chOff x="5817" y="3079"/>
            <a:chExt cx="12997" cy="4642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502" y="3453"/>
              <a:ext cx="12313" cy="4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fs = require('fs');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fs.unlink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('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', (err) =&gt; {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if (err)     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throw err;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console.log('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已成功删除文件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817" y="3079"/>
              <a:ext cx="10534" cy="4642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41630" y="2192655"/>
            <a:ext cx="8821420" cy="909320"/>
            <a:chOff x="538" y="3453"/>
            <a:chExt cx="13892" cy="1432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38" y="3453"/>
              <a:ext cx="4759" cy="14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异步方法函数最后一个参数为回调函数，回调函数的第一个参数包含了错误信息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(error)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362" y="4885"/>
              <a:ext cx="806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6362" y="4206"/>
              <a:ext cx="0" cy="67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505" y="4206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505" y="3766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" name="矩形 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41595" y="5299936"/>
            <a:ext cx="10041666" cy="909212"/>
          </a:xfrm>
          <a:prstGeom prst="rect">
            <a:avLst/>
          </a:prstGeom>
          <a:solidFill>
            <a:schemeClr val="lt1">
              <a:lumMod val="85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该方法用户无需等待结果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比起同步，异步方法无阻塞，性能更高，速度更快，所以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Node.js 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的文件操作建议采用异步操作。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1175" y="1050925"/>
            <a:ext cx="9797415" cy="614045"/>
            <a:chOff x="805" y="1655"/>
            <a:chExt cx="15429" cy="967"/>
          </a:xfrm>
        </p:grpSpPr>
        <p:sp>
          <p:nvSpPr>
            <p:cNvPr id="97" name="文本框 96"/>
            <p:cNvSpPr txBox="1"/>
            <p:nvPr>
              <p:custDataLst>
                <p:tags r:id="rId11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文件异步操作的实现，采用回调函数接受和处理结果。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2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3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5460" y="2214245"/>
            <a:ext cx="4027805" cy="784225"/>
            <a:chOff x="796" y="3487"/>
            <a:chExt cx="6343" cy="1235"/>
          </a:xfrm>
        </p:grpSpPr>
        <p:sp>
          <p:nvSpPr>
            <p:cNvPr id="64" name="TextBox 63"/>
            <p:cNvSpPr txBox="1"/>
            <p:nvPr/>
          </p:nvSpPr>
          <p:spPr>
            <a:xfrm>
              <a:off x="2072" y="4238"/>
              <a:ext cx="5067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微软雅黑" panose="020B0503020204020204" pitchFamily="34" charset="-122"/>
                </a:rPr>
                <a:t>var fs=require("fs");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微软雅黑" panose="020B0503020204020204" pitchFamily="34" charset="-122"/>
              </a:endParaRPr>
            </a:p>
          </p:txBody>
        </p:sp>
        <p:sp>
          <p:nvSpPr>
            <p:cNvPr id="65" name="TextBox 64"/>
            <p:cNvSpPr txBox="1"/>
            <p:nvPr>
              <p:custDataLst>
                <p:tags r:id="rId3"/>
              </p:custDataLst>
            </p:nvPr>
          </p:nvSpPr>
          <p:spPr>
            <a:xfrm>
              <a:off x="2093" y="3487"/>
              <a:ext cx="3925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00"/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的引入方式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Oval 100"/>
            <p:cNvSpPr/>
            <p:nvPr>
              <p:custDataLst>
                <p:tags r:id="rId4"/>
              </p:custDataLst>
            </p:nvPr>
          </p:nvSpPr>
          <p:spPr bwMode="auto">
            <a:xfrm flipH="1">
              <a:off x="796" y="3729"/>
              <a:ext cx="879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Freeform 73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96" y="3936"/>
              <a:ext cx="456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05460" y="3695065"/>
            <a:ext cx="5130800" cy="1600835"/>
            <a:chOff x="796" y="5819"/>
            <a:chExt cx="8080" cy="2521"/>
          </a:xfrm>
        </p:grpSpPr>
        <p:sp>
          <p:nvSpPr>
            <p:cNvPr id="67" name="TextBox 66"/>
            <p:cNvSpPr txBox="1"/>
            <p:nvPr>
              <p:custDataLst>
                <p:tags r:id="rId6"/>
              </p:custDataLst>
            </p:nvPr>
          </p:nvSpPr>
          <p:spPr>
            <a:xfrm>
              <a:off x="2006" y="6482"/>
              <a:ext cx="6870" cy="1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：要打开的文件路径活文件描述</a:t>
              </a:r>
              <a:endPara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file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：协议的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对象作为</a:t>
              </a:r>
              <a:r>
                <a: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操作的路径</a:t>
              </a:r>
              <a:endPara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flags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：文件打开的模式</a:t>
              </a:r>
              <a:endPara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mode</a:t>
              </a: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：设置文件权限</a:t>
              </a:r>
              <a:endPara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TextBox 67"/>
            <p:cNvSpPr txBox="1"/>
            <p:nvPr>
              <p:custDataLst>
                <p:tags r:id="rId7"/>
              </p:custDataLst>
            </p:nvPr>
          </p:nvSpPr>
          <p:spPr>
            <a:xfrm>
              <a:off x="2006" y="5819"/>
              <a:ext cx="687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00"/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提供读写方法，对应参数：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7" name="Oval 106"/>
            <p:cNvSpPr/>
            <p:nvPr>
              <p:custDataLst>
                <p:tags r:id="rId8"/>
              </p:custDataLst>
            </p:nvPr>
          </p:nvSpPr>
          <p:spPr bwMode="auto">
            <a:xfrm flipH="1">
              <a:off x="796" y="6453"/>
              <a:ext cx="876" cy="8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Shape 3659"/>
            <p:cNvSpPr/>
            <p:nvPr>
              <p:custDataLst>
                <p:tags r:id="rId9"/>
              </p:custDataLst>
            </p:nvPr>
          </p:nvSpPr>
          <p:spPr>
            <a:xfrm>
              <a:off x="980" y="6632"/>
              <a:ext cx="534" cy="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3" h="21440" extrusionOk="0">
                  <a:moveTo>
                    <a:pt x="20097" y="14373"/>
                  </a:moveTo>
                  <a:lnTo>
                    <a:pt x="15990" y="12571"/>
                  </a:lnTo>
                  <a:lnTo>
                    <a:pt x="16463" y="14008"/>
                  </a:lnTo>
                  <a:cubicBezTo>
                    <a:pt x="16439" y="15532"/>
                    <a:pt x="13726" y="16745"/>
                    <a:pt x="10496" y="16745"/>
                  </a:cubicBezTo>
                  <a:cubicBezTo>
                    <a:pt x="7268" y="16745"/>
                    <a:pt x="4553" y="15532"/>
                    <a:pt x="4529" y="14008"/>
                  </a:cubicBezTo>
                  <a:lnTo>
                    <a:pt x="5002" y="12571"/>
                  </a:lnTo>
                  <a:lnTo>
                    <a:pt x="895" y="14373"/>
                  </a:lnTo>
                  <a:cubicBezTo>
                    <a:pt x="-255" y="14878"/>
                    <a:pt x="-304" y="15814"/>
                    <a:pt x="789" y="16451"/>
                  </a:cubicBezTo>
                  <a:lnTo>
                    <a:pt x="8511" y="20962"/>
                  </a:lnTo>
                  <a:cubicBezTo>
                    <a:pt x="9602" y="21600"/>
                    <a:pt x="11390" y="21600"/>
                    <a:pt x="12481" y="20962"/>
                  </a:cubicBezTo>
                  <a:lnTo>
                    <a:pt x="20205" y="16451"/>
                  </a:lnTo>
                  <a:cubicBezTo>
                    <a:pt x="21296" y="15814"/>
                    <a:pt x="21247" y="14878"/>
                    <a:pt x="20097" y="14373"/>
                  </a:cubicBezTo>
                  <a:close/>
                  <a:moveTo>
                    <a:pt x="10496" y="5209"/>
                  </a:moveTo>
                  <a:cubicBezTo>
                    <a:pt x="11724" y="5209"/>
                    <a:pt x="12866" y="4796"/>
                    <a:pt x="13199" y="4152"/>
                  </a:cubicBezTo>
                  <a:cubicBezTo>
                    <a:pt x="12739" y="2744"/>
                    <a:pt x="12343" y="1535"/>
                    <a:pt x="12094" y="773"/>
                  </a:cubicBezTo>
                  <a:cubicBezTo>
                    <a:pt x="11927" y="264"/>
                    <a:pt x="11175" y="0"/>
                    <a:pt x="10496" y="0"/>
                  </a:cubicBezTo>
                  <a:cubicBezTo>
                    <a:pt x="9817" y="0"/>
                    <a:pt x="9065" y="264"/>
                    <a:pt x="8898" y="773"/>
                  </a:cubicBezTo>
                  <a:cubicBezTo>
                    <a:pt x="8649" y="1535"/>
                    <a:pt x="8253" y="2744"/>
                    <a:pt x="7792" y="4152"/>
                  </a:cubicBezTo>
                  <a:cubicBezTo>
                    <a:pt x="8126" y="4796"/>
                    <a:pt x="9268" y="5209"/>
                    <a:pt x="10496" y="5209"/>
                  </a:cubicBezTo>
                  <a:close/>
                  <a:moveTo>
                    <a:pt x="10496" y="13197"/>
                  </a:moveTo>
                  <a:cubicBezTo>
                    <a:pt x="13109" y="13197"/>
                    <a:pt x="15296" y="12229"/>
                    <a:pt x="15429" y="10966"/>
                  </a:cubicBezTo>
                  <a:cubicBezTo>
                    <a:pt x="15041" y="9779"/>
                    <a:pt x="14617" y="8484"/>
                    <a:pt x="14201" y="7211"/>
                  </a:cubicBezTo>
                  <a:cubicBezTo>
                    <a:pt x="13911" y="8118"/>
                    <a:pt x="12316" y="8759"/>
                    <a:pt x="10496" y="8759"/>
                  </a:cubicBezTo>
                  <a:cubicBezTo>
                    <a:pt x="8678" y="8759"/>
                    <a:pt x="7081" y="8118"/>
                    <a:pt x="6791" y="7211"/>
                  </a:cubicBezTo>
                  <a:cubicBezTo>
                    <a:pt x="6375" y="8484"/>
                    <a:pt x="5951" y="9779"/>
                    <a:pt x="5563" y="10966"/>
                  </a:cubicBezTo>
                  <a:cubicBezTo>
                    <a:pt x="5696" y="12229"/>
                    <a:pt x="7883" y="13197"/>
                    <a:pt x="10496" y="13197"/>
                  </a:cubicBezTo>
                  <a:close/>
                </a:path>
              </a:pathLst>
            </a:custGeom>
            <a:solidFill>
              <a:schemeClr val="l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828652" y="200499"/>
            <a:ext cx="21431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基本用法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966313" y="2008886"/>
          <a:ext cx="7033895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055"/>
                <a:gridCol w="5577791"/>
              </a:tblGrid>
              <a:tr h="401592">
                <a:tc>
                  <a:txBody>
                    <a:bodyPr/>
                    <a:lstStyle/>
                    <a:p>
                      <a:pPr marL="114300" marR="10922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选项字符串</a:t>
                      </a:r>
                      <a:endParaRPr lang="en-US" sz="1600" dirty="0" err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1794510" marR="1787525" algn="ctr"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含义</a:t>
                      </a:r>
                      <a:endParaRPr lang="en-US" altLang="en-US" sz="1600" b="1" kern="1200" dirty="0" err="1">
                        <a:solidFill>
                          <a:schemeClr val="l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08141">
                <a:tc>
                  <a:txBody>
                    <a:bodyPr/>
                    <a:lstStyle/>
                    <a:p>
                      <a:pPr marL="113030" marR="10922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'a'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打开文件用于追加。如果文件不存在，则创建该文件。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08141">
                <a:tc>
                  <a:txBody>
                    <a:bodyPr/>
                    <a:lstStyle/>
                    <a:p>
                      <a:pPr marL="114300" marR="10922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'a+'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打开文件用于读取和追加。如果文件不存在，则创建该文件。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84710">
                <a:tc>
                  <a:txBody>
                    <a:bodyPr/>
                    <a:lstStyle/>
                    <a:p>
                      <a:pPr marL="67945" algn="ctr" defTabSz="914400" rtl="0" eaLnBrk="1" latinLnBrk="0" hangingPunct="1"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'as+'</a:t>
                      </a:r>
                      <a:endParaRPr lang="en-US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打开文件用于读取和追加（在同步模式中）。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67945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如果文件不存在，则创建该文件。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08141">
                <a:tc>
                  <a:txBody>
                    <a:bodyPr/>
                    <a:lstStyle/>
                    <a:p>
                      <a:pPr marL="67945" marR="109220" algn="ctr" defTabSz="914400" rtl="0" eaLnBrk="1" latinLnBrk="0" hangingPunct="1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'r'</a:t>
                      </a:r>
                      <a:endParaRPr lang="en-US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打开文件用于读取。如果文件不存在，则会发生异常。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84710">
                <a:tc>
                  <a:txBody>
                    <a:bodyPr/>
                    <a:lstStyle/>
                    <a:p>
                      <a:pPr marL="67945" algn="ctr" defTabSz="914400" rtl="0" eaLnBrk="1" latinLnBrk="0" hangingPunct="1"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67945" marR="10922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+'</a:t>
                      </a:r>
                      <a:endParaRPr lang="en-US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7945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打开文件用于读取和写入（在同步模式中）。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67945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指示操作系统绕过本地的文件系统缓存。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  <a:tr h="584710">
                <a:tc>
                  <a:txBody>
                    <a:bodyPr/>
                    <a:lstStyle/>
                    <a:p>
                      <a:pPr marL="67945" algn="ctr" defTabSz="914400" rtl="0" eaLnBrk="1" latinLnBrk="0" hangingPunct="1"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67945" marR="10922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'w+'</a:t>
                      </a:r>
                      <a:endParaRPr lang="en-US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67945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打开文件用于读取和写入。如果文件不存在则创建文件，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67945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如果文件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存在则截断文件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en-US" sz="16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/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打开文件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248" y="3221573"/>
            <a:ext cx="2090169" cy="194736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167765" y="1808480"/>
            <a:ext cx="7273925" cy="1751330"/>
            <a:chOff x="1839" y="2848"/>
            <a:chExt cx="11455" cy="2758"/>
          </a:xfrm>
        </p:grpSpPr>
        <p:sp>
          <p:nvSpPr>
            <p:cNvPr id="11" name="is1ide-Rectangle 21"/>
            <p:cNvSpPr/>
            <p:nvPr>
              <p:custDataLst>
                <p:tags r:id="rId4"/>
              </p:custDataLst>
            </p:nvPr>
          </p:nvSpPr>
          <p:spPr>
            <a:xfrm>
              <a:off x="2212" y="2848"/>
              <a:ext cx="11082" cy="2758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lt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236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is1ide-Rectangle: Rounded Corners 31"/>
            <p:cNvSpPr/>
            <p:nvPr>
              <p:custDataLst>
                <p:tags r:id="rId5"/>
              </p:custDataLst>
            </p:nvPr>
          </p:nvSpPr>
          <p:spPr>
            <a:xfrm rot="16200000">
              <a:off x="797" y="3890"/>
              <a:ext cx="2758" cy="675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/>
              <a:endParaRPr lang="zh-CN" altLang="en-US" sz="21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2741" y="3182"/>
              <a:ext cx="5610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zh-CN" sz="1100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2716" y="2912"/>
              <a:ext cx="10578" cy="2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1.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同步打开文件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fr-FR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</a:t>
              </a:r>
              <a:r>
                <a:rPr lang="fr-FR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fs.openSync(path[, flags, mode])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2.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异步打开文件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fs.open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(path, flags[, mode], callback)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67765" y="3600450"/>
            <a:ext cx="7273290" cy="2749550"/>
            <a:chOff x="1839" y="5670"/>
            <a:chExt cx="11454" cy="4330"/>
          </a:xfrm>
        </p:grpSpPr>
        <p:grpSp>
          <p:nvGrpSpPr>
            <p:cNvPr id="3" name="组合 2"/>
            <p:cNvGrpSpPr/>
            <p:nvPr/>
          </p:nvGrpSpPr>
          <p:grpSpPr>
            <a:xfrm>
              <a:off x="1839" y="5670"/>
              <a:ext cx="11454" cy="4330"/>
              <a:chOff x="1839" y="5670"/>
              <a:chExt cx="11454" cy="4330"/>
            </a:xfrm>
          </p:grpSpPr>
          <p:sp>
            <p:nvSpPr>
              <p:cNvPr id="16" name="is1ide-Rectangle 24"/>
              <p:cNvSpPr/>
              <p:nvPr>
                <p:custDataLst>
                  <p:tags r:id="rId8"/>
                </p:custDataLst>
              </p:nvPr>
            </p:nvSpPr>
            <p:spPr>
              <a:xfrm>
                <a:off x="1839" y="5670"/>
                <a:ext cx="11455" cy="4331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schemeClr val="lt1">
                    <a:lumMod val="75000"/>
                  </a:schemeClr>
                </a:solidFill>
                <a:miter lim="400000"/>
              </a:ln>
            </p:spPr>
            <p:txBody>
              <a:bodyPr anchor="ctr"/>
              <a:lstStyle/>
              <a:p>
                <a:pPr algn="ctr"/>
                <a:endParaRPr sz="2365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is1ide-Rectangle: Rounded Corners 33"/>
              <p:cNvSpPr/>
              <p:nvPr>
                <p:custDataLst>
                  <p:tags r:id="rId9"/>
                </p:custDataLst>
              </p:nvPr>
            </p:nvSpPr>
            <p:spPr>
              <a:xfrm rot="16200000">
                <a:off x="11" y="7498"/>
                <a:ext cx="4331" cy="675"/>
              </a:xfrm>
              <a:prstGeom prst="rect">
                <a:avLst/>
              </a:prstGeom>
              <a:solidFill>
                <a:schemeClr val="accent2"/>
              </a:solidFill>
              <a:ln w="12700">
                <a:miter lim="400000"/>
              </a:ln>
            </p:spPr>
            <p:txBody>
              <a:bodyPr vert="eaVert" wrap="none" lIns="33372" tIns="33372" rIns="33372" bIns="33372" anchor="ctr" anchorCtr="1">
                <a:normAutofit/>
              </a:bodyPr>
              <a:lstStyle/>
              <a:p>
                <a:pPr algn="ctr" defTabSz="1201420"/>
                <a:endParaRPr lang="zh-CN" altLang="en-US" sz="2100" kern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10"/>
              </p:custDataLst>
            </p:nvPr>
          </p:nvSpPr>
          <p:spPr>
            <a:xfrm>
              <a:off x="2714" y="5941"/>
              <a:ext cx="10386" cy="393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共性：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 其中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为必选值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，表示要打开的文件路径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 两者的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返回值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都为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&lt;number&gt;: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表示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文件描述符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的整数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区别：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 异步打开文件的回调函数有两个参数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     --err &lt;Error&gt;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，异常出错信息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     --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fd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&lt;integer&gt;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，打开后的文件标识  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1092835" y="1048385"/>
            <a:ext cx="151003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打开文件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Isosceles Triangle 2_1"/>
          <p:cNvSpPr/>
          <p:nvPr>
            <p:custDataLst>
              <p:tags r:id="rId12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关闭文件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67765" y="1911985"/>
            <a:ext cx="7273925" cy="1751330"/>
            <a:chOff x="1839" y="3011"/>
            <a:chExt cx="11455" cy="2758"/>
          </a:xfrm>
        </p:grpSpPr>
        <p:sp>
          <p:nvSpPr>
            <p:cNvPr id="14" name="is1ide-Rectangle 21"/>
            <p:cNvSpPr/>
            <p:nvPr>
              <p:custDataLst>
                <p:tags r:id="rId3"/>
              </p:custDataLst>
            </p:nvPr>
          </p:nvSpPr>
          <p:spPr>
            <a:xfrm>
              <a:off x="2212" y="3011"/>
              <a:ext cx="11082" cy="2758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lt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236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is1ide-Rectangle: Rounded Corners 31"/>
            <p:cNvSpPr/>
            <p:nvPr>
              <p:custDataLst>
                <p:tags r:id="rId4"/>
              </p:custDataLst>
            </p:nvPr>
          </p:nvSpPr>
          <p:spPr>
            <a:xfrm rot="16200000">
              <a:off x="797" y="4053"/>
              <a:ext cx="2758" cy="675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/>
              <a:endParaRPr lang="zh-CN" altLang="en-US" sz="21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2741" y="3345"/>
              <a:ext cx="5610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zh-CN" sz="1100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6"/>
              </p:custDataLst>
            </p:nvPr>
          </p:nvSpPr>
          <p:spPr>
            <a:xfrm>
              <a:off x="2672" y="3018"/>
              <a:ext cx="10578" cy="2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1.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同步关闭文件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fr-FR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</a:t>
              </a:r>
              <a:r>
                <a:rPr lang="fr-FR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fs.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close</a:t>
              </a:r>
              <a:r>
                <a:rPr lang="fr-FR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Sync(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fd</a:t>
              </a:r>
              <a:r>
                <a:rPr lang="fr-FR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2.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异步关闭文件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fs.close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(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fd,callback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67765" y="3703955"/>
            <a:ext cx="7273290" cy="2749550"/>
            <a:chOff x="1839" y="5833"/>
            <a:chExt cx="11454" cy="4330"/>
          </a:xfrm>
        </p:grpSpPr>
        <p:sp>
          <p:nvSpPr>
            <p:cNvPr id="20" name="is1ide-Rectangle 24"/>
            <p:cNvSpPr/>
            <p:nvPr>
              <p:custDataLst>
                <p:tags r:id="rId7"/>
              </p:custDataLst>
            </p:nvPr>
          </p:nvSpPr>
          <p:spPr>
            <a:xfrm>
              <a:off x="1839" y="5833"/>
              <a:ext cx="11455" cy="4331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lt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236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is1ide-Rectangle: Rounded Corners 33"/>
            <p:cNvSpPr/>
            <p:nvPr>
              <p:custDataLst>
                <p:tags r:id="rId8"/>
              </p:custDataLst>
            </p:nvPr>
          </p:nvSpPr>
          <p:spPr>
            <a:xfrm rot="16200000">
              <a:off x="11" y="7661"/>
              <a:ext cx="4331" cy="675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/>
              <a:endParaRPr lang="zh-CN" altLang="en-US" sz="21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2740" y="6627"/>
              <a:ext cx="10213" cy="2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共性：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fd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：表示要关闭的文件标识，必选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区别：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异步关闭存在回调函数，内部只有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异常参数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err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2092" y="3157059"/>
            <a:ext cx="2285330" cy="1970112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1092835" y="1048385"/>
            <a:ext cx="151003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关闭文件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Isosceles Triangle 2_1"/>
          <p:cNvSpPr/>
          <p:nvPr>
            <p:custDataLst>
              <p:tags r:id="rId12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打开文件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57600" y="1877060"/>
            <a:ext cx="8172450" cy="4578350"/>
            <a:chOff x="5760" y="2956"/>
            <a:chExt cx="12870" cy="7210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760" y="2956"/>
              <a:ext cx="12871" cy="5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fs = require('fs');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  // 测试语句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fd = fs.openSync('1.txt','w+');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 // 测试语句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fs.closeSync(fd);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 // 测试语句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console.log('同步方式打开、关闭文件！');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60" y="2956"/>
              <a:ext cx="12836" cy="7210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25425" y="4477385"/>
            <a:ext cx="5683250" cy="819150"/>
            <a:chOff x="355" y="7051"/>
            <a:chExt cx="8950" cy="1290"/>
          </a:xfrm>
        </p:grpSpPr>
        <p:sp>
          <p:nvSpPr>
            <p:cNvPr id="58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55" y="7051"/>
              <a:ext cx="4715" cy="12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输出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个数字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顺序为：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2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5689" y="7962"/>
              <a:ext cx="3616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689" y="7491"/>
              <a:ext cx="0" cy="4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155" y="7491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155" y="7134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331960" y="5405120"/>
            <a:ext cx="2357120" cy="93599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grpSp>
        <p:nvGrpSpPr>
          <p:cNvPr id="10" name="组合 9"/>
          <p:cNvGrpSpPr/>
          <p:nvPr/>
        </p:nvGrpSpPr>
        <p:grpSpPr>
          <a:xfrm>
            <a:off x="542925" y="1167130"/>
            <a:ext cx="9765665" cy="948690"/>
            <a:chOff x="855" y="1838"/>
            <a:chExt cx="15379" cy="1494"/>
          </a:xfrm>
        </p:grpSpPr>
        <p:sp>
          <p:nvSpPr>
            <p:cNvPr id="97" name="文本框 96"/>
            <p:cNvSpPr txBox="1"/>
            <p:nvPr>
              <p:custDataLst>
                <p:tags r:id="rId12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同步方式打开与关闭文件。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855" y="1838"/>
              <a:ext cx="3618" cy="1495"/>
              <a:chOff x="855" y="1838"/>
              <a:chExt cx="3618" cy="1495"/>
            </a:xfrm>
          </p:grpSpPr>
          <p:sp>
            <p:nvSpPr>
              <p:cNvPr id="5" name="文本框 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442" y="2753"/>
                <a:ext cx="2714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openSync.js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矩形 32"/>
              <p:cNvSpPr/>
              <p:nvPr>
                <p:custDataLst>
                  <p:tags r:id="rId14"/>
                </p:custDataLst>
              </p:nvPr>
            </p:nvSpPr>
            <p:spPr>
              <a:xfrm>
                <a:off x="884" y="266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855" y="183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678" y="1865"/>
                <a:ext cx="18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209550" y="3243580"/>
            <a:ext cx="8907780" cy="1197610"/>
            <a:chOff x="330" y="5108"/>
            <a:chExt cx="14028" cy="1886"/>
          </a:xfrm>
        </p:grpSpPr>
        <p:grpSp>
          <p:nvGrpSpPr>
            <p:cNvPr id="12" name="组合 11"/>
            <p:cNvGrpSpPr/>
            <p:nvPr/>
          </p:nvGrpSpPr>
          <p:grpSpPr>
            <a:xfrm>
              <a:off x="330" y="5108"/>
              <a:ext cx="13932" cy="1110"/>
              <a:chOff x="330" y="5108"/>
              <a:chExt cx="13932" cy="1110"/>
            </a:xfrm>
          </p:grpSpPr>
          <p:sp>
            <p:nvSpPr>
              <p:cNvPr id="22" name="矩形 4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30" y="5108"/>
                <a:ext cx="4715" cy="111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同步方式打开文件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“1.txt”</a:t>
                </a:r>
                <a:endPara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26" name="直接连接符 5"/>
              <p:cNvCxnSpPr>
                <a:cxnSpLocks noChangeShapeType="1"/>
              </p:cNvCxnSpPr>
              <p:nvPr>
                <p:custDataLst>
                  <p:tags r:id="rId17"/>
                </p:custDataLst>
              </p:nvPr>
            </p:nvCxnSpPr>
            <p:spPr bwMode="auto">
              <a:xfrm flipH="1">
                <a:off x="5664" y="5411"/>
                <a:ext cx="8599" cy="1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直接连接符 9"/>
              <p:cNvCxnSpPr>
                <a:cxnSpLocks noChangeShapeType="1"/>
              </p:cNvCxnSpPr>
              <p:nvPr>
                <p:custDataLst>
                  <p:tags r:id="rId18"/>
                </p:custDataLst>
              </p:nvPr>
            </p:nvCxnSpPr>
            <p:spPr bwMode="auto">
              <a:xfrm flipV="1">
                <a:off x="5664" y="5421"/>
                <a:ext cx="0" cy="242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直接连接符 76"/>
              <p:cNvCxnSpPr>
                <a:cxnSpLocks noChangeShapeType="1"/>
              </p:cNvCxnSpPr>
              <p:nvPr>
                <p:custDataLst>
                  <p:tags r:id="rId19"/>
                </p:custDataLst>
              </p:nvPr>
            </p:nvCxnSpPr>
            <p:spPr bwMode="auto">
              <a:xfrm flipH="1">
                <a:off x="5130" y="5663"/>
                <a:ext cx="534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" name="直接连接符 90"/>
              <p:cNvCxnSpPr>
                <a:cxnSpLocks noChangeShapeType="1"/>
              </p:cNvCxnSpPr>
              <p:nvPr>
                <p:custDataLst>
                  <p:tags r:id="rId20"/>
                </p:custDataLst>
              </p:nvPr>
            </p:nvCxnSpPr>
            <p:spPr bwMode="auto">
              <a:xfrm>
                <a:off x="5130" y="5307"/>
                <a:ext cx="0" cy="713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4" name="直接连接符 5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5760" y="6984"/>
              <a:ext cx="8599" cy="1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V="1">
              <a:off x="5670" y="5663"/>
              <a:ext cx="0" cy="129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打开文件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57600" y="1665605"/>
            <a:ext cx="8323580" cy="5193030"/>
            <a:chOff x="5760" y="2623"/>
            <a:chExt cx="13108" cy="8178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760" y="2623"/>
              <a:ext cx="13108" cy="7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 indent="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fs = require('fs');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  // 测试语句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fs.open('1.txt','w+',function(err1,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fd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if(err1){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lvl="2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console.log('文件打开失败');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}else{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lvl="2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  // 测试语句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lvl="2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fs.close(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fd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 function(err2){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371600" lvl="3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if (err2){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828800" lvl="4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console.log(err2);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371600" lvl="3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else{   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828800" lvl="4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console.log("文件关闭成功");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371600" lvl="3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lvl="2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45720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});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21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  // 测试语句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60" y="2623"/>
              <a:ext cx="13072" cy="8178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3515" y="5681345"/>
            <a:ext cx="6766560" cy="966470"/>
            <a:chOff x="287" y="8036"/>
            <a:chExt cx="10656" cy="1522"/>
          </a:xfrm>
        </p:grpSpPr>
        <p:sp>
          <p:nvSpPr>
            <p:cNvPr id="58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87" y="8036"/>
              <a:ext cx="4715" cy="15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输出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个数字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顺序为：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2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62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621" y="8947"/>
              <a:ext cx="532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621" y="8476"/>
              <a:ext cx="0" cy="4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087" y="8476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087" y="8119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308590" y="5339715"/>
            <a:ext cx="1455420" cy="1024255"/>
          </a:xfrm>
          <a:prstGeom prst="rect">
            <a:avLst/>
          </a:prstGeom>
          <a:ln>
            <a:solidFill>
              <a:schemeClr val="accent6"/>
            </a:solidFill>
          </a:ln>
        </p:spPr>
      </p:pic>
      <p:grpSp>
        <p:nvGrpSpPr>
          <p:cNvPr id="9" name="组合 8"/>
          <p:cNvGrpSpPr/>
          <p:nvPr/>
        </p:nvGrpSpPr>
        <p:grpSpPr>
          <a:xfrm>
            <a:off x="542925" y="1125855"/>
            <a:ext cx="9765665" cy="923290"/>
            <a:chOff x="855" y="1773"/>
            <a:chExt cx="15379" cy="1454"/>
          </a:xfrm>
        </p:grpSpPr>
        <p:sp>
          <p:nvSpPr>
            <p:cNvPr id="97" name="文本框 96"/>
            <p:cNvSpPr txBox="1"/>
            <p:nvPr>
              <p:custDataLst>
                <p:tags r:id="rId12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异步方式打开与关闭文件。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1827" y="2647"/>
              <a:ext cx="271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open.js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4"/>
              </p:custDataLst>
            </p:nvPr>
          </p:nvSpPr>
          <p:spPr>
            <a:xfrm>
              <a:off x="884" y="2602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5"/>
              </p:custDataLst>
            </p:nvPr>
          </p:nvSpPr>
          <p:spPr bwMode="auto">
            <a:xfrm>
              <a:off x="855" y="1773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0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83515" y="2427605"/>
            <a:ext cx="9319895" cy="1451610"/>
            <a:chOff x="289" y="3823"/>
            <a:chExt cx="14677" cy="2286"/>
          </a:xfrm>
        </p:grpSpPr>
        <p:grpSp>
          <p:nvGrpSpPr>
            <p:cNvPr id="11" name="组合 10"/>
            <p:cNvGrpSpPr/>
            <p:nvPr/>
          </p:nvGrpSpPr>
          <p:grpSpPr>
            <a:xfrm>
              <a:off x="289" y="3823"/>
              <a:ext cx="14538" cy="1448"/>
              <a:chOff x="289" y="3823"/>
              <a:chExt cx="14538" cy="1448"/>
            </a:xfrm>
          </p:grpSpPr>
          <p:sp>
            <p:nvSpPr>
              <p:cNvPr id="39" name="矩形 4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289" y="3823"/>
                <a:ext cx="4715" cy="14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异步方式打开文件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“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1.txt”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46" name="直接连接符 5"/>
              <p:cNvCxnSpPr>
                <a:cxnSpLocks noChangeShapeType="1"/>
              </p:cNvCxnSpPr>
              <p:nvPr>
                <p:custDataLst>
                  <p:tags r:id="rId17"/>
                </p:custDataLst>
              </p:nvPr>
            </p:nvCxnSpPr>
            <p:spPr bwMode="auto">
              <a:xfrm flipH="1">
                <a:off x="5621" y="3927"/>
                <a:ext cx="9206" cy="3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直接连接符 9"/>
              <p:cNvCxnSpPr>
                <a:cxnSpLocks noChangeShapeType="1"/>
              </p:cNvCxnSpPr>
              <p:nvPr>
                <p:custDataLst>
                  <p:tags r:id="rId18"/>
                </p:custDataLst>
              </p:nvPr>
            </p:nvCxnSpPr>
            <p:spPr bwMode="auto">
              <a:xfrm flipV="1">
                <a:off x="5621" y="3957"/>
                <a:ext cx="0" cy="58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" name="直接连接符 76"/>
              <p:cNvCxnSpPr>
                <a:cxnSpLocks noChangeShapeType="1"/>
              </p:cNvCxnSpPr>
              <p:nvPr>
                <p:custDataLst>
                  <p:tags r:id="rId19"/>
                </p:custDataLst>
              </p:nvPr>
            </p:nvCxnSpPr>
            <p:spPr bwMode="auto">
              <a:xfrm flipH="1">
                <a:off x="5087" y="4537"/>
                <a:ext cx="534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直接连接符 90"/>
              <p:cNvCxnSpPr>
                <a:cxnSpLocks noChangeShapeType="1"/>
              </p:cNvCxnSpPr>
              <p:nvPr>
                <p:custDataLst>
                  <p:tags r:id="rId20"/>
                </p:custDataLst>
              </p:nvPr>
            </p:nvCxnSpPr>
            <p:spPr bwMode="auto">
              <a:xfrm>
                <a:off x="5087" y="4181"/>
                <a:ext cx="0" cy="713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3" name="直接连接符 5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5632" y="6047"/>
              <a:ext cx="9334" cy="6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9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 flipV="1">
              <a:off x="5621" y="4537"/>
              <a:ext cx="1" cy="149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78755" y="2562225"/>
            <a:ext cx="5262245" cy="661035"/>
            <a:chOff x="8313" y="4035"/>
            <a:chExt cx="8287" cy="1041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313" y="4084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647" y="4316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10114" y="4035"/>
              <a:ext cx="6487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的基本用法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78755" y="3928745"/>
            <a:ext cx="4617085" cy="633730"/>
            <a:chOff x="8313" y="6187"/>
            <a:chExt cx="7271" cy="998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8313" y="618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570" y="648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685" y="659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816" y="643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10114" y="6313"/>
              <a:ext cx="5470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打开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/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关闭文件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ļïḍê"/>
          <p:cNvSpPr/>
          <p:nvPr>
            <p:custDataLst>
              <p:tags r:id="rId11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ṡḷîḓê"/>
          <p:cNvSpPr/>
          <p:nvPr>
            <p:custDataLst>
              <p:tags r:id="rId12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íśḻîḑe"/>
          <p:cNvSpPr/>
          <p:nvPr>
            <p:custDataLst>
              <p:tags r:id="rId13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Sḷiḑé"/>
          <p:cNvSpPr/>
          <p:nvPr>
            <p:custDataLst>
              <p:tags r:id="rId14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îšľïḑé"/>
          <p:cNvSpPr/>
          <p:nvPr>
            <p:custDataLst>
              <p:tags r:id="rId15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ïṧḻïḍè"/>
          <p:cNvSpPr/>
          <p:nvPr>
            <p:custDataLst>
              <p:tags r:id="rId16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ļîḍè"/>
          <p:cNvSpPr/>
          <p:nvPr>
            <p:custDataLst>
              <p:tags r:id="rId17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sḷîḋè"/>
          <p:cNvSpPr/>
          <p:nvPr>
            <p:custDataLst>
              <p:tags r:id="rId18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šľíḍè"/>
          <p:cNvSpPr/>
          <p:nvPr>
            <p:custDataLst>
              <p:tags r:id="rId19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ŝḷiḓê"/>
          <p:cNvSpPr/>
          <p:nvPr>
            <p:custDataLst>
              <p:tags r:id="rId20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iṡḷíďé"/>
          <p:cNvSpPr/>
          <p:nvPr>
            <p:custDataLst>
              <p:tags r:id="rId21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şļíḑè"/>
          <p:cNvSpPr/>
          <p:nvPr>
            <p:custDataLst>
              <p:tags r:id="rId22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ïşļiḑé"/>
          <p:cNvSpPr/>
          <p:nvPr>
            <p:custDataLst>
              <p:tags r:id="rId23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śļiḓè"/>
          <p:cNvSpPr/>
          <p:nvPr>
            <p:custDataLst>
              <p:tags r:id="rId24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ṡlíḍê"/>
          <p:cNvSpPr/>
          <p:nvPr>
            <p:custDataLst>
              <p:tags r:id="rId25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íṥ1ïḍe"/>
          <p:cNvSpPr/>
          <p:nvPr>
            <p:custDataLst>
              <p:tags r:id="rId26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ślïḋe"/>
          <p:cNvSpPr/>
          <p:nvPr>
            <p:custDataLst>
              <p:tags r:id="rId27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ïşḷiḍè"/>
          <p:cNvSpPr/>
          <p:nvPr>
            <p:custDataLst>
              <p:tags r:id="rId28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ŝḻiḍê"/>
          <p:cNvSpPr/>
          <p:nvPr>
            <p:custDataLst>
              <p:tags r:id="rId29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ṧḻíḋè"/>
          <p:cNvSpPr/>
          <p:nvPr>
            <p:custDataLst>
              <p:tags r:id="rId30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ṡļïḍé"/>
          <p:cNvSpPr/>
          <p:nvPr>
            <p:custDataLst>
              <p:tags r:id="rId31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î$1ïḓè"/>
          <p:cNvSpPr/>
          <p:nvPr>
            <p:custDataLst>
              <p:tags r:id="rId32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ṩ1iḍe"/>
          <p:cNvSpPr/>
          <p:nvPr>
            <p:custDataLst>
              <p:tags r:id="rId33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ïṡļidê"/>
          <p:cNvSpPr/>
          <p:nvPr>
            <p:custDataLst>
              <p:tags r:id="rId34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íšľíḑé"/>
          <p:cNvSpPr/>
          <p:nvPr>
            <p:custDataLst>
              <p:tags r:id="rId35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išlíḑe"/>
          <p:cNvSpPr/>
          <p:nvPr>
            <p:custDataLst>
              <p:tags r:id="rId36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ïṥlîḋè"/>
          <p:cNvSpPr/>
          <p:nvPr>
            <p:custDataLst>
              <p:tags r:id="rId37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íŝḻïḍé"/>
          <p:cNvSpPr/>
          <p:nvPr>
            <p:custDataLst>
              <p:tags r:id="rId38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ṧḻiḑé"/>
          <p:cNvSpPr/>
          <p:nvPr>
            <p:custDataLst>
              <p:tags r:id="rId39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šḻiḑè"/>
          <p:cNvSpPr/>
          <p:nvPr>
            <p:custDataLst>
              <p:tags r:id="rId40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ṡlíḑe"/>
          <p:cNvSpPr/>
          <p:nvPr>
            <p:custDataLst>
              <p:tags r:id="rId41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iṥlïdê"/>
          <p:cNvSpPr/>
          <p:nvPr>
            <p:custDataLst>
              <p:tags r:id="rId42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SLIDE_BACKGROUND_TYPE" val="general"/>
</p:tagLst>
</file>

<file path=ppt/tags/tag66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70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95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96.xml><?xml version="1.0" encoding="utf-8"?>
<p:tagLst xmlns:p="http://schemas.openxmlformats.org/presentationml/2006/main">
  <p:tag name="KSO_WM_SLIDE_BACKGROUND_TYPE" val="general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10.xml><?xml version="1.0" encoding="utf-8"?>
<p:tagLst xmlns:p="http://schemas.openxmlformats.org/presentationml/2006/main"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SLIDE_BACKGROUND_TYPE" val="general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2.xml><?xml version="1.0" encoding="utf-8"?>
<p:tagLst xmlns:p="http://schemas.openxmlformats.org/presentationml/2006/main">
  <p:tag name="KSO_WM_SLIDE_BACKGROUND_TYPE" val="general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KSO_WM_SLIDE_BACKGROUND_TYPE" val="general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-0.05"/>
  <p:tag name="KSO_WM_UNIT_LINE_FORE_SCHEMECOLOR_INDEX" val="10"/>
  <p:tag name="KSO_WM_UNIT_LINE_FILL_TYPE" val="2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SLIDE_BACKGROUND_TYPE" val="general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6.xml><?xml version="1.0" encoding="utf-8"?>
<p:tagLst xmlns:p="http://schemas.openxmlformats.org/presentationml/2006/main">
  <p:tag name="KSO_WM_UNIT_LINE_FORE_SCHEMECOLOR_INDEX_BRIGHTNESS" val="-0.05"/>
  <p:tag name="KSO_WM_UNIT_LINE_FORE_SCHEMECOLOR_INDEX" val="10"/>
  <p:tag name="KSO_WM_UNIT_LINE_FILL_TYPE" val="2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8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SLIDE_BACKGROUND_TYPE" val="general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31.xml><?xml version="1.0" encoding="utf-8"?>
<p:tagLst xmlns:p="http://schemas.openxmlformats.org/presentationml/2006/main">
  <p:tag name="KSO_WM_SLIDE_BACKGROUND_TYPE" val="general"/>
</p:tagLst>
</file>

<file path=ppt/tags/tag83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3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3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1884</Words>
  <Application>WPS 演示</Application>
  <PresentationFormat>宽屏</PresentationFormat>
  <Paragraphs>200</Paragraphs>
  <Slides>13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等线</vt:lpstr>
      <vt:lpstr>Courier New</vt:lpstr>
      <vt:lpstr>Helvetica Light</vt:lpstr>
      <vt:lpstr>Times New Roman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512</cp:revision>
  <dcterms:created xsi:type="dcterms:W3CDTF">2020-10-23T09:50:00Z</dcterms:created>
  <dcterms:modified xsi:type="dcterms:W3CDTF">2024-05-25T13:33:59Z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E7937BBA2EC94208AD9F62CCFB47EB90_12</vt:lpwstr>
  </property>
  <property fmtid="{D5CDD505-2E9C-101B-9397-08002B2CF9AE}" pid="3" name="KSOProductBuildVer">
    <vt:lpwstr>2052-12.1.0.16929</vt:lpwstr>
  </property>
</Properties>
</file>