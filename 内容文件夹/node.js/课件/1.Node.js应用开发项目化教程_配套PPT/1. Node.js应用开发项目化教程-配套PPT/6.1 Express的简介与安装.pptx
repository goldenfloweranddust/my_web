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28" r:id="rId4"/>
    <p:sldId id="429" r:id="rId6"/>
    <p:sldId id="430" r:id="rId7"/>
    <p:sldId id="431" r:id="rId8"/>
    <p:sldId id="443" r:id="rId9"/>
    <p:sldId id="432" r:id="rId10"/>
    <p:sldId id="433" r:id="rId11"/>
    <p:sldId id="434" r:id="rId12"/>
    <p:sldId id="435" r:id="rId13"/>
    <p:sldId id="436" r:id="rId14"/>
    <p:sldId id="437" r:id="rId15"/>
    <p:sldId id="438" r:id="rId16"/>
    <p:sldId id="439" r:id="rId17"/>
    <p:sldId id="440" r:id="rId18"/>
    <p:sldId id="441" r:id="rId19"/>
    <p:sldId id="442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AFABAB"/>
    <a:srgbClr val="3C853C"/>
    <a:srgbClr val="4C944C"/>
    <a:srgbClr val="333333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92" y="72"/>
      </p:cViewPr>
      <p:guideLst>
        <p:guide orient="horz" pos="2160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855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7.xml"/><Relationship Id="rId8" Type="http://schemas.openxmlformats.org/officeDocument/2006/relationships/tags" Target="../tags/tag596.xml"/><Relationship Id="rId7" Type="http://schemas.openxmlformats.org/officeDocument/2006/relationships/tags" Target="../tags/tag595.xml"/><Relationship Id="rId6" Type="http://schemas.openxmlformats.org/officeDocument/2006/relationships/image" Target="../media/image3.jpeg"/><Relationship Id="rId5" Type="http://schemas.openxmlformats.org/officeDocument/2006/relationships/tags" Target="../tags/tag594.xml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601.xml"/><Relationship Id="rId13" Type="http://schemas.openxmlformats.org/officeDocument/2006/relationships/tags" Target="../tags/tag600.xml"/><Relationship Id="rId12" Type="http://schemas.openxmlformats.org/officeDocument/2006/relationships/tags" Target="../tags/tag599.xml"/><Relationship Id="rId11" Type="http://schemas.openxmlformats.org/officeDocument/2006/relationships/tags" Target="../tags/tag598.xml"/><Relationship Id="rId10" Type="http://schemas.openxmlformats.org/officeDocument/2006/relationships/image" Target="../media/image4.jpeg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09.xml"/><Relationship Id="rId7" Type="http://schemas.openxmlformats.org/officeDocument/2006/relationships/tags" Target="../tags/tag608.xml"/><Relationship Id="rId6" Type="http://schemas.openxmlformats.org/officeDocument/2006/relationships/tags" Target="../tags/tag607.xml"/><Relationship Id="rId5" Type="http://schemas.openxmlformats.org/officeDocument/2006/relationships/tags" Target="../tags/tag606.xml"/><Relationship Id="rId4" Type="http://schemas.openxmlformats.org/officeDocument/2006/relationships/tags" Target="../tags/tag605.xml"/><Relationship Id="rId3" Type="http://schemas.openxmlformats.org/officeDocument/2006/relationships/tags" Target="../tags/tag604.xml"/><Relationship Id="rId2" Type="http://schemas.openxmlformats.org/officeDocument/2006/relationships/tags" Target="../tags/tag603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0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6.xml"/><Relationship Id="rId8" Type="http://schemas.openxmlformats.org/officeDocument/2006/relationships/tags" Target="../tags/tag615.xml"/><Relationship Id="rId7" Type="http://schemas.openxmlformats.org/officeDocument/2006/relationships/tags" Target="../tags/tag614.xml"/><Relationship Id="rId6" Type="http://schemas.openxmlformats.org/officeDocument/2006/relationships/image" Target="../media/image6.svg"/><Relationship Id="rId5" Type="http://schemas.openxmlformats.org/officeDocument/2006/relationships/image" Target="../media/image5.jpeg"/><Relationship Id="rId4" Type="http://schemas.openxmlformats.org/officeDocument/2006/relationships/tags" Target="../tags/tag613.xml"/><Relationship Id="rId3" Type="http://schemas.openxmlformats.org/officeDocument/2006/relationships/tags" Target="../tags/tag612.xml"/><Relationship Id="rId2" Type="http://schemas.openxmlformats.org/officeDocument/2006/relationships/tags" Target="../tags/tag611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624.xml"/><Relationship Id="rId16" Type="http://schemas.openxmlformats.org/officeDocument/2006/relationships/tags" Target="../tags/tag623.xml"/><Relationship Id="rId15" Type="http://schemas.openxmlformats.org/officeDocument/2006/relationships/tags" Target="../tags/tag622.xml"/><Relationship Id="rId14" Type="http://schemas.openxmlformats.org/officeDocument/2006/relationships/tags" Target="../tags/tag621.xml"/><Relationship Id="rId13" Type="http://schemas.openxmlformats.org/officeDocument/2006/relationships/tags" Target="../tags/tag620.xml"/><Relationship Id="rId12" Type="http://schemas.openxmlformats.org/officeDocument/2006/relationships/tags" Target="../tags/tag619.xml"/><Relationship Id="rId11" Type="http://schemas.openxmlformats.org/officeDocument/2006/relationships/tags" Target="../tags/tag618.xml"/><Relationship Id="rId10" Type="http://schemas.openxmlformats.org/officeDocument/2006/relationships/tags" Target="../tags/tag617.xml"/><Relationship Id="rId1" Type="http://schemas.openxmlformats.org/officeDocument/2006/relationships/tags" Target="../tags/tag6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33.xml"/><Relationship Id="rId8" Type="http://schemas.openxmlformats.org/officeDocument/2006/relationships/tags" Target="../tags/tag632.xml"/><Relationship Id="rId7" Type="http://schemas.openxmlformats.org/officeDocument/2006/relationships/tags" Target="../tags/tag631.xml"/><Relationship Id="rId6" Type="http://schemas.openxmlformats.org/officeDocument/2006/relationships/tags" Target="../tags/tag630.xml"/><Relationship Id="rId5" Type="http://schemas.openxmlformats.org/officeDocument/2006/relationships/tags" Target="../tags/tag629.xml"/><Relationship Id="rId4" Type="http://schemas.openxmlformats.org/officeDocument/2006/relationships/tags" Target="../tags/tag628.xml"/><Relationship Id="rId3" Type="http://schemas.openxmlformats.org/officeDocument/2006/relationships/tags" Target="../tags/tag627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626.xml"/><Relationship Id="rId19" Type="http://schemas.openxmlformats.org/officeDocument/2006/relationships/tags" Target="../tags/tag639.xml"/><Relationship Id="rId18" Type="http://schemas.openxmlformats.org/officeDocument/2006/relationships/image" Target="../media/image10.svg"/><Relationship Id="rId17" Type="http://schemas.openxmlformats.org/officeDocument/2006/relationships/image" Target="../media/image9.jpeg"/><Relationship Id="rId16" Type="http://schemas.openxmlformats.org/officeDocument/2006/relationships/tags" Target="../tags/tag638.xml"/><Relationship Id="rId15" Type="http://schemas.openxmlformats.org/officeDocument/2006/relationships/image" Target="../media/image8.svg"/><Relationship Id="rId14" Type="http://schemas.openxmlformats.org/officeDocument/2006/relationships/image" Target="../media/image7.jpeg"/><Relationship Id="rId13" Type="http://schemas.openxmlformats.org/officeDocument/2006/relationships/tags" Target="../tags/tag637.xml"/><Relationship Id="rId12" Type="http://schemas.openxmlformats.org/officeDocument/2006/relationships/tags" Target="../tags/tag636.xml"/><Relationship Id="rId11" Type="http://schemas.openxmlformats.org/officeDocument/2006/relationships/tags" Target="../tags/tag635.xml"/><Relationship Id="rId10" Type="http://schemas.openxmlformats.org/officeDocument/2006/relationships/tags" Target="../tags/tag634.xml"/><Relationship Id="rId1" Type="http://schemas.openxmlformats.org/officeDocument/2006/relationships/tags" Target="../tags/tag62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48.xml"/><Relationship Id="rId8" Type="http://schemas.openxmlformats.org/officeDocument/2006/relationships/tags" Target="../tags/tag647.xml"/><Relationship Id="rId7" Type="http://schemas.openxmlformats.org/officeDocument/2006/relationships/tags" Target="../tags/tag646.xml"/><Relationship Id="rId6" Type="http://schemas.openxmlformats.org/officeDocument/2006/relationships/tags" Target="../tags/tag645.xml"/><Relationship Id="rId5" Type="http://schemas.openxmlformats.org/officeDocument/2006/relationships/tags" Target="../tags/tag644.xml"/><Relationship Id="rId45" Type="http://schemas.openxmlformats.org/officeDocument/2006/relationships/notesSlide" Target="../notesSlides/notesSlide6.xml"/><Relationship Id="rId44" Type="http://schemas.openxmlformats.org/officeDocument/2006/relationships/slideLayout" Target="../slideLayouts/slideLayout11.xml"/><Relationship Id="rId43" Type="http://schemas.openxmlformats.org/officeDocument/2006/relationships/tags" Target="../tags/tag680.xml"/><Relationship Id="rId42" Type="http://schemas.openxmlformats.org/officeDocument/2006/relationships/tags" Target="../tags/tag679.xml"/><Relationship Id="rId41" Type="http://schemas.openxmlformats.org/officeDocument/2006/relationships/tags" Target="../tags/tag678.xml"/><Relationship Id="rId40" Type="http://schemas.openxmlformats.org/officeDocument/2006/relationships/tags" Target="../tags/tag677.xml"/><Relationship Id="rId4" Type="http://schemas.openxmlformats.org/officeDocument/2006/relationships/tags" Target="../tags/tag643.xml"/><Relationship Id="rId39" Type="http://schemas.openxmlformats.org/officeDocument/2006/relationships/tags" Target="../tags/tag676.xml"/><Relationship Id="rId38" Type="http://schemas.openxmlformats.org/officeDocument/2006/relationships/tags" Target="../tags/tag675.xml"/><Relationship Id="rId37" Type="http://schemas.openxmlformats.org/officeDocument/2006/relationships/tags" Target="../tags/tag674.xml"/><Relationship Id="rId36" Type="http://schemas.openxmlformats.org/officeDocument/2006/relationships/tags" Target="../tags/tag673.xml"/><Relationship Id="rId35" Type="http://schemas.openxmlformats.org/officeDocument/2006/relationships/tags" Target="../tags/tag672.xml"/><Relationship Id="rId34" Type="http://schemas.openxmlformats.org/officeDocument/2006/relationships/tags" Target="../tags/tag671.xml"/><Relationship Id="rId33" Type="http://schemas.openxmlformats.org/officeDocument/2006/relationships/tags" Target="../tags/tag670.xml"/><Relationship Id="rId32" Type="http://schemas.openxmlformats.org/officeDocument/2006/relationships/tags" Target="../tags/tag669.xml"/><Relationship Id="rId31" Type="http://schemas.openxmlformats.org/officeDocument/2006/relationships/image" Target="../media/image12.png"/><Relationship Id="rId30" Type="http://schemas.openxmlformats.org/officeDocument/2006/relationships/tags" Target="../tags/tag668.xml"/><Relationship Id="rId3" Type="http://schemas.openxmlformats.org/officeDocument/2006/relationships/tags" Target="../tags/tag642.xml"/><Relationship Id="rId29" Type="http://schemas.openxmlformats.org/officeDocument/2006/relationships/image" Target="../media/image11.png"/><Relationship Id="rId28" Type="http://schemas.openxmlformats.org/officeDocument/2006/relationships/tags" Target="../tags/tag667.xml"/><Relationship Id="rId27" Type="http://schemas.openxmlformats.org/officeDocument/2006/relationships/tags" Target="../tags/tag666.xml"/><Relationship Id="rId26" Type="http://schemas.openxmlformats.org/officeDocument/2006/relationships/tags" Target="../tags/tag665.xml"/><Relationship Id="rId25" Type="http://schemas.openxmlformats.org/officeDocument/2006/relationships/tags" Target="../tags/tag664.xml"/><Relationship Id="rId24" Type="http://schemas.openxmlformats.org/officeDocument/2006/relationships/tags" Target="../tags/tag663.xml"/><Relationship Id="rId23" Type="http://schemas.openxmlformats.org/officeDocument/2006/relationships/tags" Target="../tags/tag662.xml"/><Relationship Id="rId22" Type="http://schemas.openxmlformats.org/officeDocument/2006/relationships/tags" Target="../tags/tag661.xml"/><Relationship Id="rId21" Type="http://schemas.openxmlformats.org/officeDocument/2006/relationships/tags" Target="../tags/tag660.xml"/><Relationship Id="rId20" Type="http://schemas.openxmlformats.org/officeDocument/2006/relationships/tags" Target="../tags/tag659.xml"/><Relationship Id="rId2" Type="http://schemas.openxmlformats.org/officeDocument/2006/relationships/tags" Target="../tags/tag641.xml"/><Relationship Id="rId19" Type="http://schemas.openxmlformats.org/officeDocument/2006/relationships/tags" Target="../tags/tag658.xml"/><Relationship Id="rId18" Type="http://schemas.openxmlformats.org/officeDocument/2006/relationships/tags" Target="../tags/tag657.xml"/><Relationship Id="rId17" Type="http://schemas.openxmlformats.org/officeDocument/2006/relationships/tags" Target="../tags/tag656.xml"/><Relationship Id="rId16" Type="http://schemas.openxmlformats.org/officeDocument/2006/relationships/tags" Target="../tags/tag655.xml"/><Relationship Id="rId15" Type="http://schemas.openxmlformats.org/officeDocument/2006/relationships/tags" Target="../tags/tag654.xml"/><Relationship Id="rId14" Type="http://schemas.openxmlformats.org/officeDocument/2006/relationships/tags" Target="../tags/tag653.xml"/><Relationship Id="rId13" Type="http://schemas.openxmlformats.org/officeDocument/2006/relationships/tags" Target="../tags/tag652.xml"/><Relationship Id="rId12" Type="http://schemas.openxmlformats.org/officeDocument/2006/relationships/tags" Target="../tags/tag651.xml"/><Relationship Id="rId11" Type="http://schemas.openxmlformats.org/officeDocument/2006/relationships/tags" Target="../tags/tag650.xml"/><Relationship Id="rId10" Type="http://schemas.openxmlformats.org/officeDocument/2006/relationships/tags" Target="../tags/tag649.xml"/><Relationship Id="rId1" Type="http://schemas.openxmlformats.org/officeDocument/2006/relationships/tags" Target="../tags/tag64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88.xml"/><Relationship Id="rId8" Type="http://schemas.openxmlformats.org/officeDocument/2006/relationships/tags" Target="../tags/tag687.xml"/><Relationship Id="rId7" Type="http://schemas.openxmlformats.org/officeDocument/2006/relationships/tags" Target="../tags/tag686.xml"/><Relationship Id="rId6" Type="http://schemas.openxmlformats.org/officeDocument/2006/relationships/image" Target="../media/image13.png"/><Relationship Id="rId5" Type="http://schemas.openxmlformats.org/officeDocument/2006/relationships/tags" Target="../tags/tag685.xml"/><Relationship Id="rId4" Type="http://schemas.openxmlformats.org/officeDocument/2006/relationships/tags" Target="../tags/tag684.xml"/><Relationship Id="rId3" Type="http://schemas.openxmlformats.org/officeDocument/2006/relationships/tags" Target="../tags/tag683.xml"/><Relationship Id="rId2" Type="http://schemas.openxmlformats.org/officeDocument/2006/relationships/tags" Target="../tags/tag682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690.xml"/><Relationship Id="rId12" Type="http://schemas.openxmlformats.org/officeDocument/2006/relationships/tags" Target="../tags/tag689.xml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tags" Target="../tags/tag68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99.xml"/><Relationship Id="rId8" Type="http://schemas.openxmlformats.org/officeDocument/2006/relationships/tags" Target="../tags/tag698.xml"/><Relationship Id="rId7" Type="http://schemas.openxmlformats.org/officeDocument/2006/relationships/tags" Target="../tags/tag697.xml"/><Relationship Id="rId6" Type="http://schemas.openxmlformats.org/officeDocument/2006/relationships/tags" Target="../tags/tag696.xml"/><Relationship Id="rId5" Type="http://schemas.openxmlformats.org/officeDocument/2006/relationships/tags" Target="../tags/tag695.xml"/><Relationship Id="rId4" Type="http://schemas.openxmlformats.org/officeDocument/2006/relationships/tags" Target="../tags/tag694.xml"/><Relationship Id="rId3" Type="http://schemas.openxmlformats.org/officeDocument/2006/relationships/tags" Target="../tags/tag693.xml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710.xml"/><Relationship Id="rId20" Type="http://schemas.openxmlformats.org/officeDocument/2006/relationships/tags" Target="../tags/tag709.xml"/><Relationship Id="rId2" Type="http://schemas.openxmlformats.org/officeDocument/2006/relationships/tags" Target="../tags/tag692.xml"/><Relationship Id="rId19" Type="http://schemas.openxmlformats.org/officeDocument/2006/relationships/tags" Target="../tags/tag708.xml"/><Relationship Id="rId18" Type="http://schemas.openxmlformats.org/officeDocument/2006/relationships/tags" Target="../tags/tag707.xml"/><Relationship Id="rId17" Type="http://schemas.openxmlformats.org/officeDocument/2006/relationships/image" Target="../media/image14.png"/><Relationship Id="rId16" Type="http://schemas.openxmlformats.org/officeDocument/2006/relationships/tags" Target="../tags/tag706.xml"/><Relationship Id="rId15" Type="http://schemas.openxmlformats.org/officeDocument/2006/relationships/tags" Target="../tags/tag705.xml"/><Relationship Id="rId14" Type="http://schemas.openxmlformats.org/officeDocument/2006/relationships/tags" Target="../tags/tag704.xml"/><Relationship Id="rId13" Type="http://schemas.openxmlformats.org/officeDocument/2006/relationships/tags" Target="../tags/tag703.xml"/><Relationship Id="rId12" Type="http://schemas.openxmlformats.org/officeDocument/2006/relationships/tags" Target="../tags/tag702.xml"/><Relationship Id="rId11" Type="http://schemas.openxmlformats.org/officeDocument/2006/relationships/tags" Target="../tags/tag701.xml"/><Relationship Id="rId10" Type="http://schemas.openxmlformats.org/officeDocument/2006/relationships/tags" Target="../tags/tag700.xml"/><Relationship Id="rId1" Type="http://schemas.openxmlformats.org/officeDocument/2006/relationships/tags" Target="../tags/tag69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18.xml"/><Relationship Id="rId8" Type="http://schemas.openxmlformats.org/officeDocument/2006/relationships/tags" Target="../tags/tag717.xml"/><Relationship Id="rId7" Type="http://schemas.openxmlformats.org/officeDocument/2006/relationships/tags" Target="../tags/tag716.xml"/><Relationship Id="rId6" Type="http://schemas.openxmlformats.org/officeDocument/2006/relationships/tags" Target="../tags/tag715.xml"/><Relationship Id="rId5" Type="http://schemas.openxmlformats.org/officeDocument/2006/relationships/tags" Target="../tags/tag714.xml"/><Relationship Id="rId4" Type="http://schemas.openxmlformats.org/officeDocument/2006/relationships/image" Target="../media/image16.png"/><Relationship Id="rId38" Type="http://schemas.openxmlformats.org/officeDocument/2006/relationships/notesSlide" Target="../notesSlides/notesSlide9.xml"/><Relationship Id="rId37" Type="http://schemas.openxmlformats.org/officeDocument/2006/relationships/slideLayout" Target="../slideLayouts/slideLayout11.xml"/><Relationship Id="rId36" Type="http://schemas.openxmlformats.org/officeDocument/2006/relationships/tags" Target="../tags/tag743.xml"/><Relationship Id="rId35" Type="http://schemas.openxmlformats.org/officeDocument/2006/relationships/tags" Target="../tags/tag742.xml"/><Relationship Id="rId34" Type="http://schemas.openxmlformats.org/officeDocument/2006/relationships/image" Target="../media/image17.jpeg"/><Relationship Id="rId33" Type="http://schemas.openxmlformats.org/officeDocument/2006/relationships/tags" Target="../tags/tag741.xml"/><Relationship Id="rId32" Type="http://schemas.openxmlformats.org/officeDocument/2006/relationships/image" Target="../media/image11.png"/><Relationship Id="rId31" Type="http://schemas.openxmlformats.org/officeDocument/2006/relationships/tags" Target="../tags/tag740.xml"/><Relationship Id="rId30" Type="http://schemas.openxmlformats.org/officeDocument/2006/relationships/tags" Target="../tags/tag739.xml"/><Relationship Id="rId3" Type="http://schemas.openxmlformats.org/officeDocument/2006/relationships/tags" Target="../tags/tag713.xml"/><Relationship Id="rId29" Type="http://schemas.openxmlformats.org/officeDocument/2006/relationships/tags" Target="../tags/tag738.xml"/><Relationship Id="rId28" Type="http://schemas.openxmlformats.org/officeDocument/2006/relationships/tags" Target="../tags/tag737.xml"/><Relationship Id="rId27" Type="http://schemas.openxmlformats.org/officeDocument/2006/relationships/tags" Target="../tags/tag736.xml"/><Relationship Id="rId26" Type="http://schemas.openxmlformats.org/officeDocument/2006/relationships/tags" Target="../tags/tag735.xml"/><Relationship Id="rId25" Type="http://schemas.openxmlformats.org/officeDocument/2006/relationships/tags" Target="../tags/tag734.xml"/><Relationship Id="rId24" Type="http://schemas.openxmlformats.org/officeDocument/2006/relationships/tags" Target="../tags/tag733.xml"/><Relationship Id="rId23" Type="http://schemas.openxmlformats.org/officeDocument/2006/relationships/tags" Target="../tags/tag732.xml"/><Relationship Id="rId22" Type="http://schemas.openxmlformats.org/officeDocument/2006/relationships/tags" Target="../tags/tag731.xml"/><Relationship Id="rId21" Type="http://schemas.openxmlformats.org/officeDocument/2006/relationships/tags" Target="../tags/tag730.xml"/><Relationship Id="rId20" Type="http://schemas.openxmlformats.org/officeDocument/2006/relationships/tags" Target="../tags/tag729.xml"/><Relationship Id="rId2" Type="http://schemas.openxmlformats.org/officeDocument/2006/relationships/tags" Target="../tags/tag712.xml"/><Relationship Id="rId19" Type="http://schemas.openxmlformats.org/officeDocument/2006/relationships/tags" Target="../tags/tag728.xml"/><Relationship Id="rId18" Type="http://schemas.openxmlformats.org/officeDocument/2006/relationships/tags" Target="../tags/tag727.xml"/><Relationship Id="rId17" Type="http://schemas.openxmlformats.org/officeDocument/2006/relationships/tags" Target="../tags/tag726.xml"/><Relationship Id="rId16" Type="http://schemas.openxmlformats.org/officeDocument/2006/relationships/tags" Target="../tags/tag725.xml"/><Relationship Id="rId15" Type="http://schemas.openxmlformats.org/officeDocument/2006/relationships/tags" Target="../tags/tag724.xml"/><Relationship Id="rId14" Type="http://schemas.openxmlformats.org/officeDocument/2006/relationships/tags" Target="../tags/tag723.xml"/><Relationship Id="rId13" Type="http://schemas.openxmlformats.org/officeDocument/2006/relationships/tags" Target="../tags/tag722.xml"/><Relationship Id="rId12" Type="http://schemas.openxmlformats.org/officeDocument/2006/relationships/tags" Target="../tags/tag721.xml"/><Relationship Id="rId11" Type="http://schemas.openxmlformats.org/officeDocument/2006/relationships/tags" Target="../tags/tag720.xml"/><Relationship Id="rId10" Type="http://schemas.openxmlformats.org/officeDocument/2006/relationships/tags" Target="../tags/tag719.xml"/><Relationship Id="rId1" Type="http://schemas.openxmlformats.org/officeDocument/2006/relationships/tags" Target="../tags/tag71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52.xml"/><Relationship Id="rId8" Type="http://schemas.openxmlformats.org/officeDocument/2006/relationships/tags" Target="../tags/tag751.xml"/><Relationship Id="rId7" Type="http://schemas.openxmlformats.org/officeDocument/2006/relationships/tags" Target="../tags/tag750.xml"/><Relationship Id="rId6" Type="http://schemas.openxmlformats.org/officeDocument/2006/relationships/tags" Target="../tags/tag749.xml"/><Relationship Id="rId5" Type="http://schemas.openxmlformats.org/officeDocument/2006/relationships/tags" Target="../tags/tag748.xml"/><Relationship Id="rId4" Type="http://schemas.openxmlformats.org/officeDocument/2006/relationships/tags" Target="../tags/tag747.xml"/><Relationship Id="rId3" Type="http://schemas.openxmlformats.org/officeDocument/2006/relationships/tags" Target="../tags/tag746.xml"/><Relationship Id="rId23" Type="http://schemas.openxmlformats.org/officeDocument/2006/relationships/notesSlide" Target="../notesSlides/notesSlide10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763.xml"/><Relationship Id="rId20" Type="http://schemas.openxmlformats.org/officeDocument/2006/relationships/tags" Target="../tags/tag762.xml"/><Relationship Id="rId2" Type="http://schemas.openxmlformats.org/officeDocument/2006/relationships/tags" Target="../tags/tag745.xml"/><Relationship Id="rId19" Type="http://schemas.openxmlformats.org/officeDocument/2006/relationships/image" Target="../media/image18.png"/><Relationship Id="rId18" Type="http://schemas.openxmlformats.org/officeDocument/2006/relationships/tags" Target="../tags/tag761.xml"/><Relationship Id="rId17" Type="http://schemas.openxmlformats.org/officeDocument/2006/relationships/tags" Target="../tags/tag760.xml"/><Relationship Id="rId16" Type="http://schemas.openxmlformats.org/officeDocument/2006/relationships/tags" Target="../tags/tag759.xml"/><Relationship Id="rId15" Type="http://schemas.openxmlformats.org/officeDocument/2006/relationships/tags" Target="../tags/tag758.xml"/><Relationship Id="rId14" Type="http://schemas.openxmlformats.org/officeDocument/2006/relationships/tags" Target="../tags/tag757.xml"/><Relationship Id="rId13" Type="http://schemas.openxmlformats.org/officeDocument/2006/relationships/tags" Target="../tags/tag756.xml"/><Relationship Id="rId12" Type="http://schemas.openxmlformats.org/officeDocument/2006/relationships/tags" Target="../tags/tag755.xml"/><Relationship Id="rId11" Type="http://schemas.openxmlformats.org/officeDocument/2006/relationships/tags" Target="../tags/tag754.xml"/><Relationship Id="rId10" Type="http://schemas.openxmlformats.org/officeDocument/2006/relationships/tags" Target="../tags/tag753.xml"/><Relationship Id="rId1" Type="http://schemas.openxmlformats.org/officeDocument/2006/relationships/tags" Target="../tags/tag744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767.xml"/><Relationship Id="rId4" Type="http://schemas.openxmlformats.org/officeDocument/2006/relationships/image" Target="../media/image18.png"/><Relationship Id="rId3" Type="http://schemas.openxmlformats.org/officeDocument/2006/relationships/tags" Target="../tags/tag766.xml"/><Relationship Id="rId2" Type="http://schemas.openxmlformats.org/officeDocument/2006/relationships/tags" Target="../tags/tag765.xml"/><Relationship Id="rId1" Type="http://schemas.openxmlformats.org/officeDocument/2006/relationships/tags" Target="../tags/tag76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75.xml"/><Relationship Id="rId8" Type="http://schemas.openxmlformats.org/officeDocument/2006/relationships/tags" Target="../tags/tag774.xml"/><Relationship Id="rId7" Type="http://schemas.openxmlformats.org/officeDocument/2006/relationships/tags" Target="../tags/tag773.xml"/><Relationship Id="rId6" Type="http://schemas.openxmlformats.org/officeDocument/2006/relationships/tags" Target="../tags/tag772.xml"/><Relationship Id="rId5" Type="http://schemas.openxmlformats.org/officeDocument/2006/relationships/tags" Target="../tags/tag771.xml"/><Relationship Id="rId4" Type="http://schemas.openxmlformats.org/officeDocument/2006/relationships/image" Target="../media/image19.jpeg"/><Relationship Id="rId3" Type="http://schemas.openxmlformats.org/officeDocument/2006/relationships/tags" Target="../tags/tag770.xml"/><Relationship Id="rId2" Type="http://schemas.openxmlformats.org/officeDocument/2006/relationships/tags" Target="../tags/tag769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76.xml"/><Relationship Id="rId1" Type="http://schemas.openxmlformats.org/officeDocument/2006/relationships/tags" Target="../tags/tag76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85.xml"/><Relationship Id="rId8" Type="http://schemas.openxmlformats.org/officeDocument/2006/relationships/tags" Target="../tags/tag784.xml"/><Relationship Id="rId7" Type="http://schemas.openxmlformats.org/officeDocument/2006/relationships/tags" Target="../tags/tag783.xml"/><Relationship Id="rId6" Type="http://schemas.openxmlformats.org/officeDocument/2006/relationships/tags" Target="../tags/tag782.xml"/><Relationship Id="rId5" Type="http://schemas.openxmlformats.org/officeDocument/2006/relationships/tags" Target="../tags/tag781.xml"/><Relationship Id="rId4" Type="http://schemas.openxmlformats.org/officeDocument/2006/relationships/tags" Target="../tags/tag780.xml"/><Relationship Id="rId3" Type="http://schemas.openxmlformats.org/officeDocument/2006/relationships/tags" Target="../tags/tag779.xml"/><Relationship Id="rId2" Type="http://schemas.openxmlformats.org/officeDocument/2006/relationships/tags" Target="../tags/tag778.xml"/><Relationship Id="rId19" Type="http://schemas.openxmlformats.org/officeDocument/2006/relationships/notesSlide" Target="../notesSlides/notesSlide13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92.xml"/><Relationship Id="rId16" Type="http://schemas.openxmlformats.org/officeDocument/2006/relationships/tags" Target="../tags/tag791.xml"/><Relationship Id="rId15" Type="http://schemas.openxmlformats.org/officeDocument/2006/relationships/tags" Target="../tags/tag790.xml"/><Relationship Id="rId14" Type="http://schemas.openxmlformats.org/officeDocument/2006/relationships/tags" Target="../tags/tag789.xml"/><Relationship Id="rId13" Type="http://schemas.openxmlformats.org/officeDocument/2006/relationships/image" Target="../media/image20.jpeg"/><Relationship Id="rId12" Type="http://schemas.openxmlformats.org/officeDocument/2006/relationships/tags" Target="../tags/tag788.xml"/><Relationship Id="rId11" Type="http://schemas.openxmlformats.org/officeDocument/2006/relationships/tags" Target="../tags/tag787.xml"/><Relationship Id="rId10" Type="http://schemas.openxmlformats.org/officeDocument/2006/relationships/tags" Target="../tags/tag786.xml"/><Relationship Id="rId1" Type="http://schemas.openxmlformats.org/officeDocument/2006/relationships/tags" Target="../tags/tag77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99.xml"/><Relationship Id="rId8" Type="http://schemas.openxmlformats.org/officeDocument/2006/relationships/image" Target="../media/image22.jpeg"/><Relationship Id="rId7" Type="http://schemas.openxmlformats.org/officeDocument/2006/relationships/tags" Target="../tags/tag798.xml"/><Relationship Id="rId6" Type="http://schemas.openxmlformats.org/officeDocument/2006/relationships/tags" Target="../tags/tag797.xml"/><Relationship Id="rId5" Type="http://schemas.openxmlformats.org/officeDocument/2006/relationships/tags" Target="../tags/tag796.xml"/><Relationship Id="rId4" Type="http://schemas.openxmlformats.org/officeDocument/2006/relationships/tags" Target="../tags/tag795.xml"/><Relationship Id="rId3" Type="http://schemas.openxmlformats.org/officeDocument/2006/relationships/tags" Target="../tags/tag794.xml"/><Relationship Id="rId2" Type="http://schemas.openxmlformats.org/officeDocument/2006/relationships/tags" Target="../tags/tag793.xml"/><Relationship Id="rId17" Type="http://schemas.openxmlformats.org/officeDocument/2006/relationships/notesSlide" Target="../notesSlides/notesSlide14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805.xml"/><Relationship Id="rId14" Type="http://schemas.openxmlformats.org/officeDocument/2006/relationships/tags" Target="../tags/tag804.xml"/><Relationship Id="rId13" Type="http://schemas.openxmlformats.org/officeDocument/2006/relationships/tags" Target="../tags/tag803.xml"/><Relationship Id="rId12" Type="http://schemas.openxmlformats.org/officeDocument/2006/relationships/tags" Target="../tags/tag802.xml"/><Relationship Id="rId11" Type="http://schemas.openxmlformats.org/officeDocument/2006/relationships/tags" Target="../tags/tag801.xml"/><Relationship Id="rId10" Type="http://schemas.openxmlformats.org/officeDocument/2006/relationships/tags" Target="../tags/tag800.xml"/><Relationship Id="rId1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14.xml"/><Relationship Id="rId8" Type="http://schemas.openxmlformats.org/officeDocument/2006/relationships/tags" Target="../tags/tag813.xml"/><Relationship Id="rId7" Type="http://schemas.openxmlformats.org/officeDocument/2006/relationships/tags" Target="../tags/tag812.xml"/><Relationship Id="rId6" Type="http://schemas.openxmlformats.org/officeDocument/2006/relationships/tags" Target="../tags/tag811.xml"/><Relationship Id="rId5" Type="http://schemas.openxmlformats.org/officeDocument/2006/relationships/tags" Target="../tags/tag810.xml"/><Relationship Id="rId49" Type="http://schemas.openxmlformats.org/officeDocument/2006/relationships/notesSlide" Target="../notesSlides/notesSlide15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852.xml"/><Relationship Id="rId46" Type="http://schemas.openxmlformats.org/officeDocument/2006/relationships/tags" Target="../tags/tag851.xml"/><Relationship Id="rId45" Type="http://schemas.openxmlformats.org/officeDocument/2006/relationships/tags" Target="../tags/tag850.xml"/><Relationship Id="rId44" Type="http://schemas.openxmlformats.org/officeDocument/2006/relationships/tags" Target="../tags/tag849.xml"/><Relationship Id="rId43" Type="http://schemas.openxmlformats.org/officeDocument/2006/relationships/tags" Target="../tags/tag848.xml"/><Relationship Id="rId42" Type="http://schemas.openxmlformats.org/officeDocument/2006/relationships/tags" Target="../tags/tag847.xml"/><Relationship Id="rId41" Type="http://schemas.openxmlformats.org/officeDocument/2006/relationships/tags" Target="../tags/tag846.xml"/><Relationship Id="rId40" Type="http://schemas.openxmlformats.org/officeDocument/2006/relationships/tags" Target="../tags/tag845.xml"/><Relationship Id="rId4" Type="http://schemas.openxmlformats.org/officeDocument/2006/relationships/tags" Target="../tags/tag809.xml"/><Relationship Id="rId39" Type="http://schemas.openxmlformats.org/officeDocument/2006/relationships/tags" Target="../tags/tag844.xml"/><Relationship Id="rId38" Type="http://schemas.openxmlformats.org/officeDocument/2006/relationships/tags" Target="../tags/tag843.xml"/><Relationship Id="rId37" Type="http://schemas.openxmlformats.org/officeDocument/2006/relationships/tags" Target="../tags/tag842.xml"/><Relationship Id="rId36" Type="http://schemas.openxmlformats.org/officeDocument/2006/relationships/tags" Target="../tags/tag841.xml"/><Relationship Id="rId35" Type="http://schemas.openxmlformats.org/officeDocument/2006/relationships/tags" Target="../tags/tag840.xml"/><Relationship Id="rId34" Type="http://schemas.openxmlformats.org/officeDocument/2006/relationships/tags" Target="../tags/tag839.xml"/><Relationship Id="rId33" Type="http://schemas.openxmlformats.org/officeDocument/2006/relationships/tags" Target="../tags/tag838.xml"/><Relationship Id="rId32" Type="http://schemas.openxmlformats.org/officeDocument/2006/relationships/tags" Target="../tags/tag837.xml"/><Relationship Id="rId31" Type="http://schemas.openxmlformats.org/officeDocument/2006/relationships/tags" Target="../tags/tag836.xml"/><Relationship Id="rId30" Type="http://schemas.openxmlformats.org/officeDocument/2006/relationships/tags" Target="../tags/tag835.xml"/><Relationship Id="rId3" Type="http://schemas.openxmlformats.org/officeDocument/2006/relationships/tags" Target="../tags/tag808.xml"/><Relationship Id="rId29" Type="http://schemas.openxmlformats.org/officeDocument/2006/relationships/tags" Target="../tags/tag834.xml"/><Relationship Id="rId28" Type="http://schemas.openxmlformats.org/officeDocument/2006/relationships/tags" Target="../tags/tag833.xml"/><Relationship Id="rId27" Type="http://schemas.openxmlformats.org/officeDocument/2006/relationships/tags" Target="../tags/tag832.xml"/><Relationship Id="rId26" Type="http://schemas.openxmlformats.org/officeDocument/2006/relationships/tags" Target="../tags/tag831.xml"/><Relationship Id="rId25" Type="http://schemas.openxmlformats.org/officeDocument/2006/relationships/tags" Target="../tags/tag830.xml"/><Relationship Id="rId24" Type="http://schemas.openxmlformats.org/officeDocument/2006/relationships/tags" Target="../tags/tag829.xml"/><Relationship Id="rId23" Type="http://schemas.openxmlformats.org/officeDocument/2006/relationships/tags" Target="../tags/tag828.xml"/><Relationship Id="rId22" Type="http://schemas.openxmlformats.org/officeDocument/2006/relationships/tags" Target="../tags/tag827.xml"/><Relationship Id="rId21" Type="http://schemas.openxmlformats.org/officeDocument/2006/relationships/tags" Target="../tags/tag826.xml"/><Relationship Id="rId20" Type="http://schemas.openxmlformats.org/officeDocument/2006/relationships/tags" Target="../tags/tag825.xml"/><Relationship Id="rId2" Type="http://schemas.openxmlformats.org/officeDocument/2006/relationships/tags" Target="../tags/tag807.xml"/><Relationship Id="rId19" Type="http://schemas.openxmlformats.org/officeDocument/2006/relationships/tags" Target="../tags/tag824.xml"/><Relationship Id="rId18" Type="http://schemas.openxmlformats.org/officeDocument/2006/relationships/tags" Target="../tags/tag823.xml"/><Relationship Id="rId17" Type="http://schemas.openxmlformats.org/officeDocument/2006/relationships/tags" Target="../tags/tag822.xml"/><Relationship Id="rId16" Type="http://schemas.openxmlformats.org/officeDocument/2006/relationships/tags" Target="../tags/tag821.xml"/><Relationship Id="rId15" Type="http://schemas.openxmlformats.org/officeDocument/2006/relationships/tags" Target="../tags/tag820.xml"/><Relationship Id="rId14" Type="http://schemas.openxmlformats.org/officeDocument/2006/relationships/tags" Target="../tags/tag819.xml"/><Relationship Id="rId13" Type="http://schemas.openxmlformats.org/officeDocument/2006/relationships/tags" Target="../tags/tag818.xml"/><Relationship Id="rId12" Type="http://schemas.openxmlformats.org/officeDocument/2006/relationships/tags" Target="../tags/tag817.xml"/><Relationship Id="rId11" Type="http://schemas.openxmlformats.org/officeDocument/2006/relationships/tags" Target="../tags/tag816.xml"/><Relationship Id="rId10" Type="http://schemas.openxmlformats.org/officeDocument/2006/relationships/tags" Target="../tags/tag815.xml"/><Relationship Id="rId1" Type="http://schemas.openxmlformats.org/officeDocument/2006/relationships/tags" Target="../tags/tag80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54.xml"/><Relationship Id="rId1" Type="http://schemas.openxmlformats.org/officeDocument/2006/relationships/tags" Target="../tags/tag8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495425" y="2195830"/>
            <a:ext cx="908304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Express简介与安装</a:t>
            </a:r>
            <a:endParaRPr lang="en-US" altLang="zh-CN" sz="71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0" name="图片 39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901700" y="1075055"/>
            <a:ext cx="4799330" cy="3700780"/>
            <a:chOff x="1420" y="1693"/>
            <a:chExt cx="7558" cy="5828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450" y="2487"/>
              <a:ext cx="7528" cy="50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PA-îšļïḑé"/>
            <p:cNvSpPr/>
            <p:nvPr>
              <p:custDataLst>
                <p:tags r:id="rId5"/>
              </p:custDataLst>
            </p:nvPr>
          </p:nvSpPr>
          <p:spPr>
            <a:xfrm>
              <a:off x="1420" y="2602"/>
              <a:ext cx="7558" cy="4877"/>
            </a:xfrm>
            <a:prstGeom prst="rect">
              <a:avLst/>
            </a:prstGeom>
            <a:blipFill rotWithShape="1">
              <a:blip r:embed="rId6"/>
              <a:stretch>
                <a:fillRect/>
              </a:stretch>
            </a:blip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PA-îṩlîďe"/>
            <p:cNvSpPr/>
            <p:nvPr>
              <p:custDataLst>
                <p:tags r:id="rId7"/>
              </p:custDataLst>
            </p:nvPr>
          </p:nvSpPr>
          <p:spPr>
            <a:xfrm>
              <a:off x="1420" y="1693"/>
              <a:ext cx="7558" cy="906"/>
            </a:xfrm>
            <a:prstGeom prst="roundRect">
              <a:avLst>
                <a:gd name="adj" fmla="val 5380"/>
              </a:avLst>
            </a:prstGeom>
            <a:gradFill>
              <a:gsLst>
                <a:gs pos="0">
                  <a:schemeClr val="accent1">
                    <a:alpha val="98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9" name="PA-文本框 55"/>
            <p:cNvSpPr txBox="1"/>
            <p:nvPr>
              <p:custDataLst>
                <p:tags r:id="rId8"/>
              </p:custDataLst>
            </p:nvPr>
          </p:nvSpPr>
          <p:spPr>
            <a:xfrm>
              <a:off x="4159" y="1784"/>
              <a:ext cx="208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原生开发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383020" y="1045210"/>
            <a:ext cx="4799330" cy="3673475"/>
            <a:chOff x="10052" y="1646"/>
            <a:chExt cx="7558" cy="5785"/>
          </a:xfrm>
        </p:grpSpPr>
        <p:sp>
          <p:nvSpPr>
            <p:cNvPr id="82" name="PA-îšļïḑé"/>
            <p:cNvSpPr/>
            <p:nvPr>
              <p:custDataLst>
                <p:tags r:id="rId9"/>
              </p:custDataLst>
            </p:nvPr>
          </p:nvSpPr>
          <p:spPr>
            <a:xfrm>
              <a:off x="10052" y="2554"/>
              <a:ext cx="7558" cy="4877"/>
            </a:xfrm>
            <a:prstGeom prst="rect">
              <a:avLst/>
            </a:prstGeom>
            <a:solidFill>
              <a:schemeClr val="dk1">
                <a:lumMod val="85000"/>
                <a:lumOff val="15000"/>
                <a:alpha val="13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10052" y="2503"/>
              <a:ext cx="7558" cy="49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PA-îṩlîďe"/>
            <p:cNvSpPr/>
            <p:nvPr>
              <p:custDataLst>
                <p:tags r:id="rId11"/>
              </p:custDataLst>
            </p:nvPr>
          </p:nvSpPr>
          <p:spPr>
            <a:xfrm>
              <a:off x="10052" y="1646"/>
              <a:ext cx="7558" cy="906"/>
            </a:xfrm>
            <a:prstGeom prst="roundRect">
              <a:avLst>
                <a:gd name="adj" fmla="val 5380"/>
              </a:avLst>
            </a:prstGeom>
            <a:gradFill>
              <a:gsLst>
                <a:gs pos="0">
                  <a:schemeClr val="accent1">
                    <a:alpha val="98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PA-文本框 55"/>
            <p:cNvSpPr txBox="1"/>
            <p:nvPr>
              <p:custDataLst>
                <p:tags r:id="rId12"/>
              </p:custDataLst>
            </p:nvPr>
          </p:nvSpPr>
          <p:spPr>
            <a:xfrm>
              <a:off x="12791" y="1784"/>
              <a:ext cx="208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框架开发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030811" y="5217160"/>
            <a:ext cx="8464253" cy="661670"/>
            <a:chOff x="10388" y="8754"/>
            <a:chExt cx="5948" cy="1042"/>
          </a:xfrm>
        </p:grpSpPr>
        <p:sp>
          <p:nvSpPr>
            <p:cNvPr id="9" name="任意多边形 228"/>
            <p:cNvSpPr/>
            <p:nvPr>
              <p:custDataLst>
                <p:tags r:id="rId13"/>
              </p:custDataLst>
            </p:nvPr>
          </p:nvSpPr>
          <p:spPr>
            <a:xfrm>
              <a:off x="10388" y="8754"/>
              <a:ext cx="5948" cy="1042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479" y="8904"/>
              <a:ext cx="5773" cy="72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框架开发可以提升开发效率，实现的项目性能高、扩展性强。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 rot="20220000">
            <a:off x="8361045" y="3916680"/>
            <a:ext cx="3358515" cy="62865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工欲善其事必先利其器</a:t>
            </a:r>
            <a:endParaRPr lang="zh-CN" altLang="en-US" sz="24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1871980" y="3082925"/>
            <a:ext cx="3020695" cy="698500"/>
            <a:chOff x="2948" y="4855"/>
            <a:chExt cx="4757" cy="1100"/>
          </a:xfrm>
        </p:grpSpPr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2948" y="4855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422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Express简介</a:t>
              </a:r>
              <a:endParaRPr lang="en-US" altLang="zh-CN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1655" y="3082925"/>
            <a:ext cx="3485515" cy="698500"/>
            <a:chOff x="12853" y="4855"/>
            <a:chExt cx="5489" cy="1100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12853" y="4855"/>
              <a:ext cx="1101" cy="1101"/>
            </a:xfrm>
            <a:prstGeom prst="rect">
              <a:avLst/>
            </a:prstGeom>
            <a:solidFill>
              <a:srgbClr val="15C2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14126" y="5030"/>
              <a:ext cx="4217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搭建框架项目</a:t>
              </a:r>
              <a:endParaRPr lang="zh-CN" altLang="en-US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078730" y="3082925"/>
            <a:ext cx="3020695" cy="698500"/>
            <a:chOff x="7998" y="4855"/>
            <a:chExt cx="4757" cy="1100"/>
          </a:xfrm>
        </p:grpSpPr>
        <p:sp>
          <p:nvSpPr>
            <p:cNvPr id="5" name="矩形 4"/>
            <p:cNvSpPr/>
            <p:nvPr>
              <p:custDataLst>
                <p:tags r:id="rId6"/>
              </p:custDataLst>
            </p:nvPr>
          </p:nvSpPr>
          <p:spPr>
            <a:xfrm>
              <a:off x="7998" y="4855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927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Express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安装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/>
          <p:cNvSpPr/>
          <p:nvPr>
            <p:custDataLst>
              <p:tags r:id="rId1"/>
            </p:custDataLst>
          </p:nvPr>
        </p:nvSpPr>
        <p:spPr>
          <a:xfrm>
            <a:off x="1554479" y="1269827"/>
            <a:ext cx="231289" cy="873868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: 圆角 33"/>
          <p:cNvSpPr/>
          <p:nvPr>
            <p:custDataLst>
              <p:tags r:id="rId4"/>
            </p:custDataLst>
          </p:nvPr>
        </p:nvSpPr>
        <p:spPr>
          <a:xfrm>
            <a:off x="209006" y="1266626"/>
            <a:ext cx="1345474" cy="87803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6650" y="1341987"/>
            <a:ext cx="569913" cy="569913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1827530" y="1156970"/>
            <a:ext cx="960183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基于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平台，快速、开放、极简的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开发框架。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882337" y="67333"/>
            <a:ext cx="248539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ctr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5605953" y="2495593"/>
            <a:ext cx="102363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中间件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7779026" y="2753571"/>
            <a:ext cx="2980016" cy="36830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框架</a:t>
            </a:r>
            <a:endParaRPr lang="zh-CN" altLang="en-US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1"/>
            </p:custDataLst>
          </p:nvPr>
        </p:nvSpPr>
        <p:spPr>
          <a:xfrm>
            <a:off x="1432958" y="2753571"/>
            <a:ext cx="2980016" cy="36830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Connect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框架</a:t>
            </a:r>
            <a:endParaRPr lang="zh-CN" altLang="en-US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9" name="直接箭头连接符 18"/>
          <p:cNvCxnSpPr/>
          <p:nvPr>
            <p:custDataLst>
              <p:tags r:id="rId12"/>
            </p:custDataLst>
          </p:nvPr>
        </p:nvCxnSpPr>
        <p:spPr>
          <a:xfrm>
            <a:off x="4664765" y="2938238"/>
            <a:ext cx="2888974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456565" y="3429000"/>
            <a:ext cx="4937125" cy="2243455"/>
            <a:chOff x="259" y="5400"/>
            <a:chExt cx="7775" cy="3032"/>
          </a:xfrm>
        </p:grpSpPr>
        <p:sp>
          <p:nvSpPr>
            <p:cNvPr id="21" name="文本框 20"/>
            <p:cNvSpPr txBox="1"/>
            <p:nvPr>
              <p:custDataLst>
                <p:tags r:id="rId13"/>
              </p:custDataLst>
            </p:nvPr>
          </p:nvSpPr>
          <p:spPr>
            <a:xfrm>
              <a:off x="259" y="5623"/>
              <a:ext cx="7385" cy="18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类似于一个中间件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(middleware)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的脚手架；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只提供调用逻辑，不实现具体的处理逻辑。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" name="矩形 2"/>
            <p:cNvSpPr/>
            <p:nvPr>
              <p:custDataLst>
                <p:tags r:id="rId14"/>
              </p:custDataLst>
            </p:nvPr>
          </p:nvSpPr>
          <p:spPr>
            <a:xfrm>
              <a:off x="259" y="5400"/>
              <a:ext cx="7775" cy="3032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968365" y="3429000"/>
            <a:ext cx="5300980" cy="2249805"/>
            <a:chOff x="9399" y="5400"/>
            <a:chExt cx="8348" cy="3359"/>
          </a:xfrm>
        </p:grpSpPr>
        <p:sp>
          <p:nvSpPr>
            <p:cNvPr id="28" name="文本框 27"/>
            <p:cNvSpPr txBox="1"/>
            <p:nvPr>
              <p:custDataLst>
                <p:tags r:id="rId15"/>
              </p:custDataLst>
            </p:nvPr>
          </p:nvSpPr>
          <p:spPr>
            <a:xfrm>
              <a:off x="9634" y="6081"/>
              <a:ext cx="8032" cy="1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在Node.js开发领域，Express以其简洁的API、强大的功能和灵活的设计，成为了</a:t>
              </a:r>
              <a:r>
                <a:rPr 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目前</a:t>
              </a:r>
              <a:r>
                <a:rPr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最受欢迎的Web应用框架之一</a:t>
              </a:r>
              <a:r>
                <a:rPr 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。</a:t>
              </a:r>
              <a:endParaRPr 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16"/>
              </p:custDataLst>
            </p:nvPr>
          </p:nvSpPr>
          <p:spPr>
            <a:xfrm>
              <a:off x="9399" y="5400"/>
              <a:ext cx="8348" cy="3359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827530" y="1757045"/>
            <a:ext cx="944118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2000" b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它提供了一组强大的工具,用于快速构建 Web 应用程序和 API。</a:t>
            </a:r>
            <a:endParaRPr lang="zh-CN" altLang="en-US" b="0">
              <a:ea typeface="等线" panose="02010600030101010101" charset="-122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 bldLvl="0" animBg="1"/>
      <p:bldP spid="30" grpId="0" bldLvl="0" animBg="1"/>
      <p:bldP spid="37" grpId="0"/>
      <p:bldP spid="37" grpId="1"/>
      <p:bldP spid="100" grpId="0"/>
      <p:bldP spid="10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345248" y="1075690"/>
            <a:ext cx="140208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安装方式</a:t>
            </a:r>
            <a:endParaRPr 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5130" y="208567"/>
            <a:ext cx="24853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889000" y="12541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任意多边形: 形状 7"/>
          <p:cNvSpPr/>
          <p:nvPr>
            <p:custDataLst>
              <p:tags r:id="rId5"/>
            </p:custDataLst>
          </p:nvPr>
        </p:nvSpPr>
        <p:spPr>
          <a:xfrm>
            <a:off x="1046928" y="2677314"/>
            <a:ext cx="5196960" cy="2443174"/>
          </a:xfrm>
          <a:custGeom>
            <a:avLst/>
            <a:gdLst>
              <a:gd name="connsiteX0" fmla="*/ 4268455 w 5196959"/>
              <a:gd name="connsiteY0" fmla="*/ 2443174 h 2443174"/>
              <a:gd name="connsiteX1" fmla="*/ 0 w 5196959"/>
              <a:gd name="connsiteY1" fmla="*/ 2443174 h 2443174"/>
              <a:gd name="connsiteX2" fmla="*/ 0 w 5196959"/>
              <a:gd name="connsiteY2" fmla="*/ 0 h 2443174"/>
              <a:gd name="connsiteX3" fmla="*/ 4998766 w 5196959"/>
              <a:gd name="connsiteY3" fmla="*/ 0 h 2443174"/>
              <a:gd name="connsiteX4" fmla="*/ 5188277 w 5196959"/>
              <a:gd name="connsiteY4" fmla="*/ 255708 h 2443174"/>
              <a:gd name="connsiteX5" fmla="*/ 4597293 w 5196959"/>
              <a:gd name="connsiteY5" fmla="*/ 2199517 h 2443174"/>
              <a:gd name="connsiteX6" fmla="*/ 4268455 w 5196959"/>
              <a:gd name="connsiteY6" fmla="*/ 2443174 h 2443174"/>
              <a:gd name="connsiteX0-1" fmla="*/ 0 w 5196960"/>
              <a:gd name="connsiteY0-2" fmla="*/ 0 h 2443174"/>
              <a:gd name="connsiteX1-3" fmla="*/ 4998766 w 5196960"/>
              <a:gd name="connsiteY1-4" fmla="*/ 0 h 2443174"/>
              <a:gd name="connsiteX2-5" fmla="*/ 5188277 w 5196960"/>
              <a:gd name="connsiteY2-6" fmla="*/ 255708 h 2443174"/>
              <a:gd name="connsiteX3-7" fmla="*/ 4597293 w 5196960"/>
              <a:gd name="connsiteY3-8" fmla="*/ 2199517 h 2443174"/>
              <a:gd name="connsiteX4-9" fmla="*/ 4268455 w 5196960"/>
              <a:gd name="connsiteY4-10" fmla="*/ 2443174 h 2443174"/>
              <a:gd name="connsiteX5-11" fmla="*/ 0 w 5196960"/>
              <a:gd name="connsiteY5-12" fmla="*/ 2443174 h 2443174"/>
              <a:gd name="connsiteX6-13" fmla="*/ 91440 w 5196960"/>
              <a:gd name="connsiteY6-14" fmla="*/ 91440 h 2443174"/>
              <a:gd name="connsiteX0-15" fmla="*/ 41910 w 5238870"/>
              <a:gd name="connsiteY0-16" fmla="*/ 0 h 2443174"/>
              <a:gd name="connsiteX1-17" fmla="*/ 5040676 w 5238870"/>
              <a:gd name="connsiteY1-18" fmla="*/ 0 h 2443174"/>
              <a:gd name="connsiteX2-19" fmla="*/ 5230187 w 5238870"/>
              <a:gd name="connsiteY2-20" fmla="*/ 255708 h 2443174"/>
              <a:gd name="connsiteX3-21" fmla="*/ 4639203 w 5238870"/>
              <a:gd name="connsiteY3-22" fmla="*/ 2199517 h 2443174"/>
              <a:gd name="connsiteX4-23" fmla="*/ 4310365 w 5238870"/>
              <a:gd name="connsiteY4-24" fmla="*/ 2443174 h 2443174"/>
              <a:gd name="connsiteX5-25" fmla="*/ 41910 w 5238870"/>
              <a:gd name="connsiteY5-26" fmla="*/ 2443174 h 2443174"/>
              <a:gd name="connsiteX6-27" fmla="*/ 0 w 5238870"/>
              <a:gd name="connsiteY6-28" fmla="*/ 415290 h 2443174"/>
              <a:gd name="connsiteX0-29" fmla="*/ 0 w 5196960"/>
              <a:gd name="connsiteY0-30" fmla="*/ 0 h 2443174"/>
              <a:gd name="connsiteX1-31" fmla="*/ 4998766 w 5196960"/>
              <a:gd name="connsiteY1-32" fmla="*/ 0 h 2443174"/>
              <a:gd name="connsiteX2-33" fmla="*/ 5188277 w 5196960"/>
              <a:gd name="connsiteY2-34" fmla="*/ 255708 h 2443174"/>
              <a:gd name="connsiteX3-35" fmla="*/ 4597293 w 5196960"/>
              <a:gd name="connsiteY3-36" fmla="*/ 2199517 h 2443174"/>
              <a:gd name="connsiteX4-37" fmla="*/ 4268455 w 5196960"/>
              <a:gd name="connsiteY4-38" fmla="*/ 2443174 h 2443174"/>
              <a:gd name="connsiteX5-39" fmla="*/ 0 w 5196960"/>
              <a:gd name="connsiteY5-40" fmla="*/ 2443174 h 2443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196960" h="2443174">
                <a:moveTo>
                  <a:pt x="0" y="0"/>
                </a:moveTo>
                <a:lnTo>
                  <a:pt x="4998766" y="0"/>
                </a:lnTo>
                <a:cubicBezTo>
                  <a:pt x="5131820" y="0"/>
                  <a:pt x="5226906" y="128432"/>
                  <a:pt x="5188277" y="255708"/>
                </a:cubicBezTo>
                <a:lnTo>
                  <a:pt x="4597293" y="2199517"/>
                </a:lnTo>
                <a:cubicBezTo>
                  <a:pt x="4553217" y="2344292"/>
                  <a:pt x="4419833" y="2443174"/>
                  <a:pt x="4268455" y="2443174"/>
                </a:cubicBezTo>
                <a:lnTo>
                  <a:pt x="0" y="2443174"/>
                </a:lnTo>
              </a:path>
            </a:pathLst>
          </a:custGeom>
          <a:gradFill>
            <a:gsLst>
              <a:gs pos="45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 w="22225" cap="flat">
            <a:gradFill>
              <a:gsLst>
                <a:gs pos="47000">
                  <a:schemeClr val="accent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740000" scaled="0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8"/>
          <p:cNvSpPr/>
          <p:nvPr>
            <p:custDataLst>
              <p:tags r:id="rId6"/>
            </p:custDataLst>
          </p:nvPr>
        </p:nvSpPr>
        <p:spPr>
          <a:xfrm>
            <a:off x="5969328" y="2673504"/>
            <a:ext cx="5196960" cy="2446984"/>
          </a:xfrm>
          <a:custGeom>
            <a:avLst/>
            <a:gdLst>
              <a:gd name="connsiteX0" fmla="*/ 970270 w 5196959"/>
              <a:gd name="connsiteY0" fmla="*/ 0 h 2443174"/>
              <a:gd name="connsiteX1" fmla="*/ 5196960 w 5196959"/>
              <a:gd name="connsiteY1" fmla="*/ 0 h 2443174"/>
              <a:gd name="connsiteX2" fmla="*/ 5196960 w 5196959"/>
              <a:gd name="connsiteY2" fmla="*/ 2443174 h 2443174"/>
              <a:gd name="connsiteX3" fmla="*/ 198194 w 5196959"/>
              <a:gd name="connsiteY3" fmla="*/ 2443174 h 2443174"/>
              <a:gd name="connsiteX4" fmla="*/ 8683 w 5196959"/>
              <a:gd name="connsiteY4" fmla="*/ 2187466 h 2443174"/>
              <a:gd name="connsiteX5" fmla="*/ 587616 w 5196959"/>
              <a:gd name="connsiteY5" fmla="*/ 283606 h 2443174"/>
              <a:gd name="connsiteX6" fmla="*/ 970270 w 5196959"/>
              <a:gd name="connsiteY6" fmla="*/ 0 h 2443174"/>
              <a:gd name="connsiteX0-1" fmla="*/ 5196960 w 5288400"/>
              <a:gd name="connsiteY0-2" fmla="*/ 0 h 2443174"/>
              <a:gd name="connsiteX1-3" fmla="*/ 5196960 w 5288400"/>
              <a:gd name="connsiteY1-4" fmla="*/ 2443174 h 2443174"/>
              <a:gd name="connsiteX2-5" fmla="*/ 198194 w 5288400"/>
              <a:gd name="connsiteY2-6" fmla="*/ 2443174 h 2443174"/>
              <a:gd name="connsiteX3-7" fmla="*/ 8683 w 5288400"/>
              <a:gd name="connsiteY3-8" fmla="*/ 2187466 h 2443174"/>
              <a:gd name="connsiteX4-9" fmla="*/ 587616 w 5288400"/>
              <a:gd name="connsiteY4-10" fmla="*/ 283606 h 2443174"/>
              <a:gd name="connsiteX5-11" fmla="*/ 970270 w 5288400"/>
              <a:gd name="connsiteY5-12" fmla="*/ 0 h 2443174"/>
              <a:gd name="connsiteX6-13" fmla="*/ 5288400 w 5288400"/>
              <a:gd name="connsiteY6-14" fmla="*/ 91440 h 2443174"/>
              <a:gd name="connsiteX0-15" fmla="*/ 5196960 w 5196960"/>
              <a:gd name="connsiteY0-16" fmla="*/ 0 h 2443174"/>
              <a:gd name="connsiteX1-17" fmla="*/ 5196960 w 5196960"/>
              <a:gd name="connsiteY1-18" fmla="*/ 2443174 h 2443174"/>
              <a:gd name="connsiteX2-19" fmla="*/ 198194 w 5196960"/>
              <a:gd name="connsiteY2-20" fmla="*/ 2443174 h 2443174"/>
              <a:gd name="connsiteX3-21" fmla="*/ 8683 w 5196960"/>
              <a:gd name="connsiteY3-22" fmla="*/ 2187466 h 2443174"/>
              <a:gd name="connsiteX4-23" fmla="*/ 587616 w 5196960"/>
              <a:gd name="connsiteY4-24" fmla="*/ 283606 h 2443174"/>
              <a:gd name="connsiteX5-25" fmla="*/ 970270 w 5196960"/>
              <a:gd name="connsiteY5-26" fmla="*/ 0 h 2443174"/>
              <a:gd name="connsiteX6-27" fmla="*/ 5183625 w 5196960"/>
              <a:gd name="connsiteY6-28" fmla="*/ 34290 h 2443174"/>
              <a:gd name="connsiteX0-29" fmla="*/ 5196960 w 5196960"/>
              <a:gd name="connsiteY0-30" fmla="*/ 0 h 2443174"/>
              <a:gd name="connsiteX1-31" fmla="*/ 5196960 w 5196960"/>
              <a:gd name="connsiteY1-32" fmla="*/ 2443174 h 2443174"/>
              <a:gd name="connsiteX2-33" fmla="*/ 198194 w 5196960"/>
              <a:gd name="connsiteY2-34" fmla="*/ 2443174 h 2443174"/>
              <a:gd name="connsiteX3-35" fmla="*/ 8683 w 5196960"/>
              <a:gd name="connsiteY3-36" fmla="*/ 2187466 h 2443174"/>
              <a:gd name="connsiteX4-37" fmla="*/ 587616 w 5196960"/>
              <a:gd name="connsiteY4-38" fmla="*/ 283606 h 2443174"/>
              <a:gd name="connsiteX5-39" fmla="*/ 970270 w 5196960"/>
              <a:gd name="connsiteY5-40" fmla="*/ 0 h 2443174"/>
              <a:gd name="connsiteX6-41" fmla="*/ 5183625 w 5196960"/>
              <a:gd name="connsiteY6-42" fmla="*/ 5715 h 2443174"/>
              <a:gd name="connsiteX0-43" fmla="*/ 5196960 w 5196960"/>
              <a:gd name="connsiteY0-44" fmla="*/ 3810 h 2446984"/>
              <a:gd name="connsiteX1-45" fmla="*/ 5196960 w 5196960"/>
              <a:gd name="connsiteY1-46" fmla="*/ 2446984 h 2446984"/>
              <a:gd name="connsiteX2-47" fmla="*/ 198194 w 5196960"/>
              <a:gd name="connsiteY2-48" fmla="*/ 2446984 h 2446984"/>
              <a:gd name="connsiteX3-49" fmla="*/ 8683 w 5196960"/>
              <a:gd name="connsiteY3-50" fmla="*/ 2191276 h 2446984"/>
              <a:gd name="connsiteX4-51" fmla="*/ 587616 w 5196960"/>
              <a:gd name="connsiteY4-52" fmla="*/ 287416 h 2446984"/>
              <a:gd name="connsiteX5-53" fmla="*/ 970270 w 5196960"/>
              <a:gd name="connsiteY5-54" fmla="*/ 3810 h 2446984"/>
              <a:gd name="connsiteX6-55" fmla="*/ 4840725 w 5196960"/>
              <a:gd name="connsiteY6-56" fmla="*/ 0 h 2446984"/>
              <a:gd name="connsiteX0-57" fmla="*/ 5196960 w 5196960"/>
              <a:gd name="connsiteY0-58" fmla="*/ 2446984 h 2446984"/>
              <a:gd name="connsiteX1-59" fmla="*/ 198194 w 5196960"/>
              <a:gd name="connsiteY1-60" fmla="*/ 2446984 h 2446984"/>
              <a:gd name="connsiteX2-61" fmla="*/ 8683 w 5196960"/>
              <a:gd name="connsiteY2-62" fmla="*/ 2191276 h 2446984"/>
              <a:gd name="connsiteX3-63" fmla="*/ 587616 w 5196960"/>
              <a:gd name="connsiteY3-64" fmla="*/ 287416 h 2446984"/>
              <a:gd name="connsiteX4-65" fmla="*/ 970270 w 5196960"/>
              <a:gd name="connsiteY4-66" fmla="*/ 3810 h 2446984"/>
              <a:gd name="connsiteX5-67" fmla="*/ 4840725 w 5196960"/>
              <a:gd name="connsiteY5-68" fmla="*/ 0 h 2446984"/>
              <a:gd name="connsiteX0-69" fmla="*/ 5196960 w 5196960"/>
              <a:gd name="connsiteY0-70" fmla="*/ 2446984 h 2446984"/>
              <a:gd name="connsiteX1-71" fmla="*/ 198194 w 5196960"/>
              <a:gd name="connsiteY1-72" fmla="*/ 2446984 h 2446984"/>
              <a:gd name="connsiteX2-73" fmla="*/ 8683 w 5196960"/>
              <a:gd name="connsiteY2-74" fmla="*/ 2191276 h 2446984"/>
              <a:gd name="connsiteX3-75" fmla="*/ 587616 w 5196960"/>
              <a:gd name="connsiteY3-76" fmla="*/ 287416 h 2446984"/>
              <a:gd name="connsiteX4-77" fmla="*/ 970270 w 5196960"/>
              <a:gd name="connsiteY4-78" fmla="*/ 3810 h 2446984"/>
              <a:gd name="connsiteX5-79" fmla="*/ 5174100 w 5196960"/>
              <a:gd name="connsiteY5-80" fmla="*/ 0 h 24469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196960" h="2446984">
                <a:moveTo>
                  <a:pt x="5196960" y="2446984"/>
                </a:moveTo>
                <a:lnTo>
                  <a:pt x="198194" y="2446984"/>
                </a:lnTo>
                <a:cubicBezTo>
                  <a:pt x="65140" y="2446984"/>
                  <a:pt x="-29945" y="2318552"/>
                  <a:pt x="8683" y="2191276"/>
                </a:cubicBezTo>
                <a:lnTo>
                  <a:pt x="587616" y="287416"/>
                </a:lnTo>
                <a:cubicBezTo>
                  <a:pt x="638791" y="119035"/>
                  <a:pt x="794131" y="3810"/>
                  <a:pt x="970270" y="3810"/>
                </a:cubicBezTo>
                <a:lnTo>
                  <a:pt x="5174100" y="0"/>
                </a:lnTo>
              </a:path>
            </a:pathLst>
          </a:custGeom>
          <a:gradFill flip="none" rotWithShape="1">
            <a:gsLst>
              <a:gs pos="56000">
                <a:schemeClr val="accent1"/>
              </a:gs>
              <a:gs pos="100000">
                <a:schemeClr val="accent1">
                  <a:alpha val="0"/>
                  <a:lumMod val="95000"/>
                </a:schemeClr>
              </a:gs>
            </a:gsLst>
            <a:lin ang="0" scaled="1"/>
            <a:tileRect/>
          </a:gradFill>
          <a:ln w="22225" cap="flat">
            <a:gradFill>
              <a:gsLst>
                <a:gs pos="57000">
                  <a:schemeClr val="accent1">
                    <a:lumMod val="75000"/>
                  </a:schemeClr>
                </a:gs>
                <a:gs pos="0">
                  <a:schemeClr val="bg1">
                    <a:alpha val="0"/>
                  </a:schemeClr>
                </a:gs>
              </a:gsLst>
              <a:lin ang="108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9"/>
          <p:cNvSpPr/>
          <p:nvPr>
            <p:custDataLst>
              <p:tags r:id="rId7"/>
            </p:custDataLst>
          </p:nvPr>
        </p:nvSpPr>
        <p:spPr>
          <a:xfrm>
            <a:off x="5372004" y="3205567"/>
            <a:ext cx="1370158" cy="1370158"/>
          </a:xfrm>
          <a:custGeom>
            <a:avLst/>
            <a:gdLst>
              <a:gd name="connsiteX0" fmla="*/ 1370158 w 1370158"/>
              <a:gd name="connsiteY0" fmla="*/ 685079 h 1370158"/>
              <a:gd name="connsiteX1" fmla="*/ 685079 w 1370158"/>
              <a:gd name="connsiteY1" fmla="*/ 1370158 h 1370158"/>
              <a:gd name="connsiteX2" fmla="*/ 0 w 1370158"/>
              <a:gd name="connsiteY2" fmla="*/ 685079 h 1370158"/>
              <a:gd name="connsiteX3" fmla="*/ 685079 w 1370158"/>
              <a:gd name="connsiteY3" fmla="*/ 0 h 1370158"/>
              <a:gd name="connsiteX4" fmla="*/ 1370158 w 1370158"/>
              <a:gd name="connsiteY4" fmla="*/ 685079 h 137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0158" h="1370158">
                <a:moveTo>
                  <a:pt x="1370158" y="685079"/>
                </a:moveTo>
                <a:cubicBezTo>
                  <a:pt x="1370158" y="1063438"/>
                  <a:pt x="1063438" y="1370158"/>
                  <a:pt x="685079" y="1370158"/>
                </a:cubicBezTo>
                <a:cubicBezTo>
                  <a:pt x="306720" y="1370158"/>
                  <a:pt x="0" y="1063438"/>
                  <a:pt x="0" y="685079"/>
                </a:cubicBezTo>
                <a:cubicBezTo>
                  <a:pt x="0" y="306720"/>
                  <a:pt x="306720" y="0"/>
                  <a:pt x="685079" y="0"/>
                </a:cubicBezTo>
                <a:cubicBezTo>
                  <a:pt x="1063438" y="0"/>
                  <a:pt x="1370158" y="306720"/>
                  <a:pt x="1370158" y="685079"/>
                </a:cubicBezTo>
                <a:close/>
              </a:path>
            </a:pathLst>
          </a:custGeom>
          <a:solidFill>
            <a:srgbClr val="FFFFFF"/>
          </a:solidFill>
          <a:ln w="1650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10"/>
          <p:cNvSpPr/>
          <p:nvPr>
            <p:custDataLst>
              <p:tags r:id="rId8"/>
            </p:custDataLst>
          </p:nvPr>
        </p:nvSpPr>
        <p:spPr>
          <a:xfrm>
            <a:off x="5491521" y="3326736"/>
            <a:ext cx="1135085" cy="1135085"/>
          </a:xfrm>
          <a:custGeom>
            <a:avLst/>
            <a:gdLst>
              <a:gd name="connsiteX0" fmla="*/ 1135085 w 1135085"/>
              <a:gd name="connsiteY0" fmla="*/ 567543 h 1135085"/>
              <a:gd name="connsiteX1" fmla="*/ 567543 w 1135085"/>
              <a:gd name="connsiteY1" fmla="*/ 1135085 h 1135085"/>
              <a:gd name="connsiteX2" fmla="*/ 0 w 1135085"/>
              <a:gd name="connsiteY2" fmla="*/ 567543 h 1135085"/>
              <a:gd name="connsiteX3" fmla="*/ 567543 w 1135085"/>
              <a:gd name="connsiteY3" fmla="*/ 0 h 1135085"/>
              <a:gd name="connsiteX4" fmla="*/ 1135085 w 1135085"/>
              <a:gd name="connsiteY4" fmla="*/ 567543 h 113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85" h="1135085">
                <a:moveTo>
                  <a:pt x="1135085" y="567543"/>
                </a:moveTo>
                <a:cubicBezTo>
                  <a:pt x="1135085" y="880988"/>
                  <a:pt x="880988" y="1135085"/>
                  <a:pt x="567543" y="1135085"/>
                </a:cubicBezTo>
                <a:cubicBezTo>
                  <a:pt x="254097" y="1135085"/>
                  <a:pt x="0" y="880988"/>
                  <a:pt x="0" y="567543"/>
                </a:cubicBezTo>
                <a:cubicBezTo>
                  <a:pt x="0" y="254098"/>
                  <a:pt x="254097" y="0"/>
                  <a:pt x="567543" y="0"/>
                </a:cubicBezTo>
                <a:cubicBezTo>
                  <a:pt x="880988" y="0"/>
                  <a:pt x="1135085" y="254098"/>
                  <a:pt x="1135085" y="567543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1650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31" name="矩形 30"/>
          <p:cNvSpPr/>
          <p:nvPr>
            <p:custDataLst>
              <p:tags r:id="rId9"/>
            </p:custDataLst>
          </p:nvPr>
        </p:nvSpPr>
        <p:spPr>
          <a:xfrm>
            <a:off x="1830070" y="3019425"/>
            <a:ext cx="3455035" cy="2101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800" b="1" kern="0" spc="0" dirty="0">
                <a:ln>
                  <a:noFill/>
                  <a:prstDash val="sysDot"/>
                </a:ln>
                <a:solidFill>
                  <a:schemeClr val="tx1"/>
                </a:solidFill>
                <a:latin typeface="+mj-ea"/>
                <a:ea typeface="+mj-ea"/>
                <a:sym typeface="+mn-ea"/>
              </a:rPr>
              <a:t>局部安装</a:t>
            </a:r>
            <a:endParaRPr lang="zh-CN" altLang="en-US" sz="2800" b="1" kern="0" spc="0" dirty="0">
              <a:ln>
                <a:noFill/>
                <a:prstDash val="sysDot"/>
              </a:ln>
              <a:solidFill>
                <a:schemeClr val="tx1"/>
              </a:solidFill>
              <a:latin typeface="+mj-ea"/>
              <a:ea typeface="+mj-ea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endParaRPr lang="zh-CN" altLang="en-US" sz="2800" b="1" kern="0" spc="0" dirty="0">
              <a:ln>
                <a:noFill/>
                <a:prstDash val="sysDot"/>
              </a:ln>
              <a:solidFill>
                <a:schemeClr val="tx1"/>
              </a:solidFill>
              <a:latin typeface="+mj-ea"/>
              <a:ea typeface="+mj-ea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zh-CN" altLang="en-US" sz="2400" b="1" kern="0" spc="0" dirty="0">
                <a:ln>
                  <a:noFill/>
                  <a:prstDash val="sysDot"/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安装的模块只对当前的</a:t>
            </a:r>
            <a:endParaRPr lang="zh-CN" altLang="en-US" sz="2400" b="1" kern="0" spc="0" dirty="0">
              <a:ln>
                <a:noFill/>
                <a:prstDash val="sysDot"/>
              </a:ln>
              <a:solidFill>
                <a:schemeClr val="bg1">
                  <a:lumMod val="50000"/>
                </a:schemeClr>
              </a:solidFill>
              <a:latin typeface="+mj-ea"/>
              <a:ea typeface="+mj-ea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zh-CN" altLang="en-US" sz="2400" b="1" kern="0" spc="0" dirty="0">
                <a:ln>
                  <a:noFill/>
                  <a:prstDash val="sysDot"/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项目有效。</a:t>
            </a:r>
            <a:endParaRPr lang="zh-CN" altLang="en-US" sz="2400" b="1" kern="0" spc="0" dirty="0">
              <a:ln>
                <a:noFill/>
                <a:prstDash val="sysDot"/>
              </a:ln>
              <a:solidFill>
                <a:schemeClr val="bg1">
                  <a:lumMod val="50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2" name="矩形 31"/>
          <p:cNvSpPr/>
          <p:nvPr>
            <p:custDataLst>
              <p:tags r:id="rId10"/>
            </p:custDataLst>
          </p:nvPr>
        </p:nvSpPr>
        <p:spPr>
          <a:xfrm>
            <a:off x="6828790" y="3019425"/>
            <a:ext cx="3960495" cy="2247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800" b="1" kern="0" spc="0" dirty="0">
                <a:ln>
                  <a:noFill/>
                  <a:prstDash val="sysDot"/>
                </a:ln>
                <a:solidFill>
                  <a:schemeClr val="tx1"/>
                </a:solidFill>
                <a:latin typeface="+mj-ea"/>
                <a:ea typeface="+mj-ea"/>
                <a:sym typeface="+mn-ea"/>
              </a:rPr>
              <a:t>全局安装</a:t>
            </a:r>
            <a:endParaRPr lang="zh-CN" altLang="en-US" sz="2800" b="1" kern="0" spc="0" dirty="0">
              <a:ln>
                <a:noFill/>
                <a:prstDash val="sysDot"/>
              </a:ln>
              <a:solidFill>
                <a:schemeClr val="tx1"/>
              </a:solidFill>
              <a:latin typeface="+mj-ea"/>
              <a:ea typeface="+mj-ea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endParaRPr lang="zh-CN" altLang="en-US" sz="2400" b="1" kern="0" dirty="0">
              <a:ln>
                <a:noFill/>
                <a:prstDash val="sysDot"/>
              </a:ln>
              <a:solidFill>
                <a:schemeClr val="bg1">
                  <a:lumMod val="50000"/>
                </a:schemeClr>
              </a:solidFill>
              <a:latin typeface="+mj-ea"/>
              <a:ea typeface="+mj-ea"/>
              <a:sym typeface="+mn-ea"/>
            </a:endParaRPr>
          </a:p>
          <a:p>
            <a:pPr indent="0" algn="ctr" fontAlgn="auto">
              <a:lnSpc>
                <a:spcPct val="100000"/>
              </a:lnSpc>
            </a:pPr>
            <a:r>
              <a:rPr lang="zh-CN" altLang="en-US" sz="2400" b="1" kern="0" dirty="0">
                <a:ln>
                  <a:noFill/>
                  <a:prstDash val="sysDot"/>
                </a:ln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使用express命令行工具生成项目包，然后再进行开发。</a:t>
            </a:r>
            <a:endParaRPr lang="zh-CN" altLang="en-US" sz="2800" b="1" kern="0" spc="0" dirty="0">
              <a:ln>
                <a:noFill/>
                <a:prstDash val="sysDot"/>
              </a:ln>
              <a:solidFill>
                <a:schemeClr val="bg1">
                  <a:lumMod val="50000"/>
                </a:schemeClr>
              </a:solidFill>
              <a:latin typeface="+mj-ea"/>
              <a:ea typeface="+mj-ea"/>
              <a:sym typeface="+mn-ea"/>
            </a:endParaRPr>
          </a:p>
          <a:p>
            <a:pPr algn="ctr">
              <a:lnSpc>
                <a:spcPct val="150000"/>
              </a:lnSpc>
            </a:pPr>
            <a:endParaRPr lang="zh-CN" altLang="en-US" sz="2800" b="1" kern="0" spc="0" dirty="0">
              <a:ln>
                <a:noFill/>
                <a:prstDash val="sysDot"/>
              </a:ln>
              <a:solidFill>
                <a:schemeClr val="tx1"/>
              </a:solidFill>
              <a:latin typeface="+mj-ea"/>
              <a:ea typeface="+mj-ea"/>
              <a:sym typeface="+mn-ea"/>
            </a:endParaRPr>
          </a:p>
          <a:p>
            <a:pPr algn="ctr">
              <a:lnSpc>
                <a:spcPct val="150000"/>
              </a:lnSpc>
            </a:pPr>
            <a:endParaRPr lang="zh-CN" altLang="en-US" sz="2800" b="1" kern="0" spc="0" dirty="0">
              <a:ln>
                <a:noFill/>
                <a:prstDash val="sysDot"/>
              </a:ln>
              <a:solidFill>
                <a:schemeClr val="tx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40" name="任意多边形: 形状 39"/>
          <p:cNvSpPr/>
          <p:nvPr>
            <p:custDataLst>
              <p:tags r:id="rId11"/>
            </p:custDataLst>
          </p:nvPr>
        </p:nvSpPr>
        <p:spPr>
          <a:xfrm>
            <a:off x="1007654" y="2313874"/>
            <a:ext cx="705601" cy="705601"/>
          </a:xfrm>
          <a:custGeom>
            <a:avLst/>
            <a:gdLst>
              <a:gd name="connsiteX0" fmla="*/ 1135085 w 1135085"/>
              <a:gd name="connsiteY0" fmla="*/ 567543 h 1135085"/>
              <a:gd name="connsiteX1" fmla="*/ 567543 w 1135085"/>
              <a:gd name="connsiteY1" fmla="*/ 1135085 h 1135085"/>
              <a:gd name="connsiteX2" fmla="*/ 0 w 1135085"/>
              <a:gd name="connsiteY2" fmla="*/ 567543 h 1135085"/>
              <a:gd name="connsiteX3" fmla="*/ 567543 w 1135085"/>
              <a:gd name="connsiteY3" fmla="*/ 0 h 1135085"/>
              <a:gd name="connsiteX4" fmla="*/ 1135085 w 1135085"/>
              <a:gd name="connsiteY4" fmla="*/ 567543 h 113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85" h="1135085">
                <a:moveTo>
                  <a:pt x="1135085" y="567543"/>
                </a:moveTo>
                <a:cubicBezTo>
                  <a:pt x="1135085" y="880988"/>
                  <a:pt x="880988" y="1135085"/>
                  <a:pt x="567543" y="1135085"/>
                </a:cubicBezTo>
                <a:cubicBezTo>
                  <a:pt x="254097" y="1135085"/>
                  <a:pt x="0" y="880988"/>
                  <a:pt x="0" y="567543"/>
                </a:cubicBezTo>
                <a:cubicBezTo>
                  <a:pt x="0" y="254098"/>
                  <a:pt x="254097" y="0"/>
                  <a:pt x="567543" y="0"/>
                </a:cubicBezTo>
                <a:cubicBezTo>
                  <a:pt x="880988" y="0"/>
                  <a:pt x="1135085" y="254098"/>
                  <a:pt x="1135085" y="567543"/>
                </a:cubicBez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1" name="任意多边形: 形状 40"/>
          <p:cNvSpPr/>
          <p:nvPr>
            <p:custDataLst>
              <p:tags r:id="rId12"/>
            </p:custDataLst>
          </p:nvPr>
        </p:nvSpPr>
        <p:spPr>
          <a:xfrm>
            <a:off x="10495964" y="2313875"/>
            <a:ext cx="705601" cy="705601"/>
          </a:xfrm>
          <a:custGeom>
            <a:avLst/>
            <a:gdLst>
              <a:gd name="connsiteX0" fmla="*/ 1135085 w 1135085"/>
              <a:gd name="connsiteY0" fmla="*/ 567543 h 1135085"/>
              <a:gd name="connsiteX1" fmla="*/ 567543 w 1135085"/>
              <a:gd name="connsiteY1" fmla="*/ 1135085 h 1135085"/>
              <a:gd name="connsiteX2" fmla="*/ 0 w 1135085"/>
              <a:gd name="connsiteY2" fmla="*/ 567543 h 1135085"/>
              <a:gd name="connsiteX3" fmla="*/ 567543 w 1135085"/>
              <a:gd name="connsiteY3" fmla="*/ 0 h 1135085"/>
              <a:gd name="connsiteX4" fmla="*/ 1135085 w 1135085"/>
              <a:gd name="connsiteY4" fmla="*/ 567543 h 113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85" h="1135085">
                <a:moveTo>
                  <a:pt x="1135085" y="567543"/>
                </a:moveTo>
                <a:cubicBezTo>
                  <a:pt x="1135085" y="880988"/>
                  <a:pt x="880988" y="1135085"/>
                  <a:pt x="567543" y="1135085"/>
                </a:cubicBezTo>
                <a:cubicBezTo>
                  <a:pt x="254097" y="1135085"/>
                  <a:pt x="0" y="880988"/>
                  <a:pt x="0" y="567543"/>
                </a:cubicBezTo>
                <a:cubicBezTo>
                  <a:pt x="0" y="254098"/>
                  <a:pt x="254097" y="0"/>
                  <a:pt x="567543" y="0"/>
                </a:cubicBezTo>
                <a:cubicBezTo>
                  <a:pt x="880988" y="0"/>
                  <a:pt x="1135085" y="254098"/>
                  <a:pt x="1135085" y="567543"/>
                </a:cubicBez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pic>
        <p:nvPicPr>
          <p:cNvPr id="37" name="图形 2" descr="343435383036303b343532343135373bcfeec4bfb7d6cef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03211" y="2501732"/>
            <a:ext cx="314486" cy="314486"/>
          </a:xfrm>
          <a:prstGeom prst="rect">
            <a:avLst/>
          </a:prstGeom>
        </p:spPr>
      </p:pic>
      <p:pic>
        <p:nvPicPr>
          <p:cNvPr id="38" name="图形 4" descr="343439383331313b343532303031393bd2b5bca8b9dcc0ed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691555" y="2516261"/>
            <a:ext cx="314486" cy="314486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0" grpId="0" animBg="1"/>
      <p:bldP spid="11" grpId="0" animBg="1"/>
      <p:bldP spid="31" grpId="1" animBg="1"/>
      <p:bldP spid="40" grpId="1" animBg="1"/>
      <p:bldP spid="11" grpId="1" animBg="1"/>
      <p:bldP spid="32" grpId="0" animBg="1"/>
      <p:bldP spid="41" grpId="0" animBg="1"/>
      <p:bldP spid="28" grpId="0" animBg="1"/>
      <p:bldP spid="32" grpId="1" animBg="1"/>
      <p:bldP spid="41" grpId="1" animBg="1"/>
      <p:bldP spid="28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143953" y="1075690"/>
            <a:ext cx="180467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局部安装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5130" y="208567"/>
            <a:ext cx="24853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54095" y="1521460"/>
            <a:ext cx="4739005" cy="1183640"/>
            <a:chOff x="5597" y="2396"/>
            <a:chExt cx="7463" cy="1864"/>
          </a:xfrm>
        </p:grpSpPr>
        <p:sp>
          <p:nvSpPr>
            <p:cNvPr id="16" name="PA-矩形 51"/>
            <p:cNvSpPr/>
            <p:nvPr>
              <p:custDataLst>
                <p:tags r:id="rId4"/>
              </p:custDataLst>
            </p:nvPr>
          </p:nvSpPr>
          <p:spPr>
            <a:xfrm>
              <a:off x="5597" y="2396"/>
              <a:ext cx="7463" cy="1864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PA-椭圆 5"/>
            <p:cNvSpPr/>
            <p:nvPr>
              <p:custDataLst>
                <p:tags r:id="rId5"/>
              </p:custDataLst>
            </p:nvPr>
          </p:nvSpPr>
          <p:spPr>
            <a:xfrm>
              <a:off x="6054" y="2674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PA-椭圆 6"/>
            <p:cNvSpPr/>
            <p:nvPr>
              <p:custDataLst>
                <p:tags r:id="rId6"/>
              </p:custDataLst>
            </p:nvPr>
          </p:nvSpPr>
          <p:spPr>
            <a:xfrm>
              <a:off x="6127" y="2748"/>
              <a:ext cx="991" cy="991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PA-任意多边形 78"/>
            <p:cNvSpPr/>
            <p:nvPr>
              <p:custDataLst>
                <p:tags r:id="rId7"/>
              </p:custDataLst>
            </p:nvPr>
          </p:nvSpPr>
          <p:spPr bwMode="auto">
            <a:xfrm>
              <a:off x="6540" y="3155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PA-任意多边形 79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6480" y="2939"/>
              <a:ext cx="410" cy="280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PA-任意多边形 80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6328" y="3023"/>
              <a:ext cx="277" cy="479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PA-文本框 59"/>
            <p:cNvSpPr txBox="1"/>
            <p:nvPr>
              <p:custDataLst>
                <p:tags r:id="rId10"/>
              </p:custDataLst>
            </p:nvPr>
          </p:nvSpPr>
          <p:spPr>
            <a:xfrm>
              <a:off x="7400" y="2852"/>
              <a:ext cx="3855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1.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创建项目包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613785" y="5488940"/>
            <a:ext cx="4679315" cy="949960"/>
            <a:chOff x="5691" y="8644"/>
            <a:chExt cx="7369" cy="1496"/>
          </a:xfrm>
        </p:grpSpPr>
        <p:sp>
          <p:nvSpPr>
            <p:cNvPr id="71" name="PA-矩形 54"/>
            <p:cNvSpPr/>
            <p:nvPr>
              <p:custDataLst>
                <p:tags r:id="rId11"/>
              </p:custDataLst>
            </p:nvPr>
          </p:nvSpPr>
          <p:spPr>
            <a:xfrm>
              <a:off x="5691" y="8644"/>
              <a:ext cx="7369" cy="1496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PA-文本框 68"/>
            <p:cNvSpPr txBox="1"/>
            <p:nvPr>
              <p:custDataLst>
                <p:tags r:id="rId12"/>
              </p:custDataLst>
            </p:nvPr>
          </p:nvSpPr>
          <p:spPr>
            <a:xfrm>
              <a:off x="7693" y="8786"/>
              <a:ext cx="4877" cy="134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4. 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测试运行</a:t>
              </a: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50000"/>
                </a:lnSpc>
              </a:pPr>
              <a:endPara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  <a:p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node app.js</a:t>
              </a:r>
              <a:endPara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  <p:sp>
          <p:nvSpPr>
            <p:cNvPr id="69" name="PA-椭圆 5"/>
            <p:cNvSpPr/>
            <p:nvPr>
              <p:custDataLst>
                <p:tags r:id="rId13"/>
              </p:custDataLst>
            </p:nvPr>
          </p:nvSpPr>
          <p:spPr>
            <a:xfrm>
              <a:off x="6132" y="8820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0" name="PA-椭圆 6"/>
            <p:cNvSpPr/>
            <p:nvPr>
              <p:custDataLst>
                <p:tags r:id="rId14"/>
              </p:custDataLst>
            </p:nvPr>
          </p:nvSpPr>
          <p:spPr>
            <a:xfrm>
              <a:off x="6205" y="8894"/>
              <a:ext cx="991" cy="991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6" name="PA-任意多边形 78"/>
            <p:cNvSpPr/>
            <p:nvPr>
              <p:custDataLst>
                <p:tags r:id="rId15"/>
              </p:custDataLst>
            </p:nvPr>
          </p:nvSpPr>
          <p:spPr bwMode="auto">
            <a:xfrm>
              <a:off x="6618" y="9301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7" name="PA-任意多边形 79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6558" y="9085"/>
              <a:ext cx="410" cy="280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8" name="PA-任意多边形 80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6406" y="9169"/>
              <a:ext cx="277" cy="479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613785" y="4221480"/>
            <a:ext cx="4723130" cy="1042670"/>
            <a:chOff x="5691" y="6648"/>
            <a:chExt cx="7438" cy="1642"/>
          </a:xfrm>
        </p:grpSpPr>
        <p:sp>
          <p:nvSpPr>
            <p:cNvPr id="61" name="PA-矩形 51"/>
            <p:cNvSpPr/>
            <p:nvPr>
              <p:custDataLst>
                <p:tags r:id="rId18"/>
              </p:custDataLst>
            </p:nvPr>
          </p:nvSpPr>
          <p:spPr>
            <a:xfrm>
              <a:off x="5691" y="6648"/>
              <a:ext cx="7369" cy="1642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PA-文本框 59"/>
            <p:cNvSpPr txBox="1"/>
            <p:nvPr>
              <p:custDataLst>
                <p:tags r:id="rId19"/>
              </p:custDataLst>
            </p:nvPr>
          </p:nvSpPr>
          <p:spPr>
            <a:xfrm>
              <a:off x="7663" y="6870"/>
              <a:ext cx="3855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3. 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安装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express</a:t>
              </a:r>
              <a:endPara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3" name="PA-矩形 28"/>
            <p:cNvSpPr/>
            <p:nvPr>
              <p:custDataLst>
                <p:tags r:id="rId20"/>
              </p:custDataLst>
            </p:nvPr>
          </p:nvSpPr>
          <p:spPr>
            <a:xfrm>
              <a:off x="6699" y="7598"/>
              <a:ext cx="6430" cy="54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 indent="535305" algn="just"/>
              <a:r>
                <a:rPr lang="en-US" altLang="zh-CN" sz="18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npm</a:t>
              </a:r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install express </a:t>
              </a:r>
              <a:endPara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PA-椭圆 8"/>
            <p:cNvSpPr/>
            <p:nvPr>
              <p:custDataLst>
                <p:tags r:id="rId21"/>
              </p:custDataLst>
            </p:nvPr>
          </p:nvSpPr>
          <p:spPr>
            <a:xfrm>
              <a:off x="6138" y="6892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8" name="PA-椭圆 9"/>
            <p:cNvSpPr/>
            <p:nvPr>
              <p:custDataLst>
                <p:tags r:id="rId22"/>
              </p:custDataLst>
            </p:nvPr>
          </p:nvSpPr>
          <p:spPr>
            <a:xfrm>
              <a:off x="6211" y="6966"/>
              <a:ext cx="991" cy="991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0" name="PA-任意多边形 81"/>
            <p:cNvSpPr/>
            <p:nvPr>
              <p:custDataLst>
                <p:tags r:id="rId23"/>
              </p:custDataLst>
            </p:nvPr>
          </p:nvSpPr>
          <p:spPr bwMode="auto">
            <a:xfrm>
              <a:off x="6838" y="7138"/>
              <a:ext cx="197" cy="197"/>
            </a:xfrm>
            <a:custGeom>
              <a:avLst/>
              <a:gdLst>
                <a:gd name="T0" fmla="*/ 38 w 49"/>
                <a:gd name="T1" fmla="*/ 11 h 49"/>
                <a:gd name="T2" fmla="*/ 3 w 49"/>
                <a:gd name="T3" fmla="*/ 7 h 49"/>
                <a:gd name="T4" fmla="*/ 2 w 49"/>
                <a:gd name="T5" fmla="*/ 15 h 49"/>
                <a:gd name="T6" fmla="*/ 34 w 49"/>
                <a:gd name="T7" fmla="*/ 47 h 49"/>
                <a:gd name="T8" fmla="*/ 42 w 49"/>
                <a:gd name="T9" fmla="*/ 46 h 49"/>
                <a:gd name="T10" fmla="*/ 38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38" y="11"/>
                  </a:moveTo>
                  <a:cubicBezTo>
                    <a:pt x="28" y="2"/>
                    <a:pt x="14" y="0"/>
                    <a:pt x="3" y="7"/>
                  </a:cubicBezTo>
                  <a:cubicBezTo>
                    <a:pt x="0" y="9"/>
                    <a:pt x="0" y="13"/>
                    <a:pt x="2" y="15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6" y="49"/>
                    <a:pt x="40" y="49"/>
                    <a:pt x="42" y="46"/>
                  </a:cubicBezTo>
                  <a:cubicBezTo>
                    <a:pt x="49" y="35"/>
                    <a:pt x="47" y="21"/>
                    <a:pt x="38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1" name="PA-任意多边形 82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6386" y="7195"/>
              <a:ext cx="588" cy="602"/>
            </a:xfrm>
            <a:custGeom>
              <a:avLst/>
              <a:gdLst>
                <a:gd name="T0" fmla="*/ 134 w 147"/>
                <a:gd name="T1" fmla="*/ 115 h 151"/>
                <a:gd name="T2" fmla="*/ 147 w 147"/>
                <a:gd name="T3" fmla="*/ 72 h 151"/>
                <a:gd name="T4" fmla="*/ 75 w 147"/>
                <a:gd name="T5" fmla="*/ 0 h 151"/>
                <a:gd name="T6" fmla="*/ 74 w 147"/>
                <a:gd name="T7" fmla="*/ 0 h 151"/>
                <a:gd name="T8" fmla="*/ 3 w 147"/>
                <a:gd name="T9" fmla="*/ 72 h 151"/>
                <a:gd name="T10" fmla="*/ 15 w 147"/>
                <a:gd name="T11" fmla="*/ 112 h 151"/>
                <a:gd name="T12" fmla="*/ 2 w 147"/>
                <a:gd name="T13" fmla="*/ 137 h 151"/>
                <a:gd name="T14" fmla="*/ 6 w 147"/>
                <a:gd name="T15" fmla="*/ 150 h 151"/>
                <a:gd name="T16" fmla="*/ 11 w 147"/>
                <a:gd name="T17" fmla="*/ 151 h 151"/>
                <a:gd name="T18" fmla="*/ 20 w 147"/>
                <a:gd name="T19" fmla="*/ 146 h 151"/>
                <a:gd name="T20" fmla="*/ 29 w 147"/>
                <a:gd name="T21" fmla="*/ 128 h 151"/>
                <a:gd name="T22" fmla="*/ 74 w 147"/>
                <a:gd name="T23" fmla="*/ 145 h 151"/>
                <a:gd name="T24" fmla="*/ 75 w 147"/>
                <a:gd name="T25" fmla="*/ 145 h 151"/>
                <a:gd name="T26" fmla="*/ 119 w 147"/>
                <a:gd name="T27" fmla="*/ 129 h 151"/>
                <a:gd name="T28" fmla="*/ 127 w 147"/>
                <a:gd name="T29" fmla="*/ 146 h 151"/>
                <a:gd name="T30" fmla="*/ 136 w 147"/>
                <a:gd name="T31" fmla="*/ 151 h 151"/>
                <a:gd name="T32" fmla="*/ 141 w 147"/>
                <a:gd name="T33" fmla="*/ 150 h 151"/>
                <a:gd name="T34" fmla="*/ 145 w 147"/>
                <a:gd name="T35" fmla="*/ 137 h 151"/>
                <a:gd name="T36" fmla="*/ 134 w 147"/>
                <a:gd name="T37" fmla="*/ 115 h 151"/>
                <a:gd name="T38" fmla="*/ 75 w 147"/>
                <a:gd name="T39" fmla="*/ 125 h 151"/>
                <a:gd name="T40" fmla="*/ 74 w 147"/>
                <a:gd name="T41" fmla="*/ 125 h 151"/>
                <a:gd name="T42" fmla="*/ 22 w 147"/>
                <a:gd name="T43" fmla="*/ 72 h 151"/>
                <a:gd name="T44" fmla="*/ 74 w 147"/>
                <a:gd name="T45" fmla="*/ 20 h 151"/>
                <a:gd name="T46" fmla="*/ 75 w 147"/>
                <a:gd name="T47" fmla="*/ 19 h 151"/>
                <a:gd name="T48" fmla="*/ 128 w 147"/>
                <a:gd name="T49" fmla="*/ 72 h 151"/>
                <a:gd name="T50" fmla="*/ 75 w 147"/>
                <a:gd name="T51" fmla="*/ 12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7" h="151">
                  <a:moveTo>
                    <a:pt x="134" y="115"/>
                  </a:moveTo>
                  <a:cubicBezTo>
                    <a:pt x="142" y="103"/>
                    <a:pt x="147" y="88"/>
                    <a:pt x="147" y="72"/>
                  </a:cubicBezTo>
                  <a:cubicBezTo>
                    <a:pt x="147" y="32"/>
                    <a:pt x="11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5" y="0"/>
                    <a:pt x="3" y="33"/>
                    <a:pt x="3" y="72"/>
                  </a:cubicBezTo>
                  <a:cubicBezTo>
                    <a:pt x="3" y="87"/>
                    <a:pt x="7" y="101"/>
                    <a:pt x="15" y="112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0" y="142"/>
                    <a:pt x="2" y="148"/>
                    <a:pt x="6" y="150"/>
                  </a:cubicBezTo>
                  <a:cubicBezTo>
                    <a:pt x="8" y="151"/>
                    <a:pt x="9" y="151"/>
                    <a:pt x="11" y="151"/>
                  </a:cubicBezTo>
                  <a:cubicBezTo>
                    <a:pt x="14" y="151"/>
                    <a:pt x="18" y="149"/>
                    <a:pt x="20" y="146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41" y="138"/>
                    <a:pt x="57" y="145"/>
                    <a:pt x="74" y="145"/>
                  </a:cubicBezTo>
                  <a:cubicBezTo>
                    <a:pt x="74" y="145"/>
                    <a:pt x="75" y="145"/>
                    <a:pt x="75" y="145"/>
                  </a:cubicBezTo>
                  <a:cubicBezTo>
                    <a:pt x="92" y="145"/>
                    <a:pt x="107" y="139"/>
                    <a:pt x="119" y="129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9"/>
                    <a:pt x="133" y="151"/>
                    <a:pt x="136" y="151"/>
                  </a:cubicBezTo>
                  <a:cubicBezTo>
                    <a:pt x="138" y="151"/>
                    <a:pt x="139" y="151"/>
                    <a:pt x="141" y="150"/>
                  </a:cubicBezTo>
                  <a:cubicBezTo>
                    <a:pt x="145" y="148"/>
                    <a:pt x="147" y="142"/>
                    <a:pt x="145" y="137"/>
                  </a:cubicBezTo>
                  <a:lnTo>
                    <a:pt x="134" y="115"/>
                  </a:lnTo>
                  <a:close/>
                  <a:moveTo>
                    <a:pt x="75" y="125"/>
                  </a:moveTo>
                  <a:cubicBezTo>
                    <a:pt x="75" y="125"/>
                    <a:pt x="74" y="125"/>
                    <a:pt x="74" y="125"/>
                  </a:cubicBezTo>
                  <a:cubicBezTo>
                    <a:pt x="45" y="125"/>
                    <a:pt x="22" y="101"/>
                    <a:pt x="22" y="72"/>
                  </a:cubicBezTo>
                  <a:cubicBezTo>
                    <a:pt x="22" y="43"/>
                    <a:pt x="45" y="20"/>
                    <a:pt x="74" y="20"/>
                  </a:cubicBezTo>
                  <a:cubicBezTo>
                    <a:pt x="74" y="20"/>
                    <a:pt x="75" y="19"/>
                    <a:pt x="75" y="19"/>
                  </a:cubicBezTo>
                  <a:cubicBezTo>
                    <a:pt x="104" y="19"/>
                    <a:pt x="128" y="43"/>
                    <a:pt x="128" y="72"/>
                  </a:cubicBezTo>
                  <a:cubicBezTo>
                    <a:pt x="128" y="102"/>
                    <a:pt x="104" y="125"/>
                    <a:pt x="75" y="1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2" name="PA-任意多边形 83"/>
            <p:cNvSpPr/>
            <p:nvPr>
              <p:custDataLst>
                <p:tags r:id="rId25"/>
              </p:custDataLst>
            </p:nvPr>
          </p:nvSpPr>
          <p:spPr bwMode="auto">
            <a:xfrm>
              <a:off x="6566" y="7374"/>
              <a:ext cx="140" cy="251"/>
            </a:xfrm>
            <a:custGeom>
              <a:avLst/>
              <a:gdLst>
                <a:gd name="T0" fmla="*/ 30 w 35"/>
                <a:gd name="T1" fmla="*/ 0 h 63"/>
                <a:gd name="T2" fmla="*/ 29 w 35"/>
                <a:gd name="T3" fmla="*/ 0 h 63"/>
                <a:gd name="T4" fmla="*/ 24 w 35"/>
                <a:gd name="T5" fmla="*/ 6 h 63"/>
                <a:gd name="T6" fmla="*/ 24 w 35"/>
                <a:gd name="T7" fmla="*/ 27 h 63"/>
                <a:gd name="T8" fmla="*/ 2 w 35"/>
                <a:gd name="T9" fmla="*/ 54 h 63"/>
                <a:gd name="T10" fmla="*/ 3 w 35"/>
                <a:gd name="T11" fmla="*/ 61 h 63"/>
                <a:gd name="T12" fmla="*/ 6 w 35"/>
                <a:gd name="T13" fmla="*/ 63 h 63"/>
                <a:gd name="T14" fmla="*/ 10 w 35"/>
                <a:gd name="T15" fmla="*/ 61 h 63"/>
                <a:gd name="T16" fmla="*/ 29 w 35"/>
                <a:gd name="T17" fmla="*/ 39 h 63"/>
                <a:gd name="T18" fmla="*/ 33 w 35"/>
                <a:gd name="T19" fmla="*/ 34 h 63"/>
                <a:gd name="T20" fmla="*/ 35 w 35"/>
                <a:gd name="T21" fmla="*/ 29 h 63"/>
                <a:gd name="T22" fmla="*/ 35 w 35"/>
                <a:gd name="T23" fmla="*/ 6 h 63"/>
                <a:gd name="T24" fmla="*/ 30 w 35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3">
                  <a:moveTo>
                    <a:pt x="30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26" y="1"/>
                    <a:pt x="24" y="3"/>
                    <a:pt x="24" y="6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0" y="59"/>
                    <a:pt x="3" y="61"/>
                  </a:cubicBezTo>
                  <a:cubicBezTo>
                    <a:pt x="4" y="62"/>
                    <a:pt x="5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5" y="33"/>
                    <a:pt x="35" y="31"/>
                    <a:pt x="35" y="29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3" name="PA-任意多边形 84"/>
            <p:cNvSpPr/>
            <p:nvPr>
              <p:custDataLst>
                <p:tags r:id="rId26"/>
              </p:custDataLst>
            </p:nvPr>
          </p:nvSpPr>
          <p:spPr bwMode="auto">
            <a:xfrm>
              <a:off x="6342" y="7138"/>
              <a:ext cx="196" cy="197"/>
            </a:xfrm>
            <a:custGeom>
              <a:avLst/>
              <a:gdLst>
                <a:gd name="T0" fmla="*/ 11 w 49"/>
                <a:gd name="T1" fmla="*/ 11 h 49"/>
                <a:gd name="T2" fmla="*/ 7 w 49"/>
                <a:gd name="T3" fmla="*/ 46 h 49"/>
                <a:gd name="T4" fmla="*/ 14 w 49"/>
                <a:gd name="T5" fmla="*/ 47 h 49"/>
                <a:gd name="T6" fmla="*/ 46 w 49"/>
                <a:gd name="T7" fmla="*/ 15 h 49"/>
                <a:gd name="T8" fmla="*/ 45 w 49"/>
                <a:gd name="T9" fmla="*/ 7 h 49"/>
                <a:gd name="T10" fmla="*/ 11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11" y="11"/>
                  </a:moveTo>
                  <a:cubicBezTo>
                    <a:pt x="1" y="21"/>
                    <a:pt x="0" y="35"/>
                    <a:pt x="7" y="46"/>
                  </a:cubicBezTo>
                  <a:cubicBezTo>
                    <a:pt x="9" y="49"/>
                    <a:pt x="12" y="49"/>
                    <a:pt x="14" y="4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9" y="13"/>
                    <a:pt x="48" y="9"/>
                    <a:pt x="45" y="7"/>
                  </a:cubicBezTo>
                  <a:cubicBezTo>
                    <a:pt x="35" y="0"/>
                    <a:pt x="20" y="2"/>
                    <a:pt x="11" y="1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98" name="文本框 97"/>
          <p:cNvSpPr txBox="1"/>
          <p:nvPr>
            <p:custDataLst>
              <p:tags r:id="rId27"/>
            </p:custDataLst>
          </p:nvPr>
        </p:nvSpPr>
        <p:spPr>
          <a:xfrm>
            <a:off x="6468745" y="3576320"/>
            <a:ext cx="4204970" cy="36830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zh-CN" sz="1800" b="1" kern="100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定义项目开发者、版本和脚本等信息。</a:t>
            </a:r>
            <a:endParaRPr lang="zh-CN" altLang="zh-CN" sz="1800" b="1" kern="100" dirty="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1" name="文本框 100"/>
          <p:cNvSpPr txBox="1"/>
          <p:nvPr>
            <p:custDataLst>
              <p:tags r:id="rId28"/>
            </p:custDataLst>
          </p:nvPr>
        </p:nvSpPr>
        <p:spPr>
          <a:xfrm>
            <a:off x="7237730" y="4532630"/>
            <a:ext cx="4449445" cy="6451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lvl="0" algn="l">
              <a:buClrTx/>
              <a:buSzTx/>
              <a:buFontTx/>
            </a:pPr>
            <a:r>
              <a:rPr lang="zh-CN" altLang="zh-CN" b="1" kern="100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依赖包信息会保存到package.json文件的dependencies属性中</a:t>
            </a:r>
            <a:endParaRPr lang="zh-CN" altLang="zh-CN" b="1" kern="100" dirty="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4" name="imac-mockup.png"/>
          <p:cNvPicPr>
            <a:picLocks noChangeAspect="1" noChangeArrowheads="1"/>
          </p:cNvPicPr>
          <p:nvPr/>
        </p:nvPicPr>
        <p:blipFill>
          <a:blip r:embed="rId29"/>
          <a:srcRect/>
          <a:stretch>
            <a:fillRect/>
          </a:stretch>
        </p:blipFill>
        <p:spPr bwMode="auto">
          <a:xfrm>
            <a:off x="-44450" y="2818130"/>
            <a:ext cx="3658235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6" name="矩形 45"/>
          <p:cNvSpPr/>
          <p:nvPr>
            <p:custDataLst>
              <p:tags r:id="rId30"/>
            </p:custDataLst>
          </p:nvPr>
        </p:nvSpPr>
        <p:spPr>
          <a:xfrm>
            <a:off x="410210" y="2999105"/>
            <a:ext cx="2733675" cy="2022475"/>
          </a:xfrm>
          <a:prstGeom prst="rect">
            <a:avLst/>
          </a:prstGeom>
          <a:solidFill>
            <a:schemeClr val="l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1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1155" y="2455545"/>
            <a:ext cx="2792730" cy="2840355"/>
          </a:xfrm>
          <a:prstGeom prst="rect">
            <a:avLst/>
          </a:prstGeom>
        </p:spPr>
      </p:pic>
      <p:sp>
        <p:nvSpPr>
          <p:cNvPr id="9" name="Isosceles Triangle 2_1"/>
          <p:cNvSpPr/>
          <p:nvPr>
            <p:custDataLst>
              <p:tags r:id="rId32"/>
            </p:custDataLst>
          </p:nvPr>
        </p:nvSpPr>
        <p:spPr>
          <a:xfrm rot="16200000" flipV="1">
            <a:off x="889000" y="12541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 rot="0">
            <a:off x="3554095" y="2834640"/>
            <a:ext cx="4870450" cy="1274445"/>
            <a:chOff x="5597" y="4464"/>
            <a:chExt cx="7670" cy="2007"/>
          </a:xfrm>
        </p:grpSpPr>
        <p:sp>
          <p:nvSpPr>
            <p:cNvPr id="13" name="PA-矩形 54"/>
            <p:cNvSpPr/>
            <p:nvPr>
              <p:custDataLst>
                <p:tags r:id="rId33"/>
              </p:custDataLst>
            </p:nvPr>
          </p:nvSpPr>
          <p:spPr>
            <a:xfrm>
              <a:off x="5597" y="4464"/>
              <a:ext cx="7463" cy="2007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PA-椭圆 8"/>
            <p:cNvSpPr/>
            <p:nvPr>
              <p:custDataLst>
                <p:tags r:id="rId34"/>
              </p:custDataLst>
            </p:nvPr>
          </p:nvSpPr>
          <p:spPr>
            <a:xfrm>
              <a:off x="6077" y="4769"/>
              <a:ext cx="1121" cy="1206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PA-椭圆 9"/>
            <p:cNvSpPr/>
            <p:nvPr>
              <p:custDataLst>
                <p:tags r:id="rId35"/>
              </p:custDataLst>
            </p:nvPr>
          </p:nvSpPr>
          <p:spPr>
            <a:xfrm>
              <a:off x="6150" y="4853"/>
              <a:ext cx="991" cy="1066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PA-任意多边形 81"/>
            <p:cNvSpPr/>
            <p:nvPr>
              <p:custDataLst>
                <p:tags r:id="rId36"/>
              </p:custDataLst>
            </p:nvPr>
          </p:nvSpPr>
          <p:spPr bwMode="auto">
            <a:xfrm>
              <a:off x="6776" y="5085"/>
              <a:ext cx="197" cy="212"/>
            </a:xfrm>
            <a:custGeom>
              <a:avLst/>
              <a:gdLst>
                <a:gd name="T0" fmla="*/ 38 w 49"/>
                <a:gd name="T1" fmla="*/ 11 h 49"/>
                <a:gd name="T2" fmla="*/ 3 w 49"/>
                <a:gd name="T3" fmla="*/ 7 h 49"/>
                <a:gd name="T4" fmla="*/ 2 w 49"/>
                <a:gd name="T5" fmla="*/ 15 h 49"/>
                <a:gd name="T6" fmla="*/ 34 w 49"/>
                <a:gd name="T7" fmla="*/ 47 h 49"/>
                <a:gd name="T8" fmla="*/ 42 w 49"/>
                <a:gd name="T9" fmla="*/ 46 h 49"/>
                <a:gd name="T10" fmla="*/ 38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38" y="11"/>
                  </a:moveTo>
                  <a:cubicBezTo>
                    <a:pt x="28" y="2"/>
                    <a:pt x="14" y="0"/>
                    <a:pt x="3" y="7"/>
                  </a:cubicBezTo>
                  <a:cubicBezTo>
                    <a:pt x="0" y="9"/>
                    <a:pt x="0" y="13"/>
                    <a:pt x="2" y="15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6" y="49"/>
                    <a:pt x="40" y="49"/>
                    <a:pt x="42" y="46"/>
                  </a:cubicBezTo>
                  <a:cubicBezTo>
                    <a:pt x="49" y="35"/>
                    <a:pt x="47" y="21"/>
                    <a:pt x="38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PA-任意多边形 82"/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6325" y="5112"/>
              <a:ext cx="588" cy="647"/>
            </a:xfrm>
            <a:custGeom>
              <a:avLst/>
              <a:gdLst>
                <a:gd name="T0" fmla="*/ 134 w 147"/>
                <a:gd name="T1" fmla="*/ 115 h 151"/>
                <a:gd name="T2" fmla="*/ 147 w 147"/>
                <a:gd name="T3" fmla="*/ 72 h 151"/>
                <a:gd name="T4" fmla="*/ 75 w 147"/>
                <a:gd name="T5" fmla="*/ 0 h 151"/>
                <a:gd name="T6" fmla="*/ 74 w 147"/>
                <a:gd name="T7" fmla="*/ 0 h 151"/>
                <a:gd name="T8" fmla="*/ 3 w 147"/>
                <a:gd name="T9" fmla="*/ 72 h 151"/>
                <a:gd name="T10" fmla="*/ 15 w 147"/>
                <a:gd name="T11" fmla="*/ 112 h 151"/>
                <a:gd name="T12" fmla="*/ 2 w 147"/>
                <a:gd name="T13" fmla="*/ 137 h 151"/>
                <a:gd name="T14" fmla="*/ 6 w 147"/>
                <a:gd name="T15" fmla="*/ 150 h 151"/>
                <a:gd name="T16" fmla="*/ 11 w 147"/>
                <a:gd name="T17" fmla="*/ 151 h 151"/>
                <a:gd name="T18" fmla="*/ 20 w 147"/>
                <a:gd name="T19" fmla="*/ 146 h 151"/>
                <a:gd name="T20" fmla="*/ 29 w 147"/>
                <a:gd name="T21" fmla="*/ 128 h 151"/>
                <a:gd name="T22" fmla="*/ 74 w 147"/>
                <a:gd name="T23" fmla="*/ 145 h 151"/>
                <a:gd name="T24" fmla="*/ 75 w 147"/>
                <a:gd name="T25" fmla="*/ 145 h 151"/>
                <a:gd name="T26" fmla="*/ 119 w 147"/>
                <a:gd name="T27" fmla="*/ 129 h 151"/>
                <a:gd name="T28" fmla="*/ 127 w 147"/>
                <a:gd name="T29" fmla="*/ 146 h 151"/>
                <a:gd name="T30" fmla="*/ 136 w 147"/>
                <a:gd name="T31" fmla="*/ 151 h 151"/>
                <a:gd name="T32" fmla="*/ 141 w 147"/>
                <a:gd name="T33" fmla="*/ 150 h 151"/>
                <a:gd name="T34" fmla="*/ 145 w 147"/>
                <a:gd name="T35" fmla="*/ 137 h 151"/>
                <a:gd name="T36" fmla="*/ 134 w 147"/>
                <a:gd name="T37" fmla="*/ 115 h 151"/>
                <a:gd name="T38" fmla="*/ 75 w 147"/>
                <a:gd name="T39" fmla="*/ 125 h 151"/>
                <a:gd name="T40" fmla="*/ 74 w 147"/>
                <a:gd name="T41" fmla="*/ 125 h 151"/>
                <a:gd name="T42" fmla="*/ 22 w 147"/>
                <a:gd name="T43" fmla="*/ 72 h 151"/>
                <a:gd name="T44" fmla="*/ 74 w 147"/>
                <a:gd name="T45" fmla="*/ 20 h 151"/>
                <a:gd name="T46" fmla="*/ 75 w 147"/>
                <a:gd name="T47" fmla="*/ 19 h 151"/>
                <a:gd name="T48" fmla="*/ 128 w 147"/>
                <a:gd name="T49" fmla="*/ 72 h 151"/>
                <a:gd name="T50" fmla="*/ 75 w 147"/>
                <a:gd name="T51" fmla="*/ 12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7" h="151">
                  <a:moveTo>
                    <a:pt x="134" y="115"/>
                  </a:moveTo>
                  <a:cubicBezTo>
                    <a:pt x="142" y="103"/>
                    <a:pt x="147" y="88"/>
                    <a:pt x="147" y="72"/>
                  </a:cubicBezTo>
                  <a:cubicBezTo>
                    <a:pt x="147" y="32"/>
                    <a:pt x="11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5" y="0"/>
                    <a:pt x="3" y="33"/>
                    <a:pt x="3" y="72"/>
                  </a:cubicBezTo>
                  <a:cubicBezTo>
                    <a:pt x="3" y="87"/>
                    <a:pt x="7" y="101"/>
                    <a:pt x="15" y="112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0" y="142"/>
                    <a:pt x="2" y="148"/>
                    <a:pt x="6" y="150"/>
                  </a:cubicBezTo>
                  <a:cubicBezTo>
                    <a:pt x="8" y="151"/>
                    <a:pt x="9" y="151"/>
                    <a:pt x="11" y="151"/>
                  </a:cubicBezTo>
                  <a:cubicBezTo>
                    <a:pt x="14" y="151"/>
                    <a:pt x="18" y="149"/>
                    <a:pt x="20" y="146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41" y="138"/>
                    <a:pt x="57" y="145"/>
                    <a:pt x="74" y="145"/>
                  </a:cubicBezTo>
                  <a:cubicBezTo>
                    <a:pt x="74" y="145"/>
                    <a:pt x="75" y="145"/>
                    <a:pt x="75" y="145"/>
                  </a:cubicBezTo>
                  <a:cubicBezTo>
                    <a:pt x="92" y="145"/>
                    <a:pt x="107" y="139"/>
                    <a:pt x="119" y="129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9"/>
                    <a:pt x="133" y="151"/>
                    <a:pt x="136" y="151"/>
                  </a:cubicBezTo>
                  <a:cubicBezTo>
                    <a:pt x="138" y="151"/>
                    <a:pt x="139" y="151"/>
                    <a:pt x="141" y="150"/>
                  </a:cubicBezTo>
                  <a:cubicBezTo>
                    <a:pt x="145" y="148"/>
                    <a:pt x="147" y="142"/>
                    <a:pt x="145" y="137"/>
                  </a:cubicBezTo>
                  <a:lnTo>
                    <a:pt x="134" y="115"/>
                  </a:lnTo>
                  <a:close/>
                  <a:moveTo>
                    <a:pt x="75" y="125"/>
                  </a:moveTo>
                  <a:cubicBezTo>
                    <a:pt x="75" y="125"/>
                    <a:pt x="74" y="125"/>
                    <a:pt x="74" y="125"/>
                  </a:cubicBezTo>
                  <a:cubicBezTo>
                    <a:pt x="45" y="125"/>
                    <a:pt x="22" y="101"/>
                    <a:pt x="22" y="72"/>
                  </a:cubicBezTo>
                  <a:cubicBezTo>
                    <a:pt x="22" y="43"/>
                    <a:pt x="45" y="20"/>
                    <a:pt x="74" y="20"/>
                  </a:cubicBezTo>
                  <a:cubicBezTo>
                    <a:pt x="74" y="20"/>
                    <a:pt x="75" y="19"/>
                    <a:pt x="75" y="19"/>
                  </a:cubicBezTo>
                  <a:cubicBezTo>
                    <a:pt x="104" y="19"/>
                    <a:pt x="128" y="43"/>
                    <a:pt x="128" y="72"/>
                  </a:cubicBezTo>
                  <a:cubicBezTo>
                    <a:pt x="128" y="102"/>
                    <a:pt x="104" y="125"/>
                    <a:pt x="75" y="1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PA-任意多边形 83"/>
            <p:cNvSpPr/>
            <p:nvPr>
              <p:custDataLst>
                <p:tags r:id="rId38"/>
              </p:custDataLst>
            </p:nvPr>
          </p:nvSpPr>
          <p:spPr bwMode="auto">
            <a:xfrm>
              <a:off x="6505" y="5317"/>
              <a:ext cx="140" cy="270"/>
            </a:xfrm>
            <a:custGeom>
              <a:avLst/>
              <a:gdLst>
                <a:gd name="T0" fmla="*/ 30 w 35"/>
                <a:gd name="T1" fmla="*/ 0 h 63"/>
                <a:gd name="T2" fmla="*/ 29 w 35"/>
                <a:gd name="T3" fmla="*/ 0 h 63"/>
                <a:gd name="T4" fmla="*/ 24 w 35"/>
                <a:gd name="T5" fmla="*/ 6 h 63"/>
                <a:gd name="T6" fmla="*/ 24 w 35"/>
                <a:gd name="T7" fmla="*/ 27 h 63"/>
                <a:gd name="T8" fmla="*/ 2 w 35"/>
                <a:gd name="T9" fmla="*/ 54 h 63"/>
                <a:gd name="T10" fmla="*/ 3 w 35"/>
                <a:gd name="T11" fmla="*/ 61 h 63"/>
                <a:gd name="T12" fmla="*/ 6 w 35"/>
                <a:gd name="T13" fmla="*/ 63 h 63"/>
                <a:gd name="T14" fmla="*/ 10 w 35"/>
                <a:gd name="T15" fmla="*/ 61 h 63"/>
                <a:gd name="T16" fmla="*/ 29 w 35"/>
                <a:gd name="T17" fmla="*/ 39 h 63"/>
                <a:gd name="T18" fmla="*/ 33 w 35"/>
                <a:gd name="T19" fmla="*/ 34 h 63"/>
                <a:gd name="T20" fmla="*/ 35 w 35"/>
                <a:gd name="T21" fmla="*/ 29 h 63"/>
                <a:gd name="T22" fmla="*/ 35 w 35"/>
                <a:gd name="T23" fmla="*/ 6 h 63"/>
                <a:gd name="T24" fmla="*/ 30 w 35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3">
                  <a:moveTo>
                    <a:pt x="30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26" y="1"/>
                    <a:pt x="24" y="3"/>
                    <a:pt x="24" y="6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0" y="59"/>
                    <a:pt x="3" y="61"/>
                  </a:cubicBezTo>
                  <a:cubicBezTo>
                    <a:pt x="4" y="62"/>
                    <a:pt x="5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5" y="33"/>
                    <a:pt x="35" y="31"/>
                    <a:pt x="35" y="29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PA-任意多边形 84"/>
            <p:cNvSpPr/>
            <p:nvPr>
              <p:custDataLst>
                <p:tags r:id="rId39"/>
              </p:custDataLst>
            </p:nvPr>
          </p:nvSpPr>
          <p:spPr bwMode="auto">
            <a:xfrm>
              <a:off x="6281" y="5085"/>
              <a:ext cx="195" cy="212"/>
            </a:xfrm>
            <a:custGeom>
              <a:avLst/>
              <a:gdLst>
                <a:gd name="T0" fmla="*/ 11 w 49"/>
                <a:gd name="T1" fmla="*/ 11 h 49"/>
                <a:gd name="T2" fmla="*/ 7 w 49"/>
                <a:gd name="T3" fmla="*/ 46 h 49"/>
                <a:gd name="T4" fmla="*/ 14 w 49"/>
                <a:gd name="T5" fmla="*/ 47 h 49"/>
                <a:gd name="T6" fmla="*/ 46 w 49"/>
                <a:gd name="T7" fmla="*/ 15 h 49"/>
                <a:gd name="T8" fmla="*/ 45 w 49"/>
                <a:gd name="T9" fmla="*/ 7 h 49"/>
                <a:gd name="T10" fmla="*/ 11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11" y="11"/>
                  </a:moveTo>
                  <a:cubicBezTo>
                    <a:pt x="1" y="21"/>
                    <a:pt x="0" y="35"/>
                    <a:pt x="7" y="46"/>
                  </a:cubicBezTo>
                  <a:cubicBezTo>
                    <a:pt x="9" y="49"/>
                    <a:pt x="12" y="49"/>
                    <a:pt x="14" y="4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9" y="13"/>
                    <a:pt x="48" y="9"/>
                    <a:pt x="45" y="7"/>
                  </a:cubicBezTo>
                  <a:cubicBezTo>
                    <a:pt x="35" y="0"/>
                    <a:pt x="20" y="2"/>
                    <a:pt x="11" y="1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PA-文本框 68"/>
            <p:cNvSpPr txBox="1"/>
            <p:nvPr>
              <p:custDataLst>
                <p:tags r:id="rId40"/>
              </p:custDataLst>
            </p:nvPr>
          </p:nvSpPr>
          <p:spPr>
            <a:xfrm>
              <a:off x="7409" y="4736"/>
              <a:ext cx="5858" cy="143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noAutofit/>
            </a:bodyPr>
            <a:p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2. 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生成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package.json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</a:t>
              </a: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50000"/>
                </a:lnSpc>
              </a:pP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rPr>
                <a:t>  npm init -y</a:t>
              </a:r>
              <a:endPara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1"/>
            </p:custDataLst>
          </p:nvPr>
        </p:nvSpPr>
        <p:spPr>
          <a:xfrm>
            <a:off x="7237730" y="5944235"/>
            <a:ext cx="4263390" cy="36830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p>
            <a:pPr lvl="0" algn="l">
              <a:buClrTx/>
              <a:buSzTx/>
              <a:buFontTx/>
            </a:pPr>
            <a:r>
              <a:rPr lang="zh-CN" altLang="zh-CN" b="1" kern="100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运行创建的主程序</a:t>
            </a:r>
            <a:endParaRPr lang="zh-CN" altLang="zh-CN" b="1" kern="100" dirty="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42"/>
            </p:custDataLst>
          </p:nvPr>
        </p:nvSpPr>
        <p:spPr>
          <a:xfrm>
            <a:off x="6468745" y="2223770"/>
            <a:ext cx="4204970" cy="36830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p>
            <a:r>
              <a:rPr lang="zh-CN" altLang="zh-CN" sz="1800" b="1" kern="100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创建项目文件夹，打开该文件夹。</a:t>
            </a:r>
            <a:endParaRPr lang="zh-CN" altLang="zh-CN" sz="1800" b="1" kern="100" dirty="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4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101" grpId="0"/>
      <p:bldP spid="3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5130" y="208567"/>
            <a:ext cx="24853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18" name="矩形 1"/>
            <p:cNvSpPr/>
            <p:nvPr>
              <p:custDataLst>
                <p:tags r:id="rId3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iconfont-1187-868615"/>
            <p:cNvSpPr/>
            <p:nvPr>
              <p:custDataLst>
                <p:tags r:id="rId4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3118534" y="1259682"/>
            <a:ext cx="56146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app.js</a:t>
            </a:r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文件，并运行该应用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1272540" y="2908935"/>
            <a:ext cx="14274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创建项目包</a:t>
            </a:r>
            <a:endParaRPr lang="zh-CN" altLang="en-US" sz="1800" b="1" kern="100" dirty="0" err="1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273550" y="2571115"/>
            <a:ext cx="1915160" cy="2672715"/>
            <a:chOff x="7326" y="4743"/>
            <a:chExt cx="3016" cy="4209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6"/>
            <a:srcRect t="8454" r="25272" b="9157"/>
            <a:stretch>
              <a:fillRect/>
            </a:stretch>
          </p:blipFill>
          <p:spPr>
            <a:xfrm>
              <a:off x="7690" y="6156"/>
              <a:ext cx="2507" cy="2796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>
              <p:custDataLst>
                <p:tags r:id="rId7"/>
              </p:custDataLst>
            </p:nvPr>
          </p:nvSpPr>
          <p:spPr>
            <a:xfrm>
              <a:off x="7326" y="4743"/>
              <a:ext cx="3016" cy="1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266700" algn="ctr"/>
              <a:r>
                <a:rPr lang="en-US" altLang="zh-CN" sz="1800" b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app.js</a:t>
              </a:r>
              <a:endParaRPr lang="en-US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indent="266700" algn="ctr"/>
              <a:r>
                <a:rPr lang="zh-CN" altLang="zh-CN" sz="1800" b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主程序文件</a:t>
              </a:r>
              <a:endPara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indent="266700" algn="ctr"/>
              <a:r>
                <a:rPr lang="zh-CN" altLang="zh-CN" sz="1800" b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编写与</a:t>
              </a:r>
              <a:r>
                <a:rPr lang="zh-CN" altLang="zh-CN" sz="1800" b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运行</a:t>
              </a:r>
              <a:endParaRPr lang="zh-CN" alt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2" name="箭头: 右 11"/>
          <p:cNvSpPr/>
          <p:nvPr>
            <p:custDataLst>
              <p:tags r:id="rId8"/>
            </p:custDataLst>
          </p:nvPr>
        </p:nvSpPr>
        <p:spPr>
          <a:xfrm>
            <a:off x="6529070" y="4129405"/>
            <a:ext cx="760730" cy="45275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箭头: 右 11"/>
          <p:cNvSpPr/>
          <p:nvPr>
            <p:custDataLst>
              <p:tags r:id="rId9"/>
            </p:custDataLst>
          </p:nvPr>
        </p:nvSpPr>
        <p:spPr>
          <a:xfrm>
            <a:off x="3479800" y="4129405"/>
            <a:ext cx="854710" cy="45275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1" name="图片 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7514590" y="3718560"/>
            <a:ext cx="4171950" cy="124904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85190" y="3379470"/>
            <a:ext cx="2202180" cy="158813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8365490" y="3145790"/>
            <a:ext cx="247015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266700" algn="ctr"/>
            <a:r>
              <a:rPr lang="zh-CN" sz="1800" b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客户端访问服务器</a:t>
            </a:r>
            <a:endParaRPr lang="zh-CN" sz="1800" b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2" grpId="0" bldLvl="0" animBg="1"/>
      <p:bldP spid="8" grpId="0" bldLvl="0" animBg="1"/>
      <p:bldP spid="14" grpId="0"/>
      <p:bldP spid="14" grpId="1"/>
      <p:bldP spid="13" grpId="0"/>
      <p:bldP spid="1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02000" y="1532890"/>
            <a:ext cx="8061325" cy="4418965"/>
          </a:xfrm>
          <a:prstGeom prst="rect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1532890"/>
            <a:ext cx="8093710" cy="441896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3583305" y="1905635"/>
            <a:ext cx="7631430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const express = require('express');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const app = express();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app.get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('/',function(</a:t>
            </a: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req,res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){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注意：客户端访问服务器时触发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res.send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('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这是首页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!') ;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//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服务器响应文字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})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app.listen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(3000);  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5730" y="2799715"/>
            <a:ext cx="6979920" cy="1007745"/>
            <a:chOff x="198" y="4409"/>
            <a:chExt cx="10992" cy="1587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98" y="4409"/>
              <a:ext cx="4559" cy="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服务器接收到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get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请求，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eaLnBrk="1" hangingPunct="1"/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且地址为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“/”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时，触发代码，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eaLnBrk="1" hangingPunct="1"/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服务器向客户端响应字符串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261" y="5996"/>
              <a:ext cx="592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5261" y="5068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869" y="5068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869" y="4732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125730" y="4676775"/>
            <a:ext cx="5440045" cy="796290"/>
            <a:chOff x="198" y="7365"/>
            <a:chExt cx="8567" cy="1254"/>
          </a:xfrm>
        </p:grpSpPr>
        <p:sp>
          <p:nvSpPr>
            <p:cNvPr id="32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98" y="7921"/>
              <a:ext cx="4632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应用监听端口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3000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37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343" y="7365"/>
              <a:ext cx="3423" cy="5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343" y="7418"/>
              <a:ext cx="0" cy="83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4951" y="825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4951" y="792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6" name="文本框 45"/>
          <p:cNvSpPr txBox="1"/>
          <p:nvPr/>
        </p:nvSpPr>
        <p:spPr>
          <a:xfrm>
            <a:off x="536128" y="1777406"/>
            <a:ext cx="229655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app.js-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项目主程序</a:t>
            </a:r>
            <a:endParaRPr lang="zh-CN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6"/>
            </p:custDataLst>
          </p:nvPr>
        </p:nvSpPr>
        <p:spPr>
          <a:xfrm>
            <a:off x="5486400" y="5319395"/>
            <a:ext cx="199771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l"/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 app.js</a:t>
            </a:r>
            <a:endParaRPr lang="en-US" altLang="zh-CN" sz="18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85130" y="208567"/>
            <a:ext cx="24853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71" name="图片 3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7360920" y="4710430"/>
            <a:ext cx="4002405" cy="124904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" name="矩形 29"/>
          <p:cNvSpPr/>
          <p:nvPr>
            <p:custDataLst>
              <p:tags r:id="rId18"/>
            </p:custDataLst>
          </p:nvPr>
        </p:nvSpPr>
        <p:spPr>
          <a:xfrm>
            <a:off x="8264525" y="5166360"/>
            <a:ext cx="1455420" cy="2895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9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20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9" name="矩形 58"/>
          <p:cNvSpPr/>
          <p:nvPr/>
        </p:nvSpPr>
        <p:spPr>
          <a:xfrm>
            <a:off x="3583940" y="1975485"/>
            <a:ext cx="5470525" cy="95059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2510" y="2987675"/>
            <a:ext cx="7435850" cy="133096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6" grpId="0"/>
      <p:bldP spid="48" grpId="0"/>
      <p:bldP spid="30" grpId="0" bldLvl="0" animBg="1"/>
      <p:bldP spid="59" grpId="0" bldLvl="0" animBg="1"/>
      <p:bldP spid="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143953" y="1075690"/>
            <a:ext cx="180467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全局安装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5130" y="208567"/>
            <a:ext cx="248539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1" name="图片 20"/>
          <p:cNvPicPr/>
          <p:nvPr/>
        </p:nvPicPr>
        <p:blipFill>
          <a:blip r:embed="rId4"/>
          <a:stretch>
            <a:fillRect/>
          </a:stretch>
        </p:blipFill>
        <p:spPr>
          <a:xfrm>
            <a:off x="7736205" y="3014980"/>
            <a:ext cx="3798570" cy="4387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9533890" y="3035935"/>
            <a:ext cx="1729740" cy="2089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PA-矩形 54"/>
          <p:cNvSpPr/>
          <p:nvPr>
            <p:custDataLst>
              <p:tags r:id="rId6"/>
            </p:custDataLst>
          </p:nvPr>
        </p:nvSpPr>
        <p:spPr>
          <a:xfrm>
            <a:off x="2516505" y="5226050"/>
            <a:ext cx="7755890" cy="1102360"/>
          </a:xfrm>
          <a:prstGeom prst="rect">
            <a:avLst/>
          </a:prstGeom>
          <a:solidFill>
            <a:schemeClr val="accent4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PA-椭圆 8"/>
          <p:cNvSpPr/>
          <p:nvPr>
            <p:custDataLst>
              <p:tags r:id="rId7"/>
            </p:custDataLst>
          </p:nvPr>
        </p:nvSpPr>
        <p:spPr>
          <a:xfrm>
            <a:off x="2821305" y="5384165"/>
            <a:ext cx="711835" cy="71183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rgbClr val="FFFFFF"/>
                </a:gs>
                <a:gs pos="100000">
                  <a:srgbClr val="F2F2F2">
                    <a:lumMod val="95000"/>
                  </a:srgbClr>
                </a:gs>
              </a:gsLst>
              <a:lin ang="5400000" scaled="0"/>
            </a:gradFill>
          </a:ln>
          <a:effectLst>
            <a:outerShdw blurRad="63500" sx="103000" sy="103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4" name="PA-椭圆 9"/>
          <p:cNvSpPr/>
          <p:nvPr>
            <p:custDataLst>
              <p:tags r:id="rId8"/>
            </p:custDataLst>
          </p:nvPr>
        </p:nvSpPr>
        <p:spPr>
          <a:xfrm>
            <a:off x="2867660" y="5431155"/>
            <a:ext cx="629285" cy="629285"/>
          </a:xfrm>
          <a:prstGeom prst="ellipse">
            <a:avLst/>
          </a:prstGeom>
          <a:solidFill>
            <a:schemeClr val="accent1"/>
          </a:solidFill>
          <a:ln w="28575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9" name="PA-任意多边形 81"/>
          <p:cNvSpPr/>
          <p:nvPr>
            <p:custDataLst>
              <p:tags r:id="rId9"/>
            </p:custDataLst>
          </p:nvPr>
        </p:nvSpPr>
        <p:spPr bwMode="auto">
          <a:xfrm>
            <a:off x="3265805" y="5540375"/>
            <a:ext cx="125095" cy="125095"/>
          </a:xfrm>
          <a:custGeom>
            <a:avLst/>
            <a:gdLst>
              <a:gd name="T0" fmla="*/ 38 w 49"/>
              <a:gd name="T1" fmla="*/ 11 h 49"/>
              <a:gd name="T2" fmla="*/ 3 w 49"/>
              <a:gd name="T3" fmla="*/ 7 h 49"/>
              <a:gd name="T4" fmla="*/ 2 w 49"/>
              <a:gd name="T5" fmla="*/ 15 h 49"/>
              <a:gd name="T6" fmla="*/ 34 w 49"/>
              <a:gd name="T7" fmla="*/ 47 h 49"/>
              <a:gd name="T8" fmla="*/ 42 w 49"/>
              <a:gd name="T9" fmla="*/ 46 h 49"/>
              <a:gd name="T10" fmla="*/ 38 w 49"/>
              <a:gd name="T11" fmla="*/ 11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" h="49">
                <a:moveTo>
                  <a:pt x="38" y="11"/>
                </a:moveTo>
                <a:cubicBezTo>
                  <a:pt x="28" y="2"/>
                  <a:pt x="14" y="0"/>
                  <a:pt x="3" y="7"/>
                </a:cubicBezTo>
                <a:cubicBezTo>
                  <a:pt x="0" y="9"/>
                  <a:pt x="0" y="13"/>
                  <a:pt x="2" y="15"/>
                </a:cubicBezTo>
                <a:cubicBezTo>
                  <a:pt x="34" y="47"/>
                  <a:pt x="34" y="47"/>
                  <a:pt x="34" y="47"/>
                </a:cubicBezTo>
                <a:cubicBezTo>
                  <a:pt x="36" y="49"/>
                  <a:pt x="40" y="49"/>
                  <a:pt x="42" y="46"/>
                </a:cubicBezTo>
                <a:cubicBezTo>
                  <a:pt x="49" y="35"/>
                  <a:pt x="47" y="21"/>
                  <a:pt x="38" y="1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0" name="PA-任意多边形 82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2978785" y="5576570"/>
            <a:ext cx="373380" cy="382270"/>
          </a:xfrm>
          <a:custGeom>
            <a:avLst/>
            <a:gdLst>
              <a:gd name="T0" fmla="*/ 134 w 147"/>
              <a:gd name="T1" fmla="*/ 115 h 151"/>
              <a:gd name="T2" fmla="*/ 147 w 147"/>
              <a:gd name="T3" fmla="*/ 72 h 151"/>
              <a:gd name="T4" fmla="*/ 75 w 147"/>
              <a:gd name="T5" fmla="*/ 0 h 151"/>
              <a:gd name="T6" fmla="*/ 74 w 147"/>
              <a:gd name="T7" fmla="*/ 0 h 151"/>
              <a:gd name="T8" fmla="*/ 3 w 147"/>
              <a:gd name="T9" fmla="*/ 72 h 151"/>
              <a:gd name="T10" fmla="*/ 15 w 147"/>
              <a:gd name="T11" fmla="*/ 112 h 151"/>
              <a:gd name="T12" fmla="*/ 2 w 147"/>
              <a:gd name="T13" fmla="*/ 137 h 151"/>
              <a:gd name="T14" fmla="*/ 6 w 147"/>
              <a:gd name="T15" fmla="*/ 150 h 151"/>
              <a:gd name="T16" fmla="*/ 11 w 147"/>
              <a:gd name="T17" fmla="*/ 151 h 151"/>
              <a:gd name="T18" fmla="*/ 20 w 147"/>
              <a:gd name="T19" fmla="*/ 146 h 151"/>
              <a:gd name="T20" fmla="*/ 29 w 147"/>
              <a:gd name="T21" fmla="*/ 128 h 151"/>
              <a:gd name="T22" fmla="*/ 74 w 147"/>
              <a:gd name="T23" fmla="*/ 145 h 151"/>
              <a:gd name="T24" fmla="*/ 75 w 147"/>
              <a:gd name="T25" fmla="*/ 145 h 151"/>
              <a:gd name="T26" fmla="*/ 119 w 147"/>
              <a:gd name="T27" fmla="*/ 129 h 151"/>
              <a:gd name="T28" fmla="*/ 127 w 147"/>
              <a:gd name="T29" fmla="*/ 146 h 151"/>
              <a:gd name="T30" fmla="*/ 136 w 147"/>
              <a:gd name="T31" fmla="*/ 151 h 151"/>
              <a:gd name="T32" fmla="*/ 141 w 147"/>
              <a:gd name="T33" fmla="*/ 150 h 151"/>
              <a:gd name="T34" fmla="*/ 145 w 147"/>
              <a:gd name="T35" fmla="*/ 137 h 151"/>
              <a:gd name="T36" fmla="*/ 134 w 147"/>
              <a:gd name="T37" fmla="*/ 115 h 151"/>
              <a:gd name="T38" fmla="*/ 75 w 147"/>
              <a:gd name="T39" fmla="*/ 125 h 151"/>
              <a:gd name="T40" fmla="*/ 74 w 147"/>
              <a:gd name="T41" fmla="*/ 125 h 151"/>
              <a:gd name="T42" fmla="*/ 22 w 147"/>
              <a:gd name="T43" fmla="*/ 72 h 151"/>
              <a:gd name="T44" fmla="*/ 74 w 147"/>
              <a:gd name="T45" fmla="*/ 20 h 151"/>
              <a:gd name="T46" fmla="*/ 75 w 147"/>
              <a:gd name="T47" fmla="*/ 19 h 151"/>
              <a:gd name="T48" fmla="*/ 128 w 147"/>
              <a:gd name="T49" fmla="*/ 72 h 151"/>
              <a:gd name="T50" fmla="*/ 75 w 147"/>
              <a:gd name="T51" fmla="*/ 125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7" h="151">
                <a:moveTo>
                  <a:pt x="134" y="115"/>
                </a:moveTo>
                <a:cubicBezTo>
                  <a:pt x="142" y="103"/>
                  <a:pt x="147" y="88"/>
                  <a:pt x="147" y="72"/>
                </a:cubicBezTo>
                <a:cubicBezTo>
                  <a:pt x="147" y="32"/>
                  <a:pt x="115" y="0"/>
                  <a:pt x="75" y="0"/>
                </a:cubicBezTo>
                <a:cubicBezTo>
                  <a:pt x="75" y="0"/>
                  <a:pt x="74" y="0"/>
                  <a:pt x="74" y="0"/>
                </a:cubicBezTo>
                <a:cubicBezTo>
                  <a:pt x="35" y="0"/>
                  <a:pt x="3" y="33"/>
                  <a:pt x="3" y="72"/>
                </a:cubicBezTo>
                <a:cubicBezTo>
                  <a:pt x="3" y="87"/>
                  <a:pt x="7" y="101"/>
                  <a:pt x="15" y="112"/>
                </a:cubicBezTo>
                <a:cubicBezTo>
                  <a:pt x="2" y="137"/>
                  <a:pt x="2" y="137"/>
                  <a:pt x="2" y="137"/>
                </a:cubicBezTo>
                <a:cubicBezTo>
                  <a:pt x="0" y="142"/>
                  <a:pt x="2" y="148"/>
                  <a:pt x="6" y="150"/>
                </a:cubicBezTo>
                <a:cubicBezTo>
                  <a:pt x="8" y="151"/>
                  <a:pt x="9" y="151"/>
                  <a:pt x="11" y="151"/>
                </a:cubicBezTo>
                <a:cubicBezTo>
                  <a:pt x="14" y="151"/>
                  <a:pt x="18" y="149"/>
                  <a:pt x="20" y="146"/>
                </a:cubicBezTo>
                <a:cubicBezTo>
                  <a:pt x="29" y="128"/>
                  <a:pt x="29" y="128"/>
                  <a:pt x="29" y="128"/>
                </a:cubicBezTo>
                <a:cubicBezTo>
                  <a:pt x="41" y="138"/>
                  <a:pt x="57" y="145"/>
                  <a:pt x="74" y="145"/>
                </a:cubicBezTo>
                <a:cubicBezTo>
                  <a:pt x="74" y="145"/>
                  <a:pt x="75" y="145"/>
                  <a:pt x="75" y="145"/>
                </a:cubicBezTo>
                <a:cubicBezTo>
                  <a:pt x="92" y="145"/>
                  <a:pt x="107" y="139"/>
                  <a:pt x="119" y="129"/>
                </a:cubicBezTo>
                <a:cubicBezTo>
                  <a:pt x="127" y="146"/>
                  <a:pt x="127" y="146"/>
                  <a:pt x="127" y="146"/>
                </a:cubicBezTo>
                <a:cubicBezTo>
                  <a:pt x="129" y="149"/>
                  <a:pt x="133" y="151"/>
                  <a:pt x="136" y="151"/>
                </a:cubicBezTo>
                <a:cubicBezTo>
                  <a:pt x="138" y="151"/>
                  <a:pt x="139" y="151"/>
                  <a:pt x="141" y="150"/>
                </a:cubicBezTo>
                <a:cubicBezTo>
                  <a:pt x="145" y="148"/>
                  <a:pt x="147" y="142"/>
                  <a:pt x="145" y="137"/>
                </a:cubicBezTo>
                <a:lnTo>
                  <a:pt x="134" y="115"/>
                </a:lnTo>
                <a:close/>
                <a:moveTo>
                  <a:pt x="75" y="125"/>
                </a:moveTo>
                <a:cubicBezTo>
                  <a:pt x="75" y="125"/>
                  <a:pt x="74" y="125"/>
                  <a:pt x="74" y="125"/>
                </a:cubicBezTo>
                <a:cubicBezTo>
                  <a:pt x="45" y="125"/>
                  <a:pt x="22" y="101"/>
                  <a:pt x="22" y="72"/>
                </a:cubicBezTo>
                <a:cubicBezTo>
                  <a:pt x="22" y="43"/>
                  <a:pt x="45" y="20"/>
                  <a:pt x="74" y="20"/>
                </a:cubicBezTo>
                <a:cubicBezTo>
                  <a:pt x="74" y="20"/>
                  <a:pt x="75" y="19"/>
                  <a:pt x="75" y="19"/>
                </a:cubicBezTo>
                <a:cubicBezTo>
                  <a:pt x="104" y="19"/>
                  <a:pt x="128" y="43"/>
                  <a:pt x="128" y="72"/>
                </a:cubicBezTo>
                <a:cubicBezTo>
                  <a:pt x="128" y="102"/>
                  <a:pt x="104" y="125"/>
                  <a:pt x="75" y="1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1" name="PA-任意多边形 83"/>
          <p:cNvSpPr/>
          <p:nvPr>
            <p:custDataLst>
              <p:tags r:id="rId11"/>
            </p:custDataLst>
          </p:nvPr>
        </p:nvSpPr>
        <p:spPr bwMode="auto">
          <a:xfrm>
            <a:off x="3093085" y="5690235"/>
            <a:ext cx="88900" cy="159385"/>
          </a:xfrm>
          <a:custGeom>
            <a:avLst/>
            <a:gdLst>
              <a:gd name="T0" fmla="*/ 30 w 35"/>
              <a:gd name="T1" fmla="*/ 0 h 63"/>
              <a:gd name="T2" fmla="*/ 29 w 35"/>
              <a:gd name="T3" fmla="*/ 0 h 63"/>
              <a:gd name="T4" fmla="*/ 24 w 35"/>
              <a:gd name="T5" fmla="*/ 6 h 63"/>
              <a:gd name="T6" fmla="*/ 24 w 35"/>
              <a:gd name="T7" fmla="*/ 27 h 63"/>
              <a:gd name="T8" fmla="*/ 2 w 35"/>
              <a:gd name="T9" fmla="*/ 54 h 63"/>
              <a:gd name="T10" fmla="*/ 3 w 35"/>
              <a:gd name="T11" fmla="*/ 61 h 63"/>
              <a:gd name="T12" fmla="*/ 6 w 35"/>
              <a:gd name="T13" fmla="*/ 63 h 63"/>
              <a:gd name="T14" fmla="*/ 10 w 35"/>
              <a:gd name="T15" fmla="*/ 61 h 63"/>
              <a:gd name="T16" fmla="*/ 29 w 35"/>
              <a:gd name="T17" fmla="*/ 39 h 63"/>
              <a:gd name="T18" fmla="*/ 33 w 35"/>
              <a:gd name="T19" fmla="*/ 34 h 63"/>
              <a:gd name="T20" fmla="*/ 35 w 35"/>
              <a:gd name="T21" fmla="*/ 29 h 63"/>
              <a:gd name="T22" fmla="*/ 35 w 35"/>
              <a:gd name="T23" fmla="*/ 6 h 63"/>
              <a:gd name="T24" fmla="*/ 30 w 35"/>
              <a:gd name="T2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5" h="63">
                <a:moveTo>
                  <a:pt x="30" y="0"/>
                </a:moveTo>
                <a:cubicBezTo>
                  <a:pt x="30" y="0"/>
                  <a:pt x="29" y="0"/>
                  <a:pt x="29" y="0"/>
                </a:cubicBezTo>
                <a:cubicBezTo>
                  <a:pt x="26" y="1"/>
                  <a:pt x="24" y="3"/>
                  <a:pt x="24" y="6"/>
                </a:cubicBezTo>
                <a:cubicBezTo>
                  <a:pt x="24" y="27"/>
                  <a:pt x="24" y="27"/>
                  <a:pt x="24" y="27"/>
                </a:cubicBezTo>
                <a:cubicBezTo>
                  <a:pt x="2" y="54"/>
                  <a:pt x="2" y="54"/>
                  <a:pt x="2" y="54"/>
                </a:cubicBezTo>
                <a:cubicBezTo>
                  <a:pt x="0" y="56"/>
                  <a:pt x="0" y="59"/>
                  <a:pt x="3" y="61"/>
                </a:cubicBezTo>
                <a:cubicBezTo>
                  <a:pt x="4" y="62"/>
                  <a:pt x="5" y="63"/>
                  <a:pt x="6" y="63"/>
                </a:cubicBezTo>
                <a:cubicBezTo>
                  <a:pt x="8" y="63"/>
                  <a:pt x="9" y="62"/>
                  <a:pt x="10" y="61"/>
                </a:cubicBezTo>
                <a:cubicBezTo>
                  <a:pt x="29" y="39"/>
                  <a:pt x="29" y="39"/>
                  <a:pt x="29" y="39"/>
                </a:cubicBezTo>
                <a:cubicBezTo>
                  <a:pt x="33" y="34"/>
                  <a:pt x="33" y="34"/>
                  <a:pt x="33" y="34"/>
                </a:cubicBezTo>
                <a:cubicBezTo>
                  <a:pt x="35" y="33"/>
                  <a:pt x="35" y="31"/>
                  <a:pt x="35" y="29"/>
                </a:cubicBezTo>
                <a:cubicBezTo>
                  <a:pt x="35" y="6"/>
                  <a:pt x="35" y="6"/>
                  <a:pt x="35" y="6"/>
                </a:cubicBezTo>
                <a:cubicBezTo>
                  <a:pt x="35" y="3"/>
                  <a:pt x="33" y="0"/>
                  <a:pt x="30" y="0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PA-任意多边形 84"/>
          <p:cNvSpPr/>
          <p:nvPr>
            <p:custDataLst>
              <p:tags r:id="rId12"/>
            </p:custDataLst>
          </p:nvPr>
        </p:nvSpPr>
        <p:spPr bwMode="auto">
          <a:xfrm>
            <a:off x="2950845" y="5540375"/>
            <a:ext cx="124460" cy="125095"/>
          </a:xfrm>
          <a:custGeom>
            <a:avLst/>
            <a:gdLst>
              <a:gd name="T0" fmla="*/ 11 w 49"/>
              <a:gd name="T1" fmla="*/ 11 h 49"/>
              <a:gd name="T2" fmla="*/ 7 w 49"/>
              <a:gd name="T3" fmla="*/ 46 h 49"/>
              <a:gd name="T4" fmla="*/ 14 w 49"/>
              <a:gd name="T5" fmla="*/ 47 h 49"/>
              <a:gd name="T6" fmla="*/ 46 w 49"/>
              <a:gd name="T7" fmla="*/ 15 h 49"/>
              <a:gd name="T8" fmla="*/ 45 w 49"/>
              <a:gd name="T9" fmla="*/ 7 h 49"/>
              <a:gd name="T10" fmla="*/ 11 w 49"/>
              <a:gd name="T11" fmla="*/ 11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" h="49">
                <a:moveTo>
                  <a:pt x="11" y="11"/>
                </a:moveTo>
                <a:cubicBezTo>
                  <a:pt x="1" y="21"/>
                  <a:pt x="0" y="35"/>
                  <a:pt x="7" y="46"/>
                </a:cubicBezTo>
                <a:cubicBezTo>
                  <a:pt x="9" y="49"/>
                  <a:pt x="12" y="49"/>
                  <a:pt x="14" y="47"/>
                </a:cubicBezTo>
                <a:cubicBezTo>
                  <a:pt x="46" y="15"/>
                  <a:pt x="46" y="15"/>
                  <a:pt x="46" y="15"/>
                </a:cubicBezTo>
                <a:cubicBezTo>
                  <a:pt x="49" y="13"/>
                  <a:pt x="48" y="9"/>
                  <a:pt x="45" y="7"/>
                </a:cubicBezTo>
                <a:cubicBezTo>
                  <a:pt x="35" y="0"/>
                  <a:pt x="20" y="2"/>
                  <a:pt x="11" y="11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PA-矩形 28"/>
          <p:cNvSpPr/>
          <p:nvPr>
            <p:custDataLst>
              <p:tags r:id="rId13"/>
            </p:custDataLst>
          </p:nvPr>
        </p:nvSpPr>
        <p:spPr>
          <a:xfrm>
            <a:off x="3745230" y="5763895"/>
            <a:ext cx="4083050" cy="78740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8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</a:t>
            </a: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install express-generator -g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" name="PA-文本框 68"/>
          <p:cNvSpPr txBox="1"/>
          <p:nvPr>
            <p:custDataLst>
              <p:tags r:id="rId14"/>
            </p:custDataLst>
          </p:nvPr>
        </p:nvSpPr>
        <p:spPr>
          <a:xfrm>
            <a:off x="3667125" y="5342255"/>
            <a:ext cx="6724650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全局安装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</a:t>
            </a:r>
            <a:r>
              <a:rPr lang="zh-CN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生成器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express-generator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6" name="PA-矩形 51"/>
          <p:cNvSpPr/>
          <p:nvPr>
            <p:custDataLst>
              <p:tags r:id="rId15"/>
            </p:custDataLst>
          </p:nvPr>
        </p:nvSpPr>
        <p:spPr>
          <a:xfrm>
            <a:off x="7452995" y="1877060"/>
            <a:ext cx="4739005" cy="1042670"/>
          </a:xfrm>
          <a:prstGeom prst="rect">
            <a:avLst/>
          </a:prstGeom>
          <a:solidFill>
            <a:schemeClr val="accent4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PA-文本框 59"/>
          <p:cNvSpPr txBox="1"/>
          <p:nvPr>
            <p:custDataLst>
              <p:tags r:id="rId16"/>
            </p:custDataLst>
          </p:nvPr>
        </p:nvSpPr>
        <p:spPr>
          <a:xfrm>
            <a:off x="8705215" y="2018030"/>
            <a:ext cx="4739005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查看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版本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8" name="PA-矩形 28"/>
          <p:cNvSpPr/>
          <p:nvPr>
            <p:custDataLst>
              <p:tags r:id="rId17"/>
            </p:custDataLst>
          </p:nvPr>
        </p:nvSpPr>
        <p:spPr>
          <a:xfrm>
            <a:off x="8093075" y="2479675"/>
            <a:ext cx="4083050" cy="34544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indent="535305" algn="just"/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express --version</a:t>
            </a:r>
            <a:endParaRPr lang="en-US" altLang="zh-CN" sz="18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5" name="PA-椭圆 8"/>
          <p:cNvSpPr/>
          <p:nvPr>
            <p:custDataLst>
              <p:tags r:id="rId18"/>
            </p:custDataLst>
          </p:nvPr>
        </p:nvSpPr>
        <p:spPr>
          <a:xfrm>
            <a:off x="7736205" y="2031365"/>
            <a:ext cx="711835" cy="71183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rgbClr val="FFFFFF"/>
                </a:gs>
                <a:gs pos="100000">
                  <a:srgbClr val="F2F2F2">
                    <a:lumMod val="95000"/>
                  </a:srgbClr>
                </a:gs>
              </a:gsLst>
              <a:lin ang="5400000" scaled="0"/>
            </a:gradFill>
          </a:ln>
          <a:effectLst>
            <a:outerShdw blurRad="63500" sx="103000" sy="103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6" name="PA-椭圆 9"/>
          <p:cNvSpPr/>
          <p:nvPr>
            <p:custDataLst>
              <p:tags r:id="rId19"/>
            </p:custDataLst>
          </p:nvPr>
        </p:nvSpPr>
        <p:spPr>
          <a:xfrm>
            <a:off x="7782560" y="2078355"/>
            <a:ext cx="629285" cy="629285"/>
          </a:xfrm>
          <a:prstGeom prst="ellipse">
            <a:avLst/>
          </a:prstGeom>
          <a:solidFill>
            <a:schemeClr val="accent1"/>
          </a:solidFill>
          <a:ln w="28575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1" name="PA-任意多边形 81"/>
          <p:cNvSpPr/>
          <p:nvPr>
            <p:custDataLst>
              <p:tags r:id="rId20"/>
            </p:custDataLst>
          </p:nvPr>
        </p:nvSpPr>
        <p:spPr bwMode="auto">
          <a:xfrm>
            <a:off x="8180705" y="2187575"/>
            <a:ext cx="125095" cy="125095"/>
          </a:xfrm>
          <a:custGeom>
            <a:avLst/>
            <a:gdLst>
              <a:gd name="T0" fmla="*/ 38 w 49"/>
              <a:gd name="T1" fmla="*/ 11 h 49"/>
              <a:gd name="T2" fmla="*/ 3 w 49"/>
              <a:gd name="T3" fmla="*/ 7 h 49"/>
              <a:gd name="T4" fmla="*/ 2 w 49"/>
              <a:gd name="T5" fmla="*/ 15 h 49"/>
              <a:gd name="T6" fmla="*/ 34 w 49"/>
              <a:gd name="T7" fmla="*/ 47 h 49"/>
              <a:gd name="T8" fmla="*/ 42 w 49"/>
              <a:gd name="T9" fmla="*/ 46 h 49"/>
              <a:gd name="T10" fmla="*/ 38 w 49"/>
              <a:gd name="T11" fmla="*/ 11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" h="49">
                <a:moveTo>
                  <a:pt x="38" y="11"/>
                </a:moveTo>
                <a:cubicBezTo>
                  <a:pt x="28" y="2"/>
                  <a:pt x="14" y="0"/>
                  <a:pt x="3" y="7"/>
                </a:cubicBezTo>
                <a:cubicBezTo>
                  <a:pt x="0" y="9"/>
                  <a:pt x="0" y="13"/>
                  <a:pt x="2" y="15"/>
                </a:cubicBezTo>
                <a:cubicBezTo>
                  <a:pt x="34" y="47"/>
                  <a:pt x="34" y="47"/>
                  <a:pt x="34" y="47"/>
                </a:cubicBezTo>
                <a:cubicBezTo>
                  <a:pt x="36" y="49"/>
                  <a:pt x="40" y="49"/>
                  <a:pt x="42" y="46"/>
                </a:cubicBezTo>
                <a:cubicBezTo>
                  <a:pt x="49" y="35"/>
                  <a:pt x="47" y="21"/>
                  <a:pt x="38" y="1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2" name="PA-任意多边形 82"/>
          <p:cNvSpPr>
            <a:spLocks noEditPoints="1"/>
          </p:cNvSpPr>
          <p:nvPr>
            <p:custDataLst>
              <p:tags r:id="rId21"/>
            </p:custDataLst>
          </p:nvPr>
        </p:nvSpPr>
        <p:spPr bwMode="auto">
          <a:xfrm>
            <a:off x="7893685" y="2223770"/>
            <a:ext cx="373380" cy="382270"/>
          </a:xfrm>
          <a:custGeom>
            <a:avLst/>
            <a:gdLst>
              <a:gd name="T0" fmla="*/ 134 w 147"/>
              <a:gd name="T1" fmla="*/ 115 h 151"/>
              <a:gd name="T2" fmla="*/ 147 w 147"/>
              <a:gd name="T3" fmla="*/ 72 h 151"/>
              <a:gd name="T4" fmla="*/ 75 w 147"/>
              <a:gd name="T5" fmla="*/ 0 h 151"/>
              <a:gd name="T6" fmla="*/ 74 w 147"/>
              <a:gd name="T7" fmla="*/ 0 h 151"/>
              <a:gd name="T8" fmla="*/ 3 w 147"/>
              <a:gd name="T9" fmla="*/ 72 h 151"/>
              <a:gd name="T10" fmla="*/ 15 w 147"/>
              <a:gd name="T11" fmla="*/ 112 h 151"/>
              <a:gd name="T12" fmla="*/ 2 w 147"/>
              <a:gd name="T13" fmla="*/ 137 h 151"/>
              <a:gd name="T14" fmla="*/ 6 w 147"/>
              <a:gd name="T15" fmla="*/ 150 h 151"/>
              <a:gd name="T16" fmla="*/ 11 w 147"/>
              <a:gd name="T17" fmla="*/ 151 h 151"/>
              <a:gd name="T18" fmla="*/ 20 w 147"/>
              <a:gd name="T19" fmla="*/ 146 h 151"/>
              <a:gd name="T20" fmla="*/ 29 w 147"/>
              <a:gd name="T21" fmla="*/ 128 h 151"/>
              <a:gd name="T22" fmla="*/ 74 w 147"/>
              <a:gd name="T23" fmla="*/ 145 h 151"/>
              <a:gd name="T24" fmla="*/ 75 w 147"/>
              <a:gd name="T25" fmla="*/ 145 h 151"/>
              <a:gd name="T26" fmla="*/ 119 w 147"/>
              <a:gd name="T27" fmla="*/ 129 h 151"/>
              <a:gd name="T28" fmla="*/ 127 w 147"/>
              <a:gd name="T29" fmla="*/ 146 h 151"/>
              <a:gd name="T30" fmla="*/ 136 w 147"/>
              <a:gd name="T31" fmla="*/ 151 h 151"/>
              <a:gd name="T32" fmla="*/ 141 w 147"/>
              <a:gd name="T33" fmla="*/ 150 h 151"/>
              <a:gd name="T34" fmla="*/ 145 w 147"/>
              <a:gd name="T35" fmla="*/ 137 h 151"/>
              <a:gd name="T36" fmla="*/ 134 w 147"/>
              <a:gd name="T37" fmla="*/ 115 h 151"/>
              <a:gd name="T38" fmla="*/ 75 w 147"/>
              <a:gd name="T39" fmla="*/ 125 h 151"/>
              <a:gd name="T40" fmla="*/ 74 w 147"/>
              <a:gd name="T41" fmla="*/ 125 h 151"/>
              <a:gd name="T42" fmla="*/ 22 w 147"/>
              <a:gd name="T43" fmla="*/ 72 h 151"/>
              <a:gd name="T44" fmla="*/ 74 w 147"/>
              <a:gd name="T45" fmla="*/ 20 h 151"/>
              <a:gd name="T46" fmla="*/ 75 w 147"/>
              <a:gd name="T47" fmla="*/ 19 h 151"/>
              <a:gd name="T48" fmla="*/ 128 w 147"/>
              <a:gd name="T49" fmla="*/ 72 h 151"/>
              <a:gd name="T50" fmla="*/ 75 w 147"/>
              <a:gd name="T51" fmla="*/ 125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47" h="151">
                <a:moveTo>
                  <a:pt x="134" y="115"/>
                </a:moveTo>
                <a:cubicBezTo>
                  <a:pt x="142" y="103"/>
                  <a:pt x="147" y="88"/>
                  <a:pt x="147" y="72"/>
                </a:cubicBezTo>
                <a:cubicBezTo>
                  <a:pt x="147" y="32"/>
                  <a:pt x="115" y="0"/>
                  <a:pt x="75" y="0"/>
                </a:cubicBezTo>
                <a:cubicBezTo>
                  <a:pt x="75" y="0"/>
                  <a:pt x="74" y="0"/>
                  <a:pt x="74" y="0"/>
                </a:cubicBezTo>
                <a:cubicBezTo>
                  <a:pt x="35" y="0"/>
                  <a:pt x="3" y="33"/>
                  <a:pt x="3" y="72"/>
                </a:cubicBezTo>
                <a:cubicBezTo>
                  <a:pt x="3" y="87"/>
                  <a:pt x="7" y="101"/>
                  <a:pt x="15" y="112"/>
                </a:cubicBezTo>
                <a:cubicBezTo>
                  <a:pt x="2" y="137"/>
                  <a:pt x="2" y="137"/>
                  <a:pt x="2" y="137"/>
                </a:cubicBezTo>
                <a:cubicBezTo>
                  <a:pt x="0" y="142"/>
                  <a:pt x="2" y="148"/>
                  <a:pt x="6" y="150"/>
                </a:cubicBezTo>
                <a:cubicBezTo>
                  <a:pt x="8" y="151"/>
                  <a:pt x="9" y="151"/>
                  <a:pt x="11" y="151"/>
                </a:cubicBezTo>
                <a:cubicBezTo>
                  <a:pt x="14" y="151"/>
                  <a:pt x="18" y="149"/>
                  <a:pt x="20" y="146"/>
                </a:cubicBezTo>
                <a:cubicBezTo>
                  <a:pt x="29" y="128"/>
                  <a:pt x="29" y="128"/>
                  <a:pt x="29" y="128"/>
                </a:cubicBezTo>
                <a:cubicBezTo>
                  <a:pt x="41" y="138"/>
                  <a:pt x="57" y="145"/>
                  <a:pt x="74" y="145"/>
                </a:cubicBezTo>
                <a:cubicBezTo>
                  <a:pt x="74" y="145"/>
                  <a:pt x="75" y="145"/>
                  <a:pt x="75" y="145"/>
                </a:cubicBezTo>
                <a:cubicBezTo>
                  <a:pt x="92" y="145"/>
                  <a:pt x="107" y="139"/>
                  <a:pt x="119" y="129"/>
                </a:cubicBezTo>
                <a:cubicBezTo>
                  <a:pt x="127" y="146"/>
                  <a:pt x="127" y="146"/>
                  <a:pt x="127" y="146"/>
                </a:cubicBezTo>
                <a:cubicBezTo>
                  <a:pt x="129" y="149"/>
                  <a:pt x="133" y="151"/>
                  <a:pt x="136" y="151"/>
                </a:cubicBezTo>
                <a:cubicBezTo>
                  <a:pt x="138" y="151"/>
                  <a:pt x="139" y="151"/>
                  <a:pt x="141" y="150"/>
                </a:cubicBezTo>
                <a:cubicBezTo>
                  <a:pt x="145" y="148"/>
                  <a:pt x="147" y="142"/>
                  <a:pt x="145" y="137"/>
                </a:cubicBezTo>
                <a:lnTo>
                  <a:pt x="134" y="115"/>
                </a:lnTo>
                <a:close/>
                <a:moveTo>
                  <a:pt x="75" y="125"/>
                </a:moveTo>
                <a:cubicBezTo>
                  <a:pt x="75" y="125"/>
                  <a:pt x="74" y="125"/>
                  <a:pt x="74" y="125"/>
                </a:cubicBezTo>
                <a:cubicBezTo>
                  <a:pt x="45" y="125"/>
                  <a:pt x="22" y="101"/>
                  <a:pt x="22" y="72"/>
                </a:cubicBezTo>
                <a:cubicBezTo>
                  <a:pt x="22" y="43"/>
                  <a:pt x="45" y="20"/>
                  <a:pt x="74" y="20"/>
                </a:cubicBezTo>
                <a:cubicBezTo>
                  <a:pt x="74" y="20"/>
                  <a:pt x="75" y="19"/>
                  <a:pt x="75" y="19"/>
                </a:cubicBezTo>
                <a:cubicBezTo>
                  <a:pt x="104" y="19"/>
                  <a:pt x="128" y="43"/>
                  <a:pt x="128" y="72"/>
                </a:cubicBezTo>
                <a:cubicBezTo>
                  <a:pt x="128" y="102"/>
                  <a:pt x="104" y="125"/>
                  <a:pt x="75" y="1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3" name="PA-任意多边形 83"/>
          <p:cNvSpPr/>
          <p:nvPr>
            <p:custDataLst>
              <p:tags r:id="rId22"/>
            </p:custDataLst>
          </p:nvPr>
        </p:nvSpPr>
        <p:spPr bwMode="auto">
          <a:xfrm>
            <a:off x="8007985" y="2337435"/>
            <a:ext cx="88900" cy="159385"/>
          </a:xfrm>
          <a:custGeom>
            <a:avLst/>
            <a:gdLst>
              <a:gd name="T0" fmla="*/ 30 w 35"/>
              <a:gd name="T1" fmla="*/ 0 h 63"/>
              <a:gd name="T2" fmla="*/ 29 w 35"/>
              <a:gd name="T3" fmla="*/ 0 h 63"/>
              <a:gd name="T4" fmla="*/ 24 w 35"/>
              <a:gd name="T5" fmla="*/ 6 h 63"/>
              <a:gd name="T6" fmla="*/ 24 w 35"/>
              <a:gd name="T7" fmla="*/ 27 h 63"/>
              <a:gd name="T8" fmla="*/ 2 w 35"/>
              <a:gd name="T9" fmla="*/ 54 h 63"/>
              <a:gd name="T10" fmla="*/ 3 w 35"/>
              <a:gd name="T11" fmla="*/ 61 h 63"/>
              <a:gd name="T12" fmla="*/ 6 w 35"/>
              <a:gd name="T13" fmla="*/ 63 h 63"/>
              <a:gd name="T14" fmla="*/ 10 w 35"/>
              <a:gd name="T15" fmla="*/ 61 h 63"/>
              <a:gd name="T16" fmla="*/ 29 w 35"/>
              <a:gd name="T17" fmla="*/ 39 h 63"/>
              <a:gd name="T18" fmla="*/ 33 w 35"/>
              <a:gd name="T19" fmla="*/ 34 h 63"/>
              <a:gd name="T20" fmla="*/ 35 w 35"/>
              <a:gd name="T21" fmla="*/ 29 h 63"/>
              <a:gd name="T22" fmla="*/ 35 w 35"/>
              <a:gd name="T23" fmla="*/ 6 h 63"/>
              <a:gd name="T24" fmla="*/ 30 w 35"/>
              <a:gd name="T25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5" h="63">
                <a:moveTo>
                  <a:pt x="30" y="0"/>
                </a:moveTo>
                <a:cubicBezTo>
                  <a:pt x="30" y="0"/>
                  <a:pt x="29" y="0"/>
                  <a:pt x="29" y="0"/>
                </a:cubicBezTo>
                <a:cubicBezTo>
                  <a:pt x="26" y="1"/>
                  <a:pt x="24" y="3"/>
                  <a:pt x="24" y="6"/>
                </a:cubicBezTo>
                <a:cubicBezTo>
                  <a:pt x="24" y="27"/>
                  <a:pt x="24" y="27"/>
                  <a:pt x="24" y="27"/>
                </a:cubicBezTo>
                <a:cubicBezTo>
                  <a:pt x="2" y="54"/>
                  <a:pt x="2" y="54"/>
                  <a:pt x="2" y="54"/>
                </a:cubicBezTo>
                <a:cubicBezTo>
                  <a:pt x="0" y="56"/>
                  <a:pt x="0" y="59"/>
                  <a:pt x="3" y="61"/>
                </a:cubicBezTo>
                <a:cubicBezTo>
                  <a:pt x="4" y="62"/>
                  <a:pt x="5" y="63"/>
                  <a:pt x="6" y="63"/>
                </a:cubicBezTo>
                <a:cubicBezTo>
                  <a:pt x="8" y="63"/>
                  <a:pt x="9" y="62"/>
                  <a:pt x="10" y="61"/>
                </a:cubicBezTo>
                <a:cubicBezTo>
                  <a:pt x="29" y="39"/>
                  <a:pt x="29" y="39"/>
                  <a:pt x="29" y="39"/>
                </a:cubicBezTo>
                <a:cubicBezTo>
                  <a:pt x="33" y="34"/>
                  <a:pt x="33" y="34"/>
                  <a:pt x="33" y="34"/>
                </a:cubicBezTo>
                <a:cubicBezTo>
                  <a:pt x="35" y="33"/>
                  <a:pt x="35" y="31"/>
                  <a:pt x="35" y="29"/>
                </a:cubicBezTo>
                <a:cubicBezTo>
                  <a:pt x="35" y="6"/>
                  <a:pt x="35" y="6"/>
                  <a:pt x="35" y="6"/>
                </a:cubicBezTo>
                <a:cubicBezTo>
                  <a:pt x="35" y="3"/>
                  <a:pt x="33" y="0"/>
                  <a:pt x="30" y="0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PA-任意多边形 84"/>
          <p:cNvSpPr/>
          <p:nvPr>
            <p:custDataLst>
              <p:tags r:id="rId23"/>
            </p:custDataLst>
          </p:nvPr>
        </p:nvSpPr>
        <p:spPr bwMode="auto">
          <a:xfrm>
            <a:off x="7865745" y="2187575"/>
            <a:ext cx="124460" cy="125095"/>
          </a:xfrm>
          <a:custGeom>
            <a:avLst/>
            <a:gdLst>
              <a:gd name="T0" fmla="*/ 11 w 49"/>
              <a:gd name="T1" fmla="*/ 11 h 49"/>
              <a:gd name="T2" fmla="*/ 7 w 49"/>
              <a:gd name="T3" fmla="*/ 46 h 49"/>
              <a:gd name="T4" fmla="*/ 14 w 49"/>
              <a:gd name="T5" fmla="*/ 47 h 49"/>
              <a:gd name="T6" fmla="*/ 46 w 49"/>
              <a:gd name="T7" fmla="*/ 15 h 49"/>
              <a:gd name="T8" fmla="*/ 45 w 49"/>
              <a:gd name="T9" fmla="*/ 7 h 49"/>
              <a:gd name="T10" fmla="*/ 11 w 49"/>
              <a:gd name="T11" fmla="*/ 11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" h="49">
                <a:moveTo>
                  <a:pt x="11" y="11"/>
                </a:moveTo>
                <a:cubicBezTo>
                  <a:pt x="1" y="21"/>
                  <a:pt x="0" y="35"/>
                  <a:pt x="7" y="46"/>
                </a:cubicBezTo>
                <a:cubicBezTo>
                  <a:pt x="9" y="49"/>
                  <a:pt x="12" y="49"/>
                  <a:pt x="14" y="47"/>
                </a:cubicBezTo>
                <a:cubicBezTo>
                  <a:pt x="46" y="15"/>
                  <a:pt x="46" y="15"/>
                  <a:pt x="46" y="15"/>
                </a:cubicBezTo>
                <a:cubicBezTo>
                  <a:pt x="49" y="13"/>
                  <a:pt x="48" y="9"/>
                  <a:pt x="45" y="7"/>
                </a:cubicBezTo>
                <a:cubicBezTo>
                  <a:pt x="35" y="0"/>
                  <a:pt x="20" y="2"/>
                  <a:pt x="11" y="11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PA-矩形 51"/>
          <p:cNvSpPr/>
          <p:nvPr>
            <p:custDataLst>
              <p:tags r:id="rId24"/>
            </p:custDataLst>
          </p:nvPr>
        </p:nvSpPr>
        <p:spPr>
          <a:xfrm>
            <a:off x="-13335" y="1877060"/>
            <a:ext cx="4739005" cy="1042670"/>
          </a:xfrm>
          <a:prstGeom prst="rect">
            <a:avLst/>
          </a:prstGeom>
          <a:solidFill>
            <a:schemeClr val="accent4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PA-椭圆 5"/>
          <p:cNvSpPr/>
          <p:nvPr>
            <p:custDataLst>
              <p:tags r:id="rId25"/>
            </p:custDataLst>
          </p:nvPr>
        </p:nvSpPr>
        <p:spPr>
          <a:xfrm>
            <a:off x="276860" y="2053590"/>
            <a:ext cx="711835" cy="71183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rgbClr val="FFFFFF"/>
                </a:gs>
                <a:gs pos="100000">
                  <a:srgbClr val="F2F2F2">
                    <a:lumMod val="95000"/>
                  </a:srgbClr>
                </a:gs>
              </a:gsLst>
              <a:lin ang="5400000" scaled="0"/>
            </a:gradFill>
          </a:ln>
          <a:effectLst>
            <a:outerShdw blurRad="63500" sx="103000" sy="103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PA-椭圆 6"/>
          <p:cNvSpPr/>
          <p:nvPr>
            <p:custDataLst>
              <p:tags r:id="rId26"/>
            </p:custDataLst>
          </p:nvPr>
        </p:nvSpPr>
        <p:spPr>
          <a:xfrm>
            <a:off x="323215" y="2100580"/>
            <a:ext cx="629285" cy="629285"/>
          </a:xfrm>
          <a:prstGeom prst="ellipse">
            <a:avLst/>
          </a:prstGeom>
          <a:solidFill>
            <a:schemeClr val="accent2"/>
          </a:solidFill>
          <a:ln w="28575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PA-任意多边形 78"/>
          <p:cNvSpPr/>
          <p:nvPr>
            <p:custDataLst>
              <p:tags r:id="rId27"/>
            </p:custDataLst>
          </p:nvPr>
        </p:nvSpPr>
        <p:spPr bwMode="auto">
          <a:xfrm>
            <a:off x="585470" y="2359025"/>
            <a:ext cx="247650" cy="248285"/>
          </a:xfrm>
          <a:custGeom>
            <a:avLst/>
            <a:gdLst>
              <a:gd name="T0" fmla="*/ 27 w 97"/>
              <a:gd name="T1" fmla="*/ 26 h 98"/>
              <a:gd name="T2" fmla="*/ 26 w 97"/>
              <a:gd name="T3" fmla="*/ 27 h 98"/>
              <a:gd name="T4" fmla="*/ 0 w 97"/>
              <a:gd name="T5" fmla="*/ 90 h 98"/>
              <a:gd name="T6" fmla="*/ 0 w 97"/>
              <a:gd name="T7" fmla="*/ 91 h 98"/>
              <a:gd name="T8" fmla="*/ 1 w 97"/>
              <a:gd name="T9" fmla="*/ 93 h 98"/>
              <a:gd name="T10" fmla="*/ 53 w 97"/>
              <a:gd name="T11" fmla="*/ 89 h 98"/>
              <a:gd name="T12" fmla="*/ 89 w 97"/>
              <a:gd name="T13" fmla="*/ 51 h 98"/>
              <a:gd name="T14" fmla="*/ 92 w 97"/>
              <a:gd name="T15" fmla="*/ 2 h 98"/>
              <a:gd name="T16" fmla="*/ 91 w 97"/>
              <a:gd name="T17" fmla="*/ 1 h 98"/>
              <a:gd name="T18" fmla="*/ 89 w 97"/>
              <a:gd name="T19" fmla="*/ 1 h 98"/>
              <a:gd name="T20" fmla="*/ 27 w 97"/>
              <a:gd name="T21" fmla="*/ 26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7" h="98">
                <a:moveTo>
                  <a:pt x="27" y="26"/>
                </a:moveTo>
                <a:cubicBezTo>
                  <a:pt x="26" y="26"/>
                  <a:pt x="26" y="27"/>
                  <a:pt x="26" y="27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0"/>
                  <a:pt x="0" y="91"/>
                  <a:pt x="0" y="91"/>
                </a:cubicBezTo>
                <a:cubicBezTo>
                  <a:pt x="0" y="92"/>
                  <a:pt x="1" y="92"/>
                  <a:pt x="1" y="93"/>
                </a:cubicBezTo>
                <a:cubicBezTo>
                  <a:pt x="19" y="98"/>
                  <a:pt x="37" y="96"/>
                  <a:pt x="53" y="89"/>
                </a:cubicBezTo>
                <a:cubicBezTo>
                  <a:pt x="70" y="81"/>
                  <a:pt x="82" y="67"/>
                  <a:pt x="89" y="51"/>
                </a:cubicBezTo>
                <a:cubicBezTo>
                  <a:pt x="96" y="35"/>
                  <a:pt x="97" y="18"/>
                  <a:pt x="92" y="2"/>
                </a:cubicBezTo>
                <a:cubicBezTo>
                  <a:pt x="92" y="2"/>
                  <a:pt x="92" y="1"/>
                  <a:pt x="91" y="1"/>
                </a:cubicBezTo>
                <a:cubicBezTo>
                  <a:pt x="90" y="0"/>
                  <a:pt x="90" y="0"/>
                  <a:pt x="89" y="1"/>
                </a:cubicBezTo>
                <a:lnTo>
                  <a:pt x="27" y="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PA-任意多边形 79"/>
          <p:cNvSpPr>
            <a:spLocks noEditPoints="1"/>
          </p:cNvSpPr>
          <p:nvPr>
            <p:custDataLst>
              <p:tags r:id="rId28"/>
            </p:custDataLst>
          </p:nvPr>
        </p:nvSpPr>
        <p:spPr bwMode="auto">
          <a:xfrm>
            <a:off x="547370" y="2221865"/>
            <a:ext cx="260350" cy="177800"/>
          </a:xfrm>
          <a:custGeom>
            <a:avLst/>
            <a:gdLst>
              <a:gd name="T0" fmla="*/ 41 w 102"/>
              <a:gd name="T1" fmla="*/ 69 h 70"/>
              <a:gd name="T2" fmla="*/ 100 w 102"/>
              <a:gd name="T3" fmla="*/ 45 h 70"/>
              <a:gd name="T4" fmla="*/ 101 w 102"/>
              <a:gd name="T5" fmla="*/ 43 h 70"/>
              <a:gd name="T6" fmla="*/ 101 w 102"/>
              <a:gd name="T7" fmla="*/ 42 h 70"/>
              <a:gd name="T8" fmla="*/ 65 w 102"/>
              <a:gd name="T9" fmla="*/ 9 h 70"/>
              <a:gd name="T10" fmla="*/ 1 w 102"/>
              <a:gd name="T11" fmla="*/ 13 h 70"/>
              <a:gd name="T12" fmla="*/ 0 w 102"/>
              <a:gd name="T13" fmla="*/ 14 h 70"/>
              <a:gd name="T14" fmla="*/ 0 w 102"/>
              <a:gd name="T15" fmla="*/ 14 h 70"/>
              <a:gd name="T16" fmla="*/ 0 w 102"/>
              <a:gd name="T17" fmla="*/ 16 h 70"/>
              <a:gd name="T18" fmla="*/ 38 w 102"/>
              <a:gd name="T19" fmla="*/ 68 h 70"/>
              <a:gd name="T20" fmla="*/ 41 w 102"/>
              <a:gd name="T21" fmla="*/ 69 h 70"/>
              <a:gd name="T22" fmla="*/ 43 w 102"/>
              <a:gd name="T23" fmla="*/ 56 h 70"/>
              <a:gd name="T24" fmla="*/ 16 w 102"/>
              <a:gd name="T25" fmla="*/ 19 h 70"/>
              <a:gd name="T26" fmla="*/ 32 w 102"/>
              <a:gd name="T27" fmla="*/ 15 h 70"/>
              <a:gd name="T28" fmla="*/ 61 w 102"/>
              <a:gd name="T29" fmla="*/ 20 h 70"/>
              <a:gd name="T30" fmla="*/ 79 w 102"/>
              <a:gd name="T31" fmla="*/ 31 h 70"/>
              <a:gd name="T32" fmla="*/ 85 w 102"/>
              <a:gd name="T33" fmla="*/ 38 h 70"/>
              <a:gd name="T34" fmla="*/ 43 w 102"/>
              <a:gd name="T35" fmla="*/ 56 h 70"/>
              <a:gd name="T36" fmla="*/ 43 w 102"/>
              <a:gd name="T37" fmla="*/ 56 h 70"/>
              <a:gd name="T38" fmla="*/ 43 w 102"/>
              <a:gd name="T39" fmla="*/ 56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02" h="70">
                <a:moveTo>
                  <a:pt x="41" y="69"/>
                </a:moveTo>
                <a:cubicBezTo>
                  <a:pt x="100" y="45"/>
                  <a:pt x="100" y="45"/>
                  <a:pt x="100" y="45"/>
                </a:cubicBezTo>
                <a:cubicBezTo>
                  <a:pt x="101" y="44"/>
                  <a:pt x="101" y="44"/>
                  <a:pt x="101" y="43"/>
                </a:cubicBezTo>
                <a:cubicBezTo>
                  <a:pt x="102" y="43"/>
                  <a:pt x="102" y="42"/>
                  <a:pt x="101" y="42"/>
                </a:cubicBezTo>
                <a:cubicBezTo>
                  <a:pt x="93" y="27"/>
                  <a:pt x="81" y="15"/>
                  <a:pt x="65" y="9"/>
                </a:cubicBezTo>
                <a:cubicBezTo>
                  <a:pt x="44" y="0"/>
                  <a:pt x="21" y="2"/>
                  <a:pt x="1" y="13"/>
                </a:cubicBezTo>
                <a:cubicBezTo>
                  <a:pt x="1" y="13"/>
                  <a:pt x="0" y="13"/>
                  <a:pt x="0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5"/>
                  <a:pt x="0" y="16"/>
                  <a:pt x="0" y="16"/>
                </a:cubicBezTo>
                <a:cubicBezTo>
                  <a:pt x="38" y="68"/>
                  <a:pt x="38" y="68"/>
                  <a:pt x="38" y="68"/>
                </a:cubicBezTo>
                <a:cubicBezTo>
                  <a:pt x="38" y="69"/>
                  <a:pt x="40" y="70"/>
                  <a:pt x="41" y="69"/>
                </a:cubicBezTo>
                <a:close/>
                <a:moveTo>
                  <a:pt x="43" y="56"/>
                </a:moveTo>
                <a:cubicBezTo>
                  <a:pt x="16" y="19"/>
                  <a:pt x="16" y="19"/>
                  <a:pt x="16" y="19"/>
                </a:cubicBezTo>
                <a:cubicBezTo>
                  <a:pt x="22" y="17"/>
                  <a:pt x="27" y="16"/>
                  <a:pt x="32" y="15"/>
                </a:cubicBezTo>
                <a:cubicBezTo>
                  <a:pt x="42" y="14"/>
                  <a:pt x="52" y="16"/>
                  <a:pt x="61" y="20"/>
                </a:cubicBezTo>
                <a:cubicBezTo>
                  <a:pt x="67" y="23"/>
                  <a:pt x="74" y="26"/>
                  <a:pt x="79" y="31"/>
                </a:cubicBezTo>
                <a:cubicBezTo>
                  <a:pt x="81" y="34"/>
                  <a:pt x="83" y="36"/>
                  <a:pt x="85" y="38"/>
                </a:cubicBezTo>
                <a:lnTo>
                  <a:pt x="43" y="56"/>
                </a:lnTo>
                <a:close/>
                <a:moveTo>
                  <a:pt x="43" y="56"/>
                </a:moveTo>
                <a:cubicBezTo>
                  <a:pt x="43" y="56"/>
                  <a:pt x="43" y="56"/>
                  <a:pt x="43" y="56"/>
                </a:cubicBezTo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PA-任意多边形 80"/>
          <p:cNvSpPr>
            <a:spLocks noEditPoints="1"/>
          </p:cNvSpPr>
          <p:nvPr>
            <p:custDataLst>
              <p:tags r:id="rId29"/>
            </p:custDataLst>
          </p:nvPr>
        </p:nvSpPr>
        <p:spPr bwMode="auto">
          <a:xfrm>
            <a:off x="450850" y="2275205"/>
            <a:ext cx="175895" cy="304165"/>
          </a:xfrm>
          <a:custGeom>
            <a:avLst/>
            <a:gdLst>
              <a:gd name="T0" fmla="*/ 43 w 69"/>
              <a:gd name="T1" fmla="*/ 118 h 120"/>
              <a:gd name="T2" fmla="*/ 68 w 69"/>
              <a:gd name="T3" fmla="*/ 57 h 120"/>
              <a:gd name="T4" fmla="*/ 68 w 69"/>
              <a:gd name="T5" fmla="*/ 55 h 120"/>
              <a:gd name="T6" fmla="*/ 29 w 69"/>
              <a:gd name="T7" fmla="*/ 1 h 120"/>
              <a:gd name="T8" fmla="*/ 28 w 69"/>
              <a:gd name="T9" fmla="*/ 0 h 120"/>
              <a:gd name="T10" fmla="*/ 26 w 69"/>
              <a:gd name="T11" fmla="*/ 1 h 120"/>
              <a:gd name="T12" fmla="*/ 8 w 69"/>
              <a:gd name="T13" fmla="*/ 27 h 120"/>
              <a:gd name="T14" fmla="*/ 6 w 69"/>
              <a:gd name="T15" fmla="*/ 80 h 120"/>
              <a:gd name="T16" fmla="*/ 40 w 69"/>
              <a:gd name="T17" fmla="*/ 119 h 120"/>
              <a:gd name="T18" fmla="*/ 42 w 69"/>
              <a:gd name="T19" fmla="*/ 120 h 120"/>
              <a:gd name="T20" fmla="*/ 43 w 69"/>
              <a:gd name="T21" fmla="*/ 118 h 120"/>
              <a:gd name="T22" fmla="*/ 43 w 69"/>
              <a:gd name="T23" fmla="*/ 118 h 120"/>
              <a:gd name="T24" fmla="*/ 43 w 69"/>
              <a:gd name="T25" fmla="*/ 118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9" h="120">
                <a:moveTo>
                  <a:pt x="43" y="118"/>
                </a:moveTo>
                <a:cubicBezTo>
                  <a:pt x="68" y="57"/>
                  <a:pt x="68" y="57"/>
                  <a:pt x="68" y="57"/>
                </a:cubicBezTo>
                <a:cubicBezTo>
                  <a:pt x="69" y="57"/>
                  <a:pt x="69" y="56"/>
                  <a:pt x="68" y="55"/>
                </a:cubicBezTo>
                <a:cubicBezTo>
                  <a:pt x="29" y="1"/>
                  <a:pt x="29" y="1"/>
                  <a:pt x="29" y="1"/>
                </a:cubicBezTo>
                <a:cubicBezTo>
                  <a:pt x="29" y="1"/>
                  <a:pt x="29" y="1"/>
                  <a:pt x="28" y="0"/>
                </a:cubicBezTo>
                <a:cubicBezTo>
                  <a:pt x="27" y="0"/>
                  <a:pt x="27" y="1"/>
                  <a:pt x="26" y="1"/>
                </a:cubicBezTo>
                <a:cubicBezTo>
                  <a:pt x="18" y="8"/>
                  <a:pt x="12" y="17"/>
                  <a:pt x="8" y="27"/>
                </a:cubicBezTo>
                <a:cubicBezTo>
                  <a:pt x="1" y="44"/>
                  <a:pt x="0" y="63"/>
                  <a:pt x="6" y="80"/>
                </a:cubicBezTo>
                <a:cubicBezTo>
                  <a:pt x="12" y="97"/>
                  <a:pt x="24" y="111"/>
                  <a:pt x="40" y="119"/>
                </a:cubicBezTo>
                <a:cubicBezTo>
                  <a:pt x="40" y="120"/>
                  <a:pt x="41" y="120"/>
                  <a:pt x="42" y="120"/>
                </a:cubicBezTo>
                <a:cubicBezTo>
                  <a:pt x="42" y="119"/>
                  <a:pt x="43" y="119"/>
                  <a:pt x="43" y="118"/>
                </a:cubicBezTo>
                <a:close/>
                <a:moveTo>
                  <a:pt x="43" y="118"/>
                </a:moveTo>
                <a:cubicBezTo>
                  <a:pt x="43" y="118"/>
                  <a:pt x="43" y="118"/>
                  <a:pt x="43" y="118"/>
                </a:cubicBezTo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PA-文本框 59"/>
          <p:cNvSpPr txBox="1"/>
          <p:nvPr>
            <p:custDataLst>
              <p:tags r:id="rId30"/>
            </p:custDataLst>
          </p:nvPr>
        </p:nvSpPr>
        <p:spPr>
          <a:xfrm>
            <a:off x="1131570" y="2052320"/>
            <a:ext cx="3541395" cy="4375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全局安装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PA-矩形 28"/>
          <p:cNvSpPr/>
          <p:nvPr>
            <p:custDataLst>
              <p:tags r:id="rId31"/>
            </p:custDataLst>
          </p:nvPr>
        </p:nvSpPr>
        <p:spPr>
          <a:xfrm>
            <a:off x="626110" y="2517140"/>
            <a:ext cx="4083050" cy="34544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indent="535305" algn="just"/>
            <a:r>
              <a:rPr lang="en-US" altLang="zh-CN" sz="18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</a:t>
            </a: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install express -g</a:t>
            </a:r>
            <a:endParaRPr lang="en-US" altLang="zh-CN" sz="18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7" name="imac-mockup.png"/>
          <p:cNvPicPr>
            <a:picLocks noChangeAspect="1" noChangeArrowheads="1"/>
          </p:cNvPicPr>
          <p:nvPr/>
        </p:nvPicPr>
        <p:blipFill>
          <a:blip r:embed="rId32"/>
          <a:srcRect/>
          <a:stretch>
            <a:fillRect/>
          </a:stretch>
        </p:blipFill>
        <p:spPr bwMode="auto">
          <a:xfrm>
            <a:off x="4509135" y="2647315"/>
            <a:ext cx="3127375" cy="237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9" name="矩形 38"/>
          <p:cNvSpPr/>
          <p:nvPr>
            <p:custDataLst>
              <p:tags r:id="rId33"/>
            </p:custDataLst>
          </p:nvPr>
        </p:nvSpPr>
        <p:spPr>
          <a:xfrm>
            <a:off x="4897755" y="2786380"/>
            <a:ext cx="2336800" cy="1558290"/>
          </a:xfrm>
          <a:prstGeom prst="rect">
            <a:avLst/>
          </a:prstGeom>
          <a:solidFill>
            <a:schemeClr val="l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4"/>
          <a:srcRect r="24250" b="35870"/>
          <a:stretch>
            <a:fillRect/>
          </a:stretch>
        </p:blipFill>
        <p:spPr>
          <a:xfrm>
            <a:off x="4916805" y="2863850"/>
            <a:ext cx="2299335" cy="1481455"/>
          </a:xfrm>
          <a:prstGeom prst="rect">
            <a:avLst/>
          </a:prstGeom>
        </p:spPr>
      </p:pic>
      <p:sp>
        <p:nvSpPr>
          <p:cNvPr id="9" name="Isosceles Triangle 2_1"/>
          <p:cNvSpPr/>
          <p:nvPr>
            <p:custDataLst>
              <p:tags r:id="rId35"/>
            </p:custDataLst>
          </p:nvPr>
        </p:nvSpPr>
        <p:spPr>
          <a:xfrm rot="16200000" flipV="1">
            <a:off x="889000" y="12541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3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0" grpId="0" animBg="1"/>
      <p:bldP spid="31" grpId="0" animBg="1"/>
      <p:bldP spid="32" grpId="0" animBg="1"/>
      <p:bldP spid="29" grpId="0"/>
      <p:bldP spid="80" grpId="0"/>
      <p:bldP spid="25" grpId="0" animBg="1"/>
      <p:bldP spid="33" grpId="1" animBg="1"/>
      <p:bldP spid="34" grpId="1" animBg="1"/>
      <p:bldP spid="30" grpId="1" animBg="1"/>
      <p:bldP spid="31" grpId="1" animBg="1"/>
      <p:bldP spid="32" grpId="1" animBg="1"/>
      <p:bldP spid="29" grpId="1"/>
      <p:bldP spid="80" grpId="1"/>
      <p:bldP spid="25" grpId="1" animBg="1"/>
      <p:bldP spid="43" grpId="0" animBg="1"/>
      <p:bldP spid="53" grpId="0" animBg="1"/>
      <p:bldP spid="54" grpId="0" animBg="1"/>
      <p:bldP spid="49" grpId="0" animBg="1"/>
      <p:bldP spid="50" grpId="0" animBg="1"/>
      <p:bldP spid="51" grpId="0" animBg="1"/>
      <p:bldP spid="52" grpId="0" animBg="1"/>
      <p:bldP spid="47" grpId="0"/>
      <p:bldP spid="48" grpId="0"/>
      <p:bldP spid="43" grpId="1" animBg="1"/>
      <p:bldP spid="53" grpId="1" animBg="1"/>
      <p:bldP spid="54" grpId="1" animBg="1"/>
      <p:bldP spid="49" grpId="1" animBg="1"/>
      <p:bldP spid="50" grpId="1" animBg="1"/>
      <p:bldP spid="51" grpId="1" animBg="1"/>
      <p:bldP spid="52" grpId="1" animBg="1"/>
      <p:bldP spid="47" grpId="1"/>
      <p:bldP spid="48" grpId="1"/>
      <p:bldP spid="22" grpId="0" animBg="1"/>
      <p:bldP spid="68" grpId="0"/>
      <p:bldP spid="75" grpId="0" animBg="1"/>
      <p:bldP spid="76" grpId="0" animBg="1"/>
      <p:bldP spid="71" grpId="0" animBg="1"/>
      <p:bldP spid="72" grpId="0" animBg="1"/>
      <p:bldP spid="73" grpId="0" animBg="1"/>
      <p:bldP spid="74" grpId="0" animBg="1"/>
      <p:bldP spid="67" grpId="0"/>
      <p:bldP spid="66" grpId="0" animBg="1"/>
      <p:bldP spid="22" grpId="1" animBg="1"/>
      <p:bldP spid="68" grpId="1"/>
      <p:bldP spid="75" grpId="1" animBg="1"/>
      <p:bldP spid="76" grpId="1" animBg="1"/>
      <p:bldP spid="71" grpId="1" animBg="1"/>
      <p:bldP spid="72" grpId="1" animBg="1"/>
      <p:bldP spid="73" grpId="1" animBg="1"/>
      <p:bldP spid="74" grpId="1" animBg="1"/>
      <p:bldP spid="67" grpId="1"/>
      <p:bldP spid="6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651635" y="113347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实验需求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搭建框架项目</a:t>
            </a:r>
            <a:endParaRPr kumimoji="1" lang="zh-CN" altLang="en-US" sz="3200" b="0" i="0" kern="1200" cap="none" spc="0" normalizeH="0" baseline="0" noProof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2839174" y="1195792"/>
            <a:ext cx="469872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</a:t>
            </a:r>
            <a:r>
              <a:rPr lang="zh-CN" altLang="en-US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</a:t>
            </a:r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搭建项目环境。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651635" y="200723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实验步骤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1270000" y="211518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2680970" y="4111625"/>
            <a:ext cx="37693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进入项目目录并安装依赖包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圆角矩形 30"/>
          <p:cNvSpPr/>
          <p:nvPr>
            <p:custDataLst>
              <p:tags r:id="rId8"/>
            </p:custDataLst>
          </p:nvPr>
        </p:nvSpPr>
        <p:spPr>
          <a:xfrm>
            <a:off x="1888490" y="419227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2680970" y="3253740"/>
            <a:ext cx="37693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生成项目包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圆角矩形 52"/>
          <p:cNvSpPr/>
          <p:nvPr>
            <p:custDataLst>
              <p:tags r:id="rId10"/>
            </p:custDataLst>
          </p:nvPr>
        </p:nvSpPr>
        <p:spPr>
          <a:xfrm>
            <a:off x="1888490" y="3342005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1"/>
            </p:custDataLst>
          </p:nvPr>
        </p:nvSpPr>
        <p:spPr>
          <a:xfrm>
            <a:off x="2680970" y="4968875"/>
            <a:ext cx="37693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启动运行项目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圆角矩形 43"/>
          <p:cNvSpPr/>
          <p:nvPr>
            <p:custDataLst>
              <p:tags r:id="rId12"/>
            </p:custDataLst>
          </p:nvPr>
        </p:nvSpPr>
        <p:spPr>
          <a:xfrm>
            <a:off x="1888490" y="5079365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ïsľïḋé"/>
          <p:cNvCxnSpPr/>
          <p:nvPr>
            <p:custDataLst>
              <p:tags r:id="rId13"/>
            </p:custDataLst>
          </p:nvPr>
        </p:nvCxnSpPr>
        <p:spPr>
          <a:xfrm>
            <a:off x="1427425" y="3182544"/>
            <a:ext cx="0" cy="2603587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íś1îḍé"/>
          <p:cNvSpPr/>
          <p:nvPr>
            <p:custDataLst>
              <p:tags r:id="rId14"/>
            </p:custDataLst>
          </p:nvPr>
        </p:nvSpPr>
        <p:spPr>
          <a:xfrm>
            <a:off x="1353749" y="3498482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íś1îḍé"/>
          <p:cNvSpPr/>
          <p:nvPr>
            <p:custDataLst>
              <p:tags r:id="rId15"/>
            </p:custDataLst>
          </p:nvPr>
        </p:nvSpPr>
        <p:spPr>
          <a:xfrm>
            <a:off x="1361009" y="4357800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íś1îḍé"/>
          <p:cNvSpPr/>
          <p:nvPr>
            <p:custDataLst>
              <p:tags r:id="rId16"/>
            </p:custDataLst>
          </p:nvPr>
        </p:nvSpPr>
        <p:spPr>
          <a:xfrm>
            <a:off x="1361917" y="5217119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ṧļíḋe"/>
          <p:cNvSpPr/>
          <p:nvPr>
            <p:custDataLst>
              <p:tags r:id="rId17"/>
            </p:custDataLst>
          </p:nvPr>
        </p:nvSpPr>
        <p:spPr>
          <a:xfrm>
            <a:off x="1148927" y="2628900"/>
            <a:ext cx="553644" cy="5536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iṣḷiďê"/>
          <p:cNvSpPr/>
          <p:nvPr>
            <p:custDataLst>
              <p:tags r:id="rId18"/>
            </p:custDataLst>
          </p:nvPr>
        </p:nvSpPr>
        <p:spPr bwMode="auto">
          <a:xfrm>
            <a:off x="1287433" y="278350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图片 42"/>
          <p:cNvPicPr/>
          <p:nvPr/>
        </p:nvPicPr>
        <p:blipFill>
          <a:blip r:embed="rId19"/>
          <a:srcRect t="-167" r="-1707"/>
          <a:stretch>
            <a:fillRect/>
          </a:stretch>
        </p:blipFill>
        <p:spPr>
          <a:xfrm>
            <a:off x="7410450" y="791845"/>
            <a:ext cx="3670935" cy="570293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" name="Isosceles Triangle 2_1"/>
          <p:cNvSpPr/>
          <p:nvPr>
            <p:custDataLst>
              <p:tags r:id="rId20"/>
            </p:custDataLst>
          </p:nvPr>
        </p:nvSpPr>
        <p:spPr>
          <a:xfrm rot="16200000" flipV="1">
            <a:off x="1270000" y="12414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65085" y="1075055"/>
            <a:ext cx="1969135" cy="45123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664450" y="5587365"/>
            <a:ext cx="2289175" cy="90741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4" grpId="0" bldLvl="0" animBg="1"/>
      <p:bldP spid="35" grpId="0" bldLvl="0" animBg="1"/>
      <p:bldP spid="37" grpId="0" bldLvl="0" animBg="1"/>
      <p:bldP spid="39" grpId="0" bldLvl="0" animBg="1"/>
      <p:bldP spid="40" grpId="0" bldLvl="0" animBg="1"/>
      <p:bldP spid="12" grpId="0"/>
      <p:bldP spid="13" grpId="0" animBg="1"/>
      <p:bldP spid="12" grpId="1"/>
      <p:bldP spid="13" grpId="1" animBg="1"/>
      <p:bldP spid="28" grpId="0" animBg="1"/>
      <p:bldP spid="27" grpId="0"/>
      <p:bldP spid="28" grpId="1" animBg="1"/>
      <p:bldP spid="27" grpId="1"/>
      <p:bldP spid="22" grpId="0" animBg="1"/>
      <p:bldP spid="21" grpId="0"/>
      <p:bldP spid="22" grpId="1" animBg="1"/>
      <p:bldP spid="21" grpId="1"/>
      <p:bldP spid="31" grpId="0" animBg="1"/>
      <p:bldP spid="30" grpId="0"/>
      <p:bldP spid="31" grpId="1" animBg="1"/>
      <p:bldP spid="30" grpId="1"/>
      <p:bldP spid="9" grpId="0" bldLvl="0" animBg="1"/>
      <p:bldP spid="9" grpId="1" animBg="1"/>
      <p:bldP spid="4" grpId="0" bldLvl="0" animBg="1"/>
      <p:bldP spid="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搭建框架项目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436880" y="1023620"/>
          <a:ext cx="7051675" cy="5616575"/>
        </p:xfrm>
        <a:graphic>
          <a:graphicData uri="http://schemas.openxmlformats.org/drawingml/2006/table">
            <a:tbl>
              <a:tblPr firstRow="1" bandRow="1"/>
              <a:tblGrid>
                <a:gridCol w="593090"/>
                <a:gridCol w="1713230"/>
                <a:gridCol w="4745355"/>
              </a:tblGrid>
              <a:tr h="4914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类型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名称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作用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目录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node_modules</a:t>
                      </a:r>
                      <a:endParaRPr lang="en-US" altLang="zh-CN" sz="1600" b="0" kern="12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存放项目的</a:t>
                      </a:r>
                      <a:r>
                        <a:rPr lang="zh-CN" altLang="zh-CN" sz="14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依赖模块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，默认的有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body-parser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cookie-parser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express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morgan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serve-favicon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等常用模块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07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目录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bin</a:t>
                      </a:r>
                      <a:endParaRPr lang="en-US" altLang="zh-CN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存放启动项目的</a:t>
                      </a:r>
                      <a:r>
                        <a:rPr lang="zh-CN" altLang="zh-CN" sz="14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脚本文件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，默认为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www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，该文件中定义了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访问的默认端口为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3000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目录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public</a:t>
                      </a:r>
                      <a:endParaRPr lang="en-US" altLang="zh-CN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静态资源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文件夹，包括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images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javascripts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stylesheets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三个文件夹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目录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routes</a:t>
                      </a:r>
                      <a:endParaRPr lang="en-US" altLang="en-US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14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路由文件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包括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index.js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users.js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967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目录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views</a:t>
                      </a:r>
                      <a:endParaRPr lang="en-US" altLang="zh-CN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页面</a:t>
                      </a:r>
                      <a:r>
                        <a:rPr lang="zh-CN" altLang="zh-CN" sz="1400" b="1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视图文件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（或页面模板文件），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Express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框架默认的为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jade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模板（也就是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pug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模板），因此，默认的有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error.jade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index.jade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layout.jade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文件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文件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app.js</a:t>
                      </a:r>
                      <a:endParaRPr lang="en-US" altLang="zh-CN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应用的关键配置文件，项目入口文件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文件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6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package.json</a:t>
                      </a:r>
                      <a:endParaRPr lang="en-US" altLang="zh-CN" sz="1600" b="0" kern="12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项目包描述文件，包含项目基本信息及依赖列表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文件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package-</a:t>
                      </a:r>
                      <a:r>
                        <a:rPr lang="en-US" altLang="zh-CN" sz="16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lock.json</a:t>
                      </a:r>
                      <a:endParaRPr lang="en-US" altLang="zh-CN" sz="1600" b="0" kern="12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锁定安装时包的版本号，用来记录当前状态下实际安装的各个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npm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包的具体来源和版本号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436880" y="5013325"/>
            <a:ext cx="7051675" cy="4381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3" name="图片 42"/>
          <p:cNvPicPr/>
          <p:nvPr/>
        </p:nvPicPr>
        <p:blipFill>
          <a:blip r:embed="rId4"/>
          <a:stretch>
            <a:fillRect/>
          </a:stretch>
        </p:blipFill>
        <p:spPr>
          <a:xfrm>
            <a:off x="7910195" y="1003300"/>
            <a:ext cx="3609340" cy="569341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14" name="组合 13"/>
          <p:cNvGrpSpPr/>
          <p:nvPr/>
        </p:nvGrpSpPr>
        <p:grpSpPr>
          <a:xfrm>
            <a:off x="8378190" y="1623695"/>
            <a:ext cx="3152140" cy="594995"/>
            <a:chOff x="12097" y="2224"/>
            <a:chExt cx="4964" cy="937"/>
          </a:xfrm>
        </p:grpSpPr>
        <p:sp>
          <p:nvSpPr>
            <p:cNvPr id="4" name="矩形 3"/>
            <p:cNvSpPr/>
            <p:nvPr/>
          </p:nvSpPr>
          <p:spPr>
            <a:xfrm>
              <a:off x="12097" y="2224"/>
              <a:ext cx="1817" cy="9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926" y="2581"/>
              <a:ext cx="313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rgbClr val="FF0000"/>
                  </a:solidFill>
                </a:rPr>
                <a:t>项目启动命令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368030" y="2218690"/>
            <a:ext cx="2911475" cy="1490980"/>
            <a:chOff x="12098" y="3161"/>
            <a:chExt cx="4585" cy="2348"/>
          </a:xfrm>
        </p:grpSpPr>
        <p:sp>
          <p:nvSpPr>
            <p:cNvPr id="10" name="矩形 9"/>
            <p:cNvSpPr/>
            <p:nvPr/>
          </p:nvSpPr>
          <p:spPr>
            <a:xfrm>
              <a:off x="12098" y="3161"/>
              <a:ext cx="2573" cy="23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4671" y="4140"/>
              <a:ext cx="20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rgbClr val="FF0000"/>
                  </a:solidFill>
                </a:rPr>
                <a:t>静态</a:t>
              </a:r>
              <a:r>
                <a:rPr lang="zh-CN" altLang="en-US">
                  <a:solidFill>
                    <a:srgbClr val="FF0000"/>
                  </a:solidFill>
                </a:rPr>
                <a:t>资源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363585" y="3710940"/>
            <a:ext cx="2915920" cy="896620"/>
            <a:chOff x="12098" y="3161"/>
            <a:chExt cx="4592" cy="1412"/>
          </a:xfrm>
        </p:grpSpPr>
        <p:sp>
          <p:nvSpPr>
            <p:cNvPr id="17" name="矩形 16"/>
            <p:cNvSpPr/>
            <p:nvPr/>
          </p:nvSpPr>
          <p:spPr>
            <a:xfrm>
              <a:off x="12098" y="3161"/>
              <a:ext cx="2573" cy="14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4678" y="3561"/>
              <a:ext cx="20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rgbClr val="FF0000"/>
                  </a:solidFill>
                </a:rPr>
                <a:t>路由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363585" y="4608830"/>
            <a:ext cx="2911475" cy="1184275"/>
            <a:chOff x="12098" y="3161"/>
            <a:chExt cx="4585" cy="1865"/>
          </a:xfrm>
        </p:grpSpPr>
        <p:sp>
          <p:nvSpPr>
            <p:cNvPr id="20" name="矩形 19"/>
            <p:cNvSpPr/>
            <p:nvPr/>
          </p:nvSpPr>
          <p:spPr>
            <a:xfrm>
              <a:off x="12098" y="3161"/>
              <a:ext cx="2573" cy="18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671" y="3919"/>
              <a:ext cx="20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rgbClr val="FF0000"/>
                  </a:solidFill>
                </a:rPr>
                <a:t>模板</a:t>
              </a:r>
              <a:r>
                <a:rPr lang="zh-CN" altLang="en-US">
                  <a:solidFill>
                    <a:srgbClr val="FF0000"/>
                  </a:solidFill>
                </a:rPr>
                <a:t>引擎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363585" y="5764914"/>
            <a:ext cx="3266440" cy="368262"/>
            <a:chOff x="12108" y="2957"/>
            <a:chExt cx="5144" cy="2550"/>
          </a:xfrm>
        </p:grpSpPr>
        <p:sp>
          <p:nvSpPr>
            <p:cNvPr id="25" name="矩形 24"/>
            <p:cNvSpPr/>
            <p:nvPr/>
          </p:nvSpPr>
          <p:spPr>
            <a:xfrm>
              <a:off x="12108" y="3159"/>
              <a:ext cx="2562" cy="20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4671" y="2957"/>
              <a:ext cx="2581" cy="2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rgbClr val="FF0000"/>
                  </a:solidFill>
                </a:rPr>
                <a:t>入口</a:t>
              </a:r>
              <a:r>
                <a:rPr lang="zh-CN" altLang="en-US">
                  <a:solidFill>
                    <a:srgbClr val="FF0000"/>
                  </a:solidFill>
                </a:rPr>
                <a:t>文件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8378190" y="1327785"/>
            <a:ext cx="1612900" cy="2959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9" grpId="0" animBg="1"/>
      <p:bldP spid="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299210" y="1235710"/>
            <a:ext cx="36442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生成项目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搭建框架项目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7" name="图片 16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302250" y="1009015"/>
            <a:ext cx="5730875" cy="545528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5609308" y="1019884"/>
            <a:ext cx="2085612" cy="26070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>
            <p:custDataLst>
              <p:tags r:id="rId6"/>
            </p:custDataLst>
          </p:nvPr>
        </p:nvSpPr>
        <p:spPr>
          <a:xfrm>
            <a:off x="937895" y="3273425"/>
            <a:ext cx="630555" cy="6305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任意多边形 125"/>
          <p:cNvSpPr/>
          <p:nvPr>
            <p:custDataLst>
              <p:tags r:id="rId7"/>
            </p:custDataLst>
          </p:nvPr>
        </p:nvSpPr>
        <p:spPr bwMode="auto">
          <a:xfrm>
            <a:off x="1149985" y="3420745"/>
            <a:ext cx="234315" cy="304165"/>
          </a:xfrm>
          <a:custGeom>
            <a:avLst/>
            <a:gdLst>
              <a:gd name="connsiteX0" fmla="*/ 344255 w 438150"/>
              <a:gd name="connsiteY0" fmla="*/ 320246 h 568325"/>
              <a:gd name="connsiteX1" fmla="*/ 438150 w 438150"/>
              <a:gd name="connsiteY1" fmla="*/ 399092 h 568325"/>
              <a:gd name="connsiteX2" fmla="*/ 438150 w 438150"/>
              <a:gd name="connsiteY2" fmla="*/ 406601 h 568325"/>
              <a:gd name="connsiteX3" fmla="*/ 438150 w 438150"/>
              <a:gd name="connsiteY3" fmla="*/ 545520 h 568325"/>
              <a:gd name="connsiteX4" fmla="*/ 438150 w 438150"/>
              <a:gd name="connsiteY4" fmla="*/ 549275 h 568325"/>
              <a:gd name="connsiteX5" fmla="*/ 284162 w 438150"/>
              <a:gd name="connsiteY5" fmla="*/ 549275 h 568325"/>
              <a:gd name="connsiteX6" fmla="*/ 284162 w 438150"/>
              <a:gd name="connsiteY6" fmla="*/ 545520 h 568325"/>
              <a:gd name="connsiteX7" fmla="*/ 284162 w 438150"/>
              <a:gd name="connsiteY7" fmla="*/ 402847 h 568325"/>
              <a:gd name="connsiteX8" fmla="*/ 344255 w 438150"/>
              <a:gd name="connsiteY8" fmla="*/ 320246 h 568325"/>
              <a:gd name="connsiteX9" fmla="*/ 352879 w 438150"/>
              <a:gd name="connsiteY9" fmla="*/ 200025 h 568325"/>
              <a:gd name="connsiteX10" fmla="*/ 356621 w 438150"/>
              <a:gd name="connsiteY10" fmla="*/ 200025 h 568325"/>
              <a:gd name="connsiteX11" fmla="*/ 367847 w 438150"/>
              <a:gd name="connsiteY11" fmla="*/ 200025 h 568325"/>
              <a:gd name="connsiteX12" fmla="*/ 379072 w 438150"/>
              <a:gd name="connsiteY12" fmla="*/ 203767 h 568325"/>
              <a:gd name="connsiteX13" fmla="*/ 409008 w 438150"/>
              <a:gd name="connsiteY13" fmla="*/ 263638 h 568325"/>
              <a:gd name="connsiteX14" fmla="*/ 360363 w 438150"/>
              <a:gd name="connsiteY14" fmla="*/ 304800 h 568325"/>
              <a:gd name="connsiteX15" fmla="*/ 311717 w 438150"/>
              <a:gd name="connsiteY15" fmla="*/ 263638 h 568325"/>
              <a:gd name="connsiteX16" fmla="*/ 352879 w 438150"/>
              <a:gd name="connsiteY16" fmla="*/ 200025 h 568325"/>
              <a:gd name="connsiteX17" fmla="*/ 100853 w 438150"/>
              <a:gd name="connsiteY17" fmla="*/ 196018 h 568325"/>
              <a:gd name="connsiteX18" fmla="*/ 254000 w 438150"/>
              <a:gd name="connsiteY18" fmla="*/ 320120 h 568325"/>
              <a:gd name="connsiteX19" fmla="*/ 254000 w 438150"/>
              <a:gd name="connsiteY19" fmla="*/ 331402 h 568325"/>
              <a:gd name="connsiteX20" fmla="*/ 254000 w 438150"/>
              <a:gd name="connsiteY20" fmla="*/ 557043 h 568325"/>
              <a:gd name="connsiteX21" fmla="*/ 254000 w 438150"/>
              <a:gd name="connsiteY21" fmla="*/ 568325 h 568325"/>
              <a:gd name="connsiteX22" fmla="*/ 0 w 438150"/>
              <a:gd name="connsiteY22" fmla="*/ 568325 h 568325"/>
              <a:gd name="connsiteX23" fmla="*/ 0 w 438150"/>
              <a:gd name="connsiteY23" fmla="*/ 560804 h 568325"/>
              <a:gd name="connsiteX24" fmla="*/ 0 w 438150"/>
              <a:gd name="connsiteY24" fmla="*/ 327642 h 568325"/>
              <a:gd name="connsiteX25" fmla="*/ 100853 w 438150"/>
              <a:gd name="connsiteY25" fmla="*/ 196018 h 568325"/>
              <a:gd name="connsiteX26" fmla="*/ 112091 w 438150"/>
              <a:gd name="connsiteY26" fmla="*/ 0 h 568325"/>
              <a:gd name="connsiteX27" fmla="*/ 115818 w 438150"/>
              <a:gd name="connsiteY27" fmla="*/ 0 h 568325"/>
              <a:gd name="connsiteX28" fmla="*/ 138181 w 438150"/>
              <a:gd name="connsiteY28" fmla="*/ 0 h 568325"/>
              <a:gd name="connsiteX29" fmla="*/ 153090 w 438150"/>
              <a:gd name="connsiteY29" fmla="*/ 3762 h 568325"/>
              <a:gd name="connsiteX30" fmla="*/ 205271 w 438150"/>
              <a:gd name="connsiteY30" fmla="*/ 101566 h 568325"/>
              <a:gd name="connsiteX31" fmla="*/ 127000 w 438150"/>
              <a:gd name="connsiteY31" fmla="*/ 169276 h 568325"/>
              <a:gd name="connsiteX32" fmla="*/ 48729 w 438150"/>
              <a:gd name="connsiteY32" fmla="*/ 101566 h 568325"/>
              <a:gd name="connsiteX33" fmla="*/ 112091 w 438150"/>
              <a:gd name="connsiteY33" fmla="*/ 0 h 56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38150" h="568325">
                <a:moveTo>
                  <a:pt x="344255" y="320246"/>
                </a:moveTo>
                <a:cubicBezTo>
                  <a:pt x="393080" y="312737"/>
                  <a:pt x="434394" y="346528"/>
                  <a:pt x="438150" y="399092"/>
                </a:cubicBezTo>
                <a:cubicBezTo>
                  <a:pt x="438150" y="399092"/>
                  <a:pt x="438150" y="402847"/>
                  <a:pt x="438150" y="406601"/>
                </a:cubicBezTo>
                <a:cubicBezTo>
                  <a:pt x="438150" y="451656"/>
                  <a:pt x="438150" y="496711"/>
                  <a:pt x="438150" y="545520"/>
                </a:cubicBezTo>
                <a:cubicBezTo>
                  <a:pt x="438150" y="545520"/>
                  <a:pt x="438150" y="545520"/>
                  <a:pt x="438150" y="549275"/>
                </a:cubicBezTo>
                <a:cubicBezTo>
                  <a:pt x="438150" y="549275"/>
                  <a:pt x="438150" y="549275"/>
                  <a:pt x="284162" y="549275"/>
                </a:cubicBezTo>
                <a:cubicBezTo>
                  <a:pt x="284162" y="549275"/>
                  <a:pt x="284162" y="545520"/>
                  <a:pt x="284162" y="545520"/>
                </a:cubicBezTo>
                <a:cubicBezTo>
                  <a:pt x="284162" y="496711"/>
                  <a:pt x="284162" y="451656"/>
                  <a:pt x="284162" y="402847"/>
                </a:cubicBezTo>
                <a:cubicBezTo>
                  <a:pt x="284162" y="361546"/>
                  <a:pt x="310453" y="327755"/>
                  <a:pt x="344255" y="320246"/>
                </a:cubicBezTo>
                <a:close/>
                <a:moveTo>
                  <a:pt x="352879" y="200025"/>
                </a:moveTo>
                <a:cubicBezTo>
                  <a:pt x="352879" y="200025"/>
                  <a:pt x="352879" y="200025"/>
                  <a:pt x="356621" y="200025"/>
                </a:cubicBezTo>
                <a:cubicBezTo>
                  <a:pt x="356621" y="200025"/>
                  <a:pt x="356621" y="200025"/>
                  <a:pt x="367847" y="200025"/>
                </a:cubicBezTo>
                <a:cubicBezTo>
                  <a:pt x="371589" y="200025"/>
                  <a:pt x="375330" y="203767"/>
                  <a:pt x="379072" y="203767"/>
                </a:cubicBezTo>
                <a:cubicBezTo>
                  <a:pt x="401524" y="211251"/>
                  <a:pt x="412750" y="237445"/>
                  <a:pt x="409008" y="263638"/>
                </a:cubicBezTo>
                <a:cubicBezTo>
                  <a:pt x="405266" y="286090"/>
                  <a:pt x="386556" y="304800"/>
                  <a:pt x="360363" y="304800"/>
                </a:cubicBezTo>
                <a:cubicBezTo>
                  <a:pt x="337911" y="304800"/>
                  <a:pt x="319201" y="286090"/>
                  <a:pt x="311717" y="263638"/>
                </a:cubicBezTo>
                <a:cubicBezTo>
                  <a:pt x="307975" y="233703"/>
                  <a:pt x="326685" y="207509"/>
                  <a:pt x="352879" y="200025"/>
                </a:cubicBezTo>
                <a:close/>
                <a:moveTo>
                  <a:pt x="100853" y="196018"/>
                </a:moveTo>
                <a:cubicBezTo>
                  <a:pt x="175559" y="180975"/>
                  <a:pt x="246529" y="241146"/>
                  <a:pt x="254000" y="320120"/>
                </a:cubicBezTo>
                <a:cubicBezTo>
                  <a:pt x="254000" y="323881"/>
                  <a:pt x="254000" y="327642"/>
                  <a:pt x="254000" y="331402"/>
                </a:cubicBezTo>
                <a:cubicBezTo>
                  <a:pt x="254000" y="406616"/>
                  <a:pt x="254000" y="481829"/>
                  <a:pt x="254000" y="557043"/>
                </a:cubicBezTo>
                <a:cubicBezTo>
                  <a:pt x="254000" y="557043"/>
                  <a:pt x="254000" y="557043"/>
                  <a:pt x="254000" y="568325"/>
                </a:cubicBezTo>
                <a:cubicBezTo>
                  <a:pt x="254000" y="568325"/>
                  <a:pt x="254000" y="568325"/>
                  <a:pt x="0" y="568325"/>
                </a:cubicBezTo>
                <a:cubicBezTo>
                  <a:pt x="0" y="564564"/>
                  <a:pt x="0" y="564564"/>
                  <a:pt x="0" y="560804"/>
                </a:cubicBezTo>
                <a:cubicBezTo>
                  <a:pt x="0" y="485590"/>
                  <a:pt x="0" y="406616"/>
                  <a:pt x="0" y="327642"/>
                </a:cubicBezTo>
                <a:cubicBezTo>
                  <a:pt x="0" y="263710"/>
                  <a:pt x="44823" y="211060"/>
                  <a:pt x="100853" y="196018"/>
                </a:cubicBezTo>
                <a:close/>
                <a:moveTo>
                  <a:pt x="112091" y="0"/>
                </a:moveTo>
                <a:cubicBezTo>
                  <a:pt x="115818" y="0"/>
                  <a:pt x="115818" y="0"/>
                  <a:pt x="115818" y="0"/>
                </a:cubicBezTo>
                <a:cubicBezTo>
                  <a:pt x="115818" y="0"/>
                  <a:pt x="115818" y="0"/>
                  <a:pt x="138181" y="0"/>
                </a:cubicBezTo>
                <a:cubicBezTo>
                  <a:pt x="141909" y="0"/>
                  <a:pt x="149363" y="3762"/>
                  <a:pt x="153090" y="3762"/>
                </a:cubicBezTo>
                <a:cubicBezTo>
                  <a:pt x="190362" y="18808"/>
                  <a:pt x="212725" y="60187"/>
                  <a:pt x="205271" y="101566"/>
                </a:cubicBezTo>
                <a:cubicBezTo>
                  <a:pt x="197816" y="139183"/>
                  <a:pt x="164272" y="169276"/>
                  <a:pt x="127000" y="169276"/>
                </a:cubicBezTo>
                <a:cubicBezTo>
                  <a:pt x="89728" y="173038"/>
                  <a:pt x="56184" y="142944"/>
                  <a:pt x="48729" y="101566"/>
                </a:cubicBezTo>
                <a:cubicBezTo>
                  <a:pt x="41275" y="52664"/>
                  <a:pt x="71092" y="7523"/>
                  <a:pt x="11209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83999" tIns="41999" rIns="83999" bIns="41999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TextBox 13"/>
          <p:cNvSpPr txBox="1"/>
          <p:nvPr>
            <p:custDataLst>
              <p:tags r:id="rId8"/>
            </p:custDataLst>
          </p:nvPr>
        </p:nvSpPr>
        <p:spPr>
          <a:xfrm>
            <a:off x="1661795" y="3654425"/>
            <a:ext cx="4498340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267970" algn="just"/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express </a:t>
            </a:r>
            <a:r>
              <a:rPr lang="en-US" altLang="zh-CN" sz="18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projectName</a:t>
            </a:r>
            <a:endParaRPr lang="en-US" altLang="zh-CN" sz="1800" b="1" i="1" kern="100" dirty="0" err="1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TextBox 14"/>
          <p:cNvSpPr txBox="1"/>
          <p:nvPr/>
        </p:nvSpPr>
        <p:spPr>
          <a:xfrm>
            <a:off x="1879600" y="3242945"/>
            <a:ext cx="492760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生成项目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Isosceles Triangle 2_1"/>
          <p:cNvSpPr/>
          <p:nvPr>
            <p:custDataLst>
              <p:tags r:id="rId9"/>
            </p:custDataLst>
          </p:nvPr>
        </p:nvSpPr>
        <p:spPr>
          <a:xfrm rot="16200000" flipV="1">
            <a:off x="996950" y="133223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3" grpId="0" animBg="1"/>
      <p:bldP spid="24" grpId="0" animBg="1"/>
      <p:bldP spid="26" grpId="0"/>
      <p:bldP spid="25" grpId="0"/>
      <p:bldP spid="23" grpId="1" animBg="1"/>
      <p:bldP spid="24" grpId="1" animBg="1"/>
      <p:bldP spid="26" grpId="1"/>
      <p:bldP spid="2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1299210" y="1235710"/>
            <a:ext cx="42430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进入项目目录并安装依赖包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搭建框架项目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椭圆 32"/>
          <p:cNvSpPr/>
          <p:nvPr>
            <p:custDataLst>
              <p:tags r:id="rId4"/>
            </p:custDataLst>
          </p:nvPr>
        </p:nvSpPr>
        <p:spPr>
          <a:xfrm>
            <a:off x="885190" y="2734945"/>
            <a:ext cx="630555" cy="6305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Freeform 50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1048385" y="2922270"/>
            <a:ext cx="284480" cy="284480"/>
          </a:xfrm>
          <a:custGeom>
            <a:avLst/>
            <a:gdLst>
              <a:gd name="T0" fmla="*/ 92 w 184"/>
              <a:gd name="T1" fmla="*/ 184 h 184"/>
              <a:gd name="T2" fmla="*/ 184 w 184"/>
              <a:gd name="T3" fmla="*/ 92 h 184"/>
              <a:gd name="T4" fmla="*/ 173 w 184"/>
              <a:gd name="T5" fmla="*/ 49 h 184"/>
              <a:gd name="T6" fmla="*/ 171 w 184"/>
              <a:gd name="T7" fmla="*/ 49 h 184"/>
              <a:gd name="T8" fmla="*/ 170 w 184"/>
              <a:gd name="T9" fmla="*/ 49 h 184"/>
              <a:gd name="T10" fmla="*/ 158 w 184"/>
              <a:gd name="T11" fmla="*/ 48 h 184"/>
              <a:gd name="T12" fmla="*/ 149 w 184"/>
              <a:gd name="T13" fmla="*/ 56 h 184"/>
              <a:gd name="T14" fmla="*/ 160 w 184"/>
              <a:gd name="T15" fmla="*/ 92 h 184"/>
              <a:gd name="T16" fmla="*/ 92 w 184"/>
              <a:gd name="T17" fmla="*/ 160 h 184"/>
              <a:gd name="T18" fmla="*/ 24 w 184"/>
              <a:gd name="T19" fmla="*/ 92 h 184"/>
              <a:gd name="T20" fmla="*/ 92 w 184"/>
              <a:gd name="T21" fmla="*/ 24 h 184"/>
              <a:gd name="T22" fmla="*/ 128 w 184"/>
              <a:gd name="T23" fmla="*/ 35 h 184"/>
              <a:gd name="T24" fmla="*/ 135 w 184"/>
              <a:gd name="T25" fmla="*/ 27 h 184"/>
              <a:gd name="T26" fmla="*/ 134 w 184"/>
              <a:gd name="T27" fmla="*/ 14 h 184"/>
              <a:gd name="T28" fmla="*/ 134 w 184"/>
              <a:gd name="T29" fmla="*/ 10 h 184"/>
              <a:gd name="T30" fmla="*/ 92 w 184"/>
              <a:gd name="T31" fmla="*/ 0 h 184"/>
              <a:gd name="T32" fmla="*/ 0 w 184"/>
              <a:gd name="T33" fmla="*/ 92 h 184"/>
              <a:gd name="T34" fmla="*/ 92 w 184"/>
              <a:gd name="T35" fmla="*/ 184 h 184"/>
              <a:gd name="T36" fmla="*/ 92 w 184"/>
              <a:gd name="T37" fmla="*/ 184 h 184"/>
              <a:gd name="T38" fmla="*/ 92 w 184"/>
              <a:gd name="T39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84" h="184">
                <a:moveTo>
                  <a:pt x="92" y="184"/>
                </a:moveTo>
                <a:cubicBezTo>
                  <a:pt x="143" y="184"/>
                  <a:pt x="184" y="143"/>
                  <a:pt x="184" y="92"/>
                </a:cubicBezTo>
                <a:cubicBezTo>
                  <a:pt x="184" y="76"/>
                  <a:pt x="180" y="62"/>
                  <a:pt x="173" y="49"/>
                </a:cubicBezTo>
                <a:cubicBezTo>
                  <a:pt x="172" y="49"/>
                  <a:pt x="172" y="49"/>
                  <a:pt x="171" y="49"/>
                </a:cubicBezTo>
                <a:cubicBezTo>
                  <a:pt x="170" y="49"/>
                  <a:pt x="170" y="49"/>
                  <a:pt x="170" y="49"/>
                </a:cubicBezTo>
                <a:cubicBezTo>
                  <a:pt x="158" y="48"/>
                  <a:pt x="158" y="48"/>
                  <a:pt x="158" y="48"/>
                </a:cubicBezTo>
                <a:cubicBezTo>
                  <a:pt x="149" y="56"/>
                  <a:pt x="149" y="56"/>
                  <a:pt x="149" y="56"/>
                </a:cubicBezTo>
                <a:cubicBezTo>
                  <a:pt x="156" y="67"/>
                  <a:pt x="160" y="79"/>
                  <a:pt x="160" y="92"/>
                </a:cubicBezTo>
                <a:cubicBezTo>
                  <a:pt x="160" y="129"/>
                  <a:pt x="129" y="160"/>
                  <a:pt x="92" y="160"/>
                </a:cubicBezTo>
                <a:cubicBezTo>
                  <a:pt x="55" y="160"/>
                  <a:pt x="24" y="129"/>
                  <a:pt x="24" y="92"/>
                </a:cubicBezTo>
                <a:cubicBezTo>
                  <a:pt x="24" y="55"/>
                  <a:pt x="55" y="24"/>
                  <a:pt x="92" y="24"/>
                </a:cubicBezTo>
                <a:cubicBezTo>
                  <a:pt x="105" y="24"/>
                  <a:pt x="117" y="28"/>
                  <a:pt x="128" y="35"/>
                </a:cubicBezTo>
                <a:cubicBezTo>
                  <a:pt x="135" y="27"/>
                  <a:pt x="135" y="27"/>
                  <a:pt x="135" y="27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4" y="12"/>
                  <a:pt x="134" y="11"/>
                  <a:pt x="134" y="10"/>
                </a:cubicBezTo>
                <a:cubicBezTo>
                  <a:pt x="122" y="4"/>
                  <a:pt x="107" y="0"/>
                  <a:pt x="92" y="0"/>
                </a:cubicBezTo>
                <a:cubicBezTo>
                  <a:pt x="41" y="0"/>
                  <a:pt x="0" y="41"/>
                  <a:pt x="0" y="92"/>
                </a:cubicBezTo>
                <a:cubicBezTo>
                  <a:pt x="0" y="143"/>
                  <a:pt x="41" y="184"/>
                  <a:pt x="92" y="184"/>
                </a:cubicBezTo>
                <a:close/>
                <a:moveTo>
                  <a:pt x="92" y="184"/>
                </a:moveTo>
                <a:cubicBezTo>
                  <a:pt x="92" y="184"/>
                  <a:pt x="92" y="184"/>
                  <a:pt x="92" y="18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Freeform 51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1121410" y="2994660"/>
            <a:ext cx="139065" cy="139065"/>
          </a:xfrm>
          <a:custGeom>
            <a:avLst/>
            <a:gdLst>
              <a:gd name="T0" fmla="*/ 45 w 90"/>
              <a:gd name="T1" fmla="*/ 21 h 90"/>
              <a:gd name="T2" fmla="*/ 47 w 90"/>
              <a:gd name="T3" fmla="*/ 21 h 90"/>
              <a:gd name="T4" fmla="*/ 64 w 90"/>
              <a:gd name="T5" fmla="*/ 4 h 90"/>
              <a:gd name="T6" fmla="*/ 64 w 90"/>
              <a:gd name="T7" fmla="*/ 4 h 90"/>
              <a:gd name="T8" fmla="*/ 45 w 90"/>
              <a:gd name="T9" fmla="*/ 0 h 90"/>
              <a:gd name="T10" fmla="*/ 0 w 90"/>
              <a:gd name="T11" fmla="*/ 45 h 90"/>
              <a:gd name="T12" fmla="*/ 45 w 90"/>
              <a:gd name="T13" fmla="*/ 90 h 90"/>
              <a:gd name="T14" fmla="*/ 90 w 90"/>
              <a:gd name="T15" fmla="*/ 45 h 90"/>
              <a:gd name="T16" fmla="*/ 86 w 90"/>
              <a:gd name="T17" fmla="*/ 26 h 90"/>
              <a:gd name="T18" fmla="*/ 86 w 90"/>
              <a:gd name="T19" fmla="*/ 26 h 90"/>
              <a:gd name="T20" fmla="*/ 69 w 90"/>
              <a:gd name="T21" fmla="*/ 43 h 90"/>
              <a:gd name="T22" fmla="*/ 69 w 90"/>
              <a:gd name="T23" fmla="*/ 45 h 90"/>
              <a:gd name="T24" fmla="*/ 45 w 90"/>
              <a:gd name="T25" fmla="*/ 69 h 90"/>
              <a:gd name="T26" fmla="*/ 21 w 90"/>
              <a:gd name="T27" fmla="*/ 45 h 90"/>
              <a:gd name="T28" fmla="*/ 45 w 90"/>
              <a:gd name="T29" fmla="*/ 21 h 90"/>
              <a:gd name="T30" fmla="*/ 45 w 90"/>
              <a:gd name="T31" fmla="*/ 21 h 90"/>
              <a:gd name="T32" fmla="*/ 45 w 90"/>
              <a:gd name="T33" fmla="*/ 2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0" h="90">
                <a:moveTo>
                  <a:pt x="45" y="21"/>
                </a:moveTo>
                <a:cubicBezTo>
                  <a:pt x="46" y="21"/>
                  <a:pt x="46" y="21"/>
                  <a:pt x="47" y="21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58" y="1"/>
                  <a:pt x="52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70"/>
                  <a:pt x="20" y="90"/>
                  <a:pt x="45" y="90"/>
                </a:cubicBezTo>
                <a:cubicBezTo>
                  <a:pt x="70" y="90"/>
                  <a:pt x="90" y="70"/>
                  <a:pt x="90" y="45"/>
                </a:cubicBezTo>
                <a:cubicBezTo>
                  <a:pt x="90" y="38"/>
                  <a:pt x="89" y="32"/>
                  <a:pt x="86" y="26"/>
                </a:cubicBezTo>
                <a:cubicBezTo>
                  <a:pt x="86" y="26"/>
                  <a:pt x="86" y="26"/>
                  <a:pt x="86" y="26"/>
                </a:cubicBezTo>
                <a:cubicBezTo>
                  <a:pt x="69" y="43"/>
                  <a:pt x="69" y="43"/>
                  <a:pt x="69" y="43"/>
                </a:cubicBezTo>
                <a:cubicBezTo>
                  <a:pt x="69" y="44"/>
                  <a:pt x="69" y="44"/>
                  <a:pt x="69" y="45"/>
                </a:cubicBezTo>
                <a:cubicBezTo>
                  <a:pt x="69" y="58"/>
                  <a:pt x="58" y="69"/>
                  <a:pt x="45" y="69"/>
                </a:cubicBezTo>
                <a:cubicBezTo>
                  <a:pt x="32" y="69"/>
                  <a:pt x="21" y="58"/>
                  <a:pt x="21" y="45"/>
                </a:cubicBezTo>
                <a:cubicBezTo>
                  <a:pt x="21" y="32"/>
                  <a:pt x="32" y="21"/>
                  <a:pt x="45" y="21"/>
                </a:cubicBezTo>
                <a:close/>
                <a:moveTo>
                  <a:pt x="45" y="21"/>
                </a:moveTo>
                <a:cubicBezTo>
                  <a:pt x="45" y="21"/>
                  <a:pt x="45" y="21"/>
                  <a:pt x="45" y="21"/>
                </a:cubicBezTo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Freeform 52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1204595" y="2893060"/>
            <a:ext cx="157480" cy="157480"/>
          </a:xfrm>
          <a:custGeom>
            <a:avLst/>
            <a:gdLst>
              <a:gd name="T0" fmla="*/ 86 w 102"/>
              <a:gd name="T1" fmla="*/ 28 h 102"/>
              <a:gd name="T2" fmla="*/ 91 w 102"/>
              <a:gd name="T3" fmla="*/ 23 h 102"/>
              <a:gd name="T4" fmla="*/ 91 w 102"/>
              <a:gd name="T5" fmla="*/ 14 h 102"/>
              <a:gd name="T6" fmla="*/ 87 w 102"/>
              <a:gd name="T7" fmla="*/ 11 h 102"/>
              <a:gd name="T8" fmla="*/ 83 w 102"/>
              <a:gd name="T9" fmla="*/ 9 h 102"/>
              <a:gd name="T10" fmla="*/ 79 w 102"/>
              <a:gd name="T11" fmla="*/ 11 h 102"/>
              <a:gd name="T12" fmla="*/ 74 w 102"/>
              <a:gd name="T13" fmla="*/ 17 h 102"/>
              <a:gd name="T14" fmla="*/ 72 w 102"/>
              <a:gd name="T15" fmla="*/ 2 h 102"/>
              <a:gd name="T16" fmla="*/ 70 w 102"/>
              <a:gd name="T17" fmla="*/ 0 h 102"/>
              <a:gd name="T18" fmla="*/ 69 w 102"/>
              <a:gd name="T19" fmla="*/ 0 h 102"/>
              <a:gd name="T20" fmla="*/ 47 w 102"/>
              <a:gd name="T21" fmla="*/ 23 h 102"/>
              <a:gd name="T22" fmla="*/ 44 w 102"/>
              <a:gd name="T23" fmla="*/ 30 h 102"/>
              <a:gd name="T24" fmla="*/ 44 w 102"/>
              <a:gd name="T25" fmla="*/ 31 h 102"/>
              <a:gd name="T26" fmla="*/ 45 w 102"/>
              <a:gd name="T27" fmla="*/ 45 h 102"/>
              <a:gd name="T28" fmla="*/ 37 w 102"/>
              <a:gd name="T29" fmla="*/ 53 h 102"/>
              <a:gd name="T30" fmla="*/ 22 w 102"/>
              <a:gd name="T31" fmla="*/ 68 h 102"/>
              <a:gd name="T32" fmla="*/ 22 w 102"/>
              <a:gd name="T33" fmla="*/ 68 h 102"/>
              <a:gd name="T34" fmla="*/ 8 w 102"/>
              <a:gd name="T35" fmla="*/ 82 h 102"/>
              <a:gd name="T36" fmla="*/ 2 w 102"/>
              <a:gd name="T37" fmla="*/ 89 h 102"/>
              <a:gd name="T38" fmla="*/ 0 w 102"/>
              <a:gd name="T39" fmla="*/ 92 h 102"/>
              <a:gd name="T40" fmla="*/ 0 w 102"/>
              <a:gd name="T41" fmla="*/ 97 h 102"/>
              <a:gd name="T42" fmla="*/ 5 w 102"/>
              <a:gd name="T43" fmla="*/ 102 h 102"/>
              <a:gd name="T44" fmla="*/ 5 w 102"/>
              <a:gd name="T45" fmla="*/ 102 h 102"/>
              <a:gd name="T46" fmla="*/ 10 w 102"/>
              <a:gd name="T47" fmla="*/ 102 h 102"/>
              <a:gd name="T48" fmla="*/ 13 w 102"/>
              <a:gd name="T49" fmla="*/ 100 h 102"/>
              <a:gd name="T50" fmla="*/ 57 w 102"/>
              <a:gd name="T51" fmla="*/ 56 h 102"/>
              <a:gd name="T52" fmla="*/ 70 w 102"/>
              <a:gd name="T53" fmla="*/ 57 h 102"/>
              <a:gd name="T54" fmla="*/ 71 w 102"/>
              <a:gd name="T55" fmla="*/ 57 h 102"/>
              <a:gd name="T56" fmla="*/ 71 w 102"/>
              <a:gd name="T57" fmla="*/ 57 h 102"/>
              <a:gd name="T58" fmla="*/ 78 w 102"/>
              <a:gd name="T59" fmla="*/ 54 h 102"/>
              <a:gd name="T60" fmla="*/ 101 w 102"/>
              <a:gd name="T61" fmla="*/ 32 h 102"/>
              <a:gd name="T62" fmla="*/ 100 w 102"/>
              <a:gd name="T63" fmla="*/ 29 h 102"/>
              <a:gd name="T64" fmla="*/ 86 w 102"/>
              <a:gd name="T65" fmla="*/ 28 h 102"/>
              <a:gd name="T66" fmla="*/ 86 w 102"/>
              <a:gd name="T67" fmla="*/ 28 h 102"/>
              <a:gd name="T68" fmla="*/ 86 w 102"/>
              <a:gd name="T69" fmla="*/ 28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2" h="102">
                <a:moveTo>
                  <a:pt x="86" y="28"/>
                </a:moveTo>
                <a:cubicBezTo>
                  <a:pt x="91" y="23"/>
                  <a:pt x="91" y="23"/>
                  <a:pt x="91" y="23"/>
                </a:cubicBezTo>
                <a:cubicBezTo>
                  <a:pt x="93" y="20"/>
                  <a:pt x="93" y="17"/>
                  <a:pt x="91" y="14"/>
                </a:cubicBezTo>
                <a:cubicBezTo>
                  <a:pt x="87" y="11"/>
                  <a:pt x="87" y="11"/>
                  <a:pt x="87" y="11"/>
                </a:cubicBezTo>
                <a:cubicBezTo>
                  <a:pt x="86" y="10"/>
                  <a:pt x="85" y="9"/>
                  <a:pt x="83" y="9"/>
                </a:cubicBezTo>
                <a:cubicBezTo>
                  <a:pt x="82" y="9"/>
                  <a:pt x="80" y="10"/>
                  <a:pt x="79" y="11"/>
                </a:cubicBezTo>
                <a:cubicBezTo>
                  <a:pt x="74" y="17"/>
                  <a:pt x="74" y="17"/>
                  <a:pt x="74" y="17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0"/>
                  <a:pt x="71" y="0"/>
                  <a:pt x="70" y="0"/>
                </a:cubicBezTo>
                <a:cubicBezTo>
                  <a:pt x="70" y="0"/>
                  <a:pt x="69" y="0"/>
                  <a:pt x="69" y="0"/>
                </a:cubicBezTo>
                <a:cubicBezTo>
                  <a:pt x="47" y="23"/>
                  <a:pt x="47" y="23"/>
                  <a:pt x="47" y="23"/>
                </a:cubicBezTo>
                <a:cubicBezTo>
                  <a:pt x="45" y="25"/>
                  <a:pt x="44" y="28"/>
                  <a:pt x="44" y="30"/>
                </a:cubicBezTo>
                <a:cubicBezTo>
                  <a:pt x="44" y="31"/>
                  <a:pt x="44" y="31"/>
                  <a:pt x="44" y="31"/>
                </a:cubicBezTo>
                <a:cubicBezTo>
                  <a:pt x="45" y="45"/>
                  <a:pt x="45" y="45"/>
                  <a:pt x="45" y="45"/>
                </a:cubicBezTo>
                <a:cubicBezTo>
                  <a:pt x="37" y="53"/>
                  <a:pt x="37" y="53"/>
                  <a:pt x="37" y="53"/>
                </a:cubicBezTo>
                <a:cubicBezTo>
                  <a:pt x="22" y="68"/>
                  <a:pt x="22" y="68"/>
                  <a:pt x="22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8" y="82"/>
                  <a:pt x="8" y="82"/>
                  <a:pt x="8" y="82"/>
                </a:cubicBezTo>
                <a:cubicBezTo>
                  <a:pt x="2" y="89"/>
                  <a:pt x="2" y="89"/>
                  <a:pt x="2" y="89"/>
                </a:cubicBezTo>
                <a:cubicBezTo>
                  <a:pt x="1" y="90"/>
                  <a:pt x="0" y="91"/>
                  <a:pt x="0" y="9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00"/>
                  <a:pt x="2" y="102"/>
                  <a:pt x="5" y="102"/>
                </a:cubicBezTo>
                <a:cubicBezTo>
                  <a:pt x="5" y="102"/>
                  <a:pt x="5" y="102"/>
                  <a:pt x="5" y="102"/>
                </a:cubicBezTo>
                <a:cubicBezTo>
                  <a:pt x="10" y="102"/>
                  <a:pt x="10" y="102"/>
                  <a:pt x="10" y="102"/>
                </a:cubicBezTo>
                <a:cubicBezTo>
                  <a:pt x="11" y="102"/>
                  <a:pt x="12" y="101"/>
                  <a:pt x="13" y="100"/>
                </a:cubicBezTo>
                <a:cubicBezTo>
                  <a:pt x="57" y="56"/>
                  <a:pt x="57" y="56"/>
                  <a:pt x="57" y="56"/>
                </a:cubicBezTo>
                <a:cubicBezTo>
                  <a:pt x="70" y="57"/>
                  <a:pt x="70" y="57"/>
                  <a:pt x="70" y="57"/>
                </a:cubicBezTo>
                <a:cubicBezTo>
                  <a:pt x="71" y="57"/>
                  <a:pt x="71" y="57"/>
                  <a:pt x="71" y="57"/>
                </a:cubicBezTo>
                <a:cubicBezTo>
                  <a:pt x="71" y="57"/>
                  <a:pt x="71" y="57"/>
                  <a:pt x="71" y="57"/>
                </a:cubicBezTo>
                <a:cubicBezTo>
                  <a:pt x="74" y="57"/>
                  <a:pt x="77" y="56"/>
                  <a:pt x="78" y="54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2" y="31"/>
                  <a:pt x="101" y="29"/>
                  <a:pt x="100" y="29"/>
                </a:cubicBezTo>
                <a:lnTo>
                  <a:pt x="86" y="28"/>
                </a:lnTo>
                <a:close/>
                <a:moveTo>
                  <a:pt x="86" y="28"/>
                </a:moveTo>
                <a:cubicBezTo>
                  <a:pt x="86" y="28"/>
                  <a:pt x="86" y="28"/>
                  <a:pt x="86" y="28"/>
                </a:cubicBezTo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TextBox 13"/>
          <p:cNvSpPr txBox="1"/>
          <p:nvPr>
            <p:custDataLst>
              <p:tags r:id="rId8"/>
            </p:custDataLst>
          </p:nvPr>
        </p:nvSpPr>
        <p:spPr>
          <a:xfrm>
            <a:off x="1740535" y="2990850"/>
            <a:ext cx="5375275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</a:t>
            </a:r>
            <a:r>
              <a:rPr lang="en-US" altLang="zh-CN" sz="18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projectName</a:t>
            </a:r>
            <a:endParaRPr lang="en-US" altLang="zh-CN" sz="1800" b="1" i="1" kern="100" dirty="0" err="1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TextBox 14"/>
          <p:cNvSpPr txBox="1"/>
          <p:nvPr/>
        </p:nvSpPr>
        <p:spPr>
          <a:xfrm>
            <a:off x="1740535" y="2608580"/>
            <a:ext cx="449834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进入项目目录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椭圆 40"/>
          <p:cNvSpPr/>
          <p:nvPr>
            <p:custDataLst>
              <p:tags r:id="rId9"/>
            </p:custDataLst>
          </p:nvPr>
        </p:nvSpPr>
        <p:spPr>
          <a:xfrm>
            <a:off x="885190" y="4672330"/>
            <a:ext cx="630555" cy="6305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Freeform 15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1029335" y="4853305"/>
            <a:ext cx="283845" cy="220980"/>
          </a:xfrm>
          <a:custGeom>
            <a:avLst/>
            <a:gdLst>
              <a:gd name="T0" fmla="*/ 92 w 141"/>
              <a:gd name="T1" fmla="*/ 95 h 110"/>
              <a:gd name="T2" fmla="*/ 126 w 141"/>
              <a:gd name="T3" fmla="*/ 77 h 110"/>
              <a:gd name="T4" fmla="*/ 136 w 141"/>
              <a:gd name="T5" fmla="*/ 38 h 110"/>
              <a:gd name="T6" fmla="*/ 111 w 141"/>
              <a:gd name="T7" fmla="*/ 10 h 110"/>
              <a:gd name="T8" fmla="*/ 75 w 141"/>
              <a:gd name="T9" fmla="*/ 1 h 110"/>
              <a:gd name="T10" fmla="*/ 20 w 141"/>
              <a:gd name="T11" fmla="*/ 19 h 110"/>
              <a:gd name="T12" fmla="*/ 17 w 141"/>
              <a:gd name="T13" fmla="*/ 77 h 110"/>
              <a:gd name="T14" fmla="*/ 30 w 141"/>
              <a:gd name="T15" fmla="*/ 88 h 110"/>
              <a:gd name="T16" fmla="*/ 29 w 141"/>
              <a:gd name="T17" fmla="*/ 88 h 110"/>
              <a:gd name="T18" fmla="*/ 19 w 141"/>
              <a:gd name="T19" fmla="*/ 103 h 110"/>
              <a:gd name="T20" fmla="*/ 17 w 141"/>
              <a:gd name="T21" fmla="*/ 108 h 110"/>
              <a:gd name="T22" fmla="*/ 22 w 141"/>
              <a:gd name="T23" fmla="*/ 110 h 110"/>
              <a:gd name="T24" fmla="*/ 53 w 141"/>
              <a:gd name="T25" fmla="*/ 98 h 110"/>
              <a:gd name="T26" fmla="*/ 58 w 141"/>
              <a:gd name="T27" fmla="*/ 97 h 110"/>
              <a:gd name="T28" fmla="*/ 92 w 141"/>
              <a:gd name="T29" fmla="*/ 95 h 110"/>
              <a:gd name="T30" fmla="*/ 55 w 141"/>
              <a:gd name="T31" fmla="*/ 84 h 110"/>
              <a:gd name="T32" fmla="*/ 50 w 141"/>
              <a:gd name="T33" fmla="*/ 85 h 110"/>
              <a:gd name="T34" fmla="*/ 43 w 141"/>
              <a:gd name="T35" fmla="*/ 90 h 110"/>
              <a:gd name="T36" fmla="*/ 42 w 141"/>
              <a:gd name="T37" fmla="*/ 89 h 110"/>
              <a:gd name="T38" fmla="*/ 45 w 141"/>
              <a:gd name="T39" fmla="*/ 82 h 110"/>
              <a:gd name="T40" fmla="*/ 37 w 141"/>
              <a:gd name="T41" fmla="*/ 77 h 110"/>
              <a:gd name="T42" fmla="*/ 22 w 141"/>
              <a:gd name="T43" fmla="*/ 64 h 110"/>
              <a:gd name="T44" fmla="*/ 25 w 141"/>
              <a:gd name="T45" fmla="*/ 30 h 110"/>
              <a:gd name="T46" fmla="*/ 62 w 141"/>
              <a:gd name="T47" fmla="*/ 14 h 110"/>
              <a:gd name="T48" fmla="*/ 103 w 141"/>
              <a:gd name="T49" fmla="*/ 20 h 110"/>
              <a:gd name="T50" fmla="*/ 123 w 141"/>
              <a:gd name="T51" fmla="*/ 38 h 110"/>
              <a:gd name="T52" fmla="*/ 121 w 141"/>
              <a:gd name="T53" fmla="*/ 64 h 110"/>
              <a:gd name="T54" fmla="*/ 89 w 141"/>
              <a:gd name="T55" fmla="*/ 84 h 110"/>
              <a:gd name="T56" fmla="*/ 55 w 141"/>
              <a:gd name="T57" fmla="*/ 84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41" h="110">
                <a:moveTo>
                  <a:pt x="92" y="95"/>
                </a:moveTo>
                <a:cubicBezTo>
                  <a:pt x="105" y="92"/>
                  <a:pt x="117" y="87"/>
                  <a:pt x="126" y="77"/>
                </a:cubicBezTo>
                <a:cubicBezTo>
                  <a:pt x="137" y="66"/>
                  <a:pt x="141" y="53"/>
                  <a:pt x="136" y="38"/>
                </a:cubicBezTo>
                <a:cubicBezTo>
                  <a:pt x="132" y="25"/>
                  <a:pt x="123" y="17"/>
                  <a:pt x="111" y="10"/>
                </a:cubicBezTo>
                <a:cubicBezTo>
                  <a:pt x="100" y="4"/>
                  <a:pt x="87" y="1"/>
                  <a:pt x="75" y="1"/>
                </a:cubicBezTo>
                <a:cubicBezTo>
                  <a:pt x="54" y="0"/>
                  <a:pt x="35" y="5"/>
                  <a:pt x="20" y="19"/>
                </a:cubicBezTo>
                <a:cubicBezTo>
                  <a:pt x="1" y="35"/>
                  <a:pt x="0" y="59"/>
                  <a:pt x="17" y="77"/>
                </a:cubicBezTo>
                <a:cubicBezTo>
                  <a:pt x="20" y="81"/>
                  <a:pt x="25" y="84"/>
                  <a:pt x="30" y="88"/>
                </a:cubicBezTo>
                <a:cubicBezTo>
                  <a:pt x="30" y="88"/>
                  <a:pt x="30" y="88"/>
                  <a:pt x="29" y="88"/>
                </a:cubicBezTo>
                <a:cubicBezTo>
                  <a:pt x="27" y="94"/>
                  <a:pt x="23" y="99"/>
                  <a:pt x="19" y="103"/>
                </a:cubicBezTo>
                <a:cubicBezTo>
                  <a:pt x="17" y="105"/>
                  <a:pt x="16" y="106"/>
                  <a:pt x="17" y="108"/>
                </a:cubicBezTo>
                <a:cubicBezTo>
                  <a:pt x="18" y="110"/>
                  <a:pt x="20" y="110"/>
                  <a:pt x="22" y="110"/>
                </a:cubicBezTo>
                <a:cubicBezTo>
                  <a:pt x="33" y="108"/>
                  <a:pt x="43" y="104"/>
                  <a:pt x="53" y="98"/>
                </a:cubicBezTo>
                <a:cubicBezTo>
                  <a:pt x="54" y="97"/>
                  <a:pt x="56" y="96"/>
                  <a:pt x="58" y="97"/>
                </a:cubicBezTo>
                <a:cubicBezTo>
                  <a:pt x="69" y="98"/>
                  <a:pt x="81" y="98"/>
                  <a:pt x="92" y="95"/>
                </a:cubicBezTo>
                <a:close/>
                <a:moveTo>
                  <a:pt x="55" y="84"/>
                </a:moveTo>
                <a:cubicBezTo>
                  <a:pt x="53" y="84"/>
                  <a:pt x="51" y="84"/>
                  <a:pt x="50" y="85"/>
                </a:cubicBezTo>
                <a:cubicBezTo>
                  <a:pt x="47" y="87"/>
                  <a:pt x="45" y="88"/>
                  <a:pt x="43" y="90"/>
                </a:cubicBezTo>
                <a:cubicBezTo>
                  <a:pt x="43" y="89"/>
                  <a:pt x="42" y="89"/>
                  <a:pt x="42" y="89"/>
                </a:cubicBezTo>
                <a:cubicBezTo>
                  <a:pt x="43" y="87"/>
                  <a:pt x="44" y="85"/>
                  <a:pt x="45" y="82"/>
                </a:cubicBezTo>
                <a:cubicBezTo>
                  <a:pt x="42" y="80"/>
                  <a:pt x="40" y="79"/>
                  <a:pt x="37" y="77"/>
                </a:cubicBezTo>
                <a:cubicBezTo>
                  <a:pt x="31" y="74"/>
                  <a:pt x="26" y="70"/>
                  <a:pt x="22" y="64"/>
                </a:cubicBezTo>
                <a:cubicBezTo>
                  <a:pt x="14" y="53"/>
                  <a:pt x="16" y="40"/>
                  <a:pt x="25" y="30"/>
                </a:cubicBezTo>
                <a:cubicBezTo>
                  <a:pt x="35" y="20"/>
                  <a:pt x="48" y="15"/>
                  <a:pt x="62" y="14"/>
                </a:cubicBezTo>
                <a:cubicBezTo>
                  <a:pt x="76" y="12"/>
                  <a:pt x="90" y="14"/>
                  <a:pt x="103" y="20"/>
                </a:cubicBezTo>
                <a:cubicBezTo>
                  <a:pt x="112" y="24"/>
                  <a:pt x="119" y="30"/>
                  <a:pt x="123" y="38"/>
                </a:cubicBezTo>
                <a:cubicBezTo>
                  <a:pt x="128" y="47"/>
                  <a:pt x="127" y="56"/>
                  <a:pt x="121" y="64"/>
                </a:cubicBezTo>
                <a:cubicBezTo>
                  <a:pt x="113" y="75"/>
                  <a:pt x="102" y="81"/>
                  <a:pt x="89" y="84"/>
                </a:cubicBezTo>
                <a:cubicBezTo>
                  <a:pt x="78" y="86"/>
                  <a:pt x="66" y="86"/>
                  <a:pt x="55" y="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Freeform 16"/>
          <p:cNvSpPr/>
          <p:nvPr>
            <p:custDataLst>
              <p:tags r:id="rId11"/>
            </p:custDataLst>
          </p:nvPr>
        </p:nvSpPr>
        <p:spPr bwMode="auto">
          <a:xfrm>
            <a:off x="1158240" y="4923790"/>
            <a:ext cx="223520" cy="198755"/>
          </a:xfrm>
          <a:custGeom>
            <a:avLst/>
            <a:gdLst>
              <a:gd name="T0" fmla="*/ 94 w 111"/>
              <a:gd name="T1" fmla="*/ 90 h 99"/>
              <a:gd name="T2" fmla="*/ 85 w 111"/>
              <a:gd name="T3" fmla="*/ 77 h 99"/>
              <a:gd name="T4" fmla="*/ 110 w 111"/>
              <a:gd name="T5" fmla="*/ 38 h 99"/>
              <a:gd name="T6" fmla="*/ 84 w 111"/>
              <a:gd name="T7" fmla="*/ 0 h 99"/>
              <a:gd name="T8" fmla="*/ 85 w 111"/>
              <a:gd name="T9" fmla="*/ 3 h 99"/>
              <a:gd name="T10" fmla="*/ 86 w 111"/>
              <a:gd name="T11" fmla="*/ 21 h 99"/>
              <a:gd name="T12" fmla="*/ 66 w 111"/>
              <a:gd name="T13" fmla="*/ 55 h 99"/>
              <a:gd name="T14" fmla="*/ 23 w 111"/>
              <a:gd name="T15" fmla="*/ 74 h 99"/>
              <a:gd name="T16" fmla="*/ 0 w 111"/>
              <a:gd name="T17" fmla="*/ 75 h 99"/>
              <a:gd name="T18" fmla="*/ 10 w 111"/>
              <a:gd name="T19" fmla="*/ 81 h 99"/>
              <a:gd name="T20" fmla="*/ 58 w 111"/>
              <a:gd name="T21" fmla="*/ 86 h 99"/>
              <a:gd name="T22" fmla="*/ 62 w 111"/>
              <a:gd name="T23" fmla="*/ 87 h 99"/>
              <a:gd name="T24" fmla="*/ 94 w 111"/>
              <a:gd name="T25" fmla="*/ 99 h 99"/>
              <a:gd name="T26" fmla="*/ 98 w 111"/>
              <a:gd name="T27" fmla="*/ 97 h 99"/>
              <a:gd name="T28" fmla="*/ 97 w 111"/>
              <a:gd name="T29" fmla="*/ 93 h 99"/>
              <a:gd name="T30" fmla="*/ 94 w 111"/>
              <a:gd name="T31" fmla="*/ 90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1" h="99">
                <a:moveTo>
                  <a:pt x="94" y="90"/>
                </a:moveTo>
                <a:cubicBezTo>
                  <a:pt x="91" y="86"/>
                  <a:pt x="87" y="82"/>
                  <a:pt x="85" y="77"/>
                </a:cubicBezTo>
                <a:cubicBezTo>
                  <a:pt x="100" y="68"/>
                  <a:pt x="111" y="56"/>
                  <a:pt x="110" y="38"/>
                </a:cubicBezTo>
                <a:cubicBezTo>
                  <a:pt x="110" y="20"/>
                  <a:pt x="99" y="9"/>
                  <a:pt x="84" y="0"/>
                </a:cubicBezTo>
                <a:cubicBezTo>
                  <a:pt x="85" y="1"/>
                  <a:pt x="85" y="2"/>
                  <a:pt x="85" y="3"/>
                </a:cubicBezTo>
                <a:cubicBezTo>
                  <a:pt x="86" y="9"/>
                  <a:pt x="87" y="15"/>
                  <a:pt x="86" y="21"/>
                </a:cubicBezTo>
                <a:cubicBezTo>
                  <a:pt x="84" y="35"/>
                  <a:pt x="77" y="46"/>
                  <a:pt x="66" y="55"/>
                </a:cubicBezTo>
                <a:cubicBezTo>
                  <a:pt x="54" y="66"/>
                  <a:pt x="39" y="71"/>
                  <a:pt x="23" y="74"/>
                </a:cubicBezTo>
                <a:cubicBezTo>
                  <a:pt x="16" y="75"/>
                  <a:pt x="8" y="75"/>
                  <a:pt x="0" y="75"/>
                </a:cubicBezTo>
                <a:cubicBezTo>
                  <a:pt x="3" y="77"/>
                  <a:pt x="7" y="79"/>
                  <a:pt x="10" y="81"/>
                </a:cubicBezTo>
                <a:cubicBezTo>
                  <a:pt x="26" y="87"/>
                  <a:pt x="42" y="88"/>
                  <a:pt x="58" y="86"/>
                </a:cubicBezTo>
                <a:cubicBezTo>
                  <a:pt x="60" y="86"/>
                  <a:pt x="61" y="86"/>
                  <a:pt x="62" y="87"/>
                </a:cubicBezTo>
                <a:cubicBezTo>
                  <a:pt x="72" y="93"/>
                  <a:pt x="82" y="97"/>
                  <a:pt x="94" y="99"/>
                </a:cubicBezTo>
                <a:cubicBezTo>
                  <a:pt x="95" y="99"/>
                  <a:pt x="97" y="98"/>
                  <a:pt x="98" y="97"/>
                </a:cubicBezTo>
                <a:cubicBezTo>
                  <a:pt x="98" y="97"/>
                  <a:pt x="98" y="95"/>
                  <a:pt x="97" y="93"/>
                </a:cubicBezTo>
                <a:cubicBezTo>
                  <a:pt x="97" y="92"/>
                  <a:pt x="95" y="91"/>
                  <a:pt x="94" y="90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TextBox 13"/>
          <p:cNvSpPr txBox="1"/>
          <p:nvPr>
            <p:custDataLst>
              <p:tags r:id="rId12"/>
            </p:custDataLst>
          </p:nvPr>
        </p:nvSpPr>
        <p:spPr>
          <a:xfrm>
            <a:off x="1760855" y="5104765"/>
            <a:ext cx="4025265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npm install</a:t>
            </a:r>
            <a:endParaRPr lang="en-US" altLang="zh-CN" b="1" i="1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6" name="TextBox 14"/>
          <p:cNvSpPr txBox="1"/>
          <p:nvPr/>
        </p:nvSpPr>
        <p:spPr>
          <a:xfrm>
            <a:off x="1760855" y="4748530"/>
            <a:ext cx="329184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安装依赖包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70" name="图片 69"/>
          <p:cNvPicPr/>
          <p:nvPr/>
        </p:nvPicPr>
        <p:blipFill>
          <a:blip r:embed="rId13"/>
          <a:stretch>
            <a:fillRect/>
          </a:stretch>
        </p:blipFill>
        <p:spPr>
          <a:xfrm>
            <a:off x="3759200" y="3090545"/>
            <a:ext cx="7990205" cy="205676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1" name="矩形 70"/>
          <p:cNvSpPr/>
          <p:nvPr>
            <p:custDataLst>
              <p:tags r:id="rId14"/>
            </p:custDataLst>
          </p:nvPr>
        </p:nvSpPr>
        <p:spPr>
          <a:xfrm>
            <a:off x="3759200" y="3090545"/>
            <a:ext cx="2336165" cy="36893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/>
          <p:cNvSpPr/>
          <p:nvPr>
            <p:custDataLst>
              <p:tags r:id="rId15"/>
            </p:custDataLst>
          </p:nvPr>
        </p:nvSpPr>
        <p:spPr>
          <a:xfrm>
            <a:off x="5171440" y="3536950"/>
            <a:ext cx="1207135" cy="2368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Isosceles Triangle 2_1"/>
          <p:cNvSpPr/>
          <p:nvPr>
            <p:custDataLst>
              <p:tags r:id="rId16"/>
            </p:custDataLst>
          </p:nvPr>
        </p:nvSpPr>
        <p:spPr>
          <a:xfrm rot="16200000" flipV="1">
            <a:off x="996950" y="133223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bldLvl="0" animBg="1"/>
      <p:bldP spid="72" grpId="0" bldLvl="0" animBg="1"/>
      <p:bldP spid="33" grpId="0" animBg="1"/>
      <p:bldP spid="35" grpId="0" animBg="1"/>
      <p:bldP spid="37" grpId="0" animBg="1"/>
      <p:bldP spid="38" grpId="0" animBg="1"/>
      <p:bldP spid="32" grpId="0"/>
      <p:bldP spid="31" grpId="0"/>
      <p:bldP spid="33" grpId="1" animBg="1"/>
      <p:bldP spid="35" grpId="1" animBg="1"/>
      <p:bldP spid="37" grpId="1" animBg="1"/>
      <p:bldP spid="38" grpId="1" animBg="1"/>
      <p:bldP spid="32" grpId="1"/>
      <p:bldP spid="31" grpId="1"/>
      <p:bldP spid="41" grpId="0" animBg="1"/>
      <p:bldP spid="47" grpId="0" animBg="1"/>
      <p:bldP spid="48" grpId="0" animBg="1"/>
      <p:bldP spid="45" grpId="0"/>
      <p:bldP spid="46" grpId="0"/>
      <p:bldP spid="41" grpId="1" animBg="1"/>
      <p:bldP spid="47" grpId="1" animBg="1"/>
      <p:bldP spid="48" grpId="1" animBg="1"/>
      <p:bldP spid="45" grpId="1"/>
      <p:bldP spid="4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/>
          <p:cNvPicPr/>
          <p:nvPr/>
        </p:nvPicPr>
        <p:blipFill>
          <a:blip r:embed="rId1"/>
          <a:stretch>
            <a:fillRect/>
          </a:stretch>
        </p:blipFill>
        <p:spPr>
          <a:xfrm>
            <a:off x="4566796" y="3737003"/>
            <a:ext cx="5274310" cy="185102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"/>
            </p:custDataLst>
          </p:nvPr>
        </p:nvSpPr>
        <p:spPr>
          <a:xfrm>
            <a:off x="1299210" y="1235710"/>
            <a:ext cx="18046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搭建框架项目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39165" y="2284730"/>
            <a:ext cx="5786755" cy="688340"/>
            <a:chOff x="1479" y="3598"/>
            <a:chExt cx="9113" cy="1084"/>
          </a:xfrm>
        </p:grpSpPr>
        <p:sp>
          <p:nvSpPr>
            <p:cNvPr id="51" name="椭圆 50"/>
            <p:cNvSpPr/>
            <p:nvPr>
              <p:custDataLst>
                <p:tags r:id="rId5"/>
              </p:custDataLst>
            </p:nvPr>
          </p:nvSpPr>
          <p:spPr>
            <a:xfrm>
              <a:off x="1479" y="3598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2" name="任意多边形 125"/>
            <p:cNvSpPr/>
            <p:nvPr>
              <p:custDataLst>
                <p:tags r:id="rId6"/>
              </p:custDataLst>
            </p:nvPr>
          </p:nvSpPr>
          <p:spPr bwMode="auto">
            <a:xfrm>
              <a:off x="1813" y="3831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3" name="TextBox 13"/>
            <p:cNvSpPr txBox="1"/>
            <p:nvPr>
              <p:custDataLst>
                <p:tags r:id="rId7"/>
              </p:custDataLst>
            </p:nvPr>
          </p:nvSpPr>
          <p:spPr>
            <a:xfrm>
              <a:off x="2489" y="4246"/>
              <a:ext cx="7084" cy="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indent="267970" algn="just"/>
              <a:r>
                <a:rPr lang="en-US" altLang="zh-CN" b="1" i="1" kern="1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1800" b="1" i="1" kern="100" dirty="0" err="1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pm</a:t>
              </a:r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start</a:t>
              </a:r>
              <a:endPara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14"/>
            <p:cNvSpPr txBox="1"/>
            <p:nvPr/>
          </p:nvSpPr>
          <p:spPr>
            <a:xfrm>
              <a:off x="2832" y="3598"/>
              <a:ext cx="7760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启动项目应用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57" name="图片 56"/>
          <p:cNvPicPr/>
          <p:nvPr/>
        </p:nvPicPr>
        <p:blipFill>
          <a:blip r:embed="rId8"/>
          <a:stretch>
            <a:fillRect/>
          </a:stretch>
        </p:blipFill>
        <p:spPr>
          <a:xfrm>
            <a:off x="4566796" y="1696514"/>
            <a:ext cx="5274310" cy="10464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8" name="矩形 57"/>
          <p:cNvSpPr/>
          <p:nvPr>
            <p:custDataLst>
              <p:tags r:id="rId9"/>
            </p:custDataLst>
          </p:nvPr>
        </p:nvSpPr>
        <p:spPr>
          <a:xfrm>
            <a:off x="5476240" y="3973195"/>
            <a:ext cx="1249680" cy="3003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Isosceles Triangle 2_1"/>
          <p:cNvSpPr/>
          <p:nvPr>
            <p:custDataLst>
              <p:tags r:id="rId10"/>
            </p:custDataLst>
          </p:nvPr>
        </p:nvSpPr>
        <p:spPr>
          <a:xfrm rot="16200000" flipV="1">
            <a:off x="996950" y="133223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11"/>
            </p:custDataLst>
          </p:nvPr>
        </p:nvSpPr>
        <p:spPr>
          <a:xfrm>
            <a:off x="6407750" y="1761035"/>
            <a:ext cx="1077317" cy="24169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39165" y="4039235"/>
            <a:ext cx="5786755" cy="688340"/>
            <a:chOff x="1479" y="3598"/>
            <a:chExt cx="9113" cy="1084"/>
          </a:xfrm>
        </p:grpSpPr>
        <p:sp>
          <p:nvSpPr>
            <p:cNvPr id="9" name="椭圆 8"/>
            <p:cNvSpPr/>
            <p:nvPr>
              <p:custDataLst>
                <p:tags r:id="rId12"/>
              </p:custDataLst>
            </p:nvPr>
          </p:nvSpPr>
          <p:spPr>
            <a:xfrm>
              <a:off x="1479" y="3598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任意多边形 125"/>
            <p:cNvSpPr/>
            <p:nvPr>
              <p:custDataLst>
                <p:tags r:id="rId13"/>
              </p:custDataLst>
            </p:nvPr>
          </p:nvSpPr>
          <p:spPr bwMode="auto">
            <a:xfrm>
              <a:off x="1813" y="3831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TextBox 13"/>
            <p:cNvSpPr txBox="1"/>
            <p:nvPr>
              <p:custDataLst>
                <p:tags r:id="rId14"/>
              </p:custDataLst>
            </p:nvPr>
          </p:nvSpPr>
          <p:spPr>
            <a:xfrm>
              <a:off x="2489" y="4246"/>
              <a:ext cx="7084" cy="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indent="267970" algn="just"/>
              <a:r>
                <a:rPr lang="en-US" altLang="zh-CN" sz="1800" b="1" i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http://localhost:3000</a:t>
              </a:r>
              <a:endPara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4"/>
            <p:cNvSpPr txBox="1"/>
            <p:nvPr/>
          </p:nvSpPr>
          <p:spPr>
            <a:xfrm>
              <a:off x="2832" y="3598"/>
              <a:ext cx="7760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浏览器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访问首页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5198745" y="188468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5290185" y="169037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804535" y="1428750"/>
            <a:ext cx="3921125" cy="1359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基于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平台，快速、开放、极简的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开发框架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5198745" y="3463290"/>
            <a:ext cx="323850" cy="323215"/>
          </a:xfrm>
          <a:prstGeom prst="roundRect">
            <a:avLst/>
          </a:prstGeom>
          <a:solidFill>
            <a:schemeClr val="accent6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5279390" y="3271520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793740" y="3039110"/>
            <a:ext cx="5456555" cy="1359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局部安装</a:t>
            </a:r>
            <a:endParaRPr lang="en-US" altLang="zh-CN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全局安装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圆角矩形 133"/>
          <p:cNvSpPr/>
          <p:nvPr>
            <p:custDataLst>
              <p:tags r:id="rId10"/>
            </p:custDataLst>
          </p:nvPr>
        </p:nvSpPr>
        <p:spPr>
          <a:xfrm>
            <a:off x="5198745" y="5020945"/>
            <a:ext cx="323215" cy="323215"/>
          </a:xfrm>
          <a:prstGeom prst="roundRect">
            <a:avLst/>
          </a:prstGeom>
          <a:solidFill>
            <a:srgbClr val="4C944C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任意多边形 134"/>
          <p:cNvSpPr/>
          <p:nvPr>
            <p:custDataLst>
              <p:tags r:id="rId11"/>
            </p:custDataLst>
          </p:nvPr>
        </p:nvSpPr>
        <p:spPr>
          <a:xfrm>
            <a:off x="5290185" y="482917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>
            <p:custDataLst>
              <p:tags r:id="rId12"/>
            </p:custDataLst>
          </p:nvPr>
        </p:nvSpPr>
        <p:spPr>
          <a:xfrm>
            <a:off x="5793740" y="4550410"/>
            <a:ext cx="4001135" cy="172910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搭建框架项目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使用express生成项目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进入项目目录并安装依赖包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启动运行项目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3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4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5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6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7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8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9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20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21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22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3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4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5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6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7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8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9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30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31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32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3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4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5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6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7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8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9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40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41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42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3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4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5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6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81" grpId="0"/>
      <p:bldP spid="8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PA" val="v5.2.10"/>
  <p:tag name="KSO_WM_UNIT_FILL_FORE_SCHEMECOLOR_INDEX_BRIGHTNESS" val="0.15"/>
  <p:tag name="KSO_WM_UNIT_FILL_FORE_SCHEMECOLOR_INDEX" val="13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595.xml><?xml version="1.0" encoding="utf-8"?>
<p:tagLst xmlns:p="http://schemas.openxmlformats.org/presentationml/2006/main">
  <p:tag name="PA" val="v5.2.10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02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596.xml><?xml version="1.0" encoding="utf-8"?>
<p:tagLst xmlns:p="http://schemas.openxmlformats.org/presentationml/2006/main">
  <p:tag name="PA" val="v5.2.10"/>
</p:tagLst>
</file>

<file path=ppt/tags/tag597.xml><?xml version="1.0" encoding="utf-8"?>
<p:tagLst xmlns:p="http://schemas.openxmlformats.org/presentationml/2006/main">
  <p:tag name="PA" val="v5.2.10"/>
  <p:tag name="KSO_WM_UNIT_FILL_FORE_SCHEMECOLOR_INDEX_BRIGHTNESS" val="0.15"/>
  <p:tag name="KSO_WM_UNIT_FILL_FORE_SCHEMECOLOR_INDEX" val="13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598.xml><?xml version="1.0" encoding="utf-8"?>
<p:tagLst xmlns:p="http://schemas.openxmlformats.org/presentationml/2006/main">
  <p:tag name="PA" val="v5.2.10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.02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599.xml><?xml version="1.0" encoding="utf-8"?>
<p:tagLst xmlns:p="http://schemas.openxmlformats.org/presentationml/2006/main">
  <p:tag name="PA" val="v5.2.10"/>
</p:tagLst>
</file>

<file path=ppt/tags/tag60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01.xml><?xml version="1.0" encoding="utf-8"?>
<p:tagLst xmlns:p="http://schemas.openxmlformats.org/presentationml/2006/main">
  <p:tag name="KSO_WM_SLIDE_BACKGROUND_TYPE" val="general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6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9.xml><?xml version="1.0" encoding="utf-8"?>
<p:tagLst xmlns:p="http://schemas.openxmlformats.org/presentationml/2006/main">
  <p:tag name="KSO_WM_SLIDE_ID" val="custom20191730_2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2"/>
  <p:tag name="KSO_WM_SLIDE_INDEX" val="2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10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4.xml><?xml version="1.0" encoding="utf-8"?>
<p:tagLst xmlns:p="http://schemas.openxmlformats.org/presentationml/2006/main">
  <p:tag name="KSO_WM_SLIDE_BACKGROUND_TYPE" val="general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431_1*l_h_i*1_1_1"/>
  <p:tag name="KSO_WM_TEMPLATE_CATEGORY" val="diagram"/>
  <p:tag name="KSO_WM_TEMPLATE_INDEX" val="20234431"/>
  <p:tag name="KSO_WM_UNIT_LAYERLEVEL" val="1_1_1"/>
  <p:tag name="KSO_WM_TAG_VERSION" val="3.0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UNIT_FILL_TYPE" val="3"/>
  <p:tag name="KSO_WM_DIAGRAM_MAX_ITEMCNT" val="2"/>
  <p:tag name="KSO_WM_DIAGRAM_MIN_ITEMCNT" val="2"/>
  <p:tag name="KSO_WM_DIAGRAM_VIRTUALLY_FRAME" val="{&quot;height&quot;:220.99322509765625,&quot;width&quot;:802.670166015625}"/>
  <p:tag name="KSO_WM_DIAGRAM_COLOR_MATCH_VALUE" val="{&quot;shape&quot;:{&quot;fill&quot;:{&quot;gradient&quot;:[{&quot;brightness&quot;:0,&quot;colorType&quot;:1,&quot;foreColorIndex&quot;:5,&quot;pos&quot;:0.44999998807907104,&quot;transparency&quot;:0},{&quot;brightness&quot;:0,&quot;colorType&quot;:1,&quot;foreColorIndex&quot;:5,&quot;pos&quot;:0,&quot;transparency&quot;:1}],&quot;type&quot;:3},&quot;glow&quot;:{&quot;colorType&quot;:0},&quot;line&quot;:{&quot;gradient&quot;:[{&quot;brightness&quot;:-0.25,&quot;colorType&quot;:1,&quot;foreColorIndex&quot;:5,&quot;pos&quot;:0.4699999988079071,&quot;transparency&quot;:0},{&quot;brightness&quot;:0,&quot;colorType&quot;:1,&quot;foreColorIndex&quot;:14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431_1*l_h_i*1_2_1"/>
  <p:tag name="KSO_WM_TEMPLATE_CATEGORY" val="diagram"/>
  <p:tag name="KSO_WM_TEMPLATE_INDEX" val="20234431"/>
  <p:tag name="KSO_WM_UNIT_LAYERLEVEL" val="1_1_1"/>
  <p:tag name="KSO_WM_TAG_VERSION" val="3.0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UNIT_FILL_TYPE" val="3"/>
  <p:tag name="KSO_WM_DIAGRAM_MAX_ITEMCNT" val="2"/>
  <p:tag name="KSO_WM_DIAGRAM_MIN_ITEMCNT" val="2"/>
  <p:tag name="KSO_WM_DIAGRAM_VIRTUALLY_FRAME" val="{&quot;height&quot;:220.99322509765625,&quot;width&quot;:802.670166015625}"/>
  <p:tag name="KSO_WM_DIAGRAM_COLOR_MATCH_VALUE" val="{&quot;shape&quot;:{&quot;fill&quot;:{&quot;gradient&quot;:[{&quot;brightness&quot;:0,&quot;colorType&quot;:1,&quot;foreColorIndex&quot;:5,&quot;pos&quot;:0.5600000023841858,&quot;transparency&quot;:0},{&quot;brightness&quot;:-0.05000000074505806,&quot;colorType&quot;:1,&quot;foreColorIndex&quot;:5,&quot;pos&quot;:1,&quot;transparency&quot;:1}],&quot;type&quot;:3},&quot;glow&quot;:{&quot;colorType&quot;:0},&quot;line&quot;:{&quot;gradient&quot;:[{&quot;brightness&quot;:-0.25,&quot;colorType&quot;:1,&quot;foreColorIndex&quot;:5,&quot;pos&quot;:0.5699999928474426,&quot;transparency&quot;:0},{&quot;brightness&quot;:0,&quot;colorType&quot;:1,&quot;foreColorIndex&quot;:14,&quot;pos&quot;:0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4431_1*l_i*1_1"/>
  <p:tag name="KSO_WM_TEMPLATE_CATEGORY" val="diagram"/>
  <p:tag name="KSO_WM_TEMPLATE_INDEX" val="20234431"/>
  <p:tag name="KSO_WM_UNIT_LAYERLEVEL" val="1_1"/>
  <p:tag name="KSO_WM_TAG_VERSION" val="3.0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09765625,&quot;width&quot;:802.67016601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4431_1*l_i*1_2"/>
  <p:tag name="KSO_WM_TEMPLATE_CATEGORY" val="diagram"/>
  <p:tag name="KSO_WM_TEMPLATE_INDEX" val="20234431"/>
  <p:tag name="KSO_WM_UNIT_LAYERLEVEL" val="1_1"/>
  <p:tag name="KSO_WM_TAG_VERSION" val="3.0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VIRTUALLY_FRAME" val="{&quot;height&quot;:220.99322509765625,&quot;width&quot;:802.670166015625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33.xml><?xml version="1.0" encoding="utf-8"?>
<p:tagLst xmlns:p="http://schemas.openxmlformats.org/presentationml/2006/main"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431_1*l_h_f*1_1_1"/>
  <p:tag name="KSO_WM_TEMPLATE_CATEGORY" val="diagram"/>
  <p:tag name="KSO_WM_TEMPLATE_INDEX" val="20234431"/>
  <p:tag name="KSO_WM_UNIT_LAYERLEVEL" val="1_1_1"/>
  <p:tag name="KSO_WM_TAG_VERSION" val="3.0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UNIT_PRESET_TEXT" val="单击此处添加文本请&#10;言简意赅的阐述观点"/>
  <p:tag name="KSO_WM_DIAGRAM_MAX_ITEMCNT" val="2"/>
  <p:tag name="KSO_WM_DIAGRAM_MIN_ITEMCNT" val="2"/>
  <p:tag name="KSO_WM_DIAGRAM_VIRTUALLY_FRAME" val="{&quot;height&quot;:220.99322509765625,&quot;width&quot;:802.6701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34.xml><?xml version="1.0" encoding="utf-8"?>
<p:tagLst xmlns:p="http://schemas.openxmlformats.org/presentationml/2006/main">
  <p:tag name="KSO_WM_UNIT_SUBTYPE" val="a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431_1*l_h_f*1_2_1"/>
  <p:tag name="KSO_WM_TEMPLATE_CATEGORY" val="diagram"/>
  <p:tag name="KSO_WM_TEMPLATE_INDEX" val="20234431"/>
  <p:tag name="KSO_WM_UNIT_LAYERLEVEL" val="1_1_1"/>
  <p:tag name="KSO_WM_TAG_VERSION" val="3.0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UNIT_PRESET_TEXT" val="单击此处添加文本请&#10;言简意赅的阐述观点"/>
  <p:tag name="KSO_WM_DIAGRAM_MAX_ITEMCNT" val="2"/>
  <p:tag name="KSO_WM_DIAGRAM_MIN_ITEMCNT" val="2"/>
  <p:tag name="KSO_WM_DIAGRAM_VIRTUALLY_FRAME" val="{&quot;height&quot;:220.99322509765625,&quot;width&quot;:802.6701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431_1*l_h_i*1_1_2"/>
  <p:tag name="KSO_WM_TEMPLATE_CATEGORY" val="diagram"/>
  <p:tag name="KSO_WM_TEMPLATE_INDEX" val="20234431"/>
  <p:tag name="KSO_WM_UNIT_LAYERLEVEL" val="1_1_1"/>
  <p:tag name="KSO_WM_TAG_VERSION" val="3.0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VIRTUALLY_FRAME" val="{&quot;height&quot;:220.99322509765625,&quot;width&quot;:802.670166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431_1*l_h_i*1_2_2"/>
  <p:tag name="KSO_WM_TEMPLATE_CATEGORY" val="diagram"/>
  <p:tag name="KSO_WM_TEMPLATE_INDEX" val="20234431"/>
  <p:tag name="KSO_WM_UNIT_LAYERLEVEL" val="1_1_1"/>
  <p:tag name="KSO_WM_TAG_VERSION" val="3.0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VIRTUALLY_FRAME" val="{&quot;height&quot;:220.99322509765625,&quot;width&quot;:802.670166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37.xml><?xml version="1.0" encoding="utf-8"?>
<p:tagLst xmlns:p="http://schemas.openxmlformats.org/presentationml/2006/main">
  <p:tag name="KSO_WM_UNIT_VALUE" val="87*8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431_1*l_h_x*1_1_1"/>
  <p:tag name="KSO_WM_TEMPLATE_CATEGORY" val="diagram"/>
  <p:tag name="KSO_WM_TEMPLATE_INDEX" val="20234431"/>
  <p:tag name="KSO_WM_UNIT_LAYERLEVEL" val="1_1_1"/>
  <p:tag name="KSO_WM_TAG_VERSION" val="3.0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09765625,&quot;width&quot;:802.67016601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638.xml><?xml version="1.0" encoding="utf-8"?>
<p:tagLst xmlns:p="http://schemas.openxmlformats.org/presentationml/2006/main">
  <p:tag name="KSO_WM_UNIT_VALUE" val="87*8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431_1*l_h_x*1_2_1"/>
  <p:tag name="KSO_WM_TEMPLATE_CATEGORY" val="diagram"/>
  <p:tag name="KSO_WM_TEMPLATE_INDEX" val="20234431"/>
  <p:tag name="KSO_WM_UNIT_LAYERLEVEL" val="1_1_1"/>
  <p:tag name="KSO_WM_TAG_VERSION" val="3.0"/>
  <p:tag name="KSO_WM_UNIT_DIAGRAM_CONTRAST_TITLE_CNT" val="0"/>
  <p:tag name="KSO_WM_UNIT_DIAGRAM_DIMENSION_TITLE_CNT" val="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220.99322509765625,&quot;width&quot;:802.67016601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639.xml><?xml version="1.0" encoding="utf-8"?>
<p:tagLst xmlns:p="http://schemas.openxmlformats.org/presentationml/2006/main">
  <p:tag name="KSO_WM_SLIDE_BACKGROUND_TYPE" val="general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43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4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4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1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5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58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6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0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1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7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SLIDE_BACKGROUND_TYPE" val="general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84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SLIDE_BACKGROUND_TYPE" val="general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9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0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10.xml><?xml version="1.0" encoding="utf-8"?>
<p:tagLst xmlns:p="http://schemas.openxmlformats.org/presentationml/2006/main">
  <p:tag name="KSO_WM_SLIDE_BACKGROUND_TYPE" val="general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1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5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16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71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25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72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34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73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3.xml><?xml version="1.0" encoding="utf-8"?>
<p:tagLst xmlns:p="http://schemas.openxmlformats.org/presentationml/2006/main">
  <p:tag name="KSO_WM_SLIDE_BACKGROUND_TYPE" val="general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SHADOW_SCHEMECOLOR_INDEX_BRIGHTNESS" val="0"/>
  <p:tag name="KSO_WM_UNIT_SHADOW_SCHEMECOLOR_INDEX" val="5"/>
</p:tagLst>
</file>

<file path=ppt/tags/tag75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5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6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5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3.xml><?xml version="1.0" encoding="utf-8"?>
<p:tagLst xmlns:p="http://schemas.openxmlformats.org/presentationml/2006/main">
  <p:tag name="KSO_WM_SLIDE_BACKGROUND_TYPE" val="general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KSO_WM_UNIT_TABLE_BEAUTIFY" val="smartTable{527f4848-0400-47c4-9d9b-c111e89c97b8}"/>
  <p:tag name="TABLE_ENDDRAG_ORIGIN_RECT" val="555*442"/>
  <p:tag name="TABLE_ENDDRAG_RECT" val="34*80*555*442"/>
</p:tagLst>
</file>

<file path=ppt/tags/tag767.xml><?xml version="1.0" encoding="utf-8"?>
<p:tagLst xmlns:p="http://schemas.openxmlformats.org/presentationml/2006/main">
  <p:tag name="KSO_WM_SLIDE_BACKGROUND_TYPE" val="general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7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6.xml><?xml version="1.0" encoding="utf-8"?>
<p:tagLst xmlns:p="http://schemas.openxmlformats.org/presentationml/2006/main">
  <p:tag name="KSO_WM_SLIDE_BACKGROUND_TYPE" val="general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9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2.xml><?xml version="1.0" encoding="utf-8"?>
<p:tagLst xmlns:p="http://schemas.openxmlformats.org/presentationml/2006/main">
  <p:tag name="KSO_WM_SLIDE_BACKGROUND_TYPE" val="general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8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p="http://schemas.openxmlformats.org/presentationml/2006/main">
  <p:tag name="KSO_WM_SLIDE_BACKGROUND_TYPE" val="general"/>
</p:tagLst>
</file>

<file path=ppt/tags/tag8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8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5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8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4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49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50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5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52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53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54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55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1777</Words>
  <Application>WPS 演示</Application>
  <PresentationFormat>宽屏</PresentationFormat>
  <Paragraphs>270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Calibri</vt:lpstr>
      <vt:lpstr>等线</vt:lpstr>
      <vt:lpstr>Times New Roman</vt:lpstr>
      <vt:lpstr>Times New Roman</vt:lpstr>
      <vt:lpstr>Arial Unicode MS</vt:lpstr>
      <vt:lpstr>黑体</vt:lpstr>
      <vt:lpstr>Calibri Light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426</cp:revision>
  <dcterms:created xsi:type="dcterms:W3CDTF">2020-10-23T09:50:00Z</dcterms:created>
  <dcterms:modified xsi:type="dcterms:W3CDTF">2024-08-02T07:30:51Z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0FAE5EE2960D4543842B182819C0A4FF_12</vt:lpwstr>
  </property>
  <property fmtid="{D5CDD505-2E9C-101B-9397-08002B2CF9AE}" pid="3" name="KSOProductBuildVer">
    <vt:lpwstr>2052-12.1.0.17147</vt:lpwstr>
  </property>
</Properties>
</file>