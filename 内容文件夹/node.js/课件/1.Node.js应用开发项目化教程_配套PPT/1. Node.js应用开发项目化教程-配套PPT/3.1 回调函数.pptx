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5"/>
  </p:notesMasterIdLst>
  <p:sldIdLst>
    <p:sldId id="432" r:id="rId4"/>
    <p:sldId id="433" r:id="rId6"/>
    <p:sldId id="434" r:id="rId7"/>
    <p:sldId id="435" r:id="rId8"/>
    <p:sldId id="436" r:id="rId9"/>
    <p:sldId id="437" r:id="rId10"/>
    <p:sldId id="438" r:id="rId11"/>
    <p:sldId id="439" r:id="rId12"/>
    <p:sldId id="440" r:id="rId13"/>
    <p:sldId id="441" r:id="rId14"/>
    <p:sldId id="442" r:id="rId15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8FC7"/>
    <a:srgbClr val="354766"/>
    <a:srgbClr val="333333"/>
    <a:srgbClr val="3C853C"/>
    <a:srgbClr val="667F6E"/>
    <a:srgbClr val="18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31" autoAdjust="0"/>
    <p:restoredTop sz="94660"/>
  </p:normalViewPr>
  <p:slideViewPr>
    <p:cSldViewPr snapToGrid="0" showGuides="1">
      <p:cViewPr varScale="1">
        <p:scale>
          <a:sx n="57" d="100"/>
          <a:sy n="57" d="100"/>
        </p:scale>
        <p:origin x="120" y="2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763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5.xml"/><Relationship Id="rId19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95.xml"/><Relationship Id="rId8" Type="http://schemas.openxmlformats.org/officeDocument/2006/relationships/tags" Target="../tags/tag594.xml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10.xml"/><Relationship Id="rId2" Type="http://schemas.openxmlformats.org/officeDocument/2006/relationships/tags" Target="../tags/tag593.xml"/><Relationship Id="rId19" Type="http://schemas.openxmlformats.org/officeDocument/2006/relationships/tags" Target="../tags/tag604.xml"/><Relationship Id="rId18" Type="http://schemas.openxmlformats.org/officeDocument/2006/relationships/image" Target="../media/image6.png"/><Relationship Id="rId17" Type="http://schemas.openxmlformats.org/officeDocument/2006/relationships/tags" Target="../tags/tag603.xml"/><Relationship Id="rId16" Type="http://schemas.openxmlformats.org/officeDocument/2006/relationships/tags" Target="../tags/tag602.xml"/><Relationship Id="rId15" Type="http://schemas.openxmlformats.org/officeDocument/2006/relationships/tags" Target="../tags/tag601.xml"/><Relationship Id="rId14" Type="http://schemas.openxmlformats.org/officeDocument/2006/relationships/tags" Target="../tags/tag600.xml"/><Relationship Id="rId13" Type="http://schemas.openxmlformats.org/officeDocument/2006/relationships/tags" Target="../tags/tag599.xml"/><Relationship Id="rId12" Type="http://schemas.openxmlformats.org/officeDocument/2006/relationships/tags" Target="../tags/tag598.xml"/><Relationship Id="rId11" Type="http://schemas.openxmlformats.org/officeDocument/2006/relationships/tags" Target="../tags/tag597.xml"/><Relationship Id="rId10" Type="http://schemas.openxmlformats.org/officeDocument/2006/relationships/tags" Target="../tags/tag596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9.xml"/><Relationship Id="rId6" Type="http://schemas.openxmlformats.org/officeDocument/2006/relationships/tags" Target="../tags/tag610.xml"/><Relationship Id="rId5" Type="http://schemas.openxmlformats.org/officeDocument/2006/relationships/tags" Target="../tags/tag609.xml"/><Relationship Id="rId4" Type="http://schemas.openxmlformats.org/officeDocument/2006/relationships/tags" Target="../tags/tag608.xml"/><Relationship Id="rId3" Type="http://schemas.openxmlformats.org/officeDocument/2006/relationships/tags" Target="../tags/tag607.xml"/><Relationship Id="rId2" Type="http://schemas.openxmlformats.org/officeDocument/2006/relationships/tags" Target="../tags/tag606.xml"/><Relationship Id="rId1" Type="http://schemas.openxmlformats.org/officeDocument/2006/relationships/tags" Target="../tags/tag60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19.xml"/><Relationship Id="rId8" Type="http://schemas.openxmlformats.org/officeDocument/2006/relationships/tags" Target="../tags/tag618.xml"/><Relationship Id="rId7" Type="http://schemas.openxmlformats.org/officeDocument/2006/relationships/tags" Target="../tags/tag617.xml"/><Relationship Id="rId6" Type="http://schemas.openxmlformats.org/officeDocument/2006/relationships/tags" Target="../tags/tag616.xml"/><Relationship Id="rId5" Type="http://schemas.openxmlformats.org/officeDocument/2006/relationships/tags" Target="../tags/tag615.xml"/><Relationship Id="rId4" Type="http://schemas.openxmlformats.org/officeDocument/2006/relationships/tags" Target="../tags/tag614.xml"/><Relationship Id="rId3" Type="http://schemas.openxmlformats.org/officeDocument/2006/relationships/tags" Target="../tags/tag613.xml"/><Relationship Id="rId29" Type="http://schemas.openxmlformats.org/officeDocument/2006/relationships/notesSlide" Target="../notesSlides/notesSlide4.xml"/><Relationship Id="rId28" Type="http://schemas.openxmlformats.org/officeDocument/2006/relationships/slideLayout" Target="../slideLayouts/slideLayout10.xml"/><Relationship Id="rId27" Type="http://schemas.openxmlformats.org/officeDocument/2006/relationships/tags" Target="../tags/tag637.xml"/><Relationship Id="rId26" Type="http://schemas.openxmlformats.org/officeDocument/2006/relationships/tags" Target="../tags/tag636.xml"/><Relationship Id="rId25" Type="http://schemas.openxmlformats.org/officeDocument/2006/relationships/tags" Target="../tags/tag635.xml"/><Relationship Id="rId24" Type="http://schemas.openxmlformats.org/officeDocument/2006/relationships/tags" Target="../tags/tag634.xml"/><Relationship Id="rId23" Type="http://schemas.openxmlformats.org/officeDocument/2006/relationships/tags" Target="../tags/tag633.xml"/><Relationship Id="rId22" Type="http://schemas.openxmlformats.org/officeDocument/2006/relationships/tags" Target="../tags/tag632.xml"/><Relationship Id="rId21" Type="http://schemas.openxmlformats.org/officeDocument/2006/relationships/tags" Target="../tags/tag631.xml"/><Relationship Id="rId20" Type="http://schemas.openxmlformats.org/officeDocument/2006/relationships/tags" Target="../tags/tag630.xml"/><Relationship Id="rId2" Type="http://schemas.openxmlformats.org/officeDocument/2006/relationships/tags" Target="../tags/tag612.xml"/><Relationship Id="rId19" Type="http://schemas.openxmlformats.org/officeDocument/2006/relationships/tags" Target="../tags/tag629.xml"/><Relationship Id="rId18" Type="http://schemas.openxmlformats.org/officeDocument/2006/relationships/tags" Target="../tags/tag628.xml"/><Relationship Id="rId17" Type="http://schemas.openxmlformats.org/officeDocument/2006/relationships/tags" Target="../tags/tag627.xml"/><Relationship Id="rId16" Type="http://schemas.openxmlformats.org/officeDocument/2006/relationships/tags" Target="../tags/tag626.xml"/><Relationship Id="rId15" Type="http://schemas.openxmlformats.org/officeDocument/2006/relationships/tags" Target="../tags/tag625.xml"/><Relationship Id="rId14" Type="http://schemas.openxmlformats.org/officeDocument/2006/relationships/tags" Target="../tags/tag624.xml"/><Relationship Id="rId13" Type="http://schemas.openxmlformats.org/officeDocument/2006/relationships/tags" Target="../tags/tag623.xml"/><Relationship Id="rId12" Type="http://schemas.openxmlformats.org/officeDocument/2006/relationships/tags" Target="../tags/tag622.xml"/><Relationship Id="rId11" Type="http://schemas.openxmlformats.org/officeDocument/2006/relationships/tags" Target="../tags/tag621.xml"/><Relationship Id="rId10" Type="http://schemas.openxmlformats.org/officeDocument/2006/relationships/tags" Target="../tags/tag620.xml"/><Relationship Id="rId1" Type="http://schemas.openxmlformats.org/officeDocument/2006/relationships/tags" Target="../tags/tag61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46.xml"/><Relationship Id="rId8" Type="http://schemas.openxmlformats.org/officeDocument/2006/relationships/tags" Target="../tags/tag645.xml"/><Relationship Id="rId7" Type="http://schemas.openxmlformats.org/officeDocument/2006/relationships/tags" Target="../tags/tag644.xml"/><Relationship Id="rId6" Type="http://schemas.openxmlformats.org/officeDocument/2006/relationships/tags" Target="../tags/tag643.xml"/><Relationship Id="rId5" Type="http://schemas.openxmlformats.org/officeDocument/2006/relationships/tags" Target="../tags/tag642.xml"/><Relationship Id="rId4" Type="http://schemas.openxmlformats.org/officeDocument/2006/relationships/tags" Target="../tags/tag641.xml"/><Relationship Id="rId3" Type="http://schemas.openxmlformats.org/officeDocument/2006/relationships/tags" Target="../tags/tag640.xml"/><Relationship Id="rId21" Type="http://schemas.openxmlformats.org/officeDocument/2006/relationships/notesSlide" Target="../notesSlides/notesSlide5.xml"/><Relationship Id="rId20" Type="http://schemas.openxmlformats.org/officeDocument/2006/relationships/slideLayout" Target="../slideLayouts/slideLayout10.xml"/><Relationship Id="rId2" Type="http://schemas.openxmlformats.org/officeDocument/2006/relationships/tags" Target="../tags/tag639.xml"/><Relationship Id="rId19" Type="http://schemas.openxmlformats.org/officeDocument/2006/relationships/tags" Target="../tags/tag656.xml"/><Relationship Id="rId18" Type="http://schemas.openxmlformats.org/officeDocument/2006/relationships/tags" Target="../tags/tag655.xml"/><Relationship Id="rId17" Type="http://schemas.openxmlformats.org/officeDocument/2006/relationships/tags" Target="../tags/tag654.xml"/><Relationship Id="rId16" Type="http://schemas.openxmlformats.org/officeDocument/2006/relationships/tags" Target="../tags/tag653.xml"/><Relationship Id="rId15" Type="http://schemas.openxmlformats.org/officeDocument/2006/relationships/tags" Target="../tags/tag652.xml"/><Relationship Id="rId14" Type="http://schemas.openxmlformats.org/officeDocument/2006/relationships/tags" Target="../tags/tag651.xml"/><Relationship Id="rId13" Type="http://schemas.openxmlformats.org/officeDocument/2006/relationships/tags" Target="../tags/tag650.xml"/><Relationship Id="rId12" Type="http://schemas.openxmlformats.org/officeDocument/2006/relationships/tags" Target="../tags/tag649.xml"/><Relationship Id="rId11" Type="http://schemas.openxmlformats.org/officeDocument/2006/relationships/tags" Target="../tags/tag648.xml"/><Relationship Id="rId10" Type="http://schemas.openxmlformats.org/officeDocument/2006/relationships/tags" Target="../tags/tag647.xml"/><Relationship Id="rId1" Type="http://schemas.openxmlformats.org/officeDocument/2006/relationships/tags" Target="../tags/tag63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65.xml"/><Relationship Id="rId8" Type="http://schemas.openxmlformats.org/officeDocument/2006/relationships/tags" Target="../tags/tag664.xml"/><Relationship Id="rId7" Type="http://schemas.openxmlformats.org/officeDocument/2006/relationships/tags" Target="../tags/tag663.xml"/><Relationship Id="rId6" Type="http://schemas.openxmlformats.org/officeDocument/2006/relationships/tags" Target="../tags/tag662.xml"/><Relationship Id="rId5" Type="http://schemas.openxmlformats.org/officeDocument/2006/relationships/tags" Target="../tags/tag661.xml"/><Relationship Id="rId4" Type="http://schemas.openxmlformats.org/officeDocument/2006/relationships/tags" Target="../tags/tag660.xml"/><Relationship Id="rId3" Type="http://schemas.openxmlformats.org/officeDocument/2006/relationships/tags" Target="../tags/tag659.xml"/><Relationship Id="rId2" Type="http://schemas.openxmlformats.org/officeDocument/2006/relationships/tags" Target="../tags/tag658.xml"/><Relationship Id="rId17" Type="http://schemas.openxmlformats.org/officeDocument/2006/relationships/notesSlide" Target="../notesSlides/notesSlide6.xml"/><Relationship Id="rId16" Type="http://schemas.openxmlformats.org/officeDocument/2006/relationships/slideLayout" Target="../slideLayouts/slideLayout10.xml"/><Relationship Id="rId15" Type="http://schemas.openxmlformats.org/officeDocument/2006/relationships/tags" Target="../tags/tag669.xml"/><Relationship Id="rId14" Type="http://schemas.openxmlformats.org/officeDocument/2006/relationships/tags" Target="../tags/tag668.xml"/><Relationship Id="rId13" Type="http://schemas.openxmlformats.org/officeDocument/2006/relationships/tags" Target="../tags/tag667.xml"/><Relationship Id="rId12" Type="http://schemas.openxmlformats.org/officeDocument/2006/relationships/tags" Target="../tags/tag666.xml"/><Relationship Id="rId11" Type="http://schemas.openxmlformats.org/officeDocument/2006/relationships/image" Target="../media/image8.png"/><Relationship Id="rId10" Type="http://schemas.openxmlformats.org/officeDocument/2006/relationships/image" Target="../media/image7.png"/><Relationship Id="rId1" Type="http://schemas.openxmlformats.org/officeDocument/2006/relationships/tags" Target="../tags/tag65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75.xml"/><Relationship Id="rId8" Type="http://schemas.openxmlformats.org/officeDocument/2006/relationships/tags" Target="../tags/tag674.xml"/><Relationship Id="rId7" Type="http://schemas.openxmlformats.org/officeDocument/2006/relationships/tags" Target="../tags/tag673.xml"/><Relationship Id="rId6" Type="http://schemas.openxmlformats.org/officeDocument/2006/relationships/tags" Target="../tags/tag672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1.png"/><Relationship Id="rId2" Type="http://schemas.openxmlformats.org/officeDocument/2006/relationships/tags" Target="../tags/tag671.xml"/><Relationship Id="rId17" Type="http://schemas.openxmlformats.org/officeDocument/2006/relationships/notesSlide" Target="../notesSlides/notesSlide7.xml"/><Relationship Id="rId16" Type="http://schemas.openxmlformats.org/officeDocument/2006/relationships/slideLayout" Target="../slideLayouts/slideLayout10.xml"/><Relationship Id="rId15" Type="http://schemas.openxmlformats.org/officeDocument/2006/relationships/tags" Target="../tags/tag678.xml"/><Relationship Id="rId14" Type="http://schemas.openxmlformats.org/officeDocument/2006/relationships/image" Target="../media/image11.png"/><Relationship Id="rId13" Type="http://schemas.openxmlformats.org/officeDocument/2006/relationships/image" Target="../media/image10.png"/><Relationship Id="rId12" Type="http://schemas.openxmlformats.org/officeDocument/2006/relationships/image" Target="../media/image9.png"/><Relationship Id="rId11" Type="http://schemas.openxmlformats.org/officeDocument/2006/relationships/tags" Target="../tags/tag677.xml"/><Relationship Id="rId10" Type="http://schemas.openxmlformats.org/officeDocument/2006/relationships/tags" Target="../tags/tag676.xml"/><Relationship Id="rId1" Type="http://schemas.openxmlformats.org/officeDocument/2006/relationships/tags" Target="../tags/tag67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87.xml"/><Relationship Id="rId8" Type="http://schemas.openxmlformats.org/officeDocument/2006/relationships/tags" Target="../tags/tag686.xml"/><Relationship Id="rId7" Type="http://schemas.openxmlformats.org/officeDocument/2006/relationships/tags" Target="../tags/tag685.xml"/><Relationship Id="rId6" Type="http://schemas.openxmlformats.org/officeDocument/2006/relationships/tags" Target="../tags/tag684.xml"/><Relationship Id="rId5" Type="http://schemas.openxmlformats.org/officeDocument/2006/relationships/tags" Target="../tags/tag683.xml"/><Relationship Id="rId4" Type="http://schemas.openxmlformats.org/officeDocument/2006/relationships/tags" Target="../tags/tag682.xml"/><Relationship Id="rId3" Type="http://schemas.openxmlformats.org/officeDocument/2006/relationships/tags" Target="../tags/tag681.xml"/><Relationship Id="rId2" Type="http://schemas.openxmlformats.org/officeDocument/2006/relationships/tags" Target="../tags/tag680.xml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691.xml"/><Relationship Id="rId12" Type="http://schemas.openxmlformats.org/officeDocument/2006/relationships/tags" Target="../tags/tag690.xml"/><Relationship Id="rId11" Type="http://schemas.openxmlformats.org/officeDocument/2006/relationships/tags" Target="../tags/tag689.xml"/><Relationship Id="rId10" Type="http://schemas.openxmlformats.org/officeDocument/2006/relationships/tags" Target="../tags/tag688.xml"/><Relationship Id="rId1" Type="http://schemas.openxmlformats.org/officeDocument/2006/relationships/tags" Target="../tags/tag67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00.xml"/><Relationship Id="rId8" Type="http://schemas.openxmlformats.org/officeDocument/2006/relationships/tags" Target="../tags/tag699.xml"/><Relationship Id="rId7" Type="http://schemas.openxmlformats.org/officeDocument/2006/relationships/tags" Target="../tags/tag698.xml"/><Relationship Id="rId6" Type="http://schemas.openxmlformats.org/officeDocument/2006/relationships/tags" Target="../tags/tag697.xml"/><Relationship Id="rId5" Type="http://schemas.openxmlformats.org/officeDocument/2006/relationships/tags" Target="../tags/tag696.xml"/><Relationship Id="rId4" Type="http://schemas.openxmlformats.org/officeDocument/2006/relationships/tags" Target="../tags/tag695.xml"/><Relationship Id="rId3" Type="http://schemas.openxmlformats.org/officeDocument/2006/relationships/tags" Target="../tags/tag694.xml"/><Relationship Id="rId29" Type="http://schemas.openxmlformats.org/officeDocument/2006/relationships/notesSlide" Target="../notesSlides/notesSlide9.xml"/><Relationship Id="rId28" Type="http://schemas.openxmlformats.org/officeDocument/2006/relationships/slideLayout" Target="../slideLayouts/slideLayout10.xml"/><Relationship Id="rId27" Type="http://schemas.openxmlformats.org/officeDocument/2006/relationships/tags" Target="../tags/tag717.xml"/><Relationship Id="rId26" Type="http://schemas.openxmlformats.org/officeDocument/2006/relationships/tags" Target="../tags/tag716.xml"/><Relationship Id="rId25" Type="http://schemas.openxmlformats.org/officeDocument/2006/relationships/tags" Target="../tags/tag715.xml"/><Relationship Id="rId24" Type="http://schemas.openxmlformats.org/officeDocument/2006/relationships/image" Target="../media/image12.png"/><Relationship Id="rId23" Type="http://schemas.openxmlformats.org/officeDocument/2006/relationships/tags" Target="../tags/tag714.xml"/><Relationship Id="rId22" Type="http://schemas.openxmlformats.org/officeDocument/2006/relationships/tags" Target="../tags/tag713.xml"/><Relationship Id="rId21" Type="http://schemas.openxmlformats.org/officeDocument/2006/relationships/tags" Target="../tags/tag712.xml"/><Relationship Id="rId20" Type="http://schemas.openxmlformats.org/officeDocument/2006/relationships/tags" Target="../tags/tag711.xml"/><Relationship Id="rId2" Type="http://schemas.openxmlformats.org/officeDocument/2006/relationships/tags" Target="../tags/tag693.xml"/><Relationship Id="rId19" Type="http://schemas.openxmlformats.org/officeDocument/2006/relationships/tags" Target="../tags/tag710.xml"/><Relationship Id="rId18" Type="http://schemas.openxmlformats.org/officeDocument/2006/relationships/tags" Target="../tags/tag709.xml"/><Relationship Id="rId17" Type="http://schemas.openxmlformats.org/officeDocument/2006/relationships/tags" Target="../tags/tag708.xml"/><Relationship Id="rId16" Type="http://schemas.openxmlformats.org/officeDocument/2006/relationships/tags" Target="../tags/tag707.xml"/><Relationship Id="rId15" Type="http://schemas.openxmlformats.org/officeDocument/2006/relationships/tags" Target="../tags/tag706.xml"/><Relationship Id="rId14" Type="http://schemas.openxmlformats.org/officeDocument/2006/relationships/tags" Target="../tags/tag705.xml"/><Relationship Id="rId13" Type="http://schemas.openxmlformats.org/officeDocument/2006/relationships/tags" Target="../tags/tag704.xml"/><Relationship Id="rId12" Type="http://schemas.openxmlformats.org/officeDocument/2006/relationships/tags" Target="../tags/tag703.xml"/><Relationship Id="rId11" Type="http://schemas.openxmlformats.org/officeDocument/2006/relationships/tags" Target="../tags/tag702.xml"/><Relationship Id="rId10" Type="http://schemas.openxmlformats.org/officeDocument/2006/relationships/tags" Target="../tags/tag701.xml"/><Relationship Id="rId1" Type="http://schemas.openxmlformats.org/officeDocument/2006/relationships/tags" Target="../tags/tag69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26.xml"/><Relationship Id="rId8" Type="http://schemas.openxmlformats.org/officeDocument/2006/relationships/tags" Target="../tags/tag725.xml"/><Relationship Id="rId7" Type="http://schemas.openxmlformats.org/officeDocument/2006/relationships/tags" Target="../tags/tag724.xml"/><Relationship Id="rId6" Type="http://schemas.openxmlformats.org/officeDocument/2006/relationships/tags" Target="../tags/tag723.xml"/><Relationship Id="rId5" Type="http://schemas.openxmlformats.org/officeDocument/2006/relationships/tags" Target="../tags/tag722.xml"/><Relationship Id="rId45" Type="http://schemas.openxmlformats.org/officeDocument/2006/relationships/notesSlide" Target="../notesSlides/notesSlide10.xml"/><Relationship Id="rId44" Type="http://schemas.openxmlformats.org/officeDocument/2006/relationships/slideLayout" Target="../slideLayouts/slideLayout10.xml"/><Relationship Id="rId43" Type="http://schemas.openxmlformats.org/officeDocument/2006/relationships/tags" Target="../tags/tag760.xml"/><Relationship Id="rId42" Type="http://schemas.openxmlformats.org/officeDocument/2006/relationships/tags" Target="../tags/tag759.xml"/><Relationship Id="rId41" Type="http://schemas.openxmlformats.org/officeDocument/2006/relationships/tags" Target="../tags/tag758.xml"/><Relationship Id="rId40" Type="http://schemas.openxmlformats.org/officeDocument/2006/relationships/tags" Target="../tags/tag757.xml"/><Relationship Id="rId4" Type="http://schemas.openxmlformats.org/officeDocument/2006/relationships/tags" Target="../tags/tag721.xml"/><Relationship Id="rId39" Type="http://schemas.openxmlformats.org/officeDocument/2006/relationships/tags" Target="../tags/tag756.xml"/><Relationship Id="rId38" Type="http://schemas.openxmlformats.org/officeDocument/2006/relationships/tags" Target="../tags/tag755.xml"/><Relationship Id="rId37" Type="http://schemas.openxmlformats.org/officeDocument/2006/relationships/tags" Target="../tags/tag754.xml"/><Relationship Id="rId36" Type="http://schemas.openxmlformats.org/officeDocument/2006/relationships/tags" Target="../tags/tag753.xml"/><Relationship Id="rId35" Type="http://schemas.openxmlformats.org/officeDocument/2006/relationships/tags" Target="../tags/tag752.xml"/><Relationship Id="rId34" Type="http://schemas.openxmlformats.org/officeDocument/2006/relationships/tags" Target="../tags/tag751.xml"/><Relationship Id="rId33" Type="http://schemas.openxmlformats.org/officeDocument/2006/relationships/tags" Target="../tags/tag750.xml"/><Relationship Id="rId32" Type="http://schemas.openxmlformats.org/officeDocument/2006/relationships/tags" Target="../tags/tag749.xml"/><Relationship Id="rId31" Type="http://schemas.openxmlformats.org/officeDocument/2006/relationships/tags" Target="../tags/tag748.xml"/><Relationship Id="rId30" Type="http://schemas.openxmlformats.org/officeDocument/2006/relationships/tags" Target="../tags/tag747.xml"/><Relationship Id="rId3" Type="http://schemas.openxmlformats.org/officeDocument/2006/relationships/tags" Target="../tags/tag720.xml"/><Relationship Id="rId29" Type="http://schemas.openxmlformats.org/officeDocument/2006/relationships/tags" Target="../tags/tag746.xml"/><Relationship Id="rId28" Type="http://schemas.openxmlformats.org/officeDocument/2006/relationships/tags" Target="../tags/tag745.xml"/><Relationship Id="rId27" Type="http://schemas.openxmlformats.org/officeDocument/2006/relationships/tags" Target="../tags/tag744.xml"/><Relationship Id="rId26" Type="http://schemas.openxmlformats.org/officeDocument/2006/relationships/tags" Target="../tags/tag743.xml"/><Relationship Id="rId25" Type="http://schemas.openxmlformats.org/officeDocument/2006/relationships/tags" Target="../tags/tag742.xml"/><Relationship Id="rId24" Type="http://schemas.openxmlformats.org/officeDocument/2006/relationships/tags" Target="../tags/tag741.xml"/><Relationship Id="rId23" Type="http://schemas.openxmlformats.org/officeDocument/2006/relationships/tags" Target="../tags/tag740.xml"/><Relationship Id="rId22" Type="http://schemas.openxmlformats.org/officeDocument/2006/relationships/tags" Target="../tags/tag739.xml"/><Relationship Id="rId21" Type="http://schemas.openxmlformats.org/officeDocument/2006/relationships/tags" Target="../tags/tag738.xml"/><Relationship Id="rId20" Type="http://schemas.openxmlformats.org/officeDocument/2006/relationships/tags" Target="../tags/tag737.xml"/><Relationship Id="rId2" Type="http://schemas.openxmlformats.org/officeDocument/2006/relationships/tags" Target="../tags/tag719.xml"/><Relationship Id="rId19" Type="http://schemas.openxmlformats.org/officeDocument/2006/relationships/tags" Target="../tags/tag736.xml"/><Relationship Id="rId18" Type="http://schemas.openxmlformats.org/officeDocument/2006/relationships/tags" Target="../tags/tag735.xml"/><Relationship Id="rId17" Type="http://schemas.openxmlformats.org/officeDocument/2006/relationships/tags" Target="../tags/tag734.xml"/><Relationship Id="rId16" Type="http://schemas.openxmlformats.org/officeDocument/2006/relationships/tags" Target="../tags/tag733.xml"/><Relationship Id="rId15" Type="http://schemas.openxmlformats.org/officeDocument/2006/relationships/tags" Target="../tags/tag732.xml"/><Relationship Id="rId14" Type="http://schemas.openxmlformats.org/officeDocument/2006/relationships/tags" Target="../tags/tag731.xml"/><Relationship Id="rId13" Type="http://schemas.openxmlformats.org/officeDocument/2006/relationships/tags" Target="../tags/tag730.xml"/><Relationship Id="rId12" Type="http://schemas.openxmlformats.org/officeDocument/2006/relationships/tags" Target="../tags/tag729.xml"/><Relationship Id="rId11" Type="http://schemas.openxmlformats.org/officeDocument/2006/relationships/tags" Target="../tags/tag728.xml"/><Relationship Id="rId10" Type="http://schemas.openxmlformats.org/officeDocument/2006/relationships/tags" Target="../tags/tag727.xml"/><Relationship Id="rId1" Type="http://schemas.openxmlformats.org/officeDocument/2006/relationships/tags" Target="../tags/tag718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762.xml"/><Relationship Id="rId1" Type="http://schemas.openxmlformats.org/officeDocument/2006/relationships/tags" Target="../tags/tag7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72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回调函数</a:t>
            </a:r>
            <a:endParaRPr lang="zh-CN" altLang="en-US" sz="72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28652" y="227393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02" name="图片 101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029973" y="114776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3938" y="2511637"/>
            <a:ext cx="1015013" cy="101501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3586" y="1461774"/>
            <a:ext cx="2857500" cy="28575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0914" y="1404026"/>
            <a:ext cx="2857500" cy="28575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262515" y="3414539"/>
            <a:ext cx="1129617" cy="1129617"/>
          </a:xfrm>
          <a:prstGeom prst="rect">
            <a:avLst/>
          </a:prstGeom>
        </p:spPr>
      </p:pic>
      <p:sp>
        <p:nvSpPr>
          <p:cNvPr id="108" name="Freeform 7"/>
          <p:cNvSpPr/>
          <p:nvPr>
            <p:custDataLst>
              <p:tags r:id="rId8"/>
            </p:custDataLst>
          </p:nvPr>
        </p:nvSpPr>
        <p:spPr bwMode="auto">
          <a:xfrm>
            <a:off x="3901440" y="4597400"/>
            <a:ext cx="880110" cy="1016635"/>
          </a:xfrm>
          <a:custGeom>
            <a:avLst/>
            <a:gdLst>
              <a:gd name="T0" fmla="*/ 1130 w 2260"/>
              <a:gd name="T1" fmla="*/ 0 h 2610"/>
              <a:gd name="T2" fmla="*/ 1695 w 2260"/>
              <a:gd name="T3" fmla="*/ 326 h 2610"/>
              <a:gd name="T4" fmla="*/ 2260 w 2260"/>
              <a:gd name="T5" fmla="*/ 652 h 2610"/>
              <a:gd name="T6" fmla="*/ 2260 w 2260"/>
              <a:gd name="T7" fmla="*/ 1305 h 2610"/>
              <a:gd name="T8" fmla="*/ 2260 w 2260"/>
              <a:gd name="T9" fmla="*/ 1957 h 2610"/>
              <a:gd name="T10" fmla="*/ 1695 w 2260"/>
              <a:gd name="T11" fmla="*/ 2283 h 2610"/>
              <a:gd name="T12" fmla="*/ 1130 w 2260"/>
              <a:gd name="T13" fmla="*/ 2610 h 2610"/>
              <a:gd name="T14" fmla="*/ 565 w 2260"/>
              <a:gd name="T15" fmla="*/ 2283 h 2610"/>
              <a:gd name="T16" fmla="*/ 0 w 2260"/>
              <a:gd name="T17" fmla="*/ 1957 h 2610"/>
              <a:gd name="T18" fmla="*/ 0 w 2260"/>
              <a:gd name="T19" fmla="*/ 1305 h 2610"/>
              <a:gd name="T20" fmla="*/ 0 w 2260"/>
              <a:gd name="T21" fmla="*/ 652 h 2610"/>
              <a:gd name="T22" fmla="*/ 565 w 2260"/>
              <a:gd name="T23" fmla="*/ 326 h 2610"/>
              <a:gd name="T24" fmla="*/ 1130 w 2260"/>
              <a:gd name="T25" fmla="*/ 0 h 26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260" h="2610">
                <a:moveTo>
                  <a:pt x="1130" y="0"/>
                </a:moveTo>
                <a:lnTo>
                  <a:pt x="1695" y="326"/>
                </a:lnTo>
                <a:lnTo>
                  <a:pt x="2260" y="652"/>
                </a:lnTo>
                <a:lnTo>
                  <a:pt x="2260" y="1305"/>
                </a:lnTo>
                <a:lnTo>
                  <a:pt x="2260" y="1957"/>
                </a:lnTo>
                <a:lnTo>
                  <a:pt x="1695" y="2283"/>
                </a:lnTo>
                <a:lnTo>
                  <a:pt x="1130" y="2610"/>
                </a:lnTo>
                <a:lnTo>
                  <a:pt x="565" y="2283"/>
                </a:lnTo>
                <a:lnTo>
                  <a:pt x="0" y="1957"/>
                </a:lnTo>
                <a:lnTo>
                  <a:pt x="0" y="1305"/>
                </a:lnTo>
                <a:lnTo>
                  <a:pt x="0" y="652"/>
                </a:lnTo>
                <a:lnTo>
                  <a:pt x="565" y="326"/>
                </a:lnTo>
                <a:lnTo>
                  <a:pt x="1130" y="0"/>
                </a:lnTo>
                <a:close/>
              </a:path>
            </a:pathLst>
          </a:custGeom>
          <a:solidFill>
            <a:schemeClr val="accent2"/>
          </a:solidFill>
          <a:ln w="25400" cap="flat" cmpd="sng" algn="ctr">
            <a:noFill/>
            <a:prstDash val="solid"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sz="1600" kern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7" name="Freeform 13"/>
          <p:cNvSpPr>
            <a:spLocks noEditPoints="1"/>
          </p:cNvSpPr>
          <p:nvPr>
            <p:custDataLst>
              <p:tags r:id="rId9"/>
            </p:custDataLst>
          </p:nvPr>
        </p:nvSpPr>
        <p:spPr bwMode="auto">
          <a:xfrm>
            <a:off x="4161155" y="4913630"/>
            <a:ext cx="392430" cy="387350"/>
          </a:xfrm>
          <a:custGeom>
            <a:avLst/>
            <a:gdLst>
              <a:gd name="T0" fmla="*/ 909 w 1006"/>
              <a:gd name="T1" fmla="*/ 858 h 995"/>
              <a:gd name="T2" fmla="*/ 805 w 1006"/>
              <a:gd name="T3" fmla="*/ 858 h 995"/>
              <a:gd name="T4" fmla="*/ 969 w 1006"/>
              <a:gd name="T5" fmla="*/ 97 h 995"/>
              <a:gd name="T6" fmla="*/ 834 w 1006"/>
              <a:gd name="T7" fmla="*/ 0 h 995"/>
              <a:gd name="T8" fmla="*/ 472 w 1006"/>
              <a:gd name="T9" fmla="*/ 323 h 995"/>
              <a:gd name="T10" fmla="*/ 421 w 1006"/>
              <a:gd name="T11" fmla="*/ 397 h 995"/>
              <a:gd name="T12" fmla="*/ 376 w 1006"/>
              <a:gd name="T13" fmla="*/ 419 h 995"/>
              <a:gd name="T14" fmla="*/ 381 w 1006"/>
              <a:gd name="T15" fmla="*/ 556 h 995"/>
              <a:gd name="T16" fmla="*/ 89 w 1006"/>
              <a:gd name="T17" fmla="*/ 810 h 995"/>
              <a:gd name="T18" fmla="*/ 57 w 1006"/>
              <a:gd name="T19" fmla="*/ 995 h 995"/>
              <a:gd name="T20" fmla="*/ 208 w 1006"/>
              <a:gd name="T21" fmla="*/ 844 h 995"/>
              <a:gd name="T22" fmla="*/ 445 w 1006"/>
              <a:gd name="T23" fmla="*/ 621 h 995"/>
              <a:gd name="T24" fmla="*/ 578 w 1006"/>
              <a:gd name="T25" fmla="*/ 621 h 995"/>
              <a:gd name="T26" fmla="*/ 616 w 1006"/>
              <a:gd name="T27" fmla="*/ 537 h 995"/>
              <a:gd name="T28" fmla="*/ 674 w 1006"/>
              <a:gd name="T29" fmla="*/ 525 h 995"/>
              <a:gd name="T30" fmla="*/ 969 w 1006"/>
              <a:gd name="T31" fmla="*/ 97 h 995"/>
              <a:gd name="T32" fmla="*/ 392 w 1006"/>
              <a:gd name="T33" fmla="*/ 325 h 995"/>
              <a:gd name="T34" fmla="*/ 404 w 1006"/>
              <a:gd name="T35" fmla="*/ 312 h 995"/>
              <a:gd name="T36" fmla="*/ 436 w 1006"/>
              <a:gd name="T37" fmla="*/ 281 h 995"/>
              <a:gd name="T38" fmla="*/ 215 w 1006"/>
              <a:gd name="T39" fmla="*/ 1 h 995"/>
              <a:gd name="T40" fmla="*/ 280 w 1006"/>
              <a:gd name="T41" fmla="*/ 160 h 995"/>
              <a:gd name="T42" fmla="*/ 21 w 1006"/>
              <a:gd name="T43" fmla="*/ 195 h 995"/>
              <a:gd name="T44" fmla="*/ 232 w 1006"/>
              <a:gd name="T45" fmla="*/ 447 h 995"/>
              <a:gd name="T46" fmla="*/ 303 w 1006"/>
              <a:gd name="T47" fmla="*/ 433 h 995"/>
              <a:gd name="T48" fmla="*/ 363 w 1006"/>
              <a:gd name="T49" fmla="*/ 354 h 995"/>
              <a:gd name="T50" fmla="*/ 672 w 1006"/>
              <a:gd name="T51" fmla="*/ 606 h 995"/>
              <a:gd name="T52" fmla="*/ 617 w 1006"/>
              <a:gd name="T53" fmla="*/ 660 h 995"/>
              <a:gd name="T54" fmla="*/ 741 w 1006"/>
              <a:gd name="T55" fmla="*/ 871 h 995"/>
              <a:gd name="T56" fmla="*/ 869 w 1006"/>
              <a:gd name="T57" fmla="*/ 995 h 995"/>
              <a:gd name="T58" fmla="*/ 980 w 1006"/>
              <a:gd name="T59" fmla="*/ 825 h 995"/>
              <a:gd name="T60" fmla="*/ 702 w 1006"/>
              <a:gd name="T61" fmla="*/ 576 h 995"/>
              <a:gd name="T62" fmla="*/ 658 w 1006"/>
              <a:gd name="T63" fmla="*/ 579 h 9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006" h="995">
                <a:moveTo>
                  <a:pt x="857" y="806"/>
                </a:moveTo>
                <a:cubicBezTo>
                  <a:pt x="886" y="806"/>
                  <a:pt x="909" y="829"/>
                  <a:pt x="909" y="858"/>
                </a:cubicBezTo>
                <a:cubicBezTo>
                  <a:pt x="909" y="887"/>
                  <a:pt x="886" y="910"/>
                  <a:pt x="857" y="910"/>
                </a:cubicBezTo>
                <a:cubicBezTo>
                  <a:pt x="828" y="910"/>
                  <a:pt x="805" y="887"/>
                  <a:pt x="805" y="858"/>
                </a:cubicBezTo>
                <a:cubicBezTo>
                  <a:pt x="805" y="829"/>
                  <a:pt x="828" y="806"/>
                  <a:pt x="857" y="806"/>
                </a:cubicBezTo>
                <a:close/>
                <a:moveTo>
                  <a:pt x="969" y="97"/>
                </a:moveTo>
                <a:lnTo>
                  <a:pt x="900" y="28"/>
                </a:lnTo>
                <a:cubicBezTo>
                  <a:pt x="882" y="9"/>
                  <a:pt x="858" y="0"/>
                  <a:pt x="834" y="0"/>
                </a:cubicBezTo>
                <a:cubicBezTo>
                  <a:pt x="810" y="0"/>
                  <a:pt x="786" y="9"/>
                  <a:pt x="767" y="28"/>
                </a:cubicBezTo>
                <a:lnTo>
                  <a:pt x="472" y="323"/>
                </a:lnTo>
                <a:cubicBezTo>
                  <a:pt x="481" y="340"/>
                  <a:pt x="475" y="367"/>
                  <a:pt x="460" y="381"/>
                </a:cubicBezTo>
                <a:cubicBezTo>
                  <a:pt x="451" y="391"/>
                  <a:pt x="435" y="397"/>
                  <a:pt x="421" y="397"/>
                </a:cubicBezTo>
                <a:cubicBezTo>
                  <a:pt x="414" y="397"/>
                  <a:pt x="408" y="396"/>
                  <a:pt x="402" y="393"/>
                </a:cubicBezTo>
                <a:lnTo>
                  <a:pt x="376" y="419"/>
                </a:lnTo>
                <a:cubicBezTo>
                  <a:pt x="340" y="455"/>
                  <a:pt x="340" y="515"/>
                  <a:pt x="376" y="552"/>
                </a:cubicBezTo>
                <a:lnTo>
                  <a:pt x="381" y="556"/>
                </a:lnTo>
                <a:lnTo>
                  <a:pt x="151" y="787"/>
                </a:lnTo>
                <a:lnTo>
                  <a:pt x="89" y="810"/>
                </a:lnTo>
                <a:lnTo>
                  <a:pt x="0" y="938"/>
                </a:lnTo>
                <a:lnTo>
                  <a:pt x="57" y="995"/>
                </a:lnTo>
                <a:lnTo>
                  <a:pt x="185" y="906"/>
                </a:lnTo>
                <a:lnTo>
                  <a:pt x="208" y="844"/>
                </a:lnTo>
                <a:lnTo>
                  <a:pt x="439" y="614"/>
                </a:lnTo>
                <a:lnTo>
                  <a:pt x="445" y="621"/>
                </a:lnTo>
                <a:cubicBezTo>
                  <a:pt x="464" y="639"/>
                  <a:pt x="488" y="648"/>
                  <a:pt x="512" y="648"/>
                </a:cubicBezTo>
                <a:cubicBezTo>
                  <a:pt x="536" y="648"/>
                  <a:pt x="560" y="639"/>
                  <a:pt x="578" y="621"/>
                </a:cubicBezTo>
                <a:lnTo>
                  <a:pt x="604" y="595"/>
                </a:lnTo>
                <a:cubicBezTo>
                  <a:pt x="596" y="577"/>
                  <a:pt x="602" y="551"/>
                  <a:pt x="616" y="537"/>
                </a:cubicBezTo>
                <a:cubicBezTo>
                  <a:pt x="626" y="527"/>
                  <a:pt x="642" y="521"/>
                  <a:pt x="656" y="521"/>
                </a:cubicBezTo>
                <a:cubicBezTo>
                  <a:pt x="662" y="521"/>
                  <a:pt x="669" y="522"/>
                  <a:pt x="674" y="525"/>
                </a:cubicBezTo>
                <a:lnTo>
                  <a:pt x="969" y="230"/>
                </a:lnTo>
                <a:cubicBezTo>
                  <a:pt x="1006" y="193"/>
                  <a:pt x="1006" y="133"/>
                  <a:pt x="969" y="97"/>
                </a:cubicBezTo>
                <a:close/>
                <a:moveTo>
                  <a:pt x="363" y="354"/>
                </a:moveTo>
                <a:lnTo>
                  <a:pt x="392" y="325"/>
                </a:lnTo>
                <a:lnTo>
                  <a:pt x="418" y="338"/>
                </a:lnTo>
                <a:lnTo>
                  <a:pt x="404" y="312"/>
                </a:lnTo>
                <a:lnTo>
                  <a:pt x="433" y="284"/>
                </a:lnTo>
                <a:lnTo>
                  <a:pt x="436" y="281"/>
                </a:lnTo>
                <a:cubicBezTo>
                  <a:pt x="442" y="264"/>
                  <a:pt x="446" y="248"/>
                  <a:pt x="446" y="233"/>
                </a:cubicBezTo>
                <a:cubicBezTo>
                  <a:pt x="446" y="115"/>
                  <a:pt x="333" y="0"/>
                  <a:pt x="215" y="1"/>
                </a:cubicBezTo>
                <a:cubicBezTo>
                  <a:pt x="214" y="1"/>
                  <a:pt x="201" y="15"/>
                  <a:pt x="193" y="22"/>
                </a:cubicBezTo>
                <a:cubicBezTo>
                  <a:pt x="288" y="117"/>
                  <a:pt x="280" y="102"/>
                  <a:pt x="280" y="160"/>
                </a:cubicBezTo>
                <a:cubicBezTo>
                  <a:pt x="280" y="207"/>
                  <a:pt x="205" y="282"/>
                  <a:pt x="159" y="282"/>
                </a:cubicBezTo>
                <a:cubicBezTo>
                  <a:pt x="99" y="282"/>
                  <a:pt x="118" y="291"/>
                  <a:pt x="21" y="195"/>
                </a:cubicBezTo>
                <a:cubicBezTo>
                  <a:pt x="14" y="202"/>
                  <a:pt x="0" y="215"/>
                  <a:pt x="0" y="216"/>
                </a:cubicBezTo>
                <a:cubicBezTo>
                  <a:pt x="2" y="334"/>
                  <a:pt x="113" y="447"/>
                  <a:pt x="232" y="447"/>
                </a:cubicBezTo>
                <a:cubicBezTo>
                  <a:pt x="253" y="447"/>
                  <a:pt x="276" y="440"/>
                  <a:pt x="299" y="429"/>
                </a:cubicBezTo>
                <a:lnTo>
                  <a:pt x="303" y="433"/>
                </a:lnTo>
                <a:cubicBezTo>
                  <a:pt x="310" y="414"/>
                  <a:pt x="322" y="395"/>
                  <a:pt x="337" y="380"/>
                </a:cubicBezTo>
                <a:lnTo>
                  <a:pt x="363" y="354"/>
                </a:lnTo>
                <a:close/>
                <a:moveTo>
                  <a:pt x="658" y="579"/>
                </a:moveTo>
                <a:lnTo>
                  <a:pt x="672" y="606"/>
                </a:lnTo>
                <a:lnTo>
                  <a:pt x="644" y="634"/>
                </a:lnTo>
                <a:lnTo>
                  <a:pt x="617" y="660"/>
                </a:lnTo>
                <a:cubicBezTo>
                  <a:pt x="602" y="675"/>
                  <a:pt x="584" y="687"/>
                  <a:pt x="564" y="694"/>
                </a:cubicBezTo>
                <a:lnTo>
                  <a:pt x="741" y="871"/>
                </a:lnTo>
                <a:lnTo>
                  <a:pt x="824" y="983"/>
                </a:lnTo>
                <a:lnTo>
                  <a:pt x="869" y="995"/>
                </a:lnTo>
                <a:lnTo>
                  <a:pt x="992" y="871"/>
                </a:lnTo>
                <a:lnTo>
                  <a:pt x="980" y="825"/>
                </a:lnTo>
                <a:lnTo>
                  <a:pt x="869" y="743"/>
                </a:lnTo>
                <a:lnTo>
                  <a:pt x="702" y="576"/>
                </a:lnTo>
                <a:lnTo>
                  <a:pt x="685" y="592"/>
                </a:lnTo>
                <a:lnTo>
                  <a:pt x="658" y="5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vert="horz" wrap="square" lIns="68571" tIns="34285" rIns="68571" bIns="34285" numCol="1" anchor="t" anchorCtr="0" compatLnSpc="1"/>
          <a:lstStyle/>
          <a:p>
            <a:endParaRPr lang="zh-CN" altLang="en-US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1" name="TextBox 76"/>
          <p:cNvSpPr txBox="1"/>
          <p:nvPr>
            <p:custDataLst>
              <p:tags r:id="rId10"/>
            </p:custDataLst>
          </p:nvPr>
        </p:nvSpPr>
        <p:spPr>
          <a:xfrm>
            <a:off x="2377440" y="4726305"/>
            <a:ext cx="10731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酒店</a:t>
            </a:r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2" name="文本框 121"/>
          <p:cNvSpPr txBox="1"/>
          <p:nvPr>
            <p:custDataLst>
              <p:tags r:id="rId11"/>
            </p:custDataLst>
          </p:nvPr>
        </p:nvSpPr>
        <p:spPr>
          <a:xfrm>
            <a:off x="1232535" y="5034915"/>
            <a:ext cx="224853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提供就餐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服务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4" name="Freeform 11"/>
          <p:cNvSpPr/>
          <p:nvPr>
            <p:custDataLst>
              <p:tags r:id="rId12"/>
            </p:custDataLst>
          </p:nvPr>
        </p:nvSpPr>
        <p:spPr bwMode="auto">
          <a:xfrm>
            <a:off x="7960995" y="4596130"/>
            <a:ext cx="877570" cy="1014730"/>
          </a:xfrm>
          <a:custGeom>
            <a:avLst/>
            <a:gdLst>
              <a:gd name="T0" fmla="*/ 1130 w 2260"/>
              <a:gd name="T1" fmla="*/ 0 h 2609"/>
              <a:gd name="T2" fmla="*/ 1695 w 2260"/>
              <a:gd name="T3" fmla="*/ 326 h 2609"/>
              <a:gd name="T4" fmla="*/ 2260 w 2260"/>
              <a:gd name="T5" fmla="*/ 652 h 2609"/>
              <a:gd name="T6" fmla="*/ 2260 w 2260"/>
              <a:gd name="T7" fmla="*/ 1305 h 2609"/>
              <a:gd name="T8" fmla="*/ 2260 w 2260"/>
              <a:gd name="T9" fmla="*/ 1957 h 2609"/>
              <a:gd name="T10" fmla="*/ 1695 w 2260"/>
              <a:gd name="T11" fmla="*/ 2283 h 2609"/>
              <a:gd name="T12" fmla="*/ 1130 w 2260"/>
              <a:gd name="T13" fmla="*/ 2609 h 2609"/>
              <a:gd name="T14" fmla="*/ 565 w 2260"/>
              <a:gd name="T15" fmla="*/ 2283 h 2609"/>
              <a:gd name="T16" fmla="*/ 0 w 2260"/>
              <a:gd name="T17" fmla="*/ 1957 h 2609"/>
              <a:gd name="T18" fmla="*/ 0 w 2260"/>
              <a:gd name="T19" fmla="*/ 1305 h 2609"/>
              <a:gd name="T20" fmla="*/ 0 w 2260"/>
              <a:gd name="T21" fmla="*/ 652 h 2609"/>
              <a:gd name="T22" fmla="*/ 565 w 2260"/>
              <a:gd name="T23" fmla="*/ 326 h 2609"/>
              <a:gd name="T24" fmla="*/ 1130 w 2260"/>
              <a:gd name="T25" fmla="*/ 0 h 26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260" h="2609">
                <a:moveTo>
                  <a:pt x="1130" y="0"/>
                </a:moveTo>
                <a:lnTo>
                  <a:pt x="1695" y="326"/>
                </a:lnTo>
                <a:lnTo>
                  <a:pt x="2260" y="652"/>
                </a:lnTo>
                <a:lnTo>
                  <a:pt x="2260" y="1305"/>
                </a:lnTo>
                <a:lnTo>
                  <a:pt x="2260" y="1957"/>
                </a:lnTo>
                <a:lnTo>
                  <a:pt x="1695" y="2283"/>
                </a:lnTo>
                <a:lnTo>
                  <a:pt x="1130" y="2609"/>
                </a:lnTo>
                <a:lnTo>
                  <a:pt x="565" y="2283"/>
                </a:lnTo>
                <a:lnTo>
                  <a:pt x="0" y="1957"/>
                </a:lnTo>
                <a:lnTo>
                  <a:pt x="0" y="1305"/>
                </a:lnTo>
                <a:lnTo>
                  <a:pt x="0" y="652"/>
                </a:lnTo>
                <a:lnTo>
                  <a:pt x="565" y="326"/>
                </a:lnTo>
                <a:lnTo>
                  <a:pt x="1130" y="0"/>
                </a:lnTo>
                <a:close/>
              </a:path>
            </a:pathLst>
          </a:custGeom>
          <a:solidFill>
            <a:schemeClr val="accent2"/>
          </a:solidFill>
          <a:ln w="25400" cap="flat" cmpd="sng" algn="ctr">
            <a:noFill/>
            <a:prstDash val="solid"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sz="1600" kern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9" name="Freeform 36"/>
          <p:cNvSpPr>
            <a:spLocks noEditPoints="1"/>
          </p:cNvSpPr>
          <p:nvPr>
            <p:custDataLst>
              <p:tags r:id="rId13"/>
            </p:custDataLst>
          </p:nvPr>
        </p:nvSpPr>
        <p:spPr bwMode="auto">
          <a:xfrm>
            <a:off x="8241030" y="4903470"/>
            <a:ext cx="205105" cy="136525"/>
          </a:xfrm>
          <a:custGeom>
            <a:avLst/>
            <a:gdLst>
              <a:gd name="T0" fmla="*/ 133 w 372"/>
              <a:gd name="T1" fmla="*/ 185 h 247"/>
              <a:gd name="T2" fmla="*/ 118 w 372"/>
              <a:gd name="T3" fmla="*/ 152 h 247"/>
              <a:gd name="T4" fmla="*/ 136 w 372"/>
              <a:gd name="T5" fmla="*/ 115 h 247"/>
              <a:gd name="T6" fmla="*/ 180 w 372"/>
              <a:gd name="T7" fmla="*/ 100 h 247"/>
              <a:gd name="T8" fmla="*/ 180 w 372"/>
              <a:gd name="T9" fmla="*/ 84 h 247"/>
              <a:gd name="T10" fmla="*/ 205 w 372"/>
              <a:gd name="T11" fmla="*/ 84 h 247"/>
              <a:gd name="T12" fmla="*/ 205 w 372"/>
              <a:gd name="T13" fmla="*/ 99 h 247"/>
              <a:gd name="T14" fmla="*/ 246 w 372"/>
              <a:gd name="T15" fmla="*/ 114 h 247"/>
              <a:gd name="T16" fmla="*/ 263 w 372"/>
              <a:gd name="T17" fmla="*/ 152 h 247"/>
              <a:gd name="T18" fmla="*/ 221 w 372"/>
              <a:gd name="T19" fmla="*/ 152 h 247"/>
              <a:gd name="T20" fmla="*/ 215 w 372"/>
              <a:gd name="T21" fmla="*/ 136 h 247"/>
              <a:gd name="T22" fmla="*/ 167 w 372"/>
              <a:gd name="T23" fmla="*/ 134 h 247"/>
              <a:gd name="T24" fmla="*/ 167 w 372"/>
              <a:gd name="T25" fmla="*/ 156 h 247"/>
              <a:gd name="T26" fmla="*/ 217 w 372"/>
              <a:gd name="T27" fmla="*/ 171 h 247"/>
              <a:gd name="T28" fmla="*/ 251 w 372"/>
              <a:gd name="T29" fmla="*/ 188 h 247"/>
              <a:gd name="T30" fmla="*/ 266 w 372"/>
              <a:gd name="T31" fmla="*/ 223 h 247"/>
              <a:gd name="T32" fmla="*/ 265 w 372"/>
              <a:gd name="T33" fmla="*/ 234 h 247"/>
              <a:gd name="T34" fmla="*/ 259 w 372"/>
              <a:gd name="T35" fmla="*/ 246 h 247"/>
              <a:gd name="T36" fmla="*/ 222 w 372"/>
              <a:gd name="T37" fmla="*/ 230 h 247"/>
              <a:gd name="T38" fmla="*/ 217 w 372"/>
              <a:gd name="T39" fmla="*/ 217 h 247"/>
              <a:gd name="T40" fmla="*/ 133 w 372"/>
              <a:gd name="T41" fmla="*/ 185 h 247"/>
              <a:gd name="T42" fmla="*/ 191 w 372"/>
              <a:gd name="T43" fmla="*/ 39 h 247"/>
              <a:gd name="T44" fmla="*/ 83 w 372"/>
              <a:gd name="T45" fmla="*/ 83 h 247"/>
              <a:gd name="T46" fmla="*/ 39 w 372"/>
              <a:gd name="T47" fmla="*/ 191 h 247"/>
              <a:gd name="T48" fmla="*/ 44 w 372"/>
              <a:gd name="T49" fmla="*/ 231 h 247"/>
              <a:gd name="T50" fmla="*/ 9 w 372"/>
              <a:gd name="T51" fmla="*/ 247 h 247"/>
              <a:gd name="T52" fmla="*/ 0 w 372"/>
              <a:gd name="T53" fmla="*/ 191 h 247"/>
              <a:gd name="T54" fmla="*/ 56 w 372"/>
              <a:gd name="T55" fmla="*/ 56 h 247"/>
              <a:gd name="T56" fmla="*/ 191 w 372"/>
              <a:gd name="T57" fmla="*/ 0 h 247"/>
              <a:gd name="T58" fmla="*/ 326 w 372"/>
              <a:gd name="T59" fmla="*/ 56 h 247"/>
              <a:gd name="T60" fmla="*/ 372 w 372"/>
              <a:gd name="T61" fmla="*/ 132 h 247"/>
              <a:gd name="T62" fmla="*/ 339 w 372"/>
              <a:gd name="T63" fmla="*/ 152 h 247"/>
              <a:gd name="T64" fmla="*/ 299 w 372"/>
              <a:gd name="T65" fmla="*/ 83 h 247"/>
              <a:gd name="T66" fmla="*/ 191 w 372"/>
              <a:gd name="T67" fmla="*/ 39 h 2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72" h="247">
                <a:moveTo>
                  <a:pt x="133" y="185"/>
                </a:moveTo>
                <a:cubicBezTo>
                  <a:pt x="123" y="177"/>
                  <a:pt x="118" y="166"/>
                  <a:pt x="118" y="152"/>
                </a:cubicBezTo>
                <a:cubicBezTo>
                  <a:pt x="118" y="136"/>
                  <a:pt x="124" y="124"/>
                  <a:pt x="136" y="115"/>
                </a:cubicBezTo>
                <a:cubicBezTo>
                  <a:pt x="147" y="105"/>
                  <a:pt x="160" y="100"/>
                  <a:pt x="180" y="100"/>
                </a:cubicBezTo>
                <a:cubicBezTo>
                  <a:pt x="180" y="84"/>
                  <a:pt x="180" y="84"/>
                  <a:pt x="180" y="84"/>
                </a:cubicBezTo>
                <a:cubicBezTo>
                  <a:pt x="205" y="84"/>
                  <a:pt x="205" y="84"/>
                  <a:pt x="205" y="84"/>
                </a:cubicBezTo>
                <a:cubicBezTo>
                  <a:pt x="205" y="99"/>
                  <a:pt x="205" y="99"/>
                  <a:pt x="205" y="99"/>
                </a:cubicBezTo>
                <a:cubicBezTo>
                  <a:pt x="224" y="100"/>
                  <a:pt x="235" y="104"/>
                  <a:pt x="246" y="114"/>
                </a:cubicBezTo>
                <a:cubicBezTo>
                  <a:pt x="257" y="123"/>
                  <a:pt x="262" y="136"/>
                  <a:pt x="263" y="152"/>
                </a:cubicBezTo>
                <a:cubicBezTo>
                  <a:pt x="221" y="152"/>
                  <a:pt x="221" y="152"/>
                  <a:pt x="221" y="152"/>
                </a:cubicBezTo>
                <a:cubicBezTo>
                  <a:pt x="220" y="145"/>
                  <a:pt x="218" y="140"/>
                  <a:pt x="215" y="136"/>
                </a:cubicBezTo>
                <a:cubicBezTo>
                  <a:pt x="208" y="128"/>
                  <a:pt x="176" y="128"/>
                  <a:pt x="167" y="134"/>
                </a:cubicBezTo>
                <a:cubicBezTo>
                  <a:pt x="161" y="139"/>
                  <a:pt x="160" y="151"/>
                  <a:pt x="167" y="156"/>
                </a:cubicBezTo>
                <a:cubicBezTo>
                  <a:pt x="175" y="162"/>
                  <a:pt x="205" y="167"/>
                  <a:pt x="217" y="171"/>
                </a:cubicBezTo>
                <a:cubicBezTo>
                  <a:pt x="232" y="176"/>
                  <a:pt x="244" y="181"/>
                  <a:pt x="251" y="188"/>
                </a:cubicBezTo>
                <a:cubicBezTo>
                  <a:pt x="261" y="197"/>
                  <a:pt x="266" y="208"/>
                  <a:pt x="266" y="223"/>
                </a:cubicBezTo>
                <a:cubicBezTo>
                  <a:pt x="266" y="227"/>
                  <a:pt x="266" y="231"/>
                  <a:pt x="265" y="234"/>
                </a:cubicBezTo>
                <a:cubicBezTo>
                  <a:pt x="263" y="238"/>
                  <a:pt x="261" y="242"/>
                  <a:pt x="259" y="246"/>
                </a:cubicBezTo>
                <a:cubicBezTo>
                  <a:pt x="247" y="240"/>
                  <a:pt x="235" y="235"/>
                  <a:pt x="222" y="230"/>
                </a:cubicBezTo>
                <a:cubicBezTo>
                  <a:pt x="223" y="225"/>
                  <a:pt x="221" y="220"/>
                  <a:pt x="217" y="217"/>
                </a:cubicBezTo>
                <a:cubicBezTo>
                  <a:pt x="200" y="204"/>
                  <a:pt x="158" y="207"/>
                  <a:pt x="133" y="185"/>
                </a:cubicBezTo>
                <a:close/>
                <a:moveTo>
                  <a:pt x="191" y="39"/>
                </a:moveTo>
                <a:cubicBezTo>
                  <a:pt x="149" y="39"/>
                  <a:pt x="111" y="56"/>
                  <a:pt x="83" y="83"/>
                </a:cubicBezTo>
                <a:cubicBezTo>
                  <a:pt x="56" y="111"/>
                  <a:pt x="39" y="149"/>
                  <a:pt x="39" y="191"/>
                </a:cubicBezTo>
                <a:cubicBezTo>
                  <a:pt x="39" y="205"/>
                  <a:pt x="40" y="219"/>
                  <a:pt x="44" y="231"/>
                </a:cubicBezTo>
                <a:cubicBezTo>
                  <a:pt x="32" y="236"/>
                  <a:pt x="20" y="241"/>
                  <a:pt x="9" y="247"/>
                </a:cubicBezTo>
                <a:cubicBezTo>
                  <a:pt x="3" y="229"/>
                  <a:pt x="0" y="210"/>
                  <a:pt x="0" y="191"/>
                </a:cubicBezTo>
                <a:cubicBezTo>
                  <a:pt x="0" y="138"/>
                  <a:pt x="22" y="91"/>
                  <a:pt x="56" y="56"/>
                </a:cubicBezTo>
                <a:cubicBezTo>
                  <a:pt x="91" y="22"/>
                  <a:pt x="138" y="0"/>
                  <a:pt x="191" y="0"/>
                </a:cubicBezTo>
                <a:cubicBezTo>
                  <a:pt x="244" y="0"/>
                  <a:pt x="291" y="22"/>
                  <a:pt x="326" y="56"/>
                </a:cubicBezTo>
                <a:cubicBezTo>
                  <a:pt x="347" y="77"/>
                  <a:pt x="363" y="103"/>
                  <a:pt x="372" y="132"/>
                </a:cubicBezTo>
                <a:cubicBezTo>
                  <a:pt x="361" y="138"/>
                  <a:pt x="349" y="145"/>
                  <a:pt x="339" y="152"/>
                </a:cubicBezTo>
                <a:cubicBezTo>
                  <a:pt x="332" y="126"/>
                  <a:pt x="318" y="102"/>
                  <a:pt x="299" y="83"/>
                </a:cubicBezTo>
                <a:cubicBezTo>
                  <a:pt x="271" y="56"/>
                  <a:pt x="233" y="39"/>
                  <a:pt x="191" y="3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68589" tIns="34295" rIns="68589" bIns="34295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0" name="Freeform 37"/>
          <p:cNvSpPr>
            <a:spLocks noEditPoints="1"/>
          </p:cNvSpPr>
          <p:nvPr>
            <p:custDataLst>
              <p:tags r:id="rId14"/>
            </p:custDataLst>
          </p:nvPr>
        </p:nvSpPr>
        <p:spPr bwMode="auto">
          <a:xfrm>
            <a:off x="8402320" y="4984750"/>
            <a:ext cx="213995" cy="224155"/>
          </a:xfrm>
          <a:custGeom>
            <a:avLst/>
            <a:gdLst>
              <a:gd name="T0" fmla="*/ 41 w 388"/>
              <a:gd name="T1" fmla="*/ 59 h 406"/>
              <a:gd name="T2" fmla="*/ 185 w 388"/>
              <a:gd name="T3" fmla="*/ 0 h 406"/>
              <a:gd name="T4" fmla="*/ 329 w 388"/>
              <a:gd name="T5" fmla="*/ 59 h 406"/>
              <a:gd name="T6" fmla="*/ 388 w 388"/>
              <a:gd name="T7" fmla="*/ 203 h 406"/>
              <a:gd name="T8" fmla="*/ 329 w 388"/>
              <a:gd name="T9" fmla="*/ 347 h 406"/>
              <a:gd name="T10" fmla="*/ 185 w 388"/>
              <a:gd name="T11" fmla="*/ 406 h 406"/>
              <a:gd name="T12" fmla="*/ 111 w 388"/>
              <a:gd name="T13" fmla="*/ 393 h 406"/>
              <a:gd name="T14" fmla="*/ 116 w 388"/>
              <a:gd name="T15" fmla="*/ 342 h 406"/>
              <a:gd name="T16" fmla="*/ 36 w 388"/>
              <a:gd name="T17" fmla="*/ 149 h 406"/>
              <a:gd name="T18" fmla="*/ 0 w 388"/>
              <a:gd name="T19" fmla="*/ 119 h 406"/>
              <a:gd name="T20" fmla="*/ 41 w 388"/>
              <a:gd name="T21" fmla="*/ 59 h 406"/>
              <a:gd name="T22" fmla="*/ 123 w 388"/>
              <a:gd name="T23" fmla="*/ 197 h 406"/>
              <a:gd name="T24" fmla="*/ 107 w 388"/>
              <a:gd name="T25" fmla="*/ 161 h 406"/>
              <a:gd name="T26" fmla="*/ 126 w 388"/>
              <a:gd name="T27" fmla="*/ 121 h 406"/>
              <a:gd name="T28" fmla="*/ 173 w 388"/>
              <a:gd name="T29" fmla="*/ 105 h 406"/>
              <a:gd name="T30" fmla="*/ 173 w 388"/>
              <a:gd name="T31" fmla="*/ 88 h 406"/>
              <a:gd name="T32" fmla="*/ 200 w 388"/>
              <a:gd name="T33" fmla="*/ 88 h 406"/>
              <a:gd name="T34" fmla="*/ 200 w 388"/>
              <a:gd name="T35" fmla="*/ 104 h 406"/>
              <a:gd name="T36" fmla="*/ 244 w 388"/>
              <a:gd name="T37" fmla="*/ 120 h 406"/>
              <a:gd name="T38" fmla="*/ 262 w 388"/>
              <a:gd name="T39" fmla="*/ 161 h 406"/>
              <a:gd name="T40" fmla="*/ 217 w 388"/>
              <a:gd name="T41" fmla="*/ 161 h 406"/>
              <a:gd name="T42" fmla="*/ 211 w 388"/>
              <a:gd name="T43" fmla="*/ 144 h 406"/>
              <a:gd name="T44" fmla="*/ 160 w 388"/>
              <a:gd name="T45" fmla="*/ 142 h 406"/>
              <a:gd name="T46" fmla="*/ 159 w 388"/>
              <a:gd name="T47" fmla="*/ 165 h 406"/>
              <a:gd name="T48" fmla="*/ 213 w 388"/>
              <a:gd name="T49" fmla="*/ 181 h 406"/>
              <a:gd name="T50" fmla="*/ 250 w 388"/>
              <a:gd name="T51" fmla="*/ 200 h 406"/>
              <a:gd name="T52" fmla="*/ 265 w 388"/>
              <a:gd name="T53" fmla="*/ 237 h 406"/>
              <a:gd name="T54" fmla="*/ 248 w 388"/>
              <a:gd name="T55" fmla="*/ 279 h 406"/>
              <a:gd name="T56" fmla="*/ 198 w 388"/>
              <a:gd name="T57" fmla="*/ 296 h 406"/>
              <a:gd name="T58" fmla="*/ 198 w 388"/>
              <a:gd name="T59" fmla="*/ 318 h 406"/>
              <a:gd name="T60" fmla="*/ 172 w 388"/>
              <a:gd name="T61" fmla="*/ 318 h 406"/>
              <a:gd name="T62" fmla="*/ 172 w 388"/>
              <a:gd name="T63" fmla="*/ 296 h 406"/>
              <a:gd name="T64" fmla="*/ 123 w 388"/>
              <a:gd name="T65" fmla="*/ 279 h 406"/>
              <a:gd name="T66" fmla="*/ 105 w 388"/>
              <a:gd name="T67" fmla="*/ 233 h 406"/>
              <a:gd name="T68" fmla="*/ 152 w 388"/>
              <a:gd name="T69" fmla="*/ 233 h 406"/>
              <a:gd name="T70" fmla="*/ 158 w 388"/>
              <a:gd name="T71" fmla="*/ 254 h 406"/>
              <a:gd name="T72" fmla="*/ 212 w 388"/>
              <a:gd name="T73" fmla="*/ 256 h 406"/>
              <a:gd name="T74" fmla="*/ 213 w 388"/>
              <a:gd name="T75" fmla="*/ 231 h 406"/>
              <a:gd name="T76" fmla="*/ 123 w 388"/>
              <a:gd name="T77" fmla="*/ 197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88" h="406">
                <a:moveTo>
                  <a:pt x="41" y="59"/>
                </a:moveTo>
                <a:cubicBezTo>
                  <a:pt x="78" y="22"/>
                  <a:pt x="129" y="0"/>
                  <a:pt x="185" y="0"/>
                </a:cubicBezTo>
                <a:cubicBezTo>
                  <a:pt x="241" y="0"/>
                  <a:pt x="292" y="22"/>
                  <a:pt x="329" y="59"/>
                </a:cubicBezTo>
                <a:cubicBezTo>
                  <a:pt x="366" y="96"/>
                  <a:pt x="388" y="147"/>
                  <a:pt x="388" y="203"/>
                </a:cubicBezTo>
                <a:cubicBezTo>
                  <a:pt x="388" y="259"/>
                  <a:pt x="366" y="310"/>
                  <a:pt x="329" y="347"/>
                </a:cubicBezTo>
                <a:cubicBezTo>
                  <a:pt x="292" y="384"/>
                  <a:pt x="241" y="406"/>
                  <a:pt x="185" y="406"/>
                </a:cubicBezTo>
                <a:cubicBezTo>
                  <a:pt x="159" y="406"/>
                  <a:pt x="134" y="401"/>
                  <a:pt x="111" y="393"/>
                </a:cubicBezTo>
                <a:cubicBezTo>
                  <a:pt x="114" y="376"/>
                  <a:pt x="116" y="359"/>
                  <a:pt x="116" y="342"/>
                </a:cubicBezTo>
                <a:cubicBezTo>
                  <a:pt x="116" y="270"/>
                  <a:pt x="87" y="200"/>
                  <a:pt x="36" y="149"/>
                </a:cubicBezTo>
                <a:cubicBezTo>
                  <a:pt x="25" y="138"/>
                  <a:pt x="13" y="128"/>
                  <a:pt x="0" y="119"/>
                </a:cubicBezTo>
                <a:cubicBezTo>
                  <a:pt x="10" y="96"/>
                  <a:pt x="24" y="76"/>
                  <a:pt x="41" y="59"/>
                </a:cubicBezTo>
                <a:close/>
                <a:moveTo>
                  <a:pt x="123" y="197"/>
                </a:moveTo>
                <a:cubicBezTo>
                  <a:pt x="112" y="188"/>
                  <a:pt x="107" y="176"/>
                  <a:pt x="107" y="161"/>
                </a:cubicBezTo>
                <a:cubicBezTo>
                  <a:pt x="107" y="144"/>
                  <a:pt x="113" y="131"/>
                  <a:pt x="126" y="121"/>
                </a:cubicBezTo>
                <a:cubicBezTo>
                  <a:pt x="138" y="111"/>
                  <a:pt x="152" y="105"/>
                  <a:pt x="173" y="105"/>
                </a:cubicBezTo>
                <a:cubicBezTo>
                  <a:pt x="173" y="88"/>
                  <a:pt x="173" y="88"/>
                  <a:pt x="173" y="88"/>
                </a:cubicBezTo>
                <a:cubicBezTo>
                  <a:pt x="200" y="88"/>
                  <a:pt x="200" y="88"/>
                  <a:pt x="200" y="88"/>
                </a:cubicBezTo>
                <a:cubicBezTo>
                  <a:pt x="200" y="104"/>
                  <a:pt x="200" y="104"/>
                  <a:pt x="200" y="104"/>
                </a:cubicBezTo>
                <a:cubicBezTo>
                  <a:pt x="220" y="105"/>
                  <a:pt x="233" y="110"/>
                  <a:pt x="244" y="120"/>
                </a:cubicBezTo>
                <a:cubicBezTo>
                  <a:pt x="255" y="130"/>
                  <a:pt x="261" y="143"/>
                  <a:pt x="262" y="161"/>
                </a:cubicBezTo>
                <a:cubicBezTo>
                  <a:pt x="217" y="161"/>
                  <a:pt x="217" y="161"/>
                  <a:pt x="217" y="161"/>
                </a:cubicBezTo>
                <a:cubicBezTo>
                  <a:pt x="216" y="154"/>
                  <a:pt x="214" y="148"/>
                  <a:pt x="211" y="144"/>
                </a:cubicBezTo>
                <a:cubicBezTo>
                  <a:pt x="203" y="135"/>
                  <a:pt x="168" y="135"/>
                  <a:pt x="160" y="142"/>
                </a:cubicBezTo>
                <a:cubicBezTo>
                  <a:pt x="152" y="147"/>
                  <a:pt x="152" y="160"/>
                  <a:pt x="159" y="165"/>
                </a:cubicBezTo>
                <a:cubicBezTo>
                  <a:pt x="168" y="172"/>
                  <a:pt x="200" y="177"/>
                  <a:pt x="213" y="181"/>
                </a:cubicBezTo>
                <a:cubicBezTo>
                  <a:pt x="229" y="186"/>
                  <a:pt x="242" y="193"/>
                  <a:pt x="250" y="200"/>
                </a:cubicBezTo>
                <a:cubicBezTo>
                  <a:pt x="260" y="209"/>
                  <a:pt x="265" y="221"/>
                  <a:pt x="265" y="237"/>
                </a:cubicBezTo>
                <a:cubicBezTo>
                  <a:pt x="265" y="256"/>
                  <a:pt x="260" y="270"/>
                  <a:pt x="248" y="279"/>
                </a:cubicBezTo>
                <a:cubicBezTo>
                  <a:pt x="236" y="289"/>
                  <a:pt x="222" y="295"/>
                  <a:pt x="198" y="296"/>
                </a:cubicBezTo>
                <a:cubicBezTo>
                  <a:pt x="198" y="318"/>
                  <a:pt x="198" y="318"/>
                  <a:pt x="198" y="318"/>
                </a:cubicBezTo>
                <a:cubicBezTo>
                  <a:pt x="172" y="318"/>
                  <a:pt x="172" y="318"/>
                  <a:pt x="172" y="318"/>
                </a:cubicBezTo>
                <a:cubicBezTo>
                  <a:pt x="172" y="296"/>
                  <a:pt x="172" y="296"/>
                  <a:pt x="172" y="296"/>
                </a:cubicBezTo>
                <a:cubicBezTo>
                  <a:pt x="150" y="295"/>
                  <a:pt x="136" y="290"/>
                  <a:pt x="123" y="279"/>
                </a:cubicBezTo>
                <a:cubicBezTo>
                  <a:pt x="111" y="268"/>
                  <a:pt x="105" y="252"/>
                  <a:pt x="105" y="233"/>
                </a:cubicBezTo>
                <a:cubicBezTo>
                  <a:pt x="152" y="233"/>
                  <a:pt x="152" y="233"/>
                  <a:pt x="152" y="233"/>
                </a:cubicBezTo>
                <a:cubicBezTo>
                  <a:pt x="153" y="243"/>
                  <a:pt x="155" y="250"/>
                  <a:pt x="158" y="254"/>
                </a:cubicBezTo>
                <a:cubicBezTo>
                  <a:pt x="167" y="265"/>
                  <a:pt x="203" y="263"/>
                  <a:pt x="212" y="256"/>
                </a:cubicBezTo>
                <a:cubicBezTo>
                  <a:pt x="220" y="251"/>
                  <a:pt x="221" y="237"/>
                  <a:pt x="213" y="231"/>
                </a:cubicBezTo>
                <a:cubicBezTo>
                  <a:pt x="195" y="216"/>
                  <a:pt x="150" y="220"/>
                  <a:pt x="123" y="1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68589" tIns="34295" rIns="68589" bIns="34295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1" name="Freeform 38"/>
          <p:cNvSpPr>
            <a:spLocks noEditPoints="1"/>
          </p:cNvSpPr>
          <p:nvPr>
            <p:custDataLst>
              <p:tags r:id="rId15"/>
            </p:custDataLst>
          </p:nvPr>
        </p:nvSpPr>
        <p:spPr bwMode="auto">
          <a:xfrm>
            <a:off x="8185150" y="5044440"/>
            <a:ext cx="259715" cy="259080"/>
          </a:xfrm>
          <a:custGeom>
            <a:avLst/>
            <a:gdLst>
              <a:gd name="T0" fmla="*/ 235 w 470"/>
              <a:gd name="T1" fmla="*/ 57 h 470"/>
              <a:gd name="T2" fmla="*/ 109 w 470"/>
              <a:gd name="T3" fmla="*/ 109 h 470"/>
              <a:gd name="T4" fmla="*/ 57 w 470"/>
              <a:gd name="T5" fmla="*/ 235 h 470"/>
              <a:gd name="T6" fmla="*/ 109 w 470"/>
              <a:gd name="T7" fmla="*/ 361 h 470"/>
              <a:gd name="T8" fmla="*/ 235 w 470"/>
              <a:gd name="T9" fmla="*/ 413 h 470"/>
              <a:gd name="T10" fmla="*/ 361 w 470"/>
              <a:gd name="T11" fmla="*/ 361 h 470"/>
              <a:gd name="T12" fmla="*/ 413 w 470"/>
              <a:gd name="T13" fmla="*/ 235 h 470"/>
              <a:gd name="T14" fmla="*/ 361 w 470"/>
              <a:gd name="T15" fmla="*/ 109 h 470"/>
              <a:gd name="T16" fmla="*/ 235 w 470"/>
              <a:gd name="T17" fmla="*/ 57 h 470"/>
              <a:gd name="T18" fmla="*/ 170 w 470"/>
              <a:gd name="T19" fmla="*/ 228 h 470"/>
              <a:gd name="T20" fmla="*/ 154 w 470"/>
              <a:gd name="T21" fmla="*/ 191 h 470"/>
              <a:gd name="T22" fmla="*/ 173 w 470"/>
              <a:gd name="T23" fmla="*/ 149 h 470"/>
              <a:gd name="T24" fmla="*/ 222 w 470"/>
              <a:gd name="T25" fmla="*/ 132 h 470"/>
              <a:gd name="T26" fmla="*/ 222 w 470"/>
              <a:gd name="T27" fmla="*/ 114 h 470"/>
              <a:gd name="T28" fmla="*/ 251 w 470"/>
              <a:gd name="T29" fmla="*/ 114 h 470"/>
              <a:gd name="T30" fmla="*/ 251 w 470"/>
              <a:gd name="T31" fmla="*/ 132 h 470"/>
              <a:gd name="T32" fmla="*/ 296 w 470"/>
              <a:gd name="T33" fmla="*/ 148 h 470"/>
              <a:gd name="T34" fmla="*/ 314 w 470"/>
              <a:gd name="T35" fmla="*/ 190 h 470"/>
              <a:gd name="T36" fmla="*/ 267 w 470"/>
              <a:gd name="T37" fmla="*/ 190 h 470"/>
              <a:gd name="T38" fmla="*/ 262 w 470"/>
              <a:gd name="T39" fmla="*/ 173 h 470"/>
              <a:gd name="T40" fmla="*/ 208 w 470"/>
              <a:gd name="T41" fmla="*/ 171 h 470"/>
              <a:gd name="T42" fmla="*/ 208 w 470"/>
              <a:gd name="T43" fmla="*/ 196 h 470"/>
              <a:gd name="T44" fmla="*/ 264 w 470"/>
              <a:gd name="T45" fmla="*/ 212 h 470"/>
              <a:gd name="T46" fmla="*/ 302 w 470"/>
              <a:gd name="T47" fmla="*/ 231 h 470"/>
              <a:gd name="T48" fmla="*/ 318 w 470"/>
              <a:gd name="T49" fmla="*/ 271 h 470"/>
              <a:gd name="T50" fmla="*/ 300 w 470"/>
              <a:gd name="T51" fmla="*/ 314 h 470"/>
              <a:gd name="T52" fmla="*/ 248 w 470"/>
              <a:gd name="T53" fmla="*/ 333 h 470"/>
              <a:gd name="T54" fmla="*/ 248 w 470"/>
              <a:gd name="T55" fmla="*/ 355 h 470"/>
              <a:gd name="T56" fmla="*/ 219 w 470"/>
              <a:gd name="T57" fmla="*/ 355 h 470"/>
              <a:gd name="T58" fmla="*/ 219 w 470"/>
              <a:gd name="T59" fmla="*/ 333 h 470"/>
              <a:gd name="T60" fmla="*/ 171 w 470"/>
              <a:gd name="T61" fmla="*/ 313 h 470"/>
              <a:gd name="T62" fmla="*/ 151 w 470"/>
              <a:gd name="T63" fmla="*/ 266 h 470"/>
              <a:gd name="T64" fmla="*/ 201 w 470"/>
              <a:gd name="T65" fmla="*/ 266 h 470"/>
              <a:gd name="T66" fmla="*/ 207 w 470"/>
              <a:gd name="T67" fmla="*/ 288 h 470"/>
              <a:gd name="T68" fmla="*/ 263 w 470"/>
              <a:gd name="T69" fmla="*/ 290 h 470"/>
              <a:gd name="T70" fmla="*/ 264 w 470"/>
              <a:gd name="T71" fmla="*/ 264 h 470"/>
              <a:gd name="T72" fmla="*/ 170 w 470"/>
              <a:gd name="T73" fmla="*/ 228 h 470"/>
              <a:gd name="T74" fmla="*/ 69 w 470"/>
              <a:gd name="T75" fmla="*/ 69 h 470"/>
              <a:gd name="T76" fmla="*/ 235 w 470"/>
              <a:gd name="T77" fmla="*/ 0 h 470"/>
              <a:gd name="T78" fmla="*/ 401 w 470"/>
              <a:gd name="T79" fmla="*/ 69 h 470"/>
              <a:gd name="T80" fmla="*/ 470 w 470"/>
              <a:gd name="T81" fmla="*/ 235 h 470"/>
              <a:gd name="T82" fmla="*/ 401 w 470"/>
              <a:gd name="T83" fmla="*/ 401 h 470"/>
              <a:gd name="T84" fmla="*/ 235 w 470"/>
              <a:gd name="T85" fmla="*/ 470 h 470"/>
              <a:gd name="T86" fmla="*/ 69 w 470"/>
              <a:gd name="T87" fmla="*/ 401 h 470"/>
              <a:gd name="T88" fmla="*/ 0 w 470"/>
              <a:gd name="T89" fmla="*/ 235 h 470"/>
              <a:gd name="T90" fmla="*/ 69 w 470"/>
              <a:gd name="T91" fmla="*/ 69 h 4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470" h="470">
                <a:moveTo>
                  <a:pt x="235" y="57"/>
                </a:moveTo>
                <a:cubicBezTo>
                  <a:pt x="186" y="57"/>
                  <a:pt x="141" y="77"/>
                  <a:pt x="109" y="109"/>
                </a:cubicBezTo>
                <a:cubicBezTo>
                  <a:pt x="77" y="141"/>
                  <a:pt x="57" y="186"/>
                  <a:pt x="57" y="235"/>
                </a:cubicBezTo>
                <a:cubicBezTo>
                  <a:pt x="57" y="284"/>
                  <a:pt x="77" y="328"/>
                  <a:pt x="109" y="361"/>
                </a:cubicBezTo>
                <a:cubicBezTo>
                  <a:pt x="141" y="393"/>
                  <a:pt x="186" y="413"/>
                  <a:pt x="235" y="413"/>
                </a:cubicBezTo>
                <a:cubicBezTo>
                  <a:pt x="284" y="413"/>
                  <a:pt x="328" y="393"/>
                  <a:pt x="361" y="361"/>
                </a:cubicBezTo>
                <a:cubicBezTo>
                  <a:pt x="393" y="328"/>
                  <a:pt x="413" y="284"/>
                  <a:pt x="413" y="235"/>
                </a:cubicBezTo>
                <a:cubicBezTo>
                  <a:pt x="413" y="186"/>
                  <a:pt x="393" y="141"/>
                  <a:pt x="361" y="109"/>
                </a:cubicBezTo>
                <a:cubicBezTo>
                  <a:pt x="328" y="77"/>
                  <a:pt x="284" y="57"/>
                  <a:pt x="235" y="57"/>
                </a:cubicBezTo>
                <a:close/>
                <a:moveTo>
                  <a:pt x="170" y="228"/>
                </a:moveTo>
                <a:cubicBezTo>
                  <a:pt x="159" y="219"/>
                  <a:pt x="154" y="207"/>
                  <a:pt x="154" y="191"/>
                </a:cubicBezTo>
                <a:cubicBezTo>
                  <a:pt x="154" y="174"/>
                  <a:pt x="160" y="160"/>
                  <a:pt x="173" y="149"/>
                </a:cubicBezTo>
                <a:cubicBezTo>
                  <a:pt x="186" y="139"/>
                  <a:pt x="200" y="133"/>
                  <a:pt x="222" y="132"/>
                </a:cubicBezTo>
                <a:cubicBezTo>
                  <a:pt x="222" y="114"/>
                  <a:pt x="222" y="114"/>
                  <a:pt x="222" y="114"/>
                </a:cubicBezTo>
                <a:cubicBezTo>
                  <a:pt x="251" y="114"/>
                  <a:pt x="251" y="114"/>
                  <a:pt x="251" y="114"/>
                </a:cubicBezTo>
                <a:cubicBezTo>
                  <a:pt x="251" y="132"/>
                  <a:pt x="251" y="132"/>
                  <a:pt x="251" y="132"/>
                </a:cubicBezTo>
                <a:cubicBezTo>
                  <a:pt x="272" y="133"/>
                  <a:pt x="284" y="138"/>
                  <a:pt x="296" y="148"/>
                </a:cubicBezTo>
                <a:cubicBezTo>
                  <a:pt x="308" y="158"/>
                  <a:pt x="313" y="172"/>
                  <a:pt x="314" y="190"/>
                </a:cubicBezTo>
                <a:cubicBezTo>
                  <a:pt x="267" y="190"/>
                  <a:pt x="267" y="190"/>
                  <a:pt x="267" y="190"/>
                </a:cubicBezTo>
                <a:cubicBezTo>
                  <a:pt x="266" y="182"/>
                  <a:pt x="265" y="177"/>
                  <a:pt x="262" y="173"/>
                </a:cubicBezTo>
                <a:cubicBezTo>
                  <a:pt x="254" y="164"/>
                  <a:pt x="218" y="164"/>
                  <a:pt x="208" y="171"/>
                </a:cubicBezTo>
                <a:cubicBezTo>
                  <a:pt x="201" y="177"/>
                  <a:pt x="200" y="190"/>
                  <a:pt x="208" y="196"/>
                </a:cubicBezTo>
                <a:cubicBezTo>
                  <a:pt x="217" y="203"/>
                  <a:pt x="250" y="208"/>
                  <a:pt x="264" y="212"/>
                </a:cubicBezTo>
                <a:cubicBezTo>
                  <a:pt x="281" y="218"/>
                  <a:pt x="294" y="224"/>
                  <a:pt x="302" y="231"/>
                </a:cubicBezTo>
                <a:cubicBezTo>
                  <a:pt x="313" y="241"/>
                  <a:pt x="318" y="254"/>
                  <a:pt x="318" y="271"/>
                </a:cubicBezTo>
                <a:cubicBezTo>
                  <a:pt x="319" y="290"/>
                  <a:pt x="312" y="304"/>
                  <a:pt x="300" y="314"/>
                </a:cubicBezTo>
                <a:cubicBezTo>
                  <a:pt x="288" y="325"/>
                  <a:pt x="272" y="332"/>
                  <a:pt x="248" y="333"/>
                </a:cubicBezTo>
                <a:cubicBezTo>
                  <a:pt x="248" y="355"/>
                  <a:pt x="248" y="355"/>
                  <a:pt x="248" y="355"/>
                </a:cubicBezTo>
                <a:cubicBezTo>
                  <a:pt x="219" y="355"/>
                  <a:pt x="219" y="355"/>
                  <a:pt x="219" y="355"/>
                </a:cubicBezTo>
                <a:cubicBezTo>
                  <a:pt x="219" y="333"/>
                  <a:pt x="219" y="333"/>
                  <a:pt x="219" y="333"/>
                </a:cubicBezTo>
                <a:cubicBezTo>
                  <a:pt x="196" y="333"/>
                  <a:pt x="183" y="325"/>
                  <a:pt x="171" y="313"/>
                </a:cubicBezTo>
                <a:cubicBezTo>
                  <a:pt x="158" y="302"/>
                  <a:pt x="151" y="286"/>
                  <a:pt x="151" y="266"/>
                </a:cubicBezTo>
                <a:cubicBezTo>
                  <a:pt x="201" y="266"/>
                  <a:pt x="201" y="266"/>
                  <a:pt x="201" y="266"/>
                </a:cubicBezTo>
                <a:cubicBezTo>
                  <a:pt x="202" y="276"/>
                  <a:pt x="204" y="283"/>
                  <a:pt x="207" y="288"/>
                </a:cubicBezTo>
                <a:cubicBezTo>
                  <a:pt x="216" y="299"/>
                  <a:pt x="254" y="297"/>
                  <a:pt x="263" y="290"/>
                </a:cubicBezTo>
                <a:cubicBezTo>
                  <a:pt x="272" y="284"/>
                  <a:pt x="272" y="271"/>
                  <a:pt x="264" y="264"/>
                </a:cubicBezTo>
                <a:cubicBezTo>
                  <a:pt x="245" y="249"/>
                  <a:pt x="198" y="252"/>
                  <a:pt x="170" y="228"/>
                </a:cubicBezTo>
                <a:close/>
                <a:moveTo>
                  <a:pt x="69" y="69"/>
                </a:moveTo>
                <a:cubicBezTo>
                  <a:pt x="111" y="26"/>
                  <a:pt x="170" y="0"/>
                  <a:pt x="235" y="0"/>
                </a:cubicBezTo>
                <a:cubicBezTo>
                  <a:pt x="300" y="0"/>
                  <a:pt x="359" y="26"/>
                  <a:pt x="401" y="69"/>
                </a:cubicBezTo>
                <a:cubicBezTo>
                  <a:pt x="444" y="111"/>
                  <a:pt x="470" y="170"/>
                  <a:pt x="470" y="235"/>
                </a:cubicBezTo>
                <a:cubicBezTo>
                  <a:pt x="470" y="300"/>
                  <a:pt x="444" y="359"/>
                  <a:pt x="401" y="401"/>
                </a:cubicBezTo>
                <a:cubicBezTo>
                  <a:pt x="359" y="444"/>
                  <a:pt x="300" y="470"/>
                  <a:pt x="235" y="470"/>
                </a:cubicBezTo>
                <a:cubicBezTo>
                  <a:pt x="170" y="470"/>
                  <a:pt x="111" y="444"/>
                  <a:pt x="69" y="401"/>
                </a:cubicBezTo>
                <a:cubicBezTo>
                  <a:pt x="26" y="359"/>
                  <a:pt x="0" y="300"/>
                  <a:pt x="0" y="235"/>
                </a:cubicBezTo>
                <a:cubicBezTo>
                  <a:pt x="0" y="170"/>
                  <a:pt x="26" y="111"/>
                  <a:pt x="69" y="6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68589" tIns="34295" rIns="68589" bIns="34295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7" name="TextBox 76"/>
          <p:cNvSpPr txBox="1"/>
          <p:nvPr>
            <p:custDataLst>
              <p:tags r:id="rId16"/>
            </p:custDataLst>
          </p:nvPr>
        </p:nvSpPr>
        <p:spPr>
          <a:xfrm>
            <a:off x="9176385" y="4671695"/>
            <a:ext cx="10839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用户</a:t>
            </a:r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8" name="文本框 127"/>
          <p:cNvSpPr txBox="1"/>
          <p:nvPr>
            <p:custDataLst>
              <p:tags r:id="rId17"/>
            </p:custDataLst>
          </p:nvPr>
        </p:nvSpPr>
        <p:spPr>
          <a:xfrm>
            <a:off x="9157335" y="4975225"/>
            <a:ext cx="220599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选择就餐的方式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234" y="1413078"/>
            <a:ext cx="1129618" cy="1129618"/>
          </a:xfrm>
          <a:prstGeom prst="rect">
            <a:avLst/>
          </a:prstGeom>
        </p:spPr>
      </p:pic>
      <p:sp>
        <p:nvSpPr>
          <p:cNvPr id="132" name="文本框 131"/>
          <p:cNvSpPr txBox="1"/>
          <p:nvPr/>
        </p:nvSpPr>
        <p:spPr>
          <a:xfrm>
            <a:off x="1652475" y="5988665"/>
            <a:ext cx="224876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库函数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7491876" y="5924183"/>
            <a:ext cx="224876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回调函数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9" dur="166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1" dur="166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3" dur="166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5" dur="166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/>
      <p:bldP spid="133" grpId="0"/>
      <p:bldP spid="108" grpId="0" animBg="1"/>
      <p:bldP spid="117" grpId="0" animBg="1"/>
      <p:bldP spid="121" grpId="0"/>
      <p:bldP spid="122" grpId="0"/>
      <p:bldP spid="108" grpId="1" animBg="1"/>
      <p:bldP spid="117" grpId="1" animBg="1"/>
      <p:bldP spid="121" grpId="1"/>
      <p:bldP spid="122" grpId="1"/>
      <p:bldP spid="124" grpId="0" animBg="1"/>
      <p:bldP spid="127" grpId="0"/>
      <p:bldP spid="128" grpId="0"/>
      <p:bldP spid="124" grpId="1" animBg="1"/>
      <p:bldP spid="127" grpId="1"/>
      <p:bldP spid="12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zh-CN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zh-CN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3689163" y="2875357"/>
            <a:ext cx="699247" cy="699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01</a:t>
            </a:r>
            <a:endParaRPr lang="en-US" altLang="zh-CN" sz="28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4497723" y="2986527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阻塞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 14"/>
          <p:cNvSpPr/>
          <p:nvPr>
            <p:custDataLst>
              <p:tags r:id="rId4"/>
            </p:custDataLst>
          </p:nvPr>
        </p:nvSpPr>
        <p:spPr>
          <a:xfrm>
            <a:off x="6953063" y="2875357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28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02</a:t>
            </a:r>
            <a:endParaRPr lang="en-US" altLang="zh-CN" sz="28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5"/>
            </p:custDataLst>
          </p:nvPr>
        </p:nvSpPr>
        <p:spPr>
          <a:xfrm>
            <a:off x="7761623" y="2986527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400" b="1" strike="noStrike" spc="200" baseline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非阻塞</a:t>
            </a:r>
            <a:endParaRPr lang="zh-CN" altLang="en-US" sz="2400" b="1" strike="noStrike" spc="200" baseline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回调函数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3200364" y="1257814"/>
            <a:ext cx="7089387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回调函数应用。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361815" y="2115820"/>
            <a:ext cx="7518400" cy="1025525"/>
            <a:chOff x="6869" y="3332"/>
            <a:chExt cx="11840" cy="1615"/>
          </a:xfrm>
        </p:grpSpPr>
        <p:grpSp>
          <p:nvGrpSpPr>
            <p:cNvPr id="4" name="组合 3"/>
            <p:cNvGrpSpPr/>
            <p:nvPr/>
          </p:nvGrpSpPr>
          <p:grpSpPr>
            <a:xfrm>
              <a:off x="6869" y="3332"/>
              <a:ext cx="11840" cy="798"/>
              <a:chOff x="6869" y="3332"/>
              <a:chExt cx="11840" cy="798"/>
            </a:xfrm>
          </p:grpSpPr>
          <p:sp>
            <p:nvSpPr>
              <p:cNvPr id="20" name="文本框 19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8021" y="3332"/>
                <a:ext cx="10689" cy="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18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准备</a:t>
                </a:r>
                <a:r>
                  <a:rPr lang="en-US" altLang="zh-CN" sz="18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input.txt</a:t>
                </a:r>
                <a:r>
                  <a:rPr lang="zh-CN" altLang="en-US" sz="18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文件</a:t>
                </a:r>
                <a:endParaRPr lang="zh-CN" altLang="en-US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21" name="圆角矩形 52"/>
              <p:cNvSpPr/>
              <p:nvPr>
                <p:custDataLst>
                  <p:tags r:id="rId5"/>
                </p:custDataLst>
              </p:nvPr>
            </p:nvSpPr>
            <p:spPr>
              <a:xfrm>
                <a:off x="6869" y="3448"/>
                <a:ext cx="955" cy="544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0000" lnSpcReduction="20000"/>
              </a:bodyPr>
              <a:lstStyle/>
              <a:p>
                <a:pPr algn="ctr" defTabSz="913765"/>
                <a:r>
                  <a:rPr lang="en-US" altLang="zh-CN" sz="1600" b="1" spc="300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2" name="文本框 21"/>
            <p:cNvSpPr txBox="1"/>
            <p:nvPr>
              <p:custDataLst>
                <p:tags r:id="rId6"/>
              </p:custDataLst>
            </p:nvPr>
          </p:nvSpPr>
          <p:spPr>
            <a:xfrm>
              <a:off x="8068" y="4149"/>
              <a:ext cx="10240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zh-CN" altLang="en-US" dirty="0">
                  <a:solidFill>
                    <a:schemeClr val="l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我们正在学习</a:t>
              </a:r>
              <a:r>
                <a:rPr lang="en-US" altLang="zh-CN" dirty="0">
                  <a:solidFill>
                    <a:schemeClr val="l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Node.js!</a:t>
              </a:r>
              <a:endParaRPr lang="en-US" altLang="zh-CN" dirty="0">
                <a:solidFill>
                  <a:schemeClr val="l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643630" y="1903730"/>
            <a:ext cx="463550" cy="4387215"/>
            <a:chOff x="5738" y="2998"/>
            <a:chExt cx="730" cy="6909"/>
          </a:xfrm>
        </p:grpSpPr>
        <p:cxnSp>
          <p:nvCxnSpPr>
            <p:cNvPr id="24" name="ïsľïḋé"/>
            <p:cNvCxnSpPr/>
            <p:nvPr>
              <p:custDataLst>
                <p:tags r:id="rId7"/>
              </p:custDataLst>
            </p:nvPr>
          </p:nvCxnSpPr>
          <p:spPr>
            <a:xfrm>
              <a:off x="6103" y="3651"/>
              <a:ext cx="0" cy="6257"/>
            </a:xfrm>
            <a:prstGeom prst="line">
              <a:avLst/>
            </a:prstGeom>
            <a:ln w="22225" cap="rnd">
              <a:solidFill>
                <a:schemeClr val="lt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íś1îḍé"/>
            <p:cNvSpPr/>
            <p:nvPr>
              <p:custDataLst>
                <p:tags r:id="rId8"/>
              </p:custDataLst>
            </p:nvPr>
          </p:nvSpPr>
          <p:spPr>
            <a:xfrm>
              <a:off x="6008" y="4139"/>
              <a:ext cx="190" cy="19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lt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íś1îḍé"/>
            <p:cNvSpPr/>
            <p:nvPr>
              <p:custDataLst>
                <p:tags r:id="rId9"/>
              </p:custDataLst>
            </p:nvPr>
          </p:nvSpPr>
          <p:spPr>
            <a:xfrm>
              <a:off x="6018" y="5701"/>
              <a:ext cx="190" cy="19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lt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iṧļíḋe"/>
            <p:cNvSpPr/>
            <p:nvPr>
              <p:custDataLst>
                <p:tags r:id="rId10"/>
              </p:custDataLst>
            </p:nvPr>
          </p:nvSpPr>
          <p:spPr>
            <a:xfrm>
              <a:off x="5738" y="2998"/>
              <a:ext cx="731" cy="73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725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54330" y="2487295"/>
            <a:ext cx="10009505" cy="2108200"/>
            <a:chOff x="558" y="3917"/>
            <a:chExt cx="15763" cy="3320"/>
          </a:xfrm>
        </p:grpSpPr>
        <p:sp>
          <p:nvSpPr>
            <p:cNvPr id="36" name="矩形 4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58" y="3917"/>
              <a:ext cx="4715" cy="330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1.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require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调用文件模块</a:t>
              </a:r>
              <a:endParaRPr lang="en-US" altLang="zh-CN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endParaRPr lang="en-US" altLang="zh-CN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2.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r>
                <a:rPr lang="en-US" altLang="zh-CN" dirty="0" err="1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readFile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( )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异步读取文件，最后一个参数为回调函数，内部存在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err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表示错误信息，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data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为返回值参数</a:t>
              </a:r>
              <a:endPara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40" name="直接连接符 5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 flipV="1">
              <a:off x="6398" y="7226"/>
              <a:ext cx="9923" cy="1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直接连接符 9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V="1">
              <a:off x="6398" y="5252"/>
              <a:ext cx="0" cy="1974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直接连接符 76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5404" y="5252"/>
              <a:ext cx="1009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直接连接符 90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>
              <a:off x="5404" y="4610"/>
              <a:ext cx="0" cy="119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直接连接符 5"/>
            <p:cNvCxnSpPr>
              <a:cxnSpLocks noChangeShapeType="1"/>
            </p:cNvCxnSpPr>
            <p:nvPr/>
          </p:nvCxnSpPr>
          <p:spPr bwMode="auto">
            <a:xfrm flipH="1">
              <a:off x="6413" y="6620"/>
              <a:ext cx="6665" cy="0"/>
            </a:xfrm>
            <a:prstGeom prst="line">
              <a:avLst/>
            </a:prstGeom>
            <a:noFill/>
            <a:ln w="28575" algn="ctr">
              <a:solidFill>
                <a:srgbClr val="FFC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" name="组合 9"/>
          <p:cNvGrpSpPr/>
          <p:nvPr/>
        </p:nvGrpSpPr>
        <p:grpSpPr>
          <a:xfrm>
            <a:off x="365125" y="4996180"/>
            <a:ext cx="8659495" cy="1059180"/>
            <a:chOff x="575" y="7868"/>
            <a:chExt cx="13637" cy="1668"/>
          </a:xfrm>
        </p:grpSpPr>
        <p:sp>
          <p:nvSpPr>
            <p:cNvPr id="54" name="矩形 4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75" y="7868"/>
              <a:ext cx="4715" cy="16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思考：</a:t>
              </a:r>
              <a:endParaRPr lang="en-US" altLang="zh-CN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这两条语句，谁先输出？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8" name="直接连接符 5"/>
            <p:cNvCxnSpPr>
              <a:cxnSpLocks noChangeShapeType="1"/>
            </p:cNvCxnSpPr>
            <p:nvPr>
              <p:custDataLst>
                <p:tags r:id="rId17"/>
              </p:custDataLst>
            </p:nvPr>
          </p:nvCxnSpPr>
          <p:spPr bwMode="auto">
            <a:xfrm flipH="1">
              <a:off x="6469" y="9360"/>
              <a:ext cx="7500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9" name="直接连接符 9"/>
            <p:cNvCxnSpPr>
              <a:cxnSpLocks noChangeShapeType="1"/>
            </p:cNvCxnSpPr>
            <p:nvPr>
              <p:custDataLst>
                <p:tags r:id="rId18"/>
              </p:custDataLst>
            </p:nvPr>
          </p:nvCxnSpPr>
          <p:spPr bwMode="auto">
            <a:xfrm flipH="1" flipV="1">
              <a:off x="6376" y="8292"/>
              <a:ext cx="24" cy="1056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" name="直接连接符 76"/>
            <p:cNvCxnSpPr>
              <a:cxnSpLocks noChangeShapeType="1"/>
            </p:cNvCxnSpPr>
            <p:nvPr>
              <p:custDataLst>
                <p:tags r:id="rId19"/>
              </p:custDataLst>
            </p:nvPr>
          </p:nvCxnSpPr>
          <p:spPr bwMode="auto">
            <a:xfrm flipH="1">
              <a:off x="5329" y="8700"/>
              <a:ext cx="1009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7" name="直接连接符 90"/>
            <p:cNvCxnSpPr>
              <a:cxnSpLocks noChangeShapeType="1"/>
            </p:cNvCxnSpPr>
            <p:nvPr>
              <p:custDataLst>
                <p:tags r:id="rId20"/>
              </p:custDataLst>
            </p:nvPr>
          </p:nvCxnSpPr>
          <p:spPr bwMode="auto">
            <a:xfrm>
              <a:off x="5404" y="8055"/>
              <a:ext cx="0" cy="119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3" name="直接连接符 5"/>
            <p:cNvCxnSpPr>
              <a:cxnSpLocks noChangeShapeType="1"/>
            </p:cNvCxnSpPr>
            <p:nvPr/>
          </p:nvCxnSpPr>
          <p:spPr bwMode="auto">
            <a:xfrm flipH="1" flipV="1">
              <a:off x="6398" y="8293"/>
              <a:ext cx="7814" cy="11"/>
            </a:xfrm>
            <a:prstGeom prst="line">
              <a:avLst/>
            </a:prstGeom>
            <a:noFill/>
            <a:ln w="28575" algn="ctr">
              <a:solidFill>
                <a:srgbClr val="FFC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3" name="iṣḷiďê"/>
          <p:cNvSpPr/>
          <p:nvPr>
            <p:custDataLst>
              <p:tags r:id="rId21"/>
            </p:custDataLst>
          </p:nvPr>
        </p:nvSpPr>
        <p:spPr bwMode="auto">
          <a:xfrm>
            <a:off x="3730714" y="1995208"/>
            <a:ext cx="276632" cy="244443"/>
          </a:xfrm>
          <a:custGeom>
            <a:avLst/>
            <a:gdLst>
              <a:gd name="connsiteX0" fmla="*/ 494452 w 603405"/>
              <a:gd name="connsiteY0" fmla="*/ 356003 h 533193"/>
              <a:gd name="connsiteX1" fmla="*/ 585270 w 603405"/>
              <a:gd name="connsiteY1" fmla="*/ 356003 h 533193"/>
              <a:gd name="connsiteX2" fmla="*/ 601782 w 603405"/>
              <a:gd name="connsiteY2" fmla="*/ 372480 h 533193"/>
              <a:gd name="connsiteX3" fmla="*/ 585270 w 603405"/>
              <a:gd name="connsiteY3" fmla="*/ 388957 h 533193"/>
              <a:gd name="connsiteX4" fmla="*/ 494452 w 603405"/>
              <a:gd name="connsiteY4" fmla="*/ 388957 h 533193"/>
              <a:gd name="connsiteX5" fmla="*/ 367511 w 603405"/>
              <a:gd name="connsiteY5" fmla="*/ 244227 h 533193"/>
              <a:gd name="connsiteX6" fmla="*/ 443780 w 603405"/>
              <a:gd name="connsiteY6" fmla="*/ 244227 h 533193"/>
              <a:gd name="connsiteX7" fmla="*/ 477411 w 603405"/>
              <a:gd name="connsiteY7" fmla="*/ 277633 h 533193"/>
              <a:gd name="connsiteX8" fmla="*/ 477861 w 603405"/>
              <a:gd name="connsiteY8" fmla="*/ 381744 h 533193"/>
              <a:gd name="connsiteX9" fmla="*/ 463748 w 603405"/>
              <a:gd name="connsiteY9" fmla="*/ 395975 h 533193"/>
              <a:gd name="connsiteX10" fmla="*/ 449486 w 603405"/>
              <a:gd name="connsiteY10" fmla="*/ 381894 h 533193"/>
              <a:gd name="connsiteX11" fmla="*/ 449035 w 603405"/>
              <a:gd name="connsiteY11" fmla="*/ 277782 h 533193"/>
              <a:gd name="connsiteX12" fmla="*/ 446033 w 603405"/>
              <a:gd name="connsiteY12" fmla="*/ 274786 h 533193"/>
              <a:gd name="connsiteX13" fmla="*/ 443030 w 603405"/>
              <a:gd name="connsiteY13" fmla="*/ 277782 h 533193"/>
              <a:gd name="connsiteX14" fmla="*/ 443330 w 603405"/>
              <a:gd name="connsiteY14" fmla="*/ 516116 h 533193"/>
              <a:gd name="connsiteX15" fmla="*/ 426215 w 603405"/>
              <a:gd name="connsiteY15" fmla="*/ 533193 h 533193"/>
              <a:gd name="connsiteX16" fmla="*/ 409249 w 603405"/>
              <a:gd name="connsiteY16" fmla="*/ 516116 h 533193"/>
              <a:gd name="connsiteX17" fmla="*/ 409249 w 603405"/>
              <a:gd name="connsiteY17" fmla="*/ 380096 h 533193"/>
              <a:gd name="connsiteX18" fmla="*/ 401893 w 603405"/>
              <a:gd name="connsiteY18" fmla="*/ 380096 h 533193"/>
              <a:gd name="connsiteX19" fmla="*/ 401893 w 603405"/>
              <a:gd name="connsiteY19" fmla="*/ 516116 h 533193"/>
              <a:gd name="connsiteX20" fmla="*/ 384778 w 603405"/>
              <a:gd name="connsiteY20" fmla="*/ 533193 h 533193"/>
              <a:gd name="connsiteX21" fmla="*/ 367812 w 603405"/>
              <a:gd name="connsiteY21" fmla="*/ 516116 h 533193"/>
              <a:gd name="connsiteX22" fmla="*/ 367812 w 603405"/>
              <a:gd name="connsiteY22" fmla="*/ 380096 h 533193"/>
              <a:gd name="connsiteX23" fmla="*/ 367812 w 603405"/>
              <a:gd name="connsiteY23" fmla="*/ 277782 h 533193"/>
              <a:gd name="connsiteX24" fmla="*/ 364959 w 603405"/>
              <a:gd name="connsiteY24" fmla="*/ 274936 h 533193"/>
              <a:gd name="connsiteX25" fmla="*/ 362257 w 603405"/>
              <a:gd name="connsiteY25" fmla="*/ 277782 h 533193"/>
              <a:gd name="connsiteX26" fmla="*/ 361656 w 603405"/>
              <a:gd name="connsiteY26" fmla="*/ 381894 h 533193"/>
              <a:gd name="connsiteX27" fmla="*/ 347544 w 603405"/>
              <a:gd name="connsiteY27" fmla="*/ 395975 h 533193"/>
              <a:gd name="connsiteX28" fmla="*/ 347393 w 603405"/>
              <a:gd name="connsiteY28" fmla="*/ 395975 h 533193"/>
              <a:gd name="connsiteX29" fmla="*/ 333281 w 603405"/>
              <a:gd name="connsiteY29" fmla="*/ 381744 h 533193"/>
              <a:gd name="connsiteX30" fmla="*/ 333881 w 603405"/>
              <a:gd name="connsiteY30" fmla="*/ 277633 h 533193"/>
              <a:gd name="connsiteX31" fmla="*/ 367511 w 603405"/>
              <a:gd name="connsiteY31" fmla="*/ 244227 h 533193"/>
              <a:gd name="connsiteX32" fmla="*/ 201525 w 603405"/>
              <a:gd name="connsiteY32" fmla="*/ 244227 h 533193"/>
              <a:gd name="connsiteX33" fmla="*/ 277906 w 603405"/>
              <a:gd name="connsiteY33" fmla="*/ 244227 h 533193"/>
              <a:gd name="connsiteX34" fmla="*/ 311520 w 603405"/>
              <a:gd name="connsiteY34" fmla="*/ 277633 h 533193"/>
              <a:gd name="connsiteX35" fmla="*/ 311970 w 603405"/>
              <a:gd name="connsiteY35" fmla="*/ 381744 h 533193"/>
              <a:gd name="connsiteX36" fmla="*/ 297864 w 603405"/>
              <a:gd name="connsiteY36" fmla="*/ 395975 h 533193"/>
              <a:gd name="connsiteX37" fmla="*/ 297714 w 603405"/>
              <a:gd name="connsiteY37" fmla="*/ 395975 h 533193"/>
              <a:gd name="connsiteX38" fmla="*/ 283608 w 603405"/>
              <a:gd name="connsiteY38" fmla="*/ 381894 h 533193"/>
              <a:gd name="connsiteX39" fmla="*/ 283008 w 603405"/>
              <a:gd name="connsiteY39" fmla="*/ 277782 h 533193"/>
              <a:gd name="connsiteX40" fmla="*/ 280007 w 603405"/>
              <a:gd name="connsiteY40" fmla="*/ 274786 h 533193"/>
              <a:gd name="connsiteX41" fmla="*/ 277156 w 603405"/>
              <a:gd name="connsiteY41" fmla="*/ 277782 h 533193"/>
              <a:gd name="connsiteX42" fmla="*/ 277456 w 603405"/>
              <a:gd name="connsiteY42" fmla="*/ 516116 h 533193"/>
              <a:gd name="connsiteX43" fmla="*/ 260349 w 603405"/>
              <a:gd name="connsiteY43" fmla="*/ 533193 h 533193"/>
              <a:gd name="connsiteX44" fmla="*/ 243242 w 603405"/>
              <a:gd name="connsiteY44" fmla="*/ 516116 h 533193"/>
              <a:gd name="connsiteX45" fmla="*/ 243242 w 603405"/>
              <a:gd name="connsiteY45" fmla="*/ 380096 h 533193"/>
              <a:gd name="connsiteX46" fmla="*/ 235889 w 603405"/>
              <a:gd name="connsiteY46" fmla="*/ 380096 h 533193"/>
              <a:gd name="connsiteX47" fmla="*/ 235889 w 603405"/>
              <a:gd name="connsiteY47" fmla="*/ 516116 h 533193"/>
              <a:gd name="connsiteX48" fmla="*/ 218932 w 603405"/>
              <a:gd name="connsiteY48" fmla="*/ 533193 h 533193"/>
              <a:gd name="connsiteX49" fmla="*/ 201825 w 603405"/>
              <a:gd name="connsiteY49" fmla="*/ 516116 h 533193"/>
              <a:gd name="connsiteX50" fmla="*/ 201825 w 603405"/>
              <a:gd name="connsiteY50" fmla="*/ 380096 h 533193"/>
              <a:gd name="connsiteX51" fmla="*/ 201825 w 603405"/>
              <a:gd name="connsiteY51" fmla="*/ 277782 h 533193"/>
              <a:gd name="connsiteX52" fmla="*/ 199124 w 603405"/>
              <a:gd name="connsiteY52" fmla="*/ 274936 h 533193"/>
              <a:gd name="connsiteX53" fmla="*/ 196423 w 603405"/>
              <a:gd name="connsiteY53" fmla="*/ 277782 h 533193"/>
              <a:gd name="connsiteX54" fmla="*/ 195822 w 603405"/>
              <a:gd name="connsiteY54" fmla="*/ 381894 h 533193"/>
              <a:gd name="connsiteX55" fmla="*/ 181567 w 603405"/>
              <a:gd name="connsiteY55" fmla="*/ 395975 h 533193"/>
              <a:gd name="connsiteX56" fmla="*/ 167461 w 603405"/>
              <a:gd name="connsiteY56" fmla="*/ 381744 h 533193"/>
              <a:gd name="connsiteX57" fmla="*/ 167911 w 603405"/>
              <a:gd name="connsiteY57" fmla="*/ 277633 h 533193"/>
              <a:gd name="connsiteX58" fmla="*/ 201525 w 603405"/>
              <a:gd name="connsiteY58" fmla="*/ 244227 h 533193"/>
              <a:gd name="connsiteX59" fmla="*/ 34214 w 603405"/>
              <a:gd name="connsiteY59" fmla="*/ 244227 h 533193"/>
              <a:gd name="connsiteX60" fmla="*/ 110445 w 603405"/>
              <a:gd name="connsiteY60" fmla="*/ 244227 h 533193"/>
              <a:gd name="connsiteX61" fmla="*/ 144059 w 603405"/>
              <a:gd name="connsiteY61" fmla="*/ 277633 h 533193"/>
              <a:gd name="connsiteX62" fmla="*/ 144509 w 603405"/>
              <a:gd name="connsiteY62" fmla="*/ 381744 h 533193"/>
              <a:gd name="connsiteX63" fmla="*/ 130403 w 603405"/>
              <a:gd name="connsiteY63" fmla="*/ 395975 h 533193"/>
              <a:gd name="connsiteX64" fmla="*/ 116147 w 603405"/>
              <a:gd name="connsiteY64" fmla="*/ 381894 h 533193"/>
              <a:gd name="connsiteX65" fmla="*/ 115697 w 603405"/>
              <a:gd name="connsiteY65" fmla="*/ 277782 h 533193"/>
              <a:gd name="connsiteX66" fmla="*/ 112696 w 603405"/>
              <a:gd name="connsiteY66" fmla="*/ 274786 h 533193"/>
              <a:gd name="connsiteX67" fmla="*/ 109694 w 603405"/>
              <a:gd name="connsiteY67" fmla="*/ 277782 h 533193"/>
              <a:gd name="connsiteX68" fmla="*/ 109995 w 603405"/>
              <a:gd name="connsiteY68" fmla="*/ 516116 h 533193"/>
              <a:gd name="connsiteX69" fmla="*/ 92888 w 603405"/>
              <a:gd name="connsiteY69" fmla="*/ 533193 h 533193"/>
              <a:gd name="connsiteX70" fmla="*/ 75931 w 603405"/>
              <a:gd name="connsiteY70" fmla="*/ 516116 h 533193"/>
              <a:gd name="connsiteX71" fmla="*/ 75931 w 603405"/>
              <a:gd name="connsiteY71" fmla="*/ 380096 h 533193"/>
              <a:gd name="connsiteX72" fmla="*/ 68578 w 603405"/>
              <a:gd name="connsiteY72" fmla="*/ 380096 h 533193"/>
              <a:gd name="connsiteX73" fmla="*/ 68578 w 603405"/>
              <a:gd name="connsiteY73" fmla="*/ 516116 h 533193"/>
              <a:gd name="connsiteX74" fmla="*/ 51471 w 603405"/>
              <a:gd name="connsiteY74" fmla="*/ 533193 h 533193"/>
              <a:gd name="connsiteX75" fmla="*/ 34364 w 603405"/>
              <a:gd name="connsiteY75" fmla="*/ 516116 h 533193"/>
              <a:gd name="connsiteX76" fmla="*/ 34364 w 603405"/>
              <a:gd name="connsiteY76" fmla="*/ 380096 h 533193"/>
              <a:gd name="connsiteX77" fmla="*/ 34364 w 603405"/>
              <a:gd name="connsiteY77" fmla="*/ 277782 h 533193"/>
              <a:gd name="connsiteX78" fmla="*/ 31663 w 603405"/>
              <a:gd name="connsiteY78" fmla="*/ 275086 h 533193"/>
              <a:gd name="connsiteX79" fmla="*/ 28962 w 603405"/>
              <a:gd name="connsiteY79" fmla="*/ 277782 h 533193"/>
              <a:gd name="connsiteX80" fmla="*/ 28361 w 603405"/>
              <a:gd name="connsiteY80" fmla="*/ 381894 h 533193"/>
              <a:gd name="connsiteX81" fmla="*/ 14256 w 603405"/>
              <a:gd name="connsiteY81" fmla="*/ 395975 h 533193"/>
              <a:gd name="connsiteX82" fmla="*/ 14106 w 603405"/>
              <a:gd name="connsiteY82" fmla="*/ 395975 h 533193"/>
              <a:gd name="connsiteX83" fmla="*/ 0 w 603405"/>
              <a:gd name="connsiteY83" fmla="*/ 381744 h 533193"/>
              <a:gd name="connsiteX84" fmla="*/ 600 w 603405"/>
              <a:gd name="connsiteY84" fmla="*/ 277633 h 533193"/>
              <a:gd name="connsiteX85" fmla="*/ 34214 w 603405"/>
              <a:gd name="connsiteY85" fmla="*/ 244227 h 533193"/>
              <a:gd name="connsiteX86" fmla="*/ 298774 w 603405"/>
              <a:gd name="connsiteY86" fmla="*/ 232090 h 533193"/>
              <a:gd name="connsiteX87" fmla="*/ 346547 w 603405"/>
              <a:gd name="connsiteY87" fmla="*/ 232090 h 533193"/>
              <a:gd name="connsiteX88" fmla="*/ 322660 w 603405"/>
              <a:gd name="connsiteY88" fmla="*/ 254883 h 533193"/>
              <a:gd name="connsiteX89" fmla="*/ 298774 w 603405"/>
              <a:gd name="connsiteY89" fmla="*/ 232090 h 533193"/>
              <a:gd name="connsiteX90" fmla="*/ 405716 w 603405"/>
              <a:gd name="connsiteY90" fmla="*/ 176061 h 533193"/>
              <a:gd name="connsiteX91" fmla="*/ 435177 w 603405"/>
              <a:gd name="connsiteY91" fmla="*/ 205417 h 533193"/>
              <a:gd name="connsiteX92" fmla="*/ 405716 w 603405"/>
              <a:gd name="connsiteY92" fmla="*/ 234773 h 533193"/>
              <a:gd name="connsiteX93" fmla="*/ 376255 w 603405"/>
              <a:gd name="connsiteY93" fmla="*/ 205417 h 533193"/>
              <a:gd name="connsiteX94" fmla="*/ 405716 w 603405"/>
              <a:gd name="connsiteY94" fmla="*/ 176061 h 533193"/>
              <a:gd name="connsiteX95" fmla="*/ 239817 w 603405"/>
              <a:gd name="connsiteY95" fmla="*/ 176061 h 533193"/>
              <a:gd name="connsiteX96" fmla="*/ 269208 w 603405"/>
              <a:gd name="connsiteY96" fmla="*/ 205417 h 533193"/>
              <a:gd name="connsiteX97" fmla="*/ 239817 w 603405"/>
              <a:gd name="connsiteY97" fmla="*/ 234773 h 533193"/>
              <a:gd name="connsiteX98" fmla="*/ 210426 w 603405"/>
              <a:gd name="connsiteY98" fmla="*/ 205417 h 533193"/>
              <a:gd name="connsiteX99" fmla="*/ 239817 w 603405"/>
              <a:gd name="connsiteY99" fmla="*/ 176061 h 533193"/>
              <a:gd name="connsiteX100" fmla="*/ 72325 w 603405"/>
              <a:gd name="connsiteY100" fmla="*/ 176061 h 533193"/>
              <a:gd name="connsiteX101" fmla="*/ 101897 w 603405"/>
              <a:gd name="connsiteY101" fmla="*/ 205416 h 533193"/>
              <a:gd name="connsiteX102" fmla="*/ 72325 w 603405"/>
              <a:gd name="connsiteY102" fmla="*/ 234772 h 533193"/>
              <a:gd name="connsiteX103" fmla="*/ 42904 w 603405"/>
              <a:gd name="connsiteY103" fmla="*/ 205416 h 533193"/>
              <a:gd name="connsiteX104" fmla="*/ 72325 w 603405"/>
              <a:gd name="connsiteY104" fmla="*/ 176061 h 533193"/>
              <a:gd name="connsiteX105" fmla="*/ 1200 w 603405"/>
              <a:gd name="connsiteY105" fmla="*/ 56241 h 533193"/>
              <a:gd name="connsiteX106" fmla="*/ 384613 w 603405"/>
              <a:gd name="connsiteY106" fmla="*/ 56241 h 533193"/>
              <a:gd name="connsiteX107" fmla="*/ 603405 w 603405"/>
              <a:gd name="connsiteY107" fmla="*/ 274494 h 533193"/>
              <a:gd name="connsiteX108" fmla="*/ 540979 w 603405"/>
              <a:gd name="connsiteY108" fmla="*/ 336809 h 533193"/>
              <a:gd name="connsiteX109" fmla="*/ 494459 w 603405"/>
              <a:gd name="connsiteY109" fmla="*/ 336809 h 533193"/>
              <a:gd name="connsiteX110" fmla="*/ 494159 w 603405"/>
              <a:gd name="connsiteY110" fmla="*/ 277490 h 533193"/>
              <a:gd name="connsiteX111" fmla="*/ 464747 w 603405"/>
              <a:gd name="connsiteY111" fmla="*/ 232102 h 533193"/>
              <a:gd name="connsiteX112" fmla="*/ 551333 w 603405"/>
              <a:gd name="connsiteY112" fmla="*/ 232102 h 533193"/>
              <a:gd name="connsiteX113" fmla="*/ 551483 w 603405"/>
              <a:gd name="connsiteY113" fmla="*/ 232102 h 533193"/>
              <a:gd name="connsiteX114" fmla="*/ 557636 w 603405"/>
              <a:gd name="connsiteY114" fmla="*/ 228806 h 533193"/>
              <a:gd name="connsiteX115" fmla="*/ 558236 w 603405"/>
              <a:gd name="connsiteY115" fmla="*/ 221766 h 533193"/>
              <a:gd name="connsiteX116" fmla="*/ 504663 w 603405"/>
              <a:gd name="connsiteY116" fmla="*/ 136532 h 533193"/>
              <a:gd name="connsiteX117" fmla="*/ 415676 w 603405"/>
              <a:gd name="connsiteY117" fmla="*/ 97585 h 533193"/>
              <a:gd name="connsiteX118" fmla="*/ 397968 w 603405"/>
              <a:gd name="connsiteY118" fmla="*/ 97585 h 533193"/>
              <a:gd name="connsiteX119" fmla="*/ 397968 w 603405"/>
              <a:gd name="connsiteY119" fmla="*/ 159900 h 533193"/>
              <a:gd name="connsiteX120" fmla="*/ 364954 w 603405"/>
              <a:gd name="connsiteY120" fmla="*/ 183568 h 533193"/>
              <a:gd name="connsiteX121" fmla="*/ 364954 w 603405"/>
              <a:gd name="connsiteY121" fmla="*/ 97585 h 533193"/>
              <a:gd name="connsiteX122" fmla="*/ 174223 w 603405"/>
              <a:gd name="connsiteY122" fmla="*/ 97585 h 533193"/>
              <a:gd name="connsiteX123" fmla="*/ 174223 w 603405"/>
              <a:gd name="connsiteY123" fmla="*/ 232102 h 533193"/>
              <a:gd name="connsiteX124" fmla="*/ 180526 w 603405"/>
              <a:gd name="connsiteY124" fmla="*/ 232102 h 533193"/>
              <a:gd name="connsiteX125" fmla="*/ 174223 w 603405"/>
              <a:gd name="connsiteY125" fmla="*/ 235547 h 533193"/>
              <a:gd name="connsiteX126" fmla="*/ 156065 w 603405"/>
              <a:gd name="connsiteY126" fmla="*/ 256369 h 533193"/>
              <a:gd name="connsiteX127" fmla="*/ 141209 w 603405"/>
              <a:gd name="connsiteY127" fmla="*/ 238093 h 533193"/>
              <a:gd name="connsiteX128" fmla="*/ 131455 w 603405"/>
              <a:gd name="connsiteY128" fmla="*/ 232102 h 533193"/>
              <a:gd name="connsiteX129" fmla="*/ 141209 w 603405"/>
              <a:gd name="connsiteY129" fmla="*/ 232102 h 533193"/>
              <a:gd name="connsiteX130" fmla="*/ 141209 w 603405"/>
              <a:gd name="connsiteY130" fmla="*/ 97585 h 533193"/>
              <a:gd name="connsiteX131" fmla="*/ 1200 w 603405"/>
              <a:gd name="connsiteY131" fmla="*/ 97585 h 533193"/>
              <a:gd name="connsiteX132" fmla="*/ 30337 w 603405"/>
              <a:gd name="connsiteY132" fmla="*/ 0 h 533193"/>
              <a:gd name="connsiteX133" fmla="*/ 450496 w 603405"/>
              <a:gd name="connsiteY133" fmla="*/ 0 h 533193"/>
              <a:gd name="connsiteX134" fmla="*/ 467002 w 603405"/>
              <a:gd name="connsiteY134" fmla="*/ 16512 h 533193"/>
              <a:gd name="connsiteX135" fmla="*/ 450496 w 603405"/>
              <a:gd name="connsiteY135" fmla="*/ 33025 h 533193"/>
              <a:gd name="connsiteX136" fmla="*/ 30337 w 603405"/>
              <a:gd name="connsiteY136" fmla="*/ 33025 h 533193"/>
              <a:gd name="connsiteX137" fmla="*/ 13831 w 603405"/>
              <a:gd name="connsiteY137" fmla="*/ 16512 h 533193"/>
              <a:gd name="connsiteX138" fmla="*/ 30337 w 603405"/>
              <a:gd name="connsiteY138" fmla="*/ 0 h 53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603405" h="533193">
                <a:moveTo>
                  <a:pt x="494452" y="356003"/>
                </a:moveTo>
                <a:lnTo>
                  <a:pt x="585270" y="356003"/>
                </a:lnTo>
                <a:cubicBezTo>
                  <a:pt x="594277" y="356003"/>
                  <a:pt x="601782" y="363343"/>
                  <a:pt x="601782" y="372480"/>
                </a:cubicBezTo>
                <a:cubicBezTo>
                  <a:pt x="601782" y="381617"/>
                  <a:pt x="594277" y="388957"/>
                  <a:pt x="585270" y="388957"/>
                </a:cubicBezTo>
                <a:lnTo>
                  <a:pt x="494452" y="388957"/>
                </a:lnTo>
                <a:close/>
                <a:moveTo>
                  <a:pt x="367511" y="244227"/>
                </a:moveTo>
                <a:lnTo>
                  <a:pt x="443780" y="244227"/>
                </a:lnTo>
                <a:cubicBezTo>
                  <a:pt x="462247" y="244227"/>
                  <a:pt x="477261" y="259207"/>
                  <a:pt x="477411" y="277633"/>
                </a:cubicBezTo>
                <a:lnTo>
                  <a:pt x="477861" y="381744"/>
                </a:lnTo>
                <a:cubicBezTo>
                  <a:pt x="478011" y="389534"/>
                  <a:pt x="471706" y="395975"/>
                  <a:pt x="463748" y="395975"/>
                </a:cubicBezTo>
                <a:cubicBezTo>
                  <a:pt x="455941" y="395975"/>
                  <a:pt x="449486" y="389684"/>
                  <a:pt x="449486" y="381894"/>
                </a:cubicBezTo>
                <a:lnTo>
                  <a:pt x="449035" y="277782"/>
                </a:lnTo>
                <a:cubicBezTo>
                  <a:pt x="449035" y="276135"/>
                  <a:pt x="447684" y="274786"/>
                  <a:pt x="446033" y="274786"/>
                </a:cubicBezTo>
                <a:cubicBezTo>
                  <a:pt x="444381" y="274786"/>
                  <a:pt x="443030" y="276135"/>
                  <a:pt x="443030" y="277782"/>
                </a:cubicBezTo>
                <a:cubicBezTo>
                  <a:pt x="443030" y="419944"/>
                  <a:pt x="443330" y="291115"/>
                  <a:pt x="443330" y="516116"/>
                </a:cubicBezTo>
                <a:cubicBezTo>
                  <a:pt x="443330" y="525553"/>
                  <a:pt x="435673" y="533193"/>
                  <a:pt x="426215" y="533193"/>
                </a:cubicBezTo>
                <a:cubicBezTo>
                  <a:pt x="416906" y="533193"/>
                  <a:pt x="409249" y="525553"/>
                  <a:pt x="409249" y="516116"/>
                </a:cubicBezTo>
                <a:lnTo>
                  <a:pt x="409249" y="380096"/>
                </a:lnTo>
                <a:lnTo>
                  <a:pt x="401893" y="380096"/>
                </a:lnTo>
                <a:lnTo>
                  <a:pt x="401893" y="516116"/>
                </a:lnTo>
                <a:cubicBezTo>
                  <a:pt x="401893" y="525553"/>
                  <a:pt x="394236" y="533193"/>
                  <a:pt x="384778" y="533193"/>
                </a:cubicBezTo>
                <a:cubicBezTo>
                  <a:pt x="375319" y="533193"/>
                  <a:pt x="367812" y="525553"/>
                  <a:pt x="367812" y="516116"/>
                </a:cubicBezTo>
                <a:lnTo>
                  <a:pt x="367812" y="380096"/>
                </a:lnTo>
                <a:lnTo>
                  <a:pt x="367812" y="277782"/>
                </a:lnTo>
                <a:cubicBezTo>
                  <a:pt x="367812" y="276284"/>
                  <a:pt x="366461" y="274936"/>
                  <a:pt x="364959" y="274936"/>
                </a:cubicBezTo>
                <a:cubicBezTo>
                  <a:pt x="363458" y="274936"/>
                  <a:pt x="362257" y="276284"/>
                  <a:pt x="362257" y="277782"/>
                </a:cubicBezTo>
                <a:lnTo>
                  <a:pt x="361656" y="381894"/>
                </a:lnTo>
                <a:cubicBezTo>
                  <a:pt x="361656" y="389684"/>
                  <a:pt x="355351" y="395975"/>
                  <a:pt x="347544" y="395975"/>
                </a:cubicBezTo>
                <a:lnTo>
                  <a:pt x="347393" y="395975"/>
                </a:lnTo>
                <a:cubicBezTo>
                  <a:pt x="339586" y="395975"/>
                  <a:pt x="333281" y="389534"/>
                  <a:pt x="333281" y="381744"/>
                </a:cubicBezTo>
                <a:lnTo>
                  <a:pt x="333881" y="277633"/>
                </a:lnTo>
                <a:cubicBezTo>
                  <a:pt x="333881" y="259207"/>
                  <a:pt x="349045" y="244227"/>
                  <a:pt x="367511" y="244227"/>
                </a:cubicBezTo>
                <a:close/>
                <a:moveTo>
                  <a:pt x="201525" y="244227"/>
                </a:moveTo>
                <a:lnTo>
                  <a:pt x="277906" y="244227"/>
                </a:lnTo>
                <a:cubicBezTo>
                  <a:pt x="296213" y="244227"/>
                  <a:pt x="311370" y="259207"/>
                  <a:pt x="311520" y="277633"/>
                </a:cubicBezTo>
                <a:lnTo>
                  <a:pt x="311970" y="381744"/>
                </a:lnTo>
                <a:cubicBezTo>
                  <a:pt x="311970" y="389534"/>
                  <a:pt x="305667" y="395975"/>
                  <a:pt x="297864" y="395975"/>
                </a:cubicBezTo>
                <a:lnTo>
                  <a:pt x="297714" y="395975"/>
                </a:lnTo>
                <a:cubicBezTo>
                  <a:pt x="289911" y="395975"/>
                  <a:pt x="283608" y="389684"/>
                  <a:pt x="283608" y="381894"/>
                </a:cubicBezTo>
                <a:lnTo>
                  <a:pt x="283008" y="277782"/>
                </a:lnTo>
                <a:cubicBezTo>
                  <a:pt x="283008" y="276135"/>
                  <a:pt x="281657" y="274786"/>
                  <a:pt x="280007" y="274786"/>
                </a:cubicBezTo>
                <a:cubicBezTo>
                  <a:pt x="278356" y="274786"/>
                  <a:pt x="277156" y="276135"/>
                  <a:pt x="277156" y="277782"/>
                </a:cubicBezTo>
                <a:cubicBezTo>
                  <a:pt x="277156" y="419944"/>
                  <a:pt x="277456" y="291115"/>
                  <a:pt x="277456" y="516116"/>
                </a:cubicBezTo>
                <a:cubicBezTo>
                  <a:pt x="277456" y="525553"/>
                  <a:pt x="269803" y="533193"/>
                  <a:pt x="260349" y="533193"/>
                </a:cubicBezTo>
                <a:cubicBezTo>
                  <a:pt x="250895" y="533193"/>
                  <a:pt x="243242" y="525553"/>
                  <a:pt x="243242" y="516116"/>
                </a:cubicBezTo>
                <a:lnTo>
                  <a:pt x="243242" y="380096"/>
                </a:lnTo>
                <a:lnTo>
                  <a:pt x="235889" y="380096"/>
                </a:lnTo>
                <a:lnTo>
                  <a:pt x="235889" y="516116"/>
                </a:lnTo>
                <a:cubicBezTo>
                  <a:pt x="235889" y="525553"/>
                  <a:pt x="228386" y="533193"/>
                  <a:pt x="218932" y="533193"/>
                </a:cubicBezTo>
                <a:cubicBezTo>
                  <a:pt x="209478" y="533193"/>
                  <a:pt x="201825" y="525553"/>
                  <a:pt x="201825" y="516116"/>
                </a:cubicBezTo>
                <a:lnTo>
                  <a:pt x="201825" y="380096"/>
                </a:lnTo>
                <a:lnTo>
                  <a:pt x="201825" y="277782"/>
                </a:lnTo>
                <a:cubicBezTo>
                  <a:pt x="201825" y="276284"/>
                  <a:pt x="200624" y="274936"/>
                  <a:pt x="199124" y="274936"/>
                </a:cubicBezTo>
                <a:cubicBezTo>
                  <a:pt x="197623" y="274936"/>
                  <a:pt x="196423" y="276284"/>
                  <a:pt x="196423" y="277782"/>
                </a:cubicBezTo>
                <a:lnTo>
                  <a:pt x="195822" y="381894"/>
                </a:lnTo>
                <a:cubicBezTo>
                  <a:pt x="195822" y="389684"/>
                  <a:pt x="189370" y="395975"/>
                  <a:pt x="181567" y="395975"/>
                </a:cubicBezTo>
                <a:cubicBezTo>
                  <a:pt x="173763" y="395975"/>
                  <a:pt x="167311" y="389534"/>
                  <a:pt x="167461" y="381744"/>
                </a:cubicBezTo>
                <a:lnTo>
                  <a:pt x="167911" y="277633"/>
                </a:lnTo>
                <a:cubicBezTo>
                  <a:pt x="168061" y="259207"/>
                  <a:pt x="183067" y="244227"/>
                  <a:pt x="201525" y="244227"/>
                </a:cubicBezTo>
                <a:close/>
                <a:moveTo>
                  <a:pt x="34214" y="244227"/>
                </a:moveTo>
                <a:lnTo>
                  <a:pt x="110445" y="244227"/>
                </a:lnTo>
                <a:cubicBezTo>
                  <a:pt x="128902" y="244227"/>
                  <a:pt x="143908" y="259207"/>
                  <a:pt x="144059" y="277633"/>
                </a:cubicBezTo>
                <a:lnTo>
                  <a:pt x="144509" y="381744"/>
                </a:lnTo>
                <a:cubicBezTo>
                  <a:pt x="144659" y="389534"/>
                  <a:pt x="138206" y="395975"/>
                  <a:pt x="130403" y="395975"/>
                </a:cubicBezTo>
                <a:cubicBezTo>
                  <a:pt x="122600" y="395975"/>
                  <a:pt x="116147" y="389684"/>
                  <a:pt x="116147" y="381894"/>
                </a:cubicBezTo>
                <a:lnTo>
                  <a:pt x="115697" y="277782"/>
                </a:lnTo>
                <a:cubicBezTo>
                  <a:pt x="115547" y="276135"/>
                  <a:pt x="114346" y="274786"/>
                  <a:pt x="112696" y="274786"/>
                </a:cubicBezTo>
                <a:cubicBezTo>
                  <a:pt x="111045" y="274786"/>
                  <a:pt x="109694" y="276135"/>
                  <a:pt x="109694" y="277782"/>
                </a:cubicBezTo>
                <a:cubicBezTo>
                  <a:pt x="109694" y="343695"/>
                  <a:pt x="109995" y="452450"/>
                  <a:pt x="109995" y="516116"/>
                </a:cubicBezTo>
                <a:cubicBezTo>
                  <a:pt x="109995" y="525553"/>
                  <a:pt x="102341" y="533193"/>
                  <a:pt x="92888" y="533193"/>
                </a:cubicBezTo>
                <a:cubicBezTo>
                  <a:pt x="83584" y="533193"/>
                  <a:pt x="75931" y="525553"/>
                  <a:pt x="75931" y="516116"/>
                </a:cubicBezTo>
                <a:lnTo>
                  <a:pt x="75931" y="380096"/>
                </a:lnTo>
                <a:lnTo>
                  <a:pt x="68578" y="380096"/>
                </a:lnTo>
                <a:lnTo>
                  <a:pt x="68578" y="516116"/>
                </a:lnTo>
                <a:cubicBezTo>
                  <a:pt x="68578" y="525553"/>
                  <a:pt x="60925" y="533193"/>
                  <a:pt x="51471" y="533193"/>
                </a:cubicBezTo>
                <a:cubicBezTo>
                  <a:pt x="42017" y="533193"/>
                  <a:pt x="34364" y="525553"/>
                  <a:pt x="34364" y="516116"/>
                </a:cubicBezTo>
                <a:lnTo>
                  <a:pt x="34364" y="380096"/>
                </a:lnTo>
                <a:lnTo>
                  <a:pt x="34364" y="277782"/>
                </a:lnTo>
                <a:cubicBezTo>
                  <a:pt x="34364" y="276284"/>
                  <a:pt x="33163" y="275086"/>
                  <a:pt x="31663" y="275086"/>
                </a:cubicBezTo>
                <a:cubicBezTo>
                  <a:pt x="30162" y="274936"/>
                  <a:pt x="28962" y="276284"/>
                  <a:pt x="28962" y="277782"/>
                </a:cubicBezTo>
                <a:lnTo>
                  <a:pt x="28361" y="381894"/>
                </a:lnTo>
                <a:cubicBezTo>
                  <a:pt x="28361" y="389684"/>
                  <a:pt x="22059" y="395975"/>
                  <a:pt x="14256" y="395975"/>
                </a:cubicBezTo>
                <a:lnTo>
                  <a:pt x="14106" y="395975"/>
                </a:lnTo>
                <a:cubicBezTo>
                  <a:pt x="6302" y="395975"/>
                  <a:pt x="0" y="389534"/>
                  <a:pt x="0" y="381744"/>
                </a:cubicBezTo>
                <a:lnTo>
                  <a:pt x="600" y="277633"/>
                </a:lnTo>
                <a:cubicBezTo>
                  <a:pt x="600" y="259207"/>
                  <a:pt x="15756" y="244227"/>
                  <a:pt x="34214" y="244227"/>
                </a:cubicBezTo>
                <a:close/>
                <a:moveTo>
                  <a:pt x="298774" y="232090"/>
                </a:moveTo>
                <a:lnTo>
                  <a:pt x="346547" y="232090"/>
                </a:lnTo>
                <a:cubicBezTo>
                  <a:pt x="336331" y="236739"/>
                  <a:pt x="327768" y="244836"/>
                  <a:pt x="322660" y="254883"/>
                </a:cubicBezTo>
                <a:cubicBezTo>
                  <a:pt x="317552" y="244836"/>
                  <a:pt x="309140" y="236739"/>
                  <a:pt x="298774" y="232090"/>
                </a:cubicBezTo>
                <a:close/>
                <a:moveTo>
                  <a:pt x="405716" y="176061"/>
                </a:moveTo>
                <a:cubicBezTo>
                  <a:pt x="421987" y="176061"/>
                  <a:pt x="435177" y="189204"/>
                  <a:pt x="435177" y="205417"/>
                </a:cubicBezTo>
                <a:cubicBezTo>
                  <a:pt x="435177" y="221630"/>
                  <a:pt x="421987" y="234773"/>
                  <a:pt x="405716" y="234773"/>
                </a:cubicBezTo>
                <a:cubicBezTo>
                  <a:pt x="389445" y="234773"/>
                  <a:pt x="376255" y="221630"/>
                  <a:pt x="376255" y="205417"/>
                </a:cubicBezTo>
                <a:cubicBezTo>
                  <a:pt x="376255" y="189204"/>
                  <a:pt x="389445" y="176061"/>
                  <a:pt x="405716" y="176061"/>
                </a:cubicBezTo>
                <a:close/>
                <a:moveTo>
                  <a:pt x="239817" y="176061"/>
                </a:moveTo>
                <a:cubicBezTo>
                  <a:pt x="256049" y="176061"/>
                  <a:pt x="269208" y="189204"/>
                  <a:pt x="269208" y="205417"/>
                </a:cubicBezTo>
                <a:cubicBezTo>
                  <a:pt x="269208" y="221630"/>
                  <a:pt x="256049" y="234773"/>
                  <a:pt x="239817" y="234773"/>
                </a:cubicBezTo>
                <a:cubicBezTo>
                  <a:pt x="223585" y="234773"/>
                  <a:pt x="210426" y="221630"/>
                  <a:pt x="210426" y="205417"/>
                </a:cubicBezTo>
                <a:cubicBezTo>
                  <a:pt x="210426" y="189204"/>
                  <a:pt x="223585" y="176061"/>
                  <a:pt x="239817" y="176061"/>
                </a:cubicBezTo>
                <a:close/>
                <a:moveTo>
                  <a:pt x="72325" y="176061"/>
                </a:moveTo>
                <a:cubicBezTo>
                  <a:pt x="88687" y="176061"/>
                  <a:pt x="101897" y="189241"/>
                  <a:pt x="101897" y="205416"/>
                </a:cubicBezTo>
                <a:cubicBezTo>
                  <a:pt x="101897" y="221592"/>
                  <a:pt x="88687" y="234772"/>
                  <a:pt x="72325" y="234772"/>
                </a:cubicBezTo>
                <a:cubicBezTo>
                  <a:pt x="56113" y="234772"/>
                  <a:pt x="42904" y="221592"/>
                  <a:pt x="42904" y="205416"/>
                </a:cubicBezTo>
                <a:cubicBezTo>
                  <a:pt x="42904" y="189241"/>
                  <a:pt x="55963" y="176061"/>
                  <a:pt x="72325" y="176061"/>
                </a:cubicBezTo>
                <a:close/>
                <a:moveTo>
                  <a:pt x="1200" y="56241"/>
                </a:moveTo>
                <a:lnTo>
                  <a:pt x="384613" y="56241"/>
                </a:lnTo>
                <a:cubicBezTo>
                  <a:pt x="505414" y="56241"/>
                  <a:pt x="603405" y="154058"/>
                  <a:pt x="603405" y="274494"/>
                </a:cubicBezTo>
                <a:cubicBezTo>
                  <a:pt x="603405" y="308947"/>
                  <a:pt x="575493" y="336809"/>
                  <a:pt x="540979" y="336809"/>
                </a:cubicBezTo>
                <a:lnTo>
                  <a:pt x="494459" y="336809"/>
                </a:lnTo>
                <a:lnTo>
                  <a:pt x="494159" y="277490"/>
                </a:lnTo>
                <a:cubicBezTo>
                  <a:pt x="494009" y="257417"/>
                  <a:pt x="482004" y="240041"/>
                  <a:pt x="464747" y="232102"/>
                </a:cubicBezTo>
                <a:lnTo>
                  <a:pt x="551333" y="232102"/>
                </a:lnTo>
                <a:lnTo>
                  <a:pt x="551483" y="232102"/>
                </a:lnTo>
                <a:cubicBezTo>
                  <a:pt x="553884" y="232102"/>
                  <a:pt x="556285" y="230753"/>
                  <a:pt x="557636" y="228806"/>
                </a:cubicBezTo>
                <a:cubicBezTo>
                  <a:pt x="558986" y="226709"/>
                  <a:pt x="559136" y="224013"/>
                  <a:pt x="558236" y="221766"/>
                </a:cubicBezTo>
                <a:cubicBezTo>
                  <a:pt x="550283" y="203790"/>
                  <a:pt x="531825" y="165892"/>
                  <a:pt x="504663" y="136532"/>
                </a:cubicBezTo>
                <a:cubicBezTo>
                  <a:pt x="481704" y="111666"/>
                  <a:pt x="449440" y="97585"/>
                  <a:pt x="415676" y="97585"/>
                </a:cubicBezTo>
                <a:lnTo>
                  <a:pt x="397968" y="97585"/>
                </a:lnTo>
                <a:lnTo>
                  <a:pt x="397968" y="159900"/>
                </a:lnTo>
                <a:cubicBezTo>
                  <a:pt x="383712" y="162297"/>
                  <a:pt x="371707" y="171284"/>
                  <a:pt x="364954" y="183568"/>
                </a:cubicBezTo>
                <a:lnTo>
                  <a:pt x="364954" y="97585"/>
                </a:lnTo>
                <a:lnTo>
                  <a:pt x="174223" y="97585"/>
                </a:lnTo>
                <a:lnTo>
                  <a:pt x="174223" y="232102"/>
                </a:lnTo>
                <a:lnTo>
                  <a:pt x="180526" y="232102"/>
                </a:lnTo>
                <a:cubicBezTo>
                  <a:pt x="178425" y="233150"/>
                  <a:pt x="176324" y="234199"/>
                  <a:pt x="174223" y="235547"/>
                </a:cubicBezTo>
                <a:cubicBezTo>
                  <a:pt x="166420" y="240640"/>
                  <a:pt x="159967" y="247830"/>
                  <a:pt x="156065" y="256369"/>
                </a:cubicBezTo>
                <a:cubicBezTo>
                  <a:pt x="152614" y="249178"/>
                  <a:pt x="147512" y="242887"/>
                  <a:pt x="141209" y="238093"/>
                </a:cubicBezTo>
                <a:cubicBezTo>
                  <a:pt x="138208" y="235697"/>
                  <a:pt x="134906" y="233749"/>
                  <a:pt x="131455" y="232102"/>
                </a:cubicBezTo>
                <a:lnTo>
                  <a:pt x="141209" y="232102"/>
                </a:lnTo>
                <a:lnTo>
                  <a:pt x="141209" y="97585"/>
                </a:lnTo>
                <a:lnTo>
                  <a:pt x="1200" y="97585"/>
                </a:lnTo>
                <a:close/>
                <a:moveTo>
                  <a:pt x="30337" y="0"/>
                </a:moveTo>
                <a:lnTo>
                  <a:pt x="450496" y="0"/>
                </a:lnTo>
                <a:cubicBezTo>
                  <a:pt x="459649" y="0"/>
                  <a:pt x="467002" y="7356"/>
                  <a:pt x="467002" y="16512"/>
                </a:cubicBezTo>
                <a:cubicBezTo>
                  <a:pt x="467002" y="25669"/>
                  <a:pt x="459649" y="33025"/>
                  <a:pt x="450496" y="33025"/>
                </a:cubicBezTo>
                <a:lnTo>
                  <a:pt x="30337" y="33025"/>
                </a:lnTo>
                <a:cubicBezTo>
                  <a:pt x="21184" y="33025"/>
                  <a:pt x="13831" y="25669"/>
                  <a:pt x="13831" y="16512"/>
                </a:cubicBezTo>
                <a:cubicBezTo>
                  <a:pt x="13831" y="7356"/>
                  <a:pt x="21184" y="0"/>
                  <a:pt x="303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361815" y="3295650"/>
            <a:ext cx="7518400" cy="3119755"/>
            <a:chOff x="6869" y="5190"/>
            <a:chExt cx="11840" cy="4913"/>
          </a:xfrm>
        </p:grpSpPr>
        <p:grpSp>
          <p:nvGrpSpPr>
            <p:cNvPr id="6" name="组合 5"/>
            <p:cNvGrpSpPr/>
            <p:nvPr/>
          </p:nvGrpSpPr>
          <p:grpSpPr>
            <a:xfrm>
              <a:off x="6869" y="5190"/>
              <a:ext cx="11840" cy="4172"/>
              <a:chOff x="6869" y="5190"/>
              <a:chExt cx="11840" cy="4172"/>
            </a:xfrm>
          </p:grpSpPr>
          <p:sp>
            <p:nvSpPr>
              <p:cNvPr id="31" name="文本框 30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8021" y="5190"/>
                <a:ext cx="10689" cy="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18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创建</a:t>
                </a:r>
                <a:r>
                  <a:rPr lang="en-US" altLang="zh-CN" sz="18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main.js-</a:t>
                </a:r>
                <a:r>
                  <a:rPr lang="zh-CN" altLang="en-US" sz="18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异步读取</a:t>
                </a:r>
                <a:r>
                  <a:rPr lang="en-US" altLang="zh-CN" sz="18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input.txt</a:t>
                </a:r>
                <a:endParaRPr lang="en-US" altLang="zh-CN" sz="1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32" name="圆角矩形 52"/>
              <p:cNvSpPr/>
              <p:nvPr/>
            </p:nvSpPr>
            <p:spPr>
              <a:xfrm>
                <a:off x="6869" y="5373"/>
                <a:ext cx="955" cy="544"/>
              </a:xfrm>
              <a:prstGeom prst="round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0000" lnSpcReduction="20000"/>
              </a:bodyPr>
              <a:lstStyle/>
              <a:p>
                <a:pPr algn="ctr" defTabSz="913765"/>
                <a:r>
                  <a:rPr lang="en-US" altLang="zh-CN" sz="1600" b="1" spc="300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文本框 32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8068" y="6168"/>
                <a:ext cx="10240" cy="31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ts val="1500"/>
                  </a:lnSpc>
                  <a:defRPr sz="900"/>
                </a:lvl1pPr>
              </a:lstStyle>
              <a:p>
                <a:pPr marL="0" lvl="1">
                  <a:spcBef>
                    <a:spcPct val="20000"/>
                  </a:spcBef>
                </a:pPr>
                <a:r>
                  <a:rPr lang="en-US" altLang="zh-CN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var fs = require("fs");</a:t>
                </a:r>
                <a:endPara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0" lvl="1">
                  <a:spcBef>
                    <a:spcPct val="20000"/>
                  </a:spcBef>
                </a:pPr>
                <a:r>
                  <a:rPr lang="en-US" altLang="zh-CN" dirty="0" err="1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fs.</a:t>
                </a:r>
                <a:r>
                  <a:rPr lang="en-US" altLang="zh-CN" dirty="0" err="1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readFile</a:t>
                </a:r>
                <a:r>
                  <a:rPr lang="en-US" altLang="zh-CN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('input.txt', </a:t>
                </a:r>
                <a:r>
                  <a:rPr lang="en-US" altLang="zh-CN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function (err, data)</a:t>
                </a:r>
                <a:r>
                  <a:rPr lang="en-US" altLang="zh-CN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{</a:t>
                </a:r>
                <a:endPara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0" lvl="1">
                  <a:spcBef>
                    <a:spcPct val="20000"/>
                  </a:spcBef>
                </a:pPr>
                <a:r>
                  <a:rPr lang="en-US" altLang="zh-CN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   if (err) return </a:t>
                </a:r>
                <a:r>
                  <a:rPr lang="en-US" altLang="zh-CN" dirty="0" err="1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console.error</a:t>
                </a:r>
                <a:r>
                  <a:rPr lang="en-US" altLang="zh-CN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(err);</a:t>
                </a:r>
                <a:endPara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0" lvl="1">
                  <a:spcBef>
                    <a:spcPct val="20000"/>
                  </a:spcBef>
                </a:pPr>
                <a:r>
                  <a:rPr lang="en-US" altLang="zh-CN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   console.log(</a:t>
                </a:r>
                <a:r>
                  <a:rPr lang="en-US" altLang="zh-CN" dirty="0" err="1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data.toString</a:t>
                </a:r>
                <a:r>
                  <a:rPr lang="en-US" altLang="zh-CN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());</a:t>
                </a:r>
                <a:endPara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0" lvl="1">
                  <a:spcBef>
                    <a:spcPct val="20000"/>
                  </a:spcBef>
                </a:pPr>
                <a:r>
                  <a:rPr lang="en-US" altLang="zh-CN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});</a:t>
                </a:r>
                <a:endPara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0" lvl="1">
                  <a:spcBef>
                    <a:spcPct val="20000"/>
                  </a:spcBef>
                </a:pPr>
                <a:r>
                  <a:rPr lang="en-US" altLang="zh-CN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console.log("</a:t>
                </a:r>
                <a:r>
                  <a:rPr lang="zh-CN" altLang="en-US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程序执行结束</a:t>
                </a:r>
                <a:r>
                  <a:rPr lang="en-US" altLang="zh-CN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!");</a:t>
                </a:r>
                <a:endPara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p:grpSp>
        <p:sp>
          <p:nvSpPr>
            <p:cNvPr id="44" name="圆角矩形 25"/>
            <p:cNvSpPr/>
            <p:nvPr>
              <p:custDataLst>
                <p:tags r:id="rId24"/>
              </p:custDataLst>
            </p:nvPr>
          </p:nvSpPr>
          <p:spPr>
            <a:xfrm>
              <a:off x="8021" y="6097"/>
              <a:ext cx="10103" cy="4006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95" name="矩形 1"/>
          <p:cNvSpPr/>
          <p:nvPr>
            <p:custDataLst>
              <p:tags r:id="rId25"/>
            </p:custDataLst>
          </p:nvPr>
        </p:nvSpPr>
        <p:spPr bwMode="auto">
          <a:xfrm>
            <a:off x="581025" y="1249680"/>
            <a:ext cx="2297430" cy="415925"/>
          </a:xfrm>
          <a:custGeom>
            <a:avLst/>
            <a:gdLst>
              <a:gd name="connsiteX0" fmla="*/ 0 w 6840760"/>
              <a:gd name="connsiteY0" fmla="*/ 0 h 888468"/>
              <a:gd name="connsiteX1" fmla="*/ 6840760 w 6840760"/>
              <a:gd name="connsiteY1" fmla="*/ 0 h 888468"/>
              <a:gd name="connsiteX2" fmla="*/ 6840760 w 6840760"/>
              <a:gd name="connsiteY2" fmla="*/ 888468 h 888468"/>
              <a:gd name="connsiteX3" fmla="*/ 0 w 6840760"/>
              <a:gd name="connsiteY3" fmla="*/ 888468 h 888468"/>
              <a:gd name="connsiteX4" fmla="*/ 0 w 6840760"/>
              <a:gd name="connsiteY4" fmla="*/ 0 h 888468"/>
              <a:gd name="connsiteX0-1" fmla="*/ 0 w 6840760"/>
              <a:gd name="connsiteY0-2" fmla="*/ 0 h 888468"/>
              <a:gd name="connsiteX1-3" fmla="*/ 6465622 w 6840760"/>
              <a:gd name="connsiteY1-4" fmla="*/ 35169 h 888468"/>
              <a:gd name="connsiteX2-5" fmla="*/ 6840760 w 6840760"/>
              <a:gd name="connsiteY2-6" fmla="*/ 888468 h 888468"/>
              <a:gd name="connsiteX3-7" fmla="*/ 0 w 6840760"/>
              <a:gd name="connsiteY3-8" fmla="*/ 888468 h 888468"/>
              <a:gd name="connsiteX4-9" fmla="*/ 0 w 6840760"/>
              <a:gd name="connsiteY4-10" fmla="*/ 0 h 888468"/>
              <a:gd name="connsiteX0-11" fmla="*/ 351693 w 6840760"/>
              <a:gd name="connsiteY0-12" fmla="*/ 0 h 888468"/>
              <a:gd name="connsiteX1-13" fmla="*/ 6465622 w 6840760"/>
              <a:gd name="connsiteY1-14" fmla="*/ 35169 h 888468"/>
              <a:gd name="connsiteX2-15" fmla="*/ 6840760 w 6840760"/>
              <a:gd name="connsiteY2-16" fmla="*/ 888468 h 888468"/>
              <a:gd name="connsiteX3-17" fmla="*/ 0 w 6840760"/>
              <a:gd name="connsiteY3-18" fmla="*/ 888468 h 888468"/>
              <a:gd name="connsiteX4-19" fmla="*/ 351693 w 6840760"/>
              <a:gd name="connsiteY4-20" fmla="*/ 0 h 8884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40760" h="888468">
                <a:moveTo>
                  <a:pt x="351693" y="0"/>
                </a:moveTo>
                <a:lnTo>
                  <a:pt x="6465622" y="35169"/>
                </a:lnTo>
                <a:lnTo>
                  <a:pt x="6840760" y="888468"/>
                </a:lnTo>
                <a:lnTo>
                  <a:pt x="0" y="888468"/>
                </a:lnTo>
                <a:lnTo>
                  <a:pt x="351693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6" name="TextBox 27"/>
          <p:cNvSpPr txBox="1">
            <a:spLocks noChangeArrowheads="1"/>
          </p:cNvSpPr>
          <p:nvPr/>
        </p:nvSpPr>
        <p:spPr bwMode="auto">
          <a:xfrm>
            <a:off x="1321435" y="1257300"/>
            <a:ext cx="69088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示例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4" name="iconfont-1187-868615"/>
          <p:cNvSpPr/>
          <p:nvPr>
            <p:custDataLst>
              <p:tags r:id="rId26"/>
            </p:custDataLst>
          </p:nvPr>
        </p:nvSpPr>
        <p:spPr>
          <a:xfrm>
            <a:off x="511175" y="1050925"/>
            <a:ext cx="608330" cy="609600"/>
          </a:xfrm>
          <a:custGeom>
            <a:avLst/>
            <a:gdLst>
              <a:gd name="T0" fmla="*/ 12123 w 12728"/>
              <a:gd name="T1" fmla="*/ 2794 h 12755"/>
              <a:gd name="T2" fmla="*/ 11574 w 12728"/>
              <a:gd name="T3" fmla="*/ 3342 h 12755"/>
              <a:gd name="T4" fmla="*/ 9386 w 12728"/>
              <a:gd name="T5" fmla="*/ 1151 h 12755"/>
              <a:gd name="T6" fmla="*/ 9932 w 12728"/>
              <a:gd name="T7" fmla="*/ 605 h 12755"/>
              <a:gd name="T8" fmla="*/ 12123 w 12728"/>
              <a:gd name="T9" fmla="*/ 605 h 12755"/>
              <a:gd name="T10" fmla="*/ 12123 w 12728"/>
              <a:gd name="T11" fmla="*/ 2794 h 12755"/>
              <a:gd name="T12" fmla="*/ 10479 w 12728"/>
              <a:gd name="T13" fmla="*/ 4436 h 12755"/>
              <a:gd name="T14" fmla="*/ 7742 w 12728"/>
              <a:gd name="T15" fmla="*/ 7169 h 12755"/>
              <a:gd name="T16" fmla="*/ 3926 w 12728"/>
              <a:gd name="T17" fmla="*/ 8827 h 12755"/>
              <a:gd name="T18" fmla="*/ 5551 w 12728"/>
              <a:gd name="T19" fmla="*/ 4980 h 12755"/>
              <a:gd name="T20" fmla="*/ 8290 w 12728"/>
              <a:gd name="T21" fmla="*/ 2245 h 12755"/>
              <a:gd name="T22" fmla="*/ 10479 w 12728"/>
              <a:gd name="T23" fmla="*/ 4436 h 12755"/>
              <a:gd name="T24" fmla="*/ 4711 w 12728"/>
              <a:gd name="T25" fmla="*/ 1735 h 12755"/>
              <a:gd name="T26" fmla="*/ 2356 w 12728"/>
              <a:gd name="T27" fmla="*/ 1735 h 12755"/>
              <a:gd name="T28" fmla="*/ 1570 w 12728"/>
              <a:gd name="T29" fmla="*/ 2522 h 12755"/>
              <a:gd name="T30" fmla="*/ 1570 w 12728"/>
              <a:gd name="T31" fmla="*/ 10392 h 12755"/>
              <a:gd name="T32" fmla="*/ 2356 w 12728"/>
              <a:gd name="T33" fmla="*/ 11179 h 12755"/>
              <a:gd name="T34" fmla="*/ 10210 w 12728"/>
              <a:gd name="T35" fmla="*/ 11179 h 12755"/>
              <a:gd name="T36" fmla="*/ 10995 w 12728"/>
              <a:gd name="T37" fmla="*/ 10392 h 12755"/>
              <a:gd name="T38" fmla="*/ 10995 w 12728"/>
              <a:gd name="T39" fmla="*/ 7245 h 12755"/>
              <a:gd name="T40" fmla="*/ 11780 w 12728"/>
              <a:gd name="T41" fmla="*/ 6458 h 12755"/>
              <a:gd name="T42" fmla="*/ 12565 w 12728"/>
              <a:gd name="T43" fmla="*/ 7245 h 12755"/>
              <a:gd name="T44" fmla="*/ 12565 w 12728"/>
              <a:gd name="T45" fmla="*/ 11181 h 12755"/>
              <a:gd name="T46" fmla="*/ 10995 w 12728"/>
              <a:gd name="T47" fmla="*/ 12755 h 12755"/>
              <a:gd name="T48" fmla="*/ 1570 w 12728"/>
              <a:gd name="T49" fmla="*/ 12755 h 12755"/>
              <a:gd name="T50" fmla="*/ 0 w 12728"/>
              <a:gd name="T51" fmla="*/ 11181 h 12755"/>
              <a:gd name="T52" fmla="*/ 0 w 12728"/>
              <a:gd name="T53" fmla="*/ 1735 h 12755"/>
              <a:gd name="T54" fmla="*/ 1570 w 12728"/>
              <a:gd name="T55" fmla="*/ 161 h 12755"/>
              <a:gd name="T56" fmla="*/ 4711 w 12728"/>
              <a:gd name="T57" fmla="*/ 161 h 12755"/>
              <a:gd name="T58" fmla="*/ 5496 w 12728"/>
              <a:gd name="T59" fmla="*/ 948 h 12755"/>
              <a:gd name="T60" fmla="*/ 4711 w 12728"/>
              <a:gd name="T61" fmla="*/ 1735 h 12755"/>
              <a:gd name="T62" fmla="*/ 4711 w 12728"/>
              <a:gd name="T63" fmla="*/ 1735 h 127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2728" h="12755">
                <a:moveTo>
                  <a:pt x="12123" y="2794"/>
                </a:moveTo>
                <a:lnTo>
                  <a:pt x="11574" y="3342"/>
                </a:lnTo>
                <a:lnTo>
                  <a:pt x="9386" y="1151"/>
                </a:lnTo>
                <a:lnTo>
                  <a:pt x="9932" y="605"/>
                </a:lnTo>
                <a:cubicBezTo>
                  <a:pt x="10537" y="0"/>
                  <a:pt x="11518" y="0"/>
                  <a:pt x="12123" y="605"/>
                </a:cubicBezTo>
                <a:cubicBezTo>
                  <a:pt x="12728" y="1208"/>
                  <a:pt x="12728" y="2189"/>
                  <a:pt x="12123" y="2794"/>
                </a:cubicBezTo>
                <a:close/>
                <a:moveTo>
                  <a:pt x="10479" y="4436"/>
                </a:moveTo>
                <a:lnTo>
                  <a:pt x="7742" y="7169"/>
                </a:lnTo>
                <a:lnTo>
                  <a:pt x="3926" y="8827"/>
                </a:lnTo>
                <a:lnTo>
                  <a:pt x="5551" y="4980"/>
                </a:lnTo>
                <a:lnTo>
                  <a:pt x="8290" y="2245"/>
                </a:lnTo>
                <a:lnTo>
                  <a:pt x="10479" y="4436"/>
                </a:lnTo>
                <a:close/>
                <a:moveTo>
                  <a:pt x="4711" y="1735"/>
                </a:moveTo>
                <a:lnTo>
                  <a:pt x="2356" y="1735"/>
                </a:lnTo>
                <a:cubicBezTo>
                  <a:pt x="1921" y="1735"/>
                  <a:pt x="1570" y="2088"/>
                  <a:pt x="1570" y="2522"/>
                </a:cubicBezTo>
                <a:lnTo>
                  <a:pt x="1570" y="10392"/>
                </a:lnTo>
                <a:cubicBezTo>
                  <a:pt x="1570" y="10826"/>
                  <a:pt x="1921" y="11179"/>
                  <a:pt x="2356" y="11179"/>
                </a:cubicBezTo>
                <a:lnTo>
                  <a:pt x="10210" y="11179"/>
                </a:lnTo>
                <a:cubicBezTo>
                  <a:pt x="10644" y="11179"/>
                  <a:pt x="10995" y="10826"/>
                  <a:pt x="10995" y="10392"/>
                </a:cubicBezTo>
                <a:lnTo>
                  <a:pt x="10995" y="7245"/>
                </a:lnTo>
                <a:cubicBezTo>
                  <a:pt x="10995" y="6811"/>
                  <a:pt x="11346" y="6458"/>
                  <a:pt x="11780" y="6458"/>
                </a:cubicBezTo>
                <a:cubicBezTo>
                  <a:pt x="12214" y="6458"/>
                  <a:pt x="12565" y="6811"/>
                  <a:pt x="12565" y="7245"/>
                </a:cubicBezTo>
                <a:lnTo>
                  <a:pt x="12565" y="11181"/>
                </a:lnTo>
                <a:cubicBezTo>
                  <a:pt x="12565" y="12049"/>
                  <a:pt x="11861" y="12755"/>
                  <a:pt x="10995" y="12755"/>
                </a:cubicBezTo>
                <a:lnTo>
                  <a:pt x="1570" y="12755"/>
                </a:lnTo>
                <a:cubicBezTo>
                  <a:pt x="704" y="12755"/>
                  <a:pt x="0" y="12051"/>
                  <a:pt x="0" y="11181"/>
                </a:cubicBezTo>
                <a:lnTo>
                  <a:pt x="0" y="1735"/>
                </a:lnTo>
                <a:cubicBezTo>
                  <a:pt x="0" y="866"/>
                  <a:pt x="704" y="161"/>
                  <a:pt x="1570" y="161"/>
                </a:cubicBezTo>
                <a:lnTo>
                  <a:pt x="4711" y="161"/>
                </a:lnTo>
                <a:cubicBezTo>
                  <a:pt x="5145" y="161"/>
                  <a:pt x="5496" y="514"/>
                  <a:pt x="5496" y="948"/>
                </a:cubicBezTo>
                <a:cubicBezTo>
                  <a:pt x="5496" y="1384"/>
                  <a:pt x="5145" y="1735"/>
                  <a:pt x="4711" y="1735"/>
                </a:cubicBezTo>
                <a:close/>
                <a:moveTo>
                  <a:pt x="4711" y="1735"/>
                </a:moveTo>
                <a:close/>
              </a:path>
            </a:pathLst>
          </a:custGeom>
          <a:solidFill>
            <a:schemeClr val="lt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2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95" grpId="0" animBg="1"/>
      <p:bldP spid="96" grpId="0"/>
      <p:bldP spid="94" grpId="0" animBg="1"/>
      <p:bldP spid="18" grpId="1"/>
      <p:bldP spid="95" grpId="1" animBg="1"/>
      <p:bldP spid="96" grpId="1"/>
      <p:bldP spid="94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850265" y="4074160"/>
            <a:ext cx="3530600" cy="855980"/>
            <a:chOff x="1339" y="6416"/>
            <a:chExt cx="5560" cy="1348"/>
          </a:xfrm>
        </p:grpSpPr>
        <p:sp>
          <p:nvSpPr>
            <p:cNvPr id="5" name="任意多边形 4"/>
            <p:cNvSpPr/>
            <p:nvPr>
              <p:custDataLst>
                <p:tags r:id="rId3"/>
              </p:custDataLst>
            </p:nvPr>
          </p:nvSpPr>
          <p:spPr>
            <a:xfrm>
              <a:off x="1339" y="6416"/>
              <a:ext cx="5560" cy="1348"/>
            </a:xfrm>
            <a:custGeom>
              <a:avLst/>
              <a:gdLst>
                <a:gd name="connsiteX0" fmla="*/ 0 w 2468619"/>
                <a:gd name="connsiteY0" fmla="*/ 0 h 641798"/>
                <a:gd name="connsiteX1" fmla="*/ 2468619 w 2468619"/>
                <a:gd name="connsiteY1" fmla="*/ 0 h 641798"/>
                <a:gd name="connsiteX2" fmla="*/ 2468619 w 2468619"/>
                <a:gd name="connsiteY2" fmla="*/ 641798 h 641798"/>
                <a:gd name="connsiteX3" fmla="*/ 0 w 2468619"/>
                <a:gd name="connsiteY3" fmla="*/ 641798 h 641798"/>
                <a:gd name="connsiteX4" fmla="*/ 0 w 2468619"/>
                <a:gd name="connsiteY4" fmla="*/ 631152 h 641798"/>
                <a:gd name="connsiteX5" fmla="*/ 310253 w 2468619"/>
                <a:gd name="connsiteY5" fmla="*/ 320899 h 641798"/>
                <a:gd name="connsiteX6" fmla="*/ 0 w 2468619"/>
                <a:gd name="connsiteY6" fmla="*/ 10646 h 64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68619" h="641798">
                  <a:moveTo>
                    <a:pt x="0" y="0"/>
                  </a:moveTo>
                  <a:lnTo>
                    <a:pt x="2468619" y="0"/>
                  </a:lnTo>
                  <a:lnTo>
                    <a:pt x="2468619" y="641798"/>
                  </a:lnTo>
                  <a:lnTo>
                    <a:pt x="0" y="641798"/>
                  </a:lnTo>
                  <a:lnTo>
                    <a:pt x="0" y="631152"/>
                  </a:lnTo>
                  <a:lnTo>
                    <a:pt x="310253" y="320899"/>
                  </a:lnTo>
                  <a:lnTo>
                    <a:pt x="0" y="106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4"/>
              </p:custDataLst>
            </p:nvPr>
          </p:nvSpPr>
          <p:spPr>
            <a:xfrm>
              <a:off x="3381" y="6799"/>
              <a:ext cx="2245" cy="628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zh-CN" altLang="en-US" sz="200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阻塞</a:t>
              </a:r>
              <a:endParaRPr lang="zh-CN" altLang="en-US" sz="20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5"/>
              </p:custDataLst>
            </p:nvPr>
          </p:nvSpPr>
          <p:spPr>
            <a:xfrm>
              <a:off x="2403" y="6661"/>
              <a:ext cx="606" cy="790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altLang="zh-CN" sz="2665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01</a:t>
              </a:r>
              <a:endParaRPr lang="en-US" altLang="zh-CN" sz="2665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1" name="任意多边形 10"/>
            <p:cNvSpPr/>
            <p:nvPr>
              <p:custDataLst>
                <p:tags r:id="rId6"/>
              </p:custDataLst>
            </p:nvPr>
          </p:nvSpPr>
          <p:spPr>
            <a:xfrm>
              <a:off x="2235" y="6606"/>
              <a:ext cx="968" cy="968"/>
            </a:xfrm>
            <a:custGeom>
              <a:avLst/>
              <a:gdLst>
                <a:gd name="connsiteX0" fmla="*/ 230458 w 460916"/>
                <a:gd name="connsiteY0" fmla="*/ 26429 h 460916"/>
                <a:gd name="connsiteX1" fmla="*/ 26429 w 460916"/>
                <a:gd name="connsiteY1" fmla="*/ 230458 h 460916"/>
                <a:gd name="connsiteX2" fmla="*/ 230458 w 460916"/>
                <a:gd name="connsiteY2" fmla="*/ 434487 h 460916"/>
                <a:gd name="connsiteX3" fmla="*/ 434487 w 460916"/>
                <a:gd name="connsiteY3" fmla="*/ 230458 h 460916"/>
                <a:gd name="connsiteX4" fmla="*/ 230458 w 460916"/>
                <a:gd name="connsiteY4" fmla="*/ 26429 h 460916"/>
                <a:gd name="connsiteX5" fmla="*/ 230458 w 460916"/>
                <a:gd name="connsiteY5" fmla="*/ 0 h 460916"/>
                <a:gd name="connsiteX6" fmla="*/ 460916 w 460916"/>
                <a:gd name="connsiteY6" fmla="*/ 230458 h 460916"/>
                <a:gd name="connsiteX7" fmla="*/ 230458 w 460916"/>
                <a:gd name="connsiteY7" fmla="*/ 460916 h 460916"/>
                <a:gd name="connsiteX8" fmla="*/ 0 w 460916"/>
                <a:gd name="connsiteY8" fmla="*/ 230458 h 460916"/>
                <a:gd name="connsiteX9" fmla="*/ 230458 w 460916"/>
                <a:gd name="connsiteY9" fmla="*/ 0 h 46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916" h="460916">
                  <a:moveTo>
                    <a:pt x="230458" y="26429"/>
                  </a:moveTo>
                  <a:cubicBezTo>
                    <a:pt x="117776" y="26429"/>
                    <a:pt x="26429" y="117776"/>
                    <a:pt x="26429" y="230458"/>
                  </a:cubicBezTo>
                  <a:cubicBezTo>
                    <a:pt x="26429" y="343140"/>
                    <a:pt x="117776" y="434487"/>
                    <a:pt x="230458" y="434487"/>
                  </a:cubicBezTo>
                  <a:cubicBezTo>
                    <a:pt x="343140" y="434487"/>
                    <a:pt x="434487" y="343140"/>
                    <a:pt x="434487" y="230458"/>
                  </a:cubicBezTo>
                  <a:cubicBezTo>
                    <a:pt x="434487" y="117776"/>
                    <a:pt x="343140" y="26429"/>
                    <a:pt x="230458" y="26429"/>
                  </a:cubicBezTo>
                  <a:close/>
                  <a:moveTo>
                    <a:pt x="230458" y="0"/>
                  </a:moveTo>
                  <a:cubicBezTo>
                    <a:pt x="357736" y="0"/>
                    <a:pt x="460916" y="103180"/>
                    <a:pt x="460916" y="230458"/>
                  </a:cubicBezTo>
                  <a:cubicBezTo>
                    <a:pt x="460916" y="357736"/>
                    <a:pt x="357736" y="460916"/>
                    <a:pt x="230458" y="460916"/>
                  </a:cubicBezTo>
                  <a:cubicBezTo>
                    <a:pt x="103180" y="460916"/>
                    <a:pt x="0" y="357736"/>
                    <a:pt x="0" y="230458"/>
                  </a:cubicBezTo>
                  <a:cubicBezTo>
                    <a:pt x="0" y="103180"/>
                    <a:pt x="103180" y="0"/>
                    <a:pt x="2304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6" name="文本框 15"/>
          <p:cNvSpPr txBox="1"/>
          <p:nvPr>
            <p:custDataLst>
              <p:tags r:id="rId7"/>
            </p:custDataLst>
          </p:nvPr>
        </p:nvSpPr>
        <p:spPr>
          <a:xfrm>
            <a:off x="5880735" y="1709420"/>
            <a:ext cx="384810" cy="50165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665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02</a:t>
            </a:r>
            <a:endParaRPr lang="en-US" altLang="zh-CN" sz="2665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8"/>
            </p:custDataLst>
          </p:nvPr>
        </p:nvSpPr>
        <p:spPr>
          <a:xfrm>
            <a:off x="5774690" y="1674495"/>
            <a:ext cx="614680" cy="614680"/>
          </a:xfrm>
          <a:custGeom>
            <a:avLst/>
            <a:gdLst>
              <a:gd name="connsiteX0" fmla="*/ 230458 w 460916"/>
              <a:gd name="connsiteY0" fmla="*/ 26429 h 460916"/>
              <a:gd name="connsiteX1" fmla="*/ 26429 w 460916"/>
              <a:gd name="connsiteY1" fmla="*/ 230458 h 460916"/>
              <a:gd name="connsiteX2" fmla="*/ 230458 w 460916"/>
              <a:gd name="connsiteY2" fmla="*/ 434487 h 460916"/>
              <a:gd name="connsiteX3" fmla="*/ 434487 w 460916"/>
              <a:gd name="connsiteY3" fmla="*/ 230458 h 460916"/>
              <a:gd name="connsiteX4" fmla="*/ 230458 w 460916"/>
              <a:gd name="connsiteY4" fmla="*/ 26429 h 460916"/>
              <a:gd name="connsiteX5" fmla="*/ 230458 w 460916"/>
              <a:gd name="connsiteY5" fmla="*/ 0 h 460916"/>
              <a:gd name="connsiteX6" fmla="*/ 460916 w 460916"/>
              <a:gd name="connsiteY6" fmla="*/ 230458 h 460916"/>
              <a:gd name="connsiteX7" fmla="*/ 230458 w 460916"/>
              <a:gd name="connsiteY7" fmla="*/ 460916 h 460916"/>
              <a:gd name="connsiteX8" fmla="*/ 0 w 460916"/>
              <a:gd name="connsiteY8" fmla="*/ 230458 h 460916"/>
              <a:gd name="connsiteX9" fmla="*/ 230458 w 460916"/>
              <a:gd name="connsiteY9" fmla="*/ 0 h 460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0916" h="460916">
                <a:moveTo>
                  <a:pt x="230458" y="26429"/>
                </a:moveTo>
                <a:cubicBezTo>
                  <a:pt x="117776" y="26429"/>
                  <a:pt x="26429" y="117776"/>
                  <a:pt x="26429" y="230458"/>
                </a:cubicBezTo>
                <a:cubicBezTo>
                  <a:pt x="26429" y="343140"/>
                  <a:pt x="117776" y="434487"/>
                  <a:pt x="230458" y="434487"/>
                </a:cubicBezTo>
                <a:cubicBezTo>
                  <a:pt x="343140" y="434487"/>
                  <a:pt x="434487" y="343140"/>
                  <a:pt x="434487" y="230458"/>
                </a:cubicBezTo>
                <a:cubicBezTo>
                  <a:pt x="434487" y="117776"/>
                  <a:pt x="343140" y="26429"/>
                  <a:pt x="230458" y="26429"/>
                </a:cubicBezTo>
                <a:close/>
                <a:moveTo>
                  <a:pt x="230458" y="0"/>
                </a:moveTo>
                <a:cubicBezTo>
                  <a:pt x="357736" y="0"/>
                  <a:pt x="460916" y="103180"/>
                  <a:pt x="460916" y="230458"/>
                </a:cubicBezTo>
                <a:cubicBezTo>
                  <a:pt x="460916" y="357736"/>
                  <a:pt x="357736" y="460916"/>
                  <a:pt x="230458" y="460916"/>
                </a:cubicBezTo>
                <a:cubicBezTo>
                  <a:pt x="103180" y="460916"/>
                  <a:pt x="0" y="357736"/>
                  <a:pt x="0" y="230458"/>
                </a:cubicBezTo>
                <a:cubicBezTo>
                  <a:pt x="0" y="103180"/>
                  <a:pt x="103180" y="0"/>
                  <a:pt x="230458" y="0"/>
                </a:cubicBezTo>
                <a:close/>
              </a:path>
            </a:pathLst>
          </a:custGeom>
          <a:solidFill>
            <a:schemeClr val="lt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9"/>
            </p:custDataLst>
          </p:nvPr>
        </p:nvSpPr>
        <p:spPr>
          <a:xfrm>
            <a:off x="4380865" y="1524000"/>
            <a:ext cx="3405505" cy="3405505"/>
          </a:xfrm>
          <a:custGeom>
            <a:avLst/>
            <a:gdLst>
              <a:gd name="connsiteX0" fmla="*/ 0 w 2554358"/>
              <a:gd name="connsiteY0" fmla="*/ 1912699 h 2554358"/>
              <a:gd name="connsiteX1" fmla="*/ 114698 w 2554358"/>
              <a:gd name="connsiteY1" fmla="*/ 1912699 h 2554358"/>
              <a:gd name="connsiteX2" fmla="*/ 178611 w 2554358"/>
              <a:gd name="connsiteY2" fmla="*/ 2017903 h 2554358"/>
              <a:gd name="connsiteX3" fmla="*/ 883216 w 2554358"/>
              <a:gd name="connsiteY3" fmla="*/ 2542445 h 2554358"/>
              <a:gd name="connsiteX4" fmla="*/ 929546 w 2554358"/>
              <a:gd name="connsiteY4" fmla="*/ 2554358 h 2554358"/>
              <a:gd name="connsiteX5" fmla="*/ 0 w 2554358"/>
              <a:gd name="connsiteY5" fmla="*/ 2554358 h 2554358"/>
              <a:gd name="connsiteX6" fmla="*/ 1277179 w 2554358"/>
              <a:gd name="connsiteY6" fmla="*/ 0 h 2554358"/>
              <a:gd name="connsiteX7" fmla="*/ 2554358 w 2554358"/>
              <a:gd name="connsiteY7" fmla="*/ 1277179 h 2554358"/>
              <a:gd name="connsiteX8" fmla="*/ 2453991 w 2554358"/>
              <a:gd name="connsiteY8" fmla="*/ 1774315 h 2554358"/>
              <a:gd name="connsiteX9" fmla="*/ 2401861 w 2554358"/>
              <a:gd name="connsiteY9" fmla="*/ 1870357 h 2554358"/>
              <a:gd name="connsiteX10" fmla="*/ 1510371 w 2554358"/>
              <a:gd name="connsiteY10" fmla="*/ 1870357 h 2554358"/>
              <a:gd name="connsiteX11" fmla="*/ 1525746 w 2554358"/>
              <a:gd name="connsiteY11" fmla="*/ 1865585 h 2554358"/>
              <a:gd name="connsiteX12" fmla="*/ 1915767 w 2554358"/>
              <a:gd name="connsiteY12" fmla="*/ 1277179 h 2554358"/>
              <a:gd name="connsiteX13" fmla="*/ 1277178 w 2554358"/>
              <a:gd name="connsiteY13" fmla="*/ 638590 h 2554358"/>
              <a:gd name="connsiteX14" fmla="*/ 638589 w 2554358"/>
              <a:gd name="connsiteY14" fmla="*/ 1277179 h 2554358"/>
              <a:gd name="connsiteX15" fmla="*/ 1277178 w 2554358"/>
              <a:gd name="connsiteY15" fmla="*/ 1915768 h 2554358"/>
              <a:gd name="connsiteX16" fmla="*/ 1277178 w 2554358"/>
              <a:gd name="connsiteY16" fmla="*/ 2554357 h 2554358"/>
              <a:gd name="connsiteX17" fmla="*/ 1277179 w 2554358"/>
              <a:gd name="connsiteY17" fmla="*/ 2554357 h 2554358"/>
              <a:gd name="connsiteX18" fmla="*/ 1277179 w 2554358"/>
              <a:gd name="connsiteY18" fmla="*/ 1912699 h 2554358"/>
              <a:gd name="connsiteX19" fmla="*/ 2554358 w 2554358"/>
              <a:gd name="connsiteY19" fmla="*/ 1912699 h 2554358"/>
              <a:gd name="connsiteX20" fmla="*/ 2554358 w 2554358"/>
              <a:gd name="connsiteY20" fmla="*/ 2554358 h 2554358"/>
              <a:gd name="connsiteX21" fmla="*/ 1277179 w 2554358"/>
              <a:gd name="connsiteY21" fmla="*/ 2554358 h 2554358"/>
              <a:gd name="connsiteX22" fmla="*/ 0 w 2554358"/>
              <a:gd name="connsiteY22" fmla="*/ 1277179 h 2554358"/>
              <a:gd name="connsiteX23" fmla="*/ 1277179 w 2554358"/>
              <a:gd name="connsiteY23" fmla="*/ 0 h 2554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554358" h="2554358">
                <a:moveTo>
                  <a:pt x="0" y="1912699"/>
                </a:moveTo>
                <a:lnTo>
                  <a:pt x="114698" y="1912699"/>
                </a:lnTo>
                <a:lnTo>
                  <a:pt x="178611" y="2017903"/>
                </a:lnTo>
                <a:cubicBezTo>
                  <a:pt x="345268" y="2264588"/>
                  <a:pt x="592826" y="2452125"/>
                  <a:pt x="883216" y="2542445"/>
                </a:cubicBezTo>
                <a:lnTo>
                  <a:pt x="929546" y="2554358"/>
                </a:lnTo>
                <a:lnTo>
                  <a:pt x="0" y="2554358"/>
                </a:lnTo>
                <a:close/>
                <a:moveTo>
                  <a:pt x="1277179" y="0"/>
                </a:moveTo>
                <a:cubicBezTo>
                  <a:pt x="1982545" y="0"/>
                  <a:pt x="2554358" y="571813"/>
                  <a:pt x="2554358" y="1277179"/>
                </a:cubicBezTo>
                <a:cubicBezTo>
                  <a:pt x="2554358" y="1453521"/>
                  <a:pt x="2518620" y="1621515"/>
                  <a:pt x="2453991" y="1774315"/>
                </a:cubicBezTo>
                <a:lnTo>
                  <a:pt x="2401861" y="1870357"/>
                </a:lnTo>
                <a:lnTo>
                  <a:pt x="1510371" y="1870357"/>
                </a:lnTo>
                <a:lnTo>
                  <a:pt x="1525746" y="1865585"/>
                </a:lnTo>
                <a:cubicBezTo>
                  <a:pt x="1754945" y="1768642"/>
                  <a:pt x="1915767" y="1541691"/>
                  <a:pt x="1915767" y="1277179"/>
                </a:cubicBezTo>
                <a:cubicBezTo>
                  <a:pt x="1915767" y="924496"/>
                  <a:pt x="1629861" y="638590"/>
                  <a:pt x="1277178" y="638590"/>
                </a:cubicBezTo>
                <a:cubicBezTo>
                  <a:pt x="924495" y="638590"/>
                  <a:pt x="638589" y="924496"/>
                  <a:pt x="638589" y="1277179"/>
                </a:cubicBezTo>
                <a:cubicBezTo>
                  <a:pt x="638589" y="1629862"/>
                  <a:pt x="924495" y="1915768"/>
                  <a:pt x="1277178" y="1915768"/>
                </a:cubicBezTo>
                <a:lnTo>
                  <a:pt x="1277178" y="2554357"/>
                </a:lnTo>
                <a:lnTo>
                  <a:pt x="1277179" y="2554357"/>
                </a:lnTo>
                <a:lnTo>
                  <a:pt x="1277179" y="1912699"/>
                </a:lnTo>
                <a:lnTo>
                  <a:pt x="2554358" y="1912699"/>
                </a:lnTo>
                <a:lnTo>
                  <a:pt x="2554358" y="2554358"/>
                </a:lnTo>
                <a:lnTo>
                  <a:pt x="1277179" y="2554358"/>
                </a:lnTo>
                <a:cubicBezTo>
                  <a:pt x="571813" y="2554358"/>
                  <a:pt x="0" y="1982545"/>
                  <a:pt x="0" y="1277179"/>
                </a:cubicBezTo>
                <a:cubicBezTo>
                  <a:pt x="0" y="571813"/>
                  <a:pt x="571813" y="0"/>
                  <a:pt x="127717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10"/>
            </p:custDataLst>
          </p:nvPr>
        </p:nvSpPr>
        <p:spPr>
          <a:xfrm>
            <a:off x="5724525" y="4317365"/>
            <a:ext cx="1422400" cy="33718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单线程执行程序</a:t>
            </a:r>
            <a:endParaRPr lang="zh-CN" altLang="en-US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1"/>
            </p:custDataLst>
          </p:nvPr>
        </p:nvSpPr>
        <p:spPr>
          <a:xfrm>
            <a:off x="5377815" y="2841625"/>
            <a:ext cx="1436370" cy="92202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Node.js</a:t>
            </a:r>
            <a:endParaRPr lang="en-US" altLang="zh-CN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与</a:t>
            </a:r>
            <a:endParaRPr lang="en-US" altLang="zh-CN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/>
            <a:r>
              <a:rPr lang="zh-CN" altLang="en-US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单线程</a:t>
            </a:r>
            <a:endParaRPr lang="zh-CN" altLang="en-US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TextBox 82"/>
          <p:cNvSpPr txBox="1"/>
          <p:nvPr>
            <p:custDataLst>
              <p:tags r:id="rId12"/>
            </p:custDataLst>
          </p:nvPr>
        </p:nvSpPr>
        <p:spPr>
          <a:xfrm>
            <a:off x="858144" y="2337858"/>
            <a:ext cx="3411794" cy="119888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100">
                <a:latin typeface="+mn-ea"/>
              </a:defRPr>
            </a:lvl1pPr>
          </a:lstStyle>
          <a:p>
            <a:pPr algn="l"/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阻塞时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，在调用结果返回前，当前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线程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会被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挂起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，调用会一直等待数据就绪再返回。</a:t>
            </a: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7786370" y="4074160"/>
            <a:ext cx="3530600" cy="855980"/>
            <a:chOff x="12262" y="6416"/>
            <a:chExt cx="5560" cy="1348"/>
          </a:xfrm>
        </p:grpSpPr>
        <p:sp>
          <p:nvSpPr>
            <p:cNvPr id="4" name="任意多边形 3"/>
            <p:cNvSpPr/>
            <p:nvPr>
              <p:custDataLst>
                <p:tags r:id="rId13"/>
              </p:custDataLst>
            </p:nvPr>
          </p:nvSpPr>
          <p:spPr>
            <a:xfrm>
              <a:off x="12262" y="6416"/>
              <a:ext cx="5560" cy="1348"/>
            </a:xfrm>
            <a:custGeom>
              <a:avLst/>
              <a:gdLst>
                <a:gd name="connsiteX0" fmla="*/ 0 w 2468619"/>
                <a:gd name="connsiteY0" fmla="*/ 0 h 641798"/>
                <a:gd name="connsiteX1" fmla="*/ 2147720 w 2468619"/>
                <a:gd name="connsiteY1" fmla="*/ 0 h 641798"/>
                <a:gd name="connsiteX2" fmla="*/ 2468619 w 2468619"/>
                <a:gd name="connsiteY2" fmla="*/ 320899 h 641798"/>
                <a:gd name="connsiteX3" fmla="*/ 2147720 w 2468619"/>
                <a:gd name="connsiteY3" fmla="*/ 641798 h 641798"/>
                <a:gd name="connsiteX4" fmla="*/ 0 w 2468619"/>
                <a:gd name="connsiteY4" fmla="*/ 641798 h 64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8619" h="641798">
                  <a:moveTo>
                    <a:pt x="0" y="0"/>
                  </a:moveTo>
                  <a:lnTo>
                    <a:pt x="2147720" y="0"/>
                  </a:lnTo>
                  <a:lnTo>
                    <a:pt x="2468619" y="320899"/>
                  </a:lnTo>
                  <a:lnTo>
                    <a:pt x="2147720" y="641798"/>
                  </a:lnTo>
                  <a:lnTo>
                    <a:pt x="0" y="64179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14"/>
              </p:custDataLst>
            </p:nvPr>
          </p:nvSpPr>
          <p:spPr>
            <a:xfrm>
              <a:off x="13776" y="6799"/>
              <a:ext cx="1200" cy="628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zh-CN" altLang="en-US" sz="200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非阻塞</a:t>
              </a:r>
              <a:endParaRPr lang="zh-CN" altLang="en-US" sz="20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15"/>
              </p:custDataLst>
            </p:nvPr>
          </p:nvSpPr>
          <p:spPr>
            <a:xfrm>
              <a:off x="12798" y="6661"/>
              <a:ext cx="606" cy="790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altLang="zh-CN" sz="2665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02</a:t>
              </a:r>
              <a:endParaRPr lang="en-US" altLang="zh-CN" sz="2665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4" name="任意多边形 13"/>
            <p:cNvSpPr/>
            <p:nvPr>
              <p:custDataLst>
                <p:tags r:id="rId16"/>
              </p:custDataLst>
            </p:nvPr>
          </p:nvSpPr>
          <p:spPr>
            <a:xfrm>
              <a:off x="12630" y="6606"/>
              <a:ext cx="968" cy="968"/>
            </a:xfrm>
            <a:custGeom>
              <a:avLst/>
              <a:gdLst>
                <a:gd name="connsiteX0" fmla="*/ 230458 w 460916"/>
                <a:gd name="connsiteY0" fmla="*/ 26429 h 460916"/>
                <a:gd name="connsiteX1" fmla="*/ 26429 w 460916"/>
                <a:gd name="connsiteY1" fmla="*/ 230458 h 460916"/>
                <a:gd name="connsiteX2" fmla="*/ 230458 w 460916"/>
                <a:gd name="connsiteY2" fmla="*/ 434487 h 460916"/>
                <a:gd name="connsiteX3" fmla="*/ 434487 w 460916"/>
                <a:gd name="connsiteY3" fmla="*/ 230458 h 460916"/>
                <a:gd name="connsiteX4" fmla="*/ 230458 w 460916"/>
                <a:gd name="connsiteY4" fmla="*/ 26429 h 460916"/>
                <a:gd name="connsiteX5" fmla="*/ 230458 w 460916"/>
                <a:gd name="connsiteY5" fmla="*/ 0 h 460916"/>
                <a:gd name="connsiteX6" fmla="*/ 460916 w 460916"/>
                <a:gd name="connsiteY6" fmla="*/ 230458 h 460916"/>
                <a:gd name="connsiteX7" fmla="*/ 230458 w 460916"/>
                <a:gd name="connsiteY7" fmla="*/ 460916 h 460916"/>
                <a:gd name="connsiteX8" fmla="*/ 0 w 460916"/>
                <a:gd name="connsiteY8" fmla="*/ 230458 h 460916"/>
                <a:gd name="connsiteX9" fmla="*/ 230458 w 460916"/>
                <a:gd name="connsiteY9" fmla="*/ 0 h 46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916" h="460916">
                  <a:moveTo>
                    <a:pt x="230458" y="26429"/>
                  </a:moveTo>
                  <a:cubicBezTo>
                    <a:pt x="117776" y="26429"/>
                    <a:pt x="26429" y="117776"/>
                    <a:pt x="26429" y="230458"/>
                  </a:cubicBezTo>
                  <a:cubicBezTo>
                    <a:pt x="26429" y="343140"/>
                    <a:pt x="117776" y="434487"/>
                    <a:pt x="230458" y="434487"/>
                  </a:cubicBezTo>
                  <a:cubicBezTo>
                    <a:pt x="343140" y="434487"/>
                    <a:pt x="434487" y="343140"/>
                    <a:pt x="434487" y="230458"/>
                  </a:cubicBezTo>
                  <a:cubicBezTo>
                    <a:pt x="434487" y="117776"/>
                    <a:pt x="343140" y="26429"/>
                    <a:pt x="230458" y="26429"/>
                  </a:cubicBezTo>
                  <a:close/>
                  <a:moveTo>
                    <a:pt x="230458" y="0"/>
                  </a:moveTo>
                  <a:cubicBezTo>
                    <a:pt x="357736" y="0"/>
                    <a:pt x="460916" y="103180"/>
                    <a:pt x="460916" y="230458"/>
                  </a:cubicBezTo>
                  <a:cubicBezTo>
                    <a:pt x="460916" y="357736"/>
                    <a:pt x="357736" y="460916"/>
                    <a:pt x="230458" y="460916"/>
                  </a:cubicBezTo>
                  <a:cubicBezTo>
                    <a:pt x="103180" y="460916"/>
                    <a:pt x="0" y="357736"/>
                    <a:pt x="0" y="230458"/>
                  </a:cubicBezTo>
                  <a:cubicBezTo>
                    <a:pt x="0" y="103180"/>
                    <a:pt x="103180" y="0"/>
                    <a:pt x="2304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22" name="TextBox 82"/>
          <p:cNvSpPr txBox="1"/>
          <p:nvPr>
            <p:custDataLst>
              <p:tags r:id="rId17"/>
            </p:custDataLst>
          </p:nvPr>
        </p:nvSpPr>
        <p:spPr>
          <a:xfrm>
            <a:off x="2564041" y="5226417"/>
            <a:ext cx="7254516" cy="92202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100">
                <a:latin typeface="+mn-ea"/>
              </a:defRPr>
            </a:lvl1pPr>
          </a:lstStyle>
          <a:p>
            <a:pPr algn="ctr"/>
            <a:r>
              <a:rPr lang="zh-CN" altLang="en-US" sz="18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单线程在程序执行时，程序执行路径按照连续顺序排下来，前面的必须处理好，后面的才会执行。</a:t>
            </a:r>
            <a:endParaRPr lang="zh-CN" altLang="en-US" sz="18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阻塞与非阻塞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5" name="TextBox 82"/>
          <p:cNvSpPr txBox="1"/>
          <p:nvPr>
            <p:custDataLst>
              <p:tags r:id="rId18"/>
            </p:custDataLst>
          </p:nvPr>
        </p:nvSpPr>
        <p:spPr>
          <a:xfrm>
            <a:off x="8020208" y="2212075"/>
            <a:ext cx="3405809" cy="156845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100">
                <a:latin typeface="+mn-ea"/>
              </a:defRPr>
            </a:lvl1pPr>
          </a:lstStyle>
          <a:p>
            <a:pPr algn="l"/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      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非阻塞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是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不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需要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按顺序执行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的，非阻塞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调用不能立刻得到结果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，无论在什么情况下都会立即返回，该调用不会阻塞当前线程。</a:t>
            </a: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阻塞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789680" y="1771650"/>
            <a:ext cx="8064500" cy="4317365"/>
            <a:chOff x="5968" y="2790"/>
            <a:chExt cx="12700" cy="6799"/>
          </a:xfrm>
        </p:grpSpPr>
        <p:sp>
          <p:nvSpPr>
            <p:cNvPr id="66" name="文本框 65"/>
            <p:cNvSpPr txBox="1"/>
            <p:nvPr>
              <p:custDataLst>
                <p:tags r:id="rId3"/>
              </p:custDataLst>
            </p:nvPr>
          </p:nvSpPr>
          <p:spPr>
            <a:xfrm>
              <a:off x="6057" y="2790"/>
              <a:ext cx="12313" cy="65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spcBef>
                  <a:spcPct val="20000"/>
                </a:spcBef>
              </a:pP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&lt;!DOCTYPE html&gt;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&lt;html&gt;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&lt;head&gt;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&lt;meta charset="utf-8"&gt;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&lt;title&gt;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阻塞测试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&lt;/title&gt;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&lt;/head&gt;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&lt;body&gt;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&lt;/body&gt;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&lt;script&gt;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alert('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我是一个同步阻塞，当我未关闭的时候，后面的代码都不会被执行！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’);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 console.log('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我们都是新时代幸福的人！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');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&lt;/script&gt;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&lt;/html&gt;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" name="矩形 1"/>
            <p:cNvSpPr/>
            <p:nvPr>
              <p:custDataLst>
                <p:tags r:id="rId4"/>
              </p:custDataLst>
            </p:nvPr>
          </p:nvSpPr>
          <p:spPr>
            <a:xfrm>
              <a:off x="5968" y="2927"/>
              <a:ext cx="12701" cy="6663"/>
            </a:xfrm>
            <a:prstGeom prst="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37185" y="3616325"/>
            <a:ext cx="11191875" cy="1382395"/>
            <a:chOff x="531" y="5695"/>
            <a:chExt cx="17625" cy="2177"/>
          </a:xfrm>
        </p:grpSpPr>
        <p:sp>
          <p:nvSpPr>
            <p:cNvPr id="39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31" y="5695"/>
              <a:ext cx="4715" cy="216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该对话框不关闭，下面的代码将不会被执行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894" y="7872"/>
              <a:ext cx="1226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V="1">
              <a:off x="5894" y="6780"/>
              <a:ext cx="0" cy="105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8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360" y="6775"/>
              <a:ext cx="534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>
              <a:off x="5360" y="6192"/>
              <a:ext cx="0" cy="119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24" name="图片 23"/>
          <p:cNvPicPr/>
          <p:nvPr/>
        </p:nvPicPr>
        <p:blipFill>
          <a:blip r:embed="rId10"/>
          <a:stretch>
            <a:fillRect/>
          </a:stretch>
        </p:blipFill>
        <p:spPr>
          <a:xfrm>
            <a:off x="7812892" y="2678006"/>
            <a:ext cx="3976650" cy="17853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5" name="图片 24"/>
          <p:cNvPicPr/>
          <p:nvPr/>
        </p:nvPicPr>
        <p:blipFill rotWithShape="1">
          <a:blip r:embed="rId11"/>
          <a:srcRect l="1303" t="26462"/>
          <a:stretch>
            <a:fillRect/>
          </a:stretch>
        </p:blipFill>
        <p:spPr>
          <a:xfrm>
            <a:off x="7812892" y="5332125"/>
            <a:ext cx="3976650" cy="698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4" name="组合 3"/>
          <p:cNvGrpSpPr/>
          <p:nvPr/>
        </p:nvGrpSpPr>
        <p:grpSpPr>
          <a:xfrm>
            <a:off x="511175" y="1050925"/>
            <a:ext cx="9759315" cy="614045"/>
            <a:chOff x="805" y="1655"/>
            <a:chExt cx="15369" cy="967"/>
          </a:xfrm>
        </p:grpSpPr>
        <p:sp>
          <p:nvSpPr>
            <p:cNvPr id="97" name="文本框 96"/>
            <p:cNvSpPr txBox="1"/>
            <p:nvPr>
              <p:custDataLst>
                <p:tags r:id="rId12"/>
              </p:custDataLst>
            </p:nvPr>
          </p:nvSpPr>
          <p:spPr>
            <a:xfrm>
              <a:off x="5010" y="1968"/>
              <a:ext cx="11164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阻塞方式执行程序。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5" name="矩形 1"/>
            <p:cNvSpPr/>
            <p:nvPr>
              <p:custDataLst>
                <p:tags r:id="rId13"/>
              </p:custDataLst>
            </p:nvPr>
          </p:nvSpPr>
          <p:spPr bwMode="auto">
            <a:xfrm>
              <a:off x="915" y="196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" name="TextBox 27"/>
            <p:cNvSpPr txBox="1">
              <a:spLocks noChangeArrowheads="1"/>
            </p:cNvSpPr>
            <p:nvPr/>
          </p:nvSpPr>
          <p:spPr bwMode="auto">
            <a:xfrm>
              <a:off x="2081" y="1980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4" name="iconfont-1187-868615"/>
            <p:cNvSpPr/>
            <p:nvPr>
              <p:custDataLst>
                <p:tags r:id="rId14"/>
              </p:custDataLst>
            </p:nvPr>
          </p:nvSpPr>
          <p:spPr>
            <a:xfrm>
              <a:off x="805" y="1655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28652" y="227393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非阻塞引入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02" name="图片 101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029973" y="114776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3660" y="1614133"/>
            <a:ext cx="2857500" cy="28575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197458" y="3922695"/>
            <a:ext cx="1129617" cy="1129617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945005" y="5041900"/>
            <a:ext cx="7085330" cy="1014730"/>
            <a:chOff x="3063" y="7940"/>
            <a:chExt cx="11158" cy="1598"/>
          </a:xfrm>
        </p:grpSpPr>
        <p:sp>
          <p:nvSpPr>
            <p:cNvPr id="124" name="Freeform 11"/>
            <p:cNvSpPr/>
            <p:nvPr>
              <p:custDataLst>
                <p:tags r:id="rId6"/>
              </p:custDataLst>
            </p:nvPr>
          </p:nvSpPr>
          <p:spPr bwMode="auto">
            <a:xfrm>
              <a:off x="3063" y="7940"/>
              <a:ext cx="1382" cy="1598"/>
            </a:xfrm>
            <a:custGeom>
              <a:avLst/>
              <a:gdLst>
                <a:gd name="T0" fmla="*/ 1130 w 2260"/>
                <a:gd name="T1" fmla="*/ 0 h 2609"/>
                <a:gd name="T2" fmla="*/ 1695 w 2260"/>
                <a:gd name="T3" fmla="*/ 326 h 2609"/>
                <a:gd name="T4" fmla="*/ 2260 w 2260"/>
                <a:gd name="T5" fmla="*/ 652 h 2609"/>
                <a:gd name="T6" fmla="*/ 2260 w 2260"/>
                <a:gd name="T7" fmla="*/ 1305 h 2609"/>
                <a:gd name="T8" fmla="*/ 2260 w 2260"/>
                <a:gd name="T9" fmla="*/ 1957 h 2609"/>
                <a:gd name="T10" fmla="*/ 1695 w 2260"/>
                <a:gd name="T11" fmla="*/ 2283 h 2609"/>
                <a:gd name="T12" fmla="*/ 1130 w 2260"/>
                <a:gd name="T13" fmla="*/ 2609 h 2609"/>
                <a:gd name="T14" fmla="*/ 565 w 2260"/>
                <a:gd name="T15" fmla="*/ 2283 h 2609"/>
                <a:gd name="T16" fmla="*/ 0 w 2260"/>
                <a:gd name="T17" fmla="*/ 1957 h 2609"/>
                <a:gd name="T18" fmla="*/ 0 w 2260"/>
                <a:gd name="T19" fmla="*/ 1305 h 2609"/>
                <a:gd name="T20" fmla="*/ 0 w 2260"/>
                <a:gd name="T21" fmla="*/ 652 h 2609"/>
                <a:gd name="T22" fmla="*/ 565 w 2260"/>
                <a:gd name="T23" fmla="*/ 326 h 2609"/>
                <a:gd name="T24" fmla="*/ 1130 w 2260"/>
                <a:gd name="T25" fmla="*/ 0 h 2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09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09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2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Freeform 36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504" y="8424"/>
              <a:ext cx="323" cy="215"/>
            </a:xfrm>
            <a:custGeom>
              <a:avLst/>
              <a:gdLst>
                <a:gd name="T0" fmla="*/ 133 w 372"/>
                <a:gd name="T1" fmla="*/ 185 h 247"/>
                <a:gd name="T2" fmla="*/ 118 w 372"/>
                <a:gd name="T3" fmla="*/ 152 h 247"/>
                <a:gd name="T4" fmla="*/ 136 w 372"/>
                <a:gd name="T5" fmla="*/ 115 h 247"/>
                <a:gd name="T6" fmla="*/ 180 w 372"/>
                <a:gd name="T7" fmla="*/ 100 h 247"/>
                <a:gd name="T8" fmla="*/ 180 w 372"/>
                <a:gd name="T9" fmla="*/ 84 h 247"/>
                <a:gd name="T10" fmla="*/ 205 w 372"/>
                <a:gd name="T11" fmla="*/ 84 h 247"/>
                <a:gd name="T12" fmla="*/ 205 w 372"/>
                <a:gd name="T13" fmla="*/ 99 h 247"/>
                <a:gd name="T14" fmla="*/ 246 w 372"/>
                <a:gd name="T15" fmla="*/ 114 h 247"/>
                <a:gd name="T16" fmla="*/ 263 w 372"/>
                <a:gd name="T17" fmla="*/ 152 h 247"/>
                <a:gd name="T18" fmla="*/ 221 w 372"/>
                <a:gd name="T19" fmla="*/ 152 h 247"/>
                <a:gd name="T20" fmla="*/ 215 w 372"/>
                <a:gd name="T21" fmla="*/ 136 h 247"/>
                <a:gd name="T22" fmla="*/ 167 w 372"/>
                <a:gd name="T23" fmla="*/ 134 h 247"/>
                <a:gd name="T24" fmla="*/ 167 w 372"/>
                <a:gd name="T25" fmla="*/ 156 h 247"/>
                <a:gd name="T26" fmla="*/ 217 w 372"/>
                <a:gd name="T27" fmla="*/ 171 h 247"/>
                <a:gd name="T28" fmla="*/ 251 w 372"/>
                <a:gd name="T29" fmla="*/ 188 h 247"/>
                <a:gd name="T30" fmla="*/ 266 w 372"/>
                <a:gd name="T31" fmla="*/ 223 h 247"/>
                <a:gd name="T32" fmla="*/ 265 w 372"/>
                <a:gd name="T33" fmla="*/ 234 h 247"/>
                <a:gd name="T34" fmla="*/ 259 w 372"/>
                <a:gd name="T35" fmla="*/ 246 h 247"/>
                <a:gd name="T36" fmla="*/ 222 w 372"/>
                <a:gd name="T37" fmla="*/ 230 h 247"/>
                <a:gd name="T38" fmla="*/ 217 w 372"/>
                <a:gd name="T39" fmla="*/ 217 h 247"/>
                <a:gd name="T40" fmla="*/ 133 w 372"/>
                <a:gd name="T41" fmla="*/ 185 h 247"/>
                <a:gd name="T42" fmla="*/ 191 w 372"/>
                <a:gd name="T43" fmla="*/ 39 h 247"/>
                <a:gd name="T44" fmla="*/ 83 w 372"/>
                <a:gd name="T45" fmla="*/ 83 h 247"/>
                <a:gd name="T46" fmla="*/ 39 w 372"/>
                <a:gd name="T47" fmla="*/ 191 h 247"/>
                <a:gd name="T48" fmla="*/ 44 w 372"/>
                <a:gd name="T49" fmla="*/ 231 h 247"/>
                <a:gd name="T50" fmla="*/ 9 w 372"/>
                <a:gd name="T51" fmla="*/ 247 h 247"/>
                <a:gd name="T52" fmla="*/ 0 w 372"/>
                <a:gd name="T53" fmla="*/ 191 h 247"/>
                <a:gd name="T54" fmla="*/ 56 w 372"/>
                <a:gd name="T55" fmla="*/ 56 h 247"/>
                <a:gd name="T56" fmla="*/ 191 w 372"/>
                <a:gd name="T57" fmla="*/ 0 h 247"/>
                <a:gd name="T58" fmla="*/ 326 w 372"/>
                <a:gd name="T59" fmla="*/ 56 h 247"/>
                <a:gd name="T60" fmla="*/ 372 w 372"/>
                <a:gd name="T61" fmla="*/ 132 h 247"/>
                <a:gd name="T62" fmla="*/ 339 w 372"/>
                <a:gd name="T63" fmla="*/ 152 h 247"/>
                <a:gd name="T64" fmla="*/ 299 w 372"/>
                <a:gd name="T65" fmla="*/ 83 h 247"/>
                <a:gd name="T66" fmla="*/ 191 w 372"/>
                <a:gd name="T67" fmla="*/ 39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72" h="247">
                  <a:moveTo>
                    <a:pt x="133" y="185"/>
                  </a:moveTo>
                  <a:cubicBezTo>
                    <a:pt x="123" y="177"/>
                    <a:pt x="118" y="166"/>
                    <a:pt x="118" y="152"/>
                  </a:cubicBezTo>
                  <a:cubicBezTo>
                    <a:pt x="118" y="136"/>
                    <a:pt x="124" y="124"/>
                    <a:pt x="136" y="115"/>
                  </a:cubicBezTo>
                  <a:cubicBezTo>
                    <a:pt x="147" y="105"/>
                    <a:pt x="160" y="100"/>
                    <a:pt x="180" y="100"/>
                  </a:cubicBezTo>
                  <a:cubicBezTo>
                    <a:pt x="180" y="84"/>
                    <a:pt x="180" y="84"/>
                    <a:pt x="180" y="84"/>
                  </a:cubicBezTo>
                  <a:cubicBezTo>
                    <a:pt x="205" y="84"/>
                    <a:pt x="205" y="84"/>
                    <a:pt x="205" y="84"/>
                  </a:cubicBezTo>
                  <a:cubicBezTo>
                    <a:pt x="205" y="99"/>
                    <a:pt x="205" y="99"/>
                    <a:pt x="205" y="99"/>
                  </a:cubicBezTo>
                  <a:cubicBezTo>
                    <a:pt x="224" y="100"/>
                    <a:pt x="235" y="104"/>
                    <a:pt x="246" y="114"/>
                  </a:cubicBezTo>
                  <a:cubicBezTo>
                    <a:pt x="257" y="123"/>
                    <a:pt x="262" y="136"/>
                    <a:pt x="263" y="152"/>
                  </a:cubicBezTo>
                  <a:cubicBezTo>
                    <a:pt x="221" y="152"/>
                    <a:pt x="221" y="152"/>
                    <a:pt x="221" y="152"/>
                  </a:cubicBezTo>
                  <a:cubicBezTo>
                    <a:pt x="220" y="145"/>
                    <a:pt x="218" y="140"/>
                    <a:pt x="215" y="136"/>
                  </a:cubicBezTo>
                  <a:cubicBezTo>
                    <a:pt x="208" y="128"/>
                    <a:pt x="176" y="128"/>
                    <a:pt x="167" y="134"/>
                  </a:cubicBezTo>
                  <a:cubicBezTo>
                    <a:pt x="161" y="139"/>
                    <a:pt x="160" y="151"/>
                    <a:pt x="167" y="156"/>
                  </a:cubicBezTo>
                  <a:cubicBezTo>
                    <a:pt x="175" y="162"/>
                    <a:pt x="205" y="167"/>
                    <a:pt x="217" y="171"/>
                  </a:cubicBezTo>
                  <a:cubicBezTo>
                    <a:pt x="232" y="176"/>
                    <a:pt x="244" y="181"/>
                    <a:pt x="251" y="188"/>
                  </a:cubicBezTo>
                  <a:cubicBezTo>
                    <a:pt x="261" y="197"/>
                    <a:pt x="266" y="208"/>
                    <a:pt x="266" y="223"/>
                  </a:cubicBezTo>
                  <a:cubicBezTo>
                    <a:pt x="266" y="227"/>
                    <a:pt x="266" y="231"/>
                    <a:pt x="265" y="234"/>
                  </a:cubicBezTo>
                  <a:cubicBezTo>
                    <a:pt x="263" y="238"/>
                    <a:pt x="261" y="242"/>
                    <a:pt x="259" y="246"/>
                  </a:cubicBezTo>
                  <a:cubicBezTo>
                    <a:pt x="247" y="240"/>
                    <a:pt x="235" y="235"/>
                    <a:pt x="222" y="230"/>
                  </a:cubicBezTo>
                  <a:cubicBezTo>
                    <a:pt x="223" y="225"/>
                    <a:pt x="221" y="220"/>
                    <a:pt x="217" y="217"/>
                  </a:cubicBezTo>
                  <a:cubicBezTo>
                    <a:pt x="200" y="204"/>
                    <a:pt x="158" y="207"/>
                    <a:pt x="133" y="185"/>
                  </a:cubicBezTo>
                  <a:close/>
                  <a:moveTo>
                    <a:pt x="191" y="39"/>
                  </a:moveTo>
                  <a:cubicBezTo>
                    <a:pt x="149" y="39"/>
                    <a:pt x="111" y="56"/>
                    <a:pt x="83" y="83"/>
                  </a:cubicBezTo>
                  <a:cubicBezTo>
                    <a:pt x="56" y="111"/>
                    <a:pt x="39" y="149"/>
                    <a:pt x="39" y="191"/>
                  </a:cubicBezTo>
                  <a:cubicBezTo>
                    <a:pt x="39" y="205"/>
                    <a:pt x="40" y="219"/>
                    <a:pt x="44" y="231"/>
                  </a:cubicBezTo>
                  <a:cubicBezTo>
                    <a:pt x="32" y="236"/>
                    <a:pt x="20" y="241"/>
                    <a:pt x="9" y="247"/>
                  </a:cubicBezTo>
                  <a:cubicBezTo>
                    <a:pt x="3" y="229"/>
                    <a:pt x="0" y="210"/>
                    <a:pt x="0" y="191"/>
                  </a:cubicBezTo>
                  <a:cubicBezTo>
                    <a:pt x="0" y="138"/>
                    <a:pt x="22" y="91"/>
                    <a:pt x="56" y="56"/>
                  </a:cubicBezTo>
                  <a:cubicBezTo>
                    <a:pt x="91" y="22"/>
                    <a:pt x="138" y="0"/>
                    <a:pt x="191" y="0"/>
                  </a:cubicBezTo>
                  <a:cubicBezTo>
                    <a:pt x="244" y="0"/>
                    <a:pt x="291" y="22"/>
                    <a:pt x="326" y="56"/>
                  </a:cubicBezTo>
                  <a:cubicBezTo>
                    <a:pt x="347" y="77"/>
                    <a:pt x="363" y="103"/>
                    <a:pt x="372" y="132"/>
                  </a:cubicBezTo>
                  <a:cubicBezTo>
                    <a:pt x="361" y="138"/>
                    <a:pt x="349" y="145"/>
                    <a:pt x="339" y="152"/>
                  </a:cubicBezTo>
                  <a:cubicBezTo>
                    <a:pt x="332" y="126"/>
                    <a:pt x="318" y="102"/>
                    <a:pt x="299" y="83"/>
                  </a:cubicBezTo>
                  <a:cubicBezTo>
                    <a:pt x="271" y="56"/>
                    <a:pt x="233" y="39"/>
                    <a:pt x="191" y="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Freeform 37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3758" y="8552"/>
              <a:ext cx="337" cy="353"/>
            </a:xfrm>
            <a:custGeom>
              <a:avLst/>
              <a:gdLst>
                <a:gd name="T0" fmla="*/ 41 w 388"/>
                <a:gd name="T1" fmla="*/ 59 h 406"/>
                <a:gd name="T2" fmla="*/ 185 w 388"/>
                <a:gd name="T3" fmla="*/ 0 h 406"/>
                <a:gd name="T4" fmla="*/ 329 w 388"/>
                <a:gd name="T5" fmla="*/ 59 h 406"/>
                <a:gd name="T6" fmla="*/ 388 w 388"/>
                <a:gd name="T7" fmla="*/ 203 h 406"/>
                <a:gd name="T8" fmla="*/ 329 w 388"/>
                <a:gd name="T9" fmla="*/ 347 h 406"/>
                <a:gd name="T10" fmla="*/ 185 w 388"/>
                <a:gd name="T11" fmla="*/ 406 h 406"/>
                <a:gd name="T12" fmla="*/ 111 w 388"/>
                <a:gd name="T13" fmla="*/ 393 h 406"/>
                <a:gd name="T14" fmla="*/ 116 w 388"/>
                <a:gd name="T15" fmla="*/ 342 h 406"/>
                <a:gd name="T16" fmla="*/ 36 w 388"/>
                <a:gd name="T17" fmla="*/ 149 h 406"/>
                <a:gd name="T18" fmla="*/ 0 w 388"/>
                <a:gd name="T19" fmla="*/ 119 h 406"/>
                <a:gd name="T20" fmla="*/ 41 w 388"/>
                <a:gd name="T21" fmla="*/ 59 h 406"/>
                <a:gd name="T22" fmla="*/ 123 w 388"/>
                <a:gd name="T23" fmla="*/ 197 h 406"/>
                <a:gd name="T24" fmla="*/ 107 w 388"/>
                <a:gd name="T25" fmla="*/ 161 h 406"/>
                <a:gd name="T26" fmla="*/ 126 w 388"/>
                <a:gd name="T27" fmla="*/ 121 h 406"/>
                <a:gd name="T28" fmla="*/ 173 w 388"/>
                <a:gd name="T29" fmla="*/ 105 h 406"/>
                <a:gd name="T30" fmla="*/ 173 w 388"/>
                <a:gd name="T31" fmla="*/ 88 h 406"/>
                <a:gd name="T32" fmla="*/ 200 w 388"/>
                <a:gd name="T33" fmla="*/ 88 h 406"/>
                <a:gd name="T34" fmla="*/ 200 w 388"/>
                <a:gd name="T35" fmla="*/ 104 h 406"/>
                <a:gd name="T36" fmla="*/ 244 w 388"/>
                <a:gd name="T37" fmla="*/ 120 h 406"/>
                <a:gd name="T38" fmla="*/ 262 w 388"/>
                <a:gd name="T39" fmla="*/ 161 h 406"/>
                <a:gd name="T40" fmla="*/ 217 w 388"/>
                <a:gd name="T41" fmla="*/ 161 h 406"/>
                <a:gd name="T42" fmla="*/ 211 w 388"/>
                <a:gd name="T43" fmla="*/ 144 h 406"/>
                <a:gd name="T44" fmla="*/ 160 w 388"/>
                <a:gd name="T45" fmla="*/ 142 h 406"/>
                <a:gd name="T46" fmla="*/ 159 w 388"/>
                <a:gd name="T47" fmla="*/ 165 h 406"/>
                <a:gd name="T48" fmla="*/ 213 w 388"/>
                <a:gd name="T49" fmla="*/ 181 h 406"/>
                <a:gd name="T50" fmla="*/ 250 w 388"/>
                <a:gd name="T51" fmla="*/ 200 h 406"/>
                <a:gd name="T52" fmla="*/ 265 w 388"/>
                <a:gd name="T53" fmla="*/ 237 h 406"/>
                <a:gd name="T54" fmla="*/ 248 w 388"/>
                <a:gd name="T55" fmla="*/ 279 h 406"/>
                <a:gd name="T56" fmla="*/ 198 w 388"/>
                <a:gd name="T57" fmla="*/ 296 h 406"/>
                <a:gd name="T58" fmla="*/ 198 w 388"/>
                <a:gd name="T59" fmla="*/ 318 h 406"/>
                <a:gd name="T60" fmla="*/ 172 w 388"/>
                <a:gd name="T61" fmla="*/ 318 h 406"/>
                <a:gd name="T62" fmla="*/ 172 w 388"/>
                <a:gd name="T63" fmla="*/ 296 h 406"/>
                <a:gd name="T64" fmla="*/ 123 w 388"/>
                <a:gd name="T65" fmla="*/ 279 h 406"/>
                <a:gd name="T66" fmla="*/ 105 w 388"/>
                <a:gd name="T67" fmla="*/ 233 h 406"/>
                <a:gd name="T68" fmla="*/ 152 w 388"/>
                <a:gd name="T69" fmla="*/ 233 h 406"/>
                <a:gd name="T70" fmla="*/ 158 w 388"/>
                <a:gd name="T71" fmla="*/ 254 h 406"/>
                <a:gd name="T72" fmla="*/ 212 w 388"/>
                <a:gd name="T73" fmla="*/ 256 h 406"/>
                <a:gd name="T74" fmla="*/ 213 w 388"/>
                <a:gd name="T75" fmla="*/ 231 h 406"/>
                <a:gd name="T76" fmla="*/ 123 w 388"/>
                <a:gd name="T77" fmla="*/ 197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88" h="406">
                  <a:moveTo>
                    <a:pt x="41" y="59"/>
                  </a:moveTo>
                  <a:cubicBezTo>
                    <a:pt x="78" y="22"/>
                    <a:pt x="129" y="0"/>
                    <a:pt x="185" y="0"/>
                  </a:cubicBezTo>
                  <a:cubicBezTo>
                    <a:pt x="241" y="0"/>
                    <a:pt x="292" y="22"/>
                    <a:pt x="329" y="59"/>
                  </a:cubicBezTo>
                  <a:cubicBezTo>
                    <a:pt x="366" y="96"/>
                    <a:pt x="388" y="147"/>
                    <a:pt x="388" y="203"/>
                  </a:cubicBezTo>
                  <a:cubicBezTo>
                    <a:pt x="388" y="259"/>
                    <a:pt x="366" y="310"/>
                    <a:pt x="329" y="347"/>
                  </a:cubicBezTo>
                  <a:cubicBezTo>
                    <a:pt x="292" y="384"/>
                    <a:pt x="241" y="406"/>
                    <a:pt x="185" y="406"/>
                  </a:cubicBezTo>
                  <a:cubicBezTo>
                    <a:pt x="159" y="406"/>
                    <a:pt x="134" y="401"/>
                    <a:pt x="111" y="393"/>
                  </a:cubicBezTo>
                  <a:cubicBezTo>
                    <a:pt x="114" y="376"/>
                    <a:pt x="116" y="359"/>
                    <a:pt x="116" y="342"/>
                  </a:cubicBezTo>
                  <a:cubicBezTo>
                    <a:pt x="116" y="270"/>
                    <a:pt x="87" y="200"/>
                    <a:pt x="36" y="149"/>
                  </a:cubicBezTo>
                  <a:cubicBezTo>
                    <a:pt x="25" y="138"/>
                    <a:pt x="13" y="128"/>
                    <a:pt x="0" y="119"/>
                  </a:cubicBezTo>
                  <a:cubicBezTo>
                    <a:pt x="10" y="96"/>
                    <a:pt x="24" y="76"/>
                    <a:pt x="41" y="59"/>
                  </a:cubicBezTo>
                  <a:close/>
                  <a:moveTo>
                    <a:pt x="123" y="197"/>
                  </a:moveTo>
                  <a:cubicBezTo>
                    <a:pt x="112" y="188"/>
                    <a:pt x="107" y="176"/>
                    <a:pt x="107" y="161"/>
                  </a:cubicBezTo>
                  <a:cubicBezTo>
                    <a:pt x="107" y="144"/>
                    <a:pt x="113" y="131"/>
                    <a:pt x="126" y="121"/>
                  </a:cubicBezTo>
                  <a:cubicBezTo>
                    <a:pt x="138" y="111"/>
                    <a:pt x="152" y="105"/>
                    <a:pt x="173" y="105"/>
                  </a:cubicBezTo>
                  <a:cubicBezTo>
                    <a:pt x="173" y="88"/>
                    <a:pt x="173" y="88"/>
                    <a:pt x="173" y="88"/>
                  </a:cubicBezTo>
                  <a:cubicBezTo>
                    <a:pt x="200" y="88"/>
                    <a:pt x="200" y="88"/>
                    <a:pt x="200" y="88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20" y="105"/>
                    <a:pt x="233" y="110"/>
                    <a:pt x="244" y="120"/>
                  </a:cubicBezTo>
                  <a:cubicBezTo>
                    <a:pt x="255" y="130"/>
                    <a:pt x="261" y="143"/>
                    <a:pt x="262" y="161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16" y="154"/>
                    <a:pt x="214" y="148"/>
                    <a:pt x="211" y="144"/>
                  </a:cubicBezTo>
                  <a:cubicBezTo>
                    <a:pt x="203" y="135"/>
                    <a:pt x="168" y="135"/>
                    <a:pt x="160" y="142"/>
                  </a:cubicBezTo>
                  <a:cubicBezTo>
                    <a:pt x="152" y="147"/>
                    <a:pt x="152" y="160"/>
                    <a:pt x="159" y="165"/>
                  </a:cubicBezTo>
                  <a:cubicBezTo>
                    <a:pt x="168" y="172"/>
                    <a:pt x="200" y="177"/>
                    <a:pt x="213" y="181"/>
                  </a:cubicBezTo>
                  <a:cubicBezTo>
                    <a:pt x="229" y="186"/>
                    <a:pt x="242" y="193"/>
                    <a:pt x="250" y="200"/>
                  </a:cubicBezTo>
                  <a:cubicBezTo>
                    <a:pt x="260" y="209"/>
                    <a:pt x="265" y="221"/>
                    <a:pt x="265" y="237"/>
                  </a:cubicBezTo>
                  <a:cubicBezTo>
                    <a:pt x="265" y="256"/>
                    <a:pt x="260" y="270"/>
                    <a:pt x="248" y="279"/>
                  </a:cubicBezTo>
                  <a:cubicBezTo>
                    <a:pt x="236" y="289"/>
                    <a:pt x="222" y="295"/>
                    <a:pt x="198" y="296"/>
                  </a:cubicBezTo>
                  <a:cubicBezTo>
                    <a:pt x="198" y="318"/>
                    <a:pt x="198" y="318"/>
                    <a:pt x="198" y="318"/>
                  </a:cubicBezTo>
                  <a:cubicBezTo>
                    <a:pt x="172" y="318"/>
                    <a:pt x="172" y="318"/>
                    <a:pt x="172" y="318"/>
                  </a:cubicBezTo>
                  <a:cubicBezTo>
                    <a:pt x="172" y="296"/>
                    <a:pt x="172" y="296"/>
                    <a:pt x="172" y="296"/>
                  </a:cubicBezTo>
                  <a:cubicBezTo>
                    <a:pt x="150" y="295"/>
                    <a:pt x="136" y="290"/>
                    <a:pt x="123" y="279"/>
                  </a:cubicBezTo>
                  <a:cubicBezTo>
                    <a:pt x="111" y="268"/>
                    <a:pt x="105" y="252"/>
                    <a:pt x="105" y="233"/>
                  </a:cubicBezTo>
                  <a:cubicBezTo>
                    <a:pt x="152" y="233"/>
                    <a:pt x="152" y="233"/>
                    <a:pt x="152" y="233"/>
                  </a:cubicBezTo>
                  <a:cubicBezTo>
                    <a:pt x="153" y="243"/>
                    <a:pt x="155" y="250"/>
                    <a:pt x="158" y="254"/>
                  </a:cubicBezTo>
                  <a:cubicBezTo>
                    <a:pt x="167" y="265"/>
                    <a:pt x="203" y="263"/>
                    <a:pt x="212" y="256"/>
                  </a:cubicBezTo>
                  <a:cubicBezTo>
                    <a:pt x="220" y="251"/>
                    <a:pt x="221" y="237"/>
                    <a:pt x="213" y="231"/>
                  </a:cubicBezTo>
                  <a:cubicBezTo>
                    <a:pt x="195" y="216"/>
                    <a:pt x="150" y="220"/>
                    <a:pt x="123" y="1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1" name="Freeform 38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3416" y="8646"/>
              <a:ext cx="409" cy="408"/>
            </a:xfrm>
            <a:custGeom>
              <a:avLst/>
              <a:gdLst>
                <a:gd name="T0" fmla="*/ 235 w 470"/>
                <a:gd name="T1" fmla="*/ 57 h 470"/>
                <a:gd name="T2" fmla="*/ 109 w 470"/>
                <a:gd name="T3" fmla="*/ 109 h 470"/>
                <a:gd name="T4" fmla="*/ 57 w 470"/>
                <a:gd name="T5" fmla="*/ 235 h 470"/>
                <a:gd name="T6" fmla="*/ 109 w 470"/>
                <a:gd name="T7" fmla="*/ 361 h 470"/>
                <a:gd name="T8" fmla="*/ 235 w 470"/>
                <a:gd name="T9" fmla="*/ 413 h 470"/>
                <a:gd name="T10" fmla="*/ 361 w 470"/>
                <a:gd name="T11" fmla="*/ 361 h 470"/>
                <a:gd name="T12" fmla="*/ 413 w 470"/>
                <a:gd name="T13" fmla="*/ 235 h 470"/>
                <a:gd name="T14" fmla="*/ 361 w 470"/>
                <a:gd name="T15" fmla="*/ 109 h 470"/>
                <a:gd name="T16" fmla="*/ 235 w 470"/>
                <a:gd name="T17" fmla="*/ 57 h 470"/>
                <a:gd name="T18" fmla="*/ 170 w 470"/>
                <a:gd name="T19" fmla="*/ 228 h 470"/>
                <a:gd name="T20" fmla="*/ 154 w 470"/>
                <a:gd name="T21" fmla="*/ 191 h 470"/>
                <a:gd name="T22" fmla="*/ 173 w 470"/>
                <a:gd name="T23" fmla="*/ 149 h 470"/>
                <a:gd name="T24" fmla="*/ 222 w 470"/>
                <a:gd name="T25" fmla="*/ 132 h 470"/>
                <a:gd name="T26" fmla="*/ 222 w 470"/>
                <a:gd name="T27" fmla="*/ 114 h 470"/>
                <a:gd name="T28" fmla="*/ 251 w 470"/>
                <a:gd name="T29" fmla="*/ 114 h 470"/>
                <a:gd name="T30" fmla="*/ 251 w 470"/>
                <a:gd name="T31" fmla="*/ 132 h 470"/>
                <a:gd name="T32" fmla="*/ 296 w 470"/>
                <a:gd name="T33" fmla="*/ 148 h 470"/>
                <a:gd name="T34" fmla="*/ 314 w 470"/>
                <a:gd name="T35" fmla="*/ 190 h 470"/>
                <a:gd name="T36" fmla="*/ 267 w 470"/>
                <a:gd name="T37" fmla="*/ 190 h 470"/>
                <a:gd name="T38" fmla="*/ 262 w 470"/>
                <a:gd name="T39" fmla="*/ 173 h 470"/>
                <a:gd name="T40" fmla="*/ 208 w 470"/>
                <a:gd name="T41" fmla="*/ 171 h 470"/>
                <a:gd name="T42" fmla="*/ 208 w 470"/>
                <a:gd name="T43" fmla="*/ 196 h 470"/>
                <a:gd name="T44" fmla="*/ 264 w 470"/>
                <a:gd name="T45" fmla="*/ 212 h 470"/>
                <a:gd name="T46" fmla="*/ 302 w 470"/>
                <a:gd name="T47" fmla="*/ 231 h 470"/>
                <a:gd name="T48" fmla="*/ 318 w 470"/>
                <a:gd name="T49" fmla="*/ 271 h 470"/>
                <a:gd name="T50" fmla="*/ 300 w 470"/>
                <a:gd name="T51" fmla="*/ 314 h 470"/>
                <a:gd name="T52" fmla="*/ 248 w 470"/>
                <a:gd name="T53" fmla="*/ 333 h 470"/>
                <a:gd name="T54" fmla="*/ 248 w 470"/>
                <a:gd name="T55" fmla="*/ 355 h 470"/>
                <a:gd name="T56" fmla="*/ 219 w 470"/>
                <a:gd name="T57" fmla="*/ 355 h 470"/>
                <a:gd name="T58" fmla="*/ 219 w 470"/>
                <a:gd name="T59" fmla="*/ 333 h 470"/>
                <a:gd name="T60" fmla="*/ 171 w 470"/>
                <a:gd name="T61" fmla="*/ 313 h 470"/>
                <a:gd name="T62" fmla="*/ 151 w 470"/>
                <a:gd name="T63" fmla="*/ 266 h 470"/>
                <a:gd name="T64" fmla="*/ 201 w 470"/>
                <a:gd name="T65" fmla="*/ 266 h 470"/>
                <a:gd name="T66" fmla="*/ 207 w 470"/>
                <a:gd name="T67" fmla="*/ 288 h 470"/>
                <a:gd name="T68" fmla="*/ 263 w 470"/>
                <a:gd name="T69" fmla="*/ 290 h 470"/>
                <a:gd name="T70" fmla="*/ 264 w 470"/>
                <a:gd name="T71" fmla="*/ 264 h 470"/>
                <a:gd name="T72" fmla="*/ 170 w 470"/>
                <a:gd name="T73" fmla="*/ 228 h 470"/>
                <a:gd name="T74" fmla="*/ 69 w 470"/>
                <a:gd name="T75" fmla="*/ 69 h 470"/>
                <a:gd name="T76" fmla="*/ 235 w 470"/>
                <a:gd name="T77" fmla="*/ 0 h 470"/>
                <a:gd name="T78" fmla="*/ 401 w 470"/>
                <a:gd name="T79" fmla="*/ 69 h 470"/>
                <a:gd name="T80" fmla="*/ 470 w 470"/>
                <a:gd name="T81" fmla="*/ 235 h 470"/>
                <a:gd name="T82" fmla="*/ 401 w 470"/>
                <a:gd name="T83" fmla="*/ 401 h 470"/>
                <a:gd name="T84" fmla="*/ 235 w 470"/>
                <a:gd name="T85" fmla="*/ 470 h 470"/>
                <a:gd name="T86" fmla="*/ 69 w 470"/>
                <a:gd name="T87" fmla="*/ 401 h 470"/>
                <a:gd name="T88" fmla="*/ 0 w 470"/>
                <a:gd name="T89" fmla="*/ 235 h 470"/>
                <a:gd name="T90" fmla="*/ 69 w 470"/>
                <a:gd name="T91" fmla="*/ 69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0" h="470">
                  <a:moveTo>
                    <a:pt x="235" y="57"/>
                  </a:moveTo>
                  <a:cubicBezTo>
                    <a:pt x="186" y="57"/>
                    <a:pt x="141" y="77"/>
                    <a:pt x="109" y="109"/>
                  </a:cubicBezTo>
                  <a:cubicBezTo>
                    <a:pt x="77" y="141"/>
                    <a:pt x="57" y="186"/>
                    <a:pt x="57" y="235"/>
                  </a:cubicBezTo>
                  <a:cubicBezTo>
                    <a:pt x="57" y="284"/>
                    <a:pt x="77" y="328"/>
                    <a:pt x="109" y="361"/>
                  </a:cubicBezTo>
                  <a:cubicBezTo>
                    <a:pt x="141" y="393"/>
                    <a:pt x="186" y="413"/>
                    <a:pt x="235" y="413"/>
                  </a:cubicBezTo>
                  <a:cubicBezTo>
                    <a:pt x="284" y="413"/>
                    <a:pt x="328" y="393"/>
                    <a:pt x="361" y="361"/>
                  </a:cubicBezTo>
                  <a:cubicBezTo>
                    <a:pt x="393" y="328"/>
                    <a:pt x="413" y="284"/>
                    <a:pt x="413" y="235"/>
                  </a:cubicBezTo>
                  <a:cubicBezTo>
                    <a:pt x="413" y="186"/>
                    <a:pt x="393" y="141"/>
                    <a:pt x="361" y="109"/>
                  </a:cubicBezTo>
                  <a:cubicBezTo>
                    <a:pt x="328" y="77"/>
                    <a:pt x="284" y="57"/>
                    <a:pt x="235" y="57"/>
                  </a:cubicBezTo>
                  <a:close/>
                  <a:moveTo>
                    <a:pt x="170" y="228"/>
                  </a:moveTo>
                  <a:cubicBezTo>
                    <a:pt x="159" y="219"/>
                    <a:pt x="154" y="207"/>
                    <a:pt x="154" y="191"/>
                  </a:cubicBezTo>
                  <a:cubicBezTo>
                    <a:pt x="154" y="174"/>
                    <a:pt x="160" y="160"/>
                    <a:pt x="173" y="149"/>
                  </a:cubicBezTo>
                  <a:cubicBezTo>
                    <a:pt x="186" y="139"/>
                    <a:pt x="200" y="133"/>
                    <a:pt x="222" y="132"/>
                  </a:cubicBezTo>
                  <a:cubicBezTo>
                    <a:pt x="222" y="114"/>
                    <a:pt x="222" y="114"/>
                    <a:pt x="222" y="114"/>
                  </a:cubicBezTo>
                  <a:cubicBezTo>
                    <a:pt x="251" y="114"/>
                    <a:pt x="251" y="114"/>
                    <a:pt x="251" y="114"/>
                  </a:cubicBezTo>
                  <a:cubicBezTo>
                    <a:pt x="251" y="132"/>
                    <a:pt x="251" y="132"/>
                    <a:pt x="251" y="132"/>
                  </a:cubicBezTo>
                  <a:cubicBezTo>
                    <a:pt x="272" y="133"/>
                    <a:pt x="284" y="138"/>
                    <a:pt x="296" y="148"/>
                  </a:cubicBezTo>
                  <a:cubicBezTo>
                    <a:pt x="308" y="158"/>
                    <a:pt x="313" y="172"/>
                    <a:pt x="314" y="190"/>
                  </a:cubicBezTo>
                  <a:cubicBezTo>
                    <a:pt x="267" y="190"/>
                    <a:pt x="267" y="190"/>
                    <a:pt x="267" y="190"/>
                  </a:cubicBezTo>
                  <a:cubicBezTo>
                    <a:pt x="266" y="182"/>
                    <a:pt x="265" y="177"/>
                    <a:pt x="262" y="173"/>
                  </a:cubicBezTo>
                  <a:cubicBezTo>
                    <a:pt x="254" y="164"/>
                    <a:pt x="218" y="164"/>
                    <a:pt x="208" y="171"/>
                  </a:cubicBezTo>
                  <a:cubicBezTo>
                    <a:pt x="201" y="177"/>
                    <a:pt x="200" y="190"/>
                    <a:pt x="208" y="196"/>
                  </a:cubicBezTo>
                  <a:cubicBezTo>
                    <a:pt x="217" y="203"/>
                    <a:pt x="250" y="208"/>
                    <a:pt x="264" y="212"/>
                  </a:cubicBezTo>
                  <a:cubicBezTo>
                    <a:pt x="281" y="218"/>
                    <a:pt x="294" y="224"/>
                    <a:pt x="302" y="231"/>
                  </a:cubicBezTo>
                  <a:cubicBezTo>
                    <a:pt x="313" y="241"/>
                    <a:pt x="318" y="254"/>
                    <a:pt x="318" y="271"/>
                  </a:cubicBezTo>
                  <a:cubicBezTo>
                    <a:pt x="319" y="290"/>
                    <a:pt x="312" y="304"/>
                    <a:pt x="300" y="314"/>
                  </a:cubicBezTo>
                  <a:cubicBezTo>
                    <a:pt x="288" y="325"/>
                    <a:pt x="272" y="332"/>
                    <a:pt x="248" y="333"/>
                  </a:cubicBezTo>
                  <a:cubicBezTo>
                    <a:pt x="248" y="355"/>
                    <a:pt x="248" y="355"/>
                    <a:pt x="248" y="355"/>
                  </a:cubicBezTo>
                  <a:cubicBezTo>
                    <a:pt x="219" y="355"/>
                    <a:pt x="219" y="355"/>
                    <a:pt x="219" y="355"/>
                  </a:cubicBezTo>
                  <a:cubicBezTo>
                    <a:pt x="219" y="333"/>
                    <a:pt x="219" y="333"/>
                    <a:pt x="219" y="333"/>
                  </a:cubicBezTo>
                  <a:cubicBezTo>
                    <a:pt x="196" y="333"/>
                    <a:pt x="183" y="325"/>
                    <a:pt x="171" y="313"/>
                  </a:cubicBezTo>
                  <a:cubicBezTo>
                    <a:pt x="158" y="302"/>
                    <a:pt x="151" y="286"/>
                    <a:pt x="151" y="266"/>
                  </a:cubicBezTo>
                  <a:cubicBezTo>
                    <a:pt x="201" y="266"/>
                    <a:pt x="201" y="266"/>
                    <a:pt x="201" y="266"/>
                  </a:cubicBezTo>
                  <a:cubicBezTo>
                    <a:pt x="202" y="276"/>
                    <a:pt x="204" y="283"/>
                    <a:pt x="207" y="288"/>
                  </a:cubicBezTo>
                  <a:cubicBezTo>
                    <a:pt x="216" y="299"/>
                    <a:pt x="254" y="297"/>
                    <a:pt x="263" y="290"/>
                  </a:cubicBezTo>
                  <a:cubicBezTo>
                    <a:pt x="272" y="284"/>
                    <a:pt x="272" y="271"/>
                    <a:pt x="264" y="264"/>
                  </a:cubicBezTo>
                  <a:cubicBezTo>
                    <a:pt x="245" y="249"/>
                    <a:pt x="198" y="252"/>
                    <a:pt x="170" y="228"/>
                  </a:cubicBezTo>
                  <a:close/>
                  <a:moveTo>
                    <a:pt x="69" y="69"/>
                  </a:moveTo>
                  <a:cubicBezTo>
                    <a:pt x="111" y="26"/>
                    <a:pt x="170" y="0"/>
                    <a:pt x="235" y="0"/>
                  </a:cubicBezTo>
                  <a:cubicBezTo>
                    <a:pt x="300" y="0"/>
                    <a:pt x="359" y="26"/>
                    <a:pt x="401" y="69"/>
                  </a:cubicBezTo>
                  <a:cubicBezTo>
                    <a:pt x="444" y="111"/>
                    <a:pt x="470" y="170"/>
                    <a:pt x="470" y="235"/>
                  </a:cubicBezTo>
                  <a:cubicBezTo>
                    <a:pt x="470" y="300"/>
                    <a:pt x="444" y="359"/>
                    <a:pt x="401" y="401"/>
                  </a:cubicBezTo>
                  <a:cubicBezTo>
                    <a:pt x="359" y="444"/>
                    <a:pt x="300" y="470"/>
                    <a:pt x="235" y="470"/>
                  </a:cubicBezTo>
                  <a:cubicBezTo>
                    <a:pt x="170" y="470"/>
                    <a:pt x="111" y="444"/>
                    <a:pt x="69" y="401"/>
                  </a:cubicBezTo>
                  <a:cubicBezTo>
                    <a:pt x="26" y="359"/>
                    <a:pt x="0" y="300"/>
                    <a:pt x="0" y="235"/>
                  </a:cubicBezTo>
                  <a:cubicBezTo>
                    <a:pt x="0" y="170"/>
                    <a:pt x="26" y="111"/>
                    <a:pt x="69" y="6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TextBox 76"/>
            <p:cNvSpPr txBox="1"/>
            <p:nvPr>
              <p:custDataLst>
                <p:tags r:id="rId10"/>
              </p:custDataLst>
            </p:nvPr>
          </p:nvSpPr>
          <p:spPr>
            <a:xfrm>
              <a:off x="4977" y="8059"/>
              <a:ext cx="170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非阻塞</a:t>
              </a:r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文本框 127"/>
            <p:cNvSpPr txBox="1"/>
            <p:nvPr>
              <p:custDataLst>
                <p:tags r:id="rId11"/>
              </p:custDataLst>
            </p:nvPr>
          </p:nvSpPr>
          <p:spPr>
            <a:xfrm>
              <a:off x="4947" y="8537"/>
              <a:ext cx="9275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并不能中断我吃饭</a:t>
              </a:r>
              <a:endPara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00364" y="2092280"/>
            <a:ext cx="1497094" cy="149709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2274" y="2092280"/>
            <a:ext cx="1461624" cy="146162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48714" y="2074545"/>
            <a:ext cx="1497094" cy="1497094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402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非阻塞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506470" y="1900555"/>
            <a:ext cx="7882255" cy="4563110"/>
            <a:chOff x="5522" y="2993"/>
            <a:chExt cx="12413" cy="7186"/>
          </a:xfrm>
        </p:grpSpPr>
        <p:sp>
          <p:nvSpPr>
            <p:cNvPr id="27" name="圆角矩形 25"/>
            <p:cNvSpPr/>
            <p:nvPr>
              <p:custDataLst>
                <p:tags r:id="rId3"/>
              </p:custDataLst>
            </p:nvPr>
          </p:nvSpPr>
          <p:spPr>
            <a:xfrm>
              <a:off x="5522" y="2993"/>
              <a:ext cx="12412" cy="6673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4"/>
              </p:custDataLst>
            </p:nvPr>
          </p:nvSpPr>
          <p:spPr>
            <a:xfrm>
              <a:off x="5955" y="3043"/>
              <a:ext cx="11980" cy="71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&lt;!DOCTYPE html&gt;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marL="0" lvl="1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&lt;html&gt;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marL="0" lvl="1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&lt;head&gt;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marL="0" lvl="1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&lt;meta charset="utf-8"&gt;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marL="0" lvl="1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&lt;title&gt;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非阻塞测试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&lt;/title&gt;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marL="0" lvl="1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&lt;/head&gt;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marL="0" lvl="1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&lt;body&gt;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marL="0" lvl="1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&lt;/body&gt;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marL="0" lvl="1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&lt;script&gt;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marL="0" lvl="1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var img = new Image(); </a:t>
              </a:r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marL="0" lvl="1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callback = function(w, h) {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marL="0" lvl="1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console.log(w, h);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marL="0" lvl="1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};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10000"/>
                </a:lnSpc>
              </a:pP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96215" y="3747770"/>
            <a:ext cx="6835775" cy="1383030"/>
            <a:chOff x="309" y="5902"/>
            <a:chExt cx="10765" cy="2178"/>
          </a:xfrm>
        </p:grpSpPr>
        <p:sp>
          <p:nvSpPr>
            <p:cNvPr id="41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09" y="5902"/>
              <a:ext cx="4814" cy="216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创建一个 </a:t>
              </a:r>
              <a:r>
                <a:rPr lang="en-US" altLang="zh-CN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Image </a:t>
              </a: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对象，就会生成一个</a:t>
              </a:r>
              <a:r>
                <a:rPr lang="en-US" altLang="zh-CN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&lt;img&gt;</a:t>
              </a: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标签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50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786" y="8080"/>
              <a:ext cx="5289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V="1">
              <a:off x="5786" y="6988"/>
              <a:ext cx="0" cy="105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241" y="6983"/>
              <a:ext cx="54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>
              <a:off x="5241" y="6400"/>
              <a:ext cx="0" cy="119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组合 2"/>
          <p:cNvGrpSpPr/>
          <p:nvPr/>
        </p:nvGrpSpPr>
        <p:grpSpPr>
          <a:xfrm>
            <a:off x="511175" y="1050925"/>
            <a:ext cx="10084682" cy="614680"/>
            <a:chOff x="805" y="1655"/>
            <a:chExt cx="15881" cy="968"/>
          </a:xfrm>
        </p:grpSpPr>
        <p:sp>
          <p:nvSpPr>
            <p:cNvPr id="97" name="文本框 96"/>
            <p:cNvSpPr txBox="1"/>
            <p:nvPr>
              <p:custDataLst>
                <p:tags r:id="rId10"/>
              </p:custDataLst>
            </p:nvPr>
          </p:nvSpPr>
          <p:spPr>
            <a:xfrm>
              <a:off x="5522" y="1960"/>
              <a:ext cx="11164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非阻塞方式执行程序。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5" name="矩形 1"/>
            <p:cNvSpPr/>
            <p:nvPr>
              <p:custDataLst>
                <p:tags r:id="rId11"/>
              </p:custDataLst>
            </p:nvPr>
          </p:nvSpPr>
          <p:spPr bwMode="auto">
            <a:xfrm>
              <a:off x="915" y="196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" name="TextBox 27"/>
            <p:cNvSpPr txBox="1">
              <a:spLocks noChangeArrowheads="1"/>
            </p:cNvSpPr>
            <p:nvPr/>
          </p:nvSpPr>
          <p:spPr bwMode="auto">
            <a:xfrm>
              <a:off x="2081" y="1980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4" name="iconfont-1187-868615"/>
            <p:cNvSpPr/>
            <p:nvPr>
              <p:custDataLst>
                <p:tags r:id="rId12"/>
              </p:custDataLst>
            </p:nvPr>
          </p:nvSpPr>
          <p:spPr>
            <a:xfrm>
              <a:off x="805" y="1655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402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非阻塞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775710" y="1470660"/>
            <a:ext cx="7854950" cy="4706620"/>
            <a:chOff x="5946" y="2316"/>
            <a:chExt cx="12370" cy="7412"/>
          </a:xfrm>
        </p:grpSpPr>
        <p:sp>
          <p:nvSpPr>
            <p:cNvPr id="27" name="圆角矩形 25"/>
            <p:cNvSpPr/>
            <p:nvPr>
              <p:custDataLst>
                <p:tags r:id="rId3"/>
              </p:custDataLst>
            </p:nvPr>
          </p:nvSpPr>
          <p:spPr>
            <a:xfrm>
              <a:off x="5946" y="2316"/>
              <a:ext cx="12371" cy="7412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4"/>
              </p:custDataLst>
            </p:nvPr>
          </p:nvSpPr>
          <p:spPr>
            <a:xfrm>
              <a:off x="5946" y="2642"/>
              <a:ext cx="11980" cy="68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img.onload = function() {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marL="0" lvl="1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    if (img.complete) {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marL="0" lvl="1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          callback(img.width, img.height);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marL="0" lvl="1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     }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marL="0" lvl="1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    callback(img.width, img.height);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marL="0" lvl="1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document.body.appendChild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(img);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marL="0" lvl="1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};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marL="0" lvl="1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img.addEventListener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("click", function() {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marL="0" lvl="1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    console.log("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您单击我了！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");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marL="0" lvl="1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})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marL="0" lvl="1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img.src = './pic.jpg'; &lt;/script&gt;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marL="0" lvl="1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&lt;/html&gt;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53365" y="2262505"/>
            <a:ext cx="7662545" cy="843280"/>
            <a:chOff x="399" y="3563"/>
            <a:chExt cx="12067" cy="1328"/>
          </a:xfrm>
        </p:grpSpPr>
        <p:sp>
          <p:nvSpPr>
            <p:cNvPr id="41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99" y="3563"/>
              <a:ext cx="4814" cy="13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如果图片加载完成后将调用 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callback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函数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50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6216" y="3738"/>
              <a:ext cx="625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V="1">
              <a:off x="6216" y="3738"/>
              <a:ext cx="0" cy="55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359" y="4289"/>
              <a:ext cx="85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>
              <a:off x="5359" y="3851"/>
              <a:ext cx="0" cy="88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" name="组合 4"/>
          <p:cNvGrpSpPr/>
          <p:nvPr/>
        </p:nvGrpSpPr>
        <p:grpSpPr>
          <a:xfrm>
            <a:off x="253365" y="3371850"/>
            <a:ext cx="7663815" cy="843280"/>
            <a:chOff x="399" y="5310"/>
            <a:chExt cx="12069" cy="1328"/>
          </a:xfrm>
        </p:grpSpPr>
        <p:sp>
          <p:nvSpPr>
            <p:cNvPr id="34" name="矩形 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99" y="5310"/>
              <a:ext cx="4814" cy="13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将 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img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标签添加到 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body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中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40" name="直接连接符 5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6182" y="6015"/>
              <a:ext cx="6286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直接连接符 76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5325" y="5997"/>
              <a:ext cx="85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直接连接符 90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>
              <a:off x="5325" y="5548"/>
              <a:ext cx="0" cy="85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" name="组合 5"/>
          <p:cNvGrpSpPr/>
          <p:nvPr/>
        </p:nvGrpSpPr>
        <p:grpSpPr>
          <a:xfrm>
            <a:off x="253365" y="4462145"/>
            <a:ext cx="8324215" cy="843280"/>
            <a:chOff x="399" y="7027"/>
            <a:chExt cx="13109" cy="1328"/>
          </a:xfrm>
        </p:grpSpPr>
        <p:sp>
          <p:nvSpPr>
            <p:cNvPr id="53" name="矩形 4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99" y="7027"/>
              <a:ext cx="4814" cy="13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对 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img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对象（实际上就是 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img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标签）进行 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click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事件监听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57" name="直接连接符 5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6182" y="7163"/>
              <a:ext cx="732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8" name="直接连接符 9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 flipV="1">
              <a:off x="6182" y="7163"/>
              <a:ext cx="0" cy="55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9" name="直接连接符 76"/>
            <p:cNvCxnSpPr>
              <a:cxnSpLocks noChangeShapeType="1"/>
            </p:cNvCxnSpPr>
            <p:nvPr>
              <p:custDataLst>
                <p:tags r:id="rId17"/>
              </p:custDataLst>
            </p:nvPr>
          </p:nvCxnSpPr>
          <p:spPr bwMode="auto">
            <a:xfrm flipH="1">
              <a:off x="5325" y="7714"/>
              <a:ext cx="85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" name="直接连接符 90"/>
            <p:cNvCxnSpPr>
              <a:cxnSpLocks noChangeShapeType="1"/>
            </p:cNvCxnSpPr>
            <p:nvPr>
              <p:custDataLst>
                <p:tags r:id="rId18"/>
              </p:custDataLst>
            </p:nvPr>
          </p:nvCxnSpPr>
          <p:spPr bwMode="auto">
            <a:xfrm>
              <a:off x="5325" y="7265"/>
              <a:ext cx="0" cy="852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" name="组合 8"/>
          <p:cNvGrpSpPr/>
          <p:nvPr/>
        </p:nvGrpSpPr>
        <p:grpSpPr>
          <a:xfrm>
            <a:off x="253365" y="5480050"/>
            <a:ext cx="7014845" cy="843280"/>
            <a:chOff x="399" y="8630"/>
            <a:chExt cx="11047" cy="1328"/>
          </a:xfrm>
        </p:grpSpPr>
        <p:sp>
          <p:nvSpPr>
            <p:cNvPr id="61" name="矩形 4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99" y="8630"/>
              <a:ext cx="4814" cy="13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为 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img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对象添加属性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65" name="直接连接符 5"/>
            <p:cNvCxnSpPr>
              <a:cxnSpLocks noChangeShapeType="1"/>
            </p:cNvCxnSpPr>
            <p:nvPr>
              <p:custDataLst>
                <p:tags r:id="rId20"/>
              </p:custDataLst>
            </p:nvPr>
          </p:nvCxnSpPr>
          <p:spPr bwMode="auto">
            <a:xfrm flipH="1">
              <a:off x="5788" y="8766"/>
              <a:ext cx="5658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" name="直接连接符 9"/>
            <p:cNvCxnSpPr>
              <a:cxnSpLocks noChangeShapeType="1"/>
            </p:cNvCxnSpPr>
            <p:nvPr>
              <p:custDataLst>
                <p:tags r:id="rId21"/>
              </p:custDataLst>
            </p:nvPr>
          </p:nvCxnSpPr>
          <p:spPr bwMode="auto">
            <a:xfrm flipV="1">
              <a:off x="5788" y="8766"/>
              <a:ext cx="0" cy="55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7" name="直接连接符 76"/>
            <p:cNvCxnSpPr>
              <a:cxnSpLocks noChangeShapeType="1"/>
            </p:cNvCxnSpPr>
            <p:nvPr>
              <p:custDataLst>
                <p:tags r:id="rId22"/>
              </p:custDataLst>
            </p:nvPr>
          </p:nvCxnSpPr>
          <p:spPr bwMode="auto">
            <a:xfrm flipH="1">
              <a:off x="5325" y="9317"/>
              <a:ext cx="429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4" name="直接连接符 90"/>
            <p:cNvCxnSpPr>
              <a:cxnSpLocks noChangeShapeType="1"/>
            </p:cNvCxnSpPr>
            <p:nvPr>
              <p:custDataLst>
                <p:tags r:id="rId23"/>
              </p:custDataLst>
            </p:nvPr>
          </p:nvCxnSpPr>
          <p:spPr bwMode="auto">
            <a:xfrm>
              <a:off x="5325" y="8868"/>
              <a:ext cx="0" cy="852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44" name="图片 43"/>
          <p:cNvPicPr/>
          <p:nvPr/>
        </p:nvPicPr>
        <p:blipFill rotWithShape="1">
          <a:blip r:embed="rId24"/>
          <a:srcRect t="1" r="39681" b="-464"/>
          <a:stretch>
            <a:fillRect/>
          </a:stretch>
        </p:blipFill>
        <p:spPr>
          <a:xfrm>
            <a:off x="9193058" y="4841892"/>
            <a:ext cx="2379626" cy="13090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" name="组合 1"/>
          <p:cNvGrpSpPr/>
          <p:nvPr/>
        </p:nvGrpSpPr>
        <p:grpSpPr>
          <a:xfrm>
            <a:off x="511175" y="1050925"/>
            <a:ext cx="2367280" cy="614045"/>
            <a:chOff x="805" y="1655"/>
            <a:chExt cx="3728" cy="967"/>
          </a:xfrm>
        </p:grpSpPr>
        <p:sp>
          <p:nvSpPr>
            <p:cNvPr id="95" name="矩形 1"/>
            <p:cNvSpPr/>
            <p:nvPr>
              <p:custDataLst>
                <p:tags r:id="rId25"/>
              </p:custDataLst>
            </p:nvPr>
          </p:nvSpPr>
          <p:spPr bwMode="auto">
            <a:xfrm>
              <a:off x="915" y="196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6" name="TextBox 27"/>
            <p:cNvSpPr txBox="1">
              <a:spLocks noChangeArrowheads="1"/>
            </p:cNvSpPr>
            <p:nvPr/>
          </p:nvSpPr>
          <p:spPr bwMode="auto">
            <a:xfrm>
              <a:off x="2081" y="1980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4" name="iconfont-1187-868615"/>
            <p:cNvSpPr/>
            <p:nvPr>
              <p:custDataLst>
                <p:tags r:id="rId26"/>
              </p:custDataLst>
            </p:nvPr>
          </p:nvSpPr>
          <p:spPr>
            <a:xfrm>
              <a:off x="805" y="1655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2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290185" y="2358390"/>
            <a:ext cx="5403850" cy="969010"/>
            <a:chOff x="8331" y="3714"/>
            <a:chExt cx="8510" cy="1526"/>
          </a:xfrm>
        </p:grpSpPr>
        <p:sp>
          <p:nvSpPr>
            <p:cNvPr id="11" name="椭圆 10"/>
            <p:cNvSpPr/>
            <p:nvPr>
              <p:custDataLst>
                <p:tags r:id="rId3"/>
              </p:custDataLst>
            </p:nvPr>
          </p:nvSpPr>
          <p:spPr>
            <a:xfrm>
              <a:off x="8331" y="3897"/>
              <a:ext cx="993" cy="9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94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2" name="任意多边形 125"/>
            <p:cNvSpPr/>
            <p:nvPr>
              <p:custDataLst>
                <p:tags r:id="rId4"/>
              </p:custDataLst>
            </p:nvPr>
          </p:nvSpPr>
          <p:spPr bwMode="auto">
            <a:xfrm>
              <a:off x="8665" y="4130"/>
              <a:ext cx="369" cy="479"/>
            </a:xfrm>
            <a:custGeom>
              <a:avLst/>
              <a:gdLst>
                <a:gd name="connsiteX0" fmla="*/ 344255 w 438150"/>
                <a:gd name="connsiteY0" fmla="*/ 320246 h 568325"/>
                <a:gd name="connsiteX1" fmla="*/ 438150 w 438150"/>
                <a:gd name="connsiteY1" fmla="*/ 399092 h 568325"/>
                <a:gd name="connsiteX2" fmla="*/ 438150 w 438150"/>
                <a:gd name="connsiteY2" fmla="*/ 406601 h 568325"/>
                <a:gd name="connsiteX3" fmla="*/ 438150 w 438150"/>
                <a:gd name="connsiteY3" fmla="*/ 545520 h 568325"/>
                <a:gd name="connsiteX4" fmla="*/ 438150 w 438150"/>
                <a:gd name="connsiteY4" fmla="*/ 549275 h 568325"/>
                <a:gd name="connsiteX5" fmla="*/ 284162 w 438150"/>
                <a:gd name="connsiteY5" fmla="*/ 549275 h 568325"/>
                <a:gd name="connsiteX6" fmla="*/ 284162 w 438150"/>
                <a:gd name="connsiteY6" fmla="*/ 545520 h 568325"/>
                <a:gd name="connsiteX7" fmla="*/ 284162 w 438150"/>
                <a:gd name="connsiteY7" fmla="*/ 402847 h 568325"/>
                <a:gd name="connsiteX8" fmla="*/ 344255 w 438150"/>
                <a:gd name="connsiteY8" fmla="*/ 320246 h 568325"/>
                <a:gd name="connsiteX9" fmla="*/ 352879 w 438150"/>
                <a:gd name="connsiteY9" fmla="*/ 200025 h 568325"/>
                <a:gd name="connsiteX10" fmla="*/ 356621 w 438150"/>
                <a:gd name="connsiteY10" fmla="*/ 200025 h 568325"/>
                <a:gd name="connsiteX11" fmla="*/ 367847 w 438150"/>
                <a:gd name="connsiteY11" fmla="*/ 200025 h 568325"/>
                <a:gd name="connsiteX12" fmla="*/ 379072 w 438150"/>
                <a:gd name="connsiteY12" fmla="*/ 203767 h 568325"/>
                <a:gd name="connsiteX13" fmla="*/ 409008 w 438150"/>
                <a:gd name="connsiteY13" fmla="*/ 263638 h 568325"/>
                <a:gd name="connsiteX14" fmla="*/ 360363 w 438150"/>
                <a:gd name="connsiteY14" fmla="*/ 304800 h 568325"/>
                <a:gd name="connsiteX15" fmla="*/ 311717 w 438150"/>
                <a:gd name="connsiteY15" fmla="*/ 263638 h 568325"/>
                <a:gd name="connsiteX16" fmla="*/ 352879 w 438150"/>
                <a:gd name="connsiteY16" fmla="*/ 200025 h 568325"/>
                <a:gd name="connsiteX17" fmla="*/ 100853 w 438150"/>
                <a:gd name="connsiteY17" fmla="*/ 196018 h 568325"/>
                <a:gd name="connsiteX18" fmla="*/ 254000 w 438150"/>
                <a:gd name="connsiteY18" fmla="*/ 320120 h 568325"/>
                <a:gd name="connsiteX19" fmla="*/ 254000 w 438150"/>
                <a:gd name="connsiteY19" fmla="*/ 331402 h 568325"/>
                <a:gd name="connsiteX20" fmla="*/ 254000 w 438150"/>
                <a:gd name="connsiteY20" fmla="*/ 557043 h 568325"/>
                <a:gd name="connsiteX21" fmla="*/ 254000 w 438150"/>
                <a:gd name="connsiteY21" fmla="*/ 568325 h 568325"/>
                <a:gd name="connsiteX22" fmla="*/ 0 w 438150"/>
                <a:gd name="connsiteY22" fmla="*/ 568325 h 568325"/>
                <a:gd name="connsiteX23" fmla="*/ 0 w 438150"/>
                <a:gd name="connsiteY23" fmla="*/ 560804 h 568325"/>
                <a:gd name="connsiteX24" fmla="*/ 0 w 438150"/>
                <a:gd name="connsiteY24" fmla="*/ 327642 h 568325"/>
                <a:gd name="connsiteX25" fmla="*/ 100853 w 438150"/>
                <a:gd name="connsiteY25" fmla="*/ 196018 h 568325"/>
                <a:gd name="connsiteX26" fmla="*/ 112091 w 438150"/>
                <a:gd name="connsiteY26" fmla="*/ 0 h 568325"/>
                <a:gd name="connsiteX27" fmla="*/ 115818 w 438150"/>
                <a:gd name="connsiteY27" fmla="*/ 0 h 568325"/>
                <a:gd name="connsiteX28" fmla="*/ 138181 w 438150"/>
                <a:gd name="connsiteY28" fmla="*/ 0 h 568325"/>
                <a:gd name="connsiteX29" fmla="*/ 153090 w 438150"/>
                <a:gd name="connsiteY29" fmla="*/ 3762 h 568325"/>
                <a:gd name="connsiteX30" fmla="*/ 205271 w 438150"/>
                <a:gd name="connsiteY30" fmla="*/ 101566 h 568325"/>
                <a:gd name="connsiteX31" fmla="*/ 127000 w 438150"/>
                <a:gd name="connsiteY31" fmla="*/ 169276 h 568325"/>
                <a:gd name="connsiteX32" fmla="*/ 48729 w 438150"/>
                <a:gd name="connsiteY32" fmla="*/ 101566 h 568325"/>
                <a:gd name="connsiteX33" fmla="*/ 112091 w 438150"/>
                <a:gd name="connsiteY33" fmla="*/ 0 h 568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8150" h="568325">
                  <a:moveTo>
                    <a:pt x="344255" y="320246"/>
                  </a:moveTo>
                  <a:cubicBezTo>
                    <a:pt x="393080" y="312737"/>
                    <a:pt x="434394" y="346528"/>
                    <a:pt x="438150" y="399092"/>
                  </a:cubicBezTo>
                  <a:cubicBezTo>
                    <a:pt x="438150" y="399092"/>
                    <a:pt x="438150" y="402847"/>
                    <a:pt x="438150" y="406601"/>
                  </a:cubicBezTo>
                  <a:cubicBezTo>
                    <a:pt x="438150" y="451656"/>
                    <a:pt x="438150" y="496711"/>
                    <a:pt x="438150" y="545520"/>
                  </a:cubicBezTo>
                  <a:cubicBezTo>
                    <a:pt x="438150" y="545520"/>
                    <a:pt x="438150" y="545520"/>
                    <a:pt x="438150" y="549275"/>
                  </a:cubicBezTo>
                  <a:cubicBezTo>
                    <a:pt x="438150" y="549275"/>
                    <a:pt x="438150" y="549275"/>
                    <a:pt x="284162" y="549275"/>
                  </a:cubicBezTo>
                  <a:cubicBezTo>
                    <a:pt x="284162" y="549275"/>
                    <a:pt x="284162" y="545520"/>
                    <a:pt x="284162" y="545520"/>
                  </a:cubicBezTo>
                  <a:cubicBezTo>
                    <a:pt x="284162" y="496711"/>
                    <a:pt x="284162" y="451656"/>
                    <a:pt x="284162" y="402847"/>
                  </a:cubicBezTo>
                  <a:cubicBezTo>
                    <a:pt x="284162" y="361546"/>
                    <a:pt x="310453" y="327755"/>
                    <a:pt x="344255" y="320246"/>
                  </a:cubicBezTo>
                  <a:close/>
                  <a:moveTo>
                    <a:pt x="352879" y="200025"/>
                  </a:moveTo>
                  <a:cubicBezTo>
                    <a:pt x="352879" y="200025"/>
                    <a:pt x="352879" y="200025"/>
                    <a:pt x="356621" y="200025"/>
                  </a:cubicBezTo>
                  <a:cubicBezTo>
                    <a:pt x="356621" y="200025"/>
                    <a:pt x="356621" y="200025"/>
                    <a:pt x="367847" y="200025"/>
                  </a:cubicBezTo>
                  <a:cubicBezTo>
                    <a:pt x="371589" y="200025"/>
                    <a:pt x="375330" y="203767"/>
                    <a:pt x="379072" y="203767"/>
                  </a:cubicBezTo>
                  <a:cubicBezTo>
                    <a:pt x="401524" y="211251"/>
                    <a:pt x="412750" y="237445"/>
                    <a:pt x="409008" y="263638"/>
                  </a:cubicBezTo>
                  <a:cubicBezTo>
                    <a:pt x="405266" y="286090"/>
                    <a:pt x="386556" y="304800"/>
                    <a:pt x="360363" y="304800"/>
                  </a:cubicBezTo>
                  <a:cubicBezTo>
                    <a:pt x="337911" y="304800"/>
                    <a:pt x="319201" y="286090"/>
                    <a:pt x="311717" y="263638"/>
                  </a:cubicBezTo>
                  <a:cubicBezTo>
                    <a:pt x="307975" y="233703"/>
                    <a:pt x="326685" y="207509"/>
                    <a:pt x="352879" y="200025"/>
                  </a:cubicBezTo>
                  <a:close/>
                  <a:moveTo>
                    <a:pt x="100853" y="196018"/>
                  </a:moveTo>
                  <a:cubicBezTo>
                    <a:pt x="175559" y="180975"/>
                    <a:pt x="246529" y="241146"/>
                    <a:pt x="254000" y="320120"/>
                  </a:cubicBezTo>
                  <a:cubicBezTo>
                    <a:pt x="254000" y="323881"/>
                    <a:pt x="254000" y="327642"/>
                    <a:pt x="254000" y="331402"/>
                  </a:cubicBezTo>
                  <a:cubicBezTo>
                    <a:pt x="254000" y="406616"/>
                    <a:pt x="254000" y="481829"/>
                    <a:pt x="254000" y="557043"/>
                  </a:cubicBezTo>
                  <a:cubicBezTo>
                    <a:pt x="254000" y="557043"/>
                    <a:pt x="254000" y="557043"/>
                    <a:pt x="254000" y="568325"/>
                  </a:cubicBezTo>
                  <a:cubicBezTo>
                    <a:pt x="254000" y="568325"/>
                    <a:pt x="254000" y="568325"/>
                    <a:pt x="0" y="568325"/>
                  </a:cubicBezTo>
                  <a:cubicBezTo>
                    <a:pt x="0" y="564564"/>
                    <a:pt x="0" y="564564"/>
                    <a:pt x="0" y="560804"/>
                  </a:cubicBezTo>
                  <a:cubicBezTo>
                    <a:pt x="0" y="485590"/>
                    <a:pt x="0" y="406616"/>
                    <a:pt x="0" y="327642"/>
                  </a:cubicBezTo>
                  <a:cubicBezTo>
                    <a:pt x="0" y="263710"/>
                    <a:pt x="44823" y="211060"/>
                    <a:pt x="100853" y="196018"/>
                  </a:cubicBezTo>
                  <a:close/>
                  <a:moveTo>
                    <a:pt x="112091" y="0"/>
                  </a:moveTo>
                  <a:cubicBezTo>
                    <a:pt x="115818" y="0"/>
                    <a:pt x="115818" y="0"/>
                    <a:pt x="115818" y="0"/>
                  </a:cubicBezTo>
                  <a:cubicBezTo>
                    <a:pt x="115818" y="0"/>
                    <a:pt x="115818" y="0"/>
                    <a:pt x="138181" y="0"/>
                  </a:cubicBezTo>
                  <a:cubicBezTo>
                    <a:pt x="141909" y="0"/>
                    <a:pt x="149363" y="3762"/>
                    <a:pt x="153090" y="3762"/>
                  </a:cubicBezTo>
                  <a:cubicBezTo>
                    <a:pt x="190362" y="18808"/>
                    <a:pt x="212725" y="60187"/>
                    <a:pt x="205271" y="101566"/>
                  </a:cubicBezTo>
                  <a:cubicBezTo>
                    <a:pt x="197816" y="139183"/>
                    <a:pt x="164272" y="169276"/>
                    <a:pt x="127000" y="169276"/>
                  </a:cubicBezTo>
                  <a:cubicBezTo>
                    <a:pt x="89728" y="173038"/>
                    <a:pt x="56184" y="142944"/>
                    <a:pt x="48729" y="101566"/>
                  </a:cubicBezTo>
                  <a:cubicBezTo>
                    <a:pt x="41275" y="52664"/>
                    <a:pt x="71092" y="7523"/>
                    <a:pt x="1120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9" name="TextBox 14"/>
            <p:cNvSpPr txBox="1"/>
            <p:nvPr/>
          </p:nvSpPr>
          <p:spPr>
            <a:xfrm>
              <a:off x="10355" y="3714"/>
              <a:ext cx="6487" cy="152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回调程序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callback( </a:t>
              </a:r>
              <a:r>
                <a:rPr lang="en-US" alt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)</a:t>
              </a:r>
              <a:r>
                <a:rPr kumimoji="0" lang="en-US" altLang="zh-CN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{ }</a:t>
              </a:r>
              <a:endPara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290185" y="3987800"/>
            <a:ext cx="4362450" cy="629920"/>
            <a:chOff x="8331" y="6280"/>
            <a:chExt cx="6870" cy="992"/>
          </a:xfrm>
        </p:grpSpPr>
        <p:sp>
          <p:nvSpPr>
            <p:cNvPr id="13" name="椭圆 12"/>
            <p:cNvSpPr/>
            <p:nvPr>
              <p:custDataLst>
                <p:tags r:id="rId5"/>
              </p:custDataLst>
            </p:nvPr>
          </p:nvSpPr>
          <p:spPr>
            <a:xfrm>
              <a:off x="8331" y="6280"/>
              <a:ext cx="993" cy="9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94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5" name="Freeform 50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8588" y="6575"/>
              <a:ext cx="448" cy="448"/>
            </a:xfrm>
            <a:custGeom>
              <a:avLst/>
              <a:gdLst>
                <a:gd name="T0" fmla="*/ 92 w 184"/>
                <a:gd name="T1" fmla="*/ 184 h 184"/>
                <a:gd name="T2" fmla="*/ 184 w 184"/>
                <a:gd name="T3" fmla="*/ 92 h 184"/>
                <a:gd name="T4" fmla="*/ 173 w 184"/>
                <a:gd name="T5" fmla="*/ 49 h 184"/>
                <a:gd name="T6" fmla="*/ 171 w 184"/>
                <a:gd name="T7" fmla="*/ 49 h 184"/>
                <a:gd name="T8" fmla="*/ 170 w 184"/>
                <a:gd name="T9" fmla="*/ 49 h 184"/>
                <a:gd name="T10" fmla="*/ 158 w 184"/>
                <a:gd name="T11" fmla="*/ 48 h 184"/>
                <a:gd name="T12" fmla="*/ 149 w 184"/>
                <a:gd name="T13" fmla="*/ 56 h 184"/>
                <a:gd name="T14" fmla="*/ 160 w 184"/>
                <a:gd name="T15" fmla="*/ 92 h 184"/>
                <a:gd name="T16" fmla="*/ 92 w 184"/>
                <a:gd name="T17" fmla="*/ 160 h 184"/>
                <a:gd name="T18" fmla="*/ 24 w 184"/>
                <a:gd name="T19" fmla="*/ 92 h 184"/>
                <a:gd name="T20" fmla="*/ 92 w 184"/>
                <a:gd name="T21" fmla="*/ 24 h 184"/>
                <a:gd name="T22" fmla="*/ 128 w 184"/>
                <a:gd name="T23" fmla="*/ 35 h 184"/>
                <a:gd name="T24" fmla="*/ 135 w 184"/>
                <a:gd name="T25" fmla="*/ 27 h 184"/>
                <a:gd name="T26" fmla="*/ 134 w 184"/>
                <a:gd name="T27" fmla="*/ 14 h 184"/>
                <a:gd name="T28" fmla="*/ 134 w 184"/>
                <a:gd name="T29" fmla="*/ 10 h 184"/>
                <a:gd name="T30" fmla="*/ 92 w 184"/>
                <a:gd name="T31" fmla="*/ 0 h 184"/>
                <a:gd name="T32" fmla="*/ 0 w 184"/>
                <a:gd name="T33" fmla="*/ 92 h 184"/>
                <a:gd name="T34" fmla="*/ 92 w 184"/>
                <a:gd name="T35" fmla="*/ 184 h 184"/>
                <a:gd name="T36" fmla="*/ 92 w 184"/>
                <a:gd name="T37" fmla="*/ 184 h 184"/>
                <a:gd name="T38" fmla="*/ 92 w 184"/>
                <a:gd name="T39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4" h="184">
                  <a:moveTo>
                    <a:pt x="92" y="184"/>
                  </a:moveTo>
                  <a:cubicBezTo>
                    <a:pt x="143" y="184"/>
                    <a:pt x="184" y="143"/>
                    <a:pt x="184" y="92"/>
                  </a:cubicBezTo>
                  <a:cubicBezTo>
                    <a:pt x="184" y="76"/>
                    <a:pt x="180" y="62"/>
                    <a:pt x="173" y="49"/>
                  </a:cubicBezTo>
                  <a:cubicBezTo>
                    <a:pt x="172" y="49"/>
                    <a:pt x="172" y="49"/>
                    <a:pt x="171" y="49"/>
                  </a:cubicBezTo>
                  <a:cubicBezTo>
                    <a:pt x="170" y="49"/>
                    <a:pt x="170" y="49"/>
                    <a:pt x="170" y="49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49" y="56"/>
                    <a:pt x="149" y="56"/>
                    <a:pt x="149" y="56"/>
                  </a:cubicBezTo>
                  <a:cubicBezTo>
                    <a:pt x="156" y="67"/>
                    <a:pt x="160" y="79"/>
                    <a:pt x="160" y="92"/>
                  </a:cubicBezTo>
                  <a:cubicBezTo>
                    <a:pt x="160" y="129"/>
                    <a:pt x="129" y="160"/>
                    <a:pt x="92" y="160"/>
                  </a:cubicBezTo>
                  <a:cubicBezTo>
                    <a:pt x="55" y="160"/>
                    <a:pt x="24" y="129"/>
                    <a:pt x="24" y="92"/>
                  </a:cubicBezTo>
                  <a:cubicBezTo>
                    <a:pt x="24" y="55"/>
                    <a:pt x="55" y="24"/>
                    <a:pt x="92" y="24"/>
                  </a:cubicBezTo>
                  <a:cubicBezTo>
                    <a:pt x="105" y="24"/>
                    <a:pt x="117" y="28"/>
                    <a:pt x="128" y="35"/>
                  </a:cubicBezTo>
                  <a:cubicBezTo>
                    <a:pt x="135" y="27"/>
                    <a:pt x="135" y="27"/>
                    <a:pt x="135" y="27"/>
                  </a:cubicBezTo>
                  <a:cubicBezTo>
                    <a:pt x="134" y="14"/>
                    <a:pt x="134" y="14"/>
                    <a:pt x="134" y="14"/>
                  </a:cubicBezTo>
                  <a:cubicBezTo>
                    <a:pt x="134" y="12"/>
                    <a:pt x="134" y="11"/>
                    <a:pt x="134" y="10"/>
                  </a:cubicBezTo>
                  <a:cubicBezTo>
                    <a:pt x="122" y="4"/>
                    <a:pt x="107" y="0"/>
                    <a:pt x="92" y="0"/>
                  </a:cubicBez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lose/>
                  <a:moveTo>
                    <a:pt x="92" y="184"/>
                  </a:moveTo>
                  <a:cubicBezTo>
                    <a:pt x="92" y="184"/>
                    <a:pt x="92" y="184"/>
                    <a:pt x="92" y="184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6" name="Freeform 51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8703" y="6689"/>
              <a:ext cx="219" cy="219"/>
            </a:xfrm>
            <a:custGeom>
              <a:avLst/>
              <a:gdLst>
                <a:gd name="T0" fmla="*/ 45 w 90"/>
                <a:gd name="T1" fmla="*/ 21 h 90"/>
                <a:gd name="T2" fmla="*/ 47 w 90"/>
                <a:gd name="T3" fmla="*/ 21 h 90"/>
                <a:gd name="T4" fmla="*/ 64 w 90"/>
                <a:gd name="T5" fmla="*/ 4 h 90"/>
                <a:gd name="T6" fmla="*/ 64 w 90"/>
                <a:gd name="T7" fmla="*/ 4 h 90"/>
                <a:gd name="T8" fmla="*/ 45 w 90"/>
                <a:gd name="T9" fmla="*/ 0 h 90"/>
                <a:gd name="T10" fmla="*/ 0 w 90"/>
                <a:gd name="T11" fmla="*/ 45 h 90"/>
                <a:gd name="T12" fmla="*/ 45 w 90"/>
                <a:gd name="T13" fmla="*/ 90 h 90"/>
                <a:gd name="T14" fmla="*/ 90 w 90"/>
                <a:gd name="T15" fmla="*/ 45 h 90"/>
                <a:gd name="T16" fmla="*/ 86 w 90"/>
                <a:gd name="T17" fmla="*/ 26 h 90"/>
                <a:gd name="T18" fmla="*/ 86 w 90"/>
                <a:gd name="T19" fmla="*/ 26 h 90"/>
                <a:gd name="T20" fmla="*/ 69 w 90"/>
                <a:gd name="T21" fmla="*/ 43 h 90"/>
                <a:gd name="T22" fmla="*/ 69 w 90"/>
                <a:gd name="T23" fmla="*/ 45 h 90"/>
                <a:gd name="T24" fmla="*/ 45 w 90"/>
                <a:gd name="T25" fmla="*/ 69 h 90"/>
                <a:gd name="T26" fmla="*/ 21 w 90"/>
                <a:gd name="T27" fmla="*/ 45 h 90"/>
                <a:gd name="T28" fmla="*/ 45 w 90"/>
                <a:gd name="T29" fmla="*/ 21 h 90"/>
                <a:gd name="T30" fmla="*/ 45 w 90"/>
                <a:gd name="T31" fmla="*/ 21 h 90"/>
                <a:gd name="T32" fmla="*/ 45 w 90"/>
                <a:gd name="T33" fmla="*/ 21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0" h="90">
                  <a:moveTo>
                    <a:pt x="45" y="21"/>
                  </a:moveTo>
                  <a:cubicBezTo>
                    <a:pt x="46" y="21"/>
                    <a:pt x="46" y="21"/>
                    <a:pt x="47" y="21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58" y="1"/>
                    <a:pt x="52" y="0"/>
                    <a:pt x="45" y="0"/>
                  </a:cubicBezTo>
                  <a:cubicBezTo>
                    <a:pt x="20" y="0"/>
                    <a:pt x="0" y="20"/>
                    <a:pt x="0" y="45"/>
                  </a:cubicBezTo>
                  <a:cubicBezTo>
                    <a:pt x="0" y="70"/>
                    <a:pt x="20" y="90"/>
                    <a:pt x="45" y="90"/>
                  </a:cubicBezTo>
                  <a:cubicBezTo>
                    <a:pt x="70" y="90"/>
                    <a:pt x="90" y="70"/>
                    <a:pt x="90" y="45"/>
                  </a:cubicBezTo>
                  <a:cubicBezTo>
                    <a:pt x="90" y="38"/>
                    <a:pt x="89" y="32"/>
                    <a:pt x="86" y="26"/>
                  </a:cubicBezTo>
                  <a:cubicBezTo>
                    <a:pt x="86" y="26"/>
                    <a:pt x="86" y="26"/>
                    <a:pt x="86" y="26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69" y="44"/>
                    <a:pt x="69" y="44"/>
                    <a:pt x="69" y="45"/>
                  </a:cubicBezTo>
                  <a:cubicBezTo>
                    <a:pt x="69" y="58"/>
                    <a:pt x="58" y="69"/>
                    <a:pt x="45" y="69"/>
                  </a:cubicBezTo>
                  <a:cubicBezTo>
                    <a:pt x="32" y="69"/>
                    <a:pt x="21" y="58"/>
                    <a:pt x="21" y="45"/>
                  </a:cubicBezTo>
                  <a:cubicBezTo>
                    <a:pt x="21" y="32"/>
                    <a:pt x="32" y="21"/>
                    <a:pt x="45" y="21"/>
                  </a:cubicBezTo>
                  <a:close/>
                  <a:moveTo>
                    <a:pt x="45" y="21"/>
                  </a:moveTo>
                  <a:cubicBezTo>
                    <a:pt x="45" y="21"/>
                    <a:pt x="45" y="21"/>
                    <a:pt x="45" y="21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7" name="Freeform 52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8834" y="6529"/>
              <a:ext cx="248" cy="248"/>
            </a:xfrm>
            <a:custGeom>
              <a:avLst/>
              <a:gdLst>
                <a:gd name="T0" fmla="*/ 86 w 102"/>
                <a:gd name="T1" fmla="*/ 28 h 102"/>
                <a:gd name="T2" fmla="*/ 91 w 102"/>
                <a:gd name="T3" fmla="*/ 23 h 102"/>
                <a:gd name="T4" fmla="*/ 91 w 102"/>
                <a:gd name="T5" fmla="*/ 14 h 102"/>
                <a:gd name="T6" fmla="*/ 87 w 102"/>
                <a:gd name="T7" fmla="*/ 11 h 102"/>
                <a:gd name="T8" fmla="*/ 83 w 102"/>
                <a:gd name="T9" fmla="*/ 9 h 102"/>
                <a:gd name="T10" fmla="*/ 79 w 102"/>
                <a:gd name="T11" fmla="*/ 11 h 102"/>
                <a:gd name="T12" fmla="*/ 74 w 102"/>
                <a:gd name="T13" fmla="*/ 17 h 102"/>
                <a:gd name="T14" fmla="*/ 72 w 102"/>
                <a:gd name="T15" fmla="*/ 2 h 102"/>
                <a:gd name="T16" fmla="*/ 70 w 102"/>
                <a:gd name="T17" fmla="*/ 0 h 102"/>
                <a:gd name="T18" fmla="*/ 69 w 102"/>
                <a:gd name="T19" fmla="*/ 0 h 102"/>
                <a:gd name="T20" fmla="*/ 47 w 102"/>
                <a:gd name="T21" fmla="*/ 23 h 102"/>
                <a:gd name="T22" fmla="*/ 44 w 102"/>
                <a:gd name="T23" fmla="*/ 30 h 102"/>
                <a:gd name="T24" fmla="*/ 44 w 102"/>
                <a:gd name="T25" fmla="*/ 31 h 102"/>
                <a:gd name="T26" fmla="*/ 45 w 102"/>
                <a:gd name="T27" fmla="*/ 45 h 102"/>
                <a:gd name="T28" fmla="*/ 37 w 102"/>
                <a:gd name="T29" fmla="*/ 53 h 102"/>
                <a:gd name="T30" fmla="*/ 22 w 102"/>
                <a:gd name="T31" fmla="*/ 68 h 102"/>
                <a:gd name="T32" fmla="*/ 22 w 102"/>
                <a:gd name="T33" fmla="*/ 68 h 102"/>
                <a:gd name="T34" fmla="*/ 8 w 102"/>
                <a:gd name="T35" fmla="*/ 82 h 102"/>
                <a:gd name="T36" fmla="*/ 2 w 102"/>
                <a:gd name="T37" fmla="*/ 89 h 102"/>
                <a:gd name="T38" fmla="*/ 0 w 102"/>
                <a:gd name="T39" fmla="*/ 92 h 102"/>
                <a:gd name="T40" fmla="*/ 0 w 102"/>
                <a:gd name="T41" fmla="*/ 97 h 102"/>
                <a:gd name="T42" fmla="*/ 5 w 102"/>
                <a:gd name="T43" fmla="*/ 102 h 102"/>
                <a:gd name="T44" fmla="*/ 5 w 102"/>
                <a:gd name="T45" fmla="*/ 102 h 102"/>
                <a:gd name="T46" fmla="*/ 10 w 102"/>
                <a:gd name="T47" fmla="*/ 102 h 102"/>
                <a:gd name="T48" fmla="*/ 13 w 102"/>
                <a:gd name="T49" fmla="*/ 100 h 102"/>
                <a:gd name="T50" fmla="*/ 57 w 102"/>
                <a:gd name="T51" fmla="*/ 56 h 102"/>
                <a:gd name="T52" fmla="*/ 70 w 102"/>
                <a:gd name="T53" fmla="*/ 57 h 102"/>
                <a:gd name="T54" fmla="*/ 71 w 102"/>
                <a:gd name="T55" fmla="*/ 57 h 102"/>
                <a:gd name="T56" fmla="*/ 71 w 102"/>
                <a:gd name="T57" fmla="*/ 57 h 102"/>
                <a:gd name="T58" fmla="*/ 78 w 102"/>
                <a:gd name="T59" fmla="*/ 54 h 102"/>
                <a:gd name="T60" fmla="*/ 101 w 102"/>
                <a:gd name="T61" fmla="*/ 32 h 102"/>
                <a:gd name="T62" fmla="*/ 100 w 102"/>
                <a:gd name="T63" fmla="*/ 29 h 102"/>
                <a:gd name="T64" fmla="*/ 86 w 102"/>
                <a:gd name="T65" fmla="*/ 28 h 102"/>
                <a:gd name="T66" fmla="*/ 86 w 102"/>
                <a:gd name="T67" fmla="*/ 28 h 102"/>
                <a:gd name="T68" fmla="*/ 86 w 102"/>
                <a:gd name="T69" fmla="*/ 28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2" h="102">
                  <a:moveTo>
                    <a:pt x="86" y="28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3" y="20"/>
                    <a:pt x="93" y="17"/>
                    <a:pt x="91" y="14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0"/>
                    <a:pt x="85" y="9"/>
                    <a:pt x="83" y="9"/>
                  </a:cubicBezTo>
                  <a:cubicBezTo>
                    <a:pt x="82" y="9"/>
                    <a:pt x="80" y="10"/>
                    <a:pt x="79" y="11"/>
                  </a:cubicBezTo>
                  <a:cubicBezTo>
                    <a:pt x="74" y="17"/>
                    <a:pt x="74" y="17"/>
                    <a:pt x="74" y="17"/>
                  </a:cubicBezTo>
                  <a:cubicBezTo>
                    <a:pt x="72" y="2"/>
                    <a:pt x="72" y="2"/>
                    <a:pt x="72" y="2"/>
                  </a:cubicBezTo>
                  <a:cubicBezTo>
                    <a:pt x="72" y="0"/>
                    <a:pt x="71" y="0"/>
                    <a:pt x="70" y="0"/>
                  </a:cubicBezTo>
                  <a:cubicBezTo>
                    <a:pt x="70" y="0"/>
                    <a:pt x="69" y="0"/>
                    <a:pt x="69" y="0"/>
                  </a:cubicBezTo>
                  <a:cubicBezTo>
                    <a:pt x="47" y="23"/>
                    <a:pt x="47" y="23"/>
                    <a:pt x="47" y="23"/>
                  </a:cubicBezTo>
                  <a:cubicBezTo>
                    <a:pt x="45" y="25"/>
                    <a:pt x="44" y="28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2" y="89"/>
                    <a:pt x="2" y="89"/>
                    <a:pt x="2" y="89"/>
                  </a:cubicBezTo>
                  <a:cubicBezTo>
                    <a:pt x="1" y="90"/>
                    <a:pt x="0" y="91"/>
                    <a:pt x="0" y="92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0"/>
                    <a:pt x="2" y="102"/>
                    <a:pt x="5" y="102"/>
                  </a:cubicBezTo>
                  <a:cubicBezTo>
                    <a:pt x="5" y="102"/>
                    <a:pt x="5" y="102"/>
                    <a:pt x="5" y="102"/>
                  </a:cubicBezTo>
                  <a:cubicBezTo>
                    <a:pt x="10" y="102"/>
                    <a:pt x="10" y="102"/>
                    <a:pt x="10" y="102"/>
                  </a:cubicBezTo>
                  <a:cubicBezTo>
                    <a:pt x="11" y="102"/>
                    <a:pt x="12" y="101"/>
                    <a:pt x="13" y="100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4" y="57"/>
                    <a:pt x="77" y="56"/>
                    <a:pt x="78" y="54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2" y="31"/>
                    <a:pt x="101" y="29"/>
                    <a:pt x="100" y="29"/>
                  </a:cubicBezTo>
                  <a:lnTo>
                    <a:pt x="86" y="28"/>
                  </a:lnTo>
                  <a:close/>
                  <a:moveTo>
                    <a:pt x="86" y="28"/>
                  </a:moveTo>
                  <a:cubicBezTo>
                    <a:pt x="86" y="28"/>
                    <a:pt x="86" y="28"/>
                    <a:pt x="86" y="28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23" name="TextBox 14"/>
            <p:cNvSpPr txBox="1"/>
            <p:nvPr/>
          </p:nvSpPr>
          <p:spPr>
            <a:xfrm>
              <a:off x="10355" y="6321"/>
              <a:ext cx="4847" cy="8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anose="020B0503020204020204" pitchFamily="34" charset="-122"/>
                </a:rPr>
                <a:t>阻塞与非阻塞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9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0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íşļïḍê"/>
          <p:cNvSpPr/>
          <p:nvPr>
            <p:custDataLst>
              <p:tags r:id="rId11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ïṡḷîḓê"/>
          <p:cNvSpPr/>
          <p:nvPr>
            <p:custDataLst>
              <p:tags r:id="rId12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íśḻîḑe"/>
          <p:cNvSpPr/>
          <p:nvPr>
            <p:custDataLst>
              <p:tags r:id="rId13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iḑé"/>
          <p:cNvSpPr/>
          <p:nvPr>
            <p:custDataLst>
              <p:tags r:id="rId14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îšľïḑé"/>
          <p:cNvSpPr/>
          <p:nvPr>
            <p:custDataLst>
              <p:tags r:id="rId15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ïṧḻïḍè"/>
          <p:cNvSpPr/>
          <p:nvPr>
            <p:custDataLst>
              <p:tags r:id="rId16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îSļîḍè"/>
          <p:cNvSpPr/>
          <p:nvPr>
            <p:custDataLst>
              <p:tags r:id="rId17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îsḷîḋè"/>
          <p:cNvSpPr/>
          <p:nvPr>
            <p:custDataLst>
              <p:tags r:id="rId18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išľíḍè"/>
          <p:cNvSpPr/>
          <p:nvPr>
            <p:custDataLst>
              <p:tags r:id="rId19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iŝḷiḓê"/>
          <p:cNvSpPr/>
          <p:nvPr>
            <p:custDataLst>
              <p:tags r:id="rId20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iṡḷíďé"/>
          <p:cNvSpPr/>
          <p:nvPr>
            <p:custDataLst>
              <p:tags r:id="rId21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îşļíḑè"/>
          <p:cNvSpPr/>
          <p:nvPr>
            <p:custDataLst>
              <p:tags r:id="rId22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ïşļiḑé"/>
          <p:cNvSpPr/>
          <p:nvPr>
            <p:custDataLst>
              <p:tags r:id="rId23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îśļiḓè"/>
          <p:cNvSpPr/>
          <p:nvPr>
            <p:custDataLst>
              <p:tags r:id="rId24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îṡlíḍê"/>
          <p:cNvSpPr/>
          <p:nvPr>
            <p:custDataLst>
              <p:tags r:id="rId25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íṥ1ïḍe"/>
          <p:cNvSpPr/>
          <p:nvPr>
            <p:custDataLst>
              <p:tags r:id="rId26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îślïḋe"/>
          <p:cNvSpPr/>
          <p:nvPr>
            <p:custDataLst>
              <p:tags r:id="rId27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ïşḷiḍè"/>
          <p:cNvSpPr/>
          <p:nvPr>
            <p:custDataLst>
              <p:tags r:id="rId28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îŝḻiḍê"/>
          <p:cNvSpPr/>
          <p:nvPr>
            <p:custDataLst>
              <p:tags r:id="rId29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îṧḻíḋè"/>
          <p:cNvSpPr/>
          <p:nvPr>
            <p:custDataLst>
              <p:tags r:id="rId30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iṡļïḍé"/>
          <p:cNvSpPr/>
          <p:nvPr>
            <p:custDataLst>
              <p:tags r:id="rId31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î$1ïḓè"/>
          <p:cNvSpPr/>
          <p:nvPr>
            <p:custDataLst>
              <p:tags r:id="rId32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iṩ1iḍe"/>
          <p:cNvSpPr/>
          <p:nvPr>
            <p:custDataLst>
              <p:tags r:id="rId33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ïṡļidê"/>
          <p:cNvSpPr/>
          <p:nvPr>
            <p:custDataLst>
              <p:tags r:id="rId34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íšľíḑé"/>
          <p:cNvSpPr/>
          <p:nvPr>
            <p:custDataLst>
              <p:tags r:id="rId35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šlíḑe"/>
          <p:cNvSpPr/>
          <p:nvPr>
            <p:custDataLst>
              <p:tags r:id="rId36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ïṥlîḋè"/>
          <p:cNvSpPr/>
          <p:nvPr>
            <p:custDataLst>
              <p:tags r:id="rId37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ŝḻïḍé"/>
          <p:cNvSpPr/>
          <p:nvPr>
            <p:custDataLst>
              <p:tags r:id="rId38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íṧḻiḑé"/>
          <p:cNvSpPr/>
          <p:nvPr>
            <p:custDataLst>
              <p:tags r:id="rId39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šḻiḑè"/>
          <p:cNvSpPr/>
          <p:nvPr>
            <p:custDataLst>
              <p:tags r:id="rId40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ïṡlíḑe"/>
          <p:cNvSpPr/>
          <p:nvPr>
            <p:custDataLst>
              <p:tags r:id="rId41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iṥlïdê"/>
          <p:cNvSpPr/>
          <p:nvPr>
            <p:custDataLst>
              <p:tags r:id="rId42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4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谢谢观看</a:t>
            </a:r>
            <a:endParaRPr lang="zh-CN" altLang="en-US" sz="9600" strike="noStrike" baseline="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SLIDE_BACKGROUND_TYPE" val="general"/>
</p:tagLst>
</file>

<file path=ppt/tags/tag605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6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191730_6*l_h_i*1_1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8dbdec548ca54155b23241aead9cdae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697.3823622047244}"/>
</p:tagLst>
</file>

<file path=ppt/tags/tag60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20191730_6*l_h_a*1_1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a3153d1f7d834473b98d1cf05086387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697.3823622047244}"/>
</p:tagLst>
</file>

<file path=ppt/tags/tag6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191730_6*l_h_i*1_2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25dee513c82d47458b20716b58f29b1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697.3823622047244}"/>
</p:tagLst>
</file>

<file path=ppt/tags/tag60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20191730_6*l_h_a*1_2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33bd53c225b9469eaf5acbd6f2fc988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697.3823622047244}"/>
</p:tagLst>
</file>

<file path=ppt/tags/tag610.xml><?xml version="1.0" encoding="utf-8"?>
<p:tagLst xmlns:p="http://schemas.openxmlformats.org/presentationml/2006/main">
  <p:tag name="KSO_WM_SLIDE_ID" val="custom20191730_6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6"/>
  <p:tag name="KSO_WM_SLIDE_INDEX" val="6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16.xml><?xml version="1.0" encoding="utf-8"?>
<p:tagLst xmlns:p="http://schemas.openxmlformats.org/presentationml/2006/main">
  <p:tag name="KSO_WM_UNIT_TEXT_FILL_FORE_SCHEMECOLOR_INDEX_BRIGHTNESS" val="-0.5"/>
  <p:tag name="KSO_WM_UNIT_TEXT_FILL_FORE_SCHEMECOLOR_INDEX" val="14"/>
  <p:tag name="KSO_WM_UNIT_TEXT_FILL_TYPE" val="1"/>
</p:tagLst>
</file>

<file path=ppt/tags/tag617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1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2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2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2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2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2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2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2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2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2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3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3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635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36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637.xml><?xml version="1.0" encoding="utf-8"?>
<p:tagLst xmlns:p="http://schemas.openxmlformats.org/presentationml/2006/main">
  <p:tag name="KSO_WM_SLIDE_BACKGROUND_TYPE" val="general"/>
</p:tagLst>
</file>

<file path=ppt/tags/tag6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4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4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4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5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SLIDE_BACKGROUND_TYPE" val="general"/>
</p:tagLst>
</file>

<file path=ppt/tags/tag6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LINE_FORE_SCHEMECOLOR_INDEX_BRIGHTNESS" val="-0.7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6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6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7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68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669.xml><?xml version="1.0" encoding="utf-8"?>
<p:tagLst xmlns:p="http://schemas.openxmlformats.org/presentationml/2006/main">
  <p:tag name="KSO_WM_SLIDE_BACKGROUND_TYPE" val="general"/>
</p:tagLst>
</file>

<file path=ppt/tags/tag6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8.xml><?xml version="1.0" encoding="utf-8"?>
<p:tagLst xmlns:p="http://schemas.openxmlformats.org/presentationml/2006/main">
  <p:tag name="KSO_WM_SLIDE_BACKGROUND_TYPE" val="general"/>
</p:tagLst>
</file>

<file path=ppt/tags/tag6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1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68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9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90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691.xml><?xml version="1.0" encoding="utf-8"?>
<p:tagLst xmlns:p="http://schemas.openxmlformats.org/presentationml/2006/main">
  <p:tag name="KSO_WM_SLIDE_BACKGROUND_TYPE" val="general"/>
</p:tagLst>
</file>

<file path=ppt/tags/tag6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4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69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9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9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0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1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5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16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717.xml><?xml version="1.0" encoding="utf-8"?>
<p:tagLst xmlns:p="http://schemas.openxmlformats.org/presentationml/2006/main">
  <p:tag name="KSO_WM_SLIDE_BACKGROUND_TYPE" val="general"/>
</p:tagLst>
</file>

<file path=ppt/tags/tag7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2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2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2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2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2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2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2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28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29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30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3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3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3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3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3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3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3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3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3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4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4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4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4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4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4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4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4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4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4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5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5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5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5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54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55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56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57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58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59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60.xml><?xml version="1.0" encoding="utf-8"?>
<p:tagLst xmlns:p="http://schemas.openxmlformats.org/presentationml/2006/main">
  <p:tag name="KSO_WM_SLIDE_BACKGROUND_TYPE" val="general"/>
</p:tagLst>
</file>

<file path=ppt/tags/tag761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762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763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NjU0YmZmZGQ0MTcwNTc4ZWE1ZDViYWJhNTMzYzVhMDg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1490</Words>
  <Application>WPS 演示</Application>
  <PresentationFormat>宽屏</PresentationFormat>
  <Paragraphs>165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Calibri</vt:lpstr>
      <vt:lpstr>等线</vt:lpstr>
      <vt:lpstr>Arial Unicode MS</vt:lpstr>
      <vt:lpstr>黑体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Huaiy虞</cp:lastModifiedBy>
  <cp:revision>349</cp:revision>
  <dcterms:created xsi:type="dcterms:W3CDTF">2020-10-23T09:50:00Z</dcterms:created>
  <dcterms:modified xsi:type="dcterms:W3CDTF">2024-05-25T04:49:51Z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BE74E5958D494108A92EA10AEDA54AD1</vt:lpwstr>
  </property>
  <property fmtid="{D5CDD505-2E9C-101B-9397-08002B2CF9AE}" pid="3" name="KSOProductBuildVer">
    <vt:lpwstr>2052-12.1.0.16929</vt:lpwstr>
  </property>
</Properties>
</file>