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9" r:id="rId10"/>
    <p:sldId id="458" r:id="rId11"/>
    <p:sldId id="447" r:id="rId12"/>
    <p:sldId id="451" r:id="rId13"/>
    <p:sldId id="452" r:id="rId14"/>
    <p:sldId id="453" r:id="rId15"/>
    <p:sldId id="454" r:id="rId16"/>
    <p:sldId id="456" r:id="rId17"/>
    <p:sldId id="457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33"/>
    <a:srgbClr val="4C944C"/>
    <a:srgbClr val="0070C0"/>
    <a:srgbClr val="AFABAB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195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835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9" Type="http://schemas.openxmlformats.org/officeDocument/2006/relationships/notesSlide" Target="../notesSlides/notesSlide2.xml"/><Relationship Id="rId78" Type="http://schemas.openxmlformats.org/officeDocument/2006/relationships/slideLayout" Target="../slideLayouts/slideLayout11.xml"/><Relationship Id="rId77" Type="http://schemas.openxmlformats.org/officeDocument/2006/relationships/tags" Target="../tags/tag662.xml"/><Relationship Id="rId76" Type="http://schemas.openxmlformats.org/officeDocument/2006/relationships/image" Target="../media/image6.png"/><Relationship Id="rId75" Type="http://schemas.openxmlformats.org/officeDocument/2006/relationships/image" Target="../media/image5.jpeg"/><Relationship Id="rId74" Type="http://schemas.openxmlformats.org/officeDocument/2006/relationships/image" Target="../media/image4.jpeg"/><Relationship Id="rId73" Type="http://schemas.openxmlformats.org/officeDocument/2006/relationships/image" Target="../media/image3.jpeg"/><Relationship Id="rId72" Type="http://schemas.openxmlformats.org/officeDocument/2006/relationships/image" Target="../media/image2.png"/><Relationship Id="rId71" Type="http://schemas.openxmlformats.org/officeDocument/2006/relationships/tags" Target="../tags/tag661.xml"/><Relationship Id="rId70" Type="http://schemas.openxmlformats.org/officeDocument/2006/relationships/image" Target="../media/image1.png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0.xml"/><Relationship Id="rId7" Type="http://schemas.openxmlformats.org/officeDocument/2006/relationships/tags" Target="../tags/tag669.xml"/><Relationship Id="rId6" Type="http://schemas.openxmlformats.org/officeDocument/2006/relationships/tags" Target="../tags/tag668.xml"/><Relationship Id="rId5" Type="http://schemas.openxmlformats.org/officeDocument/2006/relationships/tags" Target="../tags/tag667.xml"/><Relationship Id="rId4" Type="http://schemas.openxmlformats.org/officeDocument/2006/relationships/tags" Target="../tags/tag666.xml"/><Relationship Id="rId3" Type="http://schemas.openxmlformats.org/officeDocument/2006/relationships/tags" Target="../tags/tag665.xml"/><Relationship Id="rId2" Type="http://schemas.openxmlformats.org/officeDocument/2006/relationships/tags" Target="../tags/tag664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676.xml"/><Relationship Id="rId6" Type="http://schemas.openxmlformats.org/officeDocument/2006/relationships/image" Target="../media/image2.png"/><Relationship Id="rId5" Type="http://schemas.openxmlformats.org/officeDocument/2006/relationships/tags" Target="../tags/tag675.xml"/><Relationship Id="rId4" Type="http://schemas.openxmlformats.org/officeDocument/2006/relationships/tags" Target="../tags/tag674.xml"/><Relationship Id="rId3" Type="http://schemas.openxmlformats.org/officeDocument/2006/relationships/tags" Target="../tags/tag673.xml"/><Relationship Id="rId2" Type="http://schemas.openxmlformats.org/officeDocument/2006/relationships/tags" Target="../tags/tag672.xml"/><Relationship Id="rId1" Type="http://schemas.openxmlformats.org/officeDocument/2006/relationships/tags" Target="../tags/tag67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5.xml"/><Relationship Id="rId8" Type="http://schemas.openxmlformats.org/officeDocument/2006/relationships/tags" Target="../tags/tag684.xml"/><Relationship Id="rId7" Type="http://schemas.openxmlformats.org/officeDocument/2006/relationships/tags" Target="../tags/tag683.xml"/><Relationship Id="rId6" Type="http://schemas.openxmlformats.org/officeDocument/2006/relationships/tags" Target="../tags/tag682.xml"/><Relationship Id="rId5" Type="http://schemas.openxmlformats.org/officeDocument/2006/relationships/tags" Target="../tags/tag681.xml"/><Relationship Id="rId4" Type="http://schemas.openxmlformats.org/officeDocument/2006/relationships/tags" Target="../tags/tag680.xml"/><Relationship Id="rId3" Type="http://schemas.openxmlformats.org/officeDocument/2006/relationships/tags" Target="../tags/tag679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696.xml"/><Relationship Id="rId20" Type="http://schemas.openxmlformats.org/officeDocument/2006/relationships/tags" Target="../tags/tag695.xml"/><Relationship Id="rId2" Type="http://schemas.openxmlformats.org/officeDocument/2006/relationships/tags" Target="../tags/tag678.xml"/><Relationship Id="rId19" Type="http://schemas.openxmlformats.org/officeDocument/2006/relationships/tags" Target="../tags/tag694.xml"/><Relationship Id="rId18" Type="http://schemas.openxmlformats.org/officeDocument/2006/relationships/tags" Target="../tags/tag693.xml"/><Relationship Id="rId17" Type="http://schemas.openxmlformats.org/officeDocument/2006/relationships/tags" Target="../tags/tag692.xml"/><Relationship Id="rId16" Type="http://schemas.openxmlformats.org/officeDocument/2006/relationships/image" Target="../media/image7.png"/><Relationship Id="rId15" Type="http://schemas.openxmlformats.org/officeDocument/2006/relationships/tags" Target="../tags/tag691.xml"/><Relationship Id="rId14" Type="http://schemas.openxmlformats.org/officeDocument/2006/relationships/tags" Target="../tags/tag690.xml"/><Relationship Id="rId13" Type="http://schemas.openxmlformats.org/officeDocument/2006/relationships/tags" Target="../tags/tag689.xml"/><Relationship Id="rId12" Type="http://schemas.openxmlformats.org/officeDocument/2006/relationships/tags" Target="../tags/tag688.xml"/><Relationship Id="rId11" Type="http://schemas.openxmlformats.org/officeDocument/2006/relationships/tags" Target="../tags/tag687.xml"/><Relationship Id="rId10" Type="http://schemas.openxmlformats.org/officeDocument/2006/relationships/tags" Target="../tags/tag686.xml"/><Relationship Id="rId1" Type="http://schemas.openxmlformats.org/officeDocument/2006/relationships/tags" Target="../tags/tag67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02.xml"/><Relationship Id="rId6" Type="http://schemas.openxmlformats.org/officeDocument/2006/relationships/tags" Target="../tags/tag701.xml"/><Relationship Id="rId5" Type="http://schemas.openxmlformats.org/officeDocument/2006/relationships/image" Target="../media/image8.png"/><Relationship Id="rId4" Type="http://schemas.openxmlformats.org/officeDocument/2006/relationships/tags" Target="../tags/tag700.xml"/><Relationship Id="rId3" Type="http://schemas.openxmlformats.org/officeDocument/2006/relationships/tags" Target="../tags/tag699.xml"/><Relationship Id="rId2" Type="http://schemas.openxmlformats.org/officeDocument/2006/relationships/tags" Target="../tags/tag698.xml"/><Relationship Id="rId1" Type="http://schemas.openxmlformats.org/officeDocument/2006/relationships/tags" Target="../tags/tag69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1.xml"/><Relationship Id="rId8" Type="http://schemas.openxmlformats.org/officeDocument/2006/relationships/tags" Target="../tags/tag710.xml"/><Relationship Id="rId7" Type="http://schemas.openxmlformats.org/officeDocument/2006/relationships/tags" Target="../tags/tag709.xml"/><Relationship Id="rId6" Type="http://schemas.openxmlformats.org/officeDocument/2006/relationships/tags" Target="../tags/tag708.xml"/><Relationship Id="rId5" Type="http://schemas.openxmlformats.org/officeDocument/2006/relationships/tags" Target="../tags/tag707.xml"/><Relationship Id="rId4" Type="http://schemas.openxmlformats.org/officeDocument/2006/relationships/tags" Target="../tags/tag706.xml"/><Relationship Id="rId3" Type="http://schemas.openxmlformats.org/officeDocument/2006/relationships/tags" Target="../tags/tag705.xml"/><Relationship Id="rId2" Type="http://schemas.openxmlformats.org/officeDocument/2006/relationships/tags" Target="../tags/tag704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19.xml"/><Relationship Id="rId16" Type="http://schemas.openxmlformats.org/officeDocument/2006/relationships/tags" Target="../tags/tag718.xml"/><Relationship Id="rId15" Type="http://schemas.openxmlformats.org/officeDocument/2006/relationships/tags" Target="../tags/tag717.xml"/><Relationship Id="rId14" Type="http://schemas.openxmlformats.org/officeDocument/2006/relationships/tags" Target="../tags/tag716.xml"/><Relationship Id="rId13" Type="http://schemas.openxmlformats.org/officeDocument/2006/relationships/tags" Target="../tags/tag715.xml"/><Relationship Id="rId12" Type="http://schemas.openxmlformats.org/officeDocument/2006/relationships/tags" Target="../tags/tag714.xml"/><Relationship Id="rId11" Type="http://schemas.openxmlformats.org/officeDocument/2006/relationships/tags" Target="../tags/tag713.xml"/><Relationship Id="rId10" Type="http://schemas.openxmlformats.org/officeDocument/2006/relationships/tags" Target="../tags/tag712.xml"/><Relationship Id="rId1" Type="http://schemas.openxmlformats.org/officeDocument/2006/relationships/tags" Target="../tags/tag70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7.xml"/><Relationship Id="rId8" Type="http://schemas.openxmlformats.org/officeDocument/2006/relationships/tags" Target="../tags/tag726.xml"/><Relationship Id="rId7" Type="http://schemas.openxmlformats.org/officeDocument/2006/relationships/image" Target="../media/image9.png"/><Relationship Id="rId6" Type="http://schemas.openxmlformats.org/officeDocument/2006/relationships/tags" Target="../tags/tag725.xml"/><Relationship Id="rId5" Type="http://schemas.openxmlformats.org/officeDocument/2006/relationships/tags" Target="../tags/tag724.xml"/><Relationship Id="rId4" Type="http://schemas.openxmlformats.org/officeDocument/2006/relationships/tags" Target="../tags/tag723.xml"/><Relationship Id="rId3" Type="http://schemas.openxmlformats.org/officeDocument/2006/relationships/tags" Target="../tags/tag722.xml"/><Relationship Id="rId2" Type="http://schemas.openxmlformats.org/officeDocument/2006/relationships/tags" Target="../tags/tag721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731.xml"/><Relationship Id="rId13" Type="http://schemas.openxmlformats.org/officeDocument/2006/relationships/image" Target="../media/image2.png"/><Relationship Id="rId12" Type="http://schemas.openxmlformats.org/officeDocument/2006/relationships/tags" Target="../tags/tag730.xml"/><Relationship Id="rId11" Type="http://schemas.openxmlformats.org/officeDocument/2006/relationships/tags" Target="../tags/tag729.xml"/><Relationship Id="rId10" Type="http://schemas.openxmlformats.org/officeDocument/2006/relationships/tags" Target="../tags/tag728.xml"/><Relationship Id="rId1" Type="http://schemas.openxmlformats.org/officeDocument/2006/relationships/tags" Target="../tags/tag72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40.xml"/><Relationship Id="rId8" Type="http://schemas.openxmlformats.org/officeDocument/2006/relationships/tags" Target="../tags/tag739.xml"/><Relationship Id="rId7" Type="http://schemas.openxmlformats.org/officeDocument/2006/relationships/tags" Target="../tags/tag738.xml"/><Relationship Id="rId6" Type="http://schemas.openxmlformats.org/officeDocument/2006/relationships/tags" Target="../tags/tag737.xml"/><Relationship Id="rId5" Type="http://schemas.openxmlformats.org/officeDocument/2006/relationships/tags" Target="../tags/tag736.xml"/><Relationship Id="rId4" Type="http://schemas.openxmlformats.org/officeDocument/2006/relationships/tags" Target="../tags/tag735.xml"/><Relationship Id="rId3" Type="http://schemas.openxmlformats.org/officeDocument/2006/relationships/tags" Target="../tags/tag734.xml"/><Relationship Id="rId2" Type="http://schemas.openxmlformats.org/officeDocument/2006/relationships/tags" Target="../tags/tag733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48.xml"/><Relationship Id="rId16" Type="http://schemas.openxmlformats.org/officeDocument/2006/relationships/tags" Target="../tags/tag747.xml"/><Relationship Id="rId15" Type="http://schemas.openxmlformats.org/officeDocument/2006/relationships/tags" Target="../tags/tag746.xml"/><Relationship Id="rId14" Type="http://schemas.openxmlformats.org/officeDocument/2006/relationships/tags" Target="../tags/tag745.xml"/><Relationship Id="rId13" Type="http://schemas.openxmlformats.org/officeDocument/2006/relationships/tags" Target="../tags/tag744.xml"/><Relationship Id="rId12" Type="http://schemas.openxmlformats.org/officeDocument/2006/relationships/tags" Target="../tags/tag743.xml"/><Relationship Id="rId11" Type="http://schemas.openxmlformats.org/officeDocument/2006/relationships/tags" Target="../tags/tag742.xml"/><Relationship Id="rId10" Type="http://schemas.openxmlformats.org/officeDocument/2006/relationships/tags" Target="../tags/tag741.xml"/><Relationship Id="rId1" Type="http://schemas.openxmlformats.org/officeDocument/2006/relationships/tags" Target="../tags/tag73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755.xml"/><Relationship Id="rId7" Type="http://schemas.openxmlformats.org/officeDocument/2006/relationships/tags" Target="../tags/tag754.xml"/><Relationship Id="rId6" Type="http://schemas.openxmlformats.org/officeDocument/2006/relationships/tags" Target="../tags/tag753.xml"/><Relationship Id="rId5" Type="http://schemas.openxmlformats.org/officeDocument/2006/relationships/image" Target="../media/image2.png"/><Relationship Id="rId4" Type="http://schemas.openxmlformats.org/officeDocument/2006/relationships/tags" Target="../tags/tag752.xml"/><Relationship Id="rId3" Type="http://schemas.openxmlformats.org/officeDocument/2006/relationships/tags" Target="../tags/tag751.xml"/><Relationship Id="rId2" Type="http://schemas.openxmlformats.org/officeDocument/2006/relationships/tags" Target="../tags/tag750.xml"/><Relationship Id="rId1" Type="http://schemas.openxmlformats.org/officeDocument/2006/relationships/tags" Target="../tags/tag74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64.xml"/><Relationship Id="rId8" Type="http://schemas.openxmlformats.org/officeDocument/2006/relationships/tags" Target="../tags/tag763.xml"/><Relationship Id="rId7" Type="http://schemas.openxmlformats.org/officeDocument/2006/relationships/tags" Target="../tags/tag762.xml"/><Relationship Id="rId6" Type="http://schemas.openxmlformats.org/officeDocument/2006/relationships/tags" Target="../tags/tag761.xml"/><Relationship Id="rId5" Type="http://schemas.openxmlformats.org/officeDocument/2006/relationships/tags" Target="../tags/tag760.xml"/><Relationship Id="rId4" Type="http://schemas.openxmlformats.org/officeDocument/2006/relationships/tags" Target="../tags/tag759.xml"/><Relationship Id="rId3" Type="http://schemas.openxmlformats.org/officeDocument/2006/relationships/tags" Target="../tags/tag758.xml"/><Relationship Id="rId2" Type="http://schemas.openxmlformats.org/officeDocument/2006/relationships/tags" Target="../tags/tag757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72.xml"/><Relationship Id="rId16" Type="http://schemas.openxmlformats.org/officeDocument/2006/relationships/tags" Target="../tags/tag771.xml"/><Relationship Id="rId15" Type="http://schemas.openxmlformats.org/officeDocument/2006/relationships/tags" Target="../tags/tag770.xml"/><Relationship Id="rId14" Type="http://schemas.openxmlformats.org/officeDocument/2006/relationships/tags" Target="../tags/tag769.xml"/><Relationship Id="rId13" Type="http://schemas.openxmlformats.org/officeDocument/2006/relationships/tags" Target="../tags/tag768.xml"/><Relationship Id="rId12" Type="http://schemas.openxmlformats.org/officeDocument/2006/relationships/tags" Target="../tags/tag767.xml"/><Relationship Id="rId11" Type="http://schemas.openxmlformats.org/officeDocument/2006/relationships/tags" Target="../tags/tag766.xml"/><Relationship Id="rId10" Type="http://schemas.openxmlformats.org/officeDocument/2006/relationships/tags" Target="../tags/tag765.xml"/><Relationship Id="rId1" Type="http://schemas.openxmlformats.org/officeDocument/2006/relationships/tags" Target="../tags/tag75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80.xml"/><Relationship Id="rId8" Type="http://schemas.openxmlformats.org/officeDocument/2006/relationships/tags" Target="../tags/tag779.xml"/><Relationship Id="rId7" Type="http://schemas.openxmlformats.org/officeDocument/2006/relationships/tags" Target="../tags/tag778.xml"/><Relationship Id="rId6" Type="http://schemas.openxmlformats.org/officeDocument/2006/relationships/tags" Target="../tags/tag777.xml"/><Relationship Id="rId5" Type="http://schemas.openxmlformats.org/officeDocument/2006/relationships/tags" Target="../tags/tag776.xml"/><Relationship Id="rId4" Type="http://schemas.openxmlformats.org/officeDocument/2006/relationships/tags" Target="../tags/tag775.xml"/><Relationship Id="rId3" Type="http://schemas.openxmlformats.org/officeDocument/2006/relationships/tags" Target="../tags/tag774.xml"/><Relationship Id="rId2" Type="http://schemas.openxmlformats.org/officeDocument/2006/relationships/tags" Target="../tags/tag773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785.xml"/><Relationship Id="rId13" Type="http://schemas.openxmlformats.org/officeDocument/2006/relationships/tags" Target="../tags/tag784.xml"/><Relationship Id="rId12" Type="http://schemas.openxmlformats.org/officeDocument/2006/relationships/tags" Target="../tags/tag783.xml"/><Relationship Id="rId11" Type="http://schemas.openxmlformats.org/officeDocument/2006/relationships/tags" Target="../tags/tag782.xml"/><Relationship Id="rId10" Type="http://schemas.openxmlformats.org/officeDocument/2006/relationships/tags" Target="../tags/tag78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94.xml"/><Relationship Id="rId8" Type="http://schemas.openxmlformats.org/officeDocument/2006/relationships/tags" Target="../tags/tag793.xml"/><Relationship Id="rId7" Type="http://schemas.openxmlformats.org/officeDocument/2006/relationships/tags" Target="../tags/tag792.xml"/><Relationship Id="rId6" Type="http://schemas.openxmlformats.org/officeDocument/2006/relationships/tags" Target="../tags/tag791.xml"/><Relationship Id="rId50" Type="http://schemas.openxmlformats.org/officeDocument/2006/relationships/notesSlide" Target="../notesSlides/notesSlide11.xml"/><Relationship Id="rId5" Type="http://schemas.openxmlformats.org/officeDocument/2006/relationships/tags" Target="../tags/tag790.xml"/><Relationship Id="rId49" Type="http://schemas.openxmlformats.org/officeDocument/2006/relationships/slideLayout" Target="../slideLayouts/slideLayout11.xml"/><Relationship Id="rId48" Type="http://schemas.openxmlformats.org/officeDocument/2006/relationships/tags" Target="../tags/tag832.xml"/><Relationship Id="rId47" Type="http://schemas.openxmlformats.org/officeDocument/2006/relationships/image" Target="../media/image10.png"/><Relationship Id="rId46" Type="http://schemas.openxmlformats.org/officeDocument/2006/relationships/tags" Target="../tags/tag831.xml"/><Relationship Id="rId45" Type="http://schemas.openxmlformats.org/officeDocument/2006/relationships/tags" Target="../tags/tag830.xml"/><Relationship Id="rId44" Type="http://schemas.openxmlformats.org/officeDocument/2006/relationships/tags" Target="../tags/tag829.xml"/><Relationship Id="rId43" Type="http://schemas.openxmlformats.org/officeDocument/2006/relationships/tags" Target="../tags/tag828.xml"/><Relationship Id="rId42" Type="http://schemas.openxmlformats.org/officeDocument/2006/relationships/tags" Target="../tags/tag827.xml"/><Relationship Id="rId41" Type="http://schemas.openxmlformats.org/officeDocument/2006/relationships/tags" Target="../tags/tag826.xml"/><Relationship Id="rId40" Type="http://schemas.openxmlformats.org/officeDocument/2006/relationships/tags" Target="../tags/tag825.xml"/><Relationship Id="rId4" Type="http://schemas.openxmlformats.org/officeDocument/2006/relationships/tags" Target="../tags/tag789.xml"/><Relationship Id="rId39" Type="http://schemas.openxmlformats.org/officeDocument/2006/relationships/tags" Target="../tags/tag824.xml"/><Relationship Id="rId38" Type="http://schemas.openxmlformats.org/officeDocument/2006/relationships/tags" Target="../tags/tag823.xml"/><Relationship Id="rId37" Type="http://schemas.openxmlformats.org/officeDocument/2006/relationships/tags" Target="../tags/tag822.xml"/><Relationship Id="rId36" Type="http://schemas.openxmlformats.org/officeDocument/2006/relationships/tags" Target="../tags/tag821.xml"/><Relationship Id="rId35" Type="http://schemas.openxmlformats.org/officeDocument/2006/relationships/tags" Target="../tags/tag820.xml"/><Relationship Id="rId34" Type="http://schemas.openxmlformats.org/officeDocument/2006/relationships/tags" Target="../tags/tag819.xml"/><Relationship Id="rId33" Type="http://schemas.openxmlformats.org/officeDocument/2006/relationships/tags" Target="../tags/tag818.xml"/><Relationship Id="rId32" Type="http://schemas.openxmlformats.org/officeDocument/2006/relationships/tags" Target="../tags/tag817.xml"/><Relationship Id="rId31" Type="http://schemas.openxmlformats.org/officeDocument/2006/relationships/tags" Target="../tags/tag816.xml"/><Relationship Id="rId30" Type="http://schemas.openxmlformats.org/officeDocument/2006/relationships/tags" Target="../tags/tag815.xml"/><Relationship Id="rId3" Type="http://schemas.openxmlformats.org/officeDocument/2006/relationships/tags" Target="../tags/tag788.xml"/><Relationship Id="rId29" Type="http://schemas.openxmlformats.org/officeDocument/2006/relationships/tags" Target="../tags/tag814.xml"/><Relationship Id="rId28" Type="http://schemas.openxmlformats.org/officeDocument/2006/relationships/tags" Target="../tags/tag813.xml"/><Relationship Id="rId27" Type="http://schemas.openxmlformats.org/officeDocument/2006/relationships/tags" Target="../tags/tag812.xml"/><Relationship Id="rId26" Type="http://schemas.openxmlformats.org/officeDocument/2006/relationships/tags" Target="../tags/tag811.xml"/><Relationship Id="rId25" Type="http://schemas.openxmlformats.org/officeDocument/2006/relationships/tags" Target="../tags/tag810.xml"/><Relationship Id="rId24" Type="http://schemas.openxmlformats.org/officeDocument/2006/relationships/tags" Target="../tags/tag809.xml"/><Relationship Id="rId23" Type="http://schemas.openxmlformats.org/officeDocument/2006/relationships/tags" Target="../tags/tag808.xml"/><Relationship Id="rId22" Type="http://schemas.openxmlformats.org/officeDocument/2006/relationships/tags" Target="../tags/tag807.xml"/><Relationship Id="rId21" Type="http://schemas.openxmlformats.org/officeDocument/2006/relationships/tags" Target="../tags/tag806.xml"/><Relationship Id="rId20" Type="http://schemas.openxmlformats.org/officeDocument/2006/relationships/tags" Target="../tags/tag805.xml"/><Relationship Id="rId2" Type="http://schemas.openxmlformats.org/officeDocument/2006/relationships/tags" Target="../tags/tag787.xml"/><Relationship Id="rId19" Type="http://schemas.openxmlformats.org/officeDocument/2006/relationships/tags" Target="../tags/tag804.xml"/><Relationship Id="rId18" Type="http://schemas.openxmlformats.org/officeDocument/2006/relationships/tags" Target="../tags/tag803.xml"/><Relationship Id="rId17" Type="http://schemas.openxmlformats.org/officeDocument/2006/relationships/tags" Target="../tags/tag802.xml"/><Relationship Id="rId16" Type="http://schemas.openxmlformats.org/officeDocument/2006/relationships/tags" Target="../tags/tag801.xml"/><Relationship Id="rId15" Type="http://schemas.openxmlformats.org/officeDocument/2006/relationships/tags" Target="../tags/tag800.xml"/><Relationship Id="rId14" Type="http://schemas.openxmlformats.org/officeDocument/2006/relationships/tags" Target="../tags/tag799.xml"/><Relationship Id="rId13" Type="http://schemas.openxmlformats.org/officeDocument/2006/relationships/tags" Target="../tags/tag798.xml"/><Relationship Id="rId12" Type="http://schemas.openxmlformats.org/officeDocument/2006/relationships/tags" Target="../tags/tag797.xml"/><Relationship Id="rId11" Type="http://schemas.openxmlformats.org/officeDocument/2006/relationships/tags" Target="../tags/tag796.xml"/><Relationship Id="rId10" Type="http://schemas.openxmlformats.org/officeDocument/2006/relationships/tags" Target="../tags/tag795.xml"/><Relationship Id="rId1" Type="http://schemas.openxmlformats.org/officeDocument/2006/relationships/tags" Target="../tags/tag78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34.xml"/><Relationship Id="rId1" Type="http://schemas.openxmlformats.org/officeDocument/2006/relationships/tags" Target="../tags/tag8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0780" y="2195830"/>
            <a:ext cx="1015365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商品搜索</a:t>
            </a: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功能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2" name="îşľîḋé"/>
          <p:cNvSpPr/>
          <p:nvPr>
            <p:custDataLst>
              <p:tags r:id="rId3"/>
            </p:custDataLst>
          </p:nvPr>
        </p:nvSpPr>
        <p:spPr bwMode="auto">
          <a:xfrm>
            <a:off x="1518920" y="6161405"/>
            <a:ext cx="332740" cy="52070"/>
          </a:xfrm>
          <a:prstGeom prst="ellipse">
            <a:avLst/>
          </a:prstGeom>
          <a:solidFill>
            <a:srgbClr val="D6E1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0" name="íşlíḑè"/>
          <p:cNvSpPr/>
          <p:nvPr>
            <p:custDataLst>
              <p:tags r:id="rId4"/>
            </p:custDataLst>
          </p:nvPr>
        </p:nvSpPr>
        <p:spPr bwMode="auto">
          <a:xfrm>
            <a:off x="1706880" y="6159500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19 w 121"/>
              <a:gd name="T7" fmla="*/ 32 h 59"/>
              <a:gd name="T8" fmla="*/ 52 w 121"/>
              <a:gd name="T9" fmla="*/ 55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3" y="43"/>
                  <a:pt x="19" y="32"/>
                </a:cubicBezTo>
                <a:cubicBezTo>
                  <a:pt x="25" y="22"/>
                  <a:pt x="52" y="55"/>
                  <a:pt x="52" y="55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2" name="ïŝlïḓe"/>
          <p:cNvSpPr/>
          <p:nvPr>
            <p:custDataLst>
              <p:tags r:id="rId5"/>
            </p:custDataLst>
          </p:nvPr>
        </p:nvSpPr>
        <p:spPr bwMode="auto">
          <a:xfrm>
            <a:off x="1622425" y="6158865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20 w 121"/>
              <a:gd name="T7" fmla="*/ 33 h 59"/>
              <a:gd name="T8" fmla="*/ 52 w 121"/>
              <a:gd name="T9" fmla="*/ 56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4" y="43"/>
                  <a:pt x="20" y="33"/>
                </a:cubicBezTo>
                <a:cubicBezTo>
                  <a:pt x="25" y="22"/>
                  <a:pt x="52" y="56"/>
                  <a:pt x="52" y="56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80820" y="5360670"/>
            <a:ext cx="9027160" cy="1148080"/>
            <a:chOff x="2169" y="7900"/>
            <a:chExt cx="14216" cy="1808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87" y="8165"/>
              <a:ext cx="12398" cy="1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根据用户输入的商品名关键字进行查询</a:t>
              </a:r>
              <a:r>
                <a:rPr 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，将查询结果显示在列表</a:t>
              </a:r>
              <a:r>
                <a:rPr 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中。</a:t>
              </a:r>
              <a:endParaRPr lang="zh-CN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7"/>
              </p:custDataLst>
            </p:nvPr>
          </p:nvSpPr>
          <p:spPr bwMode="auto">
            <a:xfrm>
              <a:off x="2874" y="8792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8"/>
              </p:custDataLst>
            </p:nvPr>
          </p:nvSpPr>
          <p:spPr bwMode="auto">
            <a:xfrm>
              <a:off x="2698" y="8881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9"/>
              </p:custDataLst>
            </p:nvPr>
          </p:nvSpPr>
          <p:spPr bwMode="auto">
            <a:xfrm>
              <a:off x="2886" y="8906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10"/>
              </p:custDataLst>
            </p:nvPr>
          </p:nvSpPr>
          <p:spPr bwMode="auto">
            <a:xfrm>
              <a:off x="2541" y="8959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11"/>
              </p:custDataLst>
            </p:nvPr>
          </p:nvSpPr>
          <p:spPr bwMode="auto">
            <a:xfrm>
              <a:off x="2555" y="8955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2"/>
              </p:custDataLst>
            </p:nvPr>
          </p:nvSpPr>
          <p:spPr bwMode="auto">
            <a:xfrm>
              <a:off x="2553" y="9044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3"/>
              </p:custDataLst>
            </p:nvPr>
          </p:nvSpPr>
          <p:spPr bwMode="auto">
            <a:xfrm>
              <a:off x="2543" y="9006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4"/>
              </p:custDataLst>
            </p:nvPr>
          </p:nvSpPr>
          <p:spPr bwMode="auto">
            <a:xfrm>
              <a:off x="2628" y="9280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5"/>
              </p:custDataLst>
            </p:nvPr>
          </p:nvSpPr>
          <p:spPr bwMode="auto">
            <a:xfrm>
              <a:off x="2495" y="9280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445" y="9278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466" y="9326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534" y="9338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2611" y="9338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2648" y="9326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2690" y="9314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2732" y="9293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466" y="9005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521" y="9013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2617" y="8998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2618" y="921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2624" y="924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2631" y="9277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278" y="8527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407" y="8919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520" y="8891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532" y="8887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548" y="8877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2662" y="8838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2676" y="8833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2690" y="8835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2636" y="8763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2661" y="8768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491" y="8804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517" y="8811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476" y="8755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2601" y="8706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2579" y="8894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183" y="8442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334" y="8747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272" y="8841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373" y="8875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169" y="8620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49"/>
              </p:custDataLst>
            </p:nvPr>
          </p:nvSpPr>
          <p:spPr bwMode="auto">
            <a:xfrm>
              <a:off x="3194" y="9558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0"/>
              </p:custDataLst>
            </p:nvPr>
          </p:nvSpPr>
          <p:spPr bwMode="auto">
            <a:xfrm>
              <a:off x="3412" y="7900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1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2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3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5"/>
              </p:custDataLst>
            </p:nvPr>
          </p:nvSpPr>
          <p:spPr bwMode="auto">
            <a:xfrm>
              <a:off x="3157" y="8633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6"/>
              </p:custDataLst>
            </p:nvPr>
          </p:nvSpPr>
          <p:spPr bwMode="auto">
            <a:xfrm>
              <a:off x="3162" y="8633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7"/>
              </p:custDataLst>
            </p:nvPr>
          </p:nvSpPr>
          <p:spPr bwMode="auto">
            <a:xfrm>
              <a:off x="3103" y="8301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8"/>
              </p:custDataLst>
            </p:nvPr>
          </p:nvSpPr>
          <p:spPr bwMode="auto">
            <a:xfrm>
              <a:off x="3111" y="8297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59"/>
              </p:custDataLst>
            </p:nvPr>
          </p:nvSpPr>
          <p:spPr bwMode="auto">
            <a:xfrm>
              <a:off x="3094" y="8945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0"/>
              </p:custDataLst>
            </p:nvPr>
          </p:nvSpPr>
          <p:spPr bwMode="auto">
            <a:xfrm>
              <a:off x="3100" y="8938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1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2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3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4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5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6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7"/>
              </p:custDataLst>
            </p:nvPr>
          </p:nvSpPr>
          <p:spPr bwMode="auto">
            <a:xfrm>
              <a:off x="3412" y="8517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8"/>
              </p:custDataLst>
            </p:nvPr>
          </p:nvSpPr>
          <p:spPr bwMode="auto">
            <a:xfrm>
              <a:off x="3412" y="8838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69"/>
              </p:custDataLst>
            </p:nvPr>
          </p:nvSpPr>
          <p:spPr bwMode="auto">
            <a:xfrm>
              <a:off x="3412" y="9170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96820" y="2110740"/>
            <a:ext cx="6936740" cy="2906395"/>
            <a:chOff x="3932" y="4344"/>
            <a:chExt cx="10924" cy="3119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7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623" t="1518" r="8926" b="66420"/>
            <a:stretch>
              <a:fillRect/>
            </a:stretch>
          </p:blipFill>
          <p:spPr>
            <a:xfrm>
              <a:off x="4150" y="5022"/>
              <a:ext cx="2087" cy="1549"/>
            </a:xfrm>
            <a:prstGeom prst="rect">
              <a:avLst/>
            </a:prstGeom>
          </p:spPr>
        </p:pic>
        <p:sp>
          <p:nvSpPr>
            <p:cNvPr id="19" name="矩形: 圆角 18"/>
            <p:cNvSpPr/>
            <p:nvPr>
              <p:custDataLst>
                <p:tags r:id="rId71"/>
              </p:custDataLst>
            </p:nvPr>
          </p:nvSpPr>
          <p:spPr>
            <a:xfrm>
              <a:off x="3932" y="4344"/>
              <a:ext cx="10924" cy="3119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1" name="图片 181" descr="C:/Users/TXY/Desktop/图片10.png图片10"/>
            <p:cNvPicPr>
              <a:picLocks noChangeAspect="1"/>
            </p:cNvPicPr>
            <p:nvPr/>
          </p:nvPicPr>
          <p:blipFill>
            <a:blip r:embed="rId72"/>
            <a:srcRect t="1953" b="1953"/>
            <a:stretch>
              <a:fillRect/>
            </a:stretch>
          </p:blipFill>
          <p:spPr>
            <a:xfrm>
              <a:off x="6237" y="4426"/>
              <a:ext cx="8141" cy="2945"/>
            </a:xfrm>
            <a:prstGeom prst="rect">
              <a:avLst/>
            </a:prstGeom>
            <a:blipFill dpi="0" rotWithShape="1">
              <a:blip r:embed="rId73" cstate="screen"/>
              <a:srcRect/>
              <a:stretch>
                <a:fillRect/>
              </a:stretch>
            </a:blipFill>
            <a:ln>
              <a:solidFill>
                <a:schemeClr val="accent5"/>
              </a:solidFill>
            </a:ln>
            <a:effectLst/>
          </p:spPr>
        </p:pic>
      </p:grpSp>
      <p:pic>
        <p:nvPicPr>
          <p:cNvPr id="8" name="图片 7" descr="C:/Users/TXY/Desktop/444.jpg444"/>
          <p:cNvPicPr>
            <a:picLocks noChangeAspect="1"/>
          </p:cNvPicPr>
          <p:nvPr/>
        </p:nvPicPr>
        <p:blipFill>
          <a:blip r:embed="rId74"/>
          <a:srcRect t="4265" b="4265"/>
          <a:stretch>
            <a:fillRect/>
          </a:stretch>
        </p:blipFill>
        <p:spPr>
          <a:xfrm>
            <a:off x="2635250" y="1163955"/>
            <a:ext cx="2261870" cy="859155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75"/>
          <a:srcRect r="43482" b="6838"/>
          <a:stretch>
            <a:fillRect/>
          </a:stretch>
        </p:blipFill>
        <p:spPr bwMode="auto">
          <a:xfrm>
            <a:off x="7259320" y="1163955"/>
            <a:ext cx="2024380" cy="8578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892675" y="1163955"/>
            <a:ext cx="2366645" cy="858520"/>
          </a:xfrm>
          <a:prstGeom prst="rect">
            <a:avLst/>
          </a:prstGeom>
        </p:spPr>
      </p:pic>
    </p:spTree>
    <p:custDataLst>
      <p:tags r:id="rId7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3" grpId="1" animBg="1"/>
      <p:bldP spid="8" grpId="1"/>
      <p:bldP spid="9" grpId="0" animBg="1"/>
      <p:bldP spid="10" grpId="0"/>
      <p:bldP spid="9" grpId="1" animBg="1"/>
      <p:bldP spid="10" grpId="1"/>
      <p:bldP spid="11" grpId="0" animBg="1"/>
      <p:bldP spid="12" grpId="0"/>
      <p:bldP spid="11" grpId="1" animBg="1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2119630" y="1064260"/>
            <a:ext cx="614045" cy="6140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2298065" y="122936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2837815" y="1157605"/>
            <a:ext cx="685863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中完成商品关键字搜索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功能。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C:/Users/TXY/Desktop/图片10.png图片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626870" y="1853565"/>
            <a:ext cx="8938895" cy="4937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sp>
        <p:nvSpPr>
          <p:cNvPr id="6" name="矩形 5"/>
          <p:cNvSpPr/>
          <p:nvPr/>
        </p:nvSpPr>
        <p:spPr>
          <a:xfrm>
            <a:off x="4446905" y="3481070"/>
            <a:ext cx="1429385" cy="3000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2770505" y="3303270"/>
            <a:ext cx="45802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编写路由代码</a:t>
            </a:r>
            <a:endParaRPr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圆角矩形 30"/>
          <p:cNvSpPr/>
          <p:nvPr>
            <p:custDataLst>
              <p:tags r:id="rId4"/>
            </p:custDataLst>
          </p:nvPr>
        </p:nvSpPr>
        <p:spPr>
          <a:xfrm>
            <a:off x="1898015" y="338010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"/>
            </p:custDataLst>
          </p:nvPr>
        </p:nvSpPr>
        <p:spPr>
          <a:xfrm>
            <a:off x="2770505" y="5134610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启动项目，浏览页面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8"/>
          <p:cNvSpPr/>
          <p:nvPr>
            <p:custDataLst>
              <p:tags r:id="rId6"/>
            </p:custDataLst>
          </p:nvPr>
        </p:nvSpPr>
        <p:spPr>
          <a:xfrm>
            <a:off x="1898015" y="523113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7"/>
            </p:custDataLst>
          </p:nvPr>
        </p:nvSpPr>
        <p:spPr>
          <a:xfrm>
            <a:off x="2770505" y="4218940"/>
            <a:ext cx="376936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模板引擎解析数据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3"/>
          <p:cNvSpPr/>
          <p:nvPr>
            <p:custDataLst>
              <p:tags r:id="rId8"/>
            </p:custDataLst>
          </p:nvPr>
        </p:nvSpPr>
        <p:spPr>
          <a:xfrm>
            <a:off x="1898015" y="244729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ïsľïḋé"/>
          <p:cNvCxnSpPr/>
          <p:nvPr>
            <p:custDataLst>
              <p:tags r:id="rId9"/>
            </p:custDataLst>
          </p:nvPr>
        </p:nvCxnSpPr>
        <p:spPr>
          <a:xfrm>
            <a:off x="1435735" y="163957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0"/>
            </p:custDataLst>
          </p:nvPr>
        </p:nvSpPr>
        <p:spPr>
          <a:xfrm>
            <a:off x="1363345" y="252730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1"/>
            </p:custDataLst>
          </p:nvPr>
        </p:nvSpPr>
        <p:spPr>
          <a:xfrm>
            <a:off x="1370965" y="349440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2"/>
            </p:custDataLst>
          </p:nvPr>
        </p:nvSpPr>
        <p:spPr>
          <a:xfrm>
            <a:off x="1377950" y="442214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íś1îḍé"/>
          <p:cNvSpPr/>
          <p:nvPr>
            <p:custDataLst>
              <p:tags r:id="rId13"/>
            </p:custDataLst>
          </p:nvPr>
        </p:nvSpPr>
        <p:spPr>
          <a:xfrm>
            <a:off x="1363345" y="533463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4"/>
            </p:custDataLst>
          </p:nvPr>
        </p:nvSpPr>
        <p:spPr>
          <a:xfrm>
            <a:off x="1158875" y="133921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5"/>
            </p:custDataLst>
          </p:nvPr>
        </p:nvSpPr>
        <p:spPr bwMode="auto">
          <a:xfrm>
            <a:off x="1297263" y="14940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C:/Users/TXY/Desktop/图片1.png图片1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6826250" y="200660"/>
            <a:ext cx="3433445" cy="6497955"/>
          </a:xfrm>
          <a:prstGeom prst="rect">
            <a:avLst/>
          </a:prstGeom>
          <a:ln w="88900" cap="sq" cmpd="thickThin">
            <a:noFill/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" name="文本框 2"/>
          <p:cNvSpPr txBox="1"/>
          <p:nvPr>
            <p:custDataLst>
              <p:tags r:id="rId17"/>
            </p:custDataLst>
          </p:nvPr>
        </p:nvSpPr>
        <p:spPr>
          <a:xfrm>
            <a:off x="2770505" y="2346325"/>
            <a:ext cx="43700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搜索框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43"/>
          <p:cNvSpPr/>
          <p:nvPr>
            <p:custDataLst>
              <p:tags r:id="rId18"/>
            </p:custDataLst>
          </p:nvPr>
        </p:nvSpPr>
        <p:spPr>
          <a:xfrm>
            <a:off x="1898015" y="4328795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19"/>
            </p:custDataLst>
          </p:nvPr>
        </p:nvSpPr>
        <p:spPr>
          <a:xfrm>
            <a:off x="8143875" y="4413250"/>
            <a:ext cx="1311275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20"/>
            </p:custDataLst>
          </p:nvPr>
        </p:nvSpPr>
        <p:spPr>
          <a:xfrm>
            <a:off x="7799070" y="2468880"/>
            <a:ext cx="1311275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8" grpId="0" bldLvl="0" animBg="1"/>
      <p:bldP spid="3" grpId="1"/>
      <p:bldP spid="38" grpId="1" animBg="1"/>
      <p:bldP spid="28" grpId="0"/>
      <p:bldP spid="30" grpId="0" bldLvl="0" animBg="1"/>
      <p:bldP spid="28" grpId="1"/>
      <p:bldP spid="30" grpId="1" animBg="1"/>
      <p:bldP spid="37" grpId="0"/>
      <p:bldP spid="4" grpId="0" bldLvl="0" animBg="1"/>
      <p:bldP spid="37" grpId="1"/>
      <p:bldP spid="4" grpId="1" animBg="1"/>
      <p:bldP spid="46" grpId="0"/>
      <p:bldP spid="47" grpId="0" bldLvl="0" animBg="1"/>
      <p:bldP spid="46" grpId="1"/>
      <p:bldP spid="47" grpId="1" animBg="1"/>
      <p:bldP spid="5" grpId="0" bldLvl="0" animBg="1"/>
      <p:bldP spid="5" grpId="1" animBg="1"/>
      <p:bldP spid="6" grpId="0" bldLvl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搜索框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设置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630930" y="1186180"/>
            <a:ext cx="692340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模板文件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views/product/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index.ejs-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商品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添加页面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967400" y="1997111"/>
            <a:ext cx="4116304" cy="1998176"/>
            <a:chOff x="1130029" y="1676804"/>
            <a:chExt cx="4116304" cy="1998176"/>
          </a:xfrm>
        </p:grpSpPr>
        <p:sp>
          <p:nvSpPr>
            <p:cNvPr id="15" name="is1ide-Rectangle 21"/>
            <p:cNvSpPr/>
            <p:nvPr/>
          </p:nvSpPr>
          <p:spPr>
            <a:xfrm>
              <a:off x="1366625" y="1882136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is1ide-Rectangle: Rounded Corners 31"/>
            <p:cNvSpPr/>
            <p:nvPr/>
          </p:nvSpPr>
          <p:spPr>
            <a:xfrm rot="16200000">
              <a:off x="468676" y="2543579"/>
              <a:ext cx="1751330" cy="428625"/>
            </a:xfrm>
            <a:prstGeom prst="rect">
              <a:avLst/>
            </a:prstGeom>
            <a:solidFill>
              <a:srgbClr val="00B0F0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683692" y="1676804"/>
              <a:ext cx="3562641" cy="1998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 </a:t>
              </a:r>
              <a:r>
                <a:rPr lang="zh-CN" altLang="en-US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表单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&lt;form&gt;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7105" y="4190823"/>
            <a:ext cx="3139440" cy="2192832"/>
            <a:chOff x="1129712" y="3863548"/>
            <a:chExt cx="3139190" cy="1751150"/>
          </a:xfrm>
        </p:grpSpPr>
        <p:sp>
          <p:nvSpPr>
            <p:cNvPr id="37" name="is1ide-Rectangle 23"/>
            <p:cNvSpPr/>
            <p:nvPr/>
          </p:nvSpPr>
          <p:spPr>
            <a:xfrm>
              <a:off x="1366625" y="3863548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is1ide-Rectangle: Rounded Corners 33"/>
            <p:cNvSpPr/>
            <p:nvPr/>
          </p:nvSpPr>
          <p:spPr>
            <a:xfrm rot="16200000">
              <a:off x="468344" y="4524915"/>
              <a:ext cx="1751150" cy="428415"/>
            </a:xfrm>
            <a:prstGeom prst="rect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83432" y="4166934"/>
              <a:ext cx="2300605" cy="957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 fontAlgn="auto">
                <a:lnSpc>
                  <a:spcPct val="100000"/>
                </a:lnSpc>
              </a:pP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文本框</a:t>
              </a:r>
              <a:endParaRPr lang="zh-CN" altLang="en-US" sz="3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提交</a:t>
              </a: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按钮</a:t>
              </a:r>
              <a:endParaRPr lang="zh-CN" altLang="en-US" sz="3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 bwMode="auto">
          <a:xfrm>
            <a:off x="4429125" y="3031490"/>
            <a:ext cx="7282815" cy="227330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5137150" y="4494530"/>
            <a:ext cx="3980815" cy="67310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21" grpId="0" animBg="1"/>
      <p:bldP spid="21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>
            <p:custDataLst>
              <p:tags r:id="rId1"/>
            </p:custDataLst>
          </p:nvPr>
        </p:nvSpPr>
        <p:spPr>
          <a:xfrm>
            <a:off x="3314700" y="1379220"/>
            <a:ext cx="8622030" cy="481774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1402080"/>
            <a:ext cx="8607425" cy="479425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293745" y="1379855"/>
            <a:ext cx="9373870" cy="52959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&lt;div class="panel panel-default"&gt;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&lt;div class="panel-heading"&gt;搜索&lt;/div&gt;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&lt;div class="panel-body"&gt;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&lt;form role="form"  action='/admin/search' method="get"&gt;</a:t>
            </a:r>
            <a:endParaRPr lang="en-US" altLang="zh-CN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&lt;div class="form-group"&gt;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&lt;label for="name"&gt;名称&lt;/label&gt;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</a:t>
            </a:r>
            <a:r>
              <a:rPr lang="en-US" altLang="zh-CN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&lt;input type="text" placeholder="请输入名称" name='key'&gt;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&lt;/div&gt;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&lt;div class="form-group"&gt;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&lt;button type="submit" &gt;开始搜索&lt;/button&gt;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&lt;/div&gt;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&lt;/form&gt;</a:t>
            </a:r>
            <a:endParaRPr lang="en-US" altLang="zh-CN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&lt;/div&gt;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&lt;/div&gt;     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sz="2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426585" y="3472815"/>
            <a:ext cx="7482840" cy="32829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43865" y="2128520"/>
            <a:ext cx="11214100" cy="1575435"/>
            <a:chOff x="239" y="4983"/>
            <a:chExt cx="17660" cy="2481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39" y="4983"/>
              <a:ext cx="4058" cy="248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表单属性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设置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method="get"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表单提交后输入框名及值会出现在地址栏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41" y="6191"/>
              <a:ext cx="1305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865" y="1585595"/>
            <a:ext cx="270954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view/product/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index.ejs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43865" y="3934460"/>
            <a:ext cx="7094855" cy="767080"/>
            <a:chOff x="276" y="7147"/>
            <a:chExt cx="11173" cy="1208"/>
          </a:xfrm>
        </p:grpSpPr>
        <p:sp>
          <p:nvSpPr>
            <p:cNvPr id="5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76" y="7147"/>
              <a:ext cx="4057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表单提交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按钮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877" y="8355"/>
              <a:ext cx="657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877" y="751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485" y="751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485" y="718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模板代码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618730" y="6196965"/>
            <a:ext cx="4020820" cy="639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194560" y="4531995"/>
            <a:ext cx="749935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db.</a:t>
            </a:r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525905" y="4553585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编写路由代码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C:/Users/TXY/Desktop/图片10.png图片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6224" t="-302"/>
          <a:stretch>
            <a:fillRect/>
          </a:stretch>
        </p:blipFill>
        <p:spPr>
          <a:xfrm>
            <a:off x="967105" y="1770380"/>
            <a:ext cx="2694940" cy="478028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1525905" y="2052320"/>
            <a:ext cx="1563370" cy="30226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9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10"/>
            </p:custDataLst>
          </p:nvPr>
        </p:nvGrpSpPr>
        <p:grpSpPr>
          <a:xfrm>
            <a:off x="4664075" y="1582222"/>
            <a:ext cx="6554150" cy="2332553"/>
            <a:chOff x="7345" y="2732"/>
            <a:chExt cx="10321" cy="3673"/>
          </a:xfrm>
        </p:grpSpPr>
        <p:sp>
          <p:nvSpPr>
            <p:cNvPr id="9" name="文本框 8"/>
            <p:cNvSpPr txBox="1"/>
            <p:nvPr>
              <p:custDataLst>
                <p:tags r:id="rId11"/>
              </p:custDataLst>
            </p:nvPr>
          </p:nvSpPr>
          <p:spPr>
            <a:xfrm>
              <a:off x="7345" y="3661"/>
              <a:ext cx="10321" cy="2744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表单属性设置：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'/search' -- 商品关键字搜索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SQL语句： like '%keyword%'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 keyword为用户输入的关键字</a:t>
              </a:r>
              <a:endPara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查询结果渲染在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product/index.ejs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页面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2"/>
              </p:custDataLst>
            </p:nvPr>
          </p:nvSpPr>
          <p:spPr>
            <a:xfrm>
              <a:off x="7345" y="2732"/>
              <a:ext cx="9625" cy="546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Autofit/>
            </a:bodyPr>
            <a:p>
              <a:r>
                <a:rPr lang="en-US" altLang="zh-CN" sz="2400" b="1" dirty="0">
                  <a:solidFill>
                    <a:schemeClr val="tx1"/>
                  </a:solidFill>
                </a:rPr>
                <a:t>routes/</a:t>
              </a:r>
              <a:r>
                <a:rPr lang="en-US" altLang="zh-CN" sz="2400" b="1" dirty="0">
                  <a:solidFill>
                    <a:schemeClr val="tx1"/>
                  </a:solidFill>
                </a:rPr>
                <a:t>admin.js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1" name="图片 181" descr="C:/Users/TXY/Desktop/图片10.png图片10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7142480" y="4051935"/>
            <a:ext cx="3971925" cy="24358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6" grpId="1"/>
      <p:bldP spid="1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22955" y="1259205"/>
            <a:ext cx="8703945" cy="464566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220085" y="1167765"/>
            <a:ext cx="8762365" cy="464566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42640" y="1392555"/>
            <a:ext cx="8682355" cy="42265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router.get("/search",function (req,res, next) {  //搜索商品列表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var key = req.query.key;      // 获取搜索框输入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var strSQL = "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select * from product where name like ? order by id desc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var strParam =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['%' + key + '%']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;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模糊查询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db.conn.query(strSQL, strParam, function (err, result) 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if(err){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console.log('[SELECT ERROR] - ',err.message);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return;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//不再显示页码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res.render("product/index",{list:result,page:-1,yemashu:-1});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});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0675" y="4722495"/>
            <a:ext cx="10758170" cy="977900"/>
            <a:chOff x="322" y="6006"/>
            <a:chExt cx="16942" cy="1540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6006"/>
              <a:ext cx="4215" cy="15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查询结果带到模板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prouduct/index.ejs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6178"/>
              <a:ext cx="1218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4689" y="6234"/>
              <a:ext cx="5" cy="118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320675" y="2105558"/>
            <a:ext cx="7310171" cy="728279"/>
            <a:chOff x="322" y="4794"/>
            <a:chExt cx="12196" cy="1215"/>
          </a:xfrm>
        </p:grpSpPr>
        <p:sp>
          <p:nvSpPr>
            <p:cNvPr id="11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794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关键字模糊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690"/>
              <a:ext cx="743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081" y="4823"/>
              <a:ext cx="0" cy="87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847"/>
              <a:ext cx="0" cy="116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模板引擎解析数据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 descr="C:/Users/TXY/Desktop/图片10.png图片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4502" b="4502"/>
          <a:stretch>
            <a:fillRect/>
          </a:stretch>
        </p:blipFill>
        <p:spPr>
          <a:xfrm>
            <a:off x="4545965" y="1786890"/>
            <a:ext cx="7362190" cy="39973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圆角矩形 8"/>
          <p:cNvSpPr/>
          <p:nvPr>
            <p:custDataLst>
              <p:tags r:id="rId6"/>
            </p:custDataLst>
          </p:nvPr>
        </p:nvSpPr>
        <p:spPr>
          <a:xfrm>
            <a:off x="6473825" y="5680075"/>
            <a:ext cx="3875405" cy="59436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显示查询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结果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67082" y="2083471"/>
            <a:ext cx="4116622" cy="2122805"/>
            <a:chOff x="1129711" y="1676804"/>
            <a:chExt cx="4116622" cy="2122805"/>
          </a:xfrm>
        </p:grpSpPr>
        <p:sp>
          <p:nvSpPr>
            <p:cNvPr id="11" name="is1ide-Rectangle 21"/>
            <p:cNvSpPr/>
            <p:nvPr/>
          </p:nvSpPr>
          <p:spPr>
            <a:xfrm>
              <a:off x="1366625" y="1882136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is1ide-Rectangle: Rounded Corners 31"/>
            <p:cNvSpPr/>
            <p:nvPr/>
          </p:nvSpPr>
          <p:spPr>
            <a:xfrm rot="16200000">
              <a:off x="468344" y="2543503"/>
              <a:ext cx="1751149" cy="428415"/>
            </a:xfrm>
            <a:prstGeom prst="rect">
              <a:avLst/>
            </a:prstGeom>
            <a:solidFill>
              <a:srgbClr val="00B0F0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683692" y="1676804"/>
              <a:ext cx="3562641" cy="2122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 </a:t>
              </a:r>
              <a:r>
                <a:rPr lang="zh-CN" altLang="en-US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表格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&lt;table&gt;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7083" y="4270215"/>
            <a:ext cx="3139190" cy="1751150"/>
            <a:chOff x="1129712" y="3863548"/>
            <a:chExt cx="3139190" cy="1751150"/>
          </a:xfrm>
        </p:grpSpPr>
        <p:sp>
          <p:nvSpPr>
            <p:cNvPr id="37" name="is1ide-Rectangle 23"/>
            <p:cNvSpPr/>
            <p:nvPr/>
          </p:nvSpPr>
          <p:spPr>
            <a:xfrm>
              <a:off x="1366625" y="3863548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is1ide-Rectangle: Rounded Corners 33"/>
            <p:cNvSpPr/>
            <p:nvPr/>
          </p:nvSpPr>
          <p:spPr>
            <a:xfrm rot="16200000">
              <a:off x="468344" y="4524915"/>
              <a:ext cx="1751150" cy="428415"/>
            </a:xfrm>
            <a:prstGeom prst="rect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83432" y="4165620"/>
              <a:ext cx="2300605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 fontAlgn="auto">
                <a:lnSpc>
                  <a:spcPct val="100000"/>
                </a:lnSpc>
              </a:pP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表格</a:t>
              </a: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标题</a:t>
              </a:r>
              <a:endParaRPr lang="zh-CN" altLang="en-US" sz="3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表格</a:t>
              </a: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行</a:t>
              </a:r>
              <a:endParaRPr lang="zh-CN" altLang="en-US" sz="3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25"/>
          <p:cNvSpPr/>
          <p:nvPr>
            <p:custDataLst>
              <p:tags r:id="rId1"/>
            </p:custDataLst>
          </p:nvPr>
        </p:nvSpPr>
        <p:spPr>
          <a:xfrm>
            <a:off x="3301365" y="687070"/>
            <a:ext cx="8444865" cy="609473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4"/>
            </p:custDataLst>
          </p:nvPr>
        </p:nvSpPr>
        <p:spPr>
          <a:xfrm>
            <a:off x="3277870" y="687070"/>
            <a:ext cx="8546465" cy="609473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256280" y="650875"/>
            <a:ext cx="8917305" cy="50679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&lt;table class="table table-striped"&gt;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&lt;thead&gt;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&lt;tr&gt;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&lt;th&gt;编号&lt;/th&gt;&lt;th&gt;图标&lt;/th&gt; &lt;th&gt;名称&lt;/th&gt;&lt;th&gt;价格&lt;/th&gt;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&lt;th&gt;添加时间&lt;/th&gt;&lt;th class="text-center"&gt;操作&lt;/th&gt;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&lt;/tr&gt;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&lt;/thead&gt;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&lt;tbody&gt;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</a:t>
            </a:r>
            <a:r>
              <a:rPr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&lt;% for(var i=0;i&lt;list.length;i++){ %&gt;</a:t>
            </a:r>
            <a:endParaRPr sz="1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&lt;tr&gt;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&lt;td&gt;&lt;%=(i+1)%&gt;&lt;/td&gt;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&lt;!--建立虚拟目录去匹配图片地址--&gt;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&lt;td&gt;&lt;img src="</a:t>
            </a:r>
            <a:r>
              <a:rPr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/&lt;%= list[i].image%&gt;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 </a:t>
            </a:r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width="150px" height="100px"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&gt;&lt;/td&gt;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&lt;td&gt;&lt;%=list[i].name %&gt;&lt;/td&gt;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&lt;td&gt;&lt;%=list[i].price%&gt;&lt;/td&gt;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&lt;td&gt;&lt;%=list[i].add_time.toLocaleDateString() %&gt;&lt;/td&gt;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&lt;td class="text-center"&gt;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&lt;a href="/admin/edit?id=&lt;%= list[i].id%&gt;" &gt;修改&lt;/a&gt;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&lt;a href="/admin/delete?id=&lt;%= list[i].id%&gt;"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 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onclick="return confirm('确定要删除吗？');"&gt;删除&lt;/a&gt;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&lt;/tr&gt;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</a:t>
            </a:r>
            <a:r>
              <a:rPr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 }%&gt;  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&lt;/tbody&gt;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&lt;/table&gt;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524375" y="4845050"/>
            <a:ext cx="5965825" cy="76263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00990" y="2125980"/>
            <a:ext cx="7545070" cy="767080"/>
            <a:chOff x="322" y="4717"/>
            <a:chExt cx="11882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717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for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循环输出每条商品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925"/>
              <a:ext cx="712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4689" y="4751"/>
              <a:ext cx="0" cy="107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1470" y="1664335"/>
            <a:ext cx="2803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views/product/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index.ejs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508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模板代码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00990" y="4632325"/>
            <a:ext cx="7960360" cy="986790"/>
            <a:chOff x="322" y="4371"/>
            <a:chExt cx="12536" cy="1554"/>
          </a:xfrm>
        </p:grpSpPr>
        <p:sp>
          <p:nvSpPr>
            <p:cNvPr id="14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371"/>
              <a:ext cx="4215" cy="13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修改和删除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链接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带地址栏参数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值为商品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id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5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925"/>
              <a:ext cx="777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500"/>
              <a:ext cx="0" cy="117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图片 181" descr="C:/Users/TXY/Desktop/图片10.png图片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70425" y="1914525"/>
            <a:ext cx="7384415" cy="407924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4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141730" y="1073150"/>
            <a:ext cx="33064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启动项目浏览页面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67105" y="2311400"/>
            <a:ext cx="4885055" cy="1481455"/>
            <a:chOff x="1523" y="3640"/>
            <a:chExt cx="7693" cy="2333"/>
          </a:xfrm>
        </p:grpSpPr>
        <p:sp>
          <p:nvSpPr>
            <p:cNvPr id="24" name="TextBox 3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594" y="3675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启动项目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TextBox 3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523" y="4895"/>
              <a:ext cx="7009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进入项目文件夹，打开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窗口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nodemon</a:t>
              </a:r>
              <a:r>
                <a:rPr lang="en-US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app.js</a:t>
              </a:r>
              <a:endPara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2" name="Oval 100"/>
            <p:cNvSpPr/>
            <p:nvPr>
              <p:custDataLst>
                <p:tags r:id="rId7"/>
              </p:custDataLst>
            </p:nvPr>
          </p:nvSpPr>
          <p:spPr bwMode="auto">
            <a:xfrm flipH="1">
              <a:off x="1523" y="3640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Freeform 73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768" y="3847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Isosceles Triangle 2_1"/>
          <p:cNvSpPr/>
          <p:nvPr>
            <p:custDataLst>
              <p:tags r:id="rId9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67105" y="4164965"/>
            <a:ext cx="4885690" cy="1723390"/>
            <a:chOff x="1523" y="6559"/>
            <a:chExt cx="7694" cy="2714"/>
          </a:xfrm>
        </p:grpSpPr>
        <p:sp>
          <p:nvSpPr>
            <p:cNvPr id="9" name="TextBox 3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95" y="6559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服务器测试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Oval 100"/>
            <p:cNvSpPr/>
            <p:nvPr>
              <p:custDataLst>
                <p:tags r:id="rId11"/>
              </p:custDataLst>
            </p:nvPr>
          </p:nvSpPr>
          <p:spPr bwMode="auto">
            <a:xfrm flipH="1">
              <a:off x="1524" y="6662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 73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69" y="6869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" name="TextBox 3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23" y="7691"/>
              <a:ext cx="6482" cy="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浏览器打开地址：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http://localhost:3006/admin/login</a:t>
              </a:r>
              <a:endPara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登录后查看管理</a:t>
              </a:r>
              <a:r>
                <a:rPr lang="zh-CN" alt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首页</a:t>
              </a:r>
              <a:endParaRPr lang="zh-CN" alt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9470" y="1977390"/>
            <a:ext cx="353060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206883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598930"/>
            <a:ext cx="5445760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中结合模板引擎实现商品搜索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功能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570605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664585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941320"/>
            <a:ext cx="595566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搜索框设置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编写路由代码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模板引擎解析数据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启动项目浏览页面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95109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504253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44465" y="4587240"/>
            <a:ext cx="5642610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 –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路由代码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views/product/index.ejs –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列表模板引擎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2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SLIDE_BACKGROUND_TYPE" val="general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85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6.xml><?xml version="1.0" encoding="utf-8"?>
<p:tagLst xmlns:p="http://schemas.openxmlformats.org/presentationml/2006/main">
  <p:tag name="KSO_WM_SLIDE_BACKGROUND_TYPE" val="general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2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0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1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19.xml><?xml version="1.0" encoding="utf-8"?>
<p:tagLst xmlns:p="http://schemas.openxmlformats.org/presentationml/2006/main">
  <p:tag name="KSO_WM_SLIDE_BACKGROUND_TYPE" val="general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5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8.xml><?xml version="1.0" encoding="utf-8"?>
<p:tagLst xmlns:p="http://schemas.openxmlformats.org/presentationml/2006/main">
  <p:tag name="KSO_WM_DIAGRAM_VIRTUALLY_FRAME" val="{&quot;height&quot;:183.66559055118108,&quot;left&quot;:367.25,&quot;top&quot;:124.5844094488189,&quot;width&quot;:481.27314960629917}"/>
</p:tagLst>
</file>

<file path=ppt/tags/tag7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62_1*l_h_f*1_1_1"/>
  <p:tag name="KSO_WM_TEMPLATE_CATEGORY" val="diagram"/>
  <p:tag name="KSO_WM_TEMPLATE_INDEX" val="20234762"/>
  <p:tag name="KSO_WM_UNIT_LAYERLEVEL" val="1_1_1"/>
  <p:tag name="KSO_WM_TAG_VERSION" val="3.0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90.86559728427193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内容以便观者准确地理解您传达的思想。单击此处添加文本具体内容，简明扼要地阐述您的观点。"/>
</p:tagLst>
</file>

<file path=ppt/tags/tag7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4762_1*l_h_a*1_1_1"/>
  <p:tag name="KSO_WM_TEMPLATE_CATEGORY" val="diagram"/>
  <p:tag name="KSO_WM_TEMPLATE_INDEX" val="20234762"/>
  <p:tag name="KSO_WM_UNIT_LAYERLEVEL" val="1_1_1"/>
  <p:tag name="KSO_WM_TAG_VERSION" val="3.0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83.66559055118108,&quot;left&quot;:367.25,&quot;top&quot;:124.5844094488189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内容"/>
</p:tagLst>
</file>

<file path=ppt/tags/tag731.xml><?xml version="1.0" encoding="utf-8"?>
<p:tagLst xmlns:p="http://schemas.openxmlformats.org/presentationml/2006/main">
  <p:tag name="KSO_WM_SLIDE_BACKGROUND_TYPE" val="general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3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4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8.xml><?xml version="1.0" encoding="utf-8"?>
<p:tagLst xmlns:p="http://schemas.openxmlformats.org/presentationml/2006/main">
  <p:tag name="KSO_WM_SLIDE_BACKGROUND_TYPE" val="general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3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5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5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6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2.xml><?xml version="1.0" encoding="utf-8"?>
<p:tagLst xmlns:p="http://schemas.openxmlformats.org/presentationml/2006/main">
  <p:tag name="KSO_WM_SLIDE_BACKGROUND_TYPE" val="general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7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5.xml><?xml version="1.0" encoding="utf-8"?>
<p:tagLst xmlns:p="http://schemas.openxmlformats.org/presentationml/2006/main">
  <p:tag name="KSO_WM_SLIDE_BACKGROUND_TYPE" val="general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8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8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9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0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2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2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33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34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35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2721</Words>
  <Application>WPS 演示</Application>
  <PresentationFormat>宽屏</PresentationFormat>
  <Paragraphs>202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727</cp:revision>
  <dcterms:created xsi:type="dcterms:W3CDTF">2020-10-23T09:50:00Z</dcterms:created>
  <dcterms:modified xsi:type="dcterms:W3CDTF">2024-07-05T13:35:07Z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5ABA504645674824B6CC53E7DA6CFB5F_13</vt:lpwstr>
  </property>
  <property fmtid="{D5CDD505-2E9C-101B-9397-08002B2CF9AE}" pid="3" name="KSOProductBuildVer">
    <vt:lpwstr>2052-12.1.0.16929</vt:lpwstr>
  </property>
</Properties>
</file>