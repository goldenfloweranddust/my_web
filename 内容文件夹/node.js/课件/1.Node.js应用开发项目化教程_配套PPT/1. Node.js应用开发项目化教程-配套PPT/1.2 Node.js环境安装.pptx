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16" r:id="rId4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3C"/>
    <a:srgbClr val="667F6E"/>
    <a:srgbClr val="3F3E77"/>
    <a:srgbClr val="333333"/>
    <a:srgbClr val="AFABAB"/>
    <a:srgbClr val="434343"/>
    <a:srgbClr val="D1644F"/>
    <a:srgbClr val="474840"/>
    <a:srgbClr val="3B3838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74" y="72"/>
      </p:cViewPr>
      <p:guideLst>
        <p:guide orient="horz" pos="212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68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597.xml"/><Relationship Id="rId7" Type="http://schemas.openxmlformats.org/officeDocument/2006/relationships/image" Target="../media/image2.GIF"/><Relationship Id="rId6" Type="http://schemas.openxmlformats.org/officeDocument/2006/relationships/tags" Target="../tags/tag596.xml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tags" Target="../tags/tag605.xml"/><Relationship Id="rId7" Type="http://schemas.openxmlformats.org/officeDocument/2006/relationships/tags" Target="../tags/tag604.xml"/><Relationship Id="rId6" Type="http://schemas.openxmlformats.org/officeDocument/2006/relationships/tags" Target="../tags/tag603.xml"/><Relationship Id="rId5" Type="http://schemas.openxmlformats.org/officeDocument/2006/relationships/tags" Target="../tags/tag602.xml"/><Relationship Id="rId4" Type="http://schemas.openxmlformats.org/officeDocument/2006/relationships/tags" Target="../tags/tag601.xml"/><Relationship Id="rId3" Type="http://schemas.openxmlformats.org/officeDocument/2006/relationships/tags" Target="../tags/tag600.xml"/><Relationship Id="rId2" Type="http://schemas.openxmlformats.org/officeDocument/2006/relationships/tags" Target="../tags/tag599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59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2.xml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image" Target="../media/image4.png"/><Relationship Id="rId4" Type="http://schemas.openxmlformats.org/officeDocument/2006/relationships/tags" Target="../tags/tag608.xml"/><Relationship Id="rId3" Type="http://schemas.openxmlformats.org/officeDocument/2006/relationships/tags" Target="../tags/tag607.xml"/><Relationship Id="rId2" Type="http://schemas.openxmlformats.org/officeDocument/2006/relationships/tags" Target="../tags/tag606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617.xml"/><Relationship Id="rId15" Type="http://schemas.openxmlformats.org/officeDocument/2006/relationships/image" Target="../media/image6.png"/><Relationship Id="rId14" Type="http://schemas.openxmlformats.org/officeDocument/2006/relationships/tags" Target="../tags/tag616.xml"/><Relationship Id="rId13" Type="http://schemas.openxmlformats.org/officeDocument/2006/relationships/tags" Target="../tags/tag615.xml"/><Relationship Id="rId12" Type="http://schemas.openxmlformats.org/officeDocument/2006/relationships/tags" Target="../tags/tag614.xml"/><Relationship Id="rId11" Type="http://schemas.openxmlformats.org/officeDocument/2006/relationships/tags" Target="../tags/tag613.xml"/><Relationship Id="rId10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623.xml"/><Relationship Id="rId6" Type="http://schemas.openxmlformats.org/officeDocument/2006/relationships/image" Target="../media/image7.png"/><Relationship Id="rId5" Type="http://schemas.openxmlformats.org/officeDocument/2006/relationships/tags" Target="../tags/tag622.xml"/><Relationship Id="rId4" Type="http://schemas.openxmlformats.org/officeDocument/2006/relationships/tags" Target="../tags/tag621.xml"/><Relationship Id="rId3" Type="http://schemas.openxmlformats.org/officeDocument/2006/relationships/tags" Target="../tags/tag620.xml"/><Relationship Id="rId2" Type="http://schemas.openxmlformats.org/officeDocument/2006/relationships/tags" Target="../tags/tag619.xml"/><Relationship Id="rId1" Type="http://schemas.openxmlformats.org/officeDocument/2006/relationships/tags" Target="../tags/tag6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7.xml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tags" Target="../tags/tag626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625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34.xml"/><Relationship Id="rId8" Type="http://schemas.openxmlformats.org/officeDocument/2006/relationships/tags" Target="../tags/tag633.xml"/><Relationship Id="rId7" Type="http://schemas.openxmlformats.org/officeDocument/2006/relationships/tags" Target="../tags/tag632.xml"/><Relationship Id="rId6" Type="http://schemas.openxmlformats.org/officeDocument/2006/relationships/image" Target="../media/image14.png"/><Relationship Id="rId5" Type="http://schemas.openxmlformats.org/officeDocument/2006/relationships/tags" Target="../tags/tag631.xml"/><Relationship Id="rId4" Type="http://schemas.openxmlformats.org/officeDocument/2006/relationships/image" Target="../media/image13.png"/><Relationship Id="rId3" Type="http://schemas.openxmlformats.org/officeDocument/2006/relationships/tags" Target="../tags/tag630.xml"/><Relationship Id="rId2" Type="http://schemas.openxmlformats.org/officeDocument/2006/relationships/tags" Target="../tags/tag629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2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43.xml"/><Relationship Id="rId8" Type="http://schemas.openxmlformats.org/officeDocument/2006/relationships/tags" Target="../tags/tag642.xml"/><Relationship Id="rId7" Type="http://schemas.openxmlformats.org/officeDocument/2006/relationships/tags" Target="../tags/tag641.x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8" Type="http://schemas.openxmlformats.org/officeDocument/2006/relationships/notesSlide" Target="../notesSlides/notesSlide8.xml"/><Relationship Id="rId47" Type="http://schemas.openxmlformats.org/officeDocument/2006/relationships/slideLayout" Target="../slideLayouts/slideLayout10.xml"/><Relationship Id="rId46" Type="http://schemas.openxmlformats.org/officeDocument/2006/relationships/tags" Target="../tags/tag678.xml"/><Relationship Id="rId45" Type="http://schemas.openxmlformats.org/officeDocument/2006/relationships/image" Target="../media/image1.png"/><Relationship Id="rId44" Type="http://schemas.openxmlformats.org/officeDocument/2006/relationships/image" Target="../media/image15.jpeg"/><Relationship Id="rId43" Type="http://schemas.openxmlformats.org/officeDocument/2006/relationships/tags" Target="../tags/tag677.xml"/><Relationship Id="rId42" Type="http://schemas.openxmlformats.org/officeDocument/2006/relationships/tags" Target="../tags/tag676.xml"/><Relationship Id="rId41" Type="http://schemas.openxmlformats.org/officeDocument/2006/relationships/tags" Target="../tags/tag675.xml"/><Relationship Id="rId40" Type="http://schemas.openxmlformats.org/officeDocument/2006/relationships/tags" Target="../tags/tag674.xml"/><Relationship Id="rId4" Type="http://schemas.openxmlformats.org/officeDocument/2006/relationships/tags" Target="../tags/tag638.xml"/><Relationship Id="rId39" Type="http://schemas.openxmlformats.org/officeDocument/2006/relationships/tags" Target="../tags/tag673.xml"/><Relationship Id="rId38" Type="http://schemas.openxmlformats.org/officeDocument/2006/relationships/tags" Target="../tags/tag672.xml"/><Relationship Id="rId37" Type="http://schemas.openxmlformats.org/officeDocument/2006/relationships/tags" Target="../tags/tag671.xml"/><Relationship Id="rId36" Type="http://schemas.openxmlformats.org/officeDocument/2006/relationships/tags" Target="../tags/tag670.xml"/><Relationship Id="rId35" Type="http://schemas.openxmlformats.org/officeDocument/2006/relationships/tags" Target="../tags/tag669.xml"/><Relationship Id="rId34" Type="http://schemas.openxmlformats.org/officeDocument/2006/relationships/tags" Target="../tags/tag668.xml"/><Relationship Id="rId33" Type="http://schemas.openxmlformats.org/officeDocument/2006/relationships/tags" Target="../tags/tag667.xml"/><Relationship Id="rId32" Type="http://schemas.openxmlformats.org/officeDocument/2006/relationships/tags" Target="../tags/tag666.xml"/><Relationship Id="rId31" Type="http://schemas.openxmlformats.org/officeDocument/2006/relationships/tags" Target="../tags/tag665.xml"/><Relationship Id="rId30" Type="http://schemas.openxmlformats.org/officeDocument/2006/relationships/tags" Target="../tags/tag664.xml"/><Relationship Id="rId3" Type="http://schemas.openxmlformats.org/officeDocument/2006/relationships/tags" Target="../tags/tag637.xml"/><Relationship Id="rId29" Type="http://schemas.openxmlformats.org/officeDocument/2006/relationships/tags" Target="../tags/tag663.xml"/><Relationship Id="rId28" Type="http://schemas.openxmlformats.org/officeDocument/2006/relationships/tags" Target="../tags/tag662.xml"/><Relationship Id="rId27" Type="http://schemas.openxmlformats.org/officeDocument/2006/relationships/tags" Target="../tags/tag661.xml"/><Relationship Id="rId26" Type="http://schemas.openxmlformats.org/officeDocument/2006/relationships/tags" Target="../tags/tag660.xml"/><Relationship Id="rId25" Type="http://schemas.openxmlformats.org/officeDocument/2006/relationships/tags" Target="../tags/tag659.xml"/><Relationship Id="rId24" Type="http://schemas.openxmlformats.org/officeDocument/2006/relationships/tags" Target="../tags/tag658.xml"/><Relationship Id="rId23" Type="http://schemas.openxmlformats.org/officeDocument/2006/relationships/tags" Target="../tags/tag657.xml"/><Relationship Id="rId22" Type="http://schemas.openxmlformats.org/officeDocument/2006/relationships/tags" Target="../tags/tag656.xml"/><Relationship Id="rId21" Type="http://schemas.openxmlformats.org/officeDocument/2006/relationships/tags" Target="../tags/tag655.xml"/><Relationship Id="rId20" Type="http://schemas.openxmlformats.org/officeDocument/2006/relationships/tags" Target="../tags/tag654.xml"/><Relationship Id="rId2" Type="http://schemas.openxmlformats.org/officeDocument/2006/relationships/tags" Target="../tags/tag636.xml"/><Relationship Id="rId19" Type="http://schemas.openxmlformats.org/officeDocument/2006/relationships/tags" Target="../tags/tag653.xml"/><Relationship Id="rId18" Type="http://schemas.openxmlformats.org/officeDocument/2006/relationships/tags" Target="../tags/tag652.xml"/><Relationship Id="rId17" Type="http://schemas.openxmlformats.org/officeDocument/2006/relationships/tags" Target="../tags/tag651.xml"/><Relationship Id="rId16" Type="http://schemas.openxmlformats.org/officeDocument/2006/relationships/tags" Target="../tags/tag650.xml"/><Relationship Id="rId15" Type="http://schemas.openxmlformats.org/officeDocument/2006/relationships/tags" Target="../tags/tag649.xml"/><Relationship Id="rId14" Type="http://schemas.openxmlformats.org/officeDocument/2006/relationships/tags" Target="../tags/tag648.xml"/><Relationship Id="rId13" Type="http://schemas.openxmlformats.org/officeDocument/2006/relationships/tags" Target="../tags/tag647.xml"/><Relationship Id="rId12" Type="http://schemas.openxmlformats.org/officeDocument/2006/relationships/tags" Target="../tags/tag646.xml"/><Relationship Id="rId11" Type="http://schemas.openxmlformats.org/officeDocument/2006/relationships/tags" Target="../tags/tag645.xml"/><Relationship Id="rId10" Type="http://schemas.openxmlformats.org/officeDocument/2006/relationships/tags" Target="../tags/tag644.xml"/><Relationship Id="rId1" Type="http://schemas.openxmlformats.org/officeDocument/2006/relationships/tags" Target="../tags/tag63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80.xml"/><Relationship Id="rId1" Type="http://schemas.openxmlformats.org/officeDocument/2006/relationships/tags" Target="../tags/tag6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Node.js环境安装</a:t>
            </a:r>
            <a:endParaRPr lang="en-US" altLang="zh-CN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组合 31"/>
          <p:cNvGrpSpPr/>
          <p:nvPr/>
        </p:nvGrpSpPr>
        <p:grpSpPr>
          <a:xfrm>
            <a:off x="1189355" y="5691505"/>
            <a:ext cx="9550400" cy="552450"/>
            <a:chOff x="1873" y="8963"/>
            <a:chExt cx="15040" cy="870"/>
          </a:xfrm>
        </p:grpSpPr>
        <p:sp>
          <p:nvSpPr>
            <p:cNvPr id="48" name="Freeform 8"/>
            <p:cNvSpPr/>
            <p:nvPr>
              <p:custDataLst>
                <p:tags r:id="rId4"/>
              </p:custDataLst>
            </p:nvPr>
          </p:nvSpPr>
          <p:spPr bwMode="auto">
            <a:xfrm>
              <a:off x="1873" y="8963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6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083" y="9074"/>
              <a:ext cx="14830" cy="750"/>
              <a:chOff x="2540" y="8857"/>
              <a:chExt cx="14830" cy="750"/>
            </a:xfrm>
          </p:grpSpPr>
          <p:sp>
            <p:nvSpPr>
              <p:cNvPr id="127" name="TextBox 31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206" y="8857"/>
                <a:ext cx="14164" cy="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微软雅黑" panose="020B0503020204020204" pitchFamily="34" charset="-122"/>
                  </a:rPr>
                  <a:t>一个好的</a:t>
                </a:r>
                <a:r>
                  <a:rPr lang="zh-CN" altLang="en-US" sz="28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Lato Black" panose="020F0A02020204030203" pitchFamily="34" charset="0"/>
                    <a:sym typeface="微软雅黑" panose="020B0503020204020204" pitchFamily="34" charset="-122"/>
                  </a:rPr>
                  <a:t>代码开发环境将会使编程效率得到大幅度提高。</a:t>
                </a:r>
                <a:endPara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" name="Freeform 14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540" y="8859"/>
                <a:ext cx="405" cy="530"/>
              </a:xfrm>
              <a:custGeom>
                <a:avLst/>
                <a:gdLst>
                  <a:gd name="T0" fmla="*/ 95 w 723"/>
                  <a:gd name="T1" fmla="*/ 160 h 986"/>
                  <a:gd name="T2" fmla="*/ 80 w 723"/>
                  <a:gd name="T3" fmla="*/ 986 h 986"/>
                  <a:gd name="T4" fmla="*/ 723 w 723"/>
                  <a:gd name="T5" fmla="*/ 242 h 986"/>
                  <a:gd name="T6" fmla="*/ 668 w 723"/>
                  <a:gd name="T7" fmla="*/ 260 h 986"/>
                  <a:gd name="T8" fmla="*/ 83 w 723"/>
                  <a:gd name="T9" fmla="*/ 929 h 986"/>
                  <a:gd name="T10" fmla="*/ 313 w 723"/>
                  <a:gd name="T11" fmla="*/ 105 h 986"/>
                  <a:gd name="T12" fmla="*/ 410 w 723"/>
                  <a:gd name="T13" fmla="*/ 105 h 986"/>
                  <a:gd name="T14" fmla="*/ 360 w 723"/>
                  <a:gd name="T15" fmla="*/ 157 h 986"/>
                  <a:gd name="T16" fmla="*/ 253 w 723"/>
                  <a:gd name="T17" fmla="*/ 107 h 986"/>
                  <a:gd name="T18" fmla="*/ 133 w 723"/>
                  <a:gd name="T19" fmla="*/ 250 h 986"/>
                  <a:gd name="T20" fmla="*/ 590 w 723"/>
                  <a:gd name="T21" fmla="*/ 250 h 986"/>
                  <a:gd name="T22" fmla="*/ 470 w 723"/>
                  <a:gd name="T23" fmla="*/ 107 h 986"/>
                  <a:gd name="T24" fmla="*/ 253 w 723"/>
                  <a:gd name="T25" fmla="*/ 107 h 986"/>
                  <a:gd name="T26" fmla="*/ 255 w 723"/>
                  <a:gd name="T27" fmla="*/ 749 h 986"/>
                  <a:gd name="T28" fmla="*/ 175 w 723"/>
                  <a:gd name="T29" fmla="*/ 771 h 986"/>
                  <a:gd name="T30" fmla="*/ 158 w 723"/>
                  <a:gd name="T31" fmla="*/ 789 h 986"/>
                  <a:gd name="T32" fmla="*/ 255 w 723"/>
                  <a:gd name="T33" fmla="*/ 796 h 986"/>
                  <a:gd name="T34" fmla="*/ 153 w 723"/>
                  <a:gd name="T35" fmla="*/ 846 h 986"/>
                  <a:gd name="T36" fmla="*/ 280 w 723"/>
                  <a:gd name="T37" fmla="*/ 784 h 986"/>
                  <a:gd name="T38" fmla="*/ 280 w 723"/>
                  <a:gd name="T39" fmla="*/ 744 h 986"/>
                  <a:gd name="T40" fmla="*/ 128 w 723"/>
                  <a:gd name="T41" fmla="*/ 751 h 986"/>
                  <a:gd name="T42" fmla="*/ 248 w 723"/>
                  <a:gd name="T43" fmla="*/ 879 h 986"/>
                  <a:gd name="T44" fmla="*/ 248 w 723"/>
                  <a:gd name="T45" fmla="*/ 387 h 986"/>
                  <a:gd name="T46" fmla="*/ 175 w 723"/>
                  <a:gd name="T47" fmla="*/ 409 h 986"/>
                  <a:gd name="T48" fmla="*/ 200 w 723"/>
                  <a:gd name="T49" fmla="*/ 474 h 986"/>
                  <a:gd name="T50" fmla="*/ 153 w 723"/>
                  <a:gd name="T51" fmla="*/ 492 h 986"/>
                  <a:gd name="T52" fmla="*/ 248 w 723"/>
                  <a:gd name="T53" fmla="*/ 362 h 986"/>
                  <a:gd name="T54" fmla="*/ 128 w 723"/>
                  <a:gd name="T55" fmla="*/ 489 h 986"/>
                  <a:gd name="T56" fmla="*/ 279 w 723"/>
                  <a:gd name="T57" fmla="*/ 416 h 986"/>
                  <a:gd name="T58" fmla="*/ 278 w 723"/>
                  <a:gd name="T59" fmla="*/ 382 h 986"/>
                  <a:gd name="T60" fmla="*/ 255 w 723"/>
                  <a:gd name="T61" fmla="*/ 582 h 986"/>
                  <a:gd name="T62" fmla="*/ 158 w 723"/>
                  <a:gd name="T63" fmla="*/ 607 h 986"/>
                  <a:gd name="T64" fmla="*/ 255 w 723"/>
                  <a:gd name="T65" fmla="*/ 672 h 986"/>
                  <a:gd name="T66" fmla="*/ 280 w 723"/>
                  <a:gd name="T67" fmla="*/ 563 h 986"/>
                  <a:gd name="T68" fmla="*/ 128 w 723"/>
                  <a:gd name="T69" fmla="*/ 569 h 986"/>
                  <a:gd name="T70" fmla="*/ 255 w 723"/>
                  <a:gd name="T71" fmla="*/ 696 h 986"/>
                  <a:gd name="T72" fmla="*/ 334 w 723"/>
                  <a:gd name="T73" fmla="*/ 538 h 986"/>
                  <a:gd name="T74" fmla="*/ 378 w 723"/>
                  <a:gd name="T75" fmla="*/ 836 h 986"/>
                  <a:gd name="T76" fmla="*/ 580 w 723"/>
                  <a:gd name="T77" fmla="*/ 774 h 986"/>
                  <a:gd name="T78" fmla="*/ 370 w 723"/>
                  <a:gd name="T79" fmla="*/ 829 h 986"/>
                  <a:gd name="T80" fmla="*/ 580 w 723"/>
                  <a:gd name="T81" fmla="*/ 587 h 986"/>
                  <a:gd name="T82" fmla="*/ 370 w 723"/>
                  <a:gd name="T83" fmla="*/ 474 h 986"/>
                  <a:gd name="T84" fmla="*/ 370 w 723"/>
                  <a:gd name="T85" fmla="*/ 407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3" h="986">
                    <a:moveTo>
                      <a:pt x="55" y="260"/>
                    </a:moveTo>
                    <a:cubicBezTo>
                      <a:pt x="55" y="232"/>
                      <a:pt x="68" y="218"/>
                      <a:pt x="95" y="217"/>
                    </a:cubicBezTo>
                    <a:lnTo>
                      <a:pt x="95" y="160"/>
                    </a:lnTo>
                    <a:cubicBezTo>
                      <a:pt x="45" y="161"/>
                      <a:pt x="0" y="193"/>
                      <a:pt x="0" y="242"/>
                    </a:cubicBezTo>
                    <a:lnTo>
                      <a:pt x="0" y="906"/>
                    </a:lnTo>
                    <a:cubicBezTo>
                      <a:pt x="0" y="947"/>
                      <a:pt x="40" y="986"/>
                      <a:pt x="80" y="986"/>
                    </a:cubicBezTo>
                    <a:lnTo>
                      <a:pt x="643" y="986"/>
                    </a:lnTo>
                    <a:cubicBezTo>
                      <a:pt x="683" y="986"/>
                      <a:pt x="723" y="947"/>
                      <a:pt x="723" y="906"/>
                    </a:cubicBezTo>
                    <a:lnTo>
                      <a:pt x="723" y="242"/>
                    </a:lnTo>
                    <a:cubicBezTo>
                      <a:pt x="723" y="193"/>
                      <a:pt x="678" y="161"/>
                      <a:pt x="628" y="160"/>
                    </a:cubicBezTo>
                    <a:lnTo>
                      <a:pt x="628" y="217"/>
                    </a:lnTo>
                    <a:cubicBezTo>
                      <a:pt x="655" y="218"/>
                      <a:pt x="668" y="232"/>
                      <a:pt x="668" y="260"/>
                    </a:cubicBezTo>
                    <a:lnTo>
                      <a:pt x="668" y="889"/>
                    </a:lnTo>
                    <a:cubicBezTo>
                      <a:pt x="668" y="908"/>
                      <a:pt x="659" y="929"/>
                      <a:pt x="640" y="929"/>
                    </a:cubicBezTo>
                    <a:lnTo>
                      <a:pt x="83" y="929"/>
                    </a:lnTo>
                    <a:cubicBezTo>
                      <a:pt x="61" y="929"/>
                      <a:pt x="55" y="906"/>
                      <a:pt x="55" y="884"/>
                    </a:cubicBezTo>
                    <a:lnTo>
                      <a:pt x="55" y="260"/>
                    </a:lnTo>
                    <a:close/>
                    <a:moveTo>
                      <a:pt x="313" y="105"/>
                    </a:moveTo>
                    <a:cubicBezTo>
                      <a:pt x="313" y="82"/>
                      <a:pt x="335" y="60"/>
                      <a:pt x="358" y="60"/>
                    </a:cubicBezTo>
                    <a:lnTo>
                      <a:pt x="365" y="60"/>
                    </a:lnTo>
                    <a:cubicBezTo>
                      <a:pt x="388" y="60"/>
                      <a:pt x="410" y="82"/>
                      <a:pt x="410" y="105"/>
                    </a:cubicBezTo>
                    <a:lnTo>
                      <a:pt x="410" y="110"/>
                    </a:lnTo>
                    <a:cubicBezTo>
                      <a:pt x="410" y="135"/>
                      <a:pt x="388" y="157"/>
                      <a:pt x="363" y="157"/>
                    </a:cubicBezTo>
                    <a:lnTo>
                      <a:pt x="360" y="157"/>
                    </a:lnTo>
                    <a:cubicBezTo>
                      <a:pt x="335" y="157"/>
                      <a:pt x="313" y="135"/>
                      <a:pt x="313" y="110"/>
                    </a:cubicBezTo>
                    <a:lnTo>
                      <a:pt x="313" y="105"/>
                    </a:lnTo>
                    <a:close/>
                    <a:moveTo>
                      <a:pt x="253" y="107"/>
                    </a:moveTo>
                    <a:lnTo>
                      <a:pt x="173" y="107"/>
                    </a:lnTo>
                    <a:cubicBezTo>
                      <a:pt x="145" y="107"/>
                      <a:pt x="133" y="120"/>
                      <a:pt x="133" y="147"/>
                    </a:cubicBezTo>
                    <a:lnTo>
                      <a:pt x="133" y="250"/>
                    </a:lnTo>
                    <a:cubicBezTo>
                      <a:pt x="133" y="267"/>
                      <a:pt x="144" y="285"/>
                      <a:pt x="160" y="285"/>
                    </a:cubicBezTo>
                    <a:lnTo>
                      <a:pt x="563" y="285"/>
                    </a:lnTo>
                    <a:cubicBezTo>
                      <a:pt x="579" y="285"/>
                      <a:pt x="590" y="267"/>
                      <a:pt x="590" y="250"/>
                    </a:cubicBezTo>
                    <a:lnTo>
                      <a:pt x="590" y="147"/>
                    </a:lnTo>
                    <a:cubicBezTo>
                      <a:pt x="590" y="120"/>
                      <a:pt x="578" y="107"/>
                      <a:pt x="550" y="107"/>
                    </a:cubicBezTo>
                    <a:lnTo>
                      <a:pt x="470" y="107"/>
                    </a:lnTo>
                    <a:cubicBezTo>
                      <a:pt x="470" y="52"/>
                      <a:pt x="423" y="0"/>
                      <a:pt x="370" y="0"/>
                    </a:cubicBezTo>
                    <a:lnTo>
                      <a:pt x="353" y="0"/>
                    </a:lnTo>
                    <a:cubicBezTo>
                      <a:pt x="300" y="0"/>
                      <a:pt x="253" y="52"/>
                      <a:pt x="253" y="107"/>
                    </a:cubicBezTo>
                    <a:close/>
                    <a:moveTo>
                      <a:pt x="153" y="756"/>
                    </a:moveTo>
                    <a:cubicBezTo>
                      <a:pt x="153" y="751"/>
                      <a:pt x="154" y="749"/>
                      <a:pt x="160" y="749"/>
                    </a:cubicBezTo>
                    <a:lnTo>
                      <a:pt x="255" y="749"/>
                    </a:lnTo>
                    <a:lnTo>
                      <a:pt x="255" y="756"/>
                    </a:lnTo>
                    <a:cubicBezTo>
                      <a:pt x="255" y="764"/>
                      <a:pt x="216" y="787"/>
                      <a:pt x="208" y="791"/>
                    </a:cubicBezTo>
                    <a:cubicBezTo>
                      <a:pt x="201" y="786"/>
                      <a:pt x="186" y="771"/>
                      <a:pt x="175" y="771"/>
                    </a:cubicBezTo>
                    <a:lnTo>
                      <a:pt x="173" y="771"/>
                    </a:lnTo>
                    <a:cubicBezTo>
                      <a:pt x="167" y="771"/>
                      <a:pt x="158" y="780"/>
                      <a:pt x="158" y="786"/>
                    </a:cubicBezTo>
                    <a:lnTo>
                      <a:pt x="158" y="789"/>
                    </a:lnTo>
                    <a:cubicBezTo>
                      <a:pt x="158" y="795"/>
                      <a:pt x="193" y="834"/>
                      <a:pt x="200" y="834"/>
                    </a:cubicBezTo>
                    <a:lnTo>
                      <a:pt x="203" y="834"/>
                    </a:lnTo>
                    <a:cubicBezTo>
                      <a:pt x="208" y="834"/>
                      <a:pt x="247" y="802"/>
                      <a:pt x="255" y="796"/>
                    </a:cubicBezTo>
                    <a:cubicBezTo>
                      <a:pt x="255" y="810"/>
                      <a:pt x="261" y="854"/>
                      <a:pt x="248" y="854"/>
                    </a:cubicBezTo>
                    <a:lnTo>
                      <a:pt x="160" y="854"/>
                    </a:lnTo>
                    <a:cubicBezTo>
                      <a:pt x="154" y="854"/>
                      <a:pt x="153" y="852"/>
                      <a:pt x="153" y="846"/>
                    </a:cubicBezTo>
                    <a:lnTo>
                      <a:pt x="153" y="756"/>
                    </a:lnTo>
                    <a:close/>
                    <a:moveTo>
                      <a:pt x="248" y="879"/>
                    </a:moveTo>
                    <a:cubicBezTo>
                      <a:pt x="295" y="879"/>
                      <a:pt x="277" y="827"/>
                      <a:pt x="280" y="784"/>
                    </a:cubicBezTo>
                    <a:cubicBezTo>
                      <a:pt x="282" y="762"/>
                      <a:pt x="337" y="742"/>
                      <a:pt x="343" y="721"/>
                    </a:cubicBezTo>
                    <a:lnTo>
                      <a:pt x="335" y="721"/>
                    </a:lnTo>
                    <a:cubicBezTo>
                      <a:pt x="318" y="721"/>
                      <a:pt x="293" y="737"/>
                      <a:pt x="280" y="744"/>
                    </a:cubicBezTo>
                    <a:cubicBezTo>
                      <a:pt x="274" y="735"/>
                      <a:pt x="268" y="724"/>
                      <a:pt x="253" y="724"/>
                    </a:cubicBezTo>
                    <a:lnTo>
                      <a:pt x="155" y="724"/>
                    </a:lnTo>
                    <a:cubicBezTo>
                      <a:pt x="141" y="724"/>
                      <a:pt x="128" y="737"/>
                      <a:pt x="128" y="751"/>
                    </a:cubicBezTo>
                    <a:lnTo>
                      <a:pt x="128" y="851"/>
                    </a:lnTo>
                    <a:cubicBezTo>
                      <a:pt x="128" y="868"/>
                      <a:pt x="143" y="879"/>
                      <a:pt x="160" y="879"/>
                    </a:cubicBezTo>
                    <a:lnTo>
                      <a:pt x="248" y="879"/>
                    </a:lnTo>
                    <a:close/>
                    <a:moveTo>
                      <a:pt x="153" y="394"/>
                    </a:moveTo>
                    <a:cubicBezTo>
                      <a:pt x="153" y="389"/>
                      <a:pt x="154" y="387"/>
                      <a:pt x="160" y="387"/>
                    </a:cubicBezTo>
                    <a:lnTo>
                      <a:pt x="248" y="387"/>
                    </a:lnTo>
                    <a:cubicBezTo>
                      <a:pt x="253" y="387"/>
                      <a:pt x="255" y="389"/>
                      <a:pt x="255" y="394"/>
                    </a:cubicBezTo>
                    <a:cubicBezTo>
                      <a:pt x="255" y="401"/>
                      <a:pt x="213" y="429"/>
                      <a:pt x="208" y="429"/>
                    </a:cubicBezTo>
                    <a:cubicBezTo>
                      <a:pt x="203" y="429"/>
                      <a:pt x="190" y="409"/>
                      <a:pt x="175" y="409"/>
                    </a:cubicBezTo>
                    <a:cubicBezTo>
                      <a:pt x="168" y="409"/>
                      <a:pt x="158" y="417"/>
                      <a:pt x="158" y="424"/>
                    </a:cubicBezTo>
                    <a:lnTo>
                      <a:pt x="158" y="427"/>
                    </a:lnTo>
                    <a:cubicBezTo>
                      <a:pt x="158" y="437"/>
                      <a:pt x="192" y="470"/>
                      <a:pt x="200" y="474"/>
                    </a:cubicBezTo>
                    <a:lnTo>
                      <a:pt x="255" y="434"/>
                    </a:lnTo>
                    <a:lnTo>
                      <a:pt x="255" y="492"/>
                    </a:lnTo>
                    <a:lnTo>
                      <a:pt x="153" y="492"/>
                    </a:lnTo>
                    <a:lnTo>
                      <a:pt x="153" y="394"/>
                    </a:lnTo>
                    <a:close/>
                    <a:moveTo>
                      <a:pt x="278" y="382"/>
                    </a:moveTo>
                    <a:cubicBezTo>
                      <a:pt x="275" y="369"/>
                      <a:pt x="264" y="362"/>
                      <a:pt x="248" y="362"/>
                    </a:cubicBezTo>
                    <a:lnTo>
                      <a:pt x="160" y="362"/>
                    </a:lnTo>
                    <a:cubicBezTo>
                      <a:pt x="143" y="362"/>
                      <a:pt x="128" y="373"/>
                      <a:pt x="128" y="390"/>
                    </a:cubicBezTo>
                    <a:lnTo>
                      <a:pt x="128" y="489"/>
                    </a:lnTo>
                    <a:cubicBezTo>
                      <a:pt x="128" y="504"/>
                      <a:pt x="141" y="517"/>
                      <a:pt x="155" y="517"/>
                    </a:cubicBezTo>
                    <a:lnTo>
                      <a:pt x="253" y="517"/>
                    </a:lnTo>
                    <a:cubicBezTo>
                      <a:pt x="292" y="517"/>
                      <a:pt x="280" y="455"/>
                      <a:pt x="279" y="416"/>
                    </a:cubicBezTo>
                    <a:lnTo>
                      <a:pt x="343" y="362"/>
                    </a:lnTo>
                    <a:cubicBezTo>
                      <a:pt x="343" y="362"/>
                      <a:pt x="338" y="360"/>
                      <a:pt x="338" y="360"/>
                    </a:cubicBezTo>
                    <a:cubicBezTo>
                      <a:pt x="313" y="360"/>
                      <a:pt x="293" y="381"/>
                      <a:pt x="278" y="382"/>
                    </a:cubicBezTo>
                    <a:close/>
                    <a:moveTo>
                      <a:pt x="153" y="569"/>
                    </a:moveTo>
                    <a:lnTo>
                      <a:pt x="255" y="569"/>
                    </a:lnTo>
                    <a:lnTo>
                      <a:pt x="255" y="582"/>
                    </a:lnTo>
                    <a:lnTo>
                      <a:pt x="208" y="612"/>
                    </a:lnTo>
                    <a:lnTo>
                      <a:pt x="176" y="588"/>
                    </a:lnTo>
                    <a:cubicBezTo>
                      <a:pt x="168" y="593"/>
                      <a:pt x="158" y="595"/>
                      <a:pt x="158" y="607"/>
                    </a:cubicBezTo>
                    <a:cubicBezTo>
                      <a:pt x="158" y="614"/>
                      <a:pt x="193" y="654"/>
                      <a:pt x="200" y="654"/>
                    </a:cubicBezTo>
                    <a:cubicBezTo>
                      <a:pt x="212" y="654"/>
                      <a:pt x="242" y="620"/>
                      <a:pt x="255" y="617"/>
                    </a:cubicBezTo>
                    <a:lnTo>
                      <a:pt x="255" y="672"/>
                    </a:lnTo>
                    <a:lnTo>
                      <a:pt x="153" y="672"/>
                    </a:lnTo>
                    <a:lnTo>
                      <a:pt x="153" y="569"/>
                    </a:lnTo>
                    <a:close/>
                    <a:moveTo>
                      <a:pt x="280" y="563"/>
                    </a:moveTo>
                    <a:cubicBezTo>
                      <a:pt x="275" y="555"/>
                      <a:pt x="269" y="544"/>
                      <a:pt x="255" y="544"/>
                    </a:cubicBezTo>
                    <a:lnTo>
                      <a:pt x="153" y="544"/>
                    </a:lnTo>
                    <a:cubicBezTo>
                      <a:pt x="140" y="544"/>
                      <a:pt x="128" y="557"/>
                      <a:pt x="128" y="569"/>
                    </a:cubicBezTo>
                    <a:lnTo>
                      <a:pt x="128" y="672"/>
                    </a:lnTo>
                    <a:cubicBezTo>
                      <a:pt x="128" y="684"/>
                      <a:pt x="140" y="696"/>
                      <a:pt x="153" y="696"/>
                    </a:cubicBezTo>
                    <a:lnTo>
                      <a:pt x="255" y="696"/>
                    </a:lnTo>
                    <a:cubicBezTo>
                      <a:pt x="291" y="696"/>
                      <a:pt x="280" y="632"/>
                      <a:pt x="279" y="596"/>
                    </a:cubicBezTo>
                    <a:lnTo>
                      <a:pt x="343" y="542"/>
                    </a:lnTo>
                    <a:lnTo>
                      <a:pt x="334" y="538"/>
                    </a:lnTo>
                    <a:lnTo>
                      <a:pt x="280" y="563"/>
                    </a:lnTo>
                    <a:close/>
                    <a:moveTo>
                      <a:pt x="370" y="829"/>
                    </a:moveTo>
                    <a:cubicBezTo>
                      <a:pt x="370" y="834"/>
                      <a:pt x="372" y="836"/>
                      <a:pt x="378" y="836"/>
                    </a:cubicBezTo>
                    <a:lnTo>
                      <a:pt x="573" y="836"/>
                    </a:lnTo>
                    <a:cubicBezTo>
                      <a:pt x="579" y="836"/>
                      <a:pt x="580" y="834"/>
                      <a:pt x="580" y="829"/>
                    </a:cubicBezTo>
                    <a:lnTo>
                      <a:pt x="580" y="774"/>
                    </a:lnTo>
                    <a:cubicBezTo>
                      <a:pt x="580" y="768"/>
                      <a:pt x="579" y="766"/>
                      <a:pt x="573" y="766"/>
                    </a:cubicBezTo>
                    <a:lnTo>
                      <a:pt x="370" y="766"/>
                    </a:lnTo>
                    <a:lnTo>
                      <a:pt x="370" y="829"/>
                    </a:lnTo>
                    <a:close/>
                    <a:moveTo>
                      <a:pt x="370" y="654"/>
                    </a:moveTo>
                    <a:lnTo>
                      <a:pt x="580" y="654"/>
                    </a:lnTo>
                    <a:lnTo>
                      <a:pt x="580" y="587"/>
                    </a:lnTo>
                    <a:lnTo>
                      <a:pt x="370" y="587"/>
                    </a:lnTo>
                    <a:lnTo>
                      <a:pt x="370" y="654"/>
                    </a:lnTo>
                    <a:close/>
                    <a:moveTo>
                      <a:pt x="370" y="474"/>
                    </a:moveTo>
                    <a:lnTo>
                      <a:pt x="523" y="474"/>
                    </a:lnTo>
                    <a:lnTo>
                      <a:pt x="523" y="407"/>
                    </a:lnTo>
                    <a:lnTo>
                      <a:pt x="370" y="407"/>
                    </a:lnTo>
                    <a:lnTo>
                      <a:pt x="370" y="47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vert="horz" wrap="square" lIns="68571" tIns="34285" rIns="68571" bIns="34285" numCol="1" anchor="t" anchorCtr="0" compatLnSpc="1"/>
              <a:lstStyle/>
              <a:p>
                <a:endParaRPr lang="zh-CN" altLang="en-US" kern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pic>
        <p:nvPicPr>
          <p:cNvPr id="5" name="图片 4" descr="3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340" y="679450"/>
            <a:ext cx="5485765" cy="542036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828675" y="1936115"/>
            <a:ext cx="5473065" cy="3201500"/>
            <a:chOff x="3460" y="1711"/>
            <a:chExt cx="10379" cy="6890"/>
          </a:xfrm>
        </p:grpSpPr>
        <p:sp>
          <p:nvSpPr>
            <p:cNvPr id="6" name="矩形 5"/>
            <p:cNvSpPr/>
            <p:nvPr/>
          </p:nvSpPr>
          <p:spPr>
            <a:xfrm>
              <a:off x="3460" y="7662"/>
              <a:ext cx="10379" cy="939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3C85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</a:t>
              </a:r>
              <a:endPara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460" y="3273"/>
              <a:ext cx="10379" cy="391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460" y="1711"/>
              <a:ext cx="3343" cy="1057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用户代码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104" y="5845"/>
              <a:ext cx="2779" cy="101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V8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引擎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94" y="6272"/>
              <a:ext cx="2019" cy="575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os api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>
              <a:off x="7894" y="4986"/>
              <a:ext cx="5620" cy="711"/>
            </a:xfrm>
            <a:prstGeom prst="roundRect">
              <a:avLst/>
            </a:prstGeom>
            <a:gradFill>
              <a:gsLst>
                <a:gs pos="19000">
                  <a:srgbClr val="FFB9B9"/>
                </a:gs>
                <a:gs pos="64000">
                  <a:srgbClr val="FF8F8E"/>
                </a:gs>
                <a:gs pos="44000">
                  <a:srgbClr val="FE9E9F"/>
                </a:gs>
                <a:gs pos="84000">
                  <a:srgbClr val="FF7373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 dirty="0"/>
                <a:t>内置模块</a:t>
              </a:r>
              <a:r>
                <a:rPr lang="zh-CN" altLang="en-US" sz="2000" b="1" dirty="0"/>
                <a:t>代码</a:t>
              </a:r>
              <a:endParaRPr lang="zh-CN" altLang="en-US" sz="2000" b="1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8801" y="1717"/>
              <a:ext cx="5038" cy="1084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第三方库代码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V="1">
              <a:off x="6906" y="2332"/>
              <a:ext cx="1792" cy="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 flipV="1">
              <a:off x="10027" y="6556"/>
              <a:ext cx="1792" cy="9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: 圆角 30"/>
            <p:cNvSpPr/>
            <p:nvPr/>
          </p:nvSpPr>
          <p:spPr>
            <a:xfrm>
              <a:off x="11537" y="6256"/>
              <a:ext cx="1993" cy="575"/>
            </a:xfrm>
            <a:prstGeom prst="roundRect">
              <a:avLst/>
            </a:prstGeom>
            <a:gradFill>
              <a:gsLst>
                <a:gs pos="19000">
                  <a:srgbClr val="FFB9B9"/>
                </a:gs>
                <a:gs pos="64000">
                  <a:srgbClr val="FF8F8E"/>
                </a:gs>
                <a:gs pos="44000">
                  <a:srgbClr val="FE9E9F"/>
                </a:gs>
                <a:gs pos="84000">
                  <a:srgbClr val="FF7373"/>
                </a:gs>
              </a:gsLst>
              <a:lin ang="2700000" scaled="1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 b="1" dirty="0"/>
                <a:t>libuv</a:t>
              </a:r>
              <a:endParaRPr lang="en-US" altLang="zh-CN" sz="2000" b="1" dirty="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5985" y="2764"/>
              <a:ext cx="3603" cy="754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5" idx="2"/>
            </p:cNvCxnSpPr>
            <p:nvPr/>
          </p:nvCxnSpPr>
          <p:spPr>
            <a:xfrm flipH="1">
              <a:off x="10212" y="2801"/>
              <a:ext cx="1108" cy="74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10926" y="4458"/>
              <a:ext cx="17" cy="58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12525" y="5691"/>
              <a:ext cx="17" cy="58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9025" y="5688"/>
              <a:ext cx="17" cy="58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曲线连接符 23"/>
            <p:cNvCxnSpPr/>
            <p:nvPr/>
          </p:nvCxnSpPr>
          <p:spPr>
            <a:xfrm rot="5400000">
              <a:off x="3863" y="3918"/>
              <a:ext cx="3142" cy="731"/>
            </a:xfrm>
            <a:prstGeom prst="curvedConnector3">
              <a:avLst>
                <a:gd name="adj1" fmla="val 50022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曲线连接符 24"/>
            <p:cNvCxnSpPr>
              <a:endCxn id="11" idx="0"/>
            </p:cNvCxnSpPr>
            <p:nvPr/>
          </p:nvCxnSpPr>
          <p:spPr>
            <a:xfrm rot="10800000" flipV="1">
              <a:off x="5493" y="2644"/>
              <a:ext cx="3407" cy="3201"/>
            </a:xfrm>
            <a:prstGeom prst="curved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曲线连接符 25"/>
            <p:cNvCxnSpPr>
              <a:stCxn id="14" idx="2"/>
            </p:cNvCxnSpPr>
            <p:nvPr/>
          </p:nvCxnSpPr>
          <p:spPr>
            <a:xfrm rot="10800000" flipV="1">
              <a:off x="5674" y="4120"/>
              <a:ext cx="2220" cy="1787"/>
            </a:xfrm>
            <a:prstGeom prst="curvedConnector3">
              <a:avLst>
                <a:gd name="adj1" fmla="val 49955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曲线连接符 26"/>
            <p:cNvCxnSpPr>
              <a:stCxn id="31" idx="1"/>
            </p:cNvCxnSpPr>
            <p:nvPr/>
          </p:nvCxnSpPr>
          <p:spPr>
            <a:xfrm rot="10800000" flipV="1">
              <a:off x="6296" y="5341"/>
              <a:ext cx="1598" cy="515"/>
            </a:xfrm>
            <a:prstGeom prst="curvedConnector3">
              <a:avLst>
                <a:gd name="adj1" fmla="val 49937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5494" y="6951"/>
              <a:ext cx="17" cy="58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: 对角圆角 12"/>
            <p:cNvSpPr/>
            <p:nvPr/>
          </p:nvSpPr>
          <p:spPr>
            <a:xfrm>
              <a:off x="7894" y="3628"/>
              <a:ext cx="5620" cy="983"/>
            </a:xfrm>
            <a:prstGeom prst="round2DiagRect">
              <a:avLst/>
            </a:prstGeom>
            <a:solidFill>
              <a:schemeClr val="accent2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 dirty="0"/>
                <a:t>核心模块</a:t>
              </a:r>
              <a:r>
                <a:rPr lang="zh-CN" altLang="en-US" b="1" dirty="0"/>
                <a:t>代码</a:t>
              </a:r>
              <a:endParaRPr lang="zh-CN" altLang="en-US" b="1" dirty="0"/>
            </a:p>
            <a:p>
              <a:pPr algn="ctr"/>
              <a:r>
                <a:rPr lang="en-US" altLang="zh-CN" b="1" dirty="0"/>
                <a:t>fs</a:t>
              </a:r>
              <a:r>
                <a:rPr lang="zh-CN" altLang="en-US" b="1" dirty="0"/>
                <a:t>、</a:t>
              </a:r>
              <a:r>
                <a:rPr lang="en-US" altLang="zh-CN" b="1" dirty="0"/>
                <a:t>http</a:t>
              </a:r>
              <a:r>
                <a:rPr lang="zh-CN" altLang="en-US" b="1" dirty="0"/>
                <a:t>、</a:t>
              </a:r>
              <a:r>
                <a:rPr lang="en-US" altLang="zh-CN" b="1" dirty="0"/>
                <a:t>path</a:t>
              </a:r>
              <a:r>
                <a:rPr lang="zh-CN" altLang="en-US" b="1" dirty="0"/>
                <a:t>等</a:t>
              </a:r>
              <a:endParaRPr lang="zh-CN" altLang="en-US" b="1" dirty="0"/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2965450" y="2742565"/>
            <a:ext cx="3573145" cy="698500"/>
            <a:chOff x="4670" y="4319"/>
            <a:chExt cx="5627" cy="1100"/>
          </a:xfrm>
        </p:grpSpPr>
        <p:sp>
          <p:nvSpPr>
            <p:cNvPr id="7" name="矩形 6"/>
            <p:cNvSpPr/>
            <p:nvPr>
              <p:custDataLst>
                <p:tags r:id="rId3"/>
              </p:custDataLst>
            </p:nvPr>
          </p:nvSpPr>
          <p:spPr>
            <a:xfrm>
              <a:off x="4670" y="4319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4"/>
              </p:custDataLst>
            </p:nvPr>
          </p:nvSpPr>
          <p:spPr>
            <a:xfrm>
              <a:off x="5943" y="4494"/>
              <a:ext cx="4354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indent="0" algn="l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SzPct val="100000"/>
                <a:buFont typeface="Wingdings" panose="05000000000000000000" charset="0"/>
                <a:buNone/>
              </a:pPr>
              <a:r>
                <a:rPr lang="en-US" altLang="zh-CN" sz="1900" b="1" spc="20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的安装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7077075" y="2742565"/>
            <a:ext cx="3020695" cy="698500"/>
            <a:chOff x="11145" y="4319"/>
            <a:chExt cx="4757" cy="1100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11145" y="4319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2418" y="4494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fontScale="75000"/>
            </a:bodyPr>
            <a:p>
              <a:pPr lvl="0" indent="0" algn="l" fontAlgn="ctr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SzPct val="100000"/>
                <a:buFont typeface="Wingdings" panose="05000000000000000000" charset="0"/>
                <a:buNone/>
              </a:pPr>
              <a:r>
                <a:rPr lang="en-US" altLang="zh-CN" sz="2400" b="1" spc="2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HBuilder</a:t>
              </a:r>
              <a:r>
                <a:rPr lang="zh-CN" altLang="en-US" sz="2535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的安装</a:t>
              </a:r>
              <a:endParaRPr lang="zh-CN" altLang="en-US" sz="2535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550" y="1392555"/>
            <a:ext cx="7640955" cy="3962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1" y="227393"/>
            <a:ext cx="304135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83727" y="2333739"/>
            <a:ext cx="4757531" cy="37077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8" name="组合 17"/>
          <p:cNvGrpSpPr/>
          <p:nvPr/>
        </p:nvGrpSpPr>
        <p:grpSpPr>
          <a:xfrm>
            <a:off x="546100" y="2578100"/>
            <a:ext cx="3463290" cy="989330"/>
            <a:chOff x="860" y="4060"/>
            <a:chExt cx="5454" cy="1558"/>
          </a:xfrm>
        </p:grpSpPr>
        <p:grpSp>
          <p:nvGrpSpPr>
            <p:cNvPr id="5" name="组合 4"/>
            <p:cNvGrpSpPr/>
            <p:nvPr/>
          </p:nvGrpSpPr>
          <p:grpSpPr>
            <a:xfrm>
              <a:off x="860" y="4060"/>
              <a:ext cx="5455" cy="1559"/>
              <a:chOff x="860" y="4060"/>
              <a:chExt cx="5455" cy="1559"/>
            </a:xfrm>
          </p:grpSpPr>
          <p:sp>
            <p:nvSpPr>
              <p:cNvPr id="10" name="矩形 9"/>
              <p:cNvSpPr/>
              <p:nvPr>
                <p:custDataLst>
                  <p:tags r:id="rId6"/>
                </p:custDataLst>
              </p:nvPr>
            </p:nvSpPr>
            <p:spPr>
              <a:xfrm>
                <a:off x="866" y="4752"/>
                <a:ext cx="5375" cy="7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矩形: 圆顶角 11"/>
              <p:cNvSpPr/>
              <p:nvPr/>
            </p:nvSpPr>
            <p:spPr>
              <a:xfrm rot="5400000">
                <a:off x="3304" y="3083"/>
                <a:ext cx="788" cy="4097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 sz="16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矩形: 圆顶角 4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18" y="4908"/>
                <a:ext cx="5323" cy="7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8100" tIns="19050" rIns="38100" bIns="19050" numCol="1" spcCol="1270" anchor="ctr" anchorCtr="0">
                <a:noAutofit/>
              </a:bodyPr>
              <a:lstStyle/>
              <a:p>
                <a:pPr algn="ctr"/>
                <a:endParaRPr lang="zh-CN" altLang="zh-CN" kern="100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矩形: 圆角 14"/>
              <p:cNvSpPr/>
              <p:nvPr>
                <p:custDataLst>
                  <p:tags r:id="rId8"/>
                </p:custDataLst>
              </p:nvPr>
            </p:nvSpPr>
            <p:spPr>
              <a:xfrm>
                <a:off x="860" y="4060"/>
                <a:ext cx="5455" cy="87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lt1">
                    <a:hueOff val="0"/>
                    <a:satOff val="0"/>
                    <a:alphaOff val="0"/>
                    <a:lumMod val="9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矩形: 圆角 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58" y="4102"/>
                <a:ext cx="5300" cy="78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49530" rIns="99060" bIns="49530" numCol="1" spcCol="1270" anchor="ctr" anchorCtr="0">
                <a:noAutofit/>
              </a:bodyPr>
              <a:lstStyle/>
              <a:p>
                <a:pPr lvl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Node.js</a:t>
                </a:r>
                <a:r>
                  <a:rPr lang="zh-CN" altLang="en-US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下载</a:t>
                </a:r>
                <a:endPara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8" y="4933"/>
              <a:ext cx="5199" cy="488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476885" y="4187825"/>
            <a:ext cx="3463290" cy="989330"/>
            <a:chOff x="751" y="6595"/>
            <a:chExt cx="5454" cy="1558"/>
          </a:xfrm>
        </p:grpSpPr>
        <p:grpSp>
          <p:nvGrpSpPr>
            <p:cNvPr id="9" name="组合 8"/>
            <p:cNvGrpSpPr/>
            <p:nvPr/>
          </p:nvGrpSpPr>
          <p:grpSpPr>
            <a:xfrm>
              <a:off x="751" y="6595"/>
              <a:ext cx="5455" cy="1559"/>
              <a:chOff x="751" y="6595"/>
              <a:chExt cx="5455" cy="1559"/>
            </a:xfrm>
          </p:grpSpPr>
          <p:sp>
            <p:nvSpPr>
              <p:cNvPr id="44" name="矩形 43"/>
              <p:cNvSpPr/>
              <p:nvPr>
                <p:custDataLst>
                  <p:tags r:id="rId11"/>
                </p:custDataLst>
              </p:nvPr>
            </p:nvSpPr>
            <p:spPr>
              <a:xfrm>
                <a:off x="783" y="7287"/>
                <a:ext cx="5375" cy="7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矩形: 圆顶角 45"/>
              <p:cNvSpPr/>
              <p:nvPr/>
            </p:nvSpPr>
            <p:spPr>
              <a:xfrm rot="5400000">
                <a:off x="3221" y="5618"/>
                <a:ext cx="788" cy="4097"/>
              </a:xfrm>
              <a:prstGeom prst="round2Same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 sz="160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矩形: 圆顶角 4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35" y="7443"/>
                <a:ext cx="5323" cy="71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8100" tIns="19050" rIns="38100" bIns="19050" numCol="1" spcCol="1270" anchor="ctr" anchorCtr="0">
                <a:noAutofit/>
              </a:bodyPr>
              <a:lstStyle/>
              <a:p>
                <a:pPr algn="ctr"/>
                <a:endParaRPr lang="zh-CN" altLang="zh-CN" kern="100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9" name="矩形: 圆角 4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51" y="6595"/>
                <a:ext cx="5455" cy="87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lt1">
                    <a:hueOff val="0"/>
                    <a:satOff val="0"/>
                    <a:alphaOff val="0"/>
                    <a:lumMod val="9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矩形: 圆角 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74" y="6637"/>
                <a:ext cx="5220" cy="78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9060" tIns="49530" rIns="99060" bIns="49530" numCol="1" spcCol="1270" anchor="ctr" anchorCtr="0">
                <a:noAutofit/>
              </a:bodyPr>
              <a:lstStyle/>
              <a:p>
                <a:pPr lvl="0" algn="ctr" defTabSz="11557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Node.js </a:t>
                </a:r>
                <a:r>
                  <a:rPr lang="zh-CN" altLang="en-US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中文网</a:t>
                </a:r>
                <a:endParaRPr lang="zh-CN" altLang="en-US" sz="1600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50" y="7519"/>
              <a:ext cx="3298" cy="355"/>
            </a:xfrm>
            <a:prstGeom prst="rect">
              <a:avLst/>
            </a:prstGeom>
          </p:spPr>
        </p:pic>
      </p:grp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圆角矩形 8"/>
          <p:cNvSpPr/>
          <p:nvPr>
            <p:custDataLst>
              <p:tags r:id="rId3"/>
            </p:custDataLst>
          </p:nvPr>
        </p:nvSpPr>
        <p:spPr>
          <a:xfrm>
            <a:off x="1758708" y="5743181"/>
            <a:ext cx="8674579" cy="497316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显示当前 </a:t>
            </a:r>
            <a:r>
              <a:rPr lang="en-US" altLang="zh-CN" sz="2400" b="1" kern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Node.js </a:t>
            </a:r>
            <a:r>
              <a:rPr lang="zh-CN" altLang="en-US" sz="2400" b="1" kern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的版本号，说明 </a:t>
            </a:r>
            <a:r>
              <a:rPr lang="en-US" altLang="zh-CN" sz="2400" b="1" kern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Node.js </a:t>
            </a:r>
            <a:r>
              <a:rPr lang="zh-CN" altLang="en-US" sz="2400" b="1" kern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安装成功。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28651" y="227393"/>
            <a:ext cx="304135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1167765" y="1079500"/>
            <a:ext cx="269049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测试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Node.js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环境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4850" y="1677035"/>
            <a:ext cx="8326755" cy="373761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30365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HBuilder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71" y="1111581"/>
            <a:ext cx="4212987" cy="421298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52" y="5460695"/>
            <a:ext cx="3299427" cy="8107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885854" y="811059"/>
            <a:ext cx="6703017" cy="3716961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5690" y="2127885"/>
            <a:ext cx="6703060" cy="296418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5690" y="2917825"/>
            <a:ext cx="6704330" cy="313880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r="116" b="50728"/>
          <a:stretch>
            <a:fillRect/>
          </a:stretch>
        </p:blipFill>
        <p:spPr>
          <a:xfrm>
            <a:off x="909479" y="1963860"/>
            <a:ext cx="10513305" cy="3187252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74522" y="1975022"/>
            <a:ext cx="4258295" cy="4264766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167765" y="1079500"/>
            <a:ext cx="320294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安装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nodeclipse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插件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8652" y="227393"/>
            <a:ext cx="303657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HBuilder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的安装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076125" y="110917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2104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4"/>
            </p:custDataLst>
          </p:nvPr>
        </p:nvSpPr>
        <p:spPr bwMode="auto">
          <a:xfrm>
            <a:off x="22104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5"/>
            </p:custDataLst>
          </p:nvPr>
        </p:nvSpPr>
        <p:spPr bwMode="auto">
          <a:xfrm>
            <a:off x="11055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8072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2096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6"/>
            </p:custDataLst>
          </p:nvPr>
        </p:nvSpPr>
        <p:spPr bwMode="auto">
          <a:xfrm>
            <a:off x="11868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7"/>
            </p:custDataLst>
          </p:nvPr>
        </p:nvSpPr>
        <p:spPr bwMode="auto">
          <a:xfrm>
            <a:off x="30130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5805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8"/>
            </p:custDataLst>
          </p:nvPr>
        </p:nvSpPr>
        <p:spPr bwMode="auto">
          <a:xfrm>
            <a:off x="12096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9"/>
            </p:custDataLst>
          </p:nvPr>
        </p:nvSpPr>
        <p:spPr bwMode="auto">
          <a:xfrm>
            <a:off x="2394585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0"/>
            </p:custDataLst>
          </p:nvPr>
        </p:nvSpPr>
        <p:spPr bwMode="auto">
          <a:xfrm>
            <a:off x="2228215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1"/>
            </p:custDataLst>
          </p:nvPr>
        </p:nvSpPr>
        <p:spPr bwMode="auto">
          <a:xfrm>
            <a:off x="1910080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2"/>
            </p:custDataLst>
          </p:nvPr>
        </p:nvSpPr>
        <p:spPr bwMode="auto">
          <a:xfrm>
            <a:off x="2082165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3"/>
            </p:custDataLst>
          </p:nvPr>
        </p:nvSpPr>
        <p:spPr bwMode="auto">
          <a:xfrm>
            <a:off x="2394585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14"/>
            </p:custDataLst>
          </p:nvPr>
        </p:nvSpPr>
        <p:spPr bwMode="auto">
          <a:xfrm>
            <a:off x="200660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15"/>
            </p:custDataLst>
          </p:nvPr>
        </p:nvSpPr>
        <p:spPr bwMode="auto">
          <a:xfrm>
            <a:off x="175958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7595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16"/>
            </p:custDataLst>
          </p:nvPr>
        </p:nvSpPr>
        <p:spPr bwMode="auto">
          <a:xfrm>
            <a:off x="1769110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17"/>
            </p:custDataLst>
          </p:nvPr>
        </p:nvSpPr>
        <p:spPr bwMode="auto">
          <a:xfrm>
            <a:off x="2771775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18"/>
            </p:custDataLst>
          </p:nvPr>
        </p:nvSpPr>
        <p:spPr bwMode="auto">
          <a:xfrm>
            <a:off x="2394585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5685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19"/>
            </p:custDataLst>
          </p:nvPr>
        </p:nvSpPr>
        <p:spPr bwMode="auto">
          <a:xfrm>
            <a:off x="24199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0"/>
            </p:custDataLst>
          </p:nvPr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1"/>
            </p:custDataLst>
          </p:nvPr>
        </p:nvSpPr>
        <p:spPr bwMode="auto">
          <a:xfrm>
            <a:off x="25755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2"/>
            </p:custDataLst>
          </p:nvPr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3"/>
            </p:custDataLst>
          </p:nvPr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24"/>
            </p:custDataLst>
          </p:nvPr>
        </p:nvSpPr>
        <p:spPr bwMode="auto">
          <a:xfrm>
            <a:off x="26562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25"/>
            </p:custDataLst>
          </p:nvPr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26"/>
            </p:custDataLst>
          </p:nvPr>
        </p:nvSpPr>
        <p:spPr bwMode="auto">
          <a:xfrm>
            <a:off x="26727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27"/>
            </p:custDataLst>
          </p:nvPr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28"/>
            </p:custDataLst>
          </p:nvPr>
        </p:nvSpPr>
        <p:spPr bwMode="auto">
          <a:xfrm>
            <a:off x="26523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29"/>
            </p:custDataLst>
          </p:nvPr>
        </p:nvSpPr>
        <p:spPr bwMode="auto">
          <a:xfrm>
            <a:off x="25952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0"/>
            </p:custDataLst>
          </p:nvPr>
        </p:nvSpPr>
        <p:spPr bwMode="auto">
          <a:xfrm>
            <a:off x="24364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1"/>
            </p:custDataLst>
          </p:nvPr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2395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323975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5303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2"/>
            </p:custDataLst>
          </p:nvPr>
        </p:nvSpPr>
        <p:spPr bwMode="auto">
          <a:xfrm>
            <a:off x="15805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3"/>
            </p:custDataLst>
          </p:nvPr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34"/>
            </p:custDataLst>
          </p:nvPr>
        </p:nvSpPr>
        <p:spPr bwMode="auto">
          <a:xfrm>
            <a:off x="21507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35"/>
            </p:custDataLst>
          </p:nvPr>
        </p:nvSpPr>
        <p:spPr bwMode="auto">
          <a:xfrm>
            <a:off x="24206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36"/>
            </p:custDataLst>
          </p:nvPr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5303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37"/>
            </p:custDataLst>
          </p:nvPr>
        </p:nvSpPr>
        <p:spPr bwMode="auto">
          <a:xfrm>
            <a:off x="16122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5019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2802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3933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2561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3114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6122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6408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4649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4203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56785" y="1951355"/>
            <a:ext cx="4260215" cy="1036320"/>
            <a:chOff x="7491" y="3073"/>
            <a:chExt cx="6709" cy="1632"/>
          </a:xfrm>
        </p:grpSpPr>
        <p:sp>
          <p:nvSpPr>
            <p:cNvPr id="111" name="圆角矩形 121"/>
            <p:cNvSpPr/>
            <p:nvPr>
              <p:custDataLst>
                <p:tags r:id="rId38"/>
              </p:custDataLst>
            </p:nvPr>
          </p:nvSpPr>
          <p:spPr>
            <a:xfrm>
              <a:off x="7491" y="3302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任意多边形 122"/>
            <p:cNvSpPr/>
            <p:nvPr>
              <p:custDataLst>
                <p:tags r:id="rId39"/>
              </p:custDataLst>
            </p:nvPr>
          </p:nvSpPr>
          <p:spPr>
            <a:xfrm>
              <a:off x="7635" y="3446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40"/>
              </p:custDataLst>
            </p:nvPr>
          </p:nvSpPr>
          <p:spPr>
            <a:xfrm>
              <a:off x="8318" y="3073"/>
              <a:ext cx="5882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的安装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下载安装、测试版本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6" name="圆角矩形 127"/>
          <p:cNvSpPr/>
          <p:nvPr>
            <p:custDataLst>
              <p:tags r:id="rId41"/>
            </p:custDataLst>
          </p:nvPr>
        </p:nvSpPr>
        <p:spPr>
          <a:xfrm>
            <a:off x="4756785" y="4025265"/>
            <a:ext cx="323850" cy="323215"/>
          </a:xfrm>
          <a:prstGeom prst="roundRect">
            <a:avLst/>
          </a:prstGeom>
          <a:solidFill>
            <a:schemeClr val="accent5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37430" y="3831590"/>
            <a:ext cx="4715510" cy="1451610"/>
            <a:chOff x="7618" y="6034"/>
            <a:chExt cx="7426" cy="2286"/>
          </a:xfrm>
        </p:grpSpPr>
        <p:sp>
          <p:nvSpPr>
            <p:cNvPr id="117" name="任意多边形 128"/>
            <p:cNvSpPr/>
            <p:nvPr>
              <p:custDataLst>
                <p:tags r:id="rId42"/>
              </p:custDataLst>
            </p:nvPr>
          </p:nvSpPr>
          <p:spPr>
            <a:xfrm>
              <a:off x="7618" y="6487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5" name="矩形 114"/>
            <p:cNvSpPr/>
            <p:nvPr>
              <p:custDataLst>
                <p:tags r:id="rId43"/>
              </p:custDataLst>
            </p:nvPr>
          </p:nvSpPr>
          <p:spPr>
            <a:xfrm>
              <a:off x="8308" y="6034"/>
              <a:ext cx="6737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4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HBuilder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的安装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界面美观，开发性能高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nodeclipse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插件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118" name="图片 117"/>
          <p:cNvPicPr>
            <a:picLocks noChangeAspect="1"/>
          </p:cNvPicPr>
          <p:nvPr/>
        </p:nvPicPr>
        <p:blipFill>
          <a:blip r:embed="rId44"/>
          <a:srcRect t="970" b="970"/>
          <a:stretch>
            <a:fillRect/>
          </a:stretch>
        </p:blipFill>
        <p:spPr>
          <a:xfrm>
            <a:off x="8379218" y="2372592"/>
            <a:ext cx="2673237" cy="2525222"/>
          </a:xfrm>
          <a:prstGeom prst="round2DiagRect">
            <a:avLst>
              <a:gd name="adj1" fmla="val 5555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9" name="图片 118"/>
          <p:cNvPicPr/>
          <p:nvPr/>
        </p:nvPicPr>
        <p:blipFill>
          <a:blip r:embed="rId45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SLIDE_BACKGROUND_TYPE" val="general"/>
</p:tagLst>
</file>

<file path=ppt/tags/tag59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9.xml><?xml version="1.0" encoding="utf-8"?>
<p:tagLst xmlns:p="http://schemas.openxmlformats.org/presentationml/2006/main">
  <p:tag name="KSO_WM_DIAGRAM_VIRTUALLY_FRAME" val="{&quot;height&quot;:194.2856692913386,&quot;left&quot;:140.48527559055117,&quot;top&quot;:167.7,&quot;width&quot;:697.3823622047244}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4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4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02.xml><?xml version="1.0" encoding="utf-8"?>
<p:tagLst xmlns:p="http://schemas.openxmlformats.org/presentationml/2006/main">
  <p:tag name="KSO_WM_DIAGRAM_VIRTUALLY_FRAME" val="{&quot;height&quot;:194.2856692913386,&quot;left&quot;:140.48527559055117,&quot;top&quot;:167.7,&quot;width&quot;:697.3823622047244}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4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0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4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56692913386,&quot;left&quot;:140.48527559055117,&quot;top&quot;:167.7,&quot;width&quot;:697.3823622047244}"/>
</p:tagLst>
</file>

<file path=ppt/tags/tag605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0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2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4.xml><?xml version="1.0" encoding="utf-8"?>
<p:tagLst xmlns:p="http://schemas.openxmlformats.org/presentationml/2006/main">
  <p:tag name="KSO_WM_UNIT_TEXT_FILL_FORE_SCHEMECOLOR_INDEX_BRIGHTNESS" val="-0.9"/>
  <p:tag name="KSO_WM_UNIT_TEXT_FILL_FORE_SCHEMECOLOR_INDEX" val="16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2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17.xml><?xml version="1.0" encoding="utf-8"?>
<p:tagLst xmlns:p="http://schemas.openxmlformats.org/presentationml/2006/main">
  <p:tag name="KSO_WM_SLIDE_BACKGROUND_TYPE" val="general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3.xml><?xml version="1.0" encoding="utf-8"?>
<p:tagLst xmlns:p="http://schemas.openxmlformats.org/presentationml/2006/main">
  <p:tag name="KSO_WM_SLIDE_BACKGROUND_TYPE" val="general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27.xml><?xml version="1.0" encoding="utf-8"?>
<p:tagLst xmlns:p="http://schemas.openxmlformats.org/presentationml/2006/main">
  <p:tag name="KSO_WM_SLIDE_BACKGROUND_TYPE" val="general"/>
</p:tagLst>
</file>

<file path=ppt/tags/tag6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3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4.xml><?xml version="1.0" encoding="utf-8"?>
<p:tagLst xmlns:p="http://schemas.openxmlformats.org/presentationml/2006/main">
  <p:tag name="KSO_WM_SLIDE_BACKGROUND_TYPE" val="general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4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4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6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6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6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7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67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679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680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681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13&quot;:[4646990,19948770,4563120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WPS 演示</Application>
  <PresentationFormat>宽屏</PresentationFormat>
  <Paragraphs>69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Wingdings</vt:lpstr>
      <vt:lpstr>Times New Roman</vt:lpstr>
      <vt:lpstr>等线</vt:lpstr>
      <vt:lpstr>Calibri</vt:lpstr>
      <vt:lpstr>Arial Unicode MS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280</cp:revision>
  <dcterms:created xsi:type="dcterms:W3CDTF">2020-10-23T09:50:00Z</dcterms:created>
  <dcterms:modified xsi:type="dcterms:W3CDTF">2024-08-03T02:37:49Z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A2336929C71C47EBA282AE69B47191E1_12</vt:lpwstr>
  </property>
  <property fmtid="{D5CDD505-2E9C-101B-9397-08002B2CF9AE}" pid="3" name="KSOProductBuildVer">
    <vt:lpwstr>2052-12.1.0.17147</vt:lpwstr>
  </property>
</Properties>
</file>