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38" r:id="rId4"/>
    <p:sldId id="439" r:id="rId6"/>
    <p:sldId id="440" r:id="rId7"/>
    <p:sldId id="441" r:id="rId8"/>
    <p:sldId id="442" r:id="rId9"/>
    <p:sldId id="443" r:id="rId10"/>
    <p:sldId id="444" r:id="rId11"/>
    <p:sldId id="445" r:id="rId12"/>
    <p:sldId id="446" r:id="rId13"/>
    <p:sldId id="447" r:id="rId14"/>
    <p:sldId id="448" r:id="rId15"/>
    <p:sldId id="449" r:id="rId16"/>
    <p:sldId id="450" r:id="rId17"/>
    <p:sldId id="451" r:id="rId18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944C"/>
    <a:srgbClr val="0070C0"/>
    <a:srgbClr val="000000"/>
    <a:srgbClr val="AFABAB"/>
    <a:srgbClr val="333333"/>
    <a:srgbClr val="3C853C"/>
    <a:srgbClr val="232323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3775" autoAdjust="0"/>
  </p:normalViewPr>
  <p:slideViewPr>
    <p:cSldViewPr snapToGrid="0" showGuides="1">
      <p:cViewPr varScale="1">
        <p:scale>
          <a:sx n="72" d="100"/>
          <a:sy n="72" d="100"/>
        </p:scale>
        <p:origin x="498" y="72"/>
      </p:cViewPr>
      <p:guideLst>
        <p:guide orient="horz" pos="217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gs" Target="tags/tag880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00.xml"/><Relationship Id="rId8" Type="http://schemas.openxmlformats.org/officeDocument/2006/relationships/tags" Target="../tags/tag599.xml"/><Relationship Id="rId77" Type="http://schemas.openxmlformats.org/officeDocument/2006/relationships/notesSlide" Target="../notesSlides/notesSlide2.xml"/><Relationship Id="rId76" Type="http://schemas.openxmlformats.org/officeDocument/2006/relationships/slideLayout" Target="../slideLayouts/slideLayout11.xml"/><Relationship Id="rId75" Type="http://schemas.openxmlformats.org/officeDocument/2006/relationships/tags" Target="../tags/tag662.xml"/><Relationship Id="rId74" Type="http://schemas.openxmlformats.org/officeDocument/2006/relationships/image" Target="../media/image4.png"/><Relationship Id="rId73" Type="http://schemas.openxmlformats.org/officeDocument/2006/relationships/image" Target="../media/image3.jpeg"/><Relationship Id="rId72" Type="http://schemas.openxmlformats.org/officeDocument/2006/relationships/image" Target="../media/image2.png"/><Relationship Id="rId71" Type="http://schemas.openxmlformats.org/officeDocument/2006/relationships/image" Target="../media/image1.png"/><Relationship Id="rId70" Type="http://schemas.openxmlformats.org/officeDocument/2006/relationships/tags" Target="../tags/tag661.xml"/><Relationship Id="rId7" Type="http://schemas.openxmlformats.org/officeDocument/2006/relationships/tags" Target="../tags/tag598.xml"/><Relationship Id="rId69" Type="http://schemas.openxmlformats.org/officeDocument/2006/relationships/tags" Target="../tags/tag660.xml"/><Relationship Id="rId68" Type="http://schemas.openxmlformats.org/officeDocument/2006/relationships/tags" Target="../tags/tag659.xml"/><Relationship Id="rId67" Type="http://schemas.openxmlformats.org/officeDocument/2006/relationships/tags" Target="../tags/tag658.xml"/><Relationship Id="rId66" Type="http://schemas.openxmlformats.org/officeDocument/2006/relationships/tags" Target="../tags/tag657.xml"/><Relationship Id="rId65" Type="http://schemas.openxmlformats.org/officeDocument/2006/relationships/tags" Target="../tags/tag656.xml"/><Relationship Id="rId64" Type="http://schemas.openxmlformats.org/officeDocument/2006/relationships/tags" Target="../tags/tag655.xml"/><Relationship Id="rId63" Type="http://schemas.openxmlformats.org/officeDocument/2006/relationships/tags" Target="../tags/tag654.xml"/><Relationship Id="rId62" Type="http://schemas.openxmlformats.org/officeDocument/2006/relationships/tags" Target="../tags/tag653.xml"/><Relationship Id="rId61" Type="http://schemas.openxmlformats.org/officeDocument/2006/relationships/tags" Target="../tags/tag652.xml"/><Relationship Id="rId60" Type="http://schemas.openxmlformats.org/officeDocument/2006/relationships/tags" Target="../tags/tag651.xml"/><Relationship Id="rId6" Type="http://schemas.openxmlformats.org/officeDocument/2006/relationships/tags" Target="../tags/tag597.xml"/><Relationship Id="rId59" Type="http://schemas.openxmlformats.org/officeDocument/2006/relationships/tags" Target="../tags/tag650.xml"/><Relationship Id="rId58" Type="http://schemas.openxmlformats.org/officeDocument/2006/relationships/tags" Target="../tags/tag649.xml"/><Relationship Id="rId57" Type="http://schemas.openxmlformats.org/officeDocument/2006/relationships/tags" Target="../tags/tag648.xml"/><Relationship Id="rId56" Type="http://schemas.openxmlformats.org/officeDocument/2006/relationships/tags" Target="../tags/tag647.xml"/><Relationship Id="rId55" Type="http://schemas.openxmlformats.org/officeDocument/2006/relationships/tags" Target="../tags/tag646.xml"/><Relationship Id="rId54" Type="http://schemas.openxmlformats.org/officeDocument/2006/relationships/tags" Target="../tags/tag645.xml"/><Relationship Id="rId53" Type="http://schemas.openxmlformats.org/officeDocument/2006/relationships/tags" Target="../tags/tag644.xml"/><Relationship Id="rId52" Type="http://schemas.openxmlformats.org/officeDocument/2006/relationships/tags" Target="../tags/tag643.xml"/><Relationship Id="rId51" Type="http://schemas.openxmlformats.org/officeDocument/2006/relationships/tags" Target="../tags/tag642.xml"/><Relationship Id="rId50" Type="http://schemas.openxmlformats.org/officeDocument/2006/relationships/tags" Target="../tags/tag641.xml"/><Relationship Id="rId5" Type="http://schemas.openxmlformats.org/officeDocument/2006/relationships/tags" Target="../tags/tag596.xml"/><Relationship Id="rId49" Type="http://schemas.openxmlformats.org/officeDocument/2006/relationships/tags" Target="../tags/tag640.xml"/><Relationship Id="rId48" Type="http://schemas.openxmlformats.org/officeDocument/2006/relationships/tags" Target="../tags/tag639.xml"/><Relationship Id="rId47" Type="http://schemas.openxmlformats.org/officeDocument/2006/relationships/tags" Target="../tags/tag638.xml"/><Relationship Id="rId46" Type="http://schemas.openxmlformats.org/officeDocument/2006/relationships/tags" Target="../tags/tag637.xml"/><Relationship Id="rId45" Type="http://schemas.openxmlformats.org/officeDocument/2006/relationships/tags" Target="../tags/tag636.xml"/><Relationship Id="rId44" Type="http://schemas.openxmlformats.org/officeDocument/2006/relationships/tags" Target="../tags/tag635.xml"/><Relationship Id="rId43" Type="http://schemas.openxmlformats.org/officeDocument/2006/relationships/tags" Target="../tags/tag634.xml"/><Relationship Id="rId42" Type="http://schemas.openxmlformats.org/officeDocument/2006/relationships/tags" Target="../tags/tag633.xml"/><Relationship Id="rId41" Type="http://schemas.openxmlformats.org/officeDocument/2006/relationships/tags" Target="../tags/tag632.xml"/><Relationship Id="rId40" Type="http://schemas.openxmlformats.org/officeDocument/2006/relationships/tags" Target="../tags/tag631.xml"/><Relationship Id="rId4" Type="http://schemas.openxmlformats.org/officeDocument/2006/relationships/tags" Target="../tags/tag595.xml"/><Relationship Id="rId39" Type="http://schemas.openxmlformats.org/officeDocument/2006/relationships/tags" Target="../tags/tag630.xml"/><Relationship Id="rId38" Type="http://schemas.openxmlformats.org/officeDocument/2006/relationships/tags" Target="../tags/tag629.xml"/><Relationship Id="rId37" Type="http://schemas.openxmlformats.org/officeDocument/2006/relationships/tags" Target="../tags/tag628.xml"/><Relationship Id="rId36" Type="http://schemas.openxmlformats.org/officeDocument/2006/relationships/tags" Target="../tags/tag627.xml"/><Relationship Id="rId35" Type="http://schemas.openxmlformats.org/officeDocument/2006/relationships/tags" Target="../tags/tag626.xml"/><Relationship Id="rId34" Type="http://schemas.openxmlformats.org/officeDocument/2006/relationships/tags" Target="../tags/tag625.xml"/><Relationship Id="rId33" Type="http://schemas.openxmlformats.org/officeDocument/2006/relationships/tags" Target="../tags/tag624.xml"/><Relationship Id="rId32" Type="http://schemas.openxmlformats.org/officeDocument/2006/relationships/tags" Target="../tags/tag623.xml"/><Relationship Id="rId31" Type="http://schemas.openxmlformats.org/officeDocument/2006/relationships/tags" Target="../tags/tag622.xml"/><Relationship Id="rId30" Type="http://schemas.openxmlformats.org/officeDocument/2006/relationships/tags" Target="../tags/tag621.xml"/><Relationship Id="rId3" Type="http://schemas.openxmlformats.org/officeDocument/2006/relationships/tags" Target="../tags/tag594.xml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tags" Target="../tags/tag614.xml"/><Relationship Id="rId22" Type="http://schemas.openxmlformats.org/officeDocument/2006/relationships/tags" Target="../tags/tag613.xml"/><Relationship Id="rId21" Type="http://schemas.openxmlformats.org/officeDocument/2006/relationships/tags" Target="../tags/tag612.xml"/><Relationship Id="rId20" Type="http://schemas.openxmlformats.org/officeDocument/2006/relationships/tags" Target="../tags/tag611.xml"/><Relationship Id="rId2" Type="http://schemas.openxmlformats.org/officeDocument/2006/relationships/tags" Target="../tags/tag593.xml"/><Relationship Id="rId19" Type="http://schemas.openxmlformats.org/officeDocument/2006/relationships/tags" Target="../tags/tag610.xml"/><Relationship Id="rId18" Type="http://schemas.openxmlformats.org/officeDocument/2006/relationships/tags" Target="../tags/tag609.xml"/><Relationship Id="rId17" Type="http://schemas.openxmlformats.org/officeDocument/2006/relationships/tags" Target="../tags/tag608.xml"/><Relationship Id="rId16" Type="http://schemas.openxmlformats.org/officeDocument/2006/relationships/tags" Target="../tags/tag607.xml"/><Relationship Id="rId15" Type="http://schemas.openxmlformats.org/officeDocument/2006/relationships/tags" Target="../tags/tag606.xml"/><Relationship Id="rId14" Type="http://schemas.openxmlformats.org/officeDocument/2006/relationships/tags" Target="../tags/tag605.xml"/><Relationship Id="rId13" Type="http://schemas.openxmlformats.org/officeDocument/2006/relationships/tags" Target="../tags/tag604.xml"/><Relationship Id="rId12" Type="http://schemas.openxmlformats.org/officeDocument/2006/relationships/tags" Target="../tags/tag603.xml"/><Relationship Id="rId11" Type="http://schemas.openxmlformats.org/officeDocument/2006/relationships/tags" Target="../tags/tag602.xml"/><Relationship Id="rId10" Type="http://schemas.openxmlformats.org/officeDocument/2006/relationships/tags" Target="../tags/tag601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70.xml"/><Relationship Id="rId7" Type="http://schemas.openxmlformats.org/officeDocument/2006/relationships/tags" Target="../tags/tag669.xml"/><Relationship Id="rId6" Type="http://schemas.openxmlformats.org/officeDocument/2006/relationships/tags" Target="../tags/tag668.xml"/><Relationship Id="rId5" Type="http://schemas.openxmlformats.org/officeDocument/2006/relationships/tags" Target="../tags/tag667.xml"/><Relationship Id="rId4" Type="http://schemas.openxmlformats.org/officeDocument/2006/relationships/tags" Target="../tags/tag666.xml"/><Relationship Id="rId3" Type="http://schemas.openxmlformats.org/officeDocument/2006/relationships/tags" Target="../tags/tag665.xml"/><Relationship Id="rId2" Type="http://schemas.openxmlformats.org/officeDocument/2006/relationships/tags" Target="../tags/tag664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6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3.jpeg"/><Relationship Id="rId5" Type="http://schemas.openxmlformats.org/officeDocument/2006/relationships/tags" Target="../tags/tag675.xml"/><Relationship Id="rId4" Type="http://schemas.openxmlformats.org/officeDocument/2006/relationships/tags" Target="../tags/tag674.xml"/><Relationship Id="rId3" Type="http://schemas.openxmlformats.org/officeDocument/2006/relationships/tags" Target="../tags/tag673.xml"/><Relationship Id="rId2" Type="http://schemas.openxmlformats.org/officeDocument/2006/relationships/tags" Target="../tags/tag672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677.xml"/><Relationship Id="rId12" Type="http://schemas.openxmlformats.org/officeDocument/2006/relationships/image" Target="../media/image9.png"/><Relationship Id="rId11" Type="http://schemas.openxmlformats.org/officeDocument/2006/relationships/image" Target="../media/image8.png"/><Relationship Id="rId10" Type="http://schemas.openxmlformats.org/officeDocument/2006/relationships/tags" Target="../tags/tag676.xml"/><Relationship Id="rId1" Type="http://schemas.openxmlformats.org/officeDocument/2006/relationships/tags" Target="../tags/tag67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86.xml"/><Relationship Id="rId8" Type="http://schemas.openxmlformats.org/officeDocument/2006/relationships/tags" Target="../tags/tag685.xml"/><Relationship Id="rId7" Type="http://schemas.openxmlformats.org/officeDocument/2006/relationships/tags" Target="../tags/tag684.xml"/><Relationship Id="rId6" Type="http://schemas.openxmlformats.org/officeDocument/2006/relationships/tags" Target="../tags/tag683.xml"/><Relationship Id="rId5" Type="http://schemas.openxmlformats.org/officeDocument/2006/relationships/tags" Target="../tags/tag682.xml"/><Relationship Id="rId4" Type="http://schemas.openxmlformats.org/officeDocument/2006/relationships/tags" Target="../tags/tag681.xml"/><Relationship Id="rId3" Type="http://schemas.openxmlformats.org/officeDocument/2006/relationships/tags" Target="../tags/tag680.xml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11.xml"/><Relationship Id="rId25" Type="http://schemas.openxmlformats.org/officeDocument/2006/relationships/tags" Target="../tags/tag701.xml"/><Relationship Id="rId24" Type="http://schemas.openxmlformats.org/officeDocument/2006/relationships/image" Target="../media/image10.png"/><Relationship Id="rId23" Type="http://schemas.openxmlformats.org/officeDocument/2006/relationships/tags" Target="../tags/tag700.xml"/><Relationship Id="rId22" Type="http://schemas.openxmlformats.org/officeDocument/2006/relationships/tags" Target="../tags/tag699.xml"/><Relationship Id="rId21" Type="http://schemas.openxmlformats.org/officeDocument/2006/relationships/tags" Target="../tags/tag698.xml"/><Relationship Id="rId20" Type="http://schemas.openxmlformats.org/officeDocument/2006/relationships/tags" Target="../tags/tag697.xml"/><Relationship Id="rId2" Type="http://schemas.openxmlformats.org/officeDocument/2006/relationships/tags" Target="../tags/tag679.xml"/><Relationship Id="rId19" Type="http://schemas.openxmlformats.org/officeDocument/2006/relationships/tags" Target="../tags/tag696.xml"/><Relationship Id="rId18" Type="http://schemas.openxmlformats.org/officeDocument/2006/relationships/tags" Target="../tags/tag695.xml"/><Relationship Id="rId17" Type="http://schemas.openxmlformats.org/officeDocument/2006/relationships/tags" Target="../tags/tag694.xml"/><Relationship Id="rId16" Type="http://schemas.openxmlformats.org/officeDocument/2006/relationships/tags" Target="../tags/tag693.xml"/><Relationship Id="rId15" Type="http://schemas.openxmlformats.org/officeDocument/2006/relationships/tags" Target="../tags/tag692.xml"/><Relationship Id="rId14" Type="http://schemas.openxmlformats.org/officeDocument/2006/relationships/tags" Target="../tags/tag691.xml"/><Relationship Id="rId13" Type="http://schemas.openxmlformats.org/officeDocument/2006/relationships/tags" Target="../tags/tag690.xml"/><Relationship Id="rId12" Type="http://schemas.openxmlformats.org/officeDocument/2006/relationships/tags" Target="../tags/tag689.xml"/><Relationship Id="rId11" Type="http://schemas.openxmlformats.org/officeDocument/2006/relationships/tags" Target="../tags/tag688.xml"/><Relationship Id="rId10" Type="http://schemas.openxmlformats.org/officeDocument/2006/relationships/tags" Target="../tags/tag687.xml"/><Relationship Id="rId1" Type="http://schemas.openxmlformats.org/officeDocument/2006/relationships/tags" Target="../tags/tag67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10.xml"/><Relationship Id="rId8" Type="http://schemas.openxmlformats.org/officeDocument/2006/relationships/tags" Target="../tags/tag709.xml"/><Relationship Id="rId7" Type="http://schemas.openxmlformats.org/officeDocument/2006/relationships/tags" Target="../tags/tag708.xml"/><Relationship Id="rId6" Type="http://schemas.openxmlformats.org/officeDocument/2006/relationships/tags" Target="../tags/tag707.xml"/><Relationship Id="rId5" Type="http://schemas.openxmlformats.org/officeDocument/2006/relationships/tags" Target="../tags/tag706.xml"/><Relationship Id="rId4" Type="http://schemas.openxmlformats.org/officeDocument/2006/relationships/tags" Target="../tags/tag705.xml"/><Relationship Id="rId3" Type="http://schemas.openxmlformats.org/officeDocument/2006/relationships/tags" Target="../tags/tag704.xml"/><Relationship Id="rId2" Type="http://schemas.openxmlformats.org/officeDocument/2006/relationships/tags" Target="../tags/tag703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713.xml"/><Relationship Id="rId11" Type="http://schemas.openxmlformats.org/officeDocument/2006/relationships/tags" Target="../tags/tag712.xml"/><Relationship Id="rId10" Type="http://schemas.openxmlformats.org/officeDocument/2006/relationships/tags" Target="../tags/tag711.xml"/><Relationship Id="rId1" Type="http://schemas.openxmlformats.org/officeDocument/2006/relationships/tags" Target="../tags/tag70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22.xml"/><Relationship Id="rId8" Type="http://schemas.openxmlformats.org/officeDocument/2006/relationships/tags" Target="../tags/tag721.xml"/><Relationship Id="rId7" Type="http://schemas.openxmlformats.org/officeDocument/2006/relationships/tags" Target="../tags/tag720.xml"/><Relationship Id="rId6" Type="http://schemas.openxmlformats.org/officeDocument/2006/relationships/tags" Target="../tags/tag719.xml"/><Relationship Id="rId5" Type="http://schemas.openxmlformats.org/officeDocument/2006/relationships/tags" Target="../tags/tag718.xml"/><Relationship Id="rId4" Type="http://schemas.openxmlformats.org/officeDocument/2006/relationships/tags" Target="../tags/tag717.xml"/><Relationship Id="rId3" Type="http://schemas.openxmlformats.org/officeDocument/2006/relationships/tags" Target="../tags/tag716.xml"/><Relationship Id="rId2" Type="http://schemas.openxmlformats.org/officeDocument/2006/relationships/tags" Target="../tags/tag715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30.xml"/><Relationship Id="rId16" Type="http://schemas.openxmlformats.org/officeDocument/2006/relationships/tags" Target="../tags/tag729.xml"/><Relationship Id="rId15" Type="http://schemas.openxmlformats.org/officeDocument/2006/relationships/tags" Target="../tags/tag728.xml"/><Relationship Id="rId14" Type="http://schemas.openxmlformats.org/officeDocument/2006/relationships/tags" Target="../tags/tag727.xml"/><Relationship Id="rId13" Type="http://schemas.openxmlformats.org/officeDocument/2006/relationships/tags" Target="../tags/tag726.xml"/><Relationship Id="rId12" Type="http://schemas.openxmlformats.org/officeDocument/2006/relationships/tags" Target="../tags/tag725.xml"/><Relationship Id="rId11" Type="http://schemas.openxmlformats.org/officeDocument/2006/relationships/tags" Target="../tags/tag724.xml"/><Relationship Id="rId10" Type="http://schemas.openxmlformats.org/officeDocument/2006/relationships/tags" Target="../tags/tag723.xml"/><Relationship Id="rId1" Type="http://schemas.openxmlformats.org/officeDocument/2006/relationships/tags" Target="../tags/tag71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39.xml"/><Relationship Id="rId8" Type="http://schemas.openxmlformats.org/officeDocument/2006/relationships/tags" Target="../tags/tag738.xml"/><Relationship Id="rId7" Type="http://schemas.openxmlformats.org/officeDocument/2006/relationships/tags" Target="../tags/tag737.xml"/><Relationship Id="rId6" Type="http://schemas.openxmlformats.org/officeDocument/2006/relationships/tags" Target="../tags/tag736.xml"/><Relationship Id="rId5" Type="http://schemas.openxmlformats.org/officeDocument/2006/relationships/tags" Target="../tags/tag735.xml"/><Relationship Id="rId4" Type="http://schemas.openxmlformats.org/officeDocument/2006/relationships/tags" Target="../tags/tag734.xml"/><Relationship Id="rId31" Type="http://schemas.openxmlformats.org/officeDocument/2006/relationships/notesSlide" Target="../notesSlides/notesSlide8.xml"/><Relationship Id="rId30" Type="http://schemas.openxmlformats.org/officeDocument/2006/relationships/slideLayout" Target="../slideLayouts/slideLayout11.xml"/><Relationship Id="rId3" Type="http://schemas.openxmlformats.org/officeDocument/2006/relationships/tags" Target="../tags/tag733.xml"/><Relationship Id="rId29" Type="http://schemas.openxmlformats.org/officeDocument/2006/relationships/tags" Target="../tags/tag759.xml"/><Relationship Id="rId28" Type="http://schemas.openxmlformats.org/officeDocument/2006/relationships/tags" Target="../tags/tag758.xml"/><Relationship Id="rId27" Type="http://schemas.openxmlformats.org/officeDocument/2006/relationships/tags" Target="../tags/tag757.xml"/><Relationship Id="rId26" Type="http://schemas.openxmlformats.org/officeDocument/2006/relationships/tags" Target="../tags/tag756.xml"/><Relationship Id="rId25" Type="http://schemas.openxmlformats.org/officeDocument/2006/relationships/tags" Target="../tags/tag755.xml"/><Relationship Id="rId24" Type="http://schemas.openxmlformats.org/officeDocument/2006/relationships/tags" Target="../tags/tag754.xml"/><Relationship Id="rId23" Type="http://schemas.openxmlformats.org/officeDocument/2006/relationships/tags" Target="../tags/tag753.xml"/><Relationship Id="rId22" Type="http://schemas.openxmlformats.org/officeDocument/2006/relationships/tags" Target="../tags/tag752.xml"/><Relationship Id="rId21" Type="http://schemas.openxmlformats.org/officeDocument/2006/relationships/tags" Target="../tags/tag751.xml"/><Relationship Id="rId20" Type="http://schemas.openxmlformats.org/officeDocument/2006/relationships/tags" Target="../tags/tag750.xml"/><Relationship Id="rId2" Type="http://schemas.openxmlformats.org/officeDocument/2006/relationships/tags" Target="../tags/tag732.xml"/><Relationship Id="rId19" Type="http://schemas.openxmlformats.org/officeDocument/2006/relationships/tags" Target="../tags/tag749.xml"/><Relationship Id="rId18" Type="http://schemas.openxmlformats.org/officeDocument/2006/relationships/tags" Target="../tags/tag748.xml"/><Relationship Id="rId17" Type="http://schemas.openxmlformats.org/officeDocument/2006/relationships/tags" Target="../tags/tag747.xml"/><Relationship Id="rId16" Type="http://schemas.openxmlformats.org/officeDocument/2006/relationships/tags" Target="../tags/tag746.xml"/><Relationship Id="rId15" Type="http://schemas.openxmlformats.org/officeDocument/2006/relationships/tags" Target="../tags/tag745.xml"/><Relationship Id="rId14" Type="http://schemas.openxmlformats.org/officeDocument/2006/relationships/tags" Target="../tags/tag744.xml"/><Relationship Id="rId13" Type="http://schemas.openxmlformats.org/officeDocument/2006/relationships/tags" Target="../tags/tag743.xml"/><Relationship Id="rId12" Type="http://schemas.openxmlformats.org/officeDocument/2006/relationships/tags" Target="../tags/tag742.xml"/><Relationship Id="rId11" Type="http://schemas.openxmlformats.org/officeDocument/2006/relationships/tags" Target="../tags/tag741.xml"/><Relationship Id="rId10" Type="http://schemas.openxmlformats.org/officeDocument/2006/relationships/tags" Target="../tags/tag740.xml"/><Relationship Id="rId1" Type="http://schemas.openxmlformats.org/officeDocument/2006/relationships/tags" Target="../tags/tag73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68.xml"/><Relationship Id="rId8" Type="http://schemas.openxmlformats.org/officeDocument/2006/relationships/tags" Target="../tags/tag767.xml"/><Relationship Id="rId7" Type="http://schemas.openxmlformats.org/officeDocument/2006/relationships/tags" Target="../tags/tag766.xml"/><Relationship Id="rId6" Type="http://schemas.openxmlformats.org/officeDocument/2006/relationships/tags" Target="../tags/tag765.xml"/><Relationship Id="rId5" Type="http://schemas.openxmlformats.org/officeDocument/2006/relationships/tags" Target="../tags/tag764.xml"/><Relationship Id="rId4" Type="http://schemas.openxmlformats.org/officeDocument/2006/relationships/tags" Target="../tags/tag763.xml"/><Relationship Id="rId3" Type="http://schemas.openxmlformats.org/officeDocument/2006/relationships/tags" Target="../tags/tag762.xml"/><Relationship Id="rId24" Type="http://schemas.openxmlformats.org/officeDocument/2006/relationships/notesSlide" Target="../notesSlides/notesSlide9.xml"/><Relationship Id="rId23" Type="http://schemas.openxmlformats.org/officeDocument/2006/relationships/slideLayout" Target="../slideLayouts/slideLayout11.xml"/><Relationship Id="rId22" Type="http://schemas.openxmlformats.org/officeDocument/2006/relationships/tags" Target="../tags/tag781.xml"/><Relationship Id="rId21" Type="http://schemas.openxmlformats.org/officeDocument/2006/relationships/tags" Target="../tags/tag780.xml"/><Relationship Id="rId20" Type="http://schemas.openxmlformats.org/officeDocument/2006/relationships/tags" Target="../tags/tag779.xml"/><Relationship Id="rId2" Type="http://schemas.openxmlformats.org/officeDocument/2006/relationships/tags" Target="../tags/tag761.xml"/><Relationship Id="rId19" Type="http://schemas.openxmlformats.org/officeDocument/2006/relationships/tags" Target="../tags/tag778.xml"/><Relationship Id="rId18" Type="http://schemas.openxmlformats.org/officeDocument/2006/relationships/tags" Target="../tags/tag777.xml"/><Relationship Id="rId17" Type="http://schemas.openxmlformats.org/officeDocument/2006/relationships/tags" Target="../tags/tag776.xml"/><Relationship Id="rId16" Type="http://schemas.openxmlformats.org/officeDocument/2006/relationships/tags" Target="../tags/tag775.xml"/><Relationship Id="rId15" Type="http://schemas.openxmlformats.org/officeDocument/2006/relationships/tags" Target="../tags/tag774.xml"/><Relationship Id="rId14" Type="http://schemas.openxmlformats.org/officeDocument/2006/relationships/tags" Target="../tags/tag773.xml"/><Relationship Id="rId13" Type="http://schemas.openxmlformats.org/officeDocument/2006/relationships/tags" Target="../tags/tag772.xml"/><Relationship Id="rId12" Type="http://schemas.openxmlformats.org/officeDocument/2006/relationships/tags" Target="../tags/tag771.xml"/><Relationship Id="rId11" Type="http://schemas.openxmlformats.org/officeDocument/2006/relationships/tags" Target="../tags/tag770.xml"/><Relationship Id="rId10" Type="http://schemas.openxmlformats.org/officeDocument/2006/relationships/tags" Target="../tags/tag769.xml"/><Relationship Id="rId1" Type="http://schemas.openxmlformats.org/officeDocument/2006/relationships/tags" Target="../tags/tag76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90.xml"/><Relationship Id="rId8" Type="http://schemas.openxmlformats.org/officeDocument/2006/relationships/tags" Target="../tags/tag789.xml"/><Relationship Id="rId7" Type="http://schemas.openxmlformats.org/officeDocument/2006/relationships/tags" Target="../tags/tag788.xml"/><Relationship Id="rId6" Type="http://schemas.openxmlformats.org/officeDocument/2006/relationships/tags" Target="../tags/tag787.xml"/><Relationship Id="rId5" Type="http://schemas.openxmlformats.org/officeDocument/2006/relationships/tags" Target="../tags/tag786.xml"/><Relationship Id="rId4" Type="http://schemas.openxmlformats.org/officeDocument/2006/relationships/tags" Target="../tags/tag785.xml"/><Relationship Id="rId3" Type="http://schemas.openxmlformats.org/officeDocument/2006/relationships/tags" Target="../tags/tag784.xml"/><Relationship Id="rId2" Type="http://schemas.openxmlformats.org/officeDocument/2006/relationships/tags" Target="../tags/tag783.xml"/><Relationship Id="rId19" Type="http://schemas.openxmlformats.org/officeDocument/2006/relationships/notesSlide" Target="../notesSlides/notesSlide10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98.xml"/><Relationship Id="rId16" Type="http://schemas.openxmlformats.org/officeDocument/2006/relationships/tags" Target="../tags/tag797.xml"/><Relationship Id="rId15" Type="http://schemas.openxmlformats.org/officeDocument/2006/relationships/tags" Target="../tags/tag796.xml"/><Relationship Id="rId14" Type="http://schemas.openxmlformats.org/officeDocument/2006/relationships/tags" Target="../tags/tag795.xml"/><Relationship Id="rId13" Type="http://schemas.openxmlformats.org/officeDocument/2006/relationships/tags" Target="../tags/tag794.xml"/><Relationship Id="rId12" Type="http://schemas.openxmlformats.org/officeDocument/2006/relationships/tags" Target="../tags/tag793.xml"/><Relationship Id="rId11" Type="http://schemas.openxmlformats.org/officeDocument/2006/relationships/tags" Target="../tags/tag792.xml"/><Relationship Id="rId10" Type="http://schemas.openxmlformats.org/officeDocument/2006/relationships/tags" Target="../tags/tag791.xml"/><Relationship Id="rId1" Type="http://schemas.openxmlformats.org/officeDocument/2006/relationships/tags" Target="../tags/tag78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807.xml"/><Relationship Id="rId8" Type="http://schemas.openxmlformats.org/officeDocument/2006/relationships/tags" Target="../tags/tag806.xml"/><Relationship Id="rId7" Type="http://schemas.openxmlformats.org/officeDocument/2006/relationships/tags" Target="../tags/tag805.xml"/><Relationship Id="rId6" Type="http://schemas.openxmlformats.org/officeDocument/2006/relationships/tags" Target="../tags/tag804.xml"/><Relationship Id="rId5" Type="http://schemas.openxmlformats.org/officeDocument/2006/relationships/tags" Target="../tags/tag803.xml"/><Relationship Id="rId4" Type="http://schemas.openxmlformats.org/officeDocument/2006/relationships/tags" Target="../tags/tag802.xml"/><Relationship Id="rId3" Type="http://schemas.openxmlformats.org/officeDocument/2006/relationships/tags" Target="../tags/tag801.xml"/><Relationship Id="rId2" Type="http://schemas.openxmlformats.org/officeDocument/2006/relationships/tags" Target="../tags/tag800.xml"/><Relationship Id="rId19" Type="http://schemas.openxmlformats.org/officeDocument/2006/relationships/notesSlide" Target="../notesSlides/notesSlide11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815.xml"/><Relationship Id="rId16" Type="http://schemas.openxmlformats.org/officeDocument/2006/relationships/tags" Target="../tags/tag814.xml"/><Relationship Id="rId15" Type="http://schemas.openxmlformats.org/officeDocument/2006/relationships/tags" Target="../tags/tag813.xml"/><Relationship Id="rId14" Type="http://schemas.openxmlformats.org/officeDocument/2006/relationships/tags" Target="../tags/tag812.xml"/><Relationship Id="rId13" Type="http://schemas.openxmlformats.org/officeDocument/2006/relationships/tags" Target="../tags/tag811.xml"/><Relationship Id="rId12" Type="http://schemas.openxmlformats.org/officeDocument/2006/relationships/tags" Target="../tags/tag810.xml"/><Relationship Id="rId11" Type="http://schemas.openxmlformats.org/officeDocument/2006/relationships/tags" Target="../tags/tag809.xml"/><Relationship Id="rId10" Type="http://schemas.openxmlformats.org/officeDocument/2006/relationships/tags" Target="../tags/tag808.xml"/><Relationship Id="rId1" Type="http://schemas.openxmlformats.org/officeDocument/2006/relationships/tags" Target="../tags/tag79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23.xml"/><Relationship Id="rId8" Type="http://schemas.openxmlformats.org/officeDocument/2006/relationships/tags" Target="../tags/tag822.xml"/><Relationship Id="rId7" Type="http://schemas.openxmlformats.org/officeDocument/2006/relationships/tags" Target="../tags/tag821.xml"/><Relationship Id="rId6" Type="http://schemas.openxmlformats.org/officeDocument/2006/relationships/image" Target="../media/image11.png"/><Relationship Id="rId5" Type="http://schemas.openxmlformats.org/officeDocument/2006/relationships/tags" Target="../tags/tag820.xml"/><Relationship Id="rId4" Type="http://schemas.openxmlformats.org/officeDocument/2006/relationships/tags" Target="../tags/tag819.xml"/><Relationship Id="rId3" Type="http://schemas.openxmlformats.org/officeDocument/2006/relationships/tags" Target="../tags/tag818.xml"/><Relationship Id="rId21" Type="http://schemas.openxmlformats.org/officeDocument/2006/relationships/notesSlide" Target="../notesSlides/notesSlide12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817.xml"/><Relationship Id="rId19" Type="http://schemas.openxmlformats.org/officeDocument/2006/relationships/tags" Target="../tags/tag830.xml"/><Relationship Id="rId18" Type="http://schemas.openxmlformats.org/officeDocument/2006/relationships/tags" Target="../tags/tag829.xml"/><Relationship Id="rId17" Type="http://schemas.openxmlformats.org/officeDocument/2006/relationships/image" Target="../media/image14.png"/><Relationship Id="rId16" Type="http://schemas.openxmlformats.org/officeDocument/2006/relationships/tags" Target="../tags/tag828.xml"/><Relationship Id="rId15" Type="http://schemas.openxmlformats.org/officeDocument/2006/relationships/tags" Target="../tags/tag827.xml"/><Relationship Id="rId14" Type="http://schemas.openxmlformats.org/officeDocument/2006/relationships/image" Target="../media/image13.png"/><Relationship Id="rId13" Type="http://schemas.openxmlformats.org/officeDocument/2006/relationships/tags" Target="../tags/tag826.xml"/><Relationship Id="rId12" Type="http://schemas.openxmlformats.org/officeDocument/2006/relationships/tags" Target="../tags/tag825.xml"/><Relationship Id="rId11" Type="http://schemas.openxmlformats.org/officeDocument/2006/relationships/tags" Target="../tags/tag824.xml"/><Relationship Id="rId10" Type="http://schemas.openxmlformats.org/officeDocument/2006/relationships/image" Target="../media/image12.png"/><Relationship Id="rId1" Type="http://schemas.openxmlformats.org/officeDocument/2006/relationships/tags" Target="../tags/tag81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839.xml"/><Relationship Id="rId8" Type="http://schemas.openxmlformats.org/officeDocument/2006/relationships/tags" Target="../tags/tag838.xml"/><Relationship Id="rId7" Type="http://schemas.openxmlformats.org/officeDocument/2006/relationships/tags" Target="../tags/tag837.xml"/><Relationship Id="rId6" Type="http://schemas.openxmlformats.org/officeDocument/2006/relationships/tags" Target="../tags/tag836.xml"/><Relationship Id="rId5" Type="http://schemas.openxmlformats.org/officeDocument/2006/relationships/tags" Target="../tags/tag835.xml"/><Relationship Id="rId49" Type="http://schemas.openxmlformats.org/officeDocument/2006/relationships/notesSlide" Target="../notesSlides/notesSlide13.xml"/><Relationship Id="rId48" Type="http://schemas.openxmlformats.org/officeDocument/2006/relationships/slideLayout" Target="../slideLayouts/slideLayout11.xml"/><Relationship Id="rId47" Type="http://schemas.openxmlformats.org/officeDocument/2006/relationships/tags" Target="../tags/tag877.xml"/><Relationship Id="rId46" Type="http://schemas.openxmlformats.org/officeDocument/2006/relationships/tags" Target="../tags/tag876.xml"/><Relationship Id="rId45" Type="http://schemas.openxmlformats.org/officeDocument/2006/relationships/tags" Target="../tags/tag875.xml"/><Relationship Id="rId44" Type="http://schemas.openxmlformats.org/officeDocument/2006/relationships/tags" Target="../tags/tag874.xml"/><Relationship Id="rId43" Type="http://schemas.openxmlformats.org/officeDocument/2006/relationships/tags" Target="../tags/tag873.xml"/><Relationship Id="rId42" Type="http://schemas.openxmlformats.org/officeDocument/2006/relationships/tags" Target="../tags/tag872.xml"/><Relationship Id="rId41" Type="http://schemas.openxmlformats.org/officeDocument/2006/relationships/tags" Target="../tags/tag871.xml"/><Relationship Id="rId40" Type="http://schemas.openxmlformats.org/officeDocument/2006/relationships/tags" Target="../tags/tag870.xml"/><Relationship Id="rId4" Type="http://schemas.openxmlformats.org/officeDocument/2006/relationships/tags" Target="../tags/tag834.xml"/><Relationship Id="rId39" Type="http://schemas.openxmlformats.org/officeDocument/2006/relationships/tags" Target="../tags/tag869.xml"/><Relationship Id="rId38" Type="http://schemas.openxmlformats.org/officeDocument/2006/relationships/tags" Target="../tags/tag868.xml"/><Relationship Id="rId37" Type="http://schemas.openxmlformats.org/officeDocument/2006/relationships/tags" Target="../tags/tag867.xml"/><Relationship Id="rId36" Type="http://schemas.openxmlformats.org/officeDocument/2006/relationships/tags" Target="../tags/tag866.xml"/><Relationship Id="rId35" Type="http://schemas.openxmlformats.org/officeDocument/2006/relationships/tags" Target="../tags/tag865.xml"/><Relationship Id="rId34" Type="http://schemas.openxmlformats.org/officeDocument/2006/relationships/tags" Target="../tags/tag864.xml"/><Relationship Id="rId33" Type="http://schemas.openxmlformats.org/officeDocument/2006/relationships/tags" Target="../tags/tag863.xml"/><Relationship Id="rId32" Type="http://schemas.openxmlformats.org/officeDocument/2006/relationships/tags" Target="../tags/tag862.xml"/><Relationship Id="rId31" Type="http://schemas.openxmlformats.org/officeDocument/2006/relationships/tags" Target="../tags/tag861.xml"/><Relationship Id="rId30" Type="http://schemas.openxmlformats.org/officeDocument/2006/relationships/tags" Target="../tags/tag860.xml"/><Relationship Id="rId3" Type="http://schemas.openxmlformats.org/officeDocument/2006/relationships/tags" Target="../tags/tag833.xml"/><Relationship Id="rId29" Type="http://schemas.openxmlformats.org/officeDocument/2006/relationships/tags" Target="../tags/tag859.xml"/><Relationship Id="rId28" Type="http://schemas.openxmlformats.org/officeDocument/2006/relationships/tags" Target="../tags/tag858.xml"/><Relationship Id="rId27" Type="http://schemas.openxmlformats.org/officeDocument/2006/relationships/tags" Target="../tags/tag857.xml"/><Relationship Id="rId26" Type="http://schemas.openxmlformats.org/officeDocument/2006/relationships/tags" Target="../tags/tag856.xml"/><Relationship Id="rId25" Type="http://schemas.openxmlformats.org/officeDocument/2006/relationships/tags" Target="../tags/tag855.xml"/><Relationship Id="rId24" Type="http://schemas.openxmlformats.org/officeDocument/2006/relationships/tags" Target="../tags/tag854.xml"/><Relationship Id="rId23" Type="http://schemas.openxmlformats.org/officeDocument/2006/relationships/tags" Target="../tags/tag853.xml"/><Relationship Id="rId22" Type="http://schemas.openxmlformats.org/officeDocument/2006/relationships/tags" Target="../tags/tag852.xml"/><Relationship Id="rId21" Type="http://schemas.openxmlformats.org/officeDocument/2006/relationships/tags" Target="../tags/tag851.xml"/><Relationship Id="rId20" Type="http://schemas.openxmlformats.org/officeDocument/2006/relationships/tags" Target="../tags/tag850.xml"/><Relationship Id="rId2" Type="http://schemas.openxmlformats.org/officeDocument/2006/relationships/tags" Target="../tags/tag832.xml"/><Relationship Id="rId19" Type="http://schemas.openxmlformats.org/officeDocument/2006/relationships/tags" Target="../tags/tag849.xml"/><Relationship Id="rId18" Type="http://schemas.openxmlformats.org/officeDocument/2006/relationships/tags" Target="../tags/tag848.xml"/><Relationship Id="rId17" Type="http://schemas.openxmlformats.org/officeDocument/2006/relationships/tags" Target="../tags/tag847.xml"/><Relationship Id="rId16" Type="http://schemas.openxmlformats.org/officeDocument/2006/relationships/tags" Target="../tags/tag846.xml"/><Relationship Id="rId15" Type="http://schemas.openxmlformats.org/officeDocument/2006/relationships/tags" Target="../tags/tag845.xml"/><Relationship Id="rId14" Type="http://schemas.openxmlformats.org/officeDocument/2006/relationships/tags" Target="../tags/tag844.xml"/><Relationship Id="rId13" Type="http://schemas.openxmlformats.org/officeDocument/2006/relationships/tags" Target="../tags/tag843.xml"/><Relationship Id="rId12" Type="http://schemas.openxmlformats.org/officeDocument/2006/relationships/tags" Target="../tags/tag842.xml"/><Relationship Id="rId11" Type="http://schemas.openxmlformats.org/officeDocument/2006/relationships/tags" Target="../tags/tag841.xml"/><Relationship Id="rId10" Type="http://schemas.openxmlformats.org/officeDocument/2006/relationships/tags" Target="../tags/tag840.xml"/><Relationship Id="rId1" Type="http://schemas.openxmlformats.org/officeDocument/2006/relationships/tags" Target="../tags/tag83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79.xml"/><Relationship Id="rId1" Type="http://schemas.openxmlformats.org/officeDocument/2006/relationships/tags" Target="../tags/tag8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795145" y="2195830"/>
            <a:ext cx="806577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64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JSON文件数据管理</a:t>
            </a:r>
            <a:endParaRPr sz="64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597150" y="5222875"/>
            <a:ext cx="6802120" cy="1196975"/>
            <a:chOff x="4090" y="8225"/>
            <a:chExt cx="10712" cy="1885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184" y="8696"/>
              <a:ext cx="8619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如何管理</a:t>
              </a:r>
              <a:r>
                <a:rPr lang="en-US" alt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JSON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文件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数据呢？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1" name="ï$líḍe"/>
            <p:cNvSpPr/>
            <p:nvPr>
              <p:custDataLst>
                <p:tags r:id="rId4"/>
              </p:custDataLst>
            </p:nvPr>
          </p:nvSpPr>
          <p:spPr bwMode="auto">
            <a:xfrm>
              <a:off x="4795" y="9117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2" name="îşľîḋé"/>
            <p:cNvSpPr/>
            <p:nvPr>
              <p:custDataLst>
                <p:tags r:id="rId5"/>
              </p:custDataLst>
            </p:nvPr>
          </p:nvSpPr>
          <p:spPr bwMode="auto">
            <a:xfrm>
              <a:off x="4313" y="10028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3" name="îśḷïḋé"/>
            <p:cNvSpPr/>
            <p:nvPr>
              <p:custDataLst>
                <p:tags r:id="rId6"/>
              </p:custDataLst>
            </p:nvPr>
          </p:nvSpPr>
          <p:spPr bwMode="auto">
            <a:xfrm>
              <a:off x="4619" y="9206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4" name="iṩḷïďê"/>
            <p:cNvSpPr/>
            <p:nvPr>
              <p:custDataLst>
                <p:tags r:id="rId7"/>
              </p:custDataLst>
            </p:nvPr>
          </p:nvSpPr>
          <p:spPr bwMode="auto">
            <a:xfrm>
              <a:off x="4807" y="9231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5" name="îsľîḋé"/>
            <p:cNvSpPr/>
            <p:nvPr>
              <p:custDataLst>
                <p:tags r:id="rId8"/>
              </p:custDataLst>
            </p:nvPr>
          </p:nvSpPr>
          <p:spPr bwMode="auto">
            <a:xfrm>
              <a:off x="4462" y="9284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6" name="ïsḻïdê"/>
            <p:cNvSpPr/>
            <p:nvPr>
              <p:custDataLst>
                <p:tags r:id="rId9"/>
              </p:custDataLst>
            </p:nvPr>
          </p:nvSpPr>
          <p:spPr bwMode="auto">
            <a:xfrm>
              <a:off x="4476" y="9280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7" name="iS1îḍê"/>
            <p:cNvSpPr/>
            <p:nvPr>
              <p:custDataLst>
                <p:tags r:id="rId10"/>
              </p:custDataLst>
            </p:nvPr>
          </p:nvSpPr>
          <p:spPr bwMode="auto">
            <a:xfrm>
              <a:off x="4474" y="9369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8" name="işļíḓé"/>
            <p:cNvSpPr/>
            <p:nvPr>
              <p:custDataLst>
                <p:tags r:id="rId11"/>
              </p:custDataLst>
            </p:nvPr>
          </p:nvSpPr>
          <p:spPr bwMode="auto">
            <a:xfrm>
              <a:off x="4464" y="9331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9" name="iŝ1îḓé"/>
            <p:cNvSpPr/>
            <p:nvPr>
              <p:custDataLst>
                <p:tags r:id="rId12"/>
              </p:custDataLst>
            </p:nvPr>
          </p:nvSpPr>
          <p:spPr bwMode="auto">
            <a:xfrm>
              <a:off x="4549" y="9605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0" name="íşlíḑè"/>
            <p:cNvSpPr/>
            <p:nvPr>
              <p:custDataLst>
                <p:tags r:id="rId13"/>
              </p:custDataLst>
            </p:nvPr>
          </p:nvSpPr>
          <p:spPr bwMode="auto">
            <a:xfrm>
              <a:off x="4609" y="10025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1" name="î$ļïḓe"/>
            <p:cNvSpPr/>
            <p:nvPr>
              <p:custDataLst>
                <p:tags r:id="rId14"/>
              </p:custDataLst>
            </p:nvPr>
          </p:nvSpPr>
          <p:spPr bwMode="auto">
            <a:xfrm>
              <a:off x="4416" y="9605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2" name="ïŝlïḓe"/>
            <p:cNvSpPr/>
            <p:nvPr>
              <p:custDataLst>
                <p:tags r:id="rId15"/>
              </p:custDataLst>
            </p:nvPr>
          </p:nvSpPr>
          <p:spPr bwMode="auto">
            <a:xfrm>
              <a:off x="4476" y="10024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3" name="îṡḻîḓê"/>
            <p:cNvSpPr/>
            <p:nvPr>
              <p:custDataLst>
                <p:tags r:id="rId16"/>
              </p:custDataLst>
            </p:nvPr>
          </p:nvSpPr>
          <p:spPr bwMode="auto">
            <a:xfrm>
              <a:off x="4366" y="9603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4" name="ísľïḍé"/>
            <p:cNvSpPr/>
            <p:nvPr>
              <p:custDataLst>
                <p:tags r:id="rId17"/>
              </p:custDataLst>
            </p:nvPr>
          </p:nvSpPr>
          <p:spPr bwMode="auto">
            <a:xfrm>
              <a:off x="4387" y="9651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5" name="îṡľiḓe"/>
            <p:cNvSpPr/>
            <p:nvPr>
              <p:custDataLst>
                <p:tags r:id="rId18"/>
              </p:custDataLst>
            </p:nvPr>
          </p:nvSpPr>
          <p:spPr bwMode="auto">
            <a:xfrm>
              <a:off x="4455" y="9663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6" name="îšľîdè"/>
            <p:cNvSpPr/>
            <p:nvPr>
              <p:custDataLst>
                <p:tags r:id="rId19"/>
              </p:custDataLst>
            </p:nvPr>
          </p:nvSpPr>
          <p:spPr bwMode="auto">
            <a:xfrm>
              <a:off x="4532" y="9663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7" name="íṡlîḓe"/>
            <p:cNvSpPr/>
            <p:nvPr>
              <p:custDataLst>
                <p:tags r:id="rId20"/>
              </p:custDataLst>
            </p:nvPr>
          </p:nvSpPr>
          <p:spPr bwMode="auto">
            <a:xfrm>
              <a:off x="4569" y="9651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8" name="ís1ïďè"/>
            <p:cNvSpPr/>
            <p:nvPr>
              <p:custDataLst>
                <p:tags r:id="rId21"/>
              </p:custDataLst>
            </p:nvPr>
          </p:nvSpPr>
          <p:spPr bwMode="auto">
            <a:xfrm>
              <a:off x="4611" y="9639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9" name="îṣ1íďé"/>
            <p:cNvSpPr/>
            <p:nvPr>
              <p:custDataLst>
                <p:tags r:id="rId22"/>
              </p:custDataLst>
            </p:nvPr>
          </p:nvSpPr>
          <p:spPr bwMode="auto">
            <a:xfrm>
              <a:off x="4653" y="9618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0" name="ïṧḷiḋè"/>
            <p:cNvSpPr/>
            <p:nvPr>
              <p:custDataLst>
                <p:tags r:id="rId23"/>
              </p:custDataLst>
            </p:nvPr>
          </p:nvSpPr>
          <p:spPr bwMode="auto">
            <a:xfrm>
              <a:off x="4387" y="9330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ïṥ1iḍê"/>
            <p:cNvSpPr/>
            <p:nvPr>
              <p:custDataLst>
                <p:tags r:id="rId24"/>
              </p:custDataLst>
            </p:nvPr>
          </p:nvSpPr>
          <p:spPr bwMode="auto">
            <a:xfrm>
              <a:off x="4442" y="9338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2" name="îşlîḍè"/>
            <p:cNvSpPr/>
            <p:nvPr>
              <p:custDataLst>
                <p:tags r:id="rId25"/>
              </p:custDataLst>
            </p:nvPr>
          </p:nvSpPr>
          <p:spPr bwMode="auto">
            <a:xfrm>
              <a:off x="4538" y="9323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6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3" name="îṧľíḋe"/>
            <p:cNvSpPr/>
            <p:nvPr>
              <p:custDataLst>
                <p:tags r:id="rId26"/>
              </p:custDataLst>
            </p:nvPr>
          </p:nvSpPr>
          <p:spPr bwMode="auto">
            <a:xfrm>
              <a:off x="4539" y="9536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4" name="îṥļiḍe"/>
            <p:cNvSpPr/>
            <p:nvPr>
              <p:custDataLst>
                <p:tags r:id="rId27"/>
              </p:custDataLst>
            </p:nvPr>
          </p:nvSpPr>
          <p:spPr bwMode="auto">
            <a:xfrm>
              <a:off x="4545" y="9569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i$ḻïḓè"/>
            <p:cNvSpPr/>
            <p:nvPr>
              <p:custDataLst>
                <p:tags r:id="rId28"/>
              </p:custDataLst>
            </p:nvPr>
          </p:nvSpPr>
          <p:spPr bwMode="auto">
            <a:xfrm>
              <a:off x="4552" y="9602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6" name="íś1iḓe"/>
            <p:cNvSpPr/>
            <p:nvPr>
              <p:custDataLst>
                <p:tags r:id="rId29"/>
              </p:custDataLst>
            </p:nvPr>
          </p:nvSpPr>
          <p:spPr bwMode="auto">
            <a:xfrm>
              <a:off x="4199" y="8852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7" name="ïṩḷiḋê"/>
            <p:cNvSpPr/>
            <p:nvPr>
              <p:custDataLst>
                <p:tags r:id="rId30"/>
              </p:custDataLst>
            </p:nvPr>
          </p:nvSpPr>
          <p:spPr bwMode="auto">
            <a:xfrm>
              <a:off x="4328" y="9244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8" name="iSlîḓe"/>
            <p:cNvSpPr/>
            <p:nvPr>
              <p:custDataLst>
                <p:tags r:id="rId31"/>
              </p:custDataLst>
            </p:nvPr>
          </p:nvSpPr>
          <p:spPr bwMode="auto">
            <a:xfrm>
              <a:off x="4441" y="9216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iṣľîḍé"/>
            <p:cNvSpPr/>
            <p:nvPr>
              <p:custDataLst>
                <p:tags r:id="rId32"/>
              </p:custDataLst>
            </p:nvPr>
          </p:nvSpPr>
          <p:spPr bwMode="auto">
            <a:xfrm>
              <a:off x="4453" y="9212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0" name="îṧ1ïdè"/>
            <p:cNvSpPr/>
            <p:nvPr>
              <p:custDataLst>
                <p:tags r:id="rId33"/>
              </p:custDataLst>
            </p:nvPr>
          </p:nvSpPr>
          <p:spPr bwMode="auto">
            <a:xfrm>
              <a:off x="4469" y="9202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1" name="iṧlïḋe"/>
            <p:cNvSpPr/>
            <p:nvPr>
              <p:custDataLst>
                <p:tags r:id="rId34"/>
              </p:custDataLst>
            </p:nvPr>
          </p:nvSpPr>
          <p:spPr bwMode="auto">
            <a:xfrm>
              <a:off x="4583" y="9163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2" name="íṣ1íḍê"/>
            <p:cNvSpPr/>
            <p:nvPr>
              <p:custDataLst>
                <p:tags r:id="rId35"/>
              </p:custDataLst>
            </p:nvPr>
          </p:nvSpPr>
          <p:spPr bwMode="auto">
            <a:xfrm>
              <a:off x="4597" y="9158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îṡľîďè"/>
            <p:cNvSpPr/>
            <p:nvPr>
              <p:custDataLst>
                <p:tags r:id="rId36"/>
              </p:custDataLst>
            </p:nvPr>
          </p:nvSpPr>
          <p:spPr bwMode="auto">
            <a:xfrm>
              <a:off x="4611" y="9160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4" name="ïśľîḓe"/>
            <p:cNvSpPr/>
            <p:nvPr>
              <p:custDataLst>
                <p:tags r:id="rId37"/>
              </p:custDataLst>
            </p:nvPr>
          </p:nvSpPr>
          <p:spPr bwMode="auto">
            <a:xfrm>
              <a:off x="4557" y="9088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5" name="ïšḻíḋê"/>
            <p:cNvSpPr/>
            <p:nvPr>
              <p:custDataLst>
                <p:tags r:id="rId38"/>
              </p:custDataLst>
            </p:nvPr>
          </p:nvSpPr>
          <p:spPr bwMode="auto">
            <a:xfrm>
              <a:off x="4582" y="9093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6" name="işľídè"/>
            <p:cNvSpPr/>
            <p:nvPr>
              <p:custDataLst>
                <p:tags r:id="rId39"/>
              </p:custDataLst>
            </p:nvPr>
          </p:nvSpPr>
          <p:spPr bwMode="auto">
            <a:xfrm>
              <a:off x="4412" y="9129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7" name="îsḷiḍe"/>
            <p:cNvSpPr/>
            <p:nvPr>
              <p:custDataLst>
                <p:tags r:id="rId40"/>
              </p:custDataLst>
            </p:nvPr>
          </p:nvSpPr>
          <p:spPr bwMode="auto">
            <a:xfrm>
              <a:off x="4438" y="9136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8" name="iṧlîde"/>
            <p:cNvSpPr/>
            <p:nvPr>
              <p:custDataLst>
                <p:tags r:id="rId41"/>
              </p:custDataLst>
            </p:nvPr>
          </p:nvSpPr>
          <p:spPr bwMode="auto">
            <a:xfrm>
              <a:off x="4397" y="9080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9" name="ísḷîdé"/>
            <p:cNvSpPr/>
            <p:nvPr>
              <p:custDataLst>
                <p:tags r:id="rId42"/>
              </p:custDataLst>
            </p:nvPr>
          </p:nvSpPr>
          <p:spPr bwMode="auto">
            <a:xfrm>
              <a:off x="4522" y="9031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0" name="ïṡ1idè"/>
            <p:cNvSpPr/>
            <p:nvPr>
              <p:custDataLst>
                <p:tags r:id="rId43"/>
              </p:custDataLst>
            </p:nvPr>
          </p:nvSpPr>
          <p:spPr bwMode="auto">
            <a:xfrm>
              <a:off x="4500" y="9219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1" name="işliḋè"/>
            <p:cNvSpPr/>
            <p:nvPr>
              <p:custDataLst>
                <p:tags r:id="rId44"/>
              </p:custDataLst>
            </p:nvPr>
          </p:nvSpPr>
          <p:spPr bwMode="auto">
            <a:xfrm>
              <a:off x="4104" y="8767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2" name="íslïďê"/>
            <p:cNvSpPr/>
            <p:nvPr>
              <p:custDataLst>
                <p:tags r:id="rId45"/>
              </p:custDataLst>
            </p:nvPr>
          </p:nvSpPr>
          <p:spPr bwMode="auto">
            <a:xfrm>
              <a:off x="4255" y="9072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3" name="îṣḻíḑe"/>
            <p:cNvSpPr/>
            <p:nvPr>
              <p:custDataLst>
                <p:tags r:id="rId46"/>
              </p:custDataLst>
            </p:nvPr>
          </p:nvSpPr>
          <p:spPr bwMode="auto">
            <a:xfrm>
              <a:off x="4193" y="9166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4" name="ïśḷïde"/>
            <p:cNvSpPr/>
            <p:nvPr>
              <p:custDataLst>
                <p:tags r:id="rId47"/>
              </p:custDataLst>
            </p:nvPr>
          </p:nvSpPr>
          <p:spPr bwMode="auto">
            <a:xfrm>
              <a:off x="4294" y="9200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5" name="iṡḷîḑê"/>
            <p:cNvSpPr/>
            <p:nvPr>
              <p:custDataLst>
                <p:tags r:id="rId48"/>
              </p:custDataLst>
            </p:nvPr>
          </p:nvSpPr>
          <p:spPr bwMode="auto">
            <a:xfrm>
              <a:off x="4090" y="8945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6" name="íṩ1ídè"/>
            <p:cNvSpPr/>
            <p:nvPr>
              <p:custDataLst>
                <p:tags r:id="rId49"/>
              </p:custDataLst>
            </p:nvPr>
          </p:nvSpPr>
          <p:spPr bwMode="auto">
            <a:xfrm>
              <a:off x="4160" y="8545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7" name="ïSļîḋê"/>
            <p:cNvSpPr/>
            <p:nvPr>
              <p:custDataLst>
                <p:tags r:id="rId50"/>
              </p:custDataLst>
            </p:nvPr>
          </p:nvSpPr>
          <p:spPr bwMode="auto">
            <a:xfrm>
              <a:off x="5115" y="9883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8" name="ïś1iďé"/>
            <p:cNvSpPr/>
            <p:nvPr>
              <p:custDataLst>
                <p:tags r:id="rId51"/>
              </p:custDataLst>
            </p:nvPr>
          </p:nvSpPr>
          <p:spPr bwMode="auto">
            <a:xfrm>
              <a:off x="5333" y="8225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9" name="îṩḷïḋê"/>
            <p:cNvSpPr/>
            <p:nvPr>
              <p:custDataLst>
                <p:tags r:id="rId52"/>
              </p:custDataLst>
            </p:nvPr>
          </p:nvSpPr>
          <p:spPr bwMode="auto">
            <a:xfrm>
              <a:off x="5071" y="8294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0" name="îṡḷiďê"/>
            <p:cNvSpPr/>
            <p:nvPr>
              <p:custDataLst>
                <p:tags r:id="rId53"/>
              </p:custDataLst>
            </p:nvPr>
          </p:nvSpPr>
          <p:spPr bwMode="auto">
            <a:xfrm>
              <a:off x="5071" y="8294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1" name="îṧļîḑè"/>
            <p:cNvSpPr/>
            <p:nvPr>
              <p:custDataLst>
                <p:tags r:id="rId54"/>
              </p:custDataLst>
            </p:nvPr>
          </p:nvSpPr>
          <p:spPr bwMode="auto">
            <a:xfrm>
              <a:off x="5076" y="8294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" name="îṡļîḑè"/>
            <p:cNvSpPr/>
            <p:nvPr>
              <p:custDataLst>
                <p:tags r:id="rId55"/>
              </p:custDataLst>
            </p:nvPr>
          </p:nvSpPr>
          <p:spPr bwMode="auto">
            <a:xfrm>
              <a:off x="5076" y="8294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3" name="í$1ïďê"/>
            <p:cNvSpPr/>
            <p:nvPr>
              <p:custDataLst>
                <p:tags r:id="rId56"/>
              </p:custDataLst>
            </p:nvPr>
          </p:nvSpPr>
          <p:spPr bwMode="auto">
            <a:xfrm>
              <a:off x="5078" y="8958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4" name="isľíďe"/>
            <p:cNvSpPr/>
            <p:nvPr>
              <p:custDataLst>
                <p:tags r:id="rId57"/>
              </p:custDataLst>
            </p:nvPr>
          </p:nvSpPr>
          <p:spPr bwMode="auto">
            <a:xfrm>
              <a:off x="5083" y="8958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5" name="ïṡlíḓé"/>
            <p:cNvSpPr/>
            <p:nvPr>
              <p:custDataLst>
                <p:tags r:id="rId58"/>
              </p:custDataLst>
            </p:nvPr>
          </p:nvSpPr>
          <p:spPr bwMode="auto">
            <a:xfrm>
              <a:off x="5024" y="8626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6" name="îŝ1îdè"/>
            <p:cNvSpPr/>
            <p:nvPr>
              <p:custDataLst>
                <p:tags r:id="rId59"/>
              </p:custDataLst>
            </p:nvPr>
          </p:nvSpPr>
          <p:spPr bwMode="auto">
            <a:xfrm>
              <a:off x="5032" y="8622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7" name="íśḷîḍé"/>
            <p:cNvSpPr/>
            <p:nvPr>
              <p:custDataLst>
                <p:tags r:id="rId60"/>
              </p:custDataLst>
            </p:nvPr>
          </p:nvSpPr>
          <p:spPr bwMode="auto">
            <a:xfrm>
              <a:off x="5015" y="9270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8" name="ï$ḻíḑe"/>
            <p:cNvSpPr/>
            <p:nvPr>
              <p:custDataLst>
                <p:tags r:id="rId61"/>
              </p:custDataLst>
            </p:nvPr>
          </p:nvSpPr>
          <p:spPr bwMode="auto">
            <a:xfrm>
              <a:off x="5021" y="9263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9" name="îŝľïďê"/>
            <p:cNvSpPr/>
            <p:nvPr>
              <p:custDataLst>
                <p:tags r:id="rId62"/>
              </p:custDataLst>
            </p:nvPr>
          </p:nvSpPr>
          <p:spPr bwMode="auto">
            <a:xfrm>
              <a:off x="5333" y="8545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0" name="íṡḷíḑe"/>
            <p:cNvSpPr/>
            <p:nvPr>
              <p:custDataLst>
                <p:tags r:id="rId63"/>
              </p:custDataLst>
            </p:nvPr>
          </p:nvSpPr>
          <p:spPr bwMode="auto">
            <a:xfrm>
              <a:off x="5333" y="8545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1" name="iśļïďê"/>
            <p:cNvSpPr/>
            <p:nvPr>
              <p:custDataLst>
                <p:tags r:id="rId64"/>
              </p:custDataLst>
            </p:nvPr>
          </p:nvSpPr>
          <p:spPr bwMode="auto">
            <a:xfrm>
              <a:off x="5333" y="8527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2" name="íṧlîḍé"/>
            <p:cNvSpPr/>
            <p:nvPr>
              <p:custDataLst>
                <p:tags r:id="rId65"/>
              </p:custDataLst>
            </p:nvPr>
          </p:nvSpPr>
          <p:spPr bwMode="auto">
            <a:xfrm>
              <a:off x="5333" y="8527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3" name="iṩļïḍê"/>
            <p:cNvSpPr/>
            <p:nvPr>
              <p:custDataLst>
                <p:tags r:id="rId66"/>
              </p:custDataLst>
            </p:nvPr>
          </p:nvSpPr>
          <p:spPr bwMode="auto">
            <a:xfrm>
              <a:off x="5333" y="8529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4" name="íŝḻiḑe"/>
            <p:cNvSpPr/>
            <p:nvPr>
              <p:custDataLst>
                <p:tags r:id="rId67"/>
              </p:custDataLst>
            </p:nvPr>
          </p:nvSpPr>
          <p:spPr bwMode="auto">
            <a:xfrm>
              <a:off x="5333" y="8529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5" name="iṣḷíḋé"/>
            <p:cNvSpPr/>
            <p:nvPr>
              <p:custDataLst>
                <p:tags r:id="rId68"/>
              </p:custDataLst>
            </p:nvPr>
          </p:nvSpPr>
          <p:spPr bwMode="auto">
            <a:xfrm>
              <a:off x="5333" y="8842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6" name="îSḷíḍe"/>
            <p:cNvSpPr/>
            <p:nvPr>
              <p:custDataLst>
                <p:tags r:id="rId69"/>
              </p:custDataLst>
            </p:nvPr>
          </p:nvSpPr>
          <p:spPr bwMode="auto">
            <a:xfrm>
              <a:off x="5333" y="9163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7" name="ïşliďê"/>
            <p:cNvSpPr/>
            <p:nvPr>
              <p:custDataLst>
                <p:tags r:id="rId70"/>
              </p:custDataLst>
            </p:nvPr>
          </p:nvSpPr>
          <p:spPr bwMode="auto">
            <a:xfrm>
              <a:off x="5333" y="9495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76" name="图片 75"/>
          <p:cNvPicPr/>
          <p:nvPr/>
        </p:nvPicPr>
        <p:blipFill>
          <a:blip r:embed="rId71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组合 3"/>
          <p:cNvGrpSpPr/>
          <p:nvPr/>
        </p:nvGrpSpPr>
        <p:grpSpPr>
          <a:xfrm>
            <a:off x="2138680" y="1694815"/>
            <a:ext cx="7592695" cy="2984500"/>
            <a:chOff x="3368" y="2669"/>
            <a:chExt cx="11957" cy="4700"/>
          </a:xfrm>
        </p:grpSpPr>
        <p:grpSp>
          <p:nvGrpSpPr>
            <p:cNvPr id="3" name="组合 2"/>
            <p:cNvGrpSpPr/>
            <p:nvPr/>
          </p:nvGrpSpPr>
          <p:grpSpPr>
            <a:xfrm>
              <a:off x="8829" y="3715"/>
              <a:ext cx="6497" cy="2898"/>
              <a:chOff x="8829" y="3715"/>
              <a:chExt cx="6497" cy="2898"/>
            </a:xfrm>
          </p:grpSpPr>
          <p:pic>
            <p:nvPicPr>
              <p:cNvPr id="77" name="图片 76"/>
              <p:cNvPicPr>
                <a:picLocks noChangeAspect="1"/>
              </p:cNvPicPr>
              <p:nvPr/>
            </p:nvPicPr>
            <p:blipFill rotWithShape="1">
              <a:blip r:embed="rId7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9" t="18201" r="3229" b="21494"/>
              <a:stretch>
                <a:fillRect/>
              </a:stretch>
            </p:blipFill>
            <p:spPr>
              <a:xfrm>
                <a:off x="8829" y="4194"/>
                <a:ext cx="2697" cy="1708"/>
              </a:xfrm>
              <a:prstGeom prst="rect">
                <a:avLst/>
              </a:prstGeom>
            </p:spPr>
          </p:pic>
          <p:pic>
            <p:nvPicPr>
              <p:cNvPr id="78" name="图片 77"/>
              <p:cNvPicPr>
                <a:picLocks noChangeAspect="1"/>
              </p:cNvPicPr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2428" y="3715"/>
                <a:ext cx="2898" cy="2898"/>
              </a:xfrm>
              <a:prstGeom prst="rect">
                <a:avLst/>
              </a:prstGeom>
            </p:spPr>
          </p:pic>
        </p:grpSp>
        <p:pic>
          <p:nvPicPr>
            <p:cNvPr id="5" name="图片 4" descr="图形用户界面&#10;&#10;描述已自动生成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3368" y="2669"/>
              <a:ext cx="5129" cy="4701"/>
            </a:xfrm>
            <a:prstGeom prst="rect">
              <a:avLst/>
            </a:prstGeom>
          </p:spPr>
        </p:pic>
      </p:grpSp>
    </p:spTree>
    <p:custDataLst>
      <p:tags r:id="rId7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909893" y="3024859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718453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实验需求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5030918" y="3024859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5839478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实验步骤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8009703" y="3025136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8818263" y="3136306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实验需求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741805" y="1618615"/>
            <a:ext cx="9006840" cy="768350"/>
            <a:chOff x="2743" y="2549"/>
            <a:chExt cx="14184" cy="1210"/>
          </a:xfrm>
        </p:grpSpPr>
        <p:sp>
          <p:nvSpPr>
            <p:cNvPr id="41" name="iŝľíḓé"/>
            <p:cNvSpPr/>
            <p:nvPr>
              <p:custDataLst>
                <p:tags r:id="rId3"/>
              </p:custDataLst>
            </p:nvPr>
          </p:nvSpPr>
          <p:spPr bwMode="auto">
            <a:xfrm>
              <a:off x="2743" y="2630"/>
              <a:ext cx="1038" cy="967"/>
            </a:xfrm>
            <a:prstGeom prst="ellipse">
              <a:avLst/>
            </a:prstGeom>
            <a:solidFill>
              <a:srgbClr val="4C94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ïṣlîdè"/>
            <p:cNvSpPr/>
            <p:nvPr>
              <p:custDataLst>
                <p:tags r:id="rId4"/>
              </p:custDataLst>
            </p:nvPr>
          </p:nvSpPr>
          <p:spPr bwMode="auto">
            <a:xfrm>
              <a:off x="3044" y="2889"/>
              <a:ext cx="435" cy="500"/>
            </a:xfrm>
            <a:custGeom>
              <a:avLst/>
              <a:gdLst>
                <a:gd name="connsiteX0" fmla="*/ 324459 w 489089"/>
                <a:gd name="connsiteY0" fmla="*/ 442516 h 603828"/>
                <a:gd name="connsiteX1" fmla="*/ 386263 w 489089"/>
                <a:gd name="connsiteY1" fmla="*/ 442516 h 603828"/>
                <a:gd name="connsiteX2" fmla="*/ 386263 w 489089"/>
                <a:gd name="connsiteY2" fmla="*/ 452958 h 603828"/>
                <a:gd name="connsiteX3" fmla="*/ 402563 w 489089"/>
                <a:gd name="connsiteY3" fmla="*/ 469096 h 603828"/>
                <a:gd name="connsiteX4" fmla="*/ 489089 w 489089"/>
                <a:gd name="connsiteY4" fmla="*/ 469096 h 603828"/>
                <a:gd name="connsiteX5" fmla="*/ 489089 w 489089"/>
                <a:gd name="connsiteY5" fmla="*/ 587485 h 603828"/>
                <a:gd name="connsiteX6" fmla="*/ 472925 w 489089"/>
                <a:gd name="connsiteY6" fmla="*/ 603758 h 603828"/>
                <a:gd name="connsiteX7" fmla="*/ 324459 w 489089"/>
                <a:gd name="connsiteY7" fmla="*/ 603758 h 603828"/>
                <a:gd name="connsiteX8" fmla="*/ 308159 w 489089"/>
                <a:gd name="connsiteY8" fmla="*/ 587485 h 603828"/>
                <a:gd name="connsiteX9" fmla="*/ 308159 w 489089"/>
                <a:gd name="connsiteY9" fmla="*/ 458789 h 603828"/>
                <a:gd name="connsiteX10" fmla="*/ 324459 w 489089"/>
                <a:gd name="connsiteY10" fmla="*/ 442516 h 603828"/>
                <a:gd name="connsiteX11" fmla="*/ 16307 w 489089"/>
                <a:gd name="connsiteY11" fmla="*/ 442516 h 603828"/>
                <a:gd name="connsiteX12" fmla="*/ 78272 w 489089"/>
                <a:gd name="connsiteY12" fmla="*/ 442516 h 603828"/>
                <a:gd name="connsiteX13" fmla="*/ 78272 w 489089"/>
                <a:gd name="connsiteY13" fmla="*/ 452963 h 603828"/>
                <a:gd name="connsiteX14" fmla="*/ 94443 w 489089"/>
                <a:gd name="connsiteY14" fmla="*/ 469107 h 603828"/>
                <a:gd name="connsiteX15" fmla="*/ 181141 w 489089"/>
                <a:gd name="connsiteY15" fmla="*/ 469107 h 603828"/>
                <a:gd name="connsiteX16" fmla="*/ 181141 w 489089"/>
                <a:gd name="connsiteY16" fmla="*/ 587548 h 603828"/>
                <a:gd name="connsiteX17" fmla="*/ 164834 w 489089"/>
                <a:gd name="connsiteY17" fmla="*/ 603828 h 603828"/>
                <a:gd name="connsiteX18" fmla="*/ 16307 w 489089"/>
                <a:gd name="connsiteY18" fmla="*/ 603828 h 603828"/>
                <a:gd name="connsiteX19" fmla="*/ 0 w 489089"/>
                <a:gd name="connsiteY19" fmla="*/ 587548 h 603828"/>
                <a:gd name="connsiteX20" fmla="*/ 0 w 489089"/>
                <a:gd name="connsiteY20" fmla="*/ 458796 h 603828"/>
                <a:gd name="connsiteX21" fmla="*/ 16307 w 489089"/>
                <a:gd name="connsiteY21" fmla="*/ 442516 h 603828"/>
                <a:gd name="connsiteX22" fmla="*/ 311829 w 489089"/>
                <a:gd name="connsiteY22" fmla="*/ 339702 h 603828"/>
                <a:gd name="connsiteX23" fmla="*/ 343461 w 489089"/>
                <a:gd name="connsiteY23" fmla="*/ 339702 h 603828"/>
                <a:gd name="connsiteX24" fmla="*/ 377808 w 489089"/>
                <a:gd name="connsiteY24" fmla="*/ 422969 h 603828"/>
                <a:gd name="connsiteX25" fmla="*/ 346040 w 489089"/>
                <a:gd name="connsiteY25" fmla="*/ 422969 h 603828"/>
                <a:gd name="connsiteX26" fmla="*/ 145806 w 489089"/>
                <a:gd name="connsiteY26" fmla="*/ 339702 h 603828"/>
                <a:gd name="connsiteX27" fmla="*/ 177472 w 489089"/>
                <a:gd name="connsiteY27" fmla="*/ 339702 h 603828"/>
                <a:gd name="connsiteX28" fmla="*/ 132216 w 489089"/>
                <a:gd name="connsiteY28" fmla="*/ 449713 h 603828"/>
                <a:gd name="connsiteX29" fmla="*/ 100415 w 489089"/>
                <a:gd name="connsiteY29" fmla="*/ 449713 h 603828"/>
                <a:gd name="connsiteX30" fmla="*/ 270626 w 489089"/>
                <a:gd name="connsiteY30" fmla="*/ 0 h 603828"/>
                <a:gd name="connsiteX31" fmla="*/ 383104 w 489089"/>
                <a:gd name="connsiteY31" fmla="*/ 88302 h 603828"/>
                <a:gd name="connsiteX32" fmla="*/ 384326 w 489089"/>
                <a:gd name="connsiteY32" fmla="*/ 93321 h 603828"/>
                <a:gd name="connsiteX33" fmla="*/ 389217 w 489089"/>
                <a:gd name="connsiteY33" fmla="*/ 94813 h 603828"/>
                <a:gd name="connsiteX34" fmla="*/ 470178 w 489089"/>
                <a:gd name="connsiteY34" fmla="*/ 205224 h 603828"/>
                <a:gd name="connsiteX35" fmla="*/ 354441 w 489089"/>
                <a:gd name="connsiteY35" fmla="*/ 320790 h 603828"/>
                <a:gd name="connsiteX36" fmla="*/ 134785 w 489089"/>
                <a:gd name="connsiteY36" fmla="*/ 320790 h 603828"/>
                <a:gd name="connsiteX37" fmla="*/ 18912 w 489089"/>
                <a:gd name="connsiteY37" fmla="*/ 205224 h 603828"/>
                <a:gd name="connsiteX38" fmla="*/ 134785 w 489089"/>
                <a:gd name="connsiteY38" fmla="*/ 89523 h 603828"/>
                <a:gd name="connsiteX39" fmla="*/ 149320 w 489089"/>
                <a:gd name="connsiteY39" fmla="*/ 90472 h 603828"/>
                <a:gd name="connsiteX40" fmla="*/ 157063 w 489089"/>
                <a:gd name="connsiteY40" fmla="*/ 91422 h 603828"/>
                <a:gd name="connsiteX41" fmla="*/ 159236 w 489089"/>
                <a:gd name="connsiteY41" fmla="*/ 83962 h 603828"/>
                <a:gd name="connsiteX42" fmla="*/ 270626 w 489089"/>
                <a:gd name="connsiteY42" fmla="*/ 0 h 60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489089" h="603828">
                  <a:moveTo>
                    <a:pt x="324459" y="442516"/>
                  </a:moveTo>
                  <a:lnTo>
                    <a:pt x="386263" y="442516"/>
                  </a:lnTo>
                  <a:lnTo>
                    <a:pt x="386263" y="452958"/>
                  </a:lnTo>
                  <a:cubicBezTo>
                    <a:pt x="386263" y="461908"/>
                    <a:pt x="393598" y="469096"/>
                    <a:pt x="402563" y="469096"/>
                  </a:cubicBezTo>
                  <a:lnTo>
                    <a:pt x="489089" y="469096"/>
                  </a:lnTo>
                  <a:lnTo>
                    <a:pt x="489089" y="587485"/>
                  </a:lnTo>
                  <a:cubicBezTo>
                    <a:pt x="489089" y="596435"/>
                    <a:pt x="481890" y="603758"/>
                    <a:pt x="472925" y="603758"/>
                  </a:cubicBezTo>
                  <a:lnTo>
                    <a:pt x="324459" y="603758"/>
                  </a:lnTo>
                  <a:cubicBezTo>
                    <a:pt x="315358" y="603758"/>
                    <a:pt x="308159" y="596435"/>
                    <a:pt x="308159" y="587485"/>
                  </a:cubicBezTo>
                  <a:lnTo>
                    <a:pt x="308159" y="458789"/>
                  </a:lnTo>
                  <a:cubicBezTo>
                    <a:pt x="308159" y="449839"/>
                    <a:pt x="315358" y="442516"/>
                    <a:pt x="324459" y="442516"/>
                  </a:cubicBezTo>
                  <a:close/>
                  <a:moveTo>
                    <a:pt x="16307" y="442516"/>
                  </a:moveTo>
                  <a:lnTo>
                    <a:pt x="78272" y="442516"/>
                  </a:lnTo>
                  <a:lnTo>
                    <a:pt x="78272" y="452963"/>
                  </a:lnTo>
                  <a:cubicBezTo>
                    <a:pt x="78272" y="461917"/>
                    <a:pt x="85475" y="469107"/>
                    <a:pt x="94443" y="469107"/>
                  </a:cubicBezTo>
                  <a:lnTo>
                    <a:pt x="181141" y="469107"/>
                  </a:lnTo>
                  <a:lnTo>
                    <a:pt x="181141" y="587548"/>
                  </a:lnTo>
                  <a:cubicBezTo>
                    <a:pt x="181141" y="596502"/>
                    <a:pt x="173803" y="603828"/>
                    <a:pt x="164834" y="603828"/>
                  </a:cubicBezTo>
                  <a:lnTo>
                    <a:pt x="16307" y="603828"/>
                  </a:lnTo>
                  <a:cubicBezTo>
                    <a:pt x="7338" y="603828"/>
                    <a:pt x="0" y="596502"/>
                    <a:pt x="0" y="587548"/>
                  </a:cubicBezTo>
                  <a:lnTo>
                    <a:pt x="0" y="458796"/>
                  </a:lnTo>
                  <a:cubicBezTo>
                    <a:pt x="0" y="449842"/>
                    <a:pt x="7338" y="442516"/>
                    <a:pt x="16307" y="442516"/>
                  </a:cubicBezTo>
                  <a:close/>
                  <a:moveTo>
                    <a:pt x="311829" y="339702"/>
                  </a:moveTo>
                  <a:lnTo>
                    <a:pt x="343461" y="339702"/>
                  </a:lnTo>
                  <a:lnTo>
                    <a:pt x="377808" y="422969"/>
                  </a:lnTo>
                  <a:lnTo>
                    <a:pt x="346040" y="422969"/>
                  </a:lnTo>
                  <a:close/>
                  <a:moveTo>
                    <a:pt x="145806" y="339702"/>
                  </a:moveTo>
                  <a:lnTo>
                    <a:pt x="177472" y="339702"/>
                  </a:lnTo>
                  <a:lnTo>
                    <a:pt x="132216" y="449713"/>
                  </a:lnTo>
                  <a:lnTo>
                    <a:pt x="100415" y="449713"/>
                  </a:lnTo>
                  <a:close/>
                  <a:moveTo>
                    <a:pt x="270626" y="0"/>
                  </a:moveTo>
                  <a:cubicBezTo>
                    <a:pt x="324284" y="0"/>
                    <a:pt x="370606" y="36352"/>
                    <a:pt x="383104" y="88302"/>
                  </a:cubicBezTo>
                  <a:lnTo>
                    <a:pt x="384326" y="93321"/>
                  </a:lnTo>
                  <a:lnTo>
                    <a:pt x="389217" y="94813"/>
                  </a:lnTo>
                  <a:cubicBezTo>
                    <a:pt x="437712" y="110005"/>
                    <a:pt x="470178" y="154359"/>
                    <a:pt x="470178" y="205224"/>
                  </a:cubicBezTo>
                  <a:cubicBezTo>
                    <a:pt x="470178" y="268975"/>
                    <a:pt x="418287" y="320790"/>
                    <a:pt x="354441" y="320790"/>
                  </a:cubicBezTo>
                  <a:lnTo>
                    <a:pt x="134785" y="320790"/>
                  </a:lnTo>
                  <a:cubicBezTo>
                    <a:pt x="70939" y="320790"/>
                    <a:pt x="18912" y="268975"/>
                    <a:pt x="18912" y="205224"/>
                  </a:cubicBezTo>
                  <a:cubicBezTo>
                    <a:pt x="18912" y="141473"/>
                    <a:pt x="70939" y="89523"/>
                    <a:pt x="134785" y="89523"/>
                  </a:cubicBezTo>
                  <a:cubicBezTo>
                    <a:pt x="139539" y="89523"/>
                    <a:pt x="144565" y="89930"/>
                    <a:pt x="149320" y="90472"/>
                  </a:cubicBezTo>
                  <a:lnTo>
                    <a:pt x="157063" y="91422"/>
                  </a:lnTo>
                  <a:lnTo>
                    <a:pt x="159236" y="83962"/>
                  </a:lnTo>
                  <a:cubicBezTo>
                    <a:pt x="173228" y="34588"/>
                    <a:pt x="219007" y="0"/>
                    <a:pt x="2706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5"/>
              </p:custDataLst>
            </p:nvPr>
          </p:nvSpPr>
          <p:spPr>
            <a:xfrm>
              <a:off x="4083" y="2549"/>
              <a:ext cx="12844" cy="12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spc="3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通过文件模块 </a:t>
              </a:r>
              <a:r>
                <a:rPr lang="en-US" altLang="zh-CN" sz="2200" spc="3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fs </a:t>
              </a:r>
              <a:r>
                <a:rPr lang="zh-CN" altLang="en-US" sz="2200" spc="3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进行读、写、删除等操作，完成对 </a:t>
              </a:r>
              <a:r>
                <a:rPr lang="en-US" altLang="zh-CN" sz="2200" spc="3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JSON </a:t>
              </a:r>
              <a:r>
                <a:rPr lang="zh-CN" altLang="en-US" sz="2200" spc="3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文件进行增、删、改和查。</a:t>
              </a:r>
              <a:endPara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5513" y="3065925"/>
            <a:ext cx="2122011" cy="212201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7" t="33405" r="50655" b="34534"/>
          <a:stretch>
            <a:fillRect/>
          </a:stretch>
        </p:blipFill>
        <p:spPr>
          <a:xfrm>
            <a:off x="3870424" y="3503814"/>
            <a:ext cx="1356401" cy="139451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49" t="68318" r="10732" b="1373"/>
          <a:stretch>
            <a:fillRect/>
          </a:stretch>
        </p:blipFill>
        <p:spPr>
          <a:xfrm>
            <a:off x="6952622" y="3467953"/>
            <a:ext cx="1325318" cy="151373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23" t="1518" r="8926" b="66420"/>
          <a:stretch>
            <a:fillRect/>
          </a:stretch>
        </p:blipFill>
        <p:spPr>
          <a:xfrm>
            <a:off x="8630114" y="3577868"/>
            <a:ext cx="1325318" cy="1461937"/>
          </a:xfrm>
          <a:prstGeom prst="rect">
            <a:avLst/>
          </a:prstGeom>
        </p:spPr>
      </p:pic>
      <p:sp>
        <p:nvSpPr>
          <p:cNvPr id="13" name="矩形: 圆角 12"/>
          <p:cNvSpPr/>
          <p:nvPr>
            <p:custDataLst>
              <p:tags r:id="rId10"/>
            </p:custDataLst>
          </p:nvPr>
        </p:nvSpPr>
        <p:spPr>
          <a:xfrm>
            <a:off x="3811835" y="3206984"/>
            <a:ext cx="6294691" cy="1980952"/>
          </a:xfrm>
          <a:prstGeom prst="round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7" t="67937" r="57326" b="3177"/>
          <a:stretch>
            <a:fillRect/>
          </a:stretch>
        </p:blipFill>
        <p:spPr>
          <a:xfrm>
            <a:off x="5370452" y="3443554"/>
            <a:ext cx="1310207" cy="145258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816" y="4249064"/>
            <a:ext cx="593159" cy="593159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实验步骤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617980" y="3190875"/>
            <a:ext cx="4812030" cy="1014730"/>
            <a:chOff x="2548" y="5025"/>
            <a:chExt cx="7578" cy="1598"/>
          </a:xfrm>
        </p:grpSpPr>
        <p:sp>
          <p:nvSpPr>
            <p:cNvPr id="46" name="文本框 45"/>
            <p:cNvSpPr txBox="1"/>
            <p:nvPr>
              <p:custDataLst>
                <p:tags r:id="rId3"/>
              </p:custDataLst>
            </p:nvPr>
          </p:nvSpPr>
          <p:spPr>
            <a:xfrm>
              <a:off x="3922" y="5025"/>
              <a:ext cx="6205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向</a:t>
              </a:r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文件中添加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商品</a:t>
              </a:r>
              <a:endParaRPr lang="en-US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7" name="圆角矩形 48"/>
            <p:cNvSpPr/>
            <p:nvPr>
              <p:custDataLst>
                <p:tags r:id="rId4"/>
              </p:custDataLst>
            </p:nvPr>
          </p:nvSpPr>
          <p:spPr>
            <a:xfrm>
              <a:off x="2548" y="5224"/>
              <a:ext cx="1139" cy="648"/>
            </a:xfrm>
            <a:prstGeom prst="roundRect">
              <a:avLst/>
            </a:prstGeom>
            <a:solidFill>
              <a:srgbClr val="0070C0"/>
            </a:solidFill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623695" y="1678940"/>
            <a:ext cx="5060950" cy="552450"/>
            <a:chOff x="2557" y="2644"/>
            <a:chExt cx="7970" cy="870"/>
          </a:xfrm>
        </p:grpSpPr>
        <p:sp>
          <p:nvSpPr>
            <p:cNvPr id="33" name="文本框 32"/>
            <p:cNvSpPr txBox="1"/>
            <p:nvPr>
              <p:custDataLst>
                <p:tags r:id="rId5"/>
              </p:custDataLst>
            </p:nvPr>
          </p:nvSpPr>
          <p:spPr>
            <a:xfrm>
              <a:off x="3931" y="2644"/>
              <a:ext cx="659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准备</a:t>
              </a:r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4" name="圆角矩形 52"/>
            <p:cNvSpPr/>
            <p:nvPr>
              <p:custDataLst>
                <p:tags r:id="rId6"/>
              </p:custDataLst>
            </p:nvPr>
          </p:nvSpPr>
          <p:spPr>
            <a:xfrm>
              <a:off x="2557" y="2782"/>
              <a:ext cx="1139" cy="64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620520" y="2431415"/>
            <a:ext cx="4641850" cy="552450"/>
            <a:chOff x="2552" y="3829"/>
            <a:chExt cx="7310" cy="870"/>
          </a:xfrm>
        </p:grpSpPr>
        <p:sp>
          <p:nvSpPr>
            <p:cNvPr id="37" name="文本框 36"/>
            <p:cNvSpPr txBox="1"/>
            <p:nvPr>
              <p:custDataLst>
                <p:tags r:id="rId7"/>
              </p:custDataLst>
            </p:nvPr>
          </p:nvSpPr>
          <p:spPr>
            <a:xfrm>
              <a:off x="3926" y="3829"/>
              <a:ext cx="593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读取</a:t>
              </a:r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文件内容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8" name="圆角矩形 43"/>
            <p:cNvSpPr/>
            <p:nvPr>
              <p:custDataLst>
                <p:tags r:id="rId8"/>
              </p:custDataLst>
            </p:nvPr>
          </p:nvSpPr>
          <p:spPr>
            <a:xfrm>
              <a:off x="2552" y="4003"/>
              <a:ext cx="1139" cy="64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884555" y="1053465"/>
            <a:ext cx="553720" cy="5231130"/>
            <a:chOff x="1393" y="1659"/>
            <a:chExt cx="872" cy="8238"/>
          </a:xfrm>
        </p:grpSpPr>
        <p:cxnSp>
          <p:nvCxnSpPr>
            <p:cNvPr id="44" name="ïsľïḋé"/>
            <p:cNvCxnSpPr/>
            <p:nvPr>
              <p:custDataLst>
                <p:tags r:id="rId9"/>
              </p:custDataLst>
            </p:nvPr>
          </p:nvCxnSpPr>
          <p:spPr>
            <a:xfrm>
              <a:off x="1829" y="2437"/>
              <a:ext cx="0" cy="7460"/>
            </a:xfrm>
            <a:prstGeom prst="line">
              <a:avLst/>
            </a:prstGeom>
            <a:ln w="22225" cap="rnd">
              <a:solidFill>
                <a:schemeClr val="lt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íś1îḍé"/>
            <p:cNvSpPr/>
            <p:nvPr>
              <p:custDataLst>
                <p:tags r:id="rId10"/>
              </p:custDataLst>
            </p:nvPr>
          </p:nvSpPr>
          <p:spPr>
            <a:xfrm>
              <a:off x="1716" y="3019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íś1îḍé"/>
            <p:cNvSpPr/>
            <p:nvPr>
              <p:custDataLst>
                <p:tags r:id="rId11"/>
              </p:custDataLst>
            </p:nvPr>
          </p:nvSpPr>
          <p:spPr>
            <a:xfrm>
              <a:off x="1706" y="4277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íś1îḍé"/>
            <p:cNvSpPr/>
            <p:nvPr>
              <p:custDataLst>
                <p:tags r:id="rId12"/>
              </p:custDataLst>
            </p:nvPr>
          </p:nvSpPr>
          <p:spPr>
            <a:xfrm>
              <a:off x="1718" y="5423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íś1îḍé"/>
            <p:cNvSpPr/>
            <p:nvPr>
              <p:custDataLst>
                <p:tags r:id="rId13"/>
              </p:custDataLst>
            </p:nvPr>
          </p:nvSpPr>
          <p:spPr>
            <a:xfrm>
              <a:off x="1716" y="6620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iṧļíḋe"/>
            <p:cNvSpPr/>
            <p:nvPr>
              <p:custDataLst>
                <p:tags r:id="rId14"/>
              </p:custDataLst>
            </p:nvPr>
          </p:nvSpPr>
          <p:spPr>
            <a:xfrm>
              <a:off x="1393" y="1659"/>
              <a:ext cx="872" cy="87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íś1îḍé"/>
            <p:cNvSpPr/>
            <p:nvPr>
              <p:custDataLst>
                <p:tags r:id="rId15"/>
              </p:custDataLst>
            </p:nvPr>
          </p:nvSpPr>
          <p:spPr>
            <a:xfrm>
              <a:off x="1712" y="7817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íś1îḍé"/>
            <p:cNvSpPr/>
            <p:nvPr>
              <p:custDataLst>
                <p:tags r:id="rId16"/>
              </p:custDataLst>
            </p:nvPr>
          </p:nvSpPr>
          <p:spPr>
            <a:xfrm>
              <a:off x="1689" y="9013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iṣḷiďê"/>
            <p:cNvSpPr/>
            <p:nvPr>
              <p:custDataLst>
                <p:tags r:id="rId17"/>
              </p:custDataLst>
            </p:nvPr>
          </p:nvSpPr>
          <p:spPr bwMode="auto">
            <a:xfrm>
              <a:off x="1611" y="1903"/>
              <a:ext cx="436" cy="385"/>
            </a:xfrm>
            <a:custGeom>
              <a:avLst/>
              <a:gdLst>
                <a:gd name="connsiteX0" fmla="*/ 494452 w 603405"/>
                <a:gd name="connsiteY0" fmla="*/ 356003 h 533193"/>
                <a:gd name="connsiteX1" fmla="*/ 585270 w 603405"/>
                <a:gd name="connsiteY1" fmla="*/ 356003 h 533193"/>
                <a:gd name="connsiteX2" fmla="*/ 601782 w 603405"/>
                <a:gd name="connsiteY2" fmla="*/ 372480 h 533193"/>
                <a:gd name="connsiteX3" fmla="*/ 585270 w 603405"/>
                <a:gd name="connsiteY3" fmla="*/ 388957 h 533193"/>
                <a:gd name="connsiteX4" fmla="*/ 494452 w 603405"/>
                <a:gd name="connsiteY4" fmla="*/ 388957 h 533193"/>
                <a:gd name="connsiteX5" fmla="*/ 367511 w 603405"/>
                <a:gd name="connsiteY5" fmla="*/ 244227 h 533193"/>
                <a:gd name="connsiteX6" fmla="*/ 443780 w 603405"/>
                <a:gd name="connsiteY6" fmla="*/ 244227 h 533193"/>
                <a:gd name="connsiteX7" fmla="*/ 477411 w 603405"/>
                <a:gd name="connsiteY7" fmla="*/ 277633 h 533193"/>
                <a:gd name="connsiteX8" fmla="*/ 477861 w 603405"/>
                <a:gd name="connsiteY8" fmla="*/ 381744 h 533193"/>
                <a:gd name="connsiteX9" fmla="*/ 463748 w 603405"/>
                <a:gd name="connsiteY9" fmla="*/ 395975 h 533193"/>
                <a:gd name="connsiteX10" fmla="*/ 449486 w 603405"/>
                <a:gd name="connsiteY10" fmla="*/ 381894 h 533193"/>
                <a:gd name="connsiteX11" fmla="*/ 449035 w 603405"/>
                <a:gd name="connsiteY11" fmla="*/ 277782 h 533193"/>
                <a:gd name="connsiteX12" fmla="*/ 446033 w 603405"/>
                <a:gd name="connsiteY12" fmla="*/ 274786 h 533193"/>
                <a:gd name="connsiteX13" fmla="*/ 443030 w 603405"/>
                <a:gd name="connsiteY13" fmla="*/ 277782 h 533193"/>
                <a:gd name="connsiteX14" fmla="*/ 443330 w 603405"/>
                <a:gd name="connsiteY14" fmla="*/ 516116 h 533193"/>
                <a:gd name="connsiteX15" fmla="*/ 426215 w 603405"/>
                <a:gd name="connsiteY15" fmla="*/ 533193 h 533193"/>
                <a:gd name="connsiteX16" fmla="*/ 409249 w 603405"/>
                <a:gd name="connsiteY16" fmla="*/ 516116 h 533193"/>
                <a:gd name="connsiteX17" fmla="*/ 409249 w 603405"/>
                <a:gd name="connsiteY17" fmla="*/ 380096 h 533193"/>
                <a:gd name="connsiteX18" fmla="*/ 401893 w 603405"/>
                <a:gd name="connsiteY18" fmla="*/ 380096 h 533193"/>
                <a:gd name="connsiteX19" fmla="*/ 401893 w 603405"/>
                <a:gd name="connsiteY19" fmla="*/ 516116 h 533193"/>
                <a:gd name="connsiteX20" fmla="*/ 384778 w 603405"/>
                <a:gd name="connsiteY20" fmla="*/ 533193 h 533193"/>
                <a:gd name="connsiteX21" fmla="*/ 367812 w 603405"/>
                <a:gd name="connsiteY21" fmla="*/ 516116 h 533193"/>
                <a:gd name="connsiteX22" fmla="*/ 367812 w 603405"/>
                <a:gd name="connsiteY22" fmla="*/ 380096 h 533193"/>
                <a:gd name="connsiteX23" fmla="*/ 367812 w 603405"/>
                <a:gd name="connsiteY23" fmla="*/ 277782 h 533193"/>
                <a:gd name="connsiteX24" fmla="*/ 364959 w 603405"/>
                <a:gd name="connsiteY24" fmla="*/ 274936 h 533193"/>
                <a:gd name="connsiteX25" fmla="*/ 362257 w 603405"/>
                <a:gd name="connsiteY25" fmla="*/ 277782 h 533193"/>
                <a:gd name="connsiteX26" fmla="*/ 361656 w 603405"/>
                <a:gd name="connsiteY26" fmla="*/ 381894 h 533193"/>
                <a:gd name="connsiteX27" fmla="*/ 347544 w 603405"/>
                <a:gd name="connsiteY27" fmla="*/ 395975 h 533193"/>
                <a:gd name="connsiteX28" fmla="*/ 347393 w 603405"/>
                <a:gd name="connsiteY28" fmla="*/ 395975 h 533193"/>
                <a:gd name="connsiteX29" fmla="*/ 333281 w 603405"/>
                <a:gd name="connsiteY29" fmla="*/ 381744 h 533193"/>
                <a:gd name="connsiteX30" fmla="*/ 333881 w 603405"/>
                <a:gd name="connsiteY30" fmla="*/ 277633 h 533193"/>
                <a:gd name="connsiteX31" fmla="*/ 367511 w 603405"/>
                <a:gd name="connsiteY31" fmla="*/ 244227 h 533193"/>
                <a:gd name="connsiteX32" fmla="*/ 201525 w 603405"/>
                <a:gd name="connsiteY32" fmla="*/ 244227 h 533193"/>
                <a:gd name="connsiteX33" fmla="*/ 277906 w 603405"/>
                <a:gd name="connsiteY33" fmla="*/ 244227 h 533193"/>
                <a:gd name="connsiteX34" fmla="*/ 311520 w 603405"/>
                <a:gd name="connsiteY34" fmla="*/ 277633 h 533193"/>
                <a:gd name="connsiteX35" fmla="*/ 311970 w 603405"/>
                <a:gd name="connsiteY35" fmla="*/ 381744 h 533193"/>
                <a:gd name="connsiteX36" fmla="*/ 297864 w 603405"/>
                <a:gd name="connsiteY36" fmla="*/ 395975 h 533193"/>
                <a:gd name="connsiteX37" fmla="*/ 297714 w 603405"/>
                <a:gd name="connsiteY37" fmla="*/ 395975 h 533193"/>
                <a:gd name="connsiteX38" fmla="*/ 283608 w 603405"/>
                <a:gd name="connsiteY38" fmla="*/ 381894 h 533193"/>
                <a:gd name="connsiteX39" fmla="*/ 283008 w 603405"/>
                <a:gd name="connsiteY39" fmla="*/ 277782 h 533193"/>
                <a:gd name="connsiteX40" fmla="*/ 280007 w 603405"/>
                <a:gd name="connsiteY40" fmla="*/ 274786 h 533193"/>
                <a:gd name="connsiteX41" fmla="*/ 277156 w 603405"/>
                <a:gd name="connsiteY41" fmla="*/ 277782 h 533193"/>
                <a:gd name="connsiteX42" fmla="*/ 277456 w 603405"/>
                <a:gd name="connsiteY42" fmla="*/ 516116 h 533193"/>
                <a:gd name="connsiteX43" fmla="*/ 260349 w 603405"/>
                <a:gd name="connsiteY43" fmla="*/ 533193 h 533193"/>
                <a:gd name="connsiteX44" fmla="*/ 243242 w 603405"/>
                <a:gd name="connsiteY44" fmla="*/ 516116 h 533193"/>
                <a:gd name="connsiteX45" fmla="*/ 243242 w 603405"/>
                <a:gd name="connsiteY45" fmla="*/ 380096 h 533193"/>
                <a:gd name="connsiteX46" fmla="*/ 235889 w 603405"/>
                <a:gd name="connsiteY46" fmla="*/ 380096 h 533193"/>
                <a:gd name="connsiteX47" fmla="*/ 235889 w 603405"/>
                <a:gd name="connsiteY47" fmla="*/ 516116 h 533193"/>
                <a:gd name="connsiteX48" fmla="*/ 218932 w 603405"/>
                <a:gd name="connsiteY48" fmla="*/ 533193 h 533193"/>
                <a:gd name="connsiteX49" fmla="*/ 201825 w 603405"/>
                <a:gd name="connsiteY49" fmla="*/ 516116 h 533193"/>
                <a:gd name="connsiteX50" fmla="*/ 201825 w 603405"/>
                <a:gd name="connsiteY50" fmla="*/ 380096 h 533193"/>
                <a:gd name="connsiteX51" fmla="*/ 201825 w 603405"/>
                <a:gd name="connsiteY51" fmla="*/ 277782 h 533193"/>
                <a:gd name="connsiteX52" fmla="*/ 199124 w 603405"/>
                <a:gd name="connsiteY52" fmla="*/ 274936 h 533193"/>
                <a:gd name="connsiteX53" fmla="*/ 196423 w 603405"/>
                <a:gd name="connsiteY53" fmla="*/ 277782 h 533193"/>
                <a:gd name="connsiteX54" fmla="*/ 195822 w 603405"/>
                <a:gd name="connsiteY54" fmla="*/ 381894 h 533193"/>
                <a:gd name="connsiteX55" fmla="*/ 181567 w 603405"/>
                <a:gd name="connsiteY55" fmla="*/ 395975 h 533193"/>
                <a:gd name="connsiteX56" fmla="*/ 167461 w 603405"/>
                <a:gd name="connsiteY56" fmla="*/ 381744 h 533193"/>
                <a:gd name="connsiteX57" fmla="*/ 167911 w 603405"/>
                <a:gd name="connsiteY57" fmla="*/ 277633 h 533193"/>
                <a:gd name="connsiteX58" fmla="*/ 201525 w 603405"/>
                <a:gd name="connsiteY58" fmla="*/ 244227 h 533193"/>
                <a:gd name="connsiteX59" fmla="*/ 34214 w 603405"/>
                <a:gd name="connsiteY59" fmla="*/ 244227 h 533193"/>
                <a:gd name="connsiteX60" fmla="*/ 110445 w 603405"/>
                <a:gd name="connsiteY60" fmla="*/ 244227 h 533193"/>
                <a:gd name="connsiteX61" fmla="*/ 144059 w 603405"/>
                <a:gd name="connsiteY61" fmla="*/ 277633 h 533193"/>
                <a:gd name="connsiteX62" fmla="*/ 144509 w 603405"/>
                <a:gd name="connsiteY62" fmla="*/ 381744 h 533193"/>
                <a:gd name="connsiteX63" fmla="*/ 130403 w 603405"/>
                <a:gd name="connsiteY63" fmla="*/ 395975 h 533193"/>
                <a:gd name="connsiteX64" fmla="*/ 116147 w 603405"/>
                <a:gd name="connsiteY64" fmla="*/ 381894 h 533193"/>
                <a:gd name="connsiteX65" fmla="*/ 115697 w 603405"/>
                <a:gd name="connsiteY65" fmla="*/ 277782 h 533193"/>
                <a:gd name="connsiteX66" fmla="*/ 112696 w 603405"/>
                <a:gd name="connsiteY66" fmla="*/ 274786 h 533193"/>
                <a:gd name="connsiteX67" fmla="*/ 109694 w 603405"/>
                <a:gd name="connsiteY67" fmla="*/ 277782 h 533193"/>
                <a:gd name="connsiteX68" fmla="*/ 109995 w 603405"/>
                <a:gd name="connsiteY68" fmla="*/ 516116 h 533193"/>
                <a:gd name="connsiteX69" fmla="*/ 92888 w 603405"/>
                <a:gd name="connsiteY69" fmla="*/ 533193 h 533193"/>
                <a:gd name="connsiteX70" fmla="*/ 75931 w 603405"/>
                <a:gd name="connsiteY70" fmla="*/ 516116 h 533193"/>
                <a:gd name="connsiteX71" fmla="*/ 75931 w 603405"/>
                <a:gd name="connsiteY71" fmla="*/ 380096 h 533193"/>
                <a:gd name="connsiteX72" fmla="*/ 68578 w 603405"/>
                <a:gd name="connsiteY72" fmla="*/ 380096 h 533193"/>
                <a:gd name="connsiteX73" fmla="*/ 68578 w 603405"/>
                <a:gd name="connsiteY73" fmla="*/ 516116 h 533193"/>
                <a:gd name="connsiteX74" fmla="*/ 51471 w 603405"/>
                <a:gd name="connsiteY74" fmla="*/ 533193 h 533193"/>
                <a:gd name="connsiteX75" fmla="*/ 34364 w 603405"/>
                <a:gd name="connsiteY75" fmla="*/ 516116 h 533193"/>
                <a:gd name="connsiteX76" fmla="*/ 34364 w 603405"/>
                <a:gd name="connsiteY76" fmla="*/ 380096 h 533193"/>
                <a:gd name="connsiteX77" fmla="*/ 34364 w 603405"/>
                <a:gd name="connsiteY77" fmla="*/ 277782 h 533193"/>
                <a:gd name="connsiteX78" fmla="*/ 31663 w 603405"/>
                <a:gd name="connsiteY78" fmla="*/ 275086 h 533193"/>
                <a:gd name="connsiteX79" fmla="*/ 28962 w 603405"/>
                <a:gd name="connsiteY79" fmla="*/ 277782 h 533193"/>
                <a:gd name="connsiteX80" fmla="*/ 28361 w 603405"/>
                <a:gd name="connsiteY80" fmla="*/ 381894 h 533193"/>
                <a:gd name="connsiteX81" fmla="*/ 14256 w 603405"/>
                <a:gd name="connsiteY81" fmla="*/ 395975 h 533193"/>
                <a:gd name="connsiteX82" fmla="*/ 14106 w 603405"/>
                <a:gd name="connsiteY82" fmla="*/ 395975 h 533193"/>
                <a:gd name="connsiteX83" fmla="*/ 0 w 603405"/>
                <a:gd name="connsiteY83" fmla="*/ 381744 h 533193"/>
                <a:gd name="connsiteX84" fmla="*/ 600 w 603405"/>
                <a:gd name="connsiteY84" fmla="*/ 277633 h 533193"/>
                <a:gd name="connsiteX85" fmla="*/ 34214 w 603405"/>
                <a:gd name="connsiteY85" fmla="*/ 244227 h 533193"/>
                <a:gd name="connsiteX86" fmla="*/ 298774 w 603405"/>
                <a:gd name="connsiteY86" fmla="*/ 232090 h 533193"/>
                <a:gd name="connsiteX87" fmla="*/ 346547 w 603405"/>
                <a:gd name="connsiteY87" fmla="*/ 232090 h 533193"/>
                <a:gd name="connsiteX88" fmla="*/ 322660 w 603405"/>
                <a:gd name="connsiteY88" fmla="*/ 254883 h 533193"/>
                <a:gd name="connsiteX89" fmla="*/ 298774 w 603405"/>
                <a:gd name="connsiteY89" fmla="*/ 232090 h 533193"/>
                <a:gd name="connsiteX90" fmla="*/ 405716 w 603405"/>
                <a:gd name="connsiteY90" fmla="*/ 176061 h 533193"/>
                <a:gd name="connsiteX91" fmla="*/ 435177 w 603405"/>
                <a:gd name="connsiteY91" fmla="*/ 205417 h 533193"/>
                <a:gd name="connsiteX92" fmla="*/ 405716 w 603405"/>
                <a:gd name="connsiteY92" fmla="*/ 234773 h 533193"/>
                <a:gd name="connsiteX93" fmla="*/ 376255 w 603405"/>
                <a:gd name="connsiteY93" fmla="*/ 205417 h 533193"/>
                <a:gd name="connsiteX94" fmla="*/ 405716 w 603405"/>
                <a:gd name="connsiteY94" fmla="*/ 176061 h 533193"/>
                <a:gd name="connsiteX95" fmla="*/ 239817 w 603405"/>
                <a:gd name="connsiteY95" fmla="*/ 176061 h 533193"/>
                <a:gd name="connsiteX96" fmla="*/ 269208 w 603405"/>
                <a:gd name="connsiteY96" fmla="*/ 205417 h 533193"/>
                <a:gd name="connsiteX97" fmla="*/ 239817 w 603405"/>
                <a:gd name="connsiteY97" fmla="*/ 234773 h 533193"/>
                <a:gd name="connsiteX98" fmla="*/ 210426 w 603405"/>
                <a:gd name="connsiteY98" fmla="*/ 205417 h 533193"/>
                <a:gd name="connsiteX99" fmla="*/ 239817 w 603405"/>
                <a:gd name="connsiteY99" fmla="*/ 176061 h 533193"/>
                <a:gd name="connsiteX100" fmla="*/ 72325 w 603405"/>
                <a:gd name="connsiteY100" fmla="*/ 176061 h 533193"/>
                <a:gd name="connsiteX101" fmla="*/ 101897 w 603405"/>
                <a:gd name="connsiteY101" fmla="*/ 205416 h 533193"/>
                <a:gd name="connsiteX102" fmla="*/ 72325 w 603405"/>
                <a:gd name="connsiteY102" fmla="*/ 234772 h 533193"/>
                <a:gd name="connsiteX103" fmla="*/ 42904 w 603405"/>
                <a:gd name="connsiteY103" fmla="*/ 205416 h 533193"/>
                <a:gd name="connsiteX104" fmla="*/ 72325 w 603405"/>
                <a:gd name="connsiteY104" fmla="*/ 176061 h 533193"/>
                <a:gd name="connsiteX105" fmla="*/ 1200 w 603405"/>
                <a:gd name="connsiteY105" fmla="*/ 56241 h 533193"/>
                <a:gd name="connsiteX106" fmla="*/ 384613 w 603405"/>
                <a:gd name="connsiteY106" fmla="*/ 56241 h 533193"/>
                <a:gd name="connsiteX107" fmla="*/ 603405 w 603405"/>
                <a:gd name="connsiteY107" fmla="*/ 274494 h 533193"/>
                <a:gd name="connsiteX108" fmla="*/ 540979 w 603405"/>
                <a:gd name="connsiteY108" fmla="*/ 336809 h 533193"/>
                <a:gd name="connsiteX109" fmla="*/ 494459 w 603405"/>
                <a:gd name="connsiteY109" fmla="*/ 336809 h 533193"/>
                <a:gd name="connsiteX110" fmla="*/ 494159 w 603405"/>
                <a:gd name="connsiteY110" fmla="*/ 277490 h 533193"/>
                <a:gd name="connsiteX111" fmla="*/ 464747 w 603405"/>
                <a:gd name="connsiteY111" fmla="*/ 232102 h 533193"/>
                <a:gd name="connsiteX112" fmla="*/ 551333 w 603405"/>
                <a:gd name="connsiteY112" fmla="*/ 232102 h 533193"/>
                <a:gd name="connsiteX113" fmla="*/ 551483 w 603405"/>
                <a:gd name="connsiteY113" fmla="*/ 232102 h 533193"/>
                <a:gd name="connsiteX114" fmla="*/ 557636 w 603405"/>
                <a:gd name="connsiteY114" fmla="*/ 228806 h 533193"/>
                <a:gd name="connsiteX115" fmla="*/ 558236 w 603405"/>
                <a:gd name="connsiteY115" fmla="*/ 221766 h 533193"/>
                <a:gd name="connsiteX116" fmla="*/ 504663 w 603405"/>
                <a:gd name="connsiteY116" fmla="*/ 136532 h 533193"/>
                <a:gd name="connsiteX117" fmla="*/ 415676 w 603405"/>
                <a:gd name="connsiteY117" fmla="*/ 97585 h 533193"/>
                <a:gd name="connsiteX118" fmla="*/ 397968 w 603405"/>
                <a:gd name="connsiteY118" fmla="*/ 97585 h 533193"/>
                <a:gd name="connsiteX119" fmla="*/ 397968 w 603405"/>
                <a:gd name="connsiteY119" fmla="*/ 159900 h 533193"/>
                <a:gd name="connsiteX120" fmla="*/ 364954 w 603405"/>
                <a:gd name="connsiteY120" fmla="*/ 183568 h 533193"/>
                <a:gd name="connsiteX121" fmla="*/ 364954 w 603405"/>
                <a:gd name="connsiteY121" fmla="*/ 97585 h 533193"/>
                <a:gd name="connsiteX122" fmla="*/ 174223 w 603405"/>
                <a:gd name="connsiteY122" fmla="*/ 97585 h 533193"/>
                <a:gd name="connsiteX123" fmla="*/ 174223 w 603405"/>
                <a:gd name="connsiteY123" fmla="*/ 232102 h 533193"/>
                <a:gd name="connsiteX124" fmla="*/ 180526 w 603405"/>
                <a:gd name="connsiteY124" fmla="*/ 232102 h 533193"/>
                <a:gd name="connsiteX125" fmla="*/ 174223 w 603405"/>
                <a:gd name="connsiteY125" fmla="*/ 235547 h 533193"/>
                <a:gd name="connsiteX126" fmla="*/ 156065 w 603405"/>
                <a:gd name="connsiteY126" fmla="*/ 256369 h 533193"/>
                <a:gd name="connsiteX127" fmla="*/ 141209 w 603405"/>
                <a:gd name="connsiteY127" fmla="*/ 238093 h 533193"/>
                <a:gd name="connsiteX128" fmla="*/ 131455 w 603405"/>
                <a:gd name="connsiteY128" fmla="*/ 232102 h 533193"/>
                <a:gd name="connsiteX129" fmla="*/ 141209 w 603405"/>
                <a:gd name="connsiteY129" fmla="*/ 232102 h 533193"/>
                <a:gd name="connsiteX130" fmla="*/ 141209 w 603405"/>
                <a:gd name="connsiteY130" fmla="*/ 97585 h 533193"/>
                <a:gd name="connsiteX131" fmla="*/ 1200 w 603405"/>
                <a:gd name="connsiteY131" fmla="*/ 97585 h 533193"/>
                <a:gd name="connsiteX132" fmla="*/ 30337 w 603405"/>
                <a:gd name="connsiteY132" fmla="*/ 0 h 533193"/>
                <a:gd name="connsiteX133" fmla="*/ 450496 w 603405"/>
                <a:gd name="connsiteY133" fmla="*/ 0 h 533193"/>
                <a:gd name="connsiteX134" fmla="*/ 467002 w 603405"/>
                <a:gd name="connsiteY134" fmla="*/ 16512 h 533193"/>
                <a:gd name="connsiteX135" fmla="*/ 450496 w 603405"/>
                <a:gd name="connsiteY135" fmla="*/ 33025 h 533193"/>
                <a:gd name="connsiteX136" fmla="*/ 30337 w 603405"/>
                <a:gd name="connsiteY136" fmla="*/ 33025 h 533193"/>
                <a:gd name="connsiteX137" fmla="*/ 13831 w 603405"/>
                <a:gd name="connsiteY137" fmla="*/ 16512 h 533193"/>
                <a:gd name="connsiteX138" fmla="*/ 30337 w 603405"/>
                <a:gd name="connsiteY138" fmla="*/ 0 h 533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603405" h="533193">
                  <a:moveTo>
                    <a:pt x="494452" y="356003"/>
                  </a:moveTo>
                  <a:lnTo>
                    <a:pt x="585270" y="356003"/>
                  </a:lnTo>
                  <a:cubicBezTo>
                    <a:pt x="594277" y="356003"/>
                    <a:pt x="601782" y="363343"/>
                    <a:pt x="601782" y="372480"/>
                  </a:cubicBezTo>
                  <a:cubicBezTo>
                    <a:pt x="601782" y="381617"/>
                    <a:pt x="594277" y="388957"/>
                    <a:pt x="585270" y="388957"/>
                  </a:cubicBezTo>
                  <a:lnTo>
                    <a:pt x="494452" y="388957"/>
                  </a:lnTo>
                  <a:close/>
                  <a:moveTo>
                    <a:pt x="367511" y="244227"/>
                  </a:moveTo>
                  <a:lnTo>
                    <a:pt x="443780" y="244227"/>
                  </a:lnTo>
                  <a:cubicBezTo>
                    <a:pt x="462247" y="244227"/>
                    <a:pt x="477261" y="259207"/>
                    <a:pt x="477411" y="277633"/>
                  </a:cubicBezTo>
                  <a:lnTo>
                    <a:pt x="477861" y="381744"/>
                  </a:lnTo>
                  <a:cubicBezTo>
                    <a:pt x="478011" y="389534"/>
                    <a:pt x="471706" y="395975"/>
                    <a:pt x="463748" y="395975"/>
                  </a:cubicBezTo>
                  <a:cubicBezTo>
                    <a:pt x="455941" y="395975"/>
                    <a:pt x="449486" y="389684"/>
                    <a:pt x="449486" y="381894"/>
                  </a:cubicBezTo>
                  <a:lnTo>
                    <a:pt x="449035" y="277782"/>
                  </a:lnTo>
                  <a:cubicBezTo>
                    <a:pt x="449035" y="276135"/>
                    <a:pt x="447684" y="274786"/>
                    <a:pt x="446033" y="274786"/>
                  </a:cubicBezTo>
                  <a:cubicBezTo>
                    <a:pt x="444381" y="274786"/>
                    <a:pt x="443030" y="276135"/>
                    <a:pt x="443030" y="277782"/>
                  </a:cubicBezTo>
                  <a:cubicBezTo>
                    <a:pt x="443030" y="419944"/>
                    <a:pt x="443330" y="291115"/>
                    <a:pt x="443330" y="516116"/>
                  </a:cubicBezTo>
                  <a:cubicBezTo>
                    <a:pt x="443330" y="525553"/>
                    <a:pt x="435673" y="533193"/>
                    <a:pt x="426215" y="533193"/>
                  </a:cubicBezTo>
                  <a:cubicBezTo>
                    <a:pt x="416906" y="533193"/>
                    <a:pt x="409249" y="525553"/>
                    <a:pt x="409249" y="516116"/>
                  </a:cubicBezTo>
                  <a:lnTo>
                    <a:pt x="409249" y="380096"/>
                  </a:lnTo>
                  <a:lnTo>
                    <a:pt x="401893" y="380096"/>
                  </a:lnTo>
                  <a:lnTo>
                    <a:pt x="401893" y="516116"/>
                  </a:lnTo>
                  <a:cubicBezTo>
                    <a:pt x="401893" y="525553"/>
                    <a:pt x="394236" y="533193"/>
                    <a:pt x="384778" y="533193"/>
                  </a:cubicBezTo>
                  <a:cubicBezTo>
                    <a:pt x="375319" y="533193"/>
                    <a:pt x="367812" y="525553"/>
                    <a:pt x="367812" y="516116"/>
                  </a:cubicBezTo>
                  <a:lnTo>
                    <a:pt x="367812" y="380096"/>
                  </a:lnTo>
                  <a:lnTo>
                    <a:pt x="367812" y="277782"/>
                  </a:lnTo>
                  <a:cubicBezTo>
                    <a:pt x="367812" y="276284"/>
                    <a:pt x="366461" y="274936"/>
                    <a:pt x="364959" y="274936"/>
                  </a:cubicBezTo>
                  <a:cubicBezTo>
                    <a:pt x="363458" y="274936"/>
                    <a:pt x="362257" y="276284"/>
                    <a:pt x="362257" y="277782"/>
                  </a:cubicBezTo>
                  <a:lnTo>
                    <a:pt x="361656" y="381894"/>
                  </a:lnTo>
                  <a:cubicBezTo>
                    <a:pt x="361656" y="389684"/>
                    <a:pt x="355351" y="395975"/>
                    <a:pt x="347544" y="395975"/>
                  </a:cubicBezTo>
                  <a:lnTo>
                    <a:pt x="347393" y="395975"/>
                  </a:lnTo>
                  <a:cubicBezTo>
                    <a:pt x="339586" y="395975"/>
                    <a:pt x="333281" y="389534"/>
                    <a:pt x="333281" y="381744"/>
                  </a:cubicBezTo>
                  <a:lnTo>
                    <a:pt x="333881" y="277633"/>
                  </a:lnTo>
                  <a:cubicBezTo>
                    <a:pt x="333881" y="259207"/>
                    <a:pt x="349045" y="244227"/>
                    <a:pt x="367511" y="244227"/>
                  </a:cubicBezTo>
                  <a:close/>
                  <a:moveTo>
                    <a:pt x="201525" y="244227"/>
                  </a:moveTo>
                  <a:lnTo>
                    <a:pt x="277906" y="244227"/>
                  </a:lnTo>
                  <a:cubicBezTo>
                    <a:pt x="296213" y="244227"/>
                    <a:pt x="311370" y="259207"/>
                    <a:pt x="311520" y="277633"/>
                  </a:cubicBezTo>
                  <a:lnTo>
                    <a:pt x="311970" y="381744"/>
                  </a:lnTo>
                  <a:cubicBezTo>
                    <a:pt x="311970" y="389534"/>
                    <a:pt x="305667" y="395975"/>
                    <a:pt x="297864" y="395975"/>
                  </a:cubicBezTo>
                  <a:lnTo>
                    <a:pt x="297714" y="395975"/>
                  </a:lnTo>
                  <a:cubicBezTo>
                    <a:pt x="289911" y="395975"/>
                    <a:pt x="283608" y="389684"/>
                    <a:pt x="283608" y="381894"/>
                  </a:cubicBezTo>
                  <a:lnTo>
                    <a:pt x="283008" y="277782"/>
                  </a:lnTo>
                  <a:cubicBezTo>
                    <a:pt x="283008" y="276135"/>
                    <a:pt x="281657" y="274786"/>
                    <a:pt x="280007" y="274786"/>
                  </a:cubicBezTo>
                  <a:cubicBezTo>
                    <a:pt x="278356" y="274786"/>
                    <a:pt x="277156" y="276135"/>
                    <a:pt x="277156" y="277782"/>
                  </a:cubicBezTo>
                  <a:cubicBezTo>
                    <a:pt x="277156" y="419944"/>
                    <a:pt x="277456" y="291115"/>
                    <a:pt x="277456" y="516116"/>
                  </a:cubicBezTo>
                  <a:cubicBezTo>
                    <a:pt x="277456" y="525553"/>
                    <a:pt x="269803" y="533193"/>
                    <a:pt x="260349" y="533193"/>
                  </a:cubicBezTo>
                  <a:cubicBezTo>
                    <a:pt x="250895" y="533193"/>
                    <a:pt x="243242" y="525553"/>
                    <a:pt x="243242" y="516116"/>
                  </a:cubicBezTo>
                  <a:lnTo>
                    <a:pt x="243242" y="380096"/>
                  </a:lnTo>
                  <a:lnTo>
                    <a:pt x="235889" y="380096"/>
                  </a:lnTo>
                  <a:lnTo>
                    <a:pt x="235889" y="516116"/>
                  </a:lnTo>
                  <a:cubicBezTo>
                    <a:pt x="235889" y="525553"/>
                    <a:pt x="228386" y="533193"/>
                    <a:pt x="218932" y="533193"/>
                  </a:cubicBezTo>
                  <a:cubicBezTo>
                    <a:pt x="209478" y="533193"/>
                    <a:pt x="201825" y="525553"/>
                    <a:pt x="201825" y="516116"/>
                  </a:cubicBezTo>
                  <a:lnTo>
                    <a:pt x="201825" y="380096"/>
                  </a:lnTo>
                  <a:lnTo>
                    <a:pt x="201825" y="277782"/>
                  </a:lnTo>
                  <a:cubicBezTo>
                    <a:pt x="201825" y="276284"/>
                    <a:pt x="200624" y="274936"/>
                    <a:pt x="199124" y="274936"/>
                  </a:cubicBezTo>
                  <a:cubicBezTo>
                    <a:pt x="197623" y="274936"/>
                    <a:pt x="196423" y="276284"/>
                    <a:pt x="196423" y="277782"/>
                  </a:cubicBezTo>
                  <a:lnTo>
                    <a:pt x="195822" y="381894"/>
                  </a:lnTo>
                  <a:cubicBezTo>
                    <a:pt x="195822" y="389684"/>
                    <a:pt x="189370" y="395975"/>
                    <a:pt x="181567" y="395975"/>
                  </a:cubicBezTo>
                  <a:cubicBezTo>
                    <a:pt x="173763" y="395975"/>
                    <a:pt x="167311" y="389534"/>
                    <a:pt x="167461" y="381744"/>
                  </a:cubicBezTo>
                  <a:lnTo>
                    <a:pt x="167911" y="277633"/>
                  </a:lnTo>
                  <a:cubicBezTo>
                    <a:pt x="168061" y="259207"/>
                    <a:pt x="183067" y="244227"/>
                    <a:pt x="201525" y="244227"/>
                  </a:cubicBezTo>
                  <a:close/>
                  <a:moveTo>
                    <a:pt x="34214" y="244227"/>
                  </a:moveTo>
                  <a:lnTo>
                    <a:pt x="110445" y="244227"/>
                  </a:lnTo>
                  <a:cubicBezTo>
                    <a:pt x="128902" y="244227"/>
                    <a:pt x="143908" y="259207"/>
                    <a:pt x="144059" y="277633"/>
                  </a:cubicBezTo>
                  <a:lnTo>
                    <a:pt x="144509" y="381744"/>
                  </a:lnTo>
                  <a:cubicBezTo>
                    <a:pt x="144659" y="389534"/>
                    <a:pt x="138206" y="395975"/>
                    <a:pt x="130403" y="395975"/>
                  </a:cubicBezTo>
                  <a:cubicBezTo>
                    <a:pt x="122600" y="395975"/>
                    <a:pt x="116147" y="389684"/>
                    <a:pt x="116147" y="381894"/>
                  </a:cubicBezTo>
                  <a:lnTo>
                    <a:pt x="115697" y="277782"/>
                  </a:lnTo>
                  <a:cubicBezTo>
                    <a:pt x="115547" y="276135"/>
                    <a:pt x="114346" y="274786"/>
                    <a:pt x="112696" y="274786"/>
                  </a:cubicBezTo>
                  <a:cubicBezTo>
                    <a:pt x="111045" y="274786"/>
                    <a:pt x="109694" y="276135"/>
                    <a:pt x="109694" y="277782"/>
                  </a:cubicBezTo>
                  <a:cubicBezTo>
                    <a:pt x="109694" y="343695"/>
                    <a:pt x="109995" y="452450"/>
                    <a:pt x="109995" y="516116"/>
                  </a:cubicBezTo>
                  <a:cubicBezTo>
                    <a:pt x="109995" y="525553"/>
                    <a:pt x="102341" y="533193"/>
                    <a:pt x="92888" y="533193"/>
                  </a:cubicBezTo>
                  <a:cubicBezTo>
                    <a:pt x="83584" y="533193"/>
                    <a:pt x="75931" y="525553"/>
                    <a:pt x="75931" y="516116"/>
                  </a:cubicBezTo>
                  <a:lnTo>
                    <a:pt x="75931" y="380096"/>
                  </a:lnTo>
                  <a:lnTo>
                    <a:pt x="68578" y="380096"/>
                  </a:lnTo>
                  <a:lnTo>
                    <a:pt x="68578" y="516116"/>
                  </a:lnTo>
                  <a:cubicBezTo>
                    <a:pt x="68578" y="525553"/>
                    <a:pt x="60925" y="533193"/>
                    <a:pt x="51471" y="533193"/>
                  </a:cubicBezTo>
                  <a:cubicBezTo>
                    <a:pt x="42017" y="533193"/>
                    <a:pt x="34364" y="525553"/>
                    <a:pt x="34364" y="516116"/>
                  </a:cubicBezTo>
                  <a:lnTo>
                    <a:pt x="34364" y="380096"/>
                  </a:lnTo>
                  <a:lnTo>
                    <a:pt x="34364" y="277782"/>
                  </a:lnTo>
                  <a:cubicBezTo>
                    <a:pt x="34364" y="276284"/>
                    <a:pt x="33163" y="275086"/>
                    <a:pt x="31663" y="275086"/>
                  </a:cubicBezTo>
                  <a:cubicBezTo>
                    <a:pt x="30162" y="274936"/>
                    <a:pt x="28962" y="276284"/>
                    <a:pt x="28962" y="277782"/>
                  </a:cubicBezTo>
                  <a:lnTo>
                    <a:pt x="28361" y="381894"/>
                  </a:lnTo>
                  <a:cubicBezTo>
                    <a:pt x="28361" y="389684"/>
                    <a:pt x="22059" y="395975"/>
                    <a:pt x="14256" y="395975"/>
                  </a:cubicBezTo>
                  <a:lnTo>
                    <a:pt x="14106" y="395975"/>
                  </a:lnTo>
                  <a:cubicBezTo>
                    <a:pt x="6302" y="395975"/>
                    <a:pt x="0" y="389534"/>
                    <a:pt x="0" y="381744"/>
                  </a:cubicBezTo>
                  <a:lnTo>
                    <a:pt x="600" y="277633"/>
                  </a:lnTo>
                  <a:cubicBezTo>
                    <a:pt x="600" y="259207"/>
                    <a:pt x="15756" y="244227"/>
                    <a:pt x="34214" y="244227"/>
                  </a:cubicBezTo>
                  <a:close/>
                  <a:moveTo>
                    <a:pt x="298774" y="232090"/>
                  </a:moveTo>
                  <a:lnTo>
                    <a:pt x="346547" y="232090"/>
                  </a:lnTo>
                  <a:cubicBezTo>
                    <a:pt x="336331" y="236739"/>
                    <a:pt x="327768" y="244836"/>
                    <a:pt x="322660" y="254883"/>
                  </a:cubicBezTo>
                  <a:cubicBezTo>
                    <a:pt x="317552" y="244836"/>
                    <a:pt x="309140" y="236739"/>
                    <a:pt x="298774" y="232090"/>
                  </a:cubicBezTo>
                  <a:close/>
                  <a:moveTo>
                    <a:pt x="405716" y="176061"/>
                  </a:moveTo>
                  <a:cubicBezTo>
                    <a:pt x="421987" y="176061"/>
                    <a:pt x="435177" y="189204"/>
                    <a:pt x="435177" y="205417"/>
                  </a:cubicBezTo>
                  <a:cubicBezTo>
                    <a:pt x="435177" y="221630"/>
                    <a:pt x="421987" y="234773"/>
                    <a:pt x="405716" y="234773"/>
                  </a:cubicBezTo>
                  <a:cubicBezTo>
                    <a:pt x="389445" y="234773"/>
                    <a:pt x="376255" y="221630"/>
                    <a:pt x="376255" y="205417"/>
                  </a:cubicBezTo>
                  <a:cubicBezTo>
                    <a:pt x="376255" y="189204"/>
                    <a:pt x="389445" y="176061"/>
                    <a:pt x="405716" y="176061"/>
                  </a:cubicBezTo>
                  <a:close/>
                  <a:moveTo>
                    <a:pt x="239817" y="176061"/>
                  </a:moveTo>
                  <a:cubicBezTo>
                    <a:pt x="256049" y="176061"/>
                    <a:pt x="269208" y="189204"/>
                    <a:pt x="269208" y="205417"/>
                  </a:cubicBezTo>
                  <a:cubicBezTo>
                    <a:pt x="269208" y="221630"/>
                    <a:pt x="256049" y="234773"/>
                    <a:pt x="239817" y="234773"/>
                  </a:cubicBezTo>
                  <a:cubicBezTo>
                    <a:pt x="223585" y="234773"/>
                    <a:pt x="210426" y="221630"/>
                    <a:pt x="210426" y="205417"/>
                  </a:cubicBezTo>
                  <a:cubicBezTo>
                    <a:pt x="210426" y="189204"/>
                    <a:pt x="223585" y="176061"/>
                    <a:pt x="239817" y="176061"/>
                  </a:cubicBezTo>
                  <a:close/>
                  <a:moveTo>
                    <a:pt x="72325" y="176061"/>
                  </a:moveTo>
                  <a:cubicBezTo>
                    <a:pt x="88687" y="176061"/>
                    <a:pt x="101897" y="189241"/>
                    <a:pt x="101897" y="205416"/>
                  </a:cubicBezTo>
                  <a:cubicBezTo>
                    <a:pt x="101897" y="221592"/>
                    <a:pt x="88687" y="234772"/>
                    <a:pt x="72325" y="234772"/>
                  </a:cubicBezTo>
                  <a:cubicBezTo>
                    <a:pt x="56113" y="234772"/>
                    <a:pt x="42904" y="221592"/>
                    <a:pt x="42904" y="205416"/>
                  </a:cubicBezTo>
                  <a:cubicBezTo>
                    <a:pt x="42904" y="189241"/>
                    <a:pt x="55963" y="176061"/>
                    <a:pt x="72325" y="176061"/>
                  </a:cubicBezTo>
                  <a:close/>
                  <a:moveTo>
                    <a:pt x="1200" y="56241"/>
                  </a:moveTo>
                  <a:lnTo>
                    <a:pt x="384613" y="56241"/>
                  </a:lnTo>
                  <a:cubicBezTo>
                    <a:pt x="505414" y="56241"/>
                    <a:pt x="603405" y="154058"/>
                    <a:pt x="603405" y="274494"/>
                  </a:cubicBezTo>
                  <a:cubicBezTo>
                    <a:pt x="603405" y="308947"/>
                    <a:pt x="575493" y="336809"/>
                    <a:pt x="540979" y="336809"/>
                  </a:cubicBezTo>
                  <a:lnTo>
                    <a:pt x="494459" y="336809"/>
                  </a:lnTo>
                  <a:lnTo>
                    <a:pt x="494159" y="277490"/>
                  </a:lnTo>
                  <a:cubicBezTo>
                    <a:pt x="494009" y="257417"/>
                    <a:pt x="482004" y="240041"/>
                    <a:pt x="464747" y="232102"/>
                  </a:cubicBezTo>
                  <a:lnTo>
                    <a:pt x="551333" y="232102"/>
                  </a:lnTo>
                  <a:lnTo>
                    <a:pt x="551483" y="232102"/>
                  </a:lnTo>
                  <a:cubicBezTo>
                    <a:pt x="553884" y="232102"/>
                    <a:pt x="556285" y="230753"/>
                    <a:pt x="557636" y="228806"/>
                  </a:cubicBezTo>
                  <a:cubicBezTo>
                    <a:pt x="558986" y="226709"/>
                    <a:pt x="559136" y="224013"/>
                    <a:pt x="558236" y="221766"/>
                  </a:cubicBezTo>
                  <a:cubicBezTo>
                    <a:pt x="550283" y="203790"/>
                    <a:pt x="531825" y="165892"/>
                    <a:pt x="504663" y="136532"/>
                  </a:cubicBezTo>
                  <a:cubicBezTo>
                    <a:pt x="481704" y="111666"/>
                    <a:pt x="449440" y="97585"/>
                    <a:pt x="415676" y="97585"/>
                  </a:cubicBezTo>
                  <a:lnTo>
                    <a:pt x="397968" y="97585"/>
                  </a:lnTo>
                  <a:lnTo>
                    <a:pt x="397968" y="159900"/>
                  </a:lnTo>
                  <a:cubicBezTo>
                    <a:pt x="383712" y="162297"/>
                    <a:pt x="371707" y="171284"/>
                    <a:pt x="364954" y="183568"/>
                  </a:cubicBezTo>
                  <a:lnTo>
                    <a:pt x="364954" y="97585"/>
                  </a:lnTo>
                  <a:lnTo>
                    <a:pt x="174223" y="97585"/>
                  </a:lnTo>
                  <a:lnTo>
                    <a:pt x="174223" y="232102"/>
                  </a:lnTo>
                  <a:lnTo>
                    <a:pt x="180526" y="232102"/>
                  </a:lnTo>
                  <a:cubicBezTo>
                    <a:pt x="178425" y="233150"/>
                    <a:pt x="176324" y="234199"/>
                    <a:pt x="174223" y="235547"/>
                  </a:cubicBezTo>
                  <a:cubicBezTo>
                    <a:pt x="166420" y="240640"/>
                    <a:pt x="159967" y="247830"/>
                    <a:pt x="156065" y="256369"/>
                  </a:cubicBezTo>
                  <a:cubicBezTo>
                    <a:pt x="152614" y="249178"/>
                    <a:pt x="147512" y="242887"/>
                    <a:pt x="141209" y="238093"/>
                  </a:cubicBezTo>
                  <a:cubicBezTo>
                    <a:pt x="138208" y="235697"/>
                    <a:pt x="134906" y="233749"/>
                    <a:pt x="131455" y="232102"/>
                  </a:cubicBezTo>
                  <a:lnTo>
                    <a:pt x="141209" y="232102"/>
                  </a:lnTo>
                  <a:lnTo>
                    <a:pt x="141209" y="97585"/>
                  </a:lnTo>
                  <a:lnTo>
                    <a:pt x="1200" y="97585"/>
                  </a:lnTo>
                  <a:close/>
                  <a:moveTo>
                    <a:pt x="30337" y="0"/>
                  </a:moveTo>
                  <a:lnTo>
                    <a:pt x="450496" y="0"/>
                  </a:lnTo>
                  <a:cubicBezTo>
                    <a:pt x="459649" y="0"/>
                    <a:pt x="467002" y="7356"/>
                    <a:pt x="467002" y="16512"/>
                  </a:cubicBezTo>
                  <a:cubicBezTo>
                    <a:pt x="467002" y="25669"/>
                    <a:pt x="459649" y="33025"/>
                    <a:pt x="450496" y="33025"/>
                  </a:cubicBezTo>
                  <a:lnTo>
                    <a:pt x="30337" y="33025"/>
                  </a:lnTo>
                  <a:cubicBezTo>
                    <a:pt x="21184" y="33025"/>
                    <a:pt x="13831" y="25669"/>
                    <a:pt x="13831" y="16512"/>
                  </a:cubicBezTo>
                  <a:cubicBezTo>
                    <a:pt x="13831" y="7356"/>
                    <a:pt x="21184" y="0"/>
                    <a:pt x="303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614170" y="3920490"/>
            <a:ext cx="5542280" cy="552450"/>
            <a:chOff x="2542" y="6174"/>
            <a:chExt cx="8728" cy="870"/>
          </a:xfrm>
        </p:grpSpPr>
        <p:sp>
          <p:nvSpPr>
            <p:cNvPr id="23" name="文本框 22"/>
            <p:cNvSpPr txBox="1"/>
            <p:nvPr>
              <p:custDataLst>
                <p:tags r:id="rId18"/>
              </p:custDataLst>
            </p:nvPr>
          </p:nvSpPr>
          <p:spPr>
            <a:xfrm>
              <a:off x="3916" y="6174"/>
              <a:ext cx="7354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修改</a:t>
              </a:r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文件指定</a:t>
              </a:r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id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的商品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4" name="圆角矩形 48"/>
            <p:cNvSpPr/>
            <p:nvPr>
              <p:custDataLst>
                <p:tags r:id="rId19"/>
              </p:custDataLst>
            </p:nvPr>
          </p:nvSpPr>
          <p:spPr>
            <a:xfrm>
              <a:off x="2542" y="6372"/>
              <a:ext cx="1139" cy="648"/>
            </a:xfrm>
            <a:prstGeom prst="roundRect">
              <a:avLst/>
            </a:prstGeom>
            <a:solidFill>
              <a:srgbClr val="002060"/>
            </a:solidFill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629410" y="4687570"/>
            <a:ext cx="4812030" cy="1014730"/>
            <a:chOff x="2566" y="7382"/>
            <a:chExt cx="7578" cy="1598"/>
          </a:xfrm>
        </p:grpSpPr>
        <p:sp>
          <p:nvSpPr>
            <p:cNvPr id="26" name="文本框 25"/>
            <p:cNvSpPr txBox="1"/>
            <p:nvPr>
              <p:custDataLst>
                <p:tags r:id="rId20"/>
              </p:custDataLst>
            </p:nvPr>
          </p:nvSpPr>
          <p:spPr>
            <a:xfrm>
              <a:off x="3940" y="7382"/>
              <a:ext cx="6205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删除</a:t>
              </a:r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文件指定</a:t>
              </a:r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id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商品</a:t>
              </a:r>
              <a:endParaRPr lang="en-US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7" name="圆角矩形 48"/>
            <p:cNvSpPr/>
            <p:nvPr>
              <p:custDataLst>
                <p:tags r:id="rId21"/>
              </p:custDataLst>
            </p:nvPr>
          </p:nvSpPr>
          <p:spPr>
            <a:xfrm>
              <a:off x="2566" y="7580"/>
              <a:ext cx="1139" cy="648"/>
            </a:xfrm>
            <a:prstGeom prst="roundRect">
              <a:avLst/>
            </a:prstGeom>
            <a:solidFill>
              <a:srgbClr val="7030A0"/>
            </a:solidFill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05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614170" y="5505450"/>
            <a:ext cx="5060950" cy="552450"/>
            <a:chOff x="2542" y="8670"/>
            <a:chExt cx="7970" cy="870"/>
          </a:xfrm>
        </p:grpSpPr>
        <p:sp>
          <p:nvSpPr>
            <p:cNvPr id="103" name="文本框 102"/>
            <p:cNvSpPr txBox="1"/>
            <p:nvPr>
              <p:custDataLst>
                <p:tags r:id="rId22"/>
              </p:custDataLst>
            </p:nvPr>
          </p:nvSpPr>
          <p:spPr>
            <a:xfrm>
              <a:off x="3916" y="8670"/>
              <a:ext cx="659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运行项目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圆角矩形 52"/>
            <p:cNvSpPr/>
            <p:nvPr>
              <p:custDataLst>
                <p:tags r:id="rId23"/>
              </p:custDataLst>
            </p:nvPr>
          </p:nvSpPr>
          <p:spPr>
            <a:xfrm>
              <a:off x="2542" y="8809"/>
              <a:ext cx="1139" cy="64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06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84645" y="2392680"/>
            <a:ext cx="4116705" cy="304673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  <p:custDataLst>
      <p:tags r:id="rId2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圆角矩形 25"/>
          <p:cNvSpPr/>
          <p:nvPr>
            <p:custDataLst>
              <p:tags r:id="rId3"/>
            </p:custDataLst>
          </p:nvPr>
        </p:nvSpPr>
        <p:spPr>
          <a:xfrm>
            <a:off x="3401695" y="1021715"/>
            <a:ext cx="7751445" cy="529907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884930" y="1148715"/>
            <a:ext cx="6552565" cy="4964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ts val="2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[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	{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		"id":1,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		"name": "PC005-3A",	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		"price": 108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	},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indent="0" fontAlgn="auto">
              <a:lnSpc>
                <a:spcPts val="2000"/>
              </a:lnSpc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	{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		"id":2,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		"name": "PC008-1 with diode",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		"price": 216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	},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indent="0" fontAlgn="auto">
              <a:lnSpc>
                <a:spcPts val="2000"/>
              </a:lnSpc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	{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		"id":3,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		"name": "PC008-3A",	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		"price": 295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	}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]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448175" y="1448435"/>
            <a:ext cx="6196330" cy="135064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449422" y="1713524"/>
            <a:ext cx="1684178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en-US" altLang="zh-CN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order.json</a:t>
            </a:r>
            <a:endParaRPr lang="en-US" altLang="zh-CN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836930" y="102235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准备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JSON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1775" y="3556000"/>
            <a:ext cx="7234555" cy="873760"/>
            <a:chOff x="365" y="5600"/>
            <a:chExt cx="11393" cy="1376"/>
          </a:xfrm>
        </p:grpSpPr>
        <p:cxnSp>
          <p:nvCxnSpPr>
            <p:cNvPr id="22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124" y="6976"/>
              <a:ext cx="663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" name="组合 2"/>
            <p:cNvGrpSpPr/>
            <p:nvPr/>
          </p:nvGrpSpPr>
          <p:grpSpPr>
            <a:xfrm>
              <a:off x="365" y="5600"/>
              <a:ext cx="4759" cy="1376"/>
              <a:chOff x="365" y="5600"/>
              <a:chExt cx="4759" cy="1376"/>
            </a:xfrm>
          </p:grpSpPr>
          <p:sp>
            <p:nvSpPr>
              <p:cNvPr id="15" name="矩形 4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65" y="5600"/>
                <a:ext cx="4215" cy="107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商品数据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3" name="直接连接符 9"/>
              <p:cNvCxnSpPr>
                <a:cxnSpLocks noChangeShapeType="1"/>
              </p:cNvCxnSpPr>
              <p:nvPr>
                <p:custDataLst>
                  <p:tags r:id="rId8"/>
                </p:custDataLst>
              </p:nvPr>
            </p:nvCxnSpPr>
            <p:spPr bwMode="auto">
              <a:xfrm flipH="1" flipV="1">
                <a:off x="5124" y="6138"/>
                <a:ext cx="0" cy="838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4" name="直接连接符 76"/>
              <p:cNvCxnSpPr>
                <a:cxnSpLocks noChangeShapeType="1"/>
              </p:cNvCxnSpPr>
              <p:nvPr>
                <p:custDataLst>
                  <p:tags r:id="rId9"/>
                </p:custDataLst>
              </p:nvPr>
            </p:nvCxnSpPr>
            <p:spPr bwMode="auto">
              <a:xfrm flipH="1">
                <a:off x="4732" y="6138"/>
                <a:ext cx="392" cy="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" name="直接连接符 90"/>
              <p:cNvCxnSpPr>
                <a:cxnSpLocks noChangeShapeType="1"/>
              </p:cNvCxnSpPr>
              <p:nvPr>
                <p:custDataLst>
                  <p:tags r:id="rId10"/>
                </p:custDataLst>
              </p:nvPr>
            </p:nvCxnSpPr>
            <p:spPr bwMode="auto">
              <a:xfrm flipH="1">
                <a:off x="4732" y="5802"/>
                <a:ext cx="0" cy="671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25" name="矩形 24"/>
          <p:cNvSpPr/>
          <p:nvPr/>
        </p:nvSpPr>
        <p:spPr>
          <a:xfrm>
            <a:off x="4448175" y="4431665"/>
            <a:ext cx="6196965" cy="135064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48175" y="2992120"/>
            <a:ext cx="6196965" cy="124714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Isosceles Triangle 2_1"/>
          <p:cNvSpPr/>
          <p:nvPr>
            <p:custDataLst>
              <p:tags r:id="rId11"/>
            </p:custDataLst>
          </p:nvPr>
        </p:nvSpPr>
        <p:spPr>
          <a:xfrm rot="16200000" flipV="1">
            <a:off x="599440" y="117792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58" grpId="0" bldLvl="0" animBg="1"/>
      <p:bldP spid="12" grpId="0"/>
      <p:bldP spid="25" grpId="0" bldLvl="0" animBg="1"/>
      <p:bldP spid="2" grpId="0" bldLvl="0" animBg="1"/>
      <p:bldP spid="45" grpId="0" animBg="1"/>
      <p:bldP spid="4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300095" y="1633855"/>
            <a:ext cx="8713470" cy="4566920"/>
            <a:chOff x="5197" y="2573"/>
            <a:chExt cx="13722" cy="7192"/>
          </a:xfrm>
        </p:grpSpPr>
        <p:sp>
          <p:nvSpPr>
            <p:cNvPr id="45" name="圆角矩形 25"/>
            <p:cNvSpPr/>
            <p:nvPr>
              <p:custDataLst>
                <p:tags r:id="rId3"/>
              </p:custDataLst>
            </p:nvPr>
          </p:nvSpPr>
          <p:spPr>
            <a:xfrm>
              <a:off x="5197" y="2573"/>
              <a:ext cx="13315" cy="7192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5329" y="3017"/>
              <a:ext cx="13590" cy="59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const fs = require('fs</a:t>
              </a:r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'</a:t>
              </a:r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); </a:t>
              </a:r>
              <a:endPara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let orders = [];</a:t>
              </a:r>
              <a:endPara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function readOrder(orders) {</a:t>
              </a:r>
              <a:endPara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fs.readFile('./order.json', 'utf-8', (err, data)=&gt; { </a:t>
              </a:r>
              <a:endPara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 orders = JSON.parse(data)</a:t>
              </a:r>
              <a:endPara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 console.log(orders);</a:t>
              </a:r>
              <a:endPara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})</a:t>
              </a:r>
              <a:endPara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}</a:t>
              </a:r>
              <a:endPara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endPara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readOrder(orders)</a:t>
              </a:r>
              <a:endPara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7475" y="2555240"/>
            <a:ext cx="11158855" cy="873760"/>
            <a:chOff x="185" y="4024"/>
            <a:chExt cx="17573" cy="1376"/>
          </a:xfrm>
        </p:grpSpPr>
        <p:sp>
          <p:nvSpPr>
            <p:cNvPr id="13" name="矩形 4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85" y="4024"/>
              <a:ext cx="4215" cy="10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定义将现有 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 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文件内容读出来的函数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7" name="直接连接符 5"/>
            <p:cNvCxnSpPr>
              <a:cxnSpLocks noChangeShapeType="1"/>
            </p:cNvCxnSpPr>
            <p:nvPr>
              <p:custDataLst>
                <p:tags r:id="rId5"/>
              </p:custDataLst>
            </p:nvPr>
          </p:nvCxnSpPr>
          <p:spPr bwMode="auto">
            <a:xfrm flipH="1">
              <a:off x="4944" y="5400"/>
              <a:ext cx="1281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直接连接符 9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 flipV="1">
              <a:off x="4944" y="4562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接连接符 76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4552" y="456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90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552" y="4226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117475" y="3752850"/>
            <a:ext cx="9585960" cy="1019175"/>
            <a:chOff x="185" y="5910"/>
            <a:chExt cx="15096" cy="1605"/>
          </a:xfrm>
        </p:grpSpPr>
        <p:sp>
          <p:nvSpPr>
            <p:cNvPr id="23" name="矩形 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85" y="6439"/>
              <a:ext cx="4215" cy="10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将读取内容传入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data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，并转换为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格式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7" name="直接连接符 5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5016" y="5972"/>
              <a:ext cx="1026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9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 flipV="1">
              <a:off x="4929" y="5910"/>
              <a:ext cx="15" cy="106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接连接符 76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4552" y="6978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直接连接符 90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4552" y="6642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2" name="文本框 31"/>
          <p:cNvSpPr txBox="1"/>
          <p:nvPr>
            <p:custDataLst>
              <p:tags r:id="rId14"/>
            </p:custDataLst>
          </p:nvPr>
        </p:nvSpPr>
        <p:spPr>
          <a:xfrm>
            <a:off x="537845" y="1709420"/>
            <a:ext cx="194246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read_json.js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15"/>
            </p:custDataLst>
          </p:nvPr>
        </p:nvSpPr>
        <p:spPr>
          <a:xfrm>
            <a:off x="878205" y="1035050"/>
            <a:ext cx="3381375" cy="977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读取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JSON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文件内容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>
              <a:lnSpc>
                <a:spcPct val="120000"/>
              </a:lnSpc>
              <a:buClr>
                <a:srgbClr val="3C853C"/>
              </a:buClr>
            </a:pP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16"/>
            </p:custDataLst>
          </p:nvPr>
        </p:nvSpPr>
        <p:spPr>
          <a:xfrm rot="16200000" flipV="1">
            <a:off x="599440" y="117792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945255" y="1507490"/>
            <a:ext cx="7696200" cy="4839970"/>
            <a:chOff x="6213" y="2374"/>
            <a:chExt cx="12120" cy="7622"/>
          </a:xfrm>
        </p:grpSpPr>
        <p:sp>
          <p:nvSpPr>
            <p:cNvPr id="45" name="圆角矩形 25"/>
            <p:cNvSpPr/>
            <p:nvPr>
              <p:custDataLst>
                <p:tags r:id="rId3"/>
              </p:custDataLst>
            </p:nvPr>
          </p:nvSpPr>
          <p:spPr>
            <a:xfrm>
              <a:off x="6213" y="2374"/>
              <a:ext cx="11389" cy="7622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6512" y="2464"/>
              <a:ext cx="11821" cy="71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let goods = {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"id": 4,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"name": "PC008-3ZZZ",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"price": 222};</a:t>
              </a:r>
              <a:b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</a:b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</a:t>
              </a:r>
              <a:endPara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function addOrder(goods) {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fs.readFile('./order.json', function(err, data) {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if (err) throw err;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var order = data.toString(); </a:t>
              </a:r>
              <a:endPara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order = JSON.parse(order);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order.push(goods);</a:t>
              </a:r>
              <a:endPara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var str = JSON.stringify(order);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fs.writeFile('./order.json', str, function(err) {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if (err) throw err;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console.log('----------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新增成功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----------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’);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})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addOrder(goods)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8" name="矩形 57"/>
          <p:cNvSpPr/>
          <p:nvPr/>
        </p:nvSpPr>
        <p:spPr>
          <a:xfrm>
            <a:off x="4088386" y="1614014"/>
            <a:ext cx="6611697" cy="1229400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73405" y="2112010"/>
            <a:ext cx="3514725" cy="496570"/>
            <a:chOff x="903" y="3326"/>
            <a:chExt cx="5535" cy="782"/>
          </a:xfrm>
        </p:grpSpPr>
        <p:sp>
          <p:nvSpPr>
            <p:cNvPr id="13" name="矩形 4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903" y="3366"/>
              <a:ext cx="4215" cy="74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准备需要添加的数据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连接符 5"/>
            <p:cNvCxnSpPr>
              <a:cxnSpLocks noChangeShapeType="1"/>
            </p:cNvCxnSpPr>
            <p:nvPr>
              <p:custDataLst>
                <p:tags r:id="rId5"/>
              </p:custDataLst>
            </p:nvPr>
          </p:nvCxnSpPr>
          <p:spPr bwMode="auto">
            <a:xfrm flipH="1">
              <a:off x="5626" y="4063"/>
              <a:ext cx="81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直接连接符 9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V="1">
              <a:off x="5603" y="3654"/>
              <a:ext cx="10" cy="40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接连接符 76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5234" y="3669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90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234" y="3326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" name="组合 3"/>
          <p:cNvGrpSpPr/>
          <p:nvPr/>
        </p:nvGrpSpPr>
        <p:grpSpPr>
          <a:xfrm>
            <a:off x="577850" y="3059430"/>
            <a:ext cx="9509125" cy="470535"/>
            <a:chOff x="910" y="4818"/>
            <a:chExt cx="14975" cy="741"/>
          </a:xfrm>
        </p:grpSpPr>
        <p:sp>
          <p:nvSpPr>
            <p:cNvPr id="23" name="矩形 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910" y="4818"/>
              <a:ext cx="4215" cy="6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读取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7" name="直接连接符 5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5225" y="5225"/>
              <a:ext cx="1066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直接连接符 90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223" y="4889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577850" y="4061460"/>
            <a:ext cx="7150100" cy="369570"/>
            <a:chOff x="910" y="6396"/>
            <a:chExt cx="11260" cy="582"/>
          </a:xfrm>
        </p:grpSpPr>
        <p:sp>
          <p:nvSpPr>
            <p:cNvPr id="38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910" y="6434"/>
              <a:ext cx="4215" cy="54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字符串转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对象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7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670" y="6396"/>
              <a:ext cx="650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5578" y="6494"/>
              <a:ext cx="0" cy="167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5209" y="6661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5186" y="6494"/>
              <a:ext cx="0" cy="335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577850" y="3641725"/>
            <a:ext cx="7298690" cy="345440"/>
            <a:chOff x="910" y="5735"/>
            <a:chExt cx="11494" cy="544"/>
          </a:xfrm>
        </p:grpSpPr>
        <p:sp>
          <p:nvSpPr>
            <p:cNvPr id="51" name="矩形 4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10" y="5735"/>
              <a:ext cx="4215" cy="54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二进制数据转字符串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5" name="直接连接符 5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 flipH="1">
              <a:off x="5200" y="5984"/>
              <a:ext cx="720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接连接符 90"/>
            <p:cNvCxnSpPr>
              <a:cxnSpLocks noChangeShapeType="1"/>
            </p:cNvCxnSpPr>
            <p:nvPr>
              <p:custDataLst>
                <p:tags r:id="rId19"/>
              </p:custDataLst>
            </p:nvPr>
          </p:nvCxnSpPr>
          <p:spPr bwMode="auto">
            <a:xfrm>
              <a:off x="5223" y="5872"/>
              <a:ext cx="0" cy="30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" name="组合 9"/>
          <p:cNvGrpSpPr/>
          <p:nvPr/>
        </p:nvGrpSpPr>
        <p:grpSpPr>
          <a:xfrm>
            <a:off x="577850" y="4285615"/>
            <a:ext cx="6252845" cy="915035"/>
            <a:chOff x="910" y="6749"/>
            <a:chExt cx="9847" cy="1441"/>
          </a:xfrm>
        </p:grpSpPr>
        <p:sp>
          <p:nvSpPr>
            <p:cNvPr id="63" name="矩形 4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10" y="7322"/>
              <a:ext cx="4202" cy="8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将</a:t>
              </a:r>
              <a:r>
                <a:rPr lang="en-US" altLang="zh-CN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</a:t>
              </a:r>
              <a:r>
                <a:rPr lang="zh-CN" altLang="en-US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对象</a:t>
              </a:r>
              <a:r>
                <a:rPr lang="en-US" altLang="zh-CN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push</a:t>
              </a:r>
              <a:r>
                <a:rPr lang="zh-CN" altLang="en-US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进入</a:t>
              </a:r>
              <a:endParaRPr lang="en-US" altLang="zh-CN" sz="1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数组对象</a:t>
              </a:r>
              <a:endParaRPr lang="zh-CN" altLang="en-US" sz="1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67" name="直接连接符 5"/>
            <p:cNvCxnSpPr>
              <a:cxnSpLocks noChangeShapeType="1"/>
            </p:cNvCxnSpPr>
            <p:nvPr>
              <p:custDataLst>
                <p:tags r:id="rId21"/>
              </p:custDataLst>
            </p:nvPr>
          </p:nvCxnSpPr>
          <p:spPr bwMode="auto">
            <a:xfrm flipH="1">
              <a:off x="6265" y="6749"/>
              <a:ext cx="4493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直接连接符 9"/>
            <p:cNvCxnSpPr>
              <a:cxnSpLocks noChangeShapeType="1"/>
            </p:cNvCxnSpPr>
            <p:nvPr>
              <p:custDataLst>
                <p:tags r:id="rId22"/>
              </p:custDataLst>
            </p:nvPr>
          </p:nvCxnSpPr>
          <p:spPr bwMode="auto">
            <a:xfrm flipV="1">
              <a:off x="6265" y="6749"/>
              <a:ext cx="0" cy="97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直接连接符 76"/>
            <p:cNvCxnSpPr>
              <a:cxnSpLocks noChangeShapeType="1"/>
            </p:cNvCxnSpPr>
            <p:nvPr>
              <p:custDataLst>
                <p:tags r:id="rId23"/>
              </p:custDataLst>
            </p:nvPr>
          </p:nvCxnSpPr>
          <p:spPr bwMode="auto">
            <a:xfrm flipH="1">
              <a:off x="5207" y="7727"/>
              <a:ext cx="105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直接连接符 90"/>
            <p:cNvCxnSpPr>
              <a:cxnSpLocks noChangeShapeType="1"/>
            </p:cNvCxnSpPr>
            <p:nvPr>
              <p:custDataLst>
                <p:tags r:id="rId24"/>
              </p:custDataLst>
            </p:nvPr>
          </p:nvCxnSpPr>
          <p:spPr bwMode="auto">
            <a:xfrm>
              <a:off x="5207" y="7560"/>
              <a:ext cx="0" cy="335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569595" y="4521200"/>
            <a:ext cx="7951470" cy="1397000"/>
            <a:chOff x="897" y="7120"/>
            <a:chExt cx="12522" cy="2200"/>
          </a:xfrm>
        </p:grpSpPr>
        <p:sp>
          <p:nvSpPr>
            <p:cNvPr id="83" name="矩形 4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897" y="8396"/>
              <a:ext cx="4215" cy="924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</a:t>
              </a:r>
              <a:r>
                <a:rPr lang="zh-CN" altLang="en-US" sz="1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对象重新转字符串</a:t>
              </a:r>
              <a:endParaRPr lang="en-US" altLang="zh-CN" sz="1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写入文件</a:t>
              </a:r>
              <a:endParaRPr lang="zh-CN" altLang="en-US" sz="1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87" name="直接连接符 5"/>
            <p:cNvCxnSpPr>
              <a:cxnSpLocks noChangeShapeType="1"/>
            </p:cNvCxnSpPr>
            <p:nvPr/>
          </p:nvCxnSpPr>
          <p:spPr bwMode="auto">
            <a:xfrm flipH="1">
              <a:off x="6553" y="7126"/>
              <a:ext cx="6866" cy="0"/>
            </a:xfrm>
            <a:prstGeom prst="line">
              <a:avLst/>
            </a:prstGeom>
            <a:noFill/>
            <a:ln w="28575" algn="ctr">
              <a:solidFill>
                <a:srgbClr val="7030A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直接连接符 9"/>
            <p:cNvCxnSpPr>
              <a:cxnSpLocks noChangeShapeType="1"/>
            </p:cNvCxnSpPr>
            <p:nvPr/>
          </p:nvCxnSpPr>
          <p:spPr bwMode="auto">
            <a:xfrm flipV="1">
              <a:off x="6553" y="7120"/>
              <a:ext cx="0" cy="1750"/>
            </a:xfrm>
            <a:prstGeom prst="line">
              <a:avLst/>
            </a:prstGeom>
            <a:noFill/>
            <a:ln w="28575" algn="ctr">
              <a:solidFill>
                <a:srgbClr val="7030A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直接连接符 76"/>
            <p:cNvCxnSpPr>
              <a:cxnSpLocks noChangeShapeType="1"/>
            </p:cNvCxnSpPr>
            <p:nvPr/>
          </p:nvCxnSpPr>
          <p:spPr bwMode="auto">
            <a:xfrm flipH="1">
              <a:off x="5193" y="8870"/>
              <a:ext cx="1360" cy="0"/>
            </a:xfrm>
            <a:prstGeom prst="line">
              <a:avLst/>
            </a:prstGeom>
            <a:noFill/>
            <a:ln w="28575" algn="ctr">
              <a:solidFill>
                <a:srgbClr val="7030A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直接连接符 90"/>
            <p:cNvCxnSpPr>
              <a:cxnSpLocks noChangeShapeType="1"/>
            </p:cNvCxnSpPr>
            <p:nvPr/>
          </p:nvCxnSpPr>
          <p:spPr bwMode="auto">
            <a:xfrm>
              <a:off x="5193" y="8703"/>
              <a:ext cx="0" cy="335"/>
            </a:xfrm>
            <a:prstGeom prst="line">
              <a:avLst/>
            </a:prstGeom>
            <a:noFill/>
            <a:ln w="28575" algn="ctr">
              <a:solidFill>
                <a:srgbClr val="7030A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6" name="文本框 55"/>
          <p:cNvSpPr txBox="1"/>
          <p:nvPr>
            <p:custDataLst>
              <p:tags r:id="rId26"/>
            </p:custDataLst>
          </p:nvPr>
        </p:nvSpPr>
        <p:spPr>
          <a:xfrm>
            <a:off x="987425" y="929640"/>
            <a:ext cx="3894455" cy="586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向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JSON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文件中添加数据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>
              <a:lnSpc>
                <a:spcPct val="120000"/>
              </a:lnSpc>
              <a:buClr>
                <a:srgbClr val="3C853C"/>
              </a:buClr>
            </a:pP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27"/>
            </p:custDataLst>
          </p:nvPr>
        </p:nvSpPr>
        <p:spPr>
          <a:xfrm>
            <a:off x="537845" y="1563370"/>
            <a:ext cx="1942465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add_json.js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Isosceles Triangle 2_1"/>
          <p:cNvSpPr/>
          <p:nvPr>
            <p:custDataLst>
              <p:tags r:id="rId28"/>
            </p:custDataLst>
          </p:nvPr>
        </p:nvSpPr>
        <p:spPr>
          <a:xfrm rot="16200000" flipV="1">
            <a:off x="758190" y="1087120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2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522345" y="1758950"/>
            <a:ext cx="7653655" cy="4606290"/>
            <a:chOff x="5547" y="2770"/>
            <a:chExt cx="12053" cy="7254"/>
          </a:xfrm>
        </p:grpSpPr>
        <p:sp>
          <p:nvSpPr>
            <p:cNvPr id="45" name="圆角矩形 25"/>
            <p:cNvSpPr/>
            <p:nvPr>
              <p:custDataLst>
                <p:tags r:id="rId3"/>
              </p:custDataLst>
            </p:nvPr>
          </p:nvSpPr>
          <p:spPr>
            <a:xfrm>
              <a:off x="5547" y="2770"/>
              <a:ext cx="12016" cy="7254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5780" y="3030"/>
              <a:ext cx="11821" cy="67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var params = {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</a:t>
              </a:r>
              <a:r>
                <a:rPr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"name": "PC008-1D"</a:t>
              </a:r>
              <a:endParaRPr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}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function changeJson(id, params) {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fs.readFile('./order.json', function(err, data) {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if (err) throw err;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var order = data.toString();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order = JSON.parse(order);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for (var i = 0; i &lt; order.length; i++) {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  if (id == order[i].id) {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      for (var key in params) {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          if (order[i][key]) {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             order[i][key] = params[key];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          }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      }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   }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}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49580" y="2402840"/>
            <a:ext cx="9670415" cy="778510"/>
            <a:chOff x="708" y="3784"/>
            <a:chExt cx="15229" cy="1226"/>
          </a:xfrm>
        </p:grpSpPr>
        <p:sp>
          <p:nvSpPr>
            <p:cNvPr id="13" name="矩形 4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08" y="3784"/>
              <a:ext cx="4215" cy="74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读取文件数据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连接符 5"/>
            <p:cNvCxnSpPr>
              <a:cxnSpLocks noChangeShapeType="1"/>
            </p:cNvCxnSpPr>
            <p:nvPr>
              <p:custDataLst>
                <p:tags r:id="rId5"/>
              </p:custDataLst>
            </p:nvPr>
          </p:nvCxnSpPr>
          <p:spPr bwMode="auto">
            <a:xfrm flipH="1">
              <a:off x="5431" y="5010"/>
              <a:ext cx="1050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直接连接符 9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V="1">
              <a:off x="5431" y="4172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接连接符 76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5039" y="417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90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039" y="3836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>
          <a:xfrm>
            <a:off x="449580" y="3373120"/>
            <a:ext cx="8898255" cy="779145"/>
            <a:chOff x="708" y="5312"/>
            <a:chExt cx="14013" cy="1227"/>
          </a:xfrm>
        </p:grpSpPr>
        <p:sp>
          <p:nvSpPr>
            <p:cNvPr id="25" name="矩形 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08" y="5312"/>
              <a:ext cx="4215" cy="109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遍历读出的数据，根据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id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修改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9" name="直接连接符 5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5431" y="6539"/>
              <a:ext cx="929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直接连接符 9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V="1">
              <a:off x="5431" y="5701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直接连接符 76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5039" y="5701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90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39" y="5365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449580" y="4628515"/>
            <a:ext cx="8188325" cy="789940"/>
            <a:chOff x="708" y="7289"/>
            <a:chExt cx="12895" cy="1244"/>
          </a:xfrm>
        </p:grpSpPr>
        <p:sp>
          <p:nvSpPr>
            <p:cNvPr id="34" name="矩形 4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08" y="7443"/>
              <a:ext cx="4215" cy="109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修改</a:t>
              </a:r>
              <a:r>
                <a:rPr lang="en-US" altLang="zh-CN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params</a:t>
              </a: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对象的属性对应的值</a:t>
              </a:r>
              <a:endParaRPr lang="zh-CN" altLang="en-US" sz="17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38" name="直接连接符 5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5431" y="7289"/>
              <a:ext cx="817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直接连接符 9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V="1">
              <a:off x="5431" y="7289"/>
              <a:ext cx="0" cy="70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直接连接符 76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 flipH="1">
              <a:off x="5039" y="7989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直接连接符 90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 flipH="1">
              <a:off x="5039" y="7653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9" name="文本框 48"/>
          <p:cNvSpPr txBox="1"/>
          <p:nvPr>
            <p:custDataLst>
              <p:tags r:id="rId19"/>
            </p:custDataLst>
          </p:nvPr>
        </p:nvSpPr>
        <p:spPr>
          <a:xfrm>
            <a:off x="993775" y="944880"/>
            <a:ext cx="49530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修改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JSON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文件指定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id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的数据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20"/>
            </p:custDataLst>
          </p:nvPr>
        </p:nvSpPr>
        <p:spPr>
          <a:xfrm>
            <a:off x="537845" y="1563370"/>
            <a:ext cx="1942465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update_json.js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Isosceles Triangle 2_1"/>
          <p:cNvSpPr/>
          <p:nvPr>
            <p:custDataLst>
              <p:tags r:id="rId21"/>
            </p:custDataLst>
          </p:nvPr>
        </p:nvSpPr>
        <p:spPr>
          <a:xfrm rot="16200000" flipV="1">
            <a:off x="748030" y="1113790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2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785235" y="1801495"/>
            <a:ext cx="7816215" cy="4512310"/>
            <a:chOff x="5961" y="2837"/>
            <a:chExt cx="12309" cy="7106"/>
          </a:xfrm>
        </p:grpSpPr>
        <p:sp>
          <p:nvSpPr>
            <p:cNvPr id="45" name="圆角矩形 25"/>
            <p:cNvSpPr/>
            <p:nvPr>
              <p:custDataLst>
                <p:tags r:id="rId3"/>
              </p:custDataLst>
            </p:nvPr>
          </p:nvSpPr>
          <p:spPr>
            <a:xfrm>
              <a:off x="5961" y="2837"/>
              <a:ext cx="12309" cy="7106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5965" y="3561"/>
              <a:ext cx="11821" cy="42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var str = JSON.stringify(order);     </a:t>
              </a:r>
              <a:endParaRPr lang="en-US" altLang="zh-CN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</a:t>
              </a:r>
              <a:r>
                <a:rPr lang="en-US" altLang="zh-CN" sz="19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fs.writeFile</a:t>
              </a:r>
              <a:r>
                <a:rPr lang="en-US" altLang="zh-CN" sz="1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('./order.json', str, function(err)   </a:t>
              </a:r>
              <a:endParaRPr lang="en-US" altLang="zh-CN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{</a:t>
              </a:r>
              <a:endParaRPr lang="en-US" altLang="zh-CN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if (err) throw err;</a:t>
              </a:r>
              <a:endParaRPr lang="en-US" altLang="zh-CN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console.log('----------</a:t>
              </a:r>
              <a:r>
                <a:rPr lang="zh-CN" altLang="en-US" sz="1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修改成功</a:t>
              </a:r>
              <a:r>
                <a:rPr lang="en-US" altLang="zh-CN" sz="1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----------'</a:t>
              </a:r>
              <a:r>
                <a:rPr lang="en-US" altLang="zh-CN" sz="1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);</a:t>
              </a:r>
              <a:endParaRPr lang="en-US" altLang="zh-CN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})</a:t>
              </a:r>
              <a:endParaRPr lang="en-US" altLang="zh-CN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})</a:t>
              </a:r>
              <a:endParaRPr lang="en-US" altLang="zh-CN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</a:t>
              </a:r>
              <a:endParaRPr lang="en-US" altLang="zh-CN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changeJson('2', params);</a:t>
              </a:r>
              <a:endParaRPr lang="en-US" altLang="zh-CN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15950" y="2107565"/>
            <a:ext cx="10644505" cy="779145"/>
            <a:chOff x="970" y="3319"/>
            <a:chExt cx="16763" cy="1227"/>
          </a:xfrm>
        </p:grpSpPr>
        <p:sp>
          <p:nvSpPr>
            <p:cNvPr id="13" name="矩形 4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970" y="3319"/>
              <a:ext cx="4215" cy="12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将修改的数据写入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7" name="直接连接符 5"/>
            <p:cNvCxnSpPr>
              <a:cxnSpLocks noChangeShapeType="1"/>
            </p:cNvCxnSpPr>
            <p:nvPr>
              <p:custDataLst>
                <p:tags r:id="rId5"/>
              </p:custDataLst>
            </p:nvPr>
          </p:nvCxnSpPr>
          <p:spPr bwMode="auto">
            <a:xfrm flipH="1">
              <a:off x="5693" y="4546"/>
              <a:ext cx="1204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直接连接符 9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 flipV="1">
              <a:off x="5693" y="3708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接连接符 76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5301" y="3708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90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301" y="3372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>
          <a:xfrm>
            <a:off x="573405" y="4210050"/>
            <a:ext cx="10644505" cy="779145"/>
            <a:chOff x="970" y="5181"/>
            <a:chExt cx="16763" cy="1227"/>
          </a:xfrm>
        </p:grpSpPr>
        <p:sp>
          <p:nvSpPr>
            <p:cNvPr id="23" name="矩形 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970" y="5181"/>
              <a:ext cx="4215" cy="12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调用函数，</a:t>
              </a:r>
              <a:r>
                <a:rPr 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修改指定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id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的属性值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7" name="直接连接符 5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5693" y="6408"/>
              <a:ext cx="1204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9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 flipV="1">
              <a:off x="5693" y="5570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接连接符 76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5301" y="5570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直接连接符 90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301" y="5234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" name="文本框 1"/>
          <p:cNvSpPr txBox="1"/>
          <p:nvPr>
            <p:custDataLst>
              <p:tags r:id="rId14"/>
            </p:custDataLst>
          </p:nvPr>
        </p:nvSpPr>
        <p:spPr>
          <a:xfrm>
            <a:off x="289560" y="1563370"/>
            <a:ext cx="223266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update_json.js(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续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)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>
            <p:custDataLst>
              <p:tags r:id="rId15"/>
            </p:custDataLst>
          </p:nvPr>
        </p:nvSpPr>
        <p:spPr>
          <a:xfrm>
            <a:off x="993775" y="944880"/>
            <a:ext cx="49530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修改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JSON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文件指定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id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的数据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Isosceles Triangle 2_1"/>
          <p:cNvSpPr/>
          <p:nvPr>
            <p:custDataLst>
              <p:tags r:id="rId16"/>
            </p:custDataLst>
          </p:nvPr>
        </p:nvSpPr>
        <p:spPr>
          <a:xfrm rot="16200000" flipV="1">
            <a:off x="748030" y="1113790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453765" y="1487170"/>
            <a:ext cx="8424545" cy="4895215"/>
            <a:chOff x="5439" y="2342"/>
            <a:chExt cx="13267" cy="7709"/>
          </a:xfrm>
        </p:grpSpPr>
        <p:sp>
          <p:nvSpPr>
            <p:cNvPr id="45" name="圆角矩形 25"/>
            <p:cNvSpPr/>
            <p:nvPr>
              <p:custDataLst>
                <p:tags r:id="rId3"/>
              </p:custDataLst>
            </p:nvPr>
          </p:nvSpPr>
          <p:spPr>
            <a:xfrm>
              <a:off x="5439" y="2342"/>
              <a:ext cx="13267" cy="7709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5844" y="2469"/>
              <a:ext cx="11821" cy="71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function deleteJson(id) {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fs.readFile('./order.json', function(err, data) {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if (err) throw err;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var order = data.toString();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order = JSON.parse(order);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for (var i = 0; i &lt; order.length; i++) {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 if (id == order[i].id) {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        order.splice(i, 1);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 }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}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var str = JSON.stringify(order);</a:t>
              </a:r>
              <a:endPara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fs.writeFile('./order.json', str, function(err) {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 if (err) throw err;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 console.log("----------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删除成功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----------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");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})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})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deleteJson('3');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24485" y="2816225"/>
            <a:ext cx="8223885" cy="778510"/>
            <a:chOff x="511" y="4435"/>
            <a:chExt cx="12951" cy="1226"/>
          </a:xfrm>
        </p:grpSpPr>
        <p:sp>
          <p:nvSpPr>
            <p:cNvPr id="13" name="矩形 4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11" y="4435"/>
              <a:ext cx="4215" cy="12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splice(</a:t>
              </a:r>
              <a:r>
                <a:rPr lang="en-US" altLang="zh-CN" sz="1700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index,howmany</a:t>
              </a:r>
              <a:r>
                <a:rPr lang="en-US" altLang="zh-CN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</a:t>
              </a:r>
              <a:endParaRPr lang="en-US" altLang="zh-CN" sz="17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根据位置 </a:t>
              </a:r>
              <a:r>
                <a:rPr lang="en-US" altLang="zh-CN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 </a:t>
              </a: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删除</a:t>
              </a:r>
              <a:r>
                <a:rPr lang="en-US" altLang="zh-CN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组数据</a:t>
              </a:r>
              <a:endParaRPr lang="zh-CN" altLang="en-US" sz="17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7" name="直接连接符 5"/>
            <p:cNvCxnSpPr>
              <a:cxnSpLocks noChangeShapeType="1"/>
            </p:cNvCxnSpPr>
            <p:nvPr>
              <p:custDataLst>
                <p:tags r:id="rId5"/>
              </p:custDataLst>
            </p:nvPr>
          </p:nvCxnSpPr>
          <p:spPr bwMode="auto">
            <a:xfrm flipH="1">
              <a:off x="5234" y="5661"/>
              <a:ext cx="822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直接连接符 9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 flipV="1">
              <a:off x="5234" y="482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接连接符 76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4842" y="482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90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842" y="448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>
          <a:xfrm>
            <a:off x="324485" y="4551045"/>
            <a:ext cx="10097135" cy="778510"/>
            <a:chOff x="511" y="7167"/>
            <a:chExt cx="15901" cy="1226"/>
          </a:xfrm>
        </p:grpSpPr>
        <p:sp>
          <p:nvSpPr>
            <p:cNvPr id="47" name="矩形 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11" y="7167"/>
              <a:ext cx="4215" cy="12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将更新后的数据写入</a:t>
              </a:r>
              <a:r>
                <a:rPr lang="en-US" altLang="zh-CN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</a:t>
              </a: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</a:t>
              </a:r>
              <a:endParaRPr lang="zh-CN" altLang="en-US" sz="17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51" name="直接连接符 5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 flipV="1">
              <a:off x="5234" y="7167"/>
              <a:ext cx="1117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接连接符 9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234" y="716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直接连接符 76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 flipV="1">
              <a:off x="4842" y="8005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直接连接符 90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4842" y="7670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2" name="文本框 31"/>
          <p:cNvSpPr txBox="1"/>
          <p:nvPr>
            <p:custDataLst>
              <p:tags r:id="rId14"/>
            </p:custDataLst>
          </p:nvPr>
        </p:nvSpPr>
        <p:spPr>
          <a:xfrm>
            <a:off x="1043948" y="938682"/>
            <a:ext cx="4953257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5.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删除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JSON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文件指定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的数据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15"/>
            </p:custDataLst>
          </p:nvPr>
        </p:nvSpPr>
        <p:spPr>
          <a:xfrm>
            <a:off x="537845" y="1563370"/>
            <a:ext cx="1942465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delete_json.js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Isosceles Triangle 2_1"/>
          <p:cNvSpPr/>
          <p:nvPr>
            <p:custDataLst>
              <p:tags r:id="rId16"/>
            </p:custDataLst>
          </p:nvPr>
        </p:nvSpPr>
        <p:spPr>
          <a:xfrm rot="16200000" flipV="1">
            <a:off x="748030" y="1113790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987425" y="95123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6.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运行程序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09320" y="1624330"/>
            <a:ext cx="4965700" cy="2281555"/>
            <a:chOff x="1432" y="2558"/>
            <a:chExt cx="7820" cy="3593"/>
          </a:xfrm>
        </p:grpSpPr>
        <p:sp>
          <p:nvSpPr>
            <p:cNvPr id="35" name="圆角矩形 227"/>
            <p:cNvSpPr/>
            <p:nvPr>
              <p:custDataLst>
                <p:tags r:id="rId4"/>
              </p:custDataLst>
            </p:nvPr>
          </p:nvSpPr>
          <p:spPr>
            <a:xfrm>
              <a:off x="1432" y="2859"/>
              <a:ext cx="7820" cy="3292"/>
            </a:xfrm>
            <a:prstGeom prst="roundRect">
              <a:avLst>
                <a:gd name="adj" fmla="val 11847"/>
              </a:avLst>
            </a:prstGeom>
            <a:solidFill>
              <a:srgbClr val="F7F7F7"/>
            </a:solidFill>
            <a:ln w="9525" cap="flat">
              <a:solidFill>
                <a:schemeClr val="lt1">
                  <a:lumMod val="75000"/>
                </a:schemeClr>
              </a:solidFill>
              <a:custDash>
                <a:ds d="380000" sp="120000"/>
              </a:custDash>
              <a:bevel/>
            </a:ln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E393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" name="任意多边形 228"/>
            <p:cNvSpPr/>
            <p:nvPr>
              <p:custDataLst>
                <p:tags r:id="rId5"/>
              </p:custDataLst>
            </p:nvPr>
          </p:nvSpPr>
          <p:spPr>
            <a:xfrm>
              <a:off x="2043" y="2558"/>
              <a:ext cx="2334" cy="496"/>
            </a:xfrm>
            <a:custGeom>
              <a:avLst/>
              <a:gdLst>
                <a:gd name="rtl" fmla="*/ 30400 w 2432000"/>
                <a:gd name="rtt" fmla="*/ 30400 h 359055"/>
                <a:gd name="rtr" fmla="*/ 2401600 w 2432000"/>
                <a:gd name="rtb" fmla="*/ 328655 h 359055"/>
              </a:gdLst>
              <a:ahLst/>
              <a:cxnLst/>
              <a:rect l="rtl" t="rtt" r="rtr" b="rtb"/>
              <a:pathLst>
                <a:path w="2432000" h="359055">
                  <a:moveTo>
                    <a:pt x="179527" y="359055"/>
                  </a:moveTo>
                  <a:lnTo>
                    <a:pt x="2252473" y="359055"/>
                  </a:lnTo>
                  <a:cubicBezTo>
                    <a:pt x="2351622" y="359055"/>
                    <a:pt x="2432000" y="278681"/>
                    <a:pt x="2432000" y="179527"/>
                  </a:cubicBezTo>
                  <a:cubicBezTo>
                    <a:pt x="2432000" y="80375"/>
                    <a:pt x="2351622" y="0"/>
                    <a:pt x="2252473" y="0"/>
                  </a:cubicBezTo>
                  <a:lnTo>
                    <a:pt x="179527" y="0"/>
                  </a:lnTo>
                  <a:cubicBezTo>
                    <a:pt x="80375" y="0"/>
                    <a:pt x="0" y="80375"/>
                    <a:pt x="0" y="179527"/>
                  </a:cubicBezTo>
                  <a:cubicBezTo>
                    <a:pt x="0" y="278681"/>
                    <a:pt x="80375" y="359055"/>
                    <a:pt x="179527" y="359055"/>
                  </a:cubicBezTo>
                  <a:close/>
                </a:path>
              </a:pathLst>
            </a:custGeom>
            <a:solidFill>
              <a:schemeClr val="accent1"/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查看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json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41" y="3606"/>
              <a:ext cx="7319" cy="1998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6188710" y="1588770"/>
            <a:ext cx="5093335" cy="2281555"/>
            <a:chOff x="9746" y="2502"/>
            <a:chExt cx="8021" cy="3593"/>
          </a:xfrm>
        </p:grpSpPr>
        <p:sp>
          <p:nvSpPr>
            <p:cNvPr id="15" name="圆角矩形 227"/>
            <p:cNvSpPr/>
            <p:nvPr>
              <p:custDataLst>
                <p:tags r:id="rId7"/>
              </p:custDataLst>
            </p:nvPr>
          </p:nvSpPr>
          <p:spPr>
            <a:xfrm>
              <a:off x="9947" y="2803"/>
              <a:ext cx="7820" cy="3292"/>
            </a:xfrm>
            <a:prstGeom prst="roundRect">
              <a:avLst>
                <a:gd name="adj" fmla="val 11847"/>
              </a:avLst>
            </a:prstGeom>
            <a:solidFill>
              <a:srgbClr val="F7F7F7"/>
            </a:solidFill>
            <a:ln w="9525" cap="flat">
              <a:solidFill>
                <a:schemeClr val="lt1">
                  <a:lumMod val="75000"/>
                </a:schemeClr>
              </a:solidFill>
              <a:custDash>
                <a:ds d="380000" sp="120000"/>
              </a:custDash>
              <a:bevel/>
            </a:ln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E393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" name="任意多边形 228"/>
            <p:cNvSpPr/>
            <p:nvPr>
              <p:custDataLst>
                <p:tags r:id="rId8"/>
              </p:custDataLst>
            </p:nvPr>
          </p:nvSpPr>
          <p:spPr>
            <a:xfrm>
              <a:off x="10558" y="2502"/>
              <a:ext cx="2334" cy="496"/>
            </a:xfrm>
            <a:custGeom>
              <a:avLst/>
              <a:gdLst>
                <a:gd name="rtl" fmla="*/ 30400 w 2432000"/>
                <a:gd name="rtt" fmla="*/ 30400 h 359055"/>
                <a:gd name="rtr" fmla="*/ 2401600 w 2432000"/>
                <a:gd name="rtb" fmla="*/ 328655 h 359055"/>
              </a:gdLst>
              <a:ahLst/>
              <a:cxnLst/>
              <a:rect l="rtl" t="rtt" r="rtr" b="rtb"/>
              <a:pathLst>
                <a:path w="2432000" h="359055">
                  <a:moveTo>
                    <a:pt x="179527" y="359055"/>
                  </a:moveTo>
                  <a:lnTo>
                    <a:pt x="2252473" y="359055"/>
                  </a:lnTo>
                  <a:cubicBezTo>
                    <a:pt x="2351622" y="359055"/>
                    <a:pt x="2432000" y="278681"/>
                    <a:pt x="2432000" y="179527"/>
                  </a:cubicBezTo>
                  <a:cubicBezTo>
                    <a:pt x="2432000" y="80375"/>
                    <a:pt x="2351622" y="0"/>
                    <a:pt x="2252473" y="0"/>
                  </a:cubicBezTo>
                  <a:lnTo>
                    <a:pt x="179527" y="0"/>
                  </a:lnTo>
                  <a:cubicBezTo>
                    <a:pt x="80375" y="0"/>
                    <a:pt x="0" y="80375"/>
                    <a:pt x="0" y="179527"/>
                  </a:cubicBezTo>
                  <a:cubicBezTo>
                    <a:pt x="0" y="278681"/>
                    <a:pt x="80375" y="359055"/>
                    <a:pt x="179527" y="359055"/>
                  </a:cubicBezTo>
                  <a:close/>
                </a:path>
              </a:pathLst>
            </a:custGeom>
            <a:solidFill>
              <a:schemeClr val="accent1"/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添加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json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9"/>
              </p:custDataLst>
            </p:nvPr>
          </p:nvSpPr>
          <p:spPr>
            <a:xfrm>
              <a:off x="9746" y="2912"/>
              <a:ext cx="7531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21335">
                <a:lnSpc>
                  <a:spcPct val="120000"/>
                </a:lnSpc>
              </a:pPr>
              <a:endParaRPr lang="en-US" altLang="zh-CN" sz="15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324" y="3193"/>
              <a:ext cx="7209" cy="2411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/>
        </p:nvGrpSpPr>
        <p:grpSpPr>
          <a:xfrm>
            <a:off x="781685" y="4097020"/>
            <a:ext cx="5093335" cy="2281555"/>
            <a:chOff x="1231" y="6452"/>
            <a:chExt cx="8021" cy="3593"/>
          </a:xfrm>
        </p:grpSpPr>
        <p:sp>
          <p:nvSpPr>
            <p:cNvPr id="28" name="圆角矩形 227"/>
            <p:cNvSpPr/>
            <p:nvPr>
              <p:custDataLst>
                <p:tags r:id="rId11"/>
              </p:custDataLst>
            </p:nvPr>
          </p:nvSpPr>
          <p:spPr>
            <a:xfrm>
              <a:off x="1432" y="6753"/>
              <a:ext cx="7820" cy="3292"/>
            </a:xfrm>
            <a:prstGeom prst="roundRect">
              <a:avLst>
                <a:gd name="adj" fmla="val 11847"/>
              </a:avLst>
            </a:prstGeom>
            <a:solidFill>
              <a:srgbClr val="F7F7F7"/>
            </a:solidFill>
            <a:ln w="9525" cap="flat">
              <a:solidFill>
                <a:schemeClr val="lt1">
                  <a:lumMod val="75000"/>
                </a:schemeClr>
              </a:solidFill>
              <a:custDash>
                <a:ds d="380000" sp="120000"/>
              </a:custDash>
              <a:bevel/>
            </a:ln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E393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9" name="任意多边形 228"/>
            <p:cNvSpPr/>
            <p:nvPr>
              <p:custDataLst>
                <p:tags r:id="rId12"/>
              </p:custDataLst>
            </p:nvPr>
          </p:nvSpPr>
          <p:spPr>
            <a:xfrm>
              <a:off x="2043" y="6452"/>
              <a:ext cx="2334" cy="496"/>
            </a:xfrm>
            <a:custGeom>
              <a:avLst/>
              <a:gdLst>
                <a:gd name="rtl" fmla="*/ 30400 w 2432000"/>
                <a:gd name="rtt" fmla="*/ 30400 h 359055"/>
                <a:gd name="rtr" fmla="*/ 2401600 w 2432000"/>
                <a:gd name="rtb" fmla="*/ 328655 h 359055"/>
              </a:gdLst>
              <a:ahLst/>
              <a:cxnLst/>
              <a:rect l="rtl" t="rtt" r="rtr" b="rtb"/>
              <a:pathLst>
                <a:path w="2432000" h="359055">
                  <a:moveTo>
                    <a:pt x="179527" y="359055"/>
                  </a:moveTo>
                  <a:lnTo>
                    <a:pt x="2252473" y="359055"/>
                  </a:lnTo>
                  <a:cubicBezTo>
                    <a:pt x="2351622" y="359055"/>
                    <a:pt x="2432000" y="278681"/>
                    <a:pt x="2432000" y="179527"/>
                  </a:cubicBezTo>
                  <a:cubicBezTo>
                    <a:pt x="2432000" y="80375"/>
                    <a:pt x="2351622" y="0"/>
                    <a:pt x="2252473" y="0"/>
                  </a:cubicBezTo>
                  <a:lnTo>
                    <a:pt x="179527" y="0"/>
                  </a:lnTo>
                  <a:cubicBezTo>
                    <a:pt x="80375" y="0"/>
                    <a:pt x="0" y="80375"/>
                    <a:pt x="0" y="179527"/>
                  </a:cubicBezTo>
                  <a:cubicBezTo>
                    <a:pt x="0" y="278681"/>
                    <a:pt x="80375" y="359055"/>
                    <a:pt x="179527" y="359055"/>
                  </a:cubicBezTo>
                  <a:close/>
                </a:path>
              </a:pathLst>
            </a:custGeom>
            <a:solidFill>
              <a:schemeClr val="accent1"/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修改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json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13"/>
              </p:custDataLst>
            </p:nvPr>
          </p:nvSpPr>
          <p:spPr>
            <a:xfrm>
              <a:off x="1231" y="6862"/>
              <a:ext cx="7531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21335">
                <a:lnSpc>
                  <a:spcPct val="120000"/>
                </a:lnSpc>
              </a:pPr>
              <a:endParaRPr lang="en-US" altLang="zh-CN" sz="15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741" y="7249"/>
              <a:ext cx="7093" cy="2286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/>
        </p:nvGrpSpPr>
        <p:grpSpPr>
          <a:xfrm>
            <a:off x="6316345" y="4097020"/>
            <a:ext cx="4965700" cy="2281555"/>
            <a:chOff x="9947" y="6452"/>
            <a:chExt cx="7820" cy="3593"/>
          </a:xfrm>
        </p:grpSpPr>
        <p:sp>
          <p:nvSpPr>
            <p:cNvPr id="33" name="圆角矩形 227"/>
            <p:cNvSpPr/>
            <p:nvPr>
              <p:custDataLst>
                <p:tags r:id="rId15"/>
              </p:custDataLst>
            </p:nvPr>
          </p:nvSpPr>
          <p:spPr>
            <a:xfrm>
              <a:off x="9947" y="6753"/>
              <a:ext cx="7820" cy="3292"/>
            </a:xfrm>
            <a:prstGeom prst="roundRect">
              <a:avLst>
                <a:gd name="adj" fmla="val 11847"/>
              </a:avLst>
            </a:prstGeom>
            <a:solidFill>
              <a:srgbClr val="F7F7F7"/>
            </a:solidFill>
            <a:ln w="9525" cap="flat">
              <a:solidFill>
                <a:schemeClr val="lt1">
                  <a:lumMod val="75000"/>
                </a:schemeClr>
              </a:solidFill>
              <a:custDash>
                <a:ds d="380000" sp="120000"/>
              </a:custDash>
              <a:bevel/>
            </a:ln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E393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7" name="任意多边形 228"/>
            <p:cNvSpPr/>
            <p:nvPr>
              <p:custDataLst>
                <p:tags r:id="rId16"/>
              </p:custDataLst>
            </p:nvPr>
          </p:nvSpPr>
          <p:spPr>
            <a:xfrm>
              <a:off x="10558" y="6452"/>
              <a:ext cx="2334" cy="496"/>
            </a:xfrm>
            <a:custGeom>
              <a:avLst/>
              <a:gdLst>
                <a:gd name="rtl" fmla="*/ 30400 w 2432000"/>
                <a:gd name="rtt" fmla="*/ 30400 h 359055"/>
                <a:gd name="rtr" fmla="*/ 2401600 w 2432000"/>
                <a:gd name="rtb" fmla="*/ 328655 h 359055"/>
              </a:gdLst>
              <a:ahLst/>
              <a:cxnLst/>
              <a:rect l="rtl" t="rtt" r="rtr" b="rtb"/>
              <a:pathLst>
                <a:path w="2432000" h="359055">
                  <a:moveTo>
                    <a:pt x="179527" y="359055"/>
                  </a:moveTo>
                  <a:lnTo>
                    <a:pt x="2252473" y="359055"/>
                  </a:lnTo>
                  <a:cubicBezTo>
                    <a:pt x="2351622" y="359055"/>
                    <a:pt x="2432000" y="278681"/>
                    <a:pt x="2432000" y="179527"/>
                  </a:cubicBezTo>
                  <a:cubicBezTo>
                    <a:pt x="2432000" y="80375"/>
                    <a:pt x="2351622" y="0"/>
                    <a:pt x="2252473" y="0"/>
                  </a:cubicBezTo>
                  <a:lnTo>
                    <a:pt x="179527" y="0"/>
                  </a:lnTo>
                  <a:cubicBezTo>
                    <a:pt x="80375" y="0"/>
                    <a:pt x="0" y="80375"/>
                    <a:pt x="0" y="179527"/>
                  </a:cubicBezTo>
                  <a:cubicBezTo>
                    <a:pt x="0" y="278681"/>
                    <a:pt x="80375" y="359055"/>
                    <a:pt x="179527" y="359055"/>
                  </a:cubicBezTo>
                  <a:close/>
                </a:path>
              </a:pathLst>
            </a:custGeom>
            <a:solidFill>
              <a:schemeClr val="accent1"/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删除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json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207" y="7497"/>
              <a:ext cx="7319" cy="2038"/>
            </a:xfrm>
            <a:prstGeom prst="rect">
              <a:avLst/>
            </a:prstGeom>
          </p:spPr>
        </p:pic>
      </p:grpSp>
      <p:sp>
        <p:nvSpPr>
          <p:cNvPr id="3" name="Isosceles Triangle 2_1"/>
          <p:cNvSpPr/>
          <p:nvPr>
            <p:custDataLst>
              <p:tags r:id="rId18"/>
            </p:custDataLst>
          </p:nvPr>
        </p:nvSpPr>
        <p:spPr>
          <a:xfrm rot="16200000" flipV="1">
            <a:off x="748030" y="1113790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1341555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29860" y="1631950"/>
            <a:ext cx="5860415" cy="1285240"/>
            <a:chOff x="8236" y="2570"/>
            <a:chExt cx="9229" cy="2024"/>
          </a:xfrm>
        </p:grpSpPr>
        <p:sp>
          <p:nvSpPr>
            <p:cNvPr id="103" name="圆角矩形 121"/>
            <p:cNvSpPr/>
            <p:nvPr>
              <p:custDataLst>
                <p:tags r:id="rId4"/>
              </p:custDataLst>
            </p:nvPr>
          </p:nvSpPr>
          <p:spPr>
            <a:xfrm>
              <a:off x="8236" y="3165"/>
              <a:ext cx="556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393" y="3309"/>
              <a:ext cx="24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矩形 78"/>
            <p:cNvSpPr/>
            <p:nvPr>
              <p:custDataLst>
                <p:tags r:id="rId6"/>
              </p:custDataLst>
            </p:nvPr>
          </p:nvSpPr>
          <p:spPr>
            <a:xfrm>
              <a:off x="9189" y="2570"/>
              <a:ext cx="8277" cy="2024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实验需求</a:t>
              </a:r>
              <a:endPara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通过文件模块 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fs </a:t>
              </a: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进行读、写、删除等操作，完成对 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JSON </a:t>
              </a: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文件进行增、删、改和查。</a:t>
              </a:r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229860" y="3318510"/>
            <a:ext cx="6352540" cy="1036320"/>
            <a:chOff x="8236" y="5226"/>
            <a:chExt cx="10004" cy="1632"/>
          </a:xfrm>
        </p:grpSpPr>
        <p:sp>
          <p:nvSpPr>
            <p:cNvPr id="101" name="圆角矩形 127"/>
            <p:cNvSpPr/>
            <p:nvPr>
              <p:custDataLst>
                <p:tags r:id="rId7"/>
              </p:custDataLst>
            </p:nvPr>
          </p:nvSpPr>
          <p:spPr>
            <a:xfrm>
              <a:off x="8236" y="5778"/>
              <a:ext cx="510" cy="509"/>
            </a:xfrm>
            <a:prstGeom prst="roundRect">
              <a:avLst/>
            </a:prstGeom>
            <a:solidFill>
              <a:schemeClr val="accent4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2" name="任意多边形 128"/>
            <p:cNvSpPr/>
            <p:nvPr>
              <p:custDataLst>
                <p:tags r:id="rId8"/>
              </p:custDataLst>
            </p:nvPr>
          </p:nvSpPr>
          <p:spPr>
            <a:xfrm>
              <a:off x="8363" y="5926"/>
              <a:ext cx="265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矩形 79"/>
            <p:cNvSpPr/>
            <p:nvPr>
              <p:custDataLst>
                <p:tags r:id="rId9"/>
              </p:custDataLst>
            </p:nvPr>
          </p:nvSpPr>
          <p:spPr>
            <a:xfrm>
              <a:off x="9144" y="5226"/>
              <a:ext cx="9096" cy="1632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实现步骤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创建项目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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编写代码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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运行项目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</p:grp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224145" y="4668520"/>
            <a:ext cx="6967220" cy="2420620"/>
            <a:chOff x="8227" y="7352"/>
            <a:chExt cx="10972" cy="3812"/>
          </a:xfrm>
        </p:grpSpPr>
        <p:sp>
          <p:nvSpPr>
            <p:cNvPr id="98" name="圆角矩形 121"/>
            <p:cNvSpPr/>
            <p:nvPr>
              <p:custDataLst>
                <p:tags r:id="rId44"/>
              </p:custDataLst>
            </p:nvPr>
          </p:nvSpPr>
          <p:spPr>
            <a:xfrm>
              <a:off x="8227" y="8032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9" name="任意多边形 122"/>
            <p:cNvSpPr/>
            <p:nvPr>
              <p:custDataLst>
                <p:tags r:id="rId45"/>
              </p:custDataLst>
            </p:nvPr>
          </p:nvSpPr>
          <p:spPr>
            <a:xfrm>
              <a:off x="8371" y="8176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1" name="矩形 90"/>
            <p:cNvSpPr/>
            <p:nvPr>
              <p:custDataLst>
                <p:tags r:id="rId46"/>
              </p:custDataLst>
            </p:nvPr>
          </p:nvSpPr>
          <p:spPr>
            <a:xfrm>
              <a:off x="9189" y="7352"/>
              <a:ext cx="10011" cy="3813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项目实现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order.json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-JSON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数据文件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read_json.js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、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add_json.js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、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update_json.js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、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delete_json.js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-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对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JSON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文件进行增删改查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4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63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0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77.xml><?xml version="1.0" encoding="utf-8"?>
<p:tagLst xmlns:p="http://schemas.openxmlformats.org/presentationml/2006/main">
  <p:tag name="KSO_WM_SLIDE_BACKGROUND_TYPE" val="general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SLIDE_BACKGROUND_TYPE" val="general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DIAGRAM_VIRTUALLY_FRAME" val="{&quot;height&quot;:340.67826771653546,&quot;left&quot;:127.10826771653544,&quot;top&quot;:132.18212598425197,&quot;width&quot;:436.3583464566929}"/>
  <p:tag name="KSO_WM_UNIT_TEXT_FILL_FORE_SCHEMECOLOR_INDEX_BRIGHTNESS" val="0.15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DIAGRAM_VIRTUALLY_FRAME" val="{&quot;height&quot;:340.67826771653546,&quot;left&quot;:127.10826771653544,&quot;top&quot;:132.18212598425197,&quot;width&quot;:436.3583464566929}"/>
  <p:tag name="KSO_WM_UNIT_SHADOW_SCHEMECOLOR_INDEX_BRIGHTNESS" val="0"/>
  <p:tag name="KSO_WM_UNIT_SHADOW_SCHEMECOLOR_INDEX" val="5"/>
</p:tagLst>
</file>

<file path=ppt/tags/tag682.xml><?xml version="1.0" encoding="utf-8"?>
<p:tagLst xmlns:p="http://schemas.openxmlformats.org/presentationml/2006/main">
  <p:tag name="KSO_WM_DIAGRAM_VIRTUALLY_FRAME" val="{&quot;height&quot;:340.67826771653546,&quot;left&quot;:127.10826771653544,&quot;top&quot;:132.18212598425197,&quot;width&quot;:436.3583464566929}"/>
  <p:tag name="KSO_WM_UNIT_TEXT_FILL_FORE_SCHEMECOLOR_INDEX_BRIGHTNESS" val="0.15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DIAGRAM_VIRTUALLY_FRAME" val="{&quot;height&quot;:340.67826771653546,&quot;left&quot;:127.10826771653544,&quot;top&quot;:132.18212598425197,&quot;width&quot;:436.3583464566929}"/>
  <p:tag name="KSO_WM_UNIT_FILL_FORE_SCHEMECOLOR_INDEX_BRIGHTNESS" val="0"/>
  <p:tag name="KSO_WM_UNIT_FILL_FORE_SCHEMECOLOR_INDEX" val="6"/>
  <p:tag name="KSO_WM_UNIT_FILL_TYPE" val="1"/>
</p:tagLst>
</file>

<file path=ppt/tags/tag684.xml><?xml version="1.0" encoding="utf-8"?>
<p:tagLst xmlns:p="http://schemas.openxmlformats.org/presentationml/2006/main">
  <p:tag name="KSO_WM_DIAGRAM_VIRTUALLY_FRAME" val="{&quot;height&quot;:340.67826771653546,&quot;left&quot;:127.10826771653544,&quot;top&quot;:132.18212598425197,&quot;width&quot;:436.3583464566929}"/>
  <p:tag name="KSO_WM_UNIT_TEXT_FILL_FORE_SCHEMECOLOR_INDEX_BRIGHTNESS" val="0.15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DIAGRAM_VIRTUALLY_FRAME" val="{&quot;height&quot;:340.67826771653546,&quot;left&quot;:127.10826771653544,&quot;top&quot;:132.18212598425197,&quot;width&quot;:436.3583464566929}"/>
  <p:tag name="KSO_WM_UNIT_FILL_FORE_SCHEMECOLOR_INDEX_BRIGHTNESS" val="0"/>
  <p:tag name="KSO_WM_UNIT_FILL_FORE_SCHEMECOLOR_INDEX" val="5"/>
  <p:tag name="KSO_WM_UNIT_FILL_TYPE" val="1"/>
</p:tagLst>
</file>

<file path=ppt/tags/tag686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8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DIAGRAM_VIRTUALLY_FRAME" val="{&quot;height&quot;:340.67826771653546,&quot;left&quot;:127.10826771653544,&quot;top&quot;:132.18212598425197,&quot;width&quot;:436.3583464566929}"/>
  <p:tag name="KSO_WM_UNIT_TEXT_FILL_FORE_SCHEMECOLOR_INDEX_BRIGHTNESS" val="0.15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DIAGRAM_VIRTUALLY_FRAME" val="{&quot;height&quot;:340.67826771653546,&quot;left&quot;:127.10826771653544,&quot;top&quot;:132.18212598425197,&quot;width&quot;:436.3583464566929}"/>
  <p:tag name="KSO_WM_UNIT_SHADOW_SCHEMECOLOR_INDEX_BRIGHTNESS" val="0"/>
  <p:tag name="KSO_WM_UNIT_SHADOW_SCHEMECOLOR_INDEX" val="5"/>
</p:tagLst>
</file>

<file path=ppt/tags/tag697.xml><?xml version="1.0" encoding="utf-8"?>
<p:tagLst xmlns:p="http://schemas.openxmlformats.org/presentationml/2006/main">
  <p:tag name="KSO_WM_DIAGRAM_VIRTUALLY_FRAME" val="{&quot;height&quot;:340.67826771653546,&quot;left&quot;:127.10826771653544,&quot;top&quot;:132.18212598425197,&quot;width&quot;:436.3583464566929}"/>
  <p:tag name="KSO_WM_UNIT_TEXT_FILL_FORE_SCHEMECOLOR_INDEX_BRIGHTNESS" val="0.15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DIAGRAM_VIRTUALLY_FRAME" val="{&quot;height&quot;:340.67826771653546,&quot;left&quot;:127.10826771653544,&quot;top&quot;:132.18212598425197,&quot;width&quot;:436.3583464566929}"/>
  <p:tag name="KSO_WM_UNIT_SHADOW_SCHEMECOLOR_INDEX_BRIGHTNESS" val="0"/>
  <p:tag name="KSO_WM_UNIT_SHADOW_SCHEMECOLOR_INDEX" val="5"/>
</p:tagLst>
</file>

<file path=ppt/tags/tag699.xml><?xml version="1.0" encoding="utf-8"?>
<p:tagLst xmlns:p="http://schemas.openxmlformats.org/presentationml/2006/main">
  <p:tag name="KSO_WM_DIAGRAM_VIRTUALLY_FRAME" val="{&quot;height&quot;:340.67826771653546,&quot;left&quot;:127.10826771653544,&quot;top&quot;:132.18212598425197,&quot;width&quot;:436.3583464566929}"/>
  <p:tag name="KSO_WM_UNIT_TEXT_FILL_FORE_SCHEMECOLOR_INDEX_BRIGHTNESS" val="0.15"/>
  <p:tag name="KSO_WM_UNIT_TEXT_FILL_FORE_SCHEMECOLOR_INDEX" val="13"/>
  <p:tag name="KSO_WM_UNIT_TEXT_FILL_TYPE" val="1"/>
</p:tagLst>
</file>

<file path=ppt/tags/tag700.xml><?xml version="1.0" encoding="utf-8"?>
<p:tagLst xmlns:p="http://schemas.openxmlformats.org/presentationml/2006/main">
  <p:tag name="KSO_WM_DIAGRAM_VIRTUALLY_FRAME" val="{&quot;height&quot;:340.67826771653546,&quot;left&quot;:127.10826771653544,&quot;top&quot;:132.18212598425197,&quot;width&quot;:436.3583464566929}"/>
  <p:tag name="KSO_WM_UNIT_FILL_FORE_SCHEMECOLOR_INDEX_BRIGHTNESS" val="0"/>
  <p:tag name="KSO_WM_UNIT_FILL_FORE_SCHEMECOLOR_INDEX" val="6"/>
  <p:tag name="KSO_WM_UNIT_FILL_TYPE" val="1"/>
</p:tagLst>
</file>

<file path=ppt/tags/tag701.xml><?xml version="1.0" encoding="utf-8"?>
<p:tagLst xmlns:p="http://schemas.openxmlformats.org/presentationml/2006/main">
  <p:tag name="KSO_WM_SLIDE_BACKGROUND_TYPE" val="general"/>
</p:tagLst>
</file>

<file path=ppt/tags/tag7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0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0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3.xml><?xml version="1.0" encoding="utf-8"?>
<p:tagLst xmlns:p="http://schemas.openxmlformats.org/presentationml/2006/main">
  <p:tag name="KSO_WM_SLIDE_BACKGROUND_TYPE" val="general"/>
</p:tagLst>
</file>

<file path=ppt/tags/tag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1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1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2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8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2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0.xml><?xml version="1.0" encoding="utf-8"?>
<p:tagLst xmlns:p="http://schemas.openxmlformats.org/presentationml/2006/main">
  <p:tag name="KSO_WM_SLIDE_BACKGROUND_TYPE" val="general"/>
</p:tagLst>
</file>

<file path=ppt/tags/tag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3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3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56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59.xml><?xml version="1.0" encoding="utf-8"?>
<p:tagLst xmlns:p="http://schemas.openxmlformats.org/presentationml/2006/main">
  <p:tag name="KSO_WM_SLIDE_BACKGROUND_TYPE" val="general"/>
</p:tagLst>
</file>

<file path=ppt/tags/tag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2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6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6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6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7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8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81.xml><?xml version="1.0" encoding="utf-8"?>
<p:tagLst xmlns:p="http://schemas.openxmlformats.org/presentationml/2006/main">
  <p:tag name="KSO_WM_SLIDE_BACKGROUND_TYPE" val="general"/>
</p:tagLst>
</file>

<file path=ppt/tags/tag7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8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8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9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6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9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98.xml><?xml version="1.0" encoding="utf-8"?>
<p:tagLst xmlns:p="http://schemas.openxmlformats.org/presentationml/2006/main">
  <p:tag name="KSO_WM_SLIDE_BACKGROUND_TYPE" val="general"/>
</p:tagLst>
</file>

<file path=ppt/tags/tag7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1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0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0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0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8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15.xml><?xml version="1.0" encoding="utf-8"?>
<p:tagLst xmlns:p="http://schemas.openxmlformats.org/presentationml/2006/main">
  <p:tag name="KSO_WM_SLIDE_BACKGROUND_TYPE" val="general"/>
</p:tagLst>
</file>

<file path=ppt/tags/tag8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8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819.xml><?xml version="1.0" encoding="utf-8"?>
<p:tagLst xmlns:p="http://schemas.openxmlformats.org/presentationml/2006/main">
  <p:tag name="KSO_WM_DIAGRAM_VIRTUALLY_FRAME" val="{&quot;height&quot;:377.16259842519685,&quot;left&quot;:59.877874015748034,&quot;top&quot;:125.08976377952756,&quot;width&quot;:828.5097637795274}"/>
  <p:tag name="KSO_WM_UNIT_LINE_FORE_SCHEMECOLOR_INDEX_BRIGHTNESS" val="-0.25"/>
  <p:tag name="KSO_WM_UNIT_LINE_FORE_SCHEMECOLOR_INDEX" val="14"/>
  <p:tag name="KSO_WM_UNIT_LINE_FILL_TYPE" val="2"/>
</p:tagLst>
</file>

<file path=ppt/tags/tag820.xml><?xml version="1.0" encoding="utf-8"?>
<p:tagLst xmlns:p="http://schemas.openxmlformats.org/presentationml/2006/main">
  <p:tag name="KSO_WM_DIAGRAM_VIRTUALLY_FRAME" val="{&quot;height&quot;:377.16259842519685,&quot;left&quot;:59.877874015748034,&quot;top&quot;:125.08976377952756,&quot;width&quot;:828.5097637795274}"/>
  <p:tag name="KSO_WM_UNIT_FILL_FORE_SCHEMECOLOR_INDEX_BRIGHTNESS" val="0"/>
  <p:tag name="KSO_WM_UNIT_FILL_FORE_SCHEMECOLOR_INDEX" val="5"/>
  <p:tag name="KSO_WM_UNIT_FILL_TYPE" val="1"/>
</p:tagLst>
</file>

<file path=ppt/tags/tag821.xml><?xml version="1.0" encoding="utf-8"?>
<p:tagLst xmlns:p="http://schemas.openxmlformats.org/presentationml/2006/main">
  <p:tag name="KSO_WM_DIAGRAM_VIRTUALLY_FRAME" val="{&quot;height&quot;:377.16259842519685,&quot;left&quot;:59.877874015748034,&quot;top&quot;:125.08976377952756,&quot;width&quot;:828.5097637795274}"/>
  <p:tag name="KSO_WM_UNIT_LINE_FORE_SCHEMECOLOR_INDEX_BRIGHTNESS" val="-0.25"/>
  <p:tag name="KSO_WM_UNIT_LINE_FORE_SCHEMECOLOR_INDEX" val="14"/>
  <p:tag name="KSO_WM_UNIT_LINE_FILL_TYPE" val="2"/>
</p:tagLst>
</file>

<file path=ppt/tags/tag822.xml><?xml version="1.0" encoding="utf-8"?>
<p:tagLst xmlns:p="http://schemas.openxmlformats.org/presentationml/2006/main">
  <p:tag name="KSO_WM_DIAGRAM_VIRTUALLY_FRAME" val="{&quot;height&quot;:377.16259842519685,&quot;left&quot;:59.877874015748034,&quot;top&quot;:125.08976377952756,&quot;width&quot;:828.5097637795274}"/>
  <p:tag name="KSO_WM_UNIT_FILL_FORE_SCHEMECOLOR_INDEX_BRIGHTNESS" val="0"/>
  <p:tag name="KSO_WM_UNIT_FILL_FORE_SCHEMECOLOR_INDEX" val="5"/>
  <p:tag name="KSO_WM_UNIT_FILL_TYPE" val="1"/>
</p:tagLst>
</file>

<file path=ppt/tags/tag823.xml><?xml version="1.0" encoding="utf-8"?>
<p:tagLst xmlns:p="http://schemas.openxmlformats.org/presentationml/2006/main">
  <p:tag name="KSO_WM_DIAGRAM_VIRTUALLY_FRAME" val="{&quot;height&quot;:377.16259842519685,&quot;left&quot;:59.877874015748034,&quot;top&quot;:125.08976377952756,&quot;width&quot;:828.5097637795274}"/>
  <p:tag name="KSO_WM_UNIT_TEXT_FILL_FORE_SCHEMECOLOR_INDEX_BRIGHTNESS" val="0"/>
  <p:tag name="KSO_WM_UNIT_TEXT_FILL_FORE_SCHEMECOLOR_INDEX" val="13"/>
  <p:tag name="KSO_WM_UNIT_TEXT_FILL_TYPE" val="1"/>
</p:tagLst>
</file>

<file path=ppt/tags/tag824.xml><?xml version="1.0" encoding="utf-8"?>
<p:tagLst xmlns:p="http://schemas.openxmlformats.org/presentationml/2006/main">
  <p:tag name="KSO_WM_DIAGRAM_VIRTUALLY_FRAME" val="{&quot;height&quot;:377.16259842519685,&quot;left&quot;:59.877874015748034,&quot;top&quot;:125.08976377952756,&quot;width&quot;:828.5097637795274}"/>
  <p:tag name="KSO_WM_UNIT_LINE_FORE_SCHEMECOLOR_INDEX_BRIGHTNESS" val="-0.25"/>
  <p:tag name="KSO_WM_UNIT_LINE_FORE_SCHEMECOLOR_INDEX" val="14"/>
  <p:tag name="KSO_WM_UNIT_LINE_FILL_TYPE" val="2"/>
</p:tagLst>
</file>

<file path=ppt/tags/tag825.xml><?xml version="1.0" encoding="utf-8"?>
<p:tagLst xmlns:p="http://schemas.openxmlformats.org/presentationml/2006/main">
  <p:tag name="KSO_WM_DIAGRAM_VIRTUALLY_FRAME" val="{&quot;height&quot;:377.16259842519685,&quot;left&quot;:59.877874015748034,&quot;top&quot;:125.08976377952756,&quot;width&quot;:828.5097637795274}"/>
  <p:tag name="KSO_WM_UNIT_FILL_FORE_SCHEMECOLOR_INDEX_BRIGHTNESS" val="0"/>
  <p:tag name="KSO_WM_UNIT_FILL_FORE_SCHEMECOLOR_INDEX" val="5"/>
  <p:tag name="KSO_WM_UNIT_FILL_TYPE" val="1"/>
</p:tagLst>
</file>

<file path=ppt/tags/tag826.xml><?xml version="1.0" encoding="utf-8"?>
<p:tagLst xmlns:p="http://schemas.openxmlformats.org/presentationml/2006/main">
  <p:tag name="KSO_WM_DIAGRAM_VIRTUALLY_FRAME" val="{&quot;height&quot;:377.16259842519685,&quot;left&quot;:59.877874015748034,&quot;top&quot;:125.08976377952756,&quot;width&quot;:828.5097637795274}"/>
  <p:tag name="KSO_WM_UNIT_TEXT_FILL_FORE_SCHEMECOLOR_INDEX_BRIGHTNESS" val="0"/>
  <p:tag name="KSO_WM_UNIT_TEXT_FILL_FORE_SCHEMECOLOR_INDEX" val="13"/>
  <p:tag name="KSO_WM_UNIT_TEXT_FILL_TYPE" val="1"/>
</p:tagLst>
</file>

<file path=ppt/tags/tag827.xml><?xml version="1.0" encoding="utf-8"?>
<p:tagLst xmlns:p="http://schemas.openxmlformats.org/presentationml/2006/main">
  <p:tag name="KSO_WM_DIAGRAM_VIRTUALLY_FRAME" val="{&quot;height&quot;:377.16259842519685,&quot;left&quot;:59.877874015748034,&quot;top&quot;:125.08976377952756,&quot;width&quot;:828.5097637795274}"/>
  <p:tag name="KSO_WM_UNIT_LINE_FORE_SCHEMECOLOR_INDEX_BRIGHTNESS" val="-0.25"/>
  <p:tag name="KSO_WM_UNIT_LINE_FORE_SCHEMECOLOR_INDEX" val="14"/>
  <p:tag name="KSO_WM_UNIT_LINE_FILL_TYPE" val="2"/>
</p:tagLst>
</file>

<file path=ppt/tags/tag828.xml><?xml version="1.0" encoding="utf-8"?>
<p:tagLst xmlns:p="http://schemas.openxmlformats.org/presentationml/2006/main">
  <p:tag name="KSO_WM_DIAGRAM_VIRTUALLY_FRAME" val="{&quot;height&quot;:377.16259842519685,&quot;left&quot;:59.877874015748034,&quot;top&quot;:125.08976377952756,&quot;width&quot;:828.5097637795274}"/>
  <p:tag name="KSO_WM_UNIT_FILL_FORE_SCHEMECOLOR_INDEX_BRIGHTNESS" val="0"/>
  <p:tag name="KSO_WM_UNIT_FILL_FORE_SCHEMECOLOR_INDEX" val="5"/>
  <p:tag name="KSO_WM_UNIT_FILL_TYPE" val="1"/>
</p:tagLst>
</file>

<file path=ppt/tags/tag82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30.xml><?xml version="1.0" encoding="utf-8"?>
<p:tagLst xmlns:p="http://schemas.openxmlformats.org/presentationml/2006/main">
  <p:tag name="KSO_WM_SLIDE_BACKGROUND_TYPE" val="general"/>
</p:tagLst>
</file>

<file path=ppt/tags/tag8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33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34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8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4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4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3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44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4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8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6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70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7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7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73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74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7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78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79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80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NjU0YmZmZGQ0MTcwNTc4ZWE1ZDViYWJhNTMzYzVhMDg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2866</Words>
  <Application>WPS 演示</Application>
  <PresentationFormat>宽屏</PresentationFormat>
  <Paragraphs>249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Calibri</vt:lpstr>
      <vt:lpstr>Courier New</vt:lpstr>
      <vt:lpstr>等线</vt:lpstr>
      <vt:lpstr>Times New Roman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Huaiy虞</cp:lastModifiedBy>
  <cp:revision>562</cp:revision>
  <dcterms:created xsi:type="dcterms:W3CDTF">2020-10-23T09:50:00Z</dcterms:created>
  <dcterms:modified xsi:type="dcterms:W3CDTF">2024-05-26T02:15:01Z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0AFAE7058A6F4ECD8EC06EA57359EEF3</vt:lpwstr>
  </property>
  <property fmtid="{D5CDD505-2E9C-101B-9397-08002B2CF9AE}" pid="3" name="KSOProductBuildVer">
    <vt:lpwstr>2052-12.1.0.16929</vt:lpwstr>
  </property>
</Properties>
</file>