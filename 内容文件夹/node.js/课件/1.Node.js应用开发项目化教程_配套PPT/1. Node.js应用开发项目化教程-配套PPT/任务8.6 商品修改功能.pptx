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0" r:id="rId4"/>
    <p:sldId id="441" r:id="rId6"/>
    <p:sldId id="442" r:id="rId7"/>
    <p:sldId id="443" r:id="rId8"/>
    <p:sldId id="444" r:id="rId9"/>
    <p:sldId id="449" r:id="rId10"/>
    <p:sldId id="481" r:id="rId11"/>
    <p:sldId id="483" r:id="rId12"/>
    <p:sldId id="482" r:id="rId13"/>
    <p:sldId id="447" r:id="rId14"/>
    <p:sldId id="451" r:id="rId15"/>
    <p:sldId id="491" r:id="rId16"/>
    <p:sldId id="484" r:id="rId17"/>
    <p:sldId id="454" r:id="rId18"/>
    <p:sldId id="456" r:id="rId19"/>
    <p:sldId id="457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33333"/>
    <a:srgbClr val="4C944C"/>
    <a:srgbClr val="0070C0"/>
    <a:srgbClr val="AFABAB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68" d="100"/>
          <a:sy n="68" d="100"/>
        </p:scale>
        <p:origin x="174" y="72"/>
      </p:cViewPr>
      <p:guideLst>
        <p:guide orient="horz" pos="2129"/>
        <p:guide pos="38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854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EBB-0E67-4A8F-8892-A39B7B2E550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00.xml"/><Relationship Id="rId8" Type="http://schemas.openxmlformats.org/officeDocument/2006/relationships/tags" Target="../tags/tag599.xml"/><Relationship Id="rId79" Type="http://schemas.openxmlformats.org/officeDocument/2006/relationships/notesSlide" Target="../notesSlides/notesSlide2.xml"/><Relationship Id="rId78" Type="http://schemas.openxmlformats.org/officeDocument/2006/relationships/slideLayout" Target="../slideLayouts/slideLayout11.xml"/><Relationship Id="rId77" Type="http://schemas.openxmlformats.org/officeDocument/2006/relationships/tags" Target="../tags/tag663.xml"/><Relationship Id="rId76" Type="http://schemas.openxmlformats.org/officeDocument/2006/relationships/image" Target="../media/image5.png"/><Relationship Id="rId75" Type="http://schemas.openxmlformats.org/officeDocument/2006/relationships/image" Target="../media/image4.jpeg"/><Relationship Id="rId74" Type="http://schemas.openxmlformats.org/officeDocument/2006/relationships/image" Target="../media/image3.jpeg"/><Relationship Id="rId73" Type="http://schemas.openxmlformats.org/officeDocument/2006/relationships/image" Target="../media/image2.jpeg"/><Relationship Id="rId72" Type="http://schemas.openxmlformats.org/officeDocument/2006/relationships/image" Target="../media/image1.png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71.xml"/><Relationship Id="rId7" Type="http://schemas.openxmlformats.org/officeDocument/2006/relationships/tags" Target="../tags/tag670.xml"/><Relationship Id="rId6" Type="http://schemas.openxmlformats.org/officeDocument/2006/relationships/tags" Target="../tags/tag669.xml"/><Relationship Id="rId5" Type="http://schemas.openxmlformats.org/officeDocument/2006/relationships/tags" Target="../tags/tag668.xml"/><Relationship Id="rId4" Type="http://schemas.openxmlformats.org/officeDocument/2006/relationships/tags" Target="../tags/tag667.xml"/><Relationship Id="rId3" Type="http://schemas.openxmlformats.org/officeDocument/2006/relationships/tags" Target="../tags/tag666.xml"/><Relationship Id="rId2" Type="http://schemas.openxmlformats.org/officeDocument/2006/relationships/tags" Target="../tags/tag665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6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1.xml"/><Relationship Id="rId7" Type="http://schemas.openxmlformats.org/officeDocument/2006/relationships/tags" Target="../tags/tag677.xml"/><Relationship Id="rId6" Type="http://schemas.openxmlformats.org/officeDocument/2006/relationships/image" Target="../media/image1.png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" Type="http://schemas.openxmlformats.org/officeDocument/2006/relationships/tags" Target="../tags/tag67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85.xml"/><Relationship Id="rId8" Type="http://schemas.openxmlformats.org/officeDocument/2006/relationships/tags" Target="../tags/tag684.xml"/><Relationship Id="rId7" Type="http://schemas.openxmlformats.org/officeDocument/2006/relationships/tags" Target="../tags/tag683.xml"/><Relationship Id="rId6" Type="http://schemas.openxmlformats.org/officeDocument/2006/relationships/tags" Target="../tags/tag682.xml"/><Relationship Id="rId5" Type="http://schemas.openxmlformats.org/officeDocument/2006/relationships/tags" Target="../tags/tag681.xml"/><Relationship Id="rId4" Type="http://schemas.openxmlformats.org/officeDocument/2006/relationships/tags" Target="../tags/tag680.xml"/><Relationship Id="rId3" Type="http://schemas.openxmlformats.org/officeDocument/2006/relationships/image" Target="../media/image6.png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697.xml"/><Relationship Id="rId20" Type="http://schemas.openxmlformats.org/officeDocument/2006/relationships/tags" Target="../tags/tag696.xml"/><Relationship Id="rId2" Type="http://schemas.openxmlformats.org/officeDocument/2006/relationships/tags" Target="../tags/tag679.xml"/><Relationship Id="rId19" Type="http://schemas.openxmlformats.org/officeDocument/2006/relationships/tags" Target="../tags/tag695.xml"/><Relationship Id="rId18" Type="http://schemas.openxmlformats.org/officeDocument/2006/relationships/tags" Target="../tags/tag694.xml"/><Relationship Id="rId17" Type="http://schemas.openxmlformats.org/officeDocument/2006/relationships/tags" Target="../tags/tag693.xml"/><Relationship Id="rId16" Type="http://schemas.openxmlformats.org/officeDocument/2006/relationships/tags" Target="../tags/tag692.xml"/><Relationship Id="rId15" Type="http://schemas.openxmlformats.org/officeDocument/2006/relationships/tags" Target="../tags/tag691.xml"/><Relationship Id="rId14" Type="http://schemas.openxmlformats.org/officeDocument/2006/relationships/tags" Target="../tags/tag690.xml"/><Relationship Id="rId13" Type="http://schemas.openxmlformats.org/officeDocument/2006/relationships/tags" Target="../tags/tag689.xml"/><Relationship Id="rId12" Type="http://schemas.openxmlformats.org/officeDocument/2006/relationships/tags" Target="../tags/tag688.xml"/><Relationship Id="rId11" Type="http://schemas.openxmlformats.org/officeDocument/2006/relationships/tags" Target="../tags/tag687.xml"/><Relationship Id="rId10" Type="http://schemas.openxmlformats.org/officeDocument/2006/relationships/tags" Target="../tags/tag686.xml"/><Relationship Id="rId1" Type="http://schemas.openxmlformats.org/officeDocument/2006/relationships/tags" Target="../tags/tag6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03.xml"/><Relationship Id="rId6" Type="http://schemas.openxmlformats.org/officeDocument/2006/relationships/image" Target="../media/image7.png"/><Relationship Id="rId5" Type="http://schemas.openxmlformats.org/officeDocument/2006/relationships/tags" Target="../tags/tag702.xml"/><Relationship Id="rId4" Type="http://schemas.openxmlformats.org/officeDocument/2006/relationships/tags" Target="../tags/tag701.xml"/><Relationship Id="rId3" Type="http://schemas.openxmlformats.org/officeDocument/2006/relationships/tags" Target="../tags/tag700.xml"/><Relationship Id="rId2" Type="http://schemas.openxmlformats.org/officeDocument/2006/relationships/tags" Target="../tags/tag699.xml"/><Relationship Id="rId1" Type="http://schemas.openxmlformats.org/officeDocument/2006/relationships/tags" Target="../tags/tag69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708.xml"/><Relationship Id="rId5" Type="http://schemas.openxmlformats.org/officeDocument/2006/relationships/image" Target="../media/image8.jpeg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" Type="http://schemas.openxmlformats.org/officeDocument/2006/relationships/tags" Target="../tags/tag705.xml"/><Relationship Id="rId1" Type="http://schemas.openxmlformats.org/officeDocument/2006/relationships/tags" Target="../tags/tag70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713.xml"/><Relationship Id="rId5" Type="http://schemas.openxmlformats.org/officeDocument/2006/relationships/image" Target="../media/image1.png"/><Relationship Id="rId4" Type="http://schemas.openxmlformats.org/officeDocument/2006/relationships/tags" Target="../tags/tag712.xml"/><Relationship Id="rId3" Type="http://schemas.openxmlformats.org/officeDocument/2006/relationships/tags" Target="../tags/tag711.xml"/><Relationship Id="rId2" Type="http://schemas.openxmlformats.org/officeDocument/2006/relationships/tags" Target="../tags/tag710.xml"/><Relationship Id="rId1" Type="http://schemas.openxmlformats.org/officeDocument/2006/relationships/tags" Target="../tags/tag70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22.xml"/><Relationship Id="rId8" Type="http://schemas.openxmlformats.org/officeDocument/2006/relationships/tags" Target="../tags/tag721.xml"/><Relationship Id="rId7" Type="http://schemas.openxmlformats.org/officeDocument/2006/relationships/tags" Target="../tags/tag720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Relationship Id="rId3" Type="http://schemas.openxmlformats.org/officeDocument/2006/relationships/tags" Target="../tags/tag716.xml"/><Relationship Id="rId2" Type="http://schemas.openxmlformats.org/officeDocument/2006/relationships/tags" Target="../tags/tag715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30.xml"/><Relationship Id="rId16" Type="http://schemas.openxmlformats.org/officeDocument/2006/relationships/tags" Target="../tags/tag729.xml"/><Relationship Id="rId15" Type="http://schemas.openxmlformats.org/officeDocument/2006/relationships/tags" Target="../tags/tag728.xml"/><Relationship Id="rId14" Type="http://schemas.openxmlformats.org/officeDocument/2006/relationships/tags" Target="../tags/tag727.xml"/><Relationship Id="rId13" Type="http://schemas.openxmlformats.org/officeDocument/2006/relationships/tags" Target="../tags/tag726.xml"/><Relationship Id="rId12" Type="http://schemas.openxmlformats.org/officeDocument/2006/relationships/tags" Target="../tags/tag725.xml"/><Relationship Id="rId11" Type="http://schemas.openxmlformats.org/officeDocument/2006/relationships/tags" Target="../tags/tag724.xml"/><Relationship Id="rId10" Type="http://schemas.openxmlformats.org/officeDocument/2006/relationships/tags" Target="../tags/tag723.xml"/><Relationship Id="rId1" Type="http://schemas.openxmlformats.org/officeDocument/2006/relationships/tags" Target="../tags/tag71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38.xml"/><Relationship Id="rId8" Type="http://schemas.openxmlformats.org/officeDocument/2006/relationships/tags" Target="../tags/tag737.xml"/><Relationship Id="rId7" Type="http://schemas.openxmlformats.org/officeDocument/2006/relationships/tags" Target="../tags/tag736.xml"/><Relationship Id="rId6" Type="http://schemas.openxmlformats.org/officeDocument/2006/relationships/tags" Target="../tags/tag735.xml"/><Relationship Id="rId5" Type="http://schemas.openxmlformats.org/officeDocument/2006/relationships/image" Target="../media/image9.png"/><Relationship Id="rId4" Type="http://schemas.openxmlformats.org/officeDocument/2006/relationships/tags" Target="../tags/tag734.xml"/><Relationship Id="rId3" Type="http://schemas.openxmlformats.org/officeDocument/2006/relationships/tags" Target="../tags/tag733.xml"/><Relationship Id="rId2" Type="http://schemas.openxmlformats.org/officeDocument/2006/relationships/tags" Target="../tags/tag732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740.xml"/><Relationship Id="rId11" Type="http://schemas.openxmlformats.org/officeDocument/2006/relationships/image" Target="../media/image1.png"/><Relationship Id="rId10" Type="http://schemas.openxmlformats.org/officeDocument/2006/relationships/tags" Target="../tags/tag739.xml"/><Relationship Id="rId1" Type="http://schemas.openxmlformats.org/officeDocument/2006/relationships/tags" Target="../tags/tag7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49.xml"/><Relationship Id="rId8" Type="http://schemas.openxmlformats.org/officeDocument/2006/relationships/tags" Target="../tags/tag748.xml"/><Relationship Id="rId7" Type="http://schemas.openxmlformats.org/officeDocument/2006/relationships/tags" Target="../tags/tag747.xml"/><Relationship Id="rId6" Type="http://schemas.openxmlformats.org/officeDocument/2006/relationships/tags" Target="../tags/tag746.xml"/><Relationship Id="rId5" Type="http://schemas.openxmlformats.org/officeDocument/2006/relationships/tags" Target="../tags/tag745.xml"/><Relationship Id="rId4" Type="http://schemas.openxmlformats.org/officeDocument/2006/relationships/tags" Target="../tags/tag744.xml"/><Relationship Id="rId3" Type="http://schemas.openxmlformats.org/officeDocument/2006/relationships/tags" Target="../tags/tag743.xml"/><Relationship Id="rId2" Type="http://schemas.openxmlformats.org/officeDocument/2006/relationships/tags" Target="../tags/tag742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57.xml"/><Relationship Id="rId16" Type="http://schemas.openxmlformats.org/officeDocument/2006/relationships/tags" Target="../tags/tag756.xml"/><Relationship Id="rId15" Type="http://schemas.openxmlformats.org/officeDocument/2006/relationships/tags" Target="../tags/tag755.xml"/><Relationship Id="rId14" Type="http://schemas.openxmlformats.org/officeDocument/2006/relationships/tags" Target="../tags/tag754.xml"/><Relationship Id="rId13" Type="http://schemas.openxmlformats.org/officeDocument/2006/relationships/tags" Target="../tags/tag753.xml"/><Relationship Id="rId12" Type="http://schemas.openxmlformats.org/officeDocument/2006/relationships/tags" Target="../tags/tag752.xml"/><Relationship Id="rId11" Type="http://schemas.openxmlformats.org/officeDocument/2006/relationships/tags" Target="../tags/tag751.xml"/><Relationship Id="rId10" Type="http://schemas.openxmlformats.org/officeDocument/2006/relationships/tags" Target="../tags/tag750.xml"/><Relationship Id="rId1" Type="http://schemas.openxmlformats.org/officeDocument/2006/relationships/tags" Target="../tags/tag74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66.xml"/><Relationship Id="rId8" Type="http://schemas.openxmlformats.org/officeDocument/2006/relationships/tags" Target="../tags/tag765.xml"/><Relationship Id="rId7" Type="http://schemas.openxmlformats.org/officeDocument/2006/relationships/tags" Target="../tags/tag764.xml"/><Relationship Id="rId6" Type="http://schemas.openxmlformats.org/officeDocument/2006/relationships/tags" Target="../tags/tag763.xml"/><Relationship Id="rId5" Type="http://schemas.openxmlformats.org/officeDocument/2006/relationships/tags" Target="../tags/tag762.xml"/><Relationship Id="rId4" Type="http://schemas.openxmlformats.org/officeDocument/2006/relationships/tags" Target="../tags/tag761.xml"/><Relationship Id="rId3" Type="http://schemas.openxmlformats.org/officeDocument/2006/relationships/tags" Target="../tags/tag760.xml"/><Relationship Id="rId2" Type="http://schemas.openxmlformats.org/officeDocument/2006/relationships/tags" Target="../tags/tag759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74.xml"/><Relationship Id="rId16" Type="http://schemas.openxmlformats.org/officeDocument/2006/relationships/tags" Target="../tags/tag773.xml"/><Relationship Id="rId15" Type="http://schemas.openxmlformats.org/officeDocument/2006/relationships/tags" Target="../tags/tag772.xml"/><Relationship Id="rId14" Type="http://schemas.openxmlformats.org/officeDocument/2006/relationships/tags" Target="../tags/tag771.xml"/><Relationship Id="rId13" Type="http://schemas.openxmlformats.org/officeDocument/2006/relationships/tags" Target="../tags/tag770.xml"/><Relationship Id="rId12" Type="http://schemas.openxmlformats.org/officeDocument/2006/relationships/tags" Target="../tags/tag769.xml"/><Relationship Id="rId11" Type="http://schemas.openxmlformats.org/officeDocument/2006/relationships/tags" Target="../tags/tag768.xml"/><Relationship Id="rId10" Type="http://schemas.openxmlformats.org/officeDocument/2006/relationships/tags" Target="../tags/tag767.xml"/><Relationship Id="rId1" Type="http://schemas.openxmlformats.org/officeDocument/2006/relationships/tags" Target="../tags/tag75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3.xml"/><Relationship Id="rId8" Type="http://schemas.openxmlformats.org/officeDocument/2006/relationships/tags" Target="../tags/tag782.xml"/><Relationship Id="rId7" Type="http://schemas.openxmlformats.org/officeDocument/2006/relationships/tags" Target="../tags/tag781.xml"/><Relationship Id="rId6" Type="http://schemas.openxmlformats.org/officeDocument/2006/relationships/tags" Target="../tags/tag780.xml"/><Relationship Id="rId5" Type="http://schemas.openxmlformats.org/officeDocument/2006/relationships/tags" Target="../tags/tag779.xml"/><Relationship Id="rId4" Type="http://schemas.openxmlformats.org/officeDocument/2006/relationships/tags" Target="../tags/tag778.xml"/><Relationship Id="rId3" Type="http://schemas.openxmlformats.org/officeDocument/2006/relationships/tags" Target="../tags/tag777.xml"/><Relationship Id="rId2" Type="http://schemas.openxmlformats.org/officeDocument/2006/relationships/tags" Target="../tags/tag776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91.xml"/><Relationship Id="rId16" Type="http://schemas.openxmlformats.org/officeDocument/2006/relationships/tags" Target="../tags/tag790.xml"/><Relationship Id="rId15" Type="http://schemas.openxmlformats.org/officeDocument/2006/relationships/tags" Target="../tags/tag789.xml"/><Relationship Id="rId14" Type="http://schemas.openxmlformats.org/officeDocument/2006/relationships/tags" Target="../tags/tag788.xml"/><Relationship Id="rId13" Type="http://schemas.openxmlformats.org/officeDocument/2006/relationships/tags" Target="../tags/tag787.xml"/><Relationship Id="rId12" Type="http://schemas.openxmlformats.org/officeDocument/2006/relationships/tags" Target="../tags/tag786.xml"/><Relationship Id="rId11" Type="http://schemas.openxmlformats.org/officeDocument/2006/relationships/tags" Target="../tags/tag785.xml"/><Relationship Id="rId10" Type="http://schemas.openxmlformats.org/officeDocument/2006/relationships/tags" Target="../tags/tag784.xml"/><Relationship Id="rId1" Type="http://schemas.openxmlformats.org/officeDocument/2006/relationships/tags" Target="../tags/tag77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9.xml"/><Relationship Id="rId8" Type="http://schemas.openxmlformats.org/officeDocument/2006/relationships/tags" Target="../tags/tag798.xml"/><Relationship Id="rId7" Type="http://schemas.openxmlformats.org/officeDocument/2006/relationships/tags" Target="../tags/tag797.xml"/><Relationship Id="rId6" Type="http://schemas.openxmlformats.org/officeDocument/2006/relationships/tags" Target="../tags/tag796.xml"/><Relationship Id="rId5" Type="http://schemas.openxmlformats.org/officeDocument/2006/relationships/tags" Target="../tags/tag795.xml"/><Relationship Id="rId4" Type="http://schemas.openxmlformats.org/officeDocument/2006/relationships/tags" Target="../tags/tag794.xml"/><Relationship Id="rId3" Type="http://schemas.openxmlformats.org/officeDocument/2006/relationships/tags" Target="../tags/tag793.xml"/><Relationship Id="rId2" Type="http://schemas.openxmlformats.org/officeDocument/2006/relationships/tags" Target="../tags/tag792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11.xml"/><Relationship Id="rId15" Type="http://schemas.openxmlformats.org/officeDocument/2006/relationships/tags" Target="../tags/tag804.xml"/><Relationship Id="rId14" Type="http://schemas.openxmlformats.org/officeDocument/2006/relationships/image" Target="../media/image10.jpeg"/><Relationship Id="rId13" Type="http://schemas.openxmlformats.org/officeDocument/2006/relationships/tags" Target="../tags/tag803.xml"/><Relationship Id="rId12" Type="http://schemas.openxmlformats.org/officeDocument/2006/relationships/tags" Target="../tags/tag802.xml"/><Relationship Id="rId11" Type="http://schemas.openxmlformats.org/officeDocument/2006/relationships/tags" Target="../tags/tag801.xml"/><Relationship Id="rId10" Type="http://schemas.openxmlformats.org/officeDocument/2006/relationships/tags" Target="../tags/tag800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13.xml"/><Relationship Id="rId8" Type="http://schemas.openxmlformats.org/officeDocument/2006/relationships/tags" Target="../tags/tag812.xml"/><Relationship Id="rId7" Type="http://schemas.openxmlformats.org/officeDocument/2006/relationships/tags" Target="../tags/tag811.xml"/><Relationship Id="rId6" Type="http://schemas.openxmlformats.org/officeDocument/2006/relationships/tags" Target="../tags/tag810.xml"/><Relationship Id="rId50" Type="http://schemas.openxmlformats.org/officeDocument/2006/relationships/notesSlide" Target="../notesSlides/notesSlide14.xml"/><Relationship Id="rId5" Type="http://schemas.openxmlformats.org/officeDocument/2006/relationships/tags" Target="../tags/tag809.xml"/><Relationship Id="rId49" Type="http://schemas.openxmlformats.org/officeDocument/2006/relationships/slideLayout" Target="../slideLayouts/slideLayout11.xml"/><Relationship Id="rId48" Type="http://schemas.openxmlformats.org/officeDocument/2006/relationships/tags" Target="../tags/tag851.xml"/><Relationship Id="rId47" Type="http://schemas.openxmlformats.org/officeDocument/2006/relationships/image" Target="../media/image11.jpeg"/><Relationship Id="rId46" Type="http://schemas.openxmlformats.org/officeDocument/2006/relationships/tags" Target="../tags/tag850.xml"/><Relationship Id="rId45" Type="http://schemas.openxmlformats.org/officeDocument/2006/relationships/tags" Target="../tags/tag849.xml"/><Relationship Id="rId44" Type="http://schemas.openxmlformats.org/officeDocument/2006/relationships/tags" Target="../tags/tag848.xml"/><Relationship Id="rId43" Type="http://schemas.openxmlformats.org/officeDocument/2006/relationships/tags" Target="../tags/tag847.xml"/><Relationship Id="rId42" Type="http://schemas.openxmlformats.org/officeDocument/2006/relationships/tags" Target="../tags/tag846.xml"/><Relationship Id="rId41" Type="http://schemas.openxmlformats.org/officeDocument/2006/relationships/tags" Target="../tags/tag845.xml"/><Relationship Id="rId40" Type="http://schemas.openxmlformats.org/officeDocument/2006/relationships/tags" Target="../tags/tag844.xml"/><Relationship Id="rId4" Type="http://schemas.openxmlformats.org/officeDocument/2006/relationships/tags" Target="../tags/tag808.xml"/><Relationship Id="rId39" Type="http://schemas.openxmlformats.org/officeDocument/2006/relationships/tags" Target="../tags/tag843.xml"/><Relationship Id="rId38" Type="http://schemas.openxmlformats.org/officeDocument/2006/relationships/tags" Target="../tags/tag842.xml"/><Relationship Id="rId37" Type="http://schemas.openxmlformats.org/officeDocument/2006/relationships/tags" Target="../tags/tag841.xml"/><Relationship Id="rId36" Type="http://schemas.openxmlformats.org/officeDocument/2006/relationships/tags" Target="../tags/tag840.xml"/><Relationship Id="rId35" Type="http://schemas.openxmlformats.org/officeDocument/2006/relationships/tags" Target="../tags/tag839.xml"/><Relationship Id="rId34" Type="http://schemas.openxmlformats.org/officeDocument/2006/relationships/tags" Target="../tags/tag838.xml"/><Relationship Id="rId33" Type="http://schemas.openxmlformats.org/officeDocument/2006/relationships/tags" Target="../tags/tag837.xml"/><Relationship Id="rId32" Type="http://schemas.openxmlformats.org/officeDocument/2006/relationships/tags" Target="../tags/tag836.xml"/><Relationship Id="rId31" Type="http://schemas.openxmlformats.org/officeDocument/2006/relationships/tags" Target="../tags/tag835.xml"/><Relationship Id="rId30" Type="http://schemas.openxmlformats.org/officeDocument/2006/relationships/tags" Target="../tags/tag834.xml"/><Relationship Id="rId3" Type="http://schemas.openxmlformats.org/officeDocument/2006/relationships/tags" Target="../tags/tag807.xml"/><Relationship Id="rId29" Type="http://schemas.openxmlformats.org/officeDocument/2006/relationships/tags" Target="../tags/tag833.xml"/><Relationship Id="rId28" Type="http://schemas.openxmlformats.org/officeDocument/2006/relationships/tags" Target="../tags/tag832.xml"/><Relationship Id="rId27" Type="http://schemas.openxmlformats.org/officeDocument/2006/relationships/tags" Target="../tags/tag831.xml"/><Relationship Id="rId26" Type="http://schemas.openxmlformats.org/officeDocument/2006/relationships/tags" Target="../tags/tag830.xml"/><Relationship Id="rId25" Type="http://schemas.openxmlformats.org/officeDocument/2006/relationships/tags" Target="../tags/tag829.xml"/><Relationship Id="rId24" Type="http://schemas.openxmlformats.org/officeDocument/2006/relationships/tags" Target="../tags/tag828.xml"/><Relationship Id="rId23" Type="http://schemas.openxmlformats.org/officeDocument/2006/relationships/tags" Target="../tags/tag827.xml"/><Relationship Id="rId22" Type="http://schemas.openxmlformats.org/officeDocument/2006/relationships/tags" Target="../tags/tag826.xml"/><Relationship Id="rId21" Type="http://schemas.openxmlformats.org/officeDocument/2006/relationships/tags" Target="../tags/tag825.xml"/><Relationship Id="rId20" Type="http://schemas.openxmlformats.org/officeDocument/2006/relationships/tags" Target="../tags/tag824.xml"/><Relationship Id="rId2" Type="http://schemas.openxmlformats.org/officeDocument/2006/relationships/tags" Target="../tags/tag806.xml"/><Relationship Id="rId19" Type="http://schemas.openxmlformats.org/officeDocument/2006/relationships/tags" Target="../tags/tag823.xml"/><Relationship Id="rId18" Type="http://schemas.openxmlformats.org/officeDocument/2006/relationships/tags" Target="../tags/tag822.xml"/><Relationship Id="rId17" Type="http://schemas.openxmlformats.org/officeDocument/2006/relationships/tags" Target="../tags/tag821.xml"/><Relationship Id="rId16" Type="http://schemas.openxmlformats.org/officeDocument/2006/relationships/tags" Target="../tags/tag820.xml"/><Relationship Id="rId15" Type="http://schemas.openxmlformats.org/officeDocument/2006/relationships/tags" Target="../tags/tag819.xml"/><Relationship Id="rId14" Type="http://schemas.openxmlformats.org/officeDocument/2006/relationships/tags" Target="../tags/tag818.xml"/><Relationship Id="rId13" Type="http://schemas.openxmlformats.org/officeDocument/2006/relationships/tags" Target="../tags/tag817.xml"/><Relationship Id="rId12" Type="http://schemas.openxmlformats.org/officeDocument/2006/relationships/tags" Target="../tags/tag816.xml"/><Relationship Id="rId11" Type="http://schemas.openxmlformats.org/officeDocument/2006/relationships/tags" Target="../tags/tag815.xml"/><Relationship Id="rId10" Type="http://schemas.openxmlformats.org/officeDocument/2006/relationships/tags" Target="../tags/tag814.xml"/><Relationship Id="rId1" Type="http://schemas.openxmlformats.org/officeDocument/2006/relationships/tags" Target="../tags/tag805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53.xml"/><Relationship Id="rId1" Type="http://schemas.openxmlformats.org/officeDocument/2006/relationships/tags" Target="../tags/tag8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60780" y="2195830"/>
            <a:ext cx="1015365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商品</a:t>
            </a:r>
            <a:r>
              <a:rPr lang="zh-CN" altLang="en-US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修改功能</a:t>
            </a:r>
            <a:endParaRPr lang="zh-CN" altLang="en-US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2" name="îşľîḋé"/>
          <p:cNvSpPr/>
          <p:nvPr>
            <p:custDataLst>
              <p:tags r:id="rId3"/>
            </p:custDataLst>
          </p:nvPr>
        </p:nvSpPr>
        <p:spPr bwMode="auto">
          <a:xfrm>
            <a:off x="1518920" y="6161405"/>
            <a:ext cx="332740" cy="52070"/>
          </a:xfrm>
          <a:prstGeom prst="ellipse">
            <a:avLst/>
          </a:prstGeom>
          <a:solidFill>
            <a:srgbClr val="D6E1D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0" name="íşlíḑè"/>
          <p:cNvSpPr/>
          <p:nvPr>
            <p:custDataLst>
              <p:tags r:id="rId4"/>
            </p:custDataLst>
          </p:nvPr>
        </p:nvSpPr>
        <p:spPr bwMode="auto">
          <a:xfrm>
            <a:off x="1706880" y="6159500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19 w 121"/>
              <a:gd name="T7" fmla="*/ 32 h 59"/>
              <a:gd name="T8" fmla="*/ 52 w 121"/>
              <a:gd name="T9" fmla="*/ 55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3" y="43"/>
                  <a:pt x="19" y="32"/>
                </a:cubicBezTo>
                <a:cubicBezTo>
                  <a:pt x="25" y="22"/>
                  <a:pt x="52" y="55"/>
                  <a:pt x="52" y="55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2" name="ïŝlïḓe"/>
          <p:cNvSpPr/>
          <p:nvPr>
            <p:custDataLst>
              <p:tags r:id="rId5"/>
            </p:custDataLst>
          </p:nvPr>
        </p:nvSpPr>
        <p:spPr bwMode="auto">
          <a:xfrm>
            <a:off x="1622425" y="6158865"/>
            <a:ext cx="56515" cy="27305"/>
          </a:xfrm>
          <a:custGeom>
            <a:avLst/>
            <a:gdLst>
              <a:gd name="T0" fmla="*/ 2 w 121"/>
              <a:gd name="T1" fmla="*/ 0 h 59"/>
              <a:gd name="T2" fmla="*/ 0 w 121"/>
              <a:gd name="T3" fmla="*/ 53 h 59"/>
              <a:gd name="T4" fmla="*/ 7 w 121"/>
              <a:gd name="T5" fmla="*/ 53 h 59"/>
              <a:gd name="T6" fmla="*/ 20 w 121"/>
              <a:gd name="T7" fmla="*/ 33 h 59"/>
              <a:gd name="T8" fmla="*/ 52 w 121"/>
              <a:gd name="T9" fmla="*/ 56 h 59"/>
              <a:gd name="T10" fmla="*/ 121 w 121"/>
              <a:gd name="T11" fmla="*/ 59 h 59"/>
              <a:gd name="T12" fmla="*/ 86 w 121"/>
              <a:gd name="T13" fmla="*/ 3 h 59"/>
              <a:gd name="T14" fmla="*/ 2 w 121"/>
              <a:gd name="T15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1" h="59">
                <a:moveTo>
                  <a:pt x="2" y="0"/>
                </a:moveTo>
                <a:cubicBezTo>
                  <a:pt x="0" y="29"/>
                  <a:pt x="0" y="53"/>
                  <a:pt x="0" y="53"/>
                </a:cubicBezTo>
                <a:cubicBezTo>
                  <a:pt x="7" y="53"/>
                  <a:pt x="7" y="53"/>
                  <a:pt x="7" y="53"/>
                </a:cubicBezTo>
                <a:cubicBezTo>
                  <a:pt x="7" y="53"/>
                  <a:pt x="14" y="43"/>
                  <a:pt x="20" y="33"/>
                </a:cubicBezTo>
                <a:cubicBezTo>
                  <a:pt x="25" y="22"/>
                  <a:pt x="52" y="56"/>
                  <a:pt x="52" y="56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86" y="3"/>
                  <a:pt x="86" y="3"/>
                  <a:pt x="86" y="3"/>
                </a:cubicBezTo>
                <a:cubicBezTo>
                  <a:pt x="58" y="10"/>
                  <a:pt x="30" y="11"/>
                  <a:pt x="2" y="0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143000" y="5487035"/>
            <a:ext cx="9444355" cy="1148080"/>
            <a:chOff x="2169" y="7900"/>
            <a:chExt cx="14873" cy="1808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7" y="8407"/>
              <a:ext cx="13055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l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如何在</a:t>
              </a:r>
              <a:r>
                <a:rPr lang="en-US" altLang="zh-CN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Express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框架中结合表单进行商品信息修改？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7"/>
              </p:custDataLst>
            </p:nvPr>
          </p:nvSpPr>
          <p:spPr bwMode="auto">
            <a:xfrm>
              <a:off x="2874" y="8792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8"/>
              </p:custDataLst>
            </p:nvPr>
          </p:nvSpPr>
          <p:spPr bwMode="auto">
            <a:xfrm>
              <a:off x="2698" y="8881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9"/>
              </p:custDataLst>
            </p:nvPr>
          </p:nvSpPr>
          <p:spPr bwMode="auto">
            <a:xfrm>
              <a:off x="2886" y="8906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10"/>
              </p:custDataLst>
            </p:nvPr>
          </p:nvSpPr>
          <p:spPr bwMode="auto">
            <a:xfrm>
              <a:off x="2541" y="8959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11"/>
              </p:custDataLst>
            </p:nvPr>
          </p:nvSpPr>
          <p:spPr bwMode="auto">
            <a:xfrm>
              <a:off x="2555" y="8955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2"/>
              </p:custDataLst>
            </p:nvPr>
          </p:nvSpPr>
          <p:spPr bwMode="auto">
            <a:xfrm>
              <a:off x="2553" y="9044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3"/>
              </p:custDataLst>
            </p:nvPr>
          </p:nvSpPr>
          <p:spPr bwMode="auto">
            <a:xfrm>
              <a:off x="2543" y="9006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4"/>
              </p:custDataLst>
            </p:nvPr>
          </p:nvSpPr>
          <p:spPr bwMode="auto">
            <a:xfrm>
              <a:off x="2628" y="9280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5"/>
              </p:custDataLst>
            </p:nvPr>
          </p:nvSpPr>
          <p:spPr bwMode="auto">
            <a:xfrm>
              <a:off x="2495" y="9280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2445" y="9278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2466" y="9326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2534" y="9338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2611" y="9338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2648" y="9326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2690" y="9314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2732" y="9293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2466" y="9005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2521" y="9013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2617" y="8998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2618" y="9211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2624" y="9244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2631" y="9277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2278" y="8527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2407" y="8919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2520" y="8891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2532" y="8887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2548" y="8877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2662" y="8838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2676" y="8833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2690" y="8835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2636" y="8763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2661" y="8768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2491" y="8804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2517" y="8811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2476" y="8755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2601" y="8706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2579" y="8894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2183" y="8442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2334" y="8747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2272" y="8841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2373" y="8875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2169" y="8620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2239" y="8220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3194" y="9558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3412" y="7900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3150" y="7969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3155" y="7969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3157" y="8633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3162" y="8633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3103" y="8301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3111" y="8297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3094" y="8945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3100" y="8938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3412" y="8220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3412" y="8202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3412" y="8204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3412" y="8517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3412" y="8838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3412" y="9170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rot="0">
            <a:off x="2496820" y="1845321"/>
            <a:ext cx="6936740" cy="3707148"/>
            <a:chOff x="3932" y="4070"/>
            <a:chExt cx="10924" cy="3827"/>
          </a:xfrm>
        </p:grpSpPr>
        <p:sp>
          <p:nvSpPr>
            <p:cNvPr id="19" name="矩形: 圆角 18"/>
            <p:cNvSpPr/>
            <p:nvPr>
              <p:custDataLst>
                <p:tags r:id="rId71"/>
              </p:custDataLst>
            </p:nvPr>
          </p:nvSpPr>
          <p:spPr>
            <a:xfrm>
              <a:off x="3932" y="4070"/>
              <a:ext cx="10924" cy="3827"/>
            </a:xfrm>
            <a:prstGeom prst="round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，，</a:t>
              </a:r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1" name="图片 181" descr="C:/Users/TXY/Desktop/图片7.png图片7"/>
            <p:cNvPicPr>
              <a:picLocks noChangeAspect="1"/>
            </p:cNvPicPr>
            <p:nvPr/>
          </p:nvPicPr>
          <p:blipFill>
            <a:blip r:embed="rId72"/>
            <a:srcRect/>
            <a:stretch>
              <a:fillRect/>
            </a:stretch>
          </p:blipFill>
          <p:spPr>
            <a:xfrm>
              <a:off x="4838" y="4156"/>
              <a:ext cx="9037" cy="3674"/>
            </a:xfrm>
            <a:prstGeom prst="rect">
              <a:avLst/>
            </a:prstGeom>
            <a:blipFill dpi="0" rotWithShape="1">
              <a:blip r:embed="rId73" cstate="screen"/>
              <a:srcRect/>
              <a:stretch>
                <a:fillRect/>
              </a:stretch>
            </a:blipFill>
            <a:ln>
              <a:solidFill>
                <a:schemeClr val="accent5"/>
              </a:solidFill>
            </a:ln>
            <a:effectLst/>
          </p:spPr>
        </p:pic>
      </p:grpSp>
      <p:pic>
        <p:nvPicPr>
          <p:cNvPr id="8" name="图片 7" descr="C:/Users/TXY/Desktop/444.jpg444"/>
          <p:cNvPicPr>
            <a:picLocks noChangeAspect="1"/>
          </p:cNvPicPr>
          <p:nvPr/>
        </p:nvPicPr>
        <p:blipFill>
          <a:blip r:embed="rId74"/>
          <a:srcRect t="4265" b="4265"/>
          <a:stretch>
            <a:fillRect/>
          </a:stretch>
        </p:blipFill>
        <p:spPr>
          <a:xfrm>
            <a:off x="2635250" y="866775"/>
            <a:ext cx="2261870" cy="859155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75"/>
          <a:srcRect r="43482" b="6838"/>
          <a:stretch>
            <a:fillRect/>
          </a:stretch>
        </p:blipFill>
        <p:spPr bwMode="auto">
          <a:xfrm>
            <a:off x="7259320" y="866775"/>
            <a:ext cx="2024380" cy="8578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4892675" y="866775"/>
            <a:ext cx="2366645" cy="858520"/>
          </a:xfrm>
          <a:prstGeom prst="rect">
            <a:avLst/>
          </a:prstGeom>
        </p:spPr>
      </p:pic>
    </p:spTree>
    <p:custDataLst>
      <p:tags r:id="rId7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pc="2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3" grpId="1" animBg="1"/>
      <p:bldP spid="8" grpId="1"/>
      <p:bldP spid="9" grpId="0" animBg="1"/>
      <p:bldP spid="10" grpId="0"/>
      <p:bldP spid="9" grpId="1" animBg="1"/>
      <p:bldP spid="10" grpId="1"/>
      <p:bldP spid="11" grpId="0" animBg="1"/>
      <p:bldP spid="12" grpId="0"/>
      <p:bldP spid="11" grpId="1" animBg="1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iŝľíḓé"/>
          <p:cNvSpPr/>
          <p:nvPr>
            <p:custDataLst>
              <p:tags r:id="rId3"/>
            </p:custDataLst>
          </p:nvPr>
        </p:nvSpPr>
        <p:spPr bwMode="auto">
          <a:xfrm>
            <a:off x="1806575" y="1129030"/>
            <a:ext cx="614045" cy="6140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2" name="ïṣlîdè"/>
          <p:cNvSpPr/>
          <p:nvPr>
            <p:custDataLst>
              <p:tags r:id="rId4"/>
            </p:custDataLst>
          </p:nvPr>
        </p:nvSpPr>
        <p:spPr bwMode="auto">
          <a:xfrm>
            <a:off x="1985010" y="1294130"/>
            <a:ext cx="257175" cy="317500"/>
          </a:xfrm>
          <a:custGeom>
            <a:avLst/>
            <a:gdLst>
              <a:gd name="connsiteX0" fmla="*/ 324459 w 489089"/>
              <a:gd name="connsiteY0" fmla="*/ 442516 h 603828"/>
              <a:gd name="connsiteX1" fmla="*/ 386263 w 489089"/>
              <a:gd name="connsiteY1" fmla="*/ 442516 h 603828"/>
              <a:gd name="connsiteX2" fmla="*/ 386263 w 489089"/>
              <a:gd name="connsiteY2" fmla="*/ 452958 h 603828"/>
              <a:gd name="connsiteX3" fmla="*/ 402563 w 489089"/>
              <a:gd name="connsiteY3" fmla="*/ 469096 h 603828"/>
              <a:gd name="connsiteX4" fmla="*/ 489089 w 489089"/>
              <a:gd name="connsiteY4" fmla="*/ 469096 h 603828"/>
              <a:gd name="connsiteX5" fmla="*/ 489089 w 489089"/>
              <a:gd name="connsiteY5" fmla="*/ 587485 h 603828"/>
              <a:gd name="connsiteX6" fmla="*/ 472925 w 489089"/>
              <a:gd name="connsiteY6" fmla="*/ 603758 h 603828"/>
              <a:gd name="connsiteX7" fmla="*/ 324459 w 489089"/>
              <a:gd name="connsiteY7" fmla="*/ 603758 h 603828"/>
              <a:gd name="connsiteX8" fmla="*/ 308159 w 489089"/>
              <a:gd name="connsiteY8" fmla="*/ 587485 h 603828"/>
              <a:gd name="connsiteX9" fmla="*/ 308159 w 489089"/>
              <a:gd name="connsiteY9" fmla="*/ 458789 h 603828"/>
              <a:gd name="connsiteX10" fmla="*/ 324459 w 489089"/>
              <a:gd name="connsiteY10" fmla="*/ 442516 h 603828"/>
              <a:gd name="connsiteX11" fmla="*/ 16307 w 489089"/>
              <a:gd name="connsiteY11" fmla="*/ 442516 h 603828"/>
              <a:gd name="connsiteX12" fmla="*/ 78272 w 489089"/>
              <a:gd name="connsiteY12" fmla="*/ 442516 h 603828"/>
              <a:gd name="connsiteX13" fmla="*/ 78272 w 489089"/>
              <a:gd name="connsiteY13" fmla="*/ 452963 h 603828"/>
              <a:gd name="connsiteX14" fmla="*/ 94443 w 489089"/>
              <a:gd name="connsiteY14" fmla="*/ 469107 h 603828"/>
              <a:gd name="connsiteX15" fmla="*/ 181141 w 489089"/>
              <a:gd name="connsiteY15" fmla="*/ 469107 h 603828"/>
              <a:gd name="connsiteX16" fmla="*/ 181141 w 489089"/>
              <a:gd name="connsiteY16" fmla="*/ 587548 h 603828"/>
              <a:gd name="connsiteX17" fmla="*/ 164834 w 489089"/>
              <a:gd name="connsiteY17" fmla="*/ 603828 h 603828"/>
              <a:gd name="connsiteX18" fmla="*/ 16307 w 489089"/>
              <a:gd name="connsiteY18" fmla="*/ 603828 h 603828"/>
              <a:gd name="connsiteX19" fmla="*/ 0 w 489089"/>
              <a:gd name="connsiteY19" fmla="*/ 587548 h 603828"/>
              <a:gd name="connsiteX20" fmla="*/ 0 w 489089"/>
              <a:gd name="connsiteY20" fmla="*/ 458796 h 603828"/>
              <a:gd name="connsiteX21" fmla="*/ 16307 w 489089"/>
              <a:gd name="connsiteY21" fmla="*/ 442516 h 603828"/>
              <a:gd name="connsiteX22" fmla="*/ 311829 w 489089"/>
              <a:gd name="connsiteY22" fmla="*/ 339702 h 603828"/>
              <a:gd name="connsiteX23" fmla="*/ 343461 w 489089"/>
              <a:gd name="connsiteY23" fmla="*/ 339702 h 603828"/>
              <a:gd name="connsiteX24" fmla="*/ 377808 w 489089"/>
              <a:gd name="connsiteY24" fmla="*/ 422969 h 603828"/>
              <a:gd name="connsiteX25" fmla="*/ 346040 w 489089"/>
              <a:gd name="connsiteY25" fmla="*/ 422969 h 603828"/>
              <a:gd name="connsiteX26" fmla="*/ 145806 w 489089"/>
              <a:gd name="connsiteY26" fmla="*/ 339702 h 603828"/>
              <a:gd name="connsiteX27" fmla="*/ 177472 w 489089"/>
              <a:gd name="connsiteY27" fmla="*/ 339702 h 603828"/>
              <a:gd name="connsiteX28" fmla="*/ 132216 w 489089"/>
              <a:gd name="connsiteY28" fmla="*/ 449713 h 603828"/>
              <a:gd name="connsiteX29" fmla="*/ 100415 w 489089"/>
              <a:gd name="connsiteY29" fmla="*/ 449713 h 603828"/>
              <a:gd name="connsiteX30" fmla="*/ 270626 w 489089"/>
              <a:gd name="connsiteY30" fmla="*/ 0 h 603828"/>
              <a:gd name="connsiteX31" fmla="*/ 383104 w 489089"/>
              <a:gd name="connsiteY31" fmla="*/ 88302 h 603828"/>
              <a:gd name="connsiteX32" fmla="*/ 384326 w 489089"/>
              <a:gd name="connsiteY32" fmla="*/ 93321 h 603828"/>
              <a:gd name="connsiteX33" fmla="*/ 389217 w 489089"/>
              <a:gd name="connsiteY33" fmla="*/ 94813 h 603828"/>
              <a:gd name="connsiteX34" fmla="*/ 470178 w 489089"/>
              <a:gd name="connsiteY34" fmla="*/ 205224 h 603828"/>
              <a:gd name="connsiteX35" fmla="*/ 354441 w 489089"/>
              <a:gd name="connsiteY35" fmla="*/ 320790 h 603828"/>
              <a:gd name="connsiteX36" fmla="*/ 134785 w 489089"/>
              <a:gd name="connsiteY36" fmla="*/ 320790 h 603828"/>
              <a:gd name="connsiteX37" fmla="*/ 18912 w 489089"/>
              <a:gd name="connsiteY37" fmla="*/ 205224 h 603828"/>
              <a:gd name="connsiteX38" fmla="*/ 134785 w 489089"/>
              <a:gd name="connsiteY38" fmla="*/ 89523 h 603828"/>
              <a:gd name="connsiteX39" fmla="*/ 149320 w 489089"/>
              <a:gd name="connsiteY39" fmla="*/ 90472 h 603828"/>
              <a:gd name="connsiteX40" fmla="*/ 157063 w 489089"/>
              <a:gd name="connsiteY40" fmla="*/ 91422 h 603828"/>
              <a:gd name="connsiteX41" fmla="*/ 159236 w 489089"/>
              <a:gd name="connsiteY41" fmla="*/ 83962 h 603828"/>
              <a:gd name="connsiteX42" fmla="*/ 270626 w 489089"/>
              <a:gd name="connsiteY42" fmla="*/ 0 h 60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489089" h="603828">
                <a:moveTo>
                  <a:pt x="324459" y="442516"/>
                </a:moveTo>
                <a:lnTo>
                  <a:pt x="386263" y="442516"/>
                </a:lnTo>
                <a:lnTo>
                  <a:pt x="386263" y="452958"/>
                </a:lnTo>
                <a:cubicBezTo>
                  <a:pt x="386263" y="461908"/>
                  <a:pt x="393598" y="469096"/>
                  <a:pt x="402563" y="469096"/>
                </a:cubicBezTo>
                <a:lnTo>
                  <a:pt x="489089" y="469096"/>
                </a:lnTo>
                <a:lnTo>
                  <a:pt x="489089" y="587485"/>
                </a:lnTo>
                <a:cubicBezTo>
                  <a:pt x="489089" y="596435"/>
                  <a:pt x="481890" y="603758"/>
                  <a:pt x="472925" y="603758"/>
                </a:cubicBezTo>
                <a:lnTo>
                  <a:pt x="324459" y="603758"/>
                </a:lnTo>
                <a:cubicBezTo>
                  <a:pt x="315358" y="603758"/>
                  <a:pt x="308159" y="596435"/>
                  <a:pt x="308159" y="587485"/>
                </a:cubicBezTo>
                <a:lnTo>
                  <a:pt x="308159" y="458789"/>
                </a:lnTo>
                <a:cubicBezTo>
                  <a:pt x="308159" y="449839"/>
                  <a:pt x="315358" y="442516"/>
                  <a:pt x="324459" y="442516"/>
                </a:cubicBezTo>
                <a:close/>
                <a:moveTo>
                  <a:pt x="16307" y="442516"/>
                </a:moveTo>
                <a:lnTo>
                  <a:pt x="78272" y="442516"/>
                </a:lnTo>
                <a:lnTo>
                  <a:pt x="78272" y="452963"/>
                </a:lnTo>
                <a:cubicBezTo>
                  <a:pt x="78272" y="461917"/>
                  <a:pt x="85475" y="469107"/>
                  <a:pt x="94443" y="469107"/>
                </a:cubicBezTo>
                <a:lnTo>
                  <a:pt x="181141" y="469107"/>
                </a:lnTo>
                <a:lnTo>
                  <a:pt x="181141" y="587548"/>
                </a:lnTo>
                <a:cubicBezTo>
                  <a:pt x="181141" y="596502"/>
                  <a:pt x="173803" y="603828"/>
                  <a:pt x="164834" y="603828"/>
                </a:cubicBezTo>
                <a:lnTo>
                  <a:pt x="16307" y="603828"/>
                </a:lnTo>
                <a:cubicBezTo>
                  <a:pt x="7338" y="603828"/>
                  <a:pt x="0" y="596502"/>
                  <a:pt x="0" y="587548"/>
                </a:cubicBezTo>
                <a:lnTo>
                  <a:pt x="0" y="458796"/>
                </a:lnTo>
                <a:cubicBezTo>
                  <a:pt x="0" y="449842"/>
                  <a:pt x="7338" y="442516"/>
                  <a:pt x="16307" y="442516"/>
                </a:cubicBezTo>
                <a:close/>
                <a:moveTo>
                  <a:pt x="311829" y="339702"/>
                </a:moveTo>
                <a:lnTo>
                  <a:pt x="343461" y="339702"/>
                </a:lnTo>
                <a:lnTo>
                  <a:pt x="377808" y="422969"/>
                </a:lnTo>
                <a:lnTo>
                  <a:pt x="346040" y="422969"/>
                </a:lnTo>
                <a:close/>
                <a:moveTo>
                  <a:pt x="145806" y="339702"/>
                </a:moveTo>
                <a:lnTo>
                  <a:pt x="177472" y="339702"/>
                </a:lnTo>
                <a:lnTo>
                  <a:pt x="132216" y="449713"/>
                </a:lnTo>
                <a:lnTo>
                  <a:pt x="100415" y="449713"/>
                </a:lnTo>
                <a:close/>
                <a:moveTo>
                  <a:pt x="270626" y="0"/>
                </a:moveTo>
                <a:cubicBezTo>
                  <a:pt x="324284" y="0"/>
                  <a:pt x="370606" y="36352"/>
                  <a:pt x="383104" y="88302"/>
                </a:cubicBezTo>
                <a:lnTo>
                  <a:pt x="384326" y="93321"/>
                </a:lnTo>
                <a:lnTo>
                  <a:pt x="389217" y="94813"/>
                </a:lnTo>
                <a:cubicBezTo>
                  <a:pt x="437712" y="110005"/>
                  <a:pt x="470178" y="154359"/>
                  <a:pt x="470178" y="205224"/>
                </a:cubicBezTo>
                <a:cubicBezTo>
                  <a:pt x="470178" y="268975"/>
                  <a:pt x="418287" y="320790"/>
                  <a:pt x="354441" y="320790"/>
                </a:cubicBezTo>
                <a:lnTo>
                  <a:pt x="134785" y="320790"/>
                </a:lnTo>
                <a:cubicBezTo>
                  <a:pt x="70939" y="320790"/>
                  <a:pt x="18912" y="268975"/>
                  <a:pt x="18912" y="205224"/>
                </a:cubicBezTo>
                <a:cubicBezTo>
                  <a:pt x="18912" y="141473"/>
                  <a:pt x="70939" y="89523"/>
                  <a:pt x="134785" y="89523"/>
                </a:cubicBezTo>
                <a:cubicBezTo>
                  <a:pt x="139539" y="89523"/>
                  <a:pt x="144565" y="89930"/>
                  <a:pt x="149320" y="90472"/>
                </a:cubicBezTo>
                <a:lnTo>
                  <a:pt x="157063" y="91422"/>
                </a:lnTo>
                <a:lnTo>
                  <a:pt x="159236" y="83962"/>
                </a:lnTo>
                <a:cubicBezTo>
                  <a:pt x="173228" y="34588"/>
                  <a:pt x="219007" y="0"/>
                  <a:pt x="2706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2524760" y="1222375"/>
            <a:ext cx="9579610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在</a:t>
            </a:r>
            <a:r>
              <a:rPr lang="en-US" altLang="zh-CN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Express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中使用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页面完成商品信息修改</a:t>
            </a:r>
            <a:r>
              <a: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功能。</a:t>
            </a:r>
            <a:endParaRPr lang="zh-CN" altLang="en-US" sz="2200" spc="3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181" name="图片 181" descr="C:/Users/TXY/Desktop/图片7.png图片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707515" y="1863725"/>
            <a:ext cx="7352665" cy="488505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</a:t>
            </a: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现步骤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" name="图片 1" descr="C:/Users/TXY/Desktop/图片1.png图片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826250" y="200660"/>
            <a:ext cx="3433445" cy="6497955"/>
          </a:xfrm>
          <a:prstGeom prst="rect">
            <a:avLst/>
          </a:prstGeom>
          <a:ln w="88900" cap="sq" cmpd="thickThin">
            <a:noFill/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7799070" y="2468880"/>
            <a:ext cx="1311275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2770505" y="4058920"/>
            <a:ext cx="458025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编写路由代码</a:t>
            </a:r>
            <a:endParaRPr sz="2000" b="1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圆角矩形 30"/>
          <p:cNvSpPr/>
          <p:nvPr>
            <p:custDataLst>
              <p:tags r:id="rId6"/>
            </p:custDataLst>
          </p:nvPr>
        </p:nvSpPr>
        <p:spPr>
          <a:xfrm>
            <a:off x="1898015" y="4135755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2786380" y="4970780"/>
            <a:ext cx="2807335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启动项目，浏览页面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48"/>
          <p:cNvSpPr/>
          <p:nvPr>
            <p:custDataLst>
              <p:tags r:id="rId8"/>
            </p:custDataLst>
          </p:nvPr>
        </p:nvSpPr>
        <p:spPr>
          <a:xfrm>
            <a:off x="1913890" y="5088890"/>
            <a:ext cx="723265" cy="411480"/>
          </a:xfrm>
          <a:prstGeom prst="roundRect">
            <a:avLst/>
          </a:prstGeom>
          <a:solidFill>
            <a:srgbClr val="0070C0"/>
          </a:solidFill>
          <a:ln w="57150"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2770505" y="3013710"/>
            <a:ext cx="428752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创建模板引擎</a:t>
            </a:r>
            <a:endParaRPr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52"/>
          <p:cNvSpPr/>
          <p:nvPr>
            <p:custDataLst>
              <p:tags r:id="rId10"/>
            </p:custDataLst>
          </p:nvPr>
        </p:nvSpPr>
        <p:spPr>
          <a:xfrm>
            <a:off x="1898015" y="3124835"/>
            <a:ext cx="723265" cy="41148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1600" b="1" spc="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43"/>
          <p:cNvSpPr/>
          <p:nvPr>
            <p:custDataLst>
              <p:tags r:id="rId11"/>
            </p:custDataLst>
          </p:nvPr>
        </p:nvSpPr>
        <p:spPr>
          <a:xfrm>
            <a:off x="1898015" y="2166620"/>
            <a:ext cx="723265" cy="41148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r>
              <a: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1600" b="1" spc="3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ïsľïḋé"/>
          <p:cNvCxnSpPr/>
          <p:nvPr>
            <p:custDataLst>
              <p:tags r:id="rId12"/>
            </p:custDataLst>
          </p:nvPr>
        </p:nvCxnSpPr>
        <p:spPr>
          <a:xfrm>
            <a:off x="1435735" y="1639570"/>
            <a:ext cx="0" cy="4736465"/>
          </a:xfrm>
          <a:prstGeom prst="line">
            <a:avLst/>
          </a:prstGeom>
          <a:ln w="22225" cap="rnd">
            <a:solidFill>
              <a:schemeClr val="lt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íś1îḍé"/>
          <p:cNvSpPr/>
          <p:nvPr>
            <p:custDataLst>
              <p:tags r:id="rId13"/>
            </p:custDataLst>
          </p:nvPr>
        </p:nvSpPr>
        <p:spPr>
          <a:xfrm>
            <a:off x="1363345" y="222504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íś1îḍé"/>
          <p:cNvSpPr/>
          <p:nvPr>
            <p:custDataLst>
              <p:tags r:id="rId14"/>
            </p:custDataLst>
          </p:nvPr>
        </p:nvSpPr>
        <p:spPr>
          <a:xfrm>
            <a:off x="1370965" y="319214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íś1îḍé"/>
          <p:cNvSpPr/>
          <p:nvPr>
            <p:custDataLst>
              <p:tags r:id="rId15"/>
            </p:custDataLst>
          </p:nvPr>
        </p:nvSpPr>
        <p:spPr>
          <a:xfrm>
            <a:off x="1377950" y="4281805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íś1îḍé"/>
          <p:cNvSpPr/>
          <p:nvPr>
            <p:custDataLst>
              <p:tags r:id="rId16"/>
            </p:custDataLst>
          </p:nvPr>
        </p:nvSpPr>
        <p:spPr>
          <a:xfrm>
            <a:off x="1363345" y="5194300"/>
            <a:ext cx="144145" cy="144145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lt1">
                <a:alpha val="5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/>
          <a:p>
            <a:pPr algn="ctr"/>
            <a:endParaRPr lang="zh-CN" alt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iṧļíḋe"/>
          <p:cNvSpPr/>
          <p:nvPr>
            <p:custDataLst>
              <p:tags r:id="rId17"/>
            </p:custDataLst>
          </p:nvPr>
        </p:nvSpPr>
        <p:spPr>
          <a:xfrm>
            <a:off x="1158875" y="1339215"/>
            <a:ext cx="553720" cy="5537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iṣḷiďê"/>
          <p:cNvSpPr/>
          <p:nvPr>
            <p:custDataLst>
              <p:tags r:id="rId18"/>
            </p:custDataLst>
          </p:nvPr>
        </p:nvSpPr>
        <p:spPr bwMode="auto">
          <a:xfrm>
            <a:off x="1297263" y="1494090"/>
            <a:ext cx="276632" cy="244443"/>
          </a:xfrm>
          <a:custGeom>
            <a:avLst/>
            <a:gdLst>
              <a:gd name="connsiteX0" fmla="*/ 494452 w 603405"/>
              <a:gd name="connsiteY0" fmla="*/ 356003 h 533193"/>
              <a:gd name="connsiteX1" fmla="*/ 585270 w 603405"/>
              <a:gd name="connsiteY1" fmla="*/ 356003 h 533193"/>
              <a:gd name="connsiteX2" fmla="*/ 601782 w 603405"/>
              <a:gd name="connsiteY2" fmla="*/ 372480 h 533193"/>
              <a:gd name="connsiteX3" fmla="*/ 585270 w 603405"/>
              <a:gd name="connsiteY3" fmla="*/ 388957 h 533193"/>
              <a:gd name="connsiteX4" fmla="*/ 494452 w 603405"/>
              <a:gd name="connsiteY4" fmla="*/ 388957 h 533193"/>
              <a:gd name="connsiteX5" fmla="*/ 367511 w 603405"/>
              <a:gd name="connsiteY5" fmla="*/ 244227 h 533193"/>
              <a:gd name="connsiteX6" fmla="*/ 443780 w 603405"/>
              <a:gd name="connsiteY6" fmla="*/ 244227 h 533193"/>
              <a:gd name="connsiteX7" fmla="*/ 477411 w 603405"/>
              <a:gd name="connsiteY7" fmla="*/ 277633 h 533193"/>
              <a:gd name="connsiteX8" fmla="*/ 477861 w 603405"/>
              <a:gd name="connsiteY8" fmla="*/ 381744 h 533193"/>
              <a:gd name="connsiteX9" fmla="*/ 463748 w 603405"/>
              <a:gd name="connsiteY9" fmla="*/ 395975 h 533193"/>
              <a:gd name="connsiteX10" fmla="*/ 449486 w 603405"/>
              <a:gd name="connsiteY10" fmla="*/ 381894 h 533193"/>
              <a:gd name="connsiteX11" fmla="*/ 449035 w 603405"/>
              <a:gd name="connsiteY11" fmla="*/ 277782 h 533193"/>
              <a:gd name="connsiteX12" fmla="*/ 446033 w 603405"/>
              <a:gd name="connsiteY12" fmla="*/ 274786 h 533193"/>
              <a:gd name="connsiteX13" fmla="*/ 443030 w 603405"/>
              <a:gd name="connsiteY13" fmla="*/ 277782 h 533193"/>
              <a:gd name="connsiteX14" fmla="*/ 443330 w 603405"/>
              <a:gd name="connsiteY14" fmla="*/ 516116 h 533193"/>
              <a:gd name="connsiteX15" fmla="*/ 426215 w 603405"/>
              <a:gd name="connsiteY15" fmla="*/ 533193 h 533193"/>
              <a:gd name="connsiteX16" fmla="*/ 409249 w 603405"/>
              <a:gd name="connsiteY16" fmla="*/ 516116 h 533193"/>
              <a:gd name="connsiteX17" fmla="*/ 409249 w 603405"/>
              <a:gd name="connsiteY17" fmla="*/ 380096 h 533193"/>
              <a:gd name="connsiteX18" fmla="*/ 401893 w 603405"/>
              <a:gd name="connsiteY18" fmla="*/ 380096 h 533193"/>
              <a:gd name="connsiteX19" fmla="*/ 401893 w 603405"/>
              <a:gd name="connsiteY19" fmla="*/ 516116 h 533193"/>
              <a:gd name="connsiteX20" fmla="*/ 384778 w 603405"/>
              <a:gd name="connsiteY20" fmla="*/ 533193 h 533193"/>
              <a:gd name="connsiteX21" fmla="*/ 367812 w 603405"/>
              <a:gd name="connsiteY21" fmla="*/ 516116 h 533193"/>
              <a:gd name="connsiteX22" fmla="*/ 367812 w 603405"/>
              <a:gd name="connsiteY22" fmla="*/ 380096 h 533193"/>
              <a:gd name="connsiteX23" fmla="*/ 367812 w 603405"/>
              <a:gd name="connsiteY23" fmla="*/ 277782 h 533193"/>
              <a:gd name="connsiteX24" fmla="*/ 364959 w 603405"/>
              <a:gd name="connsiteY24" fmla="*/ 274936 h 533193"/>
              <a:gd name="connsiteX25" fmla="*/ 362257 w 603405"/>
              <a:gd name="connsiteY25" fmla="*/ 277782 h 533193"/>
              <a:gd name="connsiteX26" fmla="*/ 361656 w 603405"/>
              <a:gd name="connsiteY26" fmla="*/ 381894 h 533193"/>
              <a:gd name="connsiteX27" fmla="*/ 347544 w 603405"/>
              <a:gd name="connsiteY27" fmla="*/ 395975 h 533193"/>
              <a:gd name="connsiteX28" fmla="*/ 347393 w 603405"/>
              <a:gd name="connsiteY28" fmla="*/ 395975 h 533193"/>
              <a:gd name="connsiteX29" fmla="*/ 333281 w 603405"/>
              <a:gd name="connsiteY29" fmla="*/ 381744 h 533193"/>
              <a:gd name="connsiteX30" fmla="*/ 333881 w 603405"/>
              <a:gd name="connsiteY30" fmla="*/ 277633 h 533193"/>
              <a:gd name="connsiteX31" fmla="*/ 367511 w 603405"/>
              <a:gd name="connsiteY31" fmla="*/ 244227 h 533193"/>
              <a:gd name="connsiteX32" fmla="*/ 201525 w 603405"/>
              <a:gd name="connsiteY32" fmla="*/ 244227 h 533193"/>
              <a:gd name="connsiteX33" fmla="*/ 277906 w 603405"/>
              <a:gd name="connsiteY33" fmla="*/ 244227 h 533193"/>
              <a:gd name="connsiteX34" fmla="*/ 311520 w 603405"/>
              <a:gd name="connsiteY34" fmla="*/ 277633 h 533193"/>
              <a:gd name="connsiteX35" fmla="*/ 311970 w 603405"/>
              <a:gd name="connsiteY35" fmla="*/ 381744 h 533193"/>
              <a:gd name="connsiteX36" fmla="*/ 297864 w 603405"/>
              <a:gd name="connsiteY36" fmla="*/ 395975 h 533193"/>
              <a:gd name="connsiteX37" fmla="*/ 297714 w 603405"/>
              <a:gd name="connsiteY37" fmla="*/ 395975 h 533193"/>
              <a:gd name="connsiteX38" fmla="*/ 283608 w 603405"/>
              <a:gd name="connsiteY38" fmla="*/ 381894 h 533193"/>
              <a:gd name="connsiteX39" fmla="*/ 283008 w 603405"/>
              <a:gd name="connsiteY39" fmla="*/ 277782 h 533193"/>
              <a:gd name="connsiteX40" fmla="*/ 280007 w 603405"/>
              <a:gd name="connsiteY40" fmla="*/ 274786 h 533193"/>
              <a:gd name="connsiteX41" fmla="*/ 277156 w 603405"/>
              <a:gd name="connsiteY41" fmla="*/ 277782 h 533193"/>
              <a:gd name="connsiteX42" fmla="*/ 277456 w 603405"/>
              <a:gd name="connsiteY42" fmla="*/ 516116 h 533193"/>
              <a:gd name="connsiteX43" fmla="*/ 260349 w 603405"/>
              <a:gd name="connsiteY43" fmla="*/ 533193 h 533193"/>
              <a:gd name="connsiteX44" fmla="*/ 243242 w 603405"/>
              <a:gd name="connsiteY44" fmla="*/ 516116 h 533193"/>
              <a:gd name="connsiteX45" fmla="*/ 243242 w 603405"/>
              <a:gd name="connsiteY45" fmla="*/ 380096 h 533193"/>
              <a:gd name="connsiteX46" fmla="*/ 235889 w 603405"/>
              <a:gd name="connsiteY46" fmla="*/ 380096 h 533193"/>
              <a:gd name="connsiteX47" fmla="*/ 235889 w 603405"/>
              <a:gd name="connsiteY47" fmla="*/ 516116 h 533193"/>
              <a:gd name="connsiteX48" fmla="*/ 218932 w 603405"/>
              <a:gd name="connsiteY48" fmla="*/ 533193 h 533193"/>
              <a:gd name="connsiteX49" fmla="*/ 201825 w 603405"/>
              <a:gd name="connsiteY49" fmla="*/ 516116 h 533193"/>
              <a:gd name="connsiteX50" fmla="*/ 201825 w 603405"/>
              <a:gd name="connsiteY50" fmla="*/ 380096 h 533193"/>
              <a:gd name="connsiteX51" fmla="*/ 201825 w 603405"/>
              <a:gd name="connsiteY51" fmla="*/ 277782 h 533193"/>
              <a:gd name="connsiteX52" fmla="*/ 199124 w 603405"/>
              <a:gd name="connsiteY52" fmla="*/ 274936 h 533193"/>
              <a:gd name="connsiteX53" fmla="*/ 196423 w 603405"/>
              <a:gd name="connsiteY53" fmla="*/ 277782 h 533193"/>
              <a:gd name="connsiteX54" fmla="*/ 195822 w 603405"/>
              <a:gd name="connsiteY54" fmla="*/ 381894 h 533193"/>
              <a:gd name="connsiteX55" fmla="*/ 181567 w 603405"/>
              <a:gd name="connsiteY55" fmla="*/ 395975 h 533193"/>
              <a:gd name="connsiteX56" fmla="*/ 167461 w 603405"/>
              <a:gd name="connsiteY56" fmla="*/ 381744 h 533193"/>
              <a:gd name="connsiteX57" fmla="*/ 167911 w 603405"/>
              <a:gd name="connsiteY57" fmla="*/ 277633 h 533193"/>
              <a:gd name="connsiteX58" fmla="*/ 201525 w 603405"/>
              <a:gd name="connsiteY58" fmla="*/ 244227 h 533193"/>
              <a:gd name="connsiteX59" fmla="*/ 34214 w 603405"/>
              <a:gd name="connsiteY59" fmla="*/ 244227 h 533193"/>
              <a:gd name="connsiteX60" fmla="*/ 110445 w 603405"/>
              <a:gd name="connsiteY60" fmla="*/ 244227 h 533193"/>
              <a:gd name="connsiteX61" fmla="*/ 144059 w 603405"/>
              <a:gd name="connsiteY61" fmla="*/ 277633 h 533193"/>
              <a:gd name="connsiteX62" fmla="*/ 144509 w 603405"/>
              <a:gd name="connsiteY62" fmla="*/ 381744 h 533193"/>
              <a:gd name="connsiteX63" fmla="*/ 130403 w 603405"/>
              <a:gd name="connsiteY63" fmla="*/ 395975 h 533193"/>
              <a:gd name="connsiteX64" fmla="*/ 116147 w 603405"/>
              <a:gd name="connsiteY64" fmla="*/ 381894 h 533193"/>
              <a:gd name="connsiteX65" fmla="*/ 115697 w 603405"/>
              <a:gd name="connsiteY65" fmla="*/ 277782 h 533193"/>
              <a:gd name="connsiteX66" fmla="*/ 112696 w 603405"/>
              <a:gd name="connsiteY66" fmla="*/ 274786 h 533193"/>
              <a:gd name="connsiteX67" fmla="*/ 109694 w 603405"/>
              <a:gd name="connsiteY67" fmla="*/ 277782 h 533193"/>
              <a:gd name="connsiteX68" fmla="*/ 109995 w 603405"/>
              <a:gd name="connsiteY68" fmla="*/ 516116 h 533193"/>
              <a:gd name="connsiteX69" fmla="*/ 92888 w 603405"/>
              <a:gd name="connsiteY69" fmla="*/ 533193 h 533193"/>
              <a:gd name="connsiteX70" fmla="*/ 75931 w 603405"/>
              <a:gd name="connsiteY70" fmla="*/ 516116 h 533193"/>
              <a:gd name="connsiteX71" fmla="*/ 75931 w 603405"/>
              <a:gd name="connsiteY71" fmla="*/ 380096 h 533193"/>
              <a:gd name="connsiteX72" fmla="*/ 68578 w 603405"/>
              <a:gd name="connsiteY72" fmla="*/ 380096 h 533193"/>
              <a:gd name="connsiteX73" fmla="*/ 68578 w 603405"/>
              <a:gd name="connsiteY73" fmla="*/ 516116 h 533193"/>
              <a:gd name="connsiteX74" fmla="*/ 51471 w 603405"/>
              <a:gd name="connsiteY74" fmla="*/ 533193 h 533193"/>
              <a:gd name="connsiteX75" fmla="*/ 34364 w 603405"/>
              <a:gd name="connsiteY75" fmla="*/ 516116 h 533193"/>
              <a:gd name="connsiteX76" fmla="*/ 34364 w 603405"/>
              <a:gd name="connsiteY76" fmla="*/ 380096 h 533193"/>
              <a:gd name="connsiteX77" fmla="*/ 34364 w 603405"/>
              <a:gd name="connsiteY77" fmla="*/ 277782 h 533193"/>
              <a:gd name="connsiteX78" fmla="*/ 31663 w 603405"/>
              <a:gd name="connsiteY78" fmla="*/ 275086 h 533193"/>
              <a:gd name="connsiteX79" fmla="*/ 28962 w 603405"/>
              <a:gd name="connsiteY79" fmla="*/ 277782 h 533193"/>
              <a:gd name="connsiteX80" fmla="*/ 28361 w 603405"/>
              <a:gd name="connsiteY80" fmla="*/ 381894 h 533193"/>
              <a:gd name="connsiteX81" fmla="*/ 14256 w 603405"/>
              <a:gd name="connsiteY81" fmla="*/ 395975 h 533193"/>
              <a:gd name="connsiteX82" fmla="*/ 14106 w 603405"/>
              <a:gd name="connsiteY82" fmla="*/ 395975 h 533193"/>
              <a:gd name="connsiteX83" fmla="*/ 0 w 603405"/>
              <a:gd name="connsiteY83" fmla="*/ 381744 h 533193"/>
              <a:gd name="connsiteX84" fmla="*/ 600 w 603405"/>
              <a:gd name="connsiteY84" fmla="*/ 277633 h 533193"/>
              <a:gd name="connsiteX85" fmla="*/ 34214 w 603405"/>
              <a:gd name="connsiteY85" fmla="*/ 244227 h 533193"/>
              <a:gd name="connsiteX86" fmla="*/ 298774 w 603405"/>
              <a:gd name="connsiteY86" fmla="*/ 232090 h 533193"/>
              <a:gd name="connsiteX87" fmla="*/ 346547 w 603405"/>
              <a:gd name="connsiteY87" fmla="*/ 232090 h 533193"/>
              <a:gd name="connsiteX88" fmla="*/ 322660 w 603405"/>
              <a:gd name="connsiteY88" fmla="*/ 254883 h 533193"/>
              <a:gd name="connsiteX89" fmla="*/ 298774 w 603405"/>
              <a:gd name="connsiteY89" fmla="*/ 232090 h 533193"/>
              <a:gd name="connsiteX90" fmla="*/ 405716 w 603405"/>
              <a:gd name="connsiteY90" fmla="*/ 176061 h 533193"/>
              <a:gd name="connsiteX91" fmla="*/ 435177 w 603405"/>
              <a:gd name="connsiteY91" fmla="*/ 205417 h 533193"/>
              <a:gd name="connsiteX92" fmla="*/ 405716 w 603405"/>
              <a:gd name="connsiteY92" fmla="*/ 234773 h 533193"/>
              <a:gd name="connsiteX93" fmla="*/ 376255 w 603405"/>
              <a:gd name="connsiteY93" fmla="*/ 205417 h 533193"/>
              <a:gd name="connsiteX94" fmla="*/ 405716 w 603405"/>
              <a:gd name="connsiteY94" fmla="*/ 176061 h 533193"/>
              <a:gd name="connsiteX95" fmla="*/ 239817 w 603405"/>
              <a:gd name="connsiteY95" fmla="*/ 176061 h 533193"/>
              <a:gd name="connsiteX96" fmla="*/ 269208 w 603405"/>
              <a:gd name="connsiteY96" fmla="*/ 205417 h 533193"/>
              <a:gd name="connsiteX97" fmla="*/ 239817 w 603405"/>
              <a:gd name="connsiteY97" fmla="*/ 234773 h 533193"/>
              <a:gd name="connsiteX98" fmla="*/ 210426 w 603405"/>
              <a:gd name="connsiteY98" fmla="*/ 205417 h 533193"/>
              <a:gd name="connsiteX99" fmla="*/ 239817 w 603405"/>
              <a:gd name="connsiteY99" fmla="*/ 176061 h 533193"/>
              <a:gd name="connsiteX100" fmla="*/ 72325 w 603405"/>
              <a:gd name="connsiteY100" fmla="*/ 176061 h 533193"/>
              <a:gd name="connsiteX101" fmla="*/ 101897 w 603405"/>
              <a:gd name="connsiteY101" fmla="*/ 205416 h 533193"/>
              <a:gd name="connsiteX102" fmla="*/ 72325 w 603405"/>
              <a:gd name="connsiteY102" fmla="*/ 234772 h 533193"/>
              <a:gd name="connsiteX103" fmla="*/ 42904 w 603405"/>
              <a:gd name="connsiteY103" fmla="*/ 205416 h 533193"/>
              <a:gd name="connsiteX104" fmla="*/ 72325 w 603405"/>
              <a:gd name="connsiteY104" fmla="*/ 176061 h 533193"/>
              <a:gd name="connsiteX105" fmla="*/ 1200 w 603405"/>
              <a:gd name="connsiteY105" fmla="*/ 56241 h 533193"/>
              <a:gd name="connsiteX106" fmla="*/ 384613 w 603405"/>
              <a:gd name="connsiteY106" fmla="*/ 56241 h 533193"/>
              <a:gd name="connsiteX107" fmla="*/ 603405 w 603405"/>
              <a:gd name="connsiteY107" fmla="*/ 274494 h 533193"/>
              <a:gd name="connsiteX108" fmla="*/ 540979 w 603405"/>
              <a:gd name="connsiteY108" fmla="*/ 336809 h 533193"/>
              <a:gd name="connsiteX109" fmla="*/ 494459 w 603405"/>
              <a:gd name="connsiteY109" fmla="*/ 336809 h 533193"/>
              <a:gd name="connsiteX110" fmla="*/ 494159 w 603405"/>
              <a:gd name="connsiteY110" fmla="*/ 277490 h 533193"/>
              <a:gd name="connsiteX111" fmla="*/ 464747 w 603405"/>
              <a:gd name="connsiteY111" fmla="*/ 232102 h 533193"/>
              <a:gd name="connsiteX112" fmla="*/ 551333 w 603405"/>
              <a:gd name="connsiteY112" fmla="*/ 232102 h 533193"/>
              <a:gd name="connsiteX113" fmla="*/ 551483 w 603405"/>
              <a:gd name="connsiteY113" fmla="*/ 232102 h 533193"/>
              <a:gd name="connsiteX114" fmla="*/ 557636 w 603405"/>
              <a:gd name="connsiteY114" fmla="*/ 228806 h 533193"/>
              <a:gd name="connsiteX115" fmla="*/ 558236 w 603405"/>
              <a:gd name="connsiteY115" fmla="*/ 221766 h 533193"/>
              <a:gd name="connsiteX116" fmla="*/ 504663 w 603405"/>
              <a:gd name="connsiteY116" fmla="*/ 136532 h 533193"/>
              <a:gd name="connsiteX117" fmla="*/ 415676 w 603405"/>
              <a:gd name="connsiteY117" fmla="*/ 97585 h 533193"/>
              <a:gd name="connsiteX118" fmla="*/ 397968 w 603405"/>
              <a:gd name="connsiteY118" fmla="*/ 97585 h 533193"/>
              <a:gd name="connsiteX119" fmla="*/ 397968 w 603405"/>
              <a:gd name="connsiteY119" fmla="*/ 159900 h 533193"/>
              <a:gd name="connsiteX120" fmla="*/ 364954 w 603405"/>
              <a:gd name="connsiteY120" fmla="*/ 183568 h 533193"/>
              <a:gd name="connsiteX121" fmla="*/ 364954 w 603405"/>
              <a:gd name="connsiteY121" fmla="*/ 97585 h 533193"/>
              <a:gd name="connsiteX122" fmla="*/ 174223 w 603405"/>
              <a:gd name="connsiteY122" fmla="*/ 97585 h 533193"/>
              <a:gd name="connsiteX123" fmla="*/ 174223 w 603405"/>
              <a:gd name="connsiteY123" fmla="*/ 232102 h 533193"/>
              <a:gd name="connsiteX124" fmla="*/ 180526 w 603405"/>
              <a:gd name="connsiteY124" fmla="*/ 232102 h 533193"/>
              <a:gd name="connsiteX125" fmla="*/ 174223 w 603405"/>
              <a:gd name="connsiteY125" fmla="*/ 235547 h 533193"/>
              <a:gd name="connsiteX126" fmla="*/ 156065 w 603405"/>
              <a:gd name="connsiteY126" fmla="*/ 256369 h 533193"/>
              <a:gd name="connsiteX127" fmla="*/ 141209 w 603405"/>
              <a:gd name="connsiteY127" fmla="*/ 238093 h 533193"/>
              <a:gd name="connsiteX128" fmla="*/ 131455 w 603405"/>
              <a:gd name="connsiteY128" fmla="*/ 232102 h 533193"/>
              <a:gd name="connsiteX129" fmla="*/ 141209 w 603405"/>
              <a:gd name="connsiteY129" fmla="*/ 232102 h 533193"/>
              <a:gd name="connsiteX130" fmla="*/ 141209 w 603405"/>
              <a:gd name="connsiteY130" fmla="*/ 97585 h 533193"/>
              <a:gd name="connsiteX131" fmla="*/ 1200 w 603405"/>
              <a:gd name="connsiteY131" fmla="*/ 97585 h 533193"/>
              <a:gd name="connsiteX132" fmla="*/ 30337 w 603405"/>
              <a:gd name="connsiteY132" fmla="*/ 0 h 533193"/>
              <a:gd name="connsiteX133" fmla="*/ 450496 w 603405"/>
              <a:gd name="connsiteY133" fmla="*/ 0 h 533193"/>
              <a:gd name="connsiteX134" fmla="*/ 467002 w 603405"/>
              <a:gd name="connsiteY134" fmla="*/ 16512 h 533193"/>
              <a:gd name="connsiteX135" fmla="*/ 450496 w 603405"/>
              <a:gd name="connsiteY135" fmla="*/ 33025 h 533193"/>
              <a:gd name="connsiteX136" fmla="*/ 30337 w 603405"/>
              <a:gd name="connsiteY136" fmla="*/ 33025 h 533193"/>
              <a:gd name="connsiteX137" fmla="*/ 13831 w 603405"/>
              <a:gd name="connsiteY137" fmla="*/ 16512 h 533193"/>
              <a:gd name="connsiteX138" fmla="*/ 30337 w 603405"/>
              <a:gd name="connsiteY138" fmla="*/ 0 h 53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</a:cxnLst>
            <a:rect l="l" t="t" r="r" b="b"/>
            <a:pathLst>
              <a:path w="603405" h="533193">
                <a:moveTo>
                  <a:pt x="494452" y="356003"/>
                </a:moveTo>
                <a:lnTo>
                  <a:pt x="585270" y="356003"/>
                </a:lnTo>
                <a:cubicBezTo>
                  <a:pt x="594277" y="356003"/>
                  <a:pt x="601782" y="363343"/>
                  <a:pt x="601782" y="372480"/>
                </a:cubicBezTo>
                <a:cubicBezTo>
                  <a:pt x="601782" y="381617"/>
                  <a:pt x="594277" y="388957"/>
                  <a:pt x="585270" y="388957"/>
                </a:cubicBezTo>
                <a:lnTo>
                  <a:pt x="494452" y="388957"/>
                </a:lnTo>
                <a:close/>
                <a:moveTo>
                  <a:pt x="367511" y="244227"/>
                </a:moveTo>
                <a:lnTo>
                  <a:pt x="443780" y="244227"/>
                </a:lnTo>
                <a:cubicBezTo>
                  <a:pt x="462247" y="244227"/>
                  <a:pt x="477261" y="259207"/>
                  <a:pt x="477411" y="277633"/>
                </a:cubicBezTo>
                <a:lnTo>
                  <a:pt x="477861" y="381744"/>
                </a:lnTo>
                <a:cubicBezTo>
                  <a:pt x="478011" y="389534"/>
                  <a:pt x="471706" y="395975"/>
                  <a:pt x="463748" y="395975"/>
                </a:cubicBezTo>
                <a:cubicBezTo>
                  <a:pt x="455941" y="395975"/>
                  <a:pt x="449486" y="389684"/>
                  <a:pt x="449486" y="381894"/>
                </a:cubicBezTo>
                <a:lnTo>
                  <a:pt x="449035" y="277782"/>
                </a:lnTo>
                <a:cubicBezTo>
                  <a:pt x="449035" y="276135"/>
                  <a:pt x="447684" y="274786"/>
                  <a:pt x="446033" y="274786"/>
                </a:cubicBezTo>
                <a:cubicBezTo>
                  <a:pt x="444381" y="274786"/>
                  <a:pt x="443030" y="276135"/>
                  <a:pt x="443030" y="277782"/>
                </a:cubicBezTo>
                <a:cubicBezTo>
                  <a:pt x="443030" y="419944"/>
                  <a:pt x="443330" y="291115"/>
                  <a:pt x="443330" y="516116"/>
                </a:cubicBezTo>
                <a:cubicBezTo>
                  <a:pt x="443330" y="525553"/>
                  <a:pt x="435673" y="533193"/>
                  <a:pt x="426215" y="533193"/>
                </a:cubicBezTo>
                <a:cubicBezTo>
                  <a:pt x="416906" y="533193"/>
                  <a:pt x="409249" y="525553"/>
                  <a:pt x="409249" y="516116"/>
                </a:cubicBezTo>
                <a:lnTo>
                  <a:pt x="409249" y="380096"/>
                </a:lnTo>
                <a:lnTo>
                  <a:pt x="401893" y="380096"/>
                </a:lnTo>
                <a:lnTo>
                  <a:pt x="401893" y="516116"/>
                </a:lnTo>
                <a:cubicBezTo>
                  <a:pt x="401893" y="525553"/>
                  <a:pt x="394236" y="533193"/>
                  <a:pt x="384778" y="533193"/>
                </a:cubicBezTo>
                <a:cubicBezTo>
                  <a:pt x="375319" y="533193"/>
                  <a:pt x="367812" y="525553"/>
                  <a:pt x="367812" y="516116"/>
                </a:cubicBezTo>
                <a:lnTo>
                  <a:pt x="367812" y="380096"/>
                </a:lnTo>
                <a:lnTo>
                  <a:pt x="367812" y="277782"/>
                </a:lnTo>
                <a:cubicBezTo>
                  <a:pt x="367812" y="276284"/>
                  <a:pt x="366461" y="274936"/>
                  <a:pt x="364959" y="274936"/>
                </a:cubicBezTo>
                <a:cubicBezTo>
                  <a:pt x="363458" y="274936"/>
                  <a:pt x="362257" y="276284"/>
                  <a:pt x="362257" y="277782"/>
                </a:cubicBezTo>
                <a:lnTo>
                  <a:pt x="361656" y="381894"/>
                </a:lnTo>
                <a:cubicBezTo>
                  <a:pt x="361656" y="389684"/>
                  <a:pt x="355351" y="395975"/>
                  <a:pt x="347544" y="395975"/>
                </a:cubicBezTo>
                <a:lnTo>
                  <a:pt x="347393" y="395975"/>
                </a:lnTo>
                <a:cubicBezTo>
                  <a:pt x="339586" y="395975"/>
                  <a:pt x="333281" y="389534"/>
                  <a:pt x="333281" y="381744"/>
                </a:cubicBezTo>
                <a:lnTo>
                  <a:pt x="333881" y="277633"/>
                </a:lnTo>
                <a:cubicBezTo>
                  <a:pt x="333881" y="259207"/>
                  <a:pt x="349045" y="244227"/>
                  <a:pt x="367511" y="244227"/>
                </a:cubicBezTo>
                <a:close/>
                <a:moveTo>
                  <a:pt x="201525" y="244227"/>
                </a:moveTo>
                <a:lnTo>
                  <a:pt x="277906" y="244227"/>
                </a:lnTo>
                <a:cubicBezTo>
                  <a:pt x="296213" y="244227"/>
                  <a:pt x="311370" y="259207"/>
                  <a:pt x="311520" y="277633"/>
                </a:cubicBezTo>
                <a:lnTo>
                  <a:pt x="311970" y="381744"/>
                </a:lnTo>
                <a:cubicBezTo>
                  <a:pt x="311970" y="389534"/>
                  <a:pt x="305667" y="395975"/>
                  <a:pt x="297864" y="395975"/>
                </a:cubicBezTo>
                <a:lnTo>
                  <a:pt x="297714" y="395975"/>
                </a:lnTo>
                <a:cubicBezTo>
                  <a:pt x="289911" y="395975"/>
                  <a:pt x="283608" y="389684"/>
                  <a:pt x="283608" y="381894"/>
                </a:cubicBezTo>
                <a:lnTo>
                  <a:pt x="283008" y="277782"/>
                </a:lnTo>
                <a:cubicBezTo>
                  <a:pt x="283008" y="276135"/>
                  <a:pt x="281657" y="274786"/>
                  <a:pt x="280007" y="274786"/>
                </a:cubicBezTo>
                <a:cubicBezTo>
                  <a:pt x="278356" y="274786"/>
                  <a:pt x="277156" y="276135"/>
                  <a:pt x="277156" y="277782"/>
                </a:cubicBezTo>
                <a:cubicBezTo>
                  <a:pt x="277156" y="419944"/>
                  <a:pt x="277456" y="291115"/>
                  <a:pt x="277456" y="516116"/>
                </a:cubicBezTo>
                <a:cubicBezTo>
                  <a:pt x="277456" y="525553"/>
                  <a:pt x="269803" y="533193"/>
                  <a:pt x="260349" y="533193"/>
                </a:cubicBezTo>
                <a:cubicBezTo>
                  <a:pt x="250895" y="533193"/>
                  <a:pt x="243242" y="525553"/>
                  <a:pt x="243242" y="516116"/>
                </a:cubicBezTo>
                <a:lnTo>
                  <a:pt x="243242" y="380096"/>
                </a:lnTo>
                <a:lnTo>
                  <a:pt x="235889" y="380096"/>
                </a:lnTo>
                <a:lnTo>
                  <a:pt x="235889" y="516116"/>
                </a:lnTo>
                <a:cubicBezTo>
                  <a:pt x="235889" y="525553"/>
                  <a:pt x="228386" y="533193"/>
                  <a:pt x="218932" y="533193"/>
                </a:cubicBezTo>
                <a:cubicBezTo>
                  <a:pt x="209478" y="533193"/>
                  <a:pt x="201825" y="525553"/>
                  <a:pt x="201825" y="516116"/>
                </a:cubicBezTo>
                <a:lnTo>
                  <a:pt x="201825" y="380096"/>
                </a:lnTo>
                <a:lnTo>
                  <a:pt x="201825" y="277782"/>
                </a:lnTo>
                <a:cubicBezTo>
                  <a:pt x="201825" y="276284"/>
                  <a:pt x="200624" y="274936"/>
                  <a:pt x="199124" y="274936"/>
                </a:cubicBezTo>
                <a:cubicBezTo>
                  <a:pt x="197623" y="274936"/>
                  <a:pt x="196423" y="276284"/>
                  <a:pt x="196423" y="277782"/>
                </a:cubicBezTo>
                <a:lnTo>
                  <a:pt x="195822" y="381894"/>
                </a:lnTo>
                <a:cubicBezTo>
                  <a:pt x="195822" y="389684"/>
                  <a:pt x="189370" y="395975"/>
                  <a:pt x="181567" y="395975"/>
                </a:cubicBezTo>
                <a:cubicBezTo>
                  <a:pt x="173763" y="395975"/>
                  <a:pt x="167311" y="389534"/>
                  <a:pt x="167461" y="381744"/>
                </a:cubicBezTo>
                <a:lnTo>
                  <a:pt x="167911" y="277633"/>
                </a:lnTo>
                <a:cubicBezTo>
                  <a:pt x="168061" y="259207"/>
                  <a:pt x="183067" y="244227"/>
                  <a:pt x="201525" y="244227"/>
                </a:cubicBezTo>
                <a:close/>
                <a:moveTo>
                  <a:pt x="34214" y="244227"/>
                </a:moveTo>
                <a:lnTo>
                  <a:pt x="110445" y="244227"/>
                </a:lnTo>
                <a:cubicBezTo>
                  <a:pt x="128902" y="244227"/>
                  <a:pt x="143908" y="259207"/>
                  <a:pt x="144059" y="277633"/>
                </a:cubicBezTo>
                <a:lnTo>
                  <a:pt x="144509" y="381744"/>
                </a:lnTo>
                <a:cubicBezTo>
                  <a:pt x="144659" y="389534"/>
                  <a:pt x="138206" y="395975"/>
                  <a:pt x="130403" y="395975"/>
                </a:cubicBezTo>
                <a:cubicBezTo>
                  <a:pt x="122600" y="395975"/>
                  <a:pt x="116147" y="389684"/>
                  <a:pt x="116147" y="381894"/>
                </a:cubicBezTo>
                <a:lnTo>
                  <a:pt x="115697" y="277782"/>
                </a:lnTo>
                <a:cubicBezTo>
                  <a:pt x="115547" y="276135"/>
                  <a:pt x="114346" y="274786"/>
                  <a:pt x="112696" y="274786"/>
                </a:cubicBezTo>
                <a:cubicBezTo>
                  <a:pt x="111045" y="274786"/>
                  <a:pt x="109694" y="276135"/>
                  <a:pt x="109694" y="277782"/>
                </a:cubicBezTo>
                <a:cubicBezTo>
                  <a:pt x="109694" y="343695"/>
                  <a:pt x="109995" y="452450"/>
                  <a:pt x="109995" y="516116"/>
                </a:cubicBezTo>
                <a:cubicBezTo>
                  <a:pt x="109995" y="525553"/>
                  <a:pt x="102341" y="533193"/>
                  <a:pt x="92888" y="533193"/>
                </a:cubicBezTo>
                <a:cubicBezTo>
                  <a:pt x="83584" y="533193"/>
                  <a:pt x="75931" y="525553"/>
                  <a:pt x="75931" y="516116"/>
                </a:cubicBezTo>
                <a:lnTo>
                  <a:pt x="75931" y="380096"/>
                </a:lnTo>
                <a:lnTo>
                  <a:pt x="68578" y="380096"/>
                </a:lnTo>
                <a:lnTo>
                  <a:pt x="68578" y="516116"/>
                </a:lnTo>
                <a:cubicBezTo>
                  <a:pt x="68578" y="525553"/>
                  <a:pt x="60925" y="533193"/>
                  <a:pt x="51471" y="533193"/>
                </a:cubicBezTo>
                <a:cubicBezTo>
                  <a:pt x="42017" y="533193"/>
                  <a:pt x="34364" y="525553"/>
                  <a:pt x="34364" y="516116"/>
                </a:cubicBezTo>
                <a:lnTo>
                  <a:pt x="34364" y="380096"/>
                </a:lnTo>
                <a:lnTo>
                  <a:pt x="34364" y="277782"/>
                </a:lnTo>
                <a:cubicBezTo>
                  <a:pt x="34364" y="276284"/>
                  <a:pt x="33163" y="275086"/>
                  <a:pt x="31663" y="275086"/>
                </a:cubicBezTo>
                <a:cubicBezTo>
                  <a:pt x="30162" y="274936"/>
                  <a:pt x="28962" y="276284"/>
                  <a:pt x="28962" y="277782"/>
                </a:cubicBezTo>
                <a:lnTo>
                  <a:pt x="28361" y="381894"/>
                </a:lnTo>
                <a:cubicBezTo>
                  <a:pt x="28361" y="389684"/>
                  <a:pt x="22059" y="395975"/>
                  <a:pt x="14256" y="395975"/>
                </a:cubicBezTo>
                <a:lnTo>
                  <a:pt x="14106" y="395975"/>
                </a:lnTo>
                <a:cubicBezTo>
                  <a:pt x="6302" y="395975"/>
                  <a:pt x="0" y="389534"/>
                  <a:pt x="0" y="381744"/>
                </a:cubicBezTo>
                <a:lnTo>
                  <a:pt x="600" y="277633"/>
                </a:lnTo>
                <a:cubicBezTo>
                  <a:pt x="600" y="259207"/>
                  <a:pt x="15756" y="244227"/>
                  <a:pt x="34214" y="244227"/>
                </a:cubicBezTo>
                <a:close/>
                <a:moveTo>
                  <a:pt x="298774" y="232090"/>
                </a:moveTo>
                <a:lnTo>
                  <a:pt x="346547" y="232090"/>
                </a:lnTo>
                <a:cubicBezTo>
                  <a:pt x="336331" y="236739"/>
                  <a:pt x="327768" y="244836"/>
                  <a:pt x="322660" y="254883"/>
                </a:cubicBezTo>
                <a:cubicBezTo>
                  <a:pt x="317552" y="244836"/>
                  <a:pt x="309140" y="236739"/>
                  <a:pt x="298774" y="232090"/>
                </a:cubicBezTo>
                <a:close/>
                <a:moveTo>
                  <a:pt x="405716" y="176061"/>
                </a:moveTo>
                <a:cubicBezTo>
                  <a:pt x="421987" y="176061"/>
                  <a:pt x="435177" y="189204"/>
                  <a:pt x="435177" y="205417"/>
                </a:cubicBezTo>
                <a:cubicBezTo>
                  <a:pt x="435177" y="221630"/>
                  <a:pt x="421987" y="234773"/>
                  <a:pt x="405716" y="234773"/>
                </a:cubicBezTo>
                <a:cubicBezTo>
                  <a:pt x="389445" y="234773"/>
                  <a:pt x="376255" y="221630"/>
                  <a:pt x="376255" y="205417"/>
                </a:cubicBezTo>
                <a:cubicBezTo>
                  <a:pt x="376255" y="189204"/>
                  <a:pt x="389445" y="176061"/>
                  <a:pt x="405716" y="176061"/>
                </a:cubicBezTo>
                <a:close/>
                <a:moveTo>
                  <a:pt x="239817" y="176061"/>
                </a:moveTo>
                <a:cubicBezTo>
                  <a:pt x="256049" y="176061"/>
                  <a:pt x="269208" y="189204"/>
                  <a:pt x="269208" y="205417"/>
                </a:cubicBezTo>
                <a:cubicBezTo>
                  <a:pt x="269208" y="221630"/>
                  <a:pt x="256049" y="234773"/>
                  <a:pt x="239817" y="234773"/>
                </a:cubicBezTo>
                <a:cubicBezTo>
                  <a:pt x="223585" y="234773"/>
                  <a:pt x="210426" y="221630"/>
                  <a:pt x="210426" y="205417"/>
                </a:cubicBezTo>
                <a:cubicBezTo>
                  <a:pt x="210426" y="189204"/>
                  <a:pt x="223585" y="176061"/>
                  <a:pt x="239817" y="176061"/>
                </a:cubicBezTo>
                <a:close/>
                <a:moveTo>
                  <a:pt x="72325" y="176061"/>
                </a:moveTo>
                <a:cubicBezTo>
                  <a:pt x="88687" y="176061"/>
                  <a:pt x="101897" y="189241"/>
                  <a:pt x="101897" y="205416"/>
                </a:cubicBezTo>
                <a:cubicBezTo>
                  <a:pt x="101897" y="221592"/>
                  <a:pt x="88687" y="234772"/>
                  <a:pt x="72325" y="234772"/>
                </a:cubicBezTo>
                <a:cubicBezTo>
                  <a:pt x="56113" y="234772"/>
                  <a:pt x="42904" y="221592"/>
                  <a:pt x="42904" y="205416"/>
                </a:cubicBezTo>
                <a:cubicBezTo>
                  <a:pt x="42904" y="189241"/>
                  <a:pt x="55963" y="176061"/>
                  <a:pt x="72325" y="176061"/>
                </a:cubicBezTo>
                <a:close/>
                <a:moveTo>
                  <a:pt x="1200" y="56241"/>
                </a:moveTo>
                <a:lnTo>
                  <a:pt x="384613" y="56241"/>
                </a:lnTo>
                <a:cubicBezTo>
                  <a:pt x="505414" y="56241"/>
                  <a:pt x="603405" y="154058"/>
                  <a:pt x="603405" y="274494"/>
                </a:cubicBezTo>
                <a:cubicBezTo>
                  <a:pt x="603405" y="308947"/>
                  <a:pt x="575493" y="336809"/>
                  <a:pt x="540979" y="336809"/>
                </a:cubicBezTo>
                <a:lnTo>
                  <a:pt x="494459" y="336809"/>
                </a:lnTo>
                <a:lnTo>
                  <a:pt x="494159" y="277490"/>
                </a:lnTo>
                <a:cubicBezTo>
                  <a:pt x="494009" y="257417"/>
                  <a:pt x="482004" y="240041"/>
                  <a:pt x="464747" y="232102"/>
                </a:cubicBezTo>
                <a:lnTo>
                  <a:pt x="551333" y="232102"/>
                </a:lnTo>
                <a:lnTo>
                  <a:pt x="551483" y="232102"/>
                </a:lnTo>
                <a:cubicBezTo>
                  <a:pt x="553884" y="232102"/>
                  <a:pt x="556285" y="230753"/>
                  <a:pt x="557636" y="228806"/>
                </a:cubicBezTo>
                <a:cubicBezTo>
                  <a:pt x="558986" y="226709"/>
                  <a:pt x="559136" y="224013"/>
                  <a:pt x="558236" y="221766"/>
                </a:cubicBezTo>
                <a:cubicBezTo>
                  <a:pt x="550283" y="203790"/>
                  <a:pt x="531825" y="165892"/>
                  <a:pt x="504663" y="136532"/>
                </a:cubicBezTo>
                <a:cubicBezTo>
                  <a:pt x="481704" y="111666"/>
                  <a:pt x="449440" y="97585"/>
                  <a:pt x="415676" y="97585"/>
                </a:cubicBezTo>
                <a:lnTo>
                  <a:pt x="397968" y="97585"/>
                </a:lnTo>
                <a:lnTo>
                  <a:pt x="397968" y="159900"/>
                </a:lnTo>
                <a:cubicBezTo>
                  <a:pt x="383712" y="162297"/>
                  <a:pt x="371707" y="171284"/>
                  <a:pt x="364954" y="183568"/>
                </a:cubicBezTo>
                <a:lnTo>
                  <a:pt x="364954" y="97585"/>
                </a:lnTo>
                <a:lnTo>
                  <a:pt x="174223" y="97585"/>
                </a:lnTo>
                <a:lnTo>
                  <a:pt x="174223" y="232102"/>
                </a:lnTo>
                <a:lnTo>
                  <a:pt x="180526" y="232102"/>
                </a:lnTo>
                <a:cubicBezTo>
                  <a:pt x="178425" y="233150"/>
                  <a:pt x="176324" y="234199"/>
                  <a:pt x="174223" y="235547"/>
                </a:cubicBezTo>
                <a:cubicBezTo>
                  <a:pt x="166420" y="240640"/>
                  <a:pt x="159967" y="247830"/>
                  <a:pt x="156065" y="256369"/>
                </a:cubicBezTo>
                <a:cubicBezTo>
                  <a:pt x="152614" y="249178"/>
                  <a:pt x="147512" y="242887"/>
                  <a:pt x="141209" y="238093"/>
                </a:cubicBezTo>
                <a:cubicBezTo>
                  <a:pt x="138208" y="235697"/>
                  <a:pt x="134906" y="233749"/>
                  <a:pt x="131455" y="232102"/>
                </a:cubicBezTo>
                <a:lnTo>
                  <a:pt x="141209" y="232102"/>
                </a:lnTo>
                <a:lnTo>
                  <a:pt x="141209" y="97585"/>
                </a:lnTo>
                <a:lnTo>
                  <a:pt x="1200" y="97585"/>
                </a:lnTo>
                <a:close/>
                <a:moveTo>
                  <a:pt x="30337" y="0"/>
                </a:moveTo>
                <a:lnTo>
                  <a:pt x="450496" y="0"/>
                </a:lnTo>
                <a:cubicBezTo>
                  <a:pt x="459649" y="0"/>
                  <a:pt x="467002" y="7356"/>
                  <a:pt x="467002" y="16512"/>
                </a:cubicBezTo>
                <a:cubicBezTo>
                  <a:pt x="467002" y="25669"/>
                  <a:pt x="459649" y="33025"/>
                  <a:pt x="450496" y="33025"/>
                </a:cubicBezTo>
                <a:lnTo>
                  <a:pt x="30337" y="33025"/>
                </a:lnTo>
                <a:cubicBezTo>
                  <a:pt x="21184" y="33025"/>
                  <a:pt x="13831" y="25669"/>
                  <a:pt x="13831" y="16512"/>
                </a:cubicBezTo>
                <a:cubicBezTo>
                  <a:pt x="13831" y="7356"/>
                  <a:pt x="21184" y="0"/>
                  <a:pt x="3033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9"/>
            </p:custDataLst>
          </p:nvPr>
        </p:nvSpPr>
        <p:spPr>
          <a:xfrm>
            <a:off x="2770505" y="2065655"/>
            <a:ext cx="4370070" cy="55308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>
            <a:defPPr>
              <a:defRPr lang="zh-CN"/>
            </a:defPPr>
            <a:lvl1pPr>
              <a:lnSpc>
                <a:spcPts val="1500"/>
              </a:lnSpc>
              <a:defRPr sz="900"/>
            </a:lvl1pPr>
          </a:lstStyle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准备</a:t>
            </a:r>
            <a:r>
              <a: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endParaRPr lang="zh-CN" altLang="en-US" sz="2000" b="1" dirty="0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>
            <p:custDataLst>
              <p:tags r:id="rId20"/>
            </p:custDataLst>
          </p:nvPr>
        </p:nvSpPr>
        <p:spPr>
          <a:xfrm>
            <a:off x="8143875" y="4899660"/>
            <a:ext cx="1705610" cy="25400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26" grpId="0"/>
      <p:bldP spid="17" grpId="0" bldLvl="0" animBg="1"/>
      <p:bldP spid="26" grpId="1"/>
      <p:bldP spid="17" grpId="1" animBg="1"/>
      <p:bldP spid="14" grpId="0"/>
      <p:bldP spid="15" grpId="0" bldLvl="0" animBg="1"/>
      <p:bldP spid="14" grpId="1"/>
      <p:bldP spid="15" grpId="1" animBg="1"/>
      <p:bldP spid="10" grpId="0"/>
      <p:bldP spid="11" grpId="0" bldLvl="0" animBg="1"/>
      <p:bldP spid="10" grpId="1"/>
      <p:bldP spid="11" grpId="1" animBg="1"/>
      <p:bldP spid="12" grpId="0"/>
      <p:bldP spid="13" grpId="0" bldLvl="0" animBg="1"/>
      <p:bldP spid="12" grpId="1"/>
      <p:bldP spid="13" grpId="1" animBg="1"/>
      <p:bldP spid="31" grpId="0" bldLvl="0" animBg="1"/>
      <p:bldP spid="3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224915" y="1853565"/>
            <a:ext cx="915987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数据库</a:t>
            </a:r>
            <a:r>
              <a:rPr lang="en-US" altLang="zh-CN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lang="zh-CN" altLang="en-US" sz="2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product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准备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数据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" name="圆角矩形 2"/>
          <p:cNvSpPr/>
          <p:nvPr>
            <p:custDataLst>
              <p:tags r:id="rId5"/>
            </p:custDataLst>
          </p:nvPr>
        </p:nvSpPr>
        <p:spPr>
          <a:xfrm>
            <a:off x="4427855" y="5038725"/>
            <a:ext cx="2753360" cy="487045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id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为主码、</a:t>
            </a: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自增</a:t>
            </a:r>
            <a:endParaRPr lang="zh-CN" altLang="en-US" sz="2400" b="1" kern="0" noProof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379220" y="2618105"/>
            <a:ext cx="9175115" cy="2149475"/>
            <a:chOff x="2172" y="4473"/>
            <a:chExt cx="14449" cy="3385"/>
          </a:xfrm>
        </p:grpSpPr>
        <p:pic>
          <p:nvPicPr>
            <p:cNvPr id="11" name="图片 1"/>
            <p:cNvPicPr>
              <a:picLocks noChangeAspect="1"/>
            </p:cNvPicPr>
            <p:nvPr/>
          </p:nvPicPr>
          <p:blipFill rotWithShape="1">
            <a:blip r:embed="rId6"/>
            <a:stretch>
              <a:fillRect/>
            </a:stretch>
          </p:blipFill>
          <p:spPr>
            <a:xfrm>
              <a:off x="2172" y="4473"/>
              <a:ext cx="14449" cy="3385"/>
            </a:xfrm>
            <a:prstGeom prst="rect">
              <a:avLst/>
            </a:prstGeom>
            <a:ln w="88900" cap="sq" cmpd="thickThin">
              <a:solidFill>
                <a:srgbClr val="4C944C"/>
              </a:solidFill>
              <a:prstDash val="solid"/>
              <a:miter lim="800000"/>
              <a:headEnd/>
              <a:tailEnd/>
            </a:ln>
            <a:effectLst>
              <a:innerShdw blurRad="76200">
                <a:srgbClr val="000000"/>
              </a:innerShdw>
            </a:effectLst>
          </p:spPr>
        </p:pic>
        <p:sp>
          <p:nvSpPr>
            <p:cNvPr id="12" name="矩形 11"/>
            <p:cNvSpPr/>
            <p:nvPr/>
          </p:nvSpPr>
          <p:spPr>
            <a:xfrm>
              <a:off x="5390" y="4521"/>
              <a:ext cx="685" cy="3255"/>
            </a:xfrm>
            <a:prstGeom prst="rect">
              <a:avLst/>
            </a:prstGeom>
            <a:noFill/>
            <a:ln w="57150">
              <a:solidFill>
                <a:srgbClr val="F9F9F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9" name="矩形 58"/>
          <p:cNvSpPr/>
          <p:nvPr/>
        </p:nvSpPr>
        <p:spPr>
          <a:xfrm>
            <a:off x="5495290" y="2638425"/>
            <a:ext cx="1427480" cy="209867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" grpId="0" bldLvl="0" animBg="1"/>
      <p:bldP spid="3" grpId="1" animBg="1"/>
      <p:bldP spid="59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algn="l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774682" y="1674248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86137" cy="37707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lang="zh-CN" altLang="en-US" sz="266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 descr="C:/Users/TXY/Desktop/22.jpg22"/>
          <p:cNvPicPr/>
          <p:nvPr/>
        </p:nvPicPr>
        <p:blipFill rotWithShape="1">
          <a:blip r:embed="rId5"/>
          <a:srcRect/>
          <a:stretch>
            <a:fillRect/>
          </a:stretch>
        </p:blipFill>
        <p:spPr bwMode="auto">
          <a:xfrm>
            <a:off x="4472305" y="1828800"/>
            <a:ext cx="7305040" cy="290131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967400" y="1997111"/>
            <a:ext cx="4116304" cy="2122805"/>
            <a:chOff x="1130029" y="1676804"/>
            <a:chExt cx="4116304" cy="2122805"/>
          </a:xfrm>
        </p:grpSpPr>
        <p:sp>
          <p:nvSpPr>
            <p:cNvPr id="7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is1ide-Rectangle: Rounded Corners 31"/>
            <p:cNvSpPr/>
            <p:nvPr/>
          </p:nvSpPr>
          <p:spPr>
            <a:xfrm rot="16200000">
              <a:off x="468676" y="2543579"/>
              <a:ext cx="1751330" cy="42862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21228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表格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&lt;table&gt;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105" y="4190823"/>
            <a:ext cx="3139440" cy="2192832"/>
            <a:chOff x="1129712" y="3863548"/>
            <a:chExt cx="3139190" cy="1751150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3965616"/>
              <a:ext cx="2300605" cy="1547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【修改】</a:t>
              </a:r>
              <a:endParaRPr lang="zh-CN" altLang="en-US" sz="4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【删除】</a:t>
              </a:r>
              <a:endParaRPr lang="zh-CN" altLang="en-US" sz="4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40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超链接</a:t>
              </a:r>
              <a:endParaRPr lang="zh-CN" altLang="en-US" sz="40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3759835" y="1160145"/>
            <a:ext cx="69234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views/product/index.ejs-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商品列表页面添加链接</a:t>
            </a:r>
            <a:r>
              <a:rPr kumimoji="0" lang="zh-CN" altLang="en-US" sz="2000" i="0" kern="1200" cap="none" spc="0" normalizeH="0" baseline="0" noProof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51655" y="5118735"/>
            <a:ext cx="7499985" cy="1137920"/>
          </a:xfrm>
          <a:prstGeom prst="rect">
            <a:avLst/>
          </a:prstGeom>
          <a:noFill/>
          <a:ln w="9525"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p>
            <a:pPr indent="0"/>
            <a:r>
              <a:rPr lang="en-US" b="1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&lt;a href="/admin/edit?</a:t>
            </a:r>
            <a:r>
              <a:rPr lang="en-US" b="1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charset="0"/>
                <a:ea typeface="宋体" panose="02010600030101010101" pitchFamily="2" charset="-122"/>
              </a:rPr>
              <a:t>id=&lt;%= list[i].id%&gt;</a:t>
            </a:r>
            <a:r>
              <a:rPr lang="en-US" b="1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"&gt;</a:t>
            </a:r>
            <a:r>
              <a:rPr lang="zh-CN" b="1">
                <a:solidFill>
                  <a:srgbClr val="C00000"/>
                </a:solidFill>
                <a:ea typeface="宋体" panose="02010600030101010101" pitchFamily="2" charset="-122"/>
              </a:rPr>
              <a:t>修改</a:t>
            </a:r>
            <a:r>
              <a:rPr lang="en-US" b="1">
                <a:solidFill>
                  <a:srgbClr val="C00000"/>
                </a:solidFill>
                <a:latin typeface="Courier New" panose="02070309020205020404" charset="0"/>
                <a:ea typeface="宋体" panose="02010600030101010101" pitchFamily="2" charset="-122"/>
              </a:rPr>
              <a:t>&lt;/a&gt;</a:t>
            </a:r>
            <a:endParaRPr lang="en-US" b="0">
              <a:solidFill>
                <a:srgbClr val="C00000"/>
              </a:solidFill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b="1">
                <a:latin typeface="Courier New" panose="02070309020205020404" charset="0"/>
                <a:ea typeface="宋体" panose="02010600030101010101" pitchFamily="2" charset="-122"/>
              </a:rPr>
              <a:t>&lt;a href=</a:t>
            </a:r>
            <a:r>
              <a:rPr lang="en-US" b="0">
                <a:latin typeface="Courier New" panose="02070309020205020404" charset="0"/>
                <a:ea typeface="宋体" panose="02010600030101010101" pitchFamily="2" charset="-122"/>
              </a:rPr>
              <a:t>"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</a:rPr>
              <a:t>/admin/delete?</a:t>
            </a:r>
            <a:r>
              <a:rPr lang="en-US" b="1">
                <a:highlight>
                  <a:srgbClr val="FFFF00"/>
                </a:highlight>
                <a:latin typeface="Courier New" panose="02070309020205020404" charset="0"/>
                <a:ea typeface="宋体" panose="02010600030101010101" pitchFamily="2" charset="-122"/>
              </a:rPr>
              <a:t>id=&lt;%= list[i].id</a:t>
            </a:r>
            <a:r>
              <a:rPr lang="en-US" b="0">
                <a:latin typeface="Courier New" panose="02070309020205020404" charset="0"/>
                <a:ea typeface="宋体" panose="02010600030101010101" pitchFamily="2" charset="-122"/>
              </a:rPr>
              <a:t>%&gt;"    </a:t>
            </a:r>
            <a:endParaRPr lang="en-US" b="0">
              <a:latin typeface="Courier New" panose="02070309020205020404" charset="0"/>
              <a:ea typeface="宋体" panose="02010600030101010101" pitchFamily="2" charset="-122"/>
            </a:endParaRPr>
          </a:p>
          <a:p>
            <a:pPr indent="0"/>
            <a:r>
              <a:rPr lang="en-US" b="0">
                <a:latin typeface="Courier New" panose="02070309020205020404" charset="0"/>
                <a:ea typeface="宋体" panose="02010600030101010101" pitchFamily="2" charset="-122"/>
              </a:rPr>
              <a:t>   onclick="return confirm('</a:t>
            </a:r>
            <a:r>
              <a:rPr lang="zh-CN" b="0">
                <a:ea typeface="宋体" panose="02010600030101010101" pitchFamily="2" charset="-122"/>
              </a:rPr>
              <a:t>确定要删除吗？</a:t>
            </a:r>
            <a:r>
              <a:rPr lang="en-US" b="0">
                <a:latin typeface="Courier New" panose="02070309020205020404" charset="0"/>
                <a:ea typeface="宋体" panose="02010600030101010101" pitchFamily="2" charset="-122"/>
              </a:rPr>
              <a:t>');"&gt;</a:t>
            </a:r>
            <a:r>
              <a:rPr lang="zh-CN" b="0">
                <a:ea typeface="宋体" panose="02010600030101010101" pitchFamily="2" charset="-122"/>
              </a:rPr>
              <a:t>删除</a:t>
            </a:r>
            <a:r>
              <a:rPr lang="en-US" b="1">
                <a:latin typeface="Courier New" panose="02070309020205020404" charset="0"/>
                <a:ea typeface="宋体" panose="02010600030101010101" pitchFamily="2" charset="-122"/>
              </a:rPr>
              <a:t>&lt;/a&gt;</a:t>
            </a:r>
            <a:endParaRPr lang="en-US" altLang="en-US" b="1">
              <a:latin typeface="Courier New" panose="02070309020205020404" charset="0"/>
              <a:ea typeface="宋体" panose="02010600030101010101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0526395" y="2638425"/>
            <a:ext cx="1109345" cy="18503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10" grpId="0" bldLvl="0" animBg="1"/>
      <p:bldP spid="59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3"/>
            </p:custDataLst>
          </p:nvPr>
        </p:nvSpPr>
        <p:spPr>
          <a:xfrm>
            <a:off x="1244600" y="1073150"/>
            <a:ext cx="35052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lnSpc>
                <a:spcPct val="120000"/>
              </a:lnSpc>
              <a:buClr>
                <a:srgbClr val="3C853C"/>
              </a:buClr>
              <a:buSzTx/>
              <a:buFontTx/>
            </a:pP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2. </a:t>
            </a:r>
            <a:r>
              <a:rPr lang="zh-CN" altLang="en-US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模板引擎</a:t>
            </a:r>
            <a:endParaRPr lang="en-US" altLang="zh-CN" sz="2400" b="1" dirty="0" err="1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774682" y="1674248"/>
            <a:ext cx="614553" cy="614555"/>
            <a:chOff x="988220" y="2898404"/>
            <a:chExt cx="460916" cy="460916"/>
          </a:xfrm>
        </p:grpSpPr>
        <p:sp>
          <p:nvSpPr>
            <p:cNvPr id="16" name="文本框 15"/>
            <p:cNvSpPr txBox="1"/>
            <p:nvPr/>
          </p:nvSpPr>
          <p:spPr>
            <a:xfrm>
              <a:off x="1067994" y="2924700"/>
              <a:ext cx="286137" cy="377074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r>
                <a:rPr lang="en-US" altLang="zh-CN" sz="2665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02</a:t>
              </a:r>
              <a:endParaRPr lang="zh-CN" altLang="en-US" sz="2665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988220" y="2898404"/>
              <a:ext cx="460916" cy="460916"/>
            </a:xfrm>
            <a:custGeom>
              <a:avLst/>
              <a:gdLst>
                <a:gd name="connsiteX0" fmla="*/ 230458 w 460916"/>
                <a:gd name="connsiteY0" fmla="*/ 26429 h 460916"/>
                <a:gd name="connsiteX1" fmla="*/ 26429 w 460916"/>
                <a:gd name="connsiteY1" fmla="*/ 230458 h 460916"/>
                <a:gd name="connsiteX2" fmla="*/ 230458 w 460916"/>
                <a:gd name="connsiteY2" fmla="*/ 434487 h 460916"/>
                <a:gd name="connsiteX3" fmla="*/ 434487 w 460916"/>
                <a:gd name="connsiteY3" fmla="*/ 230458 h 460916"/>
                <a:gd name="connsiteX4" fmla="*/ 230458 w 460916"/>
                <a:gd name="connsiteY4" fmla="*/ 26429 h 460916"/>
                <a:gd name="connsiteX5" fmla="*/ 230458 w 460916"/>
                <a:gd name="connsiteY5" fmla="*/ 0 h 460916"/>
                <a:gd name="connsiteX6" fmla="*/ 460916 w 460916"/>
                <a:gd name="connsiteY6" fmla="*/ 230458 h 460916"/>
                <a:gd name="connsiteX7" fmla="*/ 230458 w 460916"/>
                <a:gd name="connsiteY7" fmla="*/ 460916 h 460916"/>
                <a:gd name="connsiteX8" fmla="*/ 0 w 460916"/>
                <a:gd name="connsiteY8" fmla="*/ 230458 h 460916"/>
                <a:gd name="connsiteX9" fmla="*/ 230458 w 460916"/>
                <a:gd name="connsiteY9" fmla="*/ 0 h 46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916" h="460916">
                  <a:moveTo>
                    <a:pt x="230458" y="26429"/>
                  </a:moveTo>
                  <a:cubicBezTo>
                    <a:pt x="117776" y="26429"/>
                    <a:pt x="26429" y="117776"/>
                    <a:pt x="26429" y="230458"/>
                  </a:cubicBezTo>
                  <a:cubicBezTo>
                    <a:pt x="26429" y="343140"/>
                    <a:pt x="117776" y="434487"/>
                    <a:pt x="230458" y="434487"/>
                  </a:cubicBezTo>
                  <a:cubicBezTo>
                    <a:pt x="343140" y="434487"/>
                    <a:pt x="434487" y="343140"/>
                    <a:pt x="434487" y="230458"/>
                  </a:cubicBezTo>
                  <a:cubicBezTo>
                    <a:pt x="434487" y="117776"/>
                    <a:pt x="343140" y="26429"/>
                    <a:pt x="230458" y="26429"/>
                  </a:cubicBezTo>
                  <a:close/>
                  <a:moveTo>
                    <a:pt x="230458" y="0"/>
                  </a:moveTo>
                  <a:cubicBezTo>
                    <a:pt x="357736" y="0"/>
                    <a:pt x="460916" y="103180"/>
                    <a:pt x="460916" y="230458"/>
                  </a:cubicBezTo>
                  <a:cubicBezTo>
                    <a:pt x="460916" y="357736"/>
                    <a:pt x="357736" y="460916"/>
                    <a:pt x="230458" y="460916"/>
                  </a:cubicBezTo>
                  <a:cubicBezTo>
                    <a:pt x="103180" y="460916"/>
                    <a:pt x="0" y="357736"/>
                    <a:pt x="0" y="230458"/>
                  </a:cubicBezTo>
                  <a:cubicBezTo>
                    <a:pt x="0" y="103180"/>
                    <a:pt x="103180" y="0"/>
                    <a:pt x="23045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5" name="图片 4" descr="C:/Users/TXY/Desktop/图片7.png图片7"/>
          <p:cNvPicPr/>
          <p:nvPr/>
        </p:nvPicPr>
        <p:blipFill rotWithShape="1">
          <a:blip r:embed="rId5"/>
          <a:srcRect/>
          <a:stretch>
            <a:fillRect/>
          </a:stretch>
        </p:blipFill>
        <p:spPr bwMode="auto">
          <a:xfrm>
            <a:off x="4934585" y="1709420"/>
            <a:ext cx="5925820" cy="493712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grpSp>
        <p:nvGrpSpPr>
          <p:cNvPr id="6" name="组合 5"/>
          <p:cNvGrpSpPr/>
          <p:nvPr/>
        </p:nvGrpSpPr>
        <p:grpSpPr>
          <a:xfrm>
            <a:off x="967400" y="1997111"/>
            <a:ext cx="4116304" cy="1998176"/>
            <a:chOff x="1130029" y="1676804"/>
            <a:chExt cx="4116304" cy="1998176"/>
          </a:xfrm>
        </p:grpSpPr>
        <p:sp>
          <p:nvSpPr>
            <p:cNvPr id="7" name="is1ide-Rectangle 21"/>
            <p:cNvSpPr/>
            <p:nvPr/>
          </p:nvSpPr>
          <p:spPr>
            <a:xfrm>
              <a:off x="1366625" y="1882136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is1ide-Rectangle: Rounded Corners 31"/>
            <p:cNvSpPr/>
            <p:nvPr/>
          </p:nvSpPr>
          <p:spPr>
            <a:xfrm rot="16200000">
              <a:off x="468676" y="2543579"/>
              <a:ext cx="1751330" cy="428625"/>
            </a:xfrm>
            <a:prstGeom prst="rect">
              <a:avLst/>
            </a:prstGeom>
            <a:solidFill>
              <a:srgbClr val="00B0F0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683692" y="1676804"/>
              <a:ext cx="3562641" cy="19981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 </a:t>
              </a:r>
              <a:r>
                <a:rPr lang="zh-CN" altLang="en-US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表单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&lt;form&gt;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7105" y="4154805"/>
            <a:ext cx="3139440" cy="2245361"/>
            <a:chOff x="1129712" y="3834785"/>
            <a:chExt cx="3139190" cy="1793098"/>
          </a:xfrm>
        </p:grpSpPr>
        <p:sp>
          <p:nvSpPr>
            <p:cNvPr id="37" name="is1ide-Rectangle 23"/>
            <p:cNvSpPr/>
            <p:nvPr/>
          </p:nvSpPr>
          <p:spPr>
            <a:xfrm>
              <a:off x="1366625" y="3863548"/>
              <a:ext cx="2902277" cy="17511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miter lim="400000"/>
            </a:ln>
          </p:spPr>
          <p:txBody>
            <a:bodyPr anchor="ctr"/>
            <a:lstStyle/>
            <a:p>
              <a:pPr algn="ctr"/>
              <a:endParaRPr sz="72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is1ide-Rectangle: Rounded Corners 33"/>
            <p:cNvSpPr/>
            <p:nvPr/>
          </p:nvSpPr>
          <p:spPr>
            <a:xfrm rot="16200000">
              <a:off x="468344" y="4524915"/>
              <a:ext cx="1751150" cy="428415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vert="eaVert" wrap="none" lIns="33372" tIns="33372" rIns="33372" bIns="33372" anchor="ctr" anchorCtr="1">
              <a:normAutofit/>
            </a:bodyPr>
            <a:lstStyle/>
            <a:p>
              <a:pPr algn="ctr" defTabSz="1201420">
                <a:defRPr/>
              </a:pPr>
              <a:endParaRPr lang="zh-CN" altLang="en-US" sz="7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683432" y="3834785"/>
              <a:ext cx="2300605" cy="1793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文本框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下拉框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文件框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文本区域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indent="0" algn="ctr" fontAlgn="auto">
                <a:lnSpc>
                  <a:spcPct val="100000"/>
                </a:lnSpc>
              </a:pP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提交</a:t>
              </a:r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按钮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8" name="文本框 47"/>
          <p:cNvSpPr txBox="1"/>
          <p:nvPr/>
        </p:nvSpPr>
        <p:spPr>
          <a:xfrm>
            <a:off x="3759835" y="1160145"/>
            <a:ext cx="692340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模板文件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views/product/product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edit.ejs-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商品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修改页面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6163945" y="2404110"/>
            <a:ext cx="4197985" cy="370141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9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/>
          <p:cNvSpPr/>
          <p:nvPr>
            <p:custDataLst>
              <p:tags r:id="rId1"/>
            </p:custDataLst>
          </p:nvPr>
        </p:nvSpPr>
        <p:spPr>
          <a:xfrm>
            <a:off x="3314700" y="200660"/>
            <a:ext cx="8654415" cy="648906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200660"/>
            <a:ext cx="8607425" cy="648970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268345" y="252730"/>
            <a:ext cx="8822055" cy="65036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&lt;form action="/admin/doEdit" method="post" enctype="multipart/form-data"&gt;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&lt;ul&gt;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&lt;input type="text" name="_id" value="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&lt;%=item.id%&gt;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 </a:t>
            </a:r>
            <a:r>
              <a:rPr lang="en-US" altLang="zh-CN" sz="160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hidden="hidden"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&lt;li&gt;商品名称：&lt;input type="text" name="title"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value="&lt;%=item.name%&gt;"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&lt;li&gt;商品类别：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&lt;select name="cat_id" id=""&gt;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&lt;option value="1"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&lt;%=(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.cat_id==1)?'selected':'' 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&gt;汽车配件&lt;/option&gt;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&lt;option value="2"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&lt;%=(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.cat_id==2)?'selected':'' 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&gt;轮船配件&lt;/option&gt;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&lt;option value="3"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&lt;%=(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.cat_id==3)?'selected':'' 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&gt;数码产品&lt;/option&gt;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&lt;option value="4"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&lt;%=(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.cat_id==4)?'selected':'' 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&gt;家居用品&lt;/option&gt;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&lt;/select&gt;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&lt;/li&gt;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&lt;li&gt;商品图片：&lt;input type="file" name="pic"/&gt;&lt;/br&gt;&amp;nbsp;&amp;nbsp;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&lt;img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src="/&lt;%=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.image%&gt;"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width="100px" height="100px"/&gt;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&lt;li&gt;商品价格：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&lt;input type="text" name="price"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value="&lt;%=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.price%&gt;"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&lt;li&gt;关键字：&amp;nbsp;&amp;nbsp;&amp;nbsp;&amp;nbsp;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&lt;input type="text" name="keywords" 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value="&lt;%=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.keywords%&gt;"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&lt;li&gt;商品描述：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&lt;textarea name="description" id="" cols="60" rows="8" 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&lt;%=</a:t>
            </a:r>
            <a:r>
              <a:rPr lang="en-US" altLang="zh-CN" sz="1600">
                <a:solidFill>
                  <a:srgbClr val="C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16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.content %&gt;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&lt;/textarea&gt;&lt;/li&gt;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&lt;li&gt;&lt;button type="submit" class="btn btn-success"&gt;提交&lt;/button&gt;&lt;/li&gt;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&lt;/ul&gt;          </a:t>
            </a:r>
            <a:endParaRPr lang="en-US" altLang="zh-CN" sz="1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&lt;/form&gt;</a:t>
            </a:r>
            <a:endParaRPr lang="en-US" altLang="zh-CN" sz="16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4097020" y="1509395"/>
            <a:ext cx="7811135" cy="149098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74955" y="2959735"/>
            <a:ext cx="9876790" cy="767080"/>
            <a:chOff x="239" y="4983"/>
            <a:chExt cx="15554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39" y="4983"/>
              <a:ext cx="4058" cy="104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显示商品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原图片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41" y="6191"/>
              <a:ext cx="1095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 flipV="1">
              <a:off x="4841" y="5353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449" y="535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449" y="501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1605" y="1585595"/>
            <a:ext cx="320230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view/product/product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edit.ejs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74955" y="4180840"/>
            <a:ext cx="10843260" cy="767080"/>
            <a:chOff x="276" y="7147"/>
            <a:chExt cx="17076" cy="1208"/>
          </a:xfrm>
        </p:grpSpPr>
        <p:sp>
          <p:nvSpPr>
            <p:cNvPr id="5" name="矩形 4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76" y="7147"/>
              <a:ext cx="4057" cy="9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value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属性显示原数据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" name="直接连接符 5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77" y="8355"/>
              <a:ext cx="1247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直接连接符 9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 flipV="1">
              <a:off x="4877" y="7517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直接连接符 76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4485" y="7517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直接连接符 90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>
              <a:off x="4485" y="7181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5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6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模板代码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1164590" y="1084580"/>
            <a:ext cx="31032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3. </a:t>
            </a:r>
            <a:r>
              <a:rPr sz="2400" b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编写路由代码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8" name="图片 7" descr="C:/Users/TXY/Desktop/图片10.png图片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6224" t="470" r="927"/>
          <a:stretch>
            <a:fillRect/>
          </a:stretch>
        </p:blipFill>
        <p:spPr>
          <a:xfrm>
            <a:off x="967105" y="1696720"/>
            <a:ext cx="2700655" cy="480187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1619885" y="1918970"/>
            <a:ext cx="1563370" cy="30226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Isosceles Triangle 2_1"/>
          <p:cNvSpPr/>
          <p:nvPr>
            <p:custDataLst>
              <p:tags r:id="rId7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4664075" y="1582222"/>
            <a:ext cx="6112169" cy="2332553"/>
            <a:chOff x="7345" y="2732"/>
            <a:chExt cx="9625" cy="3673"/>
          </a:xfrm>
        </p:grpSpPr>
        <p:sp>
          <p:nvSpPr>
            <p:cNvPr id="9" name="文本框 8"/>
            <p:cNvSpPr txBox="1"/>
            <p:nvPr>
              <p:custDataLst>
                <p:tags r:id="rId9"/>
              </p:custDataLst>
            </p:nvPr>
          </p:nvSpPr>
          <p:spPr>
            <a:xfrm>
              <a:off x="7345" y="3661"/>
              <a:ext cx="9625" cy="2744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修改功能：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get("/edit")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（带地址栏参数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/edit?id=5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）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获取地址栏参数</a:t>
              </a: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id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，进行商品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查询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en-US" altLang="zh-CN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--</a:t>
              </a: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渲染商品修改页面，显示原数据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r>
                <a:rPr lang="zh-CN" altLang="en-US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post("/doEdit")--提交商品修改表单数据</a:t>
              </a:r>
              <a:endPara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indent="0" algn="l" fontAlgn="auto">
                <a:lnSpc>
                  <a:spcPct val="150000"/>
                </a:lnSpc>
              </a:pPr>
              <a:endParaRPr lang="zh-CN" altLang="en-US" kern="0" spc="0" dirty="0">
                <a:ln>
                  <a:noFill/>
                  <a:prstDash val="sysDot"/>
                </a:ln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0"/>
              </p:custDataLst>
            </p:nvPr>
          </p:nvSpPr>
          <p:spPr>
            <a:xfrm>
              <a:off x="7345" y="2732"/>
              <a:ext cx="9625" cy="546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Autofit/>
            </a:bodyPr>
            <a:p>
              <a:r>
                <a:rPr lang="en-US" altLang="zh-CN" sz="2400" b="1" dirty="0">
                  <a:solidFill>
                    <a:schemeClr val="tx1"/>
                  </a:solidFill>
                </a:rPr>
                <a:t>routes/</a:t>
              </a:r>
              <a:r>
                <a:rPr lang="en-US" altLang="zh-CN" sz="2400" b="1" dirty="0">
                  <a:solidFill>
                    <a:schemeClr val="tx1"/>
                  </a:solidFill>
                </a:rPr>
                <a:t>admin.js</a:t>
              </a:r>
              <a:endParaRPr lang="en-US" altLang="zh-CN" sz="24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17" name="图片 16" descr="C:/Users/TXY/Desktop/图片7.png图片7"/>
          <p:cNvPicPr/>
          <p:nvPr/>
        </p:nvPicPr>
        <p:blipFill rotWithShape="1">
          <a:blip r:embed="rId11"/>
          <a:srcRect/>
          <a:stretch>
            <a:fillRect/>
          </a:stretch>
        </p:blipFill>
        <p:spPr bwMode="auto">
          <a:xfrm>
            <a:off x="7909560" y="4515485"/>
            <a:ext cx="2866390" cy="198310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1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929640"/>
            <a:ext cx="7771130" cy="507492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930275"/>
            <a:ext cx="7792720" cy="5073650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972185"/>
            <a:ext cx="7662545" cy="4690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//---------------------修改商品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router.get("/edit",function (req,res, next)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const id =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req.query.id;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 </a:t>
            </a:r>
            <a:r>
              <a:rPr lang="en-US" altLang="zh-CN" sz="2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 'select * from product where id=?';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var </a:t>
            </a:r>
            <a:r>
              <a:rPr lang="en-US" altLang="zh-CN" sz="2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sqlParam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=[id];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db.conn.query(</a:t>
            </a:r>
            <a:r>
              <a:rPr lang="en-US" altLang="zh-CN" sz="2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sql, sqlParam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 function (err, result)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if(err){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console.log('[SELECT ERROR] - ',err.message);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return;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console.log(result); // [{.......}]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res.render("product/productedit",{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item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:result</a:t>
            </a:r>
            <a:r>
              <a:rPr lang="en-US" altLang="zh-CN" sz="2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[0]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});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89375" y="1957705"/>
            <a:ext cx="3796030" cy="30099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49250" y="4676140"/>
            <a:ext cx="9822180" cy="1009015"/>
            <a:chOff x="322" y="5723"/>
            <a:chExt cx="15468" cy="1589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5723"/>
              <a:ext cx="4215" cy="158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渲染商品修改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查询结果以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item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传入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1070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5928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349250" y="2375535"/>
            <a:ext cx="8934450" cy="781685"/>
            <a:chOff x="322" y="4470"/>
            <a:chExt cx="14070" cy="1231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470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根据地址栏参数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查询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商品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61"/>
              <a:ext cx="931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508635"/>
            <a:ext cx="8703945" cy="614553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509270"/>
            <a:ext cx="8762365" cy="614489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19475" y="558165"/>
            <a:ext cx="8682355" cy="52241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router.post("/doEdit",function (req,res, next) {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const form = new multiparty.Form();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form.uploadDir = "</a:t>
            </a:r>
            <a:r>
              <a:rPr lang="en-US" altLang="zh-CN" sz="20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public/upload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";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form.parse(req,function(err,fields,files){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id = fields._id[0];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title = fields.title[0];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cat_id = fields.cat_id[0];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price = fields.price[0];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description = fields.description[0];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keywords = fields.keywords[0];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originalFilename =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files.pic[0].originalFilename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;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//取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上传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文件名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console.log(originalFilename);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const pic = files.pic[0].path.substr(7);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//去掉 public/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// originalFilename有值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修改图片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；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originalFilename无值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未修改图片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console.log(originalFilename.length);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//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上传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文件名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长度大于0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if(originalFilename.length &gt;0)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{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//upload\\b2mBBgtaeFwnrAmNHwjj4DaF.jpg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var  sql = '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update product set name=?,cat_id=?, price=?,content=?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</a:t>
            </a:r>
            <a:r>
              <a:rPr lang="en-US" altLang="zh-CN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image=?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,keywords=? where id=?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';	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var sqlParam=[title,cat_id,price,description,pic,keywords,id];	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475355" y="1873885"/>
            <a:ext cx="8488045" cy="275717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4470" y="5988050"/>
            <a:ext cx="5389245" cy="751840"/>
            <a:chOff x="322" y="5928"/>
            <a:chExt cx="8487" cy="1184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6006"/>
              <a:ext cx="4215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更新了商品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image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字段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3728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5928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7535" y="1585595"/>
            <a:ext cx="209359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349250" y="3300730"/>
            <a:ext cx="10026650" cy="1047115"/>
            <a:chOff x="322" y="4470"/>
            <a:chExt cx="15790" cy="1649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470"/>
              <a:ext cx="4215" cy="16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取得上传商品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的图片名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要去除默认路径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public/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5661"/>
              <a:ext cx="11031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482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3"/>
            </p:custDataLst>
          </p:nvPr>
        </p:nvSpPr>
        <p:spPr>
          <a:xfrm>
            <a:off x="3322955" y="1276985"/>
            <a:ext cx="8099425" cy="4900295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圆角矩形 25"/>
          <p:cNvSpPr/>
          <p:nvPr>
            <p:custDataLst>
              <p:tags r:id="rId4"/>
            </p:custDataLst>
          </p:nvPr>
        </p:nvSpPr>
        <p:spPr>
          <a:xfrm>
            <a:off x="3301365" y="1276350"/>
            <a:ext cx="8201660" cy="4882515"/>
          </a:xfrm>
          <a:prstGeom prst="roundRect">
            <a:avLst>
              <a:gd name="adj" fmla="val 2065"/>
            </a:avLst>
          </a:prstGeom>
          <a:noFill/>
          <a:ln w="9525" cap="flat" cmpd="sng" algn="ctr">
            <a:solidFill>
              <a:schemeClr val="accent2"/>
            </a:solidFill>
            <a:prstDash val="dashDot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solidFill>
                  <a:srgbClr val="3C853C"/>
                </a:solidFill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409315" y="1276985"/>
            <a:ext cx="8258175" cy="4006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}else{ 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//未修改图片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，无需更改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image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字段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var  sql 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'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update product set  name=?,cat_id=?,price=?,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                 content=?,keywords=? where id=?';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var sqlParam=[title,cat_id,price,description,keywords,id];          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console.log(sqlParam);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db.conn.query(sql, sqlParam, function (err, result) 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if(err){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console.log('[SELECT ERROR] - ',err.message);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	return;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}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	res.redirect("/admin/product");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     });        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});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}); 	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0830" y="4895215"/>
            <a:ext cx="7171055" cy="751840"/>
            <a:chOff x="322" y="5928"/>
            <a:chExt cx="11293" cy="1184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22" y="6006"/>
              <a:ext cx="4215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跳转到商品列表页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起到刷新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作用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5081" y="6178"/>
              <a:ext cx="6534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>
              <a:off x="5081" y="6178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4689" y="708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689" y="5928"/>
              <a:ext cx="5" cy="1184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0830" y="1585595"/>
            <a:ext cx="268986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routes/admin.js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续）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2925" y="96393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1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476" y="1580"/>
              <a:ext cx="22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服务</a:t>
              </a: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器代码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290830" y="2326005"/>
            <a:ext cx="9178925" cy="856615"/>
            <a:chOff x="322" y="4352"/>
            <a:chExt cx="14455" cy="1349"/>
          </a:xfrm>
        </p:grpSpPr>
        <p:sp>
          <p:nvSpPr>
            <p:cNvPr id="11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22" y="4470"/>
              <a:ext cx="4215" cy="120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未更新商品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图片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</a:t>
              </a:r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image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字段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81" y="4352"/>
              <a:ext cx="969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081" y="4823"/>
              <a:ext cx="0" cy="87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689" y="549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>
              <a:off x="4689" y="4487"/>
              <a:ext cx="0" cy="1162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图片 181" descr="C:/Users/TXY/Desktop/图片7.png图片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3175" y="441325"/>
            <a:ext cx="5289550" cy="5562600"/>
          </a:xfrm>
          <a:prstGeom prst="rect">
            <a:avLst/>
          </a:prstGeom>
          <a:ln>
            <a:solidFill>
              <a:schemeClr val="accent5"/>
            </a:solidFill>
          </a:ln>
        </p:spPr>
      </p:pic>
      <p:sp>
        <p:nvSpPr>
          <p:cNvPr id="4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4"/>
            </p:custDataLst>
          </p:nvPr>
        </p:nvSpPr>
        <p:spPr>
          <a:xfrm>
            <a:off x="1141730" y="1073150"/>
            <a:ext cx="3306445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4.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启动项目，浏览页面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任务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67105" y="2311400"/>
            <a:ext cx="4885055" cy="1481455"/>
            <a:chOff x="1523" y="3640"/>
            <a:chExt cx="7693" cy="2333"/>
          </a:xfrm>
        </p:grpSpPr>
        <p:sp>
          <p:nvSpPr>
            <p:cNvPr id="24" name="TextBox 3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94" y="3675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启动项目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27" name="TextBox 30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523" y="4895"/>
              <a:ext cx="7009" cy="1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进入项目文件夹，打开</a:t>
              </a:r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</a:t>
              </a: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窗口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nodemon</a:t>
              </a:r>
              <a:r>
                <a:rPr lang="en-US" sz="16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app.js</a:t>
              </a:r>
              <a:endParaRPr lang="en-US" sz="16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2" name="Oval 100"/>
            <p:cNvSpPr/>
            <p:nvPr>
              <p:custDataLst>
                <p:tags r:id="rId7"/>
              </p:custDataLst>
            </p:nvPr>
          </p:nvSpPr>
          <p:spPr bwMode="auto">
            <a:xfrm flipH="1">
              <a:off x="1523" y="3640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3" name="Freeform 73"/>
            <p:cNvSpPr>
              <a:spLocks noChangeAspect="1"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768" y="3847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Isosceles Triangle 2_1"/>
          <p:cNvSpPr/>
          <p:nvPr>
            <p:custDataLst>
              <p:tags r:id="rId9"/>
            </p:custDataLst>
          </p:nvPr>
        </p:nvSpPr>
        <p:spPr>
          <a:xfrm rot="16200000" flipV="1">
            <a:off x="946379" y="1241856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67105" y="4164965"/>
            <a:ext cx="4885690" cy="1723390"/>
            <a:chOff x="1523" y="6559"/>
            <a:chExt cx="7694" cy="2714"/>
          </a:xfrm>
        </p:grpSpPr>
        <p:sp>
          <p:nvSpPr>
            <p:cNvPr id="9" name="TextBox 3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595" y="6559"/>
              <a:ext cx="662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/>
              <a:r>
                <a:rPr lang="zh-CN" altLang="en-US" sz="28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服务器测试</a:t>
              </a:r>
              <a:endParaRPr lang="zh-CN" altLang="en-US" sz="28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1" name="Oval 100"/>
            <p:cNvSpPr/>
            <p:nvPr>
              <p:custDataLst>
                <p:tags r:id="rId11"/>
              </p:custDataLst>
            </p:nvPr>
          </p:nvSpPr>
          <p:spPr bwMode="auto">
            <a:xfrm flipH="1">
              <a:off x="1524" y="6662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Freeform 73"/>
            <p:cNvSpPr>
              <a:spLocks noChangeAspect="1"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69" y="6869"/>
              <a:ext cx="387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" name="TextBox 30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3" y="7691"/>
              <a:ext cx="6482" cy="15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浏览器打开地址：</a:t>
              </a:r>
              <a:endParaRPr 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http://localhost:3006/admin/login</a:t>
              </a:r>
              <a:endParaRPr 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登录后，选择</a:t>
              </a: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商品，点击【修改】</a:t>
              </a:r>
              <a:r>
                <a:rPr lang="zh-CN" altLang="en-US" sz="1600" b="1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按钮</a:t>
              </a:r>
              <a:endParaRPr lang="zh-CN" altLang="en-US" sz="1600" b="1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6" name="图片 181" descr="C:/Users/TXY/Desktop/图片11.png图片11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4653280" y="2868295"/>
            <a:ext cx="7219950" cy="367665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custDataLst>
      <p:tags r:id="rId1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672082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3" name="圆角矩形 121"/>
          <p:cNvSpPr/>
          <p:nvPr>
            <p:custDataLst>
              <p:tags r:id="rId4"/>
            </p:custDataLst>
          </p:nvPr>
        </p:nvSpPr>
        <p:spPr>
          <a:xfrm>
            <a:off x="4649470" y="1977390"/>
            <a:ext cx="353060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任意多边形 122"/>
          <p:cNvSpPr/>
          <p:nvPr>
            <p:custDataLst>
              <p:tags r:id="rId5"/>
            </p:custDataLst>
          </p:nvPr>
        </p:nvSpPr>
        <p:spPr>
          <a:xfrm>
            <a:off x="4749165" y="2068830"/>
            <a:ext cx="1530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9" name="矩形 78"/>
          <p:cNvSpPr/>
          <p:nvPr>
            <p:custDataLst>
              <p:tags r:id="rId6"/>
            </p:custDataLst>
          </p:nvPr>
        </p:nvSpPr>
        <p:spPr>
          <a:xfrm>
            <a:off x="5254625" y="1376045"/>
            <a:ext cx="5445760" cy="1036320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任务需求</a:t>
            </a:r>
            <a:endParaRPr lang="zh-CN" altLang="en-US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Express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中结合模板引擎实现商品修改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功能</a:t>
            </a:r>
            <a:endParaRPr lang="zh-CN" altLang="en-US" sz="18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圆角矩形 127"/>
          <p:cNvSpPr/>
          <p:nvPr>
            <p:custDataLst>
              <p:tags r:id="rId7"/>
            </p:custDataLst>
          </p:nvPr>
        </p:nvSpPr>
        <p:spPr>
          <a:xfrm>
            <a:off x="4649470" y="3570605"/>
            <a:ext cx="323850" cy="323215"/>
          </a:xfrm>
          <a:prstGeom prst="roundRect">
            <a:avLst/>
          </a:prstGeom>
          <a:solidFill>
            <a:schemeClr val="accent4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任意多边形 128"/>
          <p:cNvSpPr/>
          <p:nvPr>
            <p:custDataLst>
              <p:tags r:id="rId8"/>
            </p:custDataLst>
          </p:nvPr>
        </p:nvSpPr>
        <p:spPr>
          <a:xfrm>
            <a:off x="4730115" y="3664585"/>
            <a:ext cx="16827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0" name="矩形 79"/>
          <p:cNvSpPr/>
          <p:nvPr>
            <p:custDataLst>
              <p:tags r:id="rId9"/>
            </p:custDataLst>
          </p:nvPr>
        </p:nvSpPr>
        <p:spPr>
          <a:xfrm>
            <a:off x="5226050" y="2718435"/>
            <a:ext cx="5955665" cy="145224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实现步骤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准备数据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创建模板引擎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编写路由代码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rPr>
              <a:t>启动项目浏览页面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121"/>
          <p:cNvSpPr/>
          <p:nvPr>
            <p:custDataLst>
              <p:tags r:id="rId44"/>
            </p:custDataLst>
          </p:nvPr>
        </p:nvSpPr>
        <p:spPr>
          <a:xfrm>
            <a:off x="4649470" y="4951095"/>
            <a:ext cx="323215" cy="323215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5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9" name="任意多边形 122"/>
          <p:cNvSpPr/>
          <p:nvPr>
            <p:custDataLst>
              <p:tags r:id="rId45"/>
            </p:custDataLst>
          </p:nvPr>
        </p:nvSpPr>
        <p:spPr>
          <a:xfrm>
            <a:off x="4740910" y="5042535"/>
            <a:ext cx="140335" cy="140335"/>
          </a:xfrm>
          <a:custGeom>
            <a:avLst/>
            <a:gdLst>
              <a:gd name="T0" fmla="*/ 7651 w 7964"/>
              <a:gd name="T1" fmla="*/ 2432 h 7964"/>
              <a:gd name="T2" fmla="*/ 6798 w 7964"/>
              <a:gd name="T3" fmla="*/ 1166 h 7964"/>
              <a:gd name="T4" fmla="*/ 5532 w 7964"/>
              <a:gd name="T5" fmla="*/ 313 h 7964"/>
              <a:gd name="T6" fmla="*/ 3982 w 7964"/>
              <a:gd name="T7" fmla="*/ 0 h 7964"/>
              <a:gd name="T8" fmla="*/ 2432 w 7964"/>
              <a:gd name="T9" fmla="*/ 313 h 7964"/>
              <a:gd name="T10" fmla="*/ 1166 w 7964"/>
              <a:gd name="T11" fmla="*/ 1166 h 7964"/>
              <a:gd name="T12" fmla="*/ 313 w 7964"/>
              <a:gd name="T13" fmla="*/ 2432 h 7964"/>
              <a:gd name="T14" fmla="*/ 0 w 7964"/>
              <a:gd name="T15" fmla="*/ 3982 h 7964"/>
              <a:gd name="T16" fmla="*/ 313 w 7964"/>
              <a:gd name="T17" fmla="*/ 5532 h 7964"/>
              <a:gd name="T18" fmla="*/ 1166 w 7964"/>
              <a:gd name="T19" fmla="*/ 6798 h 7964"/>
              <a:gd name="T20" fmla="*/ 2432 w 7964"/>
              <a:gd name="T21" fmla="*/ 7651 h 7964"/>
              <a:gd name="T22" fmla="*/ 3982 w 7964"/>
              <a:gd name="T23" fmla="*/ 7964 h 7964"/>
              <a:gd name="T24" fmla="*/ 5532 w 7964"/>
              <a:gd name="T25" fmla="*/ 7651 h 7964"/>
              <a:gd name="T26" fmla="*/ 6798 w 7964"/>
              <a:gd name="T27" fmla="*/ 6798 h 7964"/>
              <a:gd name="T28" fmla="*/ 7651 w 7964"/>
              <a:gd name="T29" fmla="*/ 5532 h 7964"/>
              <a:gd name="T30" fmla="*/ 7964 w 7964"/>
              <a:gd name="T31" fmla="*/ 3982 h 7964"/>
              <a:gd name="T32" fmla="*/ 7651 w 7964"/>
              <a:gd name="T33" fmla="*/ 2432 h 7964"/>
              <a:gd name="T34" fmla="*/ 2667 w 7964"/>
              <a:gd name="T35" fmla="*/ 2870 h 7964"/>
              <a:gd name="T36" fmla="*/ 2882 w 7964"/>
              <a:gd name="T37" fmla="*/ 2741 h 7964"/>
              <a:gd name="T38" fmla="*/ 5082 w 7964"/>
              <a:gd name="T39" fmla="*/ 2741 h 7964"/>
              <a:gd name="T40" fmla="*/ 5296 w 7964"/>
              <a:gd name="T41" fmla="*/ 2870 h 7964"/>
              <a:gd name="T42" fmla="*/ 5326 w 7964"/>
              <a:gd name="T43" fmla="*/ 2989 h 7964"/>
              <a:gd name="T44" fmla="*/ 5288 w 7964"/>
              <a:gd name="T45" fmla="*/ 3123 h 7964"/>
              <a:gd name="T46" fmla="*/ 4188 w 7964"/>
              <a:gd name="T47" fmla="*/ 4861 h 7964"/>
              <a:gd name="T48" fmla="*/ 3982 w 7964"/>
              <a:gd name="T49" fmla="*/ 4975 h 7964"/>
              <a:gd name="T50" fmla="*/ 3776 w 7964"/>
              <a:gd name="T51" fmla="*/ 4861 h 7964"/>
              <a:gd name="T52" fmla="*/ 2676 w 7964"/>
              <a:gd name="T53" fmla="*/ 3123 h 7964"/>
              <a:gd name="T54" fmla="*/ 2637 w 7964"/>
              <a:gd name="T55" fmla="*/ 2989 h 7964"/>
              <a:gd name="T56" fmla="*/ 2667 w 7964"/>
              <a:gd name="T57" fmla="*/ 2870 h 7964"/>
              <a:gd name="T58" fmla="*/ 5204 w 7964"/>
              <a:gd name="T59" fmla="*/ 5223 h 7964"/>
              <a:gd name="T60" fmla="*/ 2760 w 7964"/>
              <a:gd name="T61" fmla="*/ 5223 h 7964"/>
              <a:gd name="T62" fmla="*/ 2637 w 7964"/>
              <a:gd name="T63" fmla="*/ 5100 h 7964"/>
              <a:gd name="T64" fmla="*/ 2760 w 7964"/>
              <a:gd name="T65" fmla="*/ 4977 h 7964"/>
              <a:gd name="T66" fmla="*/ 5204 w 7964"/>
              <a:gd name="T67" fmla="*/ 4977 h 7964"/>
              <a:gd name="T68" fmla="*/ 5326 w 7964"/>
              <a:gd name="T69" fmla="*/ 5100 h 7964"/>
              <a:gd name="T70" fmla="*/ 5204 w 7964"/>
              <a:gd name="T71" fmla="*/ 5223 h 7964"/>
              <a:gd name="T72" fmla="*/ 5082 w 7964"/>
              <a:gd name="T73" fmla="*/ 2989 h 7964"/>
              <a:gd name="T74" fmla="*/ 2882 w 7964"/>
              <a:gd name="T75" fmla="*/ 2989 h 7964"/>
              <a:gd name="T76" fmla="*/ 3982 w 7964"/>
              <a:gd name="T77" fmla="*/ 4727 h 7964"/>
              <a:gd name="T78" fmla="*/ 5082 w 7964"/>
              <a:gd name="T79" fmla="*/ 2989 h 79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964" h="7964">
                <a:moveTo>
                  <a:pt x="7651" y="2432"/>
                </a:moveTo>
                <a:cubicBezTo>
                  <a:pt x="7451" y="1958"/>
                  <a:pt x="7164" y="1532"/>
                  <a:pt x="6798" y="1166"/>
                </a:cubicBezTo>
                <a:cubicBezTo>
                  <a:pt x="6432" y="800"/>
                  <a:pt x="6006" y="513"/>
                  <a:pt x="5532" y="313"/>
                </a:cubicBezTo>
                <a:cubicBezTo>
                  <a:pt x="5041" y="105"/>
                  <a:pt x="4520" y="0"/>
                  <a:pt x="3982" y="0"/>
                </a:cubicBezTo>
                <a:cubicBezTo>
                  <a:pt x="3444" y="0"/>
                  <a:pt x="2923" y="105"/>
                  <a:pt x="2432" y="313"/>
                </a:cubicBezTo>
                <a:cubicBezTo>
                  <a:pt x="1958" y="513"/>
                  <a:pt x="1532" y="800"/>
                  <a:pt x="1166" y="1166"/>
                </a:cubicBezTo>
                <a:cubicBezTo>
                  <a:pt x="800" y="1532"/>
                  <a:pt x="513" y="1958"/>
                  <a:pt x="313" y="2432"/>
                </a:cubicBezTo>
                <a:cubicBezTo>
                  <a:pt x="105" y="2923"/>
                  <a:pt x="0" y="3444"/>
                  <a:pt x="0" y="3982"/>
                </a:cubicBezTo>
                <a:cubicBezTo>
                  <a:pt x="0" y="4520"/>
                  <a:pt x="105" y="5041"/>
                  <a:pt x="313" y="5532"/>
                </a:cubicBezTo>
                <a:cubicBezTo>
                  <a:pt x="513" y="6006"/>
                  <a:pt x="800" y="6432"/>
                  <a:pt x="1166" y="6798"/>
                </a:cubicBezTo>
                <a:cubicBezTo>
                  <a:pt x="1532" y="7164"/>
                  <a:pt x="1958" y="7451"/>
                  <a:pt x="2432" y="7651"/>
                </a:cubicBezTo>
                <a:cubicBezTo>
                  <a:pt x="2923" y="7859"/>
                  <a:pt x="3444" y="7964"/>
                  <a:pt x="3982" y="7964"/>
                </a:cubicBezTo>
                <a:cubicBezTo>
                  <a:pt x="4520" y="7964"/>
                  <a:pt x="5041" y="7859"/>
                  <a:pt x="5532" y="7651"/>
                </a:cubicBezTo>
                <a:cubicBezTo>
                  <a:pt x="6006" y="7451"/>
                  <a:pt x="6432" y="7164"/>
                  <a:pt x="6798" y="6798"/>
                </a:cubicBezTo>
                <a:cubicBezTo>
                  <a:pt x="7164" y="6432"/>
                  <a:pt x="7451" y="6006"/>
                  <a:pt x="7651" y="5532"/>
                </a:cubicBezTo>
                <a:cubicBezTo>
                  <a:pt x="7859" y="5041"/>
                  <a:pt x="7964" y="4520"/>
                  <a:pt x="7964" y="3982"/>
                </a:cubicBezTo>
                <a:cubicBezTo>
                  <a:pt x="7964" y="3444"/>
                  <a:pt x="7859" y="2923"/>
                  <a:pt x="7651" y="2432"/>
                </a:cubicBezTo>
                <a:close/>
                <a:moveTo>
                  <a:pt x="2667" y="2870"/>
                </a:moveTo>
                <a:cubicBezTo>
                  <a:pt x="2710" y="2791"/>
                  <a:pt x="2792" y="2741"/>
                  <a:pt x="2882" y="2741"/>
                </a:cubicBezTo>
                <a:lnTo>
                  <a:pt x="5082" y="2741"/>
                </a:lnTo>
                <a:cubicBezTo>
                  <a:pt x="5171" y="2741"/>
                  <a:pt x="5254" y="2791"/>
                  <a:pt x="5296" y="2870"/>
                </a:cubicBezTo>
                <a:cubicBezTo>
                  <a:pt x="5317" y="2907"/>
                  <a:pt x="5326" y="2948"/>
                  <a:pt x="5326" y="2989"/>
                </a:cubicBezTo>
                <a:cubicBezTo>
                  <a:pt x="5326" y="3036"/>
                  <a:pt x="5313" y="3083"/>
                  <a:pt x="5288" y="3123"/>
                </a:cubicBezTo>
                <a:lnTo>
                  <a:pt x="4188" y="4861"/>
                </a:lnTo>
                <a:cubicBezTo>
                  <a:pt x="4143" y="4932"/>
                  <a:pt x="4065" y="4975"/>
                  <a:pt x="3982" y="4975"/>
                </a:cubicBezTo>
                <a:cubicBezTo>
                  <a:pt x="3899" y="4975"/>
                  <a:pt x="3821" y="4932"/>
                  <a:pt x="3776" y="4861"/>
                </a:cubicBezTo>
                <a:lnTo>
                  <a:pt x="2676" y="3123"/>
                </a:lnTo>
                <a:cubicBezTo>
                  <a:pt x="2650" y="3083"/>
                  <a:pt x="2637" y="3036"/>
                  <a:pt x="2637" y="2989"/>
                </a:cubicBezTo>
                <a:cubicBezTo>
                  <a:pt x="2637" y="2948"/>
                  <a:pt x="2647" y="2907"/>
                  <a:pt x="2667" y="2870"/>
                </a:cubicBezTo>
                <a:close/>
                <a:moveTo>
                  <a:pt x="5204" y="5223"/>
                </a:moveTo>
                <a:lnTo>
                  <a:pt x="2760" y="5223"/>
                </a:lnTo>
                <a:cubicBezTo>
                  <a:pt x="2692" y="5223"/>
                  <a:pt x="2637" y="5168"/>
                  <a:pt x="2637" y="5100"/>
                </a:cubicBezTo>
                <a:cubicBezTo>
                  <a:pt x="2638" y="5032"/>
                  <a:pt x="2692" y="4977"/>
                  <a:pt x="2760" y="4977"/>
                </a:cubicBezTo>
                <a:lnTo>
                  <a:pt x="5204" y="4977"/>
                </a:lnTo>
                <a:cubicBezTo>
                  <a:pt x="5271" y="4977"/>
                  <a:pt x="5326" y="5032"/>
                  <a:pt x="5326" y="5100"/>
                </a:cubicBezTo>
                <a:cubicBezTo>
                  <a:pt x="5326" y="5168"/>
                  <a:pt x="5271" y="5223"/>
                  <a:pt x="5204" y="5223"/>
                </a:cubicBezTo>
                <a:close/>
                <a:moveTo>
                  <a:pt x="5082" y="2989"/>
                </a:moveTo>
                <a:lnTo>
                  <a:pt x="2882" y="2989"/>
                </a:lnTo>
                <a:lnTo>
                  <a:pt x="3982" y="4727"/>
                </a:lnTo>
                <a:lnTo>
                  <a:pt x="5082" y="2989"/>
                </a:lnTo>
                <a:close/>
              </a:path>
            </a:pathLst>
          </a:custGeom>
          <a:solidFill>
            <a:srgbClr val="FFFFFF"/>
          </a:solidFill>
          <a:ln w="1270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/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1" name="矩形 90"/>
          <p:cNvSpPr/>
          <p:nvPr>
            <p:custDataLst>
              <p:tags r:id="rId46"/>
            </p:custDataLst>
          </p:nvPr>
        </p:nvSpPr>
        <p:spPr>
          <a:xfrm>
            <a:off x="5254625" y="4422775"/>
            <a:ext cx="5642610" cy="2237105"/>
          </a:xfrm>
          <a:prstGeom prst="rect">
            <a:avLst/>
          </a:prstGeom>
        </p:spPr>
        <p:txBody>
          <a:bodyPr wrap="square" lIns="68559" tIns="34280" rIns="68559" bIns="3428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任务实现</a:t>
            </a:r>
            <a:endParaRPr lang="en-US" altLang="zh-CN" sz="24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routes/</a:t>
            </a: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admin.js – </a:t>
            </a:r>
            <a:r>
              <a: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路由代码</a:t>
            </a:r>
            <a:endParaRPr lang="zh-CN" altLang="en-US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修改图片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--update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语句中含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image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字段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  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未修改图片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--update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语句中无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image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字段</a:t>
            </a:r>
            <a:endParaRPr lang="zh-CN" altLang="en-US" sz="1600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views/product/productedit.ejs –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商品</a:t>
            </a:r>
            <a:r>
              <a: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修改模板引擎</a:t>
            </a:r>
            <a:endParaRPr lang="en-US" altLang="zh-CN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90" name="图片 89"/>
          <p:cNvPicPr/>
          <p:nvPr/>
        </p:nvPicPr>
        <p:blipFill>
          <a:blip r:embed="rId47"/>
          <a:srcRect/>
          <a:stretch>
            <a:fillRect/>
          </a:stretch>
        </p:blipFill>
        <p:spPr bwMode="auto">
          <a:xfrm>
            <a:off x="11182373" y="267176"/>
            <a:ext cx="666750" cy="6667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4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  <p:bldP spid="79" grpId="0"/>
      <p:bldP spid="79" grpId="1"/>
      <p:bldP spid="80" grpId="0"/>
      <p:bldP spid="80" grpId="1"/>
      <p:bldP spid="91" grpId="0"/>
      <p:bldP spid="9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6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6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71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77.xml><?xml version="1.0" encoding="utf-8"?>
<p:tagLst xmlns:p="http://schemas.openxmlformats.org/presentationml/2006/main">
  <p:tag name="KSO_WM_SLIDE_BACKGROUND_TYPE" val="general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81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3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SHADOW_SCHEMECOLOR_INDEX_BRIGHTNESS" val="0"/>
  <p:tag name="KSO_WM_UNIT_SHADOW_SCHEMECOLOR_INDEX" val="5"/>
</p:tagLst>
</file>

<file path=ppt/tags/tag68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86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6"/>
  <p:tag name="KSO_WM_UNIT_FILL_TYPE" val="1"/>
</p:tagLst>
</file>

<file path=ppt/tags/tag687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FILL_FORE_SCHEMECOLOR_INDEX_BRIGHTNESS" val="0"/>
  <p:tag name="KSO_WM_UNIT_FILL_FORE_SCHEMECOLOR_INDEX" val="5"/>
  <p:tag name="KSO_WM_UNIT_FILL_TYPE" val="1"/>
</p:tagLst>
</file>

<file path=ppt/tags/tag68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6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DIAGRAM_VIRTUALLY_FRAME" val="{&quot;height&quot;:366.49850393700785,&quot;left&quot;:127.86795275590548,&quot;top&quot;:132.18212598425194,&quot;width&quot;:365.50606299212603}"/>
  <p:tag name="KSO_WM_UNIT_TEXT_FILL_FORE_SCHEMECOLOR_INDEX_BRIGHTNESS" val="0.15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697.xml><?xml version="1.0" encoding="utf-8"?>
<p:tagLst xmlns:p="http://schemas.openxmlformats.org/presentationml/2006/main">
  <p:tag name="KSO_WM_SLIDE_BACKGROUND_TYPE" val="general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0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2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703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8.xml><?xml version="1.0" encoding="utf-8"?>
<p:tagLst xmlns:p="http://schemas.openxmlformats.org/presentationml/2006/main">
  <p:tag name="KSO_WM_SLIDE_BACKGROUND_TYPE" val="general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13.xml><?xml version="1.0" encoding="utf-8"?>
<p:tagLst xmlns:p="http://schemas.openxmlformats.org/presentationml/2006/main">
  <p:tag name="KSO_WM_SLIDE_BACKGROUND_TYPE" val="general"/>
</p:tagLst>
</file>

<file path=ppt/tags/tag71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2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0.xml><?xml version="1.0" encoding="utf-8"?>
<p:tagLst xmlns:p="http://schemas.openxmlformats.org/presentationml/2006/main">
  <p:tag name="KSO_WM_SLIDE_BACKGROUND_TYPE" val="general"/>
</p:tagLst>
</file>

<file path=ppt/tags/tag7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3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34.xml><?xml version="1.0" encoding="utf-8"?>
<p:tagLst xmlns:p="http://schemas.openxmlformats.org/presentationml/2006/main">
  <p:tag name="KSO_WM_UNIT_LINE_FORE_SCHEMECOLOR_INDEX_BRIGHTNESS" val="-0.05"/>
  <p:tag name="KSO_WM_UNIT_LINE_FORE_SCHEMECOLOR_INDEX" val="9"/>
  <p:tag name="KSO_WM_UNIT_LINE_FILL_TYPE" val="2"/>
</p:tagLst>
</file>

<file path=ppt/tags/tag7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7.xml><?xml version="1.0" encoding="utf-8"?>
<p:tagLst xmlns:p="http://schemas.openxmlformats.org/presentationml/2006/main">
  <p:tag name="KSO_WM_DIAGRAM_VIRTUALLY_FRAME" val="{&quot;height&quot;:183.66559055118108,&quot;left&quot;:367.25,&quot;top&quot;:124.5844094488189,&quot;width&quot;:481.27314960629917}"/>
</p:tagLst>
</file>

<file path=ppt/tags/tag7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4762_1*l_h_f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90.86559728427193,&quot;left&quot;:367.25,&quot;top&quot;:136.5844027157281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添加文本具体内容，简明扼要地阐述您的观点。根据需要可酌情增减文字内容以便观者准确地理解您传达的思想。单击此处添加文本具体内容，简明扼要地阐述您的观点。"/>
</p:tagLst>
</file>

<file path=ppt/tags/tag7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4762_1*l_h_a*1_1_1"/>
  <p:tag name="KSO_WM_TEMPLATE_CATEGORY" val="diagram"/>
  <p:tag name="KSO_WM_TEMPLATE_INDEX" val="20234762"/>
  <p:tag name="KSO_WM_UNIT_LAYERLEVEL" val="1_1_1"/>
  <p:tag name="KSO_WM_TAG_VERSION" val="3.0"/>
  <p:tag name="KSO_WM_UNIT_TEXT_FILL_FORE_SCHEMECOLOR_INDEX" val="1"/>
  <p:tag name="KSO_WM_UNIT_TEXT_FILL_TYPE" val="1"/>
  <p:tag name="KSO_WM_DIAGRAM_MAX_ITEMCNT" val="3"/>
  <p:tag name="KSO_WM_DIAGRAM_MIN_ITEMCNT" val="3"/>
  <p:tag name="KSO_WM_DIAGRAM_VIRTUALLY_FRAME" val="{&quot;height&quot;:183.66559055118108,&quot;left&quot;:367.25,&quot;top&quot;:124.5844094488189,&quot;width&quot;:481.2731496062991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添加项标题内容"/>
</p:tagLst>
</file>

<file path=ppt/tags/tag740.xml><?xml version="1.0" encoding="utf-8"?>
<p:tagLst xmlns:p="http://schemas.openxmlformats.org/presentationml/2006/main">
  <p:tag name="KSO_WM_SLIDE_BACKGROUND_TYPE" val="general"/>
</p:tagLst>
</file>

<file path=ppt/tags/tag7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SLIDE_BACKGROUND_TYPE" val="general"/>
</p:tagLst>
</file>

<file path=ppt/tags/tag7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1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SLIDE_BACKGROUND_TYPE" val="general"/>
</p:tagLst>
</file>

<file path=ppt/tags/tag7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78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85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8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8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91.xml><?xml version="1.0" encoding="utf-8"?>
<p:tagLst xmlns:p="http://schemas.openxmlformats.org/presentationml/2006/main">
  <p:tag name="KSO_WM_SLIDE_BACKGROUND_TYPE" val="general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9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8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4.xml><?xml version="1.0" encoding="utf-8"?>
<p:tagLst xmlns:p="http://schemas.openxmlformats.org/presentationml/2006/main">
  <p:tag name="KSO_WM_SLIDE_BACKGROUND_TYPE" val="general"/>
</p:tagLst>
</file>

<file path=ppt/tags/tag8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807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80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8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3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42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847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4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1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52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53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54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4422</Words>
  <Application>WPS 演示</Application>
  <PresentationFormat>宽屏</PresentationFormat>
  <Paragraphs>258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Courier New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803</cp:revision>
  <dcterms:created xsi:type="dcterms:W3CDTF">2020-10-23T09:50:00Z</dcterms:created>
  <dcterms:modified xsi:type="dcterms:W3CDTF">2024-08-02T12:03:19Z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18966B5C6F294DECB07FBE0372227532_13</vt:lpwstr>
  </property>
  <property fmtid="{D5CDD505-2E9C-101B-9397-08002B2CF9AE}" pid="3" name="KSOProductBuildVer">
    <vt:lpwstr>2052-12.1.0.17147</vt:lpwstr>
  </property>
</Properties>
</file>