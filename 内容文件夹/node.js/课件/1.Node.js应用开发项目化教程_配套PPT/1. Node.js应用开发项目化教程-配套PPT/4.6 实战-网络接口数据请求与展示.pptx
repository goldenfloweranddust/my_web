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sldIdLst>
    <p:sldId id="447" r:id="rId4"/>
    <p:sldId id="448" r:id="rId6"/>
    <p:sldId id="449" r:id="rId7"/>
    <p:sldId id="450" r:id="rId8"/>
    <p:sldId id="451" r:id="rId9"/>
    <p:sldId id="452" r:id="rId10"/>
    <p:sldId id="453" r:id="rId11"/>
    <p:sldId id="454" r:id="rId12"/>
    <p:sldId id="456" r:id="rId13"/>
    <p:sldId id="457" r:id="rId14"/>
    <p:sldId id="458" r:id="rId15"/>
    <p:sldId id="459" r:id="rId16"/>
  </p:sldIdLst>
  <p:sldSz cx="12192000" cy="6858000"/>
  <p:notesSz cx="6858000" cy="9144000"/>
  <p:custDataLst>
    <p:tags r:id="rId2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 D" initials="WD" lastIdx="1" clrIdx="0"/>
  <p:cmAuthor id="2" name="t xy" initials="tx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000000"/>
    <a:srgbClr val="4C944C"/>
    <a:srgbClr val="AFABAB"/>
    <a:srgbClr val="333333"/>
    <a:srgbClr val="3C853C"/>
    <a:srgbClr val="232323"/>
    <a:srgbClr val="D86060"/>
    <a:srgbClr val="434343"/>
    <a:srgbClr val="D164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3775" autoAdjust="0"/>
  </p:normalViewPr>
  <p:slideViewPr>
    <p:cSldViewPr snapToGrid="0" showGuides="1">
      <p:cViewPr varScale="1">
        <p:scale>
          <a:sx n="72" d="100"/>
          <a:sy n="72" d="100"/>
        </p:scale>
        <p:origin x="498" y="72"/>
      </p:cViewPr>
      <p:guideLst>
        <p:guide orient="horz" pos="221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1" Type="http://schemas.openxmlformats.org/officeDocument/2006/relationships/tags" Target="tags/tag841.xml"/><Relationship Id="rId20" Type="http://schemas.openxmlformats.org/officeDocument/2006/relationships/commentAuthors" Target="commentAuthors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2" dt="2021-08-11T16:04:13.676" idx="1">
    <p:pos x="10" y="10"/>
    <p:text/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BD92E64-5989-4DAC-91ED-545C524ECB9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6.xml"/><Relationship Id="rId19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95" Type="http://schemas.openxmlformats.org/officeDocument/2006/relationships/notesSlide" Target="../notesSlides/notesSlide2.xml"/><Relationship Id="rId94" Type="http://schemas.openxmlformats.org/officeDocument/2006/relationships/slideLayout" Target="../slideLayouts/slideLayout11.xml"/><Relationship Id="rId93" Type="http://schemas.openxmlformats.org/officeDocument/2006/relationships/tags" Target="../tags/tag682.xml"/><Relationship Id="rId92" Type="http://schemas.openxmlformats.org/officeDocument/2006/relationships/image" Target="../media/image2.png"/><Relationship Id="rId91" Type="http://schemas.openxmlformats.org/officeDocument/2006/relationships/tags" Target="../tags/tag681.xml"/><Relationship Id="rId90" Type="http://schemas.openxmlformats.org/officeDocument/2006/relationships/image" Target="../media/image1.jpeg"/><Relationship Id="rId9" Type="http://schemas.openxmlformats.org/officeDocument/2006/relationships/tags" Target="../tags/tag600.xml"/><Relationship Id="rId89" Type="http://schemas.openxmlformats.org/officeDocument/2006/relationships/tags" Target="../tags/tag680.xml"/><Relationship Id="rId88" Type="http://schemas.openxmlformats.org/officeDocument/2006/relationships/tags" Target="../tags/tag679.xml"/><Relationship Id="rId87" Type="http://schemas.openxmlformats.org/officeDocument/2006/relationships/tags" Target="../tags/tag678.xml"/><Relationship Id="rId86" Type="http://schemas.openxmlformats.org/officeDocument/2006/relationships/tags" Target="../tags/tag677.xml"/><Relationship Id="rId85" Type="http://schemas.openxmlformats.org/officeDocument/2006/relationships/tags" Target="../tags/tag676.xml"/><Relationship Id="rId84" Type="http://schemas.openxmlformats.org/officeDocument/2006/relationships/tags" Target="../tags/tag675.xml"/><Relationship Id="rId83" Type="http://schemas.openxmlformats.org/officeDocument/2006/relationships/tags" Target="../tags/tag674.xml"/><Relationship Id="rId82" Type="http://schemas.openxmlformats.org/officeDocument/2006/relationships/tags" Target="../tags/tag673.xml"/><Relationship Id="rId81" Type="http://schemas.openxmlformats.org/officeDocument/2006/relationships/tags" Target="../tags/tag672.xml"/><Relationship Id="rId80" Type="http://schemas.openxmlformats.org/officeDocument/2006/relationships/tags" Target="../tags/tag671.xml"/><Relationship Id="rId8" Type="http://schemas.openxmlformats.org/officeDocument/2006/relationships/tags" Target="../tags/tag599.xml"/><Relationship Id="rId79" Type="http://schemas.openxmlformats.org/officeDocument/2006/relationships/tags" Target="../tags/tag670.xml"/><Relationship Id="rId78" Type="http://schemas.openxmlformats.org/officeDocument/2006/relationships/tags" Target="../tags/tag669.xml"/><Relationship Id="rId77" Type="http://schemas.openxmlformats.org/officeDocument/2006/relationships/tags" Target="../tags/tag668.xml"/><Relationship Id="rId76" Type="http://schemas.openxmlformats.org/officeDocument/2006/relationships/tags" Target="../tags/tag667.xml"/><Relationship Id="rId75" Type="http://schemas.openxmlformats.org/officeDocument/2006/relationships/tags" Target="../tags/tag666.xml"/><Relationship Id="rId74" Type="http://schemas.openxmlformats.org/officeDocument/2006/relationships/tags" Target="../tags/tag665.xml"/><Relationship Id="rId73" Type="http://schemas.openxmlformats.org/officeDocument/2006/relationships/tags" Target="../tags/tag664.xml"/><Relationship Id="rId72" Type="http://schemas.openxmlformats.org/officeDocument/2006/relationships/tags" Target="../tags/tag663.xml"/><Relationship Id="rId71" Type="http://schemas.openxmlformats.org/officeDocument/2006/relationships/tags" Target="../tags/tag662.xml"/><Relationship Id="rId70" Type="http://schemas.openxmlformats.org/officeDocument/2006/relationships/tags" Target="../tags/tag661.xml"/><Relationship Id="rId7" Type="http://schemas.openxmlformats.org/officeDocument/2006/relationships/tags" Target="../tags/tag598.xml"/><Relationship Id="rId69" Type="http://schemas.openxmlformats.org/officeDocument/2006/relationships/tags" Target="../tags/tag660.xml"/><Relationship Id="rId68" Type="http://schemas.openxmlformats.org/officeDocument/2006/relationships/tags" Target="../tags/tag659.xml"/><Relationship Id="rId67" Type="http://schemas.openxmlformats.org/officeDocument/2006/relationships/tags" Target="../tags/tag658.xml"/><Relationship Id="rId66" Type="http://schemas.openxmlformats.org/officeDocument/2006/relationships/tags" Target="../tags/tag657.xml"/><Relationship Id="rId65" Type="http://schemas.openxmlformats.org/officeDocument/2006/relationships/tags" Target="../tags/tag656.xml"/><Relationship Id="rId64" Type="http://schemas.openxmlformats.org/officeDocument/2006/relationships/tags" Target="../tags/tag655.xml"/><Relationship Id="rId63" Type="http://schemas.openxmlformats.org/officeDocument/2006/relationships/tags" Target="../tags/tag654.xml"/><Relationship Id="rId62" Type="http://schemas.openxmlformats.org/officeDocument/2006/relationships/tags" Target="../tags/tag653.xml"/><Relationship Id="rId61" Type="http://schemas.openxmlformats.org/officeDocument/2006/relationships/tags" Target="../tags/tag652.xml"/><Relationship Id="rId60" Type="http://schemas.openxmlformats.org/officeDocument/2006/relationships/tags" Target="../tags/tag651.xml"/><Relationship Id="rId6" Type="http://schemas.openxmlformats.org/officeDocument/2006/relationships/tags" Target="../tags/tag597.xml"/><Relationship Id="rId59" Type="http://schemas.openxmlformats.org/officeDocument/2006/relationships/tags" Target="../tags/tag650.xml"/><Relationship Id="rId58" Type="http://schemas.openxmlformats.org/officeDocument/2006/relationships/tags" Target="../tags/tag649.xml"/><Relationship Id="rId57" Type="http://schemas.openxmlformats.org/officeDocument/2006/relationships/tags" Target="../tags/tag648.xml"/><Relationship Id="rId56" Type="http://schemas.openxmlformats.org/officeDocument/2006/relationships/tags" Target="../tags/tag647.xml"/><Relationship Id="rId55" Type="http://schemas.openxmlformats.org/officeDocument/2006/relationships/tags" Target="../tags/tag646.xml"/><Relationship Id="rId54" Type="http://schemas.openxmlformats.org/officeDocument/2006/relationships/tags" Target="../tags/tag645.xml"/><Relationship Id="rId53" Type="http://schemas.openxmlformats.org/officeDocument/2006/relationships/tags" Target="../tags/tag644.xml"/><Relationship Id="rId52" Type="http://schemas.openxmlformats.org/officeDocument/2006/relationships/tags" Target="../tags/tag643.xml"/><Relationship Id="rId51" Type="http://schemas.openxmlformats.org/officeDocument/2006/relationships/tags" Target="../tags/tag642.xml"/><Relationship Id="rId50" Type="http://schemas.openxmlformats.org/officeDocument/2006/relationships/tags" Target="../tags/tag641.xml"/><Relationship Id="rId5" Type="http://schemas.openxmlformats.org/officeDocument/2006/relationships/tags" Target="../tags/tag596.xml"/><Relationship Id="rId49" Type="http://schemas.openxmlformats.org/officeDocument/2006/relationships/tags" Target="../tags/tag640.xml"/><Relationship Id="rId48" Type="http://schemas.openxmlformats.org/officeDocument/2006/relationships/tags" Target="../tags/tag639.xml"/><Relationship Id="rId47" Type="http://schemas.openxmlformats.org/officeDocument/2006/relationships/tags" Target="../tags/tag638.xml"/><Relationship Id="rId46" Type="http://schemas.openxmlformats.org/officeDocument/2006/relationships/tags" Target="../tags/tag637.xml"/><Relationship Id="rId45" Type="http://schemas.openxmlformats.org/officeDocument/2006/relationships/tags" Target="../tags/tag636.xml"/><Relationship Id="rId44" Type="http://schemas.openxmlformats.org/officeDocument/2006/relationships/tags" Target="../tags/tag635.xml"/><Relationship Id="rId43" Type="http://schemas.openxmlformats.org/officeDocument/2006/relationships/tags" Target="../tags/tag634.xml"/><Relationship Id="rId42" Type="http://schemas.openxmlformats.org/officeDocument/2006/relationships/tags" Target="../tags/tag633.xml"/><Relationship Id="rId41" Type="http://schemas.openxmlformats.org/officeDocument/2006/relationships/tags" Target="../tags/tag632.xml"/><Relationship Id="rId40" Type="http://schemas.openxmlformats.org/officeDocument/2006/relationships/tags" Target="../tags/tag631.xml"/><Relationship Id="rId4" Type="http://schemas.openxmlformats.org/officeDocument/2006/relationships/tags" Target="../tags/tag595.xml"/><Relationship Id="rId39" Type="http://schemas.openxmlformats.org/officeDocument/2006/relationships/tags" Target="../tags/tag630.xml"/><Relationship Id="rId38" Type="http://schemas.openxmlformats.org/officeDocument/2006/relationships/tags" Target="../tags/tag629.xml"/><Relationship Id="rId37" Type="http://schemas.openxmlformats.org/officeDocument/2006/relationships/tags" Target="../tags/tag628.xml"/><Relationship Id="rId36" Type="http://schemas.openxmlformats.org/officeDocument/2006/relationships/tags" Target="../tags/tag627.xml"/><Relationship Id="rId35" Type="http://schemas.openxmlformats.org/officeDocument/2006/relationships/tags" Target="../tags/tag626.xml"/><Relationship Id="rId34" Type="http://schemas.openxmlformats.org/officeDocument/2006/relationships/tags" Target="../tags/tag625.xml"/><Relationship Id="rId33" Type="http://schemas.openxmlformats.org/officeDocument/2006/relationships/tags" Target="../tags/tag624.xml"/><Relationship Id="rId32" Type="http://schemas.openxmlformats.org/officeDocument/2006/relationships/tags" Target="../tags/tag623.xml"/><Relationship Id="rId31" Type="http://schemas.openxmlformats.org/officeDocument/2006/relationships/tags" Target="../tags/tag622.xml"/><Relationship Id="rId30" Type="http://schemas.openxmlformats.org/officeDocument/2006/relationships/tags" Target="../tags/tag621.xml"/><Relationship Id="rId3" Type="http://schemas.openxmlformats.org/officeDocument/2006/relationships/tags" Target="../tags/tag594.xml"/><Relationship Id="rId29" Type="http://schemas.openxmlformats.org/officeDocument/2006/relationships/tags" Target="../tags/tag620.xml"/><Relationship Id="rId28" Type="http://schemas.openxmlformats.org/officeDocument/2006/relationships/tags" Target="../tags/tag619.xml"/><Relationship Id="rId27" Type="http://schemas.openxmlformats.org/officeDocument/2006/relationships/tags" Target="../tags/tag618.xml"/><Relationship Id="rId26" Type="http://schemas.openxmlformats.org/officeDocument/2006/relationships/tags" Target="../tags/tag617.xml"/><Relationship Id="rId25" Type="http://schemas.openxmlformats.org/officeDocument/2006/relationships/tags" Target="../tags/tag616.xml"/><Relationship Id="rId24" Type="http://schemas.openxmlformats.org/officeDocument/2006/relationships/tags" Target="../tags/tag615.xml"/><Relationship Id="rId23" Type="http://schemas.openxmlformats.org/officeDocument/2006/relationships/tags" Target="../tags/tag614.xml"/><Relationship Id="rId22" Type="http://schemas.openxmlformats.org/officeDocument/2006/relationships/tags" Target="../tags/tag613.xml"/><Relationship Id="rId21" Type="http://schemas.openxmlformats.org/officeDocument/2006/relationships/tags" Target="../tags/tag612.xml"/><Relationship Id="rId20" Type="http://schemas.openxmlformats.org/officeDocument/2006/relationships/tags" Target="../tags/tag611.xml"/><Relationship Id="rId2" Type="http://schemas.openxmlformats.org/officeDocument/2006/relationships/tags" Target="../tags/tag593.xml"/><Relationship Id="rId19" Type="http://schemas.openxmlformats.org/officeDocument/2006/relationships/tags" Target="../tags/tag610.xml"/><Relationship Id="rId18" Type="http://schemas.openxmlformats.org/officeDocument/2006/relationships/tags" Target="../tags/tag609.xml"/><Relationship Id="rId17" Type="http://schemas.openxmlformats.org/officeDocument/2006/relationships/tags" Target="../tags/tag608.xml"/><Relationship Id="rId16" Type="http://schemas.openxmlformats.org/officeDocument/2006/relationships/tags" Target="../tags/tag607.xml"/><Relationship Id="rId15" Type="http://schemas.openxmlformats.org/officeDocument/2006/relationships/tags" Target="../tags/tag606.xml"/><Relationship Id="rId14" Type="http://schemas.openxmlformats.org/officeDocument/2006/relationships/tags" Target="../tags/tag605.xml"/><Relationship Id="rId13" Type="http://schemas.openxmlformats.org/officeDocument/2006/relationships/tags" Target="../tags/tag604.xml"/><Relationship Id="rId12" Type="http://schemas.openxmlformats.org/officeDocument/2006/relationships/tags" Target="../tags/tag603.xml"/><Relationship Id="rId11" Type="http://schemas.openxmlformats.org/officeDocument/2006/relationships/tags" Target="../tags/tag602.xml"/><Relationship Id="rId10" Type="http://schemas.openxmlformats.org/officeDocument/2006/relationships/tags" Target="../tags/tag601.xml"/><Relationship Id="rId1" Type="http://schemas.openxmlformats.org/officeDocument/2006/relationships/tags" Target="../tags/tag59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.xml"/><Relationship Id="rId8" Type="http://schemas.openxmlformats.org/officeDocument/2006/relationships/tags" Target="../tags/tag690.xml"/><Relationship Id="rId7" Type="http://schemas.openxmlformats.org/officeDocument/2006/relationships/tags" Target="../tags/tag689.xml"/><Relationship Id="rId6" Type="http://schemas.openxmlformats.org/officeDocument/2006/relationships/tags" Target="../tags/tag688.xml"/><Relationship Id="rId5" Type="http://schemas.openxmlformats.org/officeDocument/2006/relationships/tags" Target="../tags/tag687.xml"/><Relationship Id="rId4" Type="http://schemas.openxmlformats.org/officeDocument/2006/relationships/tags" Target="../tags/tag686.xml"/><Relationship Id="rId3" Type="http://schemas.openxmlformats.org/officeDocument/2006/relationships/tags" Target="../tags/tag685.xml"/><Relationship Id="rId2" Type="http://schemas.openxmlformats.org/officeDocument/2006/relationships/tags" Target="../tags/tag684.xml"/><Relationship Id="rId10" Type="http://schemas.openxmlformats.org/officeDocument/2006/relationships/notesSlide" Target="../notesSlides/notesSlide3.xml"/><Relationship Id="rId1" Type="http://schemas.openxmlformats.org/officeDocument/2006/relationships/tags" Target="../tags/tag68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98.xml"/><Relationship Id="rId8" Type="http://schemas.openxmlformats.org/officeDocument/2006/relationships/image" Target="../media/image3.png"/><Relationship Id="rId7" Type="http://schemas.openxmlformats.org/officeDocument/2006/relationships/tags" Target="../tags/tag697.xml"/><Relationship Id="rId6" Type="http://schemas.openxmlformats.org/officeDocument/2006/relationships/tags" Target="../tags/tag696.xml"/><Relationship Id="rId5" Type="http://schemas.openxmlformats.org/officeDocument/2006/relationships/tags" Target="../tags/tag695.xml"/><Relationship Id="rId4" Type="http://schemas.openxmlformats.org/officeDocument/2006/relationships/tags" Target="../tags/tag694.xml"/><Relationship Id="rId3" Type="http://schemas.openxmlformats.org/officeDocument/2006/relationships/tags" Target="../tags/tag693.xml"/><Relationship Id="rId2" Type="http://schemas.openxmlformats.org/officeDocument/2006/relationships/tags" Target="../tags/tag692.xml"/><Relationship Id="rId12" Type="http://schemas.openxmlformats.org/officeDocument/2006/relationships/notesSlide" Target="../notesSlides/notesSlide4.xml"/><Relationship Id="rId11" Type="http://schemas.openxmlformats.org/officeDocument/2006/relationships/slideLayout" Target="../slideLayouts/slideLayout11.xml"/><Relationship Id="rId10" Type="http://schemas.openxmlformats.org/officeDocument/2006/relationships/tags" Target="../tags/tag699.xml"/><Relationship Id="rId1" Type="http://schemas.openxmlformats.org/officeDocument/2006/relationships/tags" Target="../tags/tag69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708.xml"/><Relationship Id="rId8" Type="http://schemas.openxmlformats.org/officeDocument/2006/relationships/tags" Target="../tags/tag707.xml"/><Relationship Id="rId7" Type="http://schemas.openxmlformats.org/officeDocument/2006/relationships/tags" Target="../tags/tag706.xml"/><Relationship Id="rId6" Type="http://schemas.openxmlformats.org/officeDocument/2006/relationships/tags" Target="../tags/tag705.xml"/><Relationship Id="rId5" Type="http://schemas.openxmlformats.org/officeDocument/2006/relationships/tags" Target="../tags/tag704.xml"/><Relationship Id="rId4" Type="http://schemas.openxmlformats.org/officeDocument/2006/relationships/tags" Target="../tags/tag703.xml"/><Relationship Id="rId3" Type="http://schemas.openxmlformats.org/officeDocument/2006/relationships/tags" Target="../tags/tag702.xml"/><Relationship Id="rId23" Type="http://schemas.openxmlformats.org/officeDocument/2006/relationships/notesSlide" Target="../notesSlides/notesSlide5.xml"/><Relationship Id="rId22" Type="http://schemas.openxmlformats.org/officeDocument/2006/relationships/slideLayout" Target="../slideLayouts/slideLayout11.xml"/><Relationship Id="rId21" Type="http://schemas.openxmlformats.org/officeDocument/2006/relationships/tags" Target="../tags/tag719.xml"/><Relationship Id="rId20" Type="http://schemas.openxmlformats.org/officeDocument/2006/relationships/image" Target="../media/image4.png"/><Relationship Id="rId2" Type="http://schemas.openxmlformats.org/officeDocument/2006/relationships/tags" Target="../tags/tag701.xml"/><Relationship Id="rId19" Type="http://schemas.openxmlformats.org/officeDocument/2006/relationships/tags" Target="../tags/tag718.xml"/><Relationship Id="rId18" Type="http://schemas.openxmlformats.org/officeDocument/2006/relationships/tags" Target="../tags/tag717.xml"/><Relationship Id="rId17" Type="http://schemas.openxmlformats.org/officeDocument/2006/relationships/tags" Target="../tags/tag716.xml"/><Relationship Id="rId16" Type="http://schemas.openxmlformats.org/officeDocument/2006/relationships/tags" Target="../tags/tag715.xml"/><Relationship Id="rId15" Type="http://schemas.openxmlformats.org/officeDocument/2006/relationships/tags" Target="../tags/tag714.xml"/><Relationship Id="rId14" Type="http://schemas.openxmlformats.org/officeDocument/2006/relationships/tags" Target="../tags/tag713.xml"/><Relationship Id="rId13" Type="http://schemas.openxmlformats.org/officeDocument/2006/relationships/tags" Target="../tags/tag712.xml"/><Relationship Id="rId12" Type="http://schemas.openxmlformats.org/officeDocument/2006/relationships/tags" Target="../tags/tag711.xml"/><Relationship Id="rId11" Type="http://schemas.openxmlformats.org/officeDocument/2006/relationships/tags" Target="../tags/tag710.xml"/><Relationship Id="rId10" Type="http://schemas.openxmlformats.org/officeDocument/2006/relationships/tags" Target="../tags/tag709.xml"/><Relationship Id="rId1" Type="http://schemas.openxmlformats.org/officeDocument/2006/relationships/tags" Target="../tags/tag700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726.xml"/><Relationship Id="rId8" Type="http://schemas.openxmlformats.org/officeDocument/2006/relationships/tags" Target="../tags/tag725.xml"/><Relationship Id="rId7" Type="http://schemas.openxmlformats.org/officeDocument/2006/relationships/tags" Target="../tags/tag724.xml"/><Relationship Id="rId6" Type="http://schemas.openxmlformats.org/officeDocument/2006/relationships/image" Target="../media/image6.png"/><Relationship Id="rId5" Type="http://schemas.openxmlformats.org/officeDocument/2006/relationships/tags" Target="../tags/tag723.xml"/><Relationship Id="rId4" Type="http://schemas.openxmlformats.org/officeDocument/2006/relationships/image" Target="../media/image5.png"/><Relationship Id="rId3" Type="http://schemas.openxmlformats.org/officeDocument/2006/relationships/tags" Target="../tags/tag722.xml"/><Relationship Id="rId21" Type="http://schemas.openxmlformats.org/officeDocument/2006/relationships/notesSlide" Target="../notesSlides/notesSlide6.xml"/><Relationship Id="rId20" Type="http://schemas.openxmlformats.org/officeDocument/2006/relationships/slideLayout" Target="../slideLayouts/slideLayout11.xml"/><Relationship Id="rId2" Type="http://schemas.openxmlformats.org/officeDocument/2006/relationships/tags" Target="../tags/tag721.xml"/><Relationship Id="rId19" Type="http://schemas.openxmlformats.org/officeDocument/2006/relationships/tags" Target="../tags/tag733.xml"/><Relationship Id="rId18" Type="http://schemas.openxmlformats.org/officeDocument/2006/relationships/tags" Target="../tags/tag732.xml"/><Relationship Id="rId17" Type="http://schemas.openxmlformats.org/officeDocument/2006/relationships/image" Target="../media/image9.png"/><Relationship Id="rId16" Type="http://schemas.openxmlformats.org/officeDocument/2006/relationships/tags" Target="../tags/tag731.xml"/><Relationship Id="rId15" Type="http://schemas.openxmlformats.org/officeDocument/2006/relationships/image" Target="../media/image8.png"/><Relationship Id="rId14" Type="http://schemas.openxmlformats.org/officeDocument/2006/relationships/tags" Target="../tags/tag730.xml"/><Relationship Id="rId13" Type="http://schemas.openxmlformats.org/officeDocument/2006/relationships/image" Target="../media/image7.png"/><Relationship Id="rId12" Type="http://schemas.openxmlformats.org/officeDocument/2006/relationships/tags" Target="../tags/tag729.xml"/><Relationship Id="rId11" Type="http://schemas.openxmlformats.org/officeDocument/2006/relationships/tags" Target="../tags/tag728.xml"/><Relationship Id="rId10" Type="http://schemas.openxmlformats.org/officeDocument/2006/relationships/tags" Target="../tags/tag727.xml"/><Relationship Id="rId1" Type="http://schemas.openxmlformats.org/officeDocument/2006/relationships/tags" Target="../tags/tag720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741.xml"/><Relationship Id="rId8" Type="http://schemas.openxmlformats.org/officeDocument/2006/relationships/tags" Target="../tags/tag740.xml"/><Relationship Id="rId7" Type="http://schemas.openxmlformats.org/officeDocument/2006/relationships/tags" Target="../tags/tag739.xml"/><Relationship Id="rId6" Type="http://schemas.openxmlformats.org/officeDocument/2006/relationships/tags" Target="../tags/tag738.xml"/><Relationship Id="rId5" Type="http://schemas.openxmlformats.org/officeDocument/2006/relationships/image" Target="../media/image10.png"/><Relationship Id="rId4" Type="http://schemas.openxmlformats.org/officeDocument/2006/relationships/tags" Target="../tags/tag737.xml"/><Relationship Id="rId3" Type="http://schemas.openxmlformats.org/officeDocument/2006/relationships/tags" Target="../tags/tag736.xml"/><Relationship Id="rId2" Type="http://schemas.openxmlformats.org/officeDocument/2006/relationships/tags" Target="../tags/tag735.xml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11.xml"/><Relationship Id="rId1" Type="http://schemas.openxmlformats.org/officeDocument/2006/relationships/tags" Target="../tags/tag734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750.xml"/><Relationship Id="rId8" Type="http://schemas.openxmlformats.org/officeDocument/2006/relationships/tags" Target="../tags/tag749.xml"/><Relationship Id="rId7" Type="http://schemas.openxmlformats.org/officeDocument/2006/relationships/tags" Target="../tags/tag748.xml"/><Relationship Id="rId6" Type="http://schemas.openxmlformats.org/officeDocument/2006/relationships/tags" Target="../tags/tag747.xml"/><Relationship Id="rId5" Type="http://schemas.openxmlformats.org/officeDocument/2006/relationships/tags" Target="../tags/tag746.xml"/><Relationship Id="rId4" Type="http://schemas.openxmlformats.org/officeDocument/2006/relationships/tags" Target="../tags/tag745.xml"/><Relationship Id="rId3" Type="http://schemas.openxmlformats.org/officeDocument/2006/relationships/tags" Target="../tags/tag744.xml"/><Relationship Id="rId24" Type="http://schemas.openxmlformats.org/officeDocument/2006/relationships/notesSlide" Target="../notesSlides/notesSlide8.xml"/><Relationship Id="rId23" Type="http://schemas.openxmlformats.org/officeDocument/2006/relationships/slideLayout" Target="../slideLayouts/slideLayout11.xml"/><Relationship Id="rId22" Type="http://schemas.openxmlformats.org/officeDocument/2006/relationships/tags" Target="../tags/tag763.xml"/><Relationship Id="rId21" Type="http://schemas.openxmlformats.org/officeDocument/2006/relationships/tags" Target="../tags/tag762.xml"/><Relationship Id="rId20" Type="http://schemas.openxmlformats.org/officeDocument/2006/relationships/tags" Target="../tags/tag761.xml"/><Relationship Id="rId2" Type="http://schemas.openxmlformats.org/officeDocument/2006/relationships/tags" Target="../tags/tag743.xml"/><Relationship Id="rId19" Type="http://schemas.openxmlformats.org/officeDocument/2006/relationships/tags" Target="../tags/tag760.xml"/><Relationship Id="rId18" Type="http://schemas.openxmlformats.org/officeDocument/2006/relationships/tags" Target="../tags/tag759.xml"/><Relationship Id="rId17" Type="http://schemas.openxmlformats.org/officeDocument/2006/relationships/tags" Target="../tags/tag758.xml"/><Relationship Id="rId16" Type="http://schemas.openxmlformats.org/officeDocument/2006/relationships/tags" Target="../tags/tag757.xml"/><Relationship Id="rId15" Type="http://schemas.openxmlformats.org/officeDocument/2006/relationships/tags" Target="../tags/tag756.xml"/><Relationship Id="rId14" Type="http://schemas.openxmlformats.org/officeDocument/2006/relationships/tags" Target="../tags/tag755.xml"/><Relationship Id="rId13" Type="http://schemas.openxmlformats.org/officeDocument/2006/relationships/tags" Target="../tags/tag754.xml"/><Relationship Id="rId12" Type="http://schemas.openxmlformats.org/officeDocument/2006/relationships/tags" Target="../tags/tag753.xml"/><Relationship Id="rId11" Type="http://schemas.openxmlformats.org/officeDocument/2006/relationships/tags" Target="../tags/tag752.xml"/><Relationship Id="rId10" Type="http://schemas.openxmlformats.org/officeDocument/2006/relationships/tags" Target="../tags/tag751.xml"/><Relationship Id="rId1" Type="http://schemas.openxmlformats.org/officeDocument/2006/relationships/tags" Target="../tags/tag74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772.xml"/><Relationship Id="rId8" Type="http://schemas.openxmlformats.org/officeDocument/2006/relationships/tags" Target="../tags/tag771.xml"/><Relationship Id="rId7" Type="http://schemas.openxmlformats.org/officeDocument/2006/relationships/tags" Target="../tags/tag770.xml"/><Relationship Id="rId6" Type="http://schemas.openxmlformats.org/officeDocument/2006/relationships/tags" Target="../tags/tag769.xml"/><Relationship Id="rId5" Type="http://schemas.openxmlformats.org/officeDocument/2006/relationships/tags" Target="../tags/tag768.xml"/><Relationship Id="rId4" Type="http://schemas.openxmlformats.org/officeDocument/2006/relationships/tags" Target="../tags/tag767.xml"/><Relationship Id="rId3" Type="http://schemas.openxmlformats.org/officeDocument/2006/relationships/tags" Target="../tags/tag766.xml"/><Relationship Id="rId21" Type="http://schemas.openxmlformats.org/officeDocument/2006/relationships/notesSlide" Target="../notesSlides/notesSlide9.xml"/><Relationship Id="rId20" Type="http://schemas.openxmlformats.org/officeDocument/2006/relationships/slideLayout" Target="../slideLayouts/slideLayout11.xml"/><Relationship Id="rId2" Type="http://schemas.openxmlformats.org/officeDocument/2006/relationships/tags" Target="../tags/tag765.xml"/><Relationship Id="rId19" Type="http://schemas.openxmlformats.org/officeDocument/2006/relationships/tags" Target="../tags/tag782.xml"/><Relationship Id="rId18" Type="http://schemas.openxmlformats.org/officeDocument/2006/relationships/tags" Target="../tags/tag781.xml"/><Relationship Id="rId17" Type="http://schemas.openxmlformats.org/officeDocument/2006/relationships/tags" Target="../tags/tag780.xml"/><Relationship Id="rId16" Type="http://schemas.openxmlformats.org/officeDocument/2006/relationships/tags" Target="../tags/tag779.xml"/><Relationship Id="rId15" Type="http://schemas.openxmlformats.org/officeDocument/2006/relationships/tags" Target="../tags/tag778.xml"/><Relationship Id="rId14" Type="http://schemas.openxmlformats.org/officeDocument/2006/relationships/tags" Target="../tags/tag777.xml"/><Relationship Id="rId13" Type="http://schemas.openxmlformats.org/officeDocument/2006/relationships/tags" Target="../tags/tag776.xml"/><Relationship Id="rId12" Type="http://schemas.openxmlformats.org/officeDocument/2006/relationships/tags" Target="../tags/tag775.xml"/><Relationship Id="rId11" Type="http://schemas.openxmlformats.org/officeDocument/2006/relationships/tags" Target="../tags/tag774.xml"/><Relationship Id="rId10" Type="http://schemas.openxmlformats.org/officeDocument/2006/relationships/tags" Target="../tags/tag773.xml"/><Relationship Id="rId1" Type="http://schemas.openxmlformats.org/officeDocument/2006/relationships/tags" Target="../tags/tag764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789.xml"/><Relationship Id="rId8" Type="http://schemas.openxmlformats.org/officeDocument/2006/relationships/tags" Target="../tags/tag788.xml"/><Relationship Id="rId7" Type="http://schemas.openxmlformats.org/officeDocument/2006/relationships/image" Target="../media/image3.png"/><Relationship Id="rId6" Type="http://schemas.openxmlformats.org/officeDocument/2006/relationships/tags" Target="../tags/tag787.xml"/><Relationship Id="rId5" Type="http://schemas.openxmlformats.org/officeDocument/2006/relationships/image" Target="../media/image11.png"/><Relationship Id="rId4" Type="http://schemas.openxmlformats.org/officeDocument/2006/relationships/tags" Target="../tags/tag786.xml"/><Relationship Id="rId3" Type="http://schemas.openxmlformats.org/officeDocument/2006/relationships/tags" Target="../tags/tag785.xml"/><Relationship Id="rId2" Type="http://schemas.openxmlformats.org/officeDocument/2006/relationships/tags" Target="../tags/tag784.xml"/><Relationship Id="rId13" Type="http://schemas.openxmlformats.org/officeDocument/2006/relationships/notesSlide" Target="../notesSlides/notesSlide10.xml"/><Relationship Id="rId12" Type="http://schemas.openxmlformats.org/officeDocument/2006/relationships/slideLayout" Target="../slideLayouts/slideLayout11.xml"/><Relationship Id="rId11" Type="http://schemas.openxmlformats.org/officeDocument/2006/relationships/tags" Target="../tags/tag791.xml"/><Relationship Id="rId10" Type="http://schemas.openxmlformats.org/officeDocument/2006/relationships/tags" Target="../tags/tag790.xml"/><Relationship Id="rId1" Type="http://schemas.openxmlformats.org/officeDocument/2006/relationships/tags" Target="../tags/tag783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800.xml"/><Relationship Id="rId8" Type="http://schemas.openxmlformats.org/officeDocument/2006/relationships/tags" Target="../tags/tag799.xml"/><Relationship Id="rId7" Type="http://schemas.openxmlformats.org/officeDocument/2006/relationships/tags" Target="../tags/tag798.xml"/><Relationship Id="rId6" Type="http://schemas.openxmlformats.org/officeDocument/2006/relationships/tags" Target="../tags/tag797.xml"/><Relationship Id="rId50" Type="http://schemas.openxmlformats.org/officeDocument/2006/relationships/comments" Target="../comments/comment1.xml"/><Relationship Id="rId5" Type="http://schemas.openxmlformats.org/officeDocument/2006/relationships/tags" Target="../tags/tag796.xml"/><Relationship Id="rId49" Type="http://schemas.openxmlformats.org/officeDocument/2006/relationships/notesSlide" Target="../notesSlides/notesSlide11.xml"/><Relationship Id="rId48" Type="http://schemas.openxmlformats.org/officeDocument/2006/relationships/slideLayout" Target="../slideLayouts/slideLayout11.xml"/><Relationship Id="rId47" Type="http://schemas.openxmlformats.org/officeDocument/2006/relationships/tags" Target="../tags/tag838.xml"/><Relationship Id="rId46" Type="http://schemas.openxmlformats.org/officeDocument/2006/relationships/tags" Target="../tags/tag837.xml"/><Relationship Id="rId45" Type="http://schemas.openxmlformats.org/officeDocument/2006/relationships/tags" Target="../tags/tag836.xml"/><Relationship Id="rId44" Type="http://schemas.openxmlformats.org/officeDocument/2006/relationships/tags" Target="../tags/tag835.xml"/><Relationship Id="rId43" Type="http://schemas.openxmlformats.org/officeDocument/2006/relationships/tags" Target="../tags/tag834.xml"/><Relationship Id="rId42" Type="http://schemas.openxmlformats.org/officeDocument/2006/relationships/tags" Target="../tags/tag833.xml"/><Relationship Id="rId41" Type="http://schemas.openxmlformats.org/officeDocument/2006/relationships/tags" Target="../tags/tag832.xml"/><Relationship Id="rId40" Type="http://schemas.openxmlformats.org/officeDocument/2006/relationships/tags" Target="../tags/tag831.xml"/><Relationship Id="rId4" Type="http://schemas.openxmlformats.org/officeDocument/2006/relationships/tags" Target="../tags/tag795.xml"/><Relationship Id="rId39" Type="http://schemas.openxmlformats.org/officeDocument/2006/relationships/tags" Target="../tags/tag830.xml"/><Relationship Id="rId38" Type="http://schemas.openxmlformats.org/officeDocument/2006/relationships/tags" Target="../tags/tag829.xml"/><Relationship Id="rId37" Type="http://schemas.openxmlformats.org/officeDocument/2006/relationships/tags" Target="../tags/tag828.xml"/><Relationship Id="rId36" Type="http://schemas.openxmlformats.org/officeDocument/2006/relationships/tags" Target="../tags/tag827.xml"/><Relationship Id="rId35" Type="http://schemas.openxmlformats.org/officeDocument/2006/relationships/tags" Target="../tags/tag826.xml"/><Relationship Id="rId34" Type="http://schemas.openxmlformats.org/officeDocument/2006/relationships/tags" Target="../tags/tag825.xml"/><Relationship Id="rId33" Type="http://schemas.openxmlformats.org/officeDocument/2006/relationships/tags" Target="../tags/tag824.xml"/><Relationship Id="rId32" Type="http://schemas.openxmlformats.org/officeDocument/2006/relationships/tags" Target="../tags/tag823.xml"/><Relationship Id="rId31" Type="http://schemas.openxmlformats.org/officeDocument/2006/relationships/tags" Target="../tags/tag822.xml"/><Relationship Id="rId30" Type="http://schemas.openxmlformats.org/officeDocument/2006/relationships/tags" Target="../tags/tag821.xml"/><Relationship Id="rId3" Type="http://schemas.openxmlformats.org/officeDocument/2006/relationships/tags" Target="../tags/tag794.xml"/><Relationship Id="rId29" Type="http://schemas.openxmlformats.org/officeDocument/2006/relationships/tags" Target="../tags/tag820.xml"/><Relationship Id="rId28" Type="http://schemas.openxmlformats.org/officeDocument/2006/relationships/tags" Target="../tags/tag819.xml"/><Relationship Id="rId27" Type="http://schemas.openxmlformats.org/officeDocument/2006/relationships/tags" Target="../tags/tag818.xml"/><Relationship Id="rId26" Type="http://schemas.openxmlformats.org/officeDocument/2006/relationships/tags" Target="../tags/tag817.xml"/><Relationship Id="rId25" Type="http://schemas.openxmlformats.org/officeDocument/2006/relationships/tags" Target="../tags/tag816.xml"/><Relationship Id="rId24" Type="http://schemas.openxmlformats.org/officeDocument/2006/relationships/tags" Target="../tags/tag815.xml"/><Relationship Id="rId23" Type="http://schemas.openxmlformats.org/officeDocument/2006/relationships/tags" Target="../tags/tag814.xml"/><Relationship Id="rId22" Type="http://schemas.openxmlformats.org/officeDocument/2006/relationships/tags" Target="../tags/tag813.xml"/><Relationship Id="rId21" Type="http://schemas.openxmlformats.org/officeDocument/2006/relationships/tags" Target="../tags/tag812.xml"/><Relationship Id="rId20" Type="http://schemas.openxmlformats.org/officeDocument/2006/relationships/tags" Target="../tags/tag811.xml"/><Relationship Id="rId2" Type="http://schemas.openxmlformats.org/officeDocument/2006/relationships/tags" Target="../tags/tag793.xml"/><Relationship Id="rId19" Type="http://schemas.openxmlformats.org/officeDocument/2006/relationships/tags" Target="../tags/tag810.xml"/><Relationship Id="rId18" Type="http://schemas.openxmlformats.org/officeDocument/2006/relationships/tags" Target="../tags/tag809.xml"/><Relationship Id="rId17" Type="http://schemas.openxmlformats.org/officeDocument/2006/relationships/tags" Target="../tags/tag808.xml"/><Relationship Id="rId16" Type="http://schemas.openxmlformats.org/officeDocument/2006/relationships/tags" Target="../tags/tag807.xml"/><Relationship Id="rId15" Type="http://schemas.openxmlformats.org/officeDocument/2006/relationships/tags" Target="../tags/tag806.xml"/><Relationship Id="rId14" Type="http://schemas.openxmlformats.org/officeDocument/2006/relationships/tags" Target="../tags/tag805.xml"/><Relationship Id="rId13" Type="http://schemas.openxmlformats.org/officeDocument/2006/relationships/tags" Target="../tags/tag804.xml"/><Relationship Id="rId12" Type="http://schemas.openxmlformats.org/officeDocument/2006/relationships/tags" Target="../tags/tag803.xml"/><Relationship Id="rId11" Type="http://schemas.openxmlformats.org/officeDocument/2006/relationships/tags" Target="../tags/tag802.xml"/><Relationship Id="rId10" Type="http://schemas.openxmlformats.org/officeDocument/2006/relationships/tags" Target="../tags/tag801.xml"/><Relationship Id="rId1" Type="http://schemas.openxmlformats.org/officeDocument/2006/relationships/tags" Target="../tags/tag792.xml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840.xml"/><Relationship Id="rId1" Type="http://schemas.openxmlformats.org/officeDocument/2006/relationships/tags" Target="../tags/tag8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1280795" y="2195830"/>
            <a:ext cx="9337040" cy="1515745"/>
          </a:xfrm>
          <a:prstGeom prst="rect">
            <a:avLst/>
          </a:prstGeom>
        </p:spPr>
        <p:txBody>
          <a:bodyPr vert="horz" lIns="90000" tIns="46800" rIns="90000" bIns="46800" rtlCol="0" anchor="ctr">
            <a:no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650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网络接口数据</a:t>
            </a:r>
            <a:endParaRPr lang="zh-CN" altLang="en-US" sz="6500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650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请求与展示</a:t>
            </a:r>
            <a:endParaRPr lang="zh-CN" altLang="en-US" sz="6500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278380" y="4961890"/>
            <a:ext cx="8538845" cy="1196975"/>
            <a:chOff x="3588" y="7814"/>
            <a:chExt cx="13447" cy="1885"/>
          </a:xfrm>
        </p:grpSpPr>
        <p:sp>
          <p:nvSpPr>
            <p:cNvPr id="127" name="TextBox 31"/>
            <p:cNvSpPr txBox="1">
              <a:spLocks noChangeArrowheads="1"/>
            </p:cNvSpPr>
            <p:nvPr>
              <p:custDataLst>
                <p:tags r:id="rId3"/>
              </p:custDataLst>
            </p:nvPr>
          </p:nvSpPr>
          <p:spPr bwMode="auto">
            <a:xfrm>
              <a:off x="4063" y="8285"/>
              <a:ext cx="12973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ctr" eaLnBrk="1" hangingPunct="1"/>
              <a:r>
                <a:rPr lang="zh-CN" altLang="en-US" sz="28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如何充分利用网络资源，获取实时数据？</a:t>
              </a:r>
              <a:endParaRPr lang="zh-CN" altLang="en-US" sz="28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61" name="ï$líḍe"/>
            <p:cNvSpPr/>
            <p:nvPr>
              <p:custDataLst>
                <p:tags r:id="rId4"/>
              </p:custDataLst>
            </p:nvPr>
          </p:nvSpPr>
          <p:spPr bwMode="auto">
            <a:xfrm>
              <a:off x="4293" y="8706"/>
              <a:ext cx="112" cy="135"/>
            </a:xfrm>
            <a:custGeom>
              <a:avLst/>
              <a:gdLst>
                <a:gd name="T0" fmla="*/ 86 w 153"/>
                <a:gd name="T1" fmla="*/ 184 h 184"/>
                <a:gd name="T2" fmla="*/ 88 w 153"/>
                <a:gd name="T3" fmla="*/ 172 h 184"/>
                <a:gd name="T4" fmla="*/ 153 w 153"/>
                <a:gd name="T5" fmla="*/ 119 h 184"/>
                <a:gd name="T6" fmla="*/ 124 w 153"/>
                <a:gd name="T7" fmla="*/ 108 h 184"/>
                <a:gd name="T8" fmla="*/ 99 w 153"/>
                <a:gd name="T9" fmla="*/ 126 h 184"/>
                <a:gd name="T10" fmla="*/ 112 w 153"/>
                <a:gd name="T11" fmla="*/ 52 h 184"/>
                <a:gd name="T12" fmla="*/ 86 w 153"/>
                <a:gd name="T13" fmla="*/ 25 h 184"/>
                <a:gd name="T14" fmla="*/ 72 w 153"/>
                <a:gd name="T15" fmla="*/ 72 h 184"/>
                <a:gd name="T16" fmla="*/ 58 w 153"/>
                <a:gd name="T17" fmla="*/ 25 h 184"/>
                <a:gd name="T18" fmla="*/ 37 w 153"/>
                <a:gd name="T19" fmla="*/ 20 h 184"/>
                <a:gd name="T20" fmla="*/ 34 w 153"/>
                <a:gd name="T21" fmla="*/ 44 h 184"/>
                <a:gd name="T22" fmla="*/ 35 w 153"/>
                <a:gd name="T23" fmla="*/ 80 h 184"/>
                <a:gd name="T24" fmla="*/ 3 w 153"/>
                <a:gd name="T25" fmla="*/ 46 h 184"/>
                <a:gd name="T26" fmla="*/ 10 w 153"/>
                <a:gd name="T27" fmla="*/ 111 h 184"/>
                <a:gd name="T28" fmla="*/ 10 w 153"/>
                <a:gd name="T29" fmla="*/ 153 h 184"/>
                <a:gd name="T30" fmla="*/ 10 w 153"/>
                <a:gd name="T31" fmla="*/ 155 h 184"/>
                <a:gd name="T32" fmla="*/ 86 w 153"/>
                <a:gd name="T33" fmla="*/ 184 h 1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53" h="184">
                  <a:moveTo>
                    <a:pt x="86" y="184"/>
                  </a:moveTo>
                  <a:cubicBezTo>
                    <a:pt x="87" y="180"/>
                    <a:pt x="88" y="176"/>
                    <a:pt x="88" y="172"/>
                  </a:cubicBezTo>
                  <a:cubicBezTo>
                    <a:pt x="104" y="156"/>
                    <a:pt x="131" y="130"/>
                    <a:pt x="153" y="119"/>
                  </a:cubicBezTo>
                  <a:cubicBezTo>
                    <a:pt x="153" y="119"/>
                    <a:pt x="153" y="93"/>
                    <a:pt x="124" y="108"/>
                  </a:cubicBezTo>
                  <a:cubicBezTo>
                    <a:pt x="106" y="117"/>
                    <a:pt x="100" y="123"/>
                    <a:pt x="99" y="126"/>
                  </a:cubicBezTo>
                  <a:cubicBezTo>
                    <a:pt x="101" y="116"/>
                    <a:pt x="106" y="83"/>
                    <a:pt x="112" y="52"/>
                  </a:cubicBezTo>
                  <a:cubicBezTo>
                    <a:pt x="121" y="3"/>
                    <a:pt x="90" y="0"/>
                    <a:pt x="86" y="25"/>
                  </a:cubicBezTo>
                  <a:cubicBezTo>
                    <a:pt x="84" y="41"/>
                    <a:pt x="74" y="79"/>
                    <a:pt x="72" y="72"/>
                  </a:cubicBezTo>
                  <a:cubicBezTo>
                    <a:pt x="65" y="43"/>
                    <a:pt x="61" y="31"/>
                    <a:pt x="58" y="25"/>
                  </a:cubicBezTo>
                  <a:cubicBezTo>
                    <a:pt x="54" y="15"/>
                    <a:pt x="43" y="14"/>
                    <a:pt x="37" y="20"/>
                  </a:cubicBezTo>
                  <a:cubicBezTo>
                    <a:pt x="33" y="24"/>
                    <a:pt x="31" y="33"/>
                    <a:pt x="34" y="44"/>
                  </a:cubicBezTo>
                  <a:cubicBezTo>
                    <a:pt x="40" y="68"/>
                    <a:pt x="35" y="80"/>
                    <a:pt x="35" y="80"/>
                  </a:cubicBezTo>
                  <a:cubicBezTo>
                    <a:pt x="35" y="80"/>
                    <a:pt x="21" y="24"/>
                    <a:pt x="3" y="46"/>
                  </a:cubicBezTo>
                  <a:cubicBezTo>
                    <a:pt x="0" y="51"/>
                    <a:pt x="10" y="111"/>
                    <a:pt x="10" y="111"/>
                  </a:cubicBezTo>
                  <a:cubicBezTo>
                    <a:pt x="11" y="128"/>
                    <a:pt x="10" y="140"/>
                    <a:pt x="10" y="153"/>
                  </a:cubicBezTo>
                  <a:cubicBezTo>
                    <a:pt x="10" y="153"/>
                    <a:pt x="10" y="154"/>
                    <a:pt x="10" y="155"/>
                  </a:cubicBezTo>
                  <a:cubicBezTo>
                    <a:pt x="36" y="158"/>
                    <a:pt x="62" y="169"/>
                    <a:pt x="86" y="184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2" name="îşľîḋé"/>
            <p:cNvSpPr/>
            <p:nvPr>
              <p:custDataLst>
                <p:tags r:id="rId5"/>
              </p:custDataLst>
            </p:nvPr>
          </p:nvSpPr>
          <p:spPr bwMode="auto">
            <a:xfrm>
              <a:off x="3811" y="9617"/>
              <a:ext cx="524" cy="82"/>
            </a:xfrm>
            <a:prstGeom prst="ellipse">
              <a:avLst/>
            </a:pr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3" name="îśḷïḋé"/>
            <p:cNvSpPr/>
            <p:nvPr>
              <p:custDataLst>
                <p:tags r:id="rId6"/>
              </p:custDataLst>
            </p:nvPr>
          </p:nvSpPr>
          <p:spPr bwMode="auto">
            <a:xfrm>
              <a:off x="4117" y="8795"/>
              <a:ext cx="242" cy="218"/>
            </a:xfrm>
            <a:custGeom>
              <a:avLst/>
              <a:gdLst>
                <a:gd name="T0" fmla="*/ 249 w 331"/>
                <a:gd name="T1" fmla="*/ 30 h 298"/>
                <a:gd name="T2" fmla="*/ 1 w 331"/>
                <a:gd name="T3" fmla="*/ 189 h 298"/>
                <a:gd name="T4" fmla="*/ 5 w 331"/>
                <a:gd name="T5" fmla="*/ 297 h 298"/>
                <a:gd name="T6" fmla="*/ 9 w 331"/>
                <a:gd name="T7" fmla="*/ 298 h 298"/>
                <a:gd name="T8" fmla="*/ 331 w 331"/>
                <a:gd name="T9" fmla="*/ 47 h 298"/>
                <a:gd name="T10" fmla="*/ 249 w 331"/>
                <a:gd name="T11" fmla="*/ 30 h 2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31" h="298">
                  <a:moveTo>
                    <a:pt x="249" y="30"/>
                  </a:moveTo>
                  <a:cubicBezTo>
                    <a:pt x="225" y="139"/>
                    <a:pt x="85" y="176"/>
                    <a:pt x="1" y="189"/>
                  </a:cubicBezTo>
                  <a:cubicBezTo>
                    <a:pt x="0" y="225"/>
                    <a:pt x="2" y="261"/>
                    <a:pt x="5" y="297"/>
                  </a:cubicBezTo>
                  <a:cubicBezTo>
                    <a:pt x="8" y="298"/>
                    <a:pt x="9" y="298"/>
                    <a:pt x="9" y="298"/>
                  </a:cubicBezTo>
                  <a:cubicBezTo>
                    <a:pt x="252" y="297"/>
                    <a:pt x="331" y="47"/>
                    <a:pt x="331" y="47"/>
                  </a:cubicBezTo>
                  <a:cubicBezTo>
                    <a:pt x="307" y="0"/>
                    <a:pt x="249" y="30"/>
                    <a:pt x="249" y="3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4" name="iṩḷïďê"/>
            <p:cNvSpPr/>
            <p:nvPr>
              <p:custDataLst>
                <p:tags r:id="rId7"/>
              </p:custDataLst>
            </p:nvPr>
          </p:nvSpPr>
          <p:spPr bwMode="auto">
            <a:xfrm>
              <a:off x="4305" y="8820"/>
              <a:ext cx="16" cy="15"/>
            </a:xfrm>
            <a:custGeom>
              <a:avLst/>
              <a:gdLst>
                <a:gd name="T0" fmla="*/ 3 w 22"/>
                <a:gd name="T1" fmla="*/ 17 h 21"/>
                <a:gd name="T2" fmla="*/ 16 w 22"/>
                <a:gd name="T3" fmla="*/ 17 h 21"/>
                <a:gd name="T4" fmla="*/ 19 w 22"/>
                <a:gd name="T5" fmla="*/ 4 h 21"/>
                <a:gd name="T6" fmla="*/ 6 w 22"/>
                <a:gd name="T7" fmla="*/ 3 h 21"/>
                <a:gd name="T8" fmla="*/ 3 w 22"/>
                <a:gd name="T9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" h="21">
                  <a:moveTo>
                    <a:pt x="3" y="17"/>
                  </a:moveTo>
                  <a:cubicBezTo>
                    <a:pt x="6" y="20"/>
                    <a:pt x="12" y="21"/>
                    <a:pt x="16" y="17"/>
                  </a:cubicBezTo>
                  <a:cubicBezTo>
                    <a:pt x="21" y="14"/>
                    <a:pt x="22" y="8"/>
                    <a:pt x="19" y="4"/>
                  </a:cubicBezTo>
                  <a:cubicBezTo>
                    <a:pt x="17" y="0"/>
                    <a:pt x="11" y="0"/>
                    <a:pt x="6" y="3"/>
                  </a:cubicBezTo>
                  <a:cubicBezTo>
                    <a:pt x="1" y="7"/>
                    <a:pt x="0" y="13"/>
                    <a:pt x="3" y="17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5" name="îsľîḋé"/>
            <p:cNvSpPr/>
            <p:nvPr>
              <p:custDataLst>
                <p:tags r:id="rId8"/>
              </p:custDataLst>
            </p:nvPr>
          </p:nvSpPr>
          <p:spPr bwMode="auto">
            <a:xfrm>
              <a:off x="3960" y="8873"/>
              <a:ext cx="88" cy="97"/>
            </a:xfrm>
            <a:custGeom>
              <a:avLst/>
              <a:gdLst>
                <a:gd name="T0" fmla="*/ 0 w 120"/>
                <a:gd name="T1" fmla="*/ 34 h 133"/>
                <a:gd name="T2" fmla="*/ 9 w 120"/>
                <a:gd name="T3" fmla="*/ 82 h 133"/>
                <a:gd name="T4" fmla="*/ 68 w 120"/>
                <a:gd name="T5" fmla="*/ 130 h 133"/>
                <a:gd name="T6" fmla="*/ 120 w 120"/>
                <a:gd name="T7" fmla="*/ 81 h 133"/>
                <a:gd name="T8" fmla="*/ 106 w 120"/>
                <a:gd name="T9" fmla="*/ 36 h 133"/>
                <a:gd name="T10" fmla="*/ 0 w 120"/>
                <a:gd name="T11" fmla="*/ 34 h 1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0" h="133">
                  <a:moveTo>
                    <a:pt x="0" y="34"/>
                  </a:moveTo>
                  <a:cubicBezTo>
                    <a:pt x="0" y="34"/>
                    <a:pt x="11" y="75"/>
                    <a:pt x="9" y="82"/>
                  </a:cubicBezTo>
                  <a:cubicBezTo>
                    <a:pt x="9" y="82"/>
                    <a:pt x="17" y="133"/>
                    <a:pt x="68" y="130"/>
                  </a:cubicBezTo>
                  <a:cubicBezTo>
                    <a:pt x="119" y="127"/>
                    <a:pt x="120" y="81"/>
                    <a:pt x="120" y="81"/>
                  </a:cubicBezTo>
                  <a:cubicBezTo>
                    <a:pt x="120" y="81"/>
                    <a:pt x="109" y="47"/>
                    <a:pt x="106" y="36"/>
                  </a:cubicBezTo>
                  <a:cubicBezTo>
                    <a:pt x="103" y="25"/>
                    <a:pt x="63" y="0"/>
                    <a:pt x="0" y="34"/>
                  </a:cubicBezTo>
                  <a:close/>
                </a:path>
              </a:pathLst>
            </a:custGeom>
            <a:solidFill>
              <a:srgbClr val="F4CC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6" name="ïsḻïdê"/>
            <p:cNvSpPr/>
            <p:nvPr>
              <p:custDataLst>
                <p:tags r:id="rId9"/>
              </p:custDataLst>
            </p:nvPr>
          </p:nvSpPr>
          <p:spPr bwMode="auto">
            <a:xfrm>
              <a:off x="3974" y="8869"/>
              <a:ext cx="71" cy="80"/>
            </a:xfrm>
            <a:custGeom>
              <a:avLst/>
              <a:gdLst>
                <a:gd name="T0" fmla="*/ 0 w 96"/>
                <a:gd name="T1" fmla="*/ 35 h 109"/>
                <a:gd name="T2" fmla="*/ 96 w 96"/>
                <a:gd name="T3" fmla="*/ 75 h 109"/>
                <a:gd name="T4" fmla="*/ 87 w 96"/>
                <a:gd name="T5" fmla="*/ 45 h 109"/>
                <a:gd name="T6" fmla="*/ 0 w 96"/>
                <a:gd name="T7" fmla="*/ 3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109">
                  <a:moveTo>
                    <a:pt x="0" y="35"/>
                  </a:moveTo>
                  <a:cubicBezTo>
                    <a:pt x="0" y="35"/>
                    <a:pt x="22" y="109"/>
                    <a:pt x="96" y="75"/>
                  </a:cubicBezTo>
                  <a:cubicBezTo>
                    <a:pt x="96" y="75"/>
                    <a:pt x="87" y="51"/>
                    <a:pt x="87" y="45"/>
                  </a:cubicBezTo>
                  <a:cubicBezTo>
                    <a:pt x="86" y="39"/>
                    <a:pt x="63" y="0"/>
                    <a:pt x="0" y="35"/>
                  </a:cubicBezTo>
                  <a:close/>
                </a:path>
              </a:pathLst>
            </a:custGeom>
            <a:solidFill>
              <a:srgbClr val="F4C4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7" name="iS1îḍê"/>
            <p:cNvSpPr/>
            <p:nvPr>
              <p:custDataLst>
                <p:tags r:id="rId10"/>
              </p:custDataLst>
            </p:nvPr>
          </p:nvSpPr>
          <p:spPr bwMode="auto">
            <a:xfrm>
              <a:off x="3972" y="8958"/>
              <a:ext cx="75" cy="154"/>
            </a:xfrm>
            <a:custGeom>
              <a:avLst/>
              <a:gdLst>
                <a:gd name="T0" fmla="*/ 0 w 103"/>
                <a:gd name="T1" fmla="*/ 8 h 210"/>
                <a:gd name="T2" fmla="*/ 94 w 103"/>
                <a:gd name="T3" fmla="*/ 210 h 210"/>
                <a:gd name="T4" fmla="*/ 103 w 103"/>
                <a:gd name="T5" fmla="*/ 0 h 210"/>
                <a:gd name="T6" fmla="*/ 61 w 103"/>
                <a:gd name="T7" fmla="*/ 21 h 210"/>
                <a:gd name="T8" fmla="*/ 0 w 103"/>
                <a:gd name="T9" fmla="*/ 8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3" h="210">
                  <a:moveTo>
                    <a:pt x="0" y="8"/>
                  </a:moveTo>
                  <a:cubicBezTo>
                    <a:pt x="29" y="84"/>
                    <a:pt x="94" y="210"/>
                    <a:pt x="94" y="210"/>
                  </a:cubicBezTo>
                  <a:cubicBezTo>
                    <a:pt x="96" y="202"/>
                    <a:pt x="100" y="74"/>
                    <a:pt x="103" y="0"/>
                  </a:cubicBezTo>
                  <a:cubicBezTo>
                    <a:pt x="93" y="10"/>
                    <a:pt x="78" y="18"/>
                    <a:pt x="61" y="21"/>
                  </a:cubicBezTo>
                  <a:cubicBezTo>
                    <a:pt x="37" y="25"/>
                    <a:pt x="15" y="20"/>
                    <a:pt x="0" y="8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8" name="işļíḓé"/>
            <p:cNvSpPr/>
            <p:nvPr>
              <p:custDataLst>
                <p:tags r:id="rId11"/>
              </p:custDataLst>
            </p:nvPr>
          </p:nvSpPr>
          <p:spPr bwMode="auto">
            <a:xfrm>
              <a:off x="3962" y="8920"/>
              <a:ext cx="87" cy="57"/>
            </a:xfrm>
            <a:custGeom>
              <a:avLst/>
              <a:gdLst>
                <a:gd name="T0" fmla="*/ 117 w 119"/>
                <a:gd name="T1" fmla="*/ 1 h 78"/>
                <a:gd name="T2" fmla="*/ 69 w 119"/>
                <a:gd name="T3" fmla="*/ 58 h 78"/>
                <a:gd name="T4" fmla="*/ 4 w 119"/>
                <a:gd name="T5" fmla="*/ 25 h 78"/>
                <a:gd name="T6" fmla="*/ 0 w 119"/>
                <a:gd name="T7" fmla="*/ 23 h 78"/>
                <a:gd name="T8" fmla="*/ 13 w 119"/>
                <a:gd name="T9" fmla="*/ 61 h 78"/>
                <a:gd name="T10" fmla="*/ 74 w 119"/>
                <a:gd name="T11" fmla="*/ 74 h 78"/>
                <a:gd name="T12" fmla="*/ 116 w 119"/>
                <a:gd name="T13" fmla="*/ 53 h 78"/>
                <a:gd name="T14" fmla="*/ 118 w 119"/>
                <a:gd name="T15" fmla="*/ 0 h 78"/>
                <a:gd name="T16" fmla="*/ 117 w 119"/>
                <a:gd name="T17" fmla="*/ 1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19" h="78">
                  <a:moveTo>
                    <a:pt x="117" y="1"/>
                  </a:moveTo>
                  <a:cubicBezTo>
                    <a:pt x="119" y="28"/>
                    <a:pt x="98" y="52"/>
                    <a:pt x="69" y="58"/>
                  </a:cubicBezTo>
                  <a:cubicBezTo>
                    <a:pt x="40" y="63"/>
                    <a:pt x="13" y="49"/>
                    <a:pt x="4" y="25"/>
                  </a:cubicBezTo>
                  <a:cubicBezTo>
                    <a:pt x="2" y="24"/>
                    <a:pt x="0" y="23"/>
                    <a:pt x="0" y="23"/>
                  </a:cubicBezTo>
                  <a:cubicBezTo>
                    <a:pt x="3" y="32"/>
                    <a:pt x="7" y="45"/>
                    <a:pt x="13" y="61"/>
                  </a:cubicBezTo>
                  <a:cubicBezTo>
                    <a:pt x="28" y="73"/>
                    <a:pt x="50" y="78"/>
                    <a:pt x="74" y="74"/>
                  </a:cubicBezTo>
                  <a:cubicBezTo>
                    <a:pt x="91" y="71"/>
                    <a:pt x="106" y="63"/>
                    <a:pt x="116" y="53"/>
                  </a:cubicBezTo>
                  <a:cubicBezTo>
                    <a:pt x="117" y="22"/>
                    <a:pt x="118" y="0"/>
                    <a:pt x="118" y="0"/>
                  </a:cubicBezTo>
                  <a:lnTo>
                    <a:pt x="117" y="1"/>
                  </a:ln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69" name="iŝ1îḓé"/>
            <p:cNvSpPr/>
            <p:nvPr>
              <p:custDataLst>
                <p:tags r:id="rId12"/>
              </p:custDataLst>
            </p:nvPr>
          </p:nvSpPr>
          <p:spPr bwMode="auto">
            <a:xfrm>
              <a:off x="4047" y="9194"/>
              <a:ext cx="184" cy="428"/>
            </a:xfrm>
            <a:custGeom>
              <a:avLst/>
              <a:gdLst>
                <a:gd name="T0" fmla="*/ 168 w 251"/>
                <a:gd name="T1" fmla="*/ 577 h 585"/>
                <a:gd name="T2" fmla="*/ 139 w 251"/>
                <a:gd name="T3" fmla="*/ 531 h 585"/>
                <a:gd name="T4" fmla="*/ 208 w 251"/>
                <a:gd name="T5" fmla="*/ 361 h 585"/>
                <a:gd name="T6" fmla="*/ 180 w 251"/>
                <a:gd name="T7" fmla="*/ 21 h 585"/>
                <a:gd name="T8" fmla="*/ 49 w 251"/>
                <a:gd name="T9" fmla="*/ 147 h 585"/>
                <a:gd name="T10" fmla="*/ 92 w 251"/>
                <a:gd name="T11" fmla="*/ 518 h 585"/>
                <a:gd name="T12" fmla="*/ 84 w 251"/>
                <a:gd name="T13" fmla="*/ 574 h 585"/>
                <a:gd name="T14" fmla="*/ 168 w 251"/>
                <a:gd name="T15" fmla="*/ 577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5">
                  <a:moveTo>
                    <a:pt x="168" y="577"/>
                  </a:moveTo>
                  <a:cubicBezTo>
                    <a:pt x="139" y="531"/>
                    <a:pt x="139" y="531"/>
                    <a:pt x="139" y="531"/>
                  </a:cubicBezTo>
                  <a:cubicBezTo>
                    <a:pt x="139" y="531"/>
                    <a:pt x="164" y="500"/>
                    <a:pt x="208" y="361"/>
                  </a:cubicBezTo>
                  <a:cubicBezTo>
                    <a:pt x="251" y="222"/>
                    <a:pt x="180" y="21"/>
                    <a:pt x="180" y="21"/>
                  </a:cubicBezTo>
                  <a:cubicBezTo>
                    <a:pt x="90" y="0"/>
                    <a:pt x="0" y="87"/>
                    <a:pt x="49" y="147"/>
                  </a:cubicBezTo>
                  <a:cubicBezTo>
                    <a:pt x="99" y="207"/>
                    <a:pt x="103" y="474"/>
                    <a:pt x="92" y="518"/>
                  </a:cubicBezTo>
                  <a:cubicBezTo>
                    <a:pt x="88" y="535"/>
                    <a:pt x="85" y="556"/>
                    <a:pt x="84" y="574"/>
                  </a:cubicBezTo>
                  <a:cubicBezTo>
                    <a:pt x="112" y="585"/>
                    <a:pt x="140" y="584"/>
                    <a:pt x="168" y="577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0" name="íşlíḑè"/>
            <p:cNvSpPr/>
            <p:nvPr>
              <p:custDataLst>
                <p:tags r:id="rId13"/>
              </p:custDataLst>
            </p:nvPr>
          </p:nvSpPr>
          <p:spPr bwMode="auto">
            <a:xfrm>
              <a:off x="4107" y="9614"/>
              <a:ext cx="89" cy="43"/>
            </a:xfrm>
            <a:custGeom>
              <a:avLst/>
              <a:gdLst>
                <a:gd name="T0" fmla="*/ 2 w 121"/>
                <a:gd name="T1" fmla="*/ 0 h 59"/>
                <a:gd name="T2" fmla="*/ 0 w 121"/>
                <a:gd name="T3" fmla="*/ 53 h 59"/>
                <a:gd name="T4" fmla="*/ 7 w 121"/>
                <a:gd name="T5" fmla="*/ 53 h 59"/>
                <a:gd name="T6" fmla="*/ 19 w 121"/>
                <a:gd name="T7" fmla="*/ 32 h 59"/>
                <a:gd name="T8" fmla="*/ 52 w 121"/>
                <a:gd name="T9" fmla="*/ 55 h 59"/>
                <a:gd name="T10" fmla="*/ 121 w 121"/>
                <a:gd name="T11" fmla="*/ 59 h 59"/>
                <a:gd name="T12" fmla="*/ 86 w 121"/>
                <a:gd name="T13" fmla="*/ 3 h 59"/>
                <a:gd name="T14" fmla="*/ 2 w 121"/>
                <a:gd name="T1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" h="59">
                  <a:moveTo>
                    <a:pt x="2" y="0"/>
                  </a:moveTo>
                  <a:cubicBezTo>
                    <a:pt x="0" y="29"/>
                    <a:pt x="0" y="53"/>
                    <a:pt x="0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13" y="43"/>
                    <a:pt x="19" y="32"/>
                  </a:cubicBezTo>
                  <a:cubicBezTo>
                    <a:pt x="25" y="22"/>
                    <a:pt x="52" y="55"/>
                    <a:pt x="52" y="55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58" y="10"/>
                    <a:pt x="30" y="11"/>
                    <a:pt x="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1" name="î$ļïḓe"/>
            <p:cNvSpPr/>
            <p:nvPr>
              <p:custDataLst>
                <p:tags r:id="rId14"/>
              </p:custDataLst>
            </p:nvPr>
          </p:nvSpPr>
          <p:spPr bwMode="auto">
            <a:xfrm>
              <a:off x="3914" y="9194"/>
              <a:ext cx="184" cy="427"/>
            </a:xfrm>
            <a:custGeom>
              <a:avLst/>
              <a:gdLst>
                <a:gd name="T0" fmla="*/ 168 w 251"/>
                <a:gd name="T1" fmla="*/ 576 h 584"/>
                <a:gd name="T2" fmla="*/ 140 w 251"/>
                <a:gd name="T3" fmla="*/ 531 h 584"/>
                <a:gd name="T4" fmla="*/ 208 w 251"/>
                <a:gd name="T5" fmla="*/ 360 h 584"/>
                <a:gd name="T6" fmla="*/ 181 w 251"/>
                <a:gd name="T7" fmla="*/ 20 h 584"/>
                <a:gd name="T8" fmla="*/ 50 w 251"/>
                <a:gd name="T9" fmla="*/ 146 h 584"/>
                <a:gd name="T10" fmla="*/ 92 w 251"/>
                <a:gd name="T11" fmla="*/ 517 h 584"/>
                <a:gd name="T12" fmla="*/ 84 w 251"/>
                <a:gd name="T13" fmla="*/ 573 h 584"/>
                <a:gd name="T14" fmla="*/ 168 w 251"/>
                <a:gd name="T15" fmla="*/ 576 h 5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51" h="584">
                  <a:moveTo>
                    <a:pt x="168" y="576"/>
                  </a:moveTo>
                  <a:cubicBezTo>
                    <a:pt x="140" y="531"/>
                    <a:pt x="140" y="531"/>
                    <a:pt x="140" y="531"/>
                  </a:cubicBezTo>
                  <a:cubicBezTo>
                    <a:pt x="140" y="531"/>
                    <a:pt x="164" y="500"/>
                    <a:pt x="208" y="360"/>
                  </a:cubicBezTo>
                  <a:cubicBezTo>
                    <a:pt x="251" y="221"/>
                    <a:pt x="181" y="20"/>
                    <a:pt x="181" y="20"/>
                  </a:cubicBezTo>
                  <a:cubicBezTo>
                    <a:pt x="90" y="0"/>
                    <a:pt x="0" y="86"/>
                    <a:pt x="50" y="146"/>
                  </a:cubicBezTo>
                  <a:cubicBezTo>
                    <a:pt x="99" y="206"/>
                    <a:pt x="103" y="473"/>
                    <a:pt x="92" y="517"/>
                  </a:cubicBezTo>
                  <a:cubicBezTo>
                    <a:pt x="88" y="535"/>
                    <a:pt x="85" y="555"/>
                    <a:pt x="84" y="573"/>
                  </a:cubicBezTo>
                  <a:cubicBezTo>
                    <a:pt x="112" y="584"/>
                    <a:pt x="140" y="583"/>
                    <a:pt x="168" y="576"/>
                  </a:cubicBezTo>
                  <a:close/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2" name="ïŝlïḓe"/>
            <p:cNvSpPr/>
            <p:nvPr>
              <p:custDataLst>
                <p:tags r:id="rId15"/>
              </p:custDataLst>
            </p:nvPr>
          </p:nvSpPr>
          <p:spPr bwMode="auto">
            <a:xfrm>
              <a:off x="3974" y="9613"/>
              <a:ext cx="89" cy="43"/>
            </a:xfrm>
            <a:custGeom>
              <a:avLst/>
              <a:gdLst>
                <a:gd name="T0" fmla="*/ 2 w 121"/>
                <a:gd name="T1" fmla="*/ 0 h 59"/>
                <a:gd name="T2" fmla="*/ 0 w 121"/>
                <a:gd name="T3" fmla="*/ 53 h 59"/>
                <a:gd name="T4" fmla="*/ 7 w 121"/>
                <a:gd name="T5" fmla="*/ 53 h 59"/>
                <a:gd name="T6" fmla="*/ 20 w 121"/>
                <a:gd name="T7" fmla="*/ 33 h 59"/>
                <a:gd name="T8" fmla="*/ 52 w 121"/>
                <a:gd name="T9" fmla="*/ 56 h 59"/>
                <a:gd name="T10" fmla="*/ 121 w 121"/>
                <a:gd name="T11" fmla="*/ 59 h 59"/>
                <a:gd name="T12" fmla="*/ 86 w 121"/>
                <a:gd name="T13" fmla="*/ 3 h 59"/>
                <a:gd name="T14" fmla="*/ 2 w 121"/>
                <a:gd name="T15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1" h="59">
                  <a:moveTo>
                    <a:pt x="2" y="0"/>
                  </a:moveTo>
                  <a:cubicBezTo>
                    <a:pt x="0" y="29"/>
                    <a:pt x="0" y="53"/>
                    <a:pt x="0" y="53"/>
                  </a:cubicBezTo>
                  <a:cubicBezTo>
                    <a:pt x="7" y="53"/>
                    <a:pt x="7" y="53"/>
                    <a:pt x="7" y="53"/>
                  </a:cubicBezTo>
                  <a:cubicBezTo>
                    <a:pt x="7" y="53"/>
                    <a:pt x="14" y="43"/>
                    <a:pt x="20" y="33"/>
                  </a:cubicBezTo>
                  <a:cubicBezTo>
                    <a:pt x="25" y="22"/>
                    <a:pt x="52" y="56"/>
                    <a:pt x="52" y="56"/>
                  </a:cubicBezTo>
                  <a:cubicBezTo>
                    <a:pt x="121" y="59"/>
                    <a:pt x="121" y="59"/>
                    <a:pt x="121" y="59"/>
                  </a:cubicBezTo>
                  <a:cubicBezTo>
                    <a:pt x="86" y="3"/>
                    <a:pt x="86" y="3"/>
                    <a:pt x="86" y="3"/>
                  </a:cubicBezTo>
                  <a:cubicBezTo>
                    <a:pt x="58" y="10"/>
                    <a:pt x="30" y="11"/>
                    <a:pt x="2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3" name="îṡḻîḓê"/>
            <p:cNvSpPr/>
            <p:nvPr>
              <p:custDataLst>
                <p:tags r:id="rId16"/>
              </p:custDataLst>
            </p:nvPr>
          </p:nvSpPr>
          <p:spPr bwMode="auto">
            <a:xfrm>
              <a:off x="3864" y="9192"/>
              <a:ext cx="434" cy="383"/>
            </a:xfrm>
            <a:custGeom>
              <a:avLst/>
              <a:gdLst>
                <a:gd name="T0" fmla="*/ 115 w 593"/>
                <a:gd name="T1" fmla="*/ 56 h 524"/>
                <a:gd name="T2" fmla="*/ 0 w 593"/>
                <a:gd name="T3" fmla="*/ 264 h 524"/>
                <a:gd name="T4" fmla="*/ 593 w 593"/>
                <a:gd name="T5" fmla="*/ 162 h 524"/>
                <a:gd name="T6" fmla="*/ 426 w 593"/>
                <a:gd name="T7" fmla="*/ 0 h 524"/>
                <a:gd name="T8" fmla="*/ 115 w 593"/>
                <a:gd name="T9" fmla="*/ 56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93" h="524">
                  <a:moveTo>
                    <a:pt x="115" y="56"/>
                  </a:moveTo>
                  <a:cubicBezTo>
                    <a:pt x="0" y="264"/>
                    <a:pt x="0" y="264"/>
                    <a:pt x="0" y="264"/>
                  </a:cubicBezTo>
                  <a:cubicBezTo>
                    <a:pt x="0" y="264"/>
                    <a:pt x="348" y="524"/>
                    <a:pt x="593" y="162"/>
                  </a:cubicBezTo>
                  <a:cubicBezTo>
                    <a:pt x="426" y="0"/>
                    <a:pt x="426" y="0"/>
                    <a:pt x="426" y="0"/>
                  </a:cubicBezTo>
                  <a:lnTo>
                    <a:pt x="115" y="56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4" name="ísľïḍé"/>
            <p:cNvSpPr/>
            <p:nvPr>
              <p:custDataLst>
                <p:tags r:id="rId17"/>
              </p:custDataLst>
            </p:nvPr>
          </p:nvSpPr>
          <p:spPr bwMode="auto">
            <a:xfrm>
              <a:off x="3885" y="9240"/>
              <a:ext cx="101" cy="199"/>
            </a:xfrm>
            <a:custGeom>
              <a:avLst/>
              <a:gdLst>
                <a:gd name="T0" fmla="*/ 117 w 138"/>
                <a:gd name="T1" fmla="*/ 0 h 272"/>
                <a:gd name="T2" fmla="*/ 0 w 138"/>
                <a:gd name="T3" fmla="*/ 230 h 272"/>
                <a:gd name="T4" fmla="*/ 52 w 138"/>
                <a:gd name="T5" fmla="*/ 256 h 272"/>
                <a:gd name="T6" fmla="*/ 138 w 138"/>
                <a:gd name="T7" fmla="*/ 4 h 272"/>
                <a:gd name="T8" fmla="*/ 117 w 138"/>
                <a:gd name="T9" fmla="*/ 0 h 2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8" h="272">
                  <a:moveTo>
                    <a:pt x="117" y="0"/>
                  </a:moveTo>
                  <a:cubicBezTo>
                    <a:pt x="0" y="230"/>
                    <a:pt x="0" y="230"/>
                    <a:pt x="0" y="230"/>
                  </a:cubicBezTo>
                  <a:cubicBezTo>
                    <a:pt x="0" y="230"/>
                    <a:pt x="7" y="272"/>
                    <a:pt x="52" y="256"/>
                  </a:cubicBezTo>
                  <a:cubicBezTo>
                    <a:pt x="138" y="4"/>
                    <a:pt x="138" y="4"/>
                    <a:pt x="138" y="4"/>
                  </a:cubicBezTo>
                  <a:cubicBezTo>
                    <a:pt x="131" y="3"/>
                    <a:pt x="124" y="1"/>
                    <a:pt x="11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5" name="îṡľiḓe"/>
            <p:cNvSpPr/>
            <p:nvPr>
              <p:custDataLst>
                <p:tags r:id="rId18"/>
              </p:custDataLst>
            </p:nvPr>
          </p:nvSpPr>
          <p:spPr bwMode="auto">
            <a:xfrm>
              <a:off x="3953" y="9252"/>
              <a:ext cx="61" cy="210"/>
            </a:xfrm>
            <a:custGeom>
              <a:avLst/>
              <a:gdLst>
                <a:gd name="T0" fmla="*/ 67 w 84"/>
                <a:gd name="T1" fmla="*/ 0 h 288"/>
                <a:gd name="T2" fmla="*/ 0 w 84"/>
                <a:gd name="T3" fmla="*/ 258 h 288"/>
                <a:gd name="T4" fmla="*/ 65 w 84"/>
                <a:gd name="T5" fmla="*/ 272 h 288"/>
                <a:gd name="T6" fmla="*/ 84 w 84"/>
                <a:gd name="T7" fmla="*/ 1 h 288"/>
                <a:gd name="T8" fmla="*/ 67 w 84"/>
                <a:gd name="T9" fmla="*/ 0 h 2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288">
                  <a:moveTo>
                    <a:pt x="67" y="0"/>
                  </a:moveTo>
                  <a:cubicBezTo>
                    <a:pt x="0" y="258"/>
                    <a:pt x="0" y="258"/>
                    <a:pt x="0" y="258"/>
                  </a:cubicBezTo>
                  <a:cubicBezTo>
                    <a:pt x="0" y="258"/>
                    <a:pt x="13" y="288"/>
                    <a:pt x="65" y="272"/>
                  </a:cubicBezTo>
                  <a:cubicBezTo>
                    <a:pt x="84" y="1"/>
                    <a:pt x="84" y="1"/>
                    <a:pt x="84" y="1"/>
                  </a:cubicBezTo>
                  <a:cubicBezTo>
                    <a:pt x="79" y="1"/>
                    <a:pt x="73" y="1"/>
                    <a:pt x="67" y="0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6" name="îšľîdè"/>
            <p:cNvSpPr/>
            <p:nvPr>
              <p:custDataLst>
                <p:tags r:id="rId19"/>
              </p:custDataLst>
            </p:nvPr>
          </p:nvSpPr>
          <p:spPr bwMode="auto">
            <a:xfrm>
              <a:off x="4030" y="9252"/>
              <a:ext cx="46" cy="216"/>
            </a:xfrm>
            <a:custGeom>
              <a:avLst/>
              <a:gdLst>
                <a:gd name="T0" fmla="*/ 3 w 63"/>
                <a:gd name="T1" fmla="*/ 1 h 296"/>
                <a:gd name="T2" fmla="*/ 0 w 63"/>
                <a:gd name="T3" fmla="*/ 279 h 296"/>
                <a:gd name="T4" fmla="*/ 63 w 63"/>
                <a:gd name="T5" fmla="*/ 275 h 296"/>
                <a:gd name="T6" fmla="*/ 23 w 63"/>
                <a:gd name="T7" fmla="*/ 0 h 296"/>
                <a:gd name="T8" fmla="*/ 3 w 63"/>
                <a:gd name="T9" fmla="*/ 1 h 2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3" h="296">
                  <a:moveTo>
                    <a:pt x="3" y="1"/>
                  </a:moveTo>
                  <a:cubicBezTo>
                    <a:pt x="0" y="279"/>
                    <a:pt x="0" y="279"/>
                    <a:pt x="0" y="279"/>
                  </a:cubicBezTo>
                  <a:cubicBezTo>
                    <a:pt x="0" y="279"/>
                    <a:pt x="29" y="296"/>
                    <a:pt x="63" y="275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5" y="0"/>
                    <a:pt x="11" y="1"/>
                    <a:pt x="3" y="1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7" name="íṡlîḓe"/>
            <p:cNvSpPr/>
            <p:nvPr>
              <p:custDataLst>
                <p:tags r:id="rId20"/>
              </p:custDataLst>
            </p:nvPr>
          </p:nvSpPr>
          <p:spPr bwMode="auto">
            <a:xfrm>
              <a:off x="4067" y="9240"/>
              <a:ext cx="99" cy="216"/>
            </a:xfrm>
            <a:custGeom>
              <a:avLst/>
              <a:gdLst>
                <a:gd name="T0" fmla="*/ 0 w 136"/>
                <a:gd name="T1" fmla="*/ 5 h 295"/>
                <a:gd name="T2" fmla="*/ 77 w 136"/>
                <a:gd name="T3" fmla="*/ 287 h 295"/>
                <a:gd name="T4" fmla="*/ 136 w 136"/>
                <a:gd name="T5" fmla="*/ 265 h 295"/>
                <a:gd name="T6" fmla="*/ 25 w 136"/>
                <a:gd name="T7" fmla="*/ 0 h 295"/>
                <a:gd name="T8" fmla="*/ 0 w 136"/>
                <a:gd name="T9" fmla="*/ 5 h 2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295">
                  <a:moveTo>
                    <a:pt x="0" y="5"/>
                  </a:moveTo>
                  <a:cubicBezTo>
                    <a:pt x="77" y="287"/>
                    <a:pt x="77" y="287"/>
                    <a:pt x="77" y="287"/>
                  </a:cubicBezTo>
                  <a:cubicBezTo>
                    <a:pt x="77" y="287"/>
                    <a:pt x="110" y="295"/>
                    <a:pt x="136" y="265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17" y="2"/>
                    <a:pt x="9" y="4"/>
                    <a:pt x="0" y="5"/>
                  </a:cubicBez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8" name="ís1ïďè"/>
            <p:cNvSpPr/>
            <p:nvPr>
              <p:custDataLst>
                <p:tags r:id="rId21"/>
              </p:custDataLst>
            </p:nvPr>
          </p:nvSpPr>
          <p:spPr bwMode="auto">
            <a:xfrm>
              <a:off x="4109" y="9228"/>
              <a:ext cx="130" cy="187"/>
            </a:xfrm>
            <a:custGeom>
              <a:avLst/>
              <a:gdLst>
                <a:gd name="T0" fmla="*/ 24 w 178"/>
                <a:gd name="T1" fmla="*/ 0 h 256"/>
                <a:gd name="T2" fmla="*/ 0 w 178"/>
                <a:gd name="T3" fmla="*/ 10 h 256"/>
                <a:gd name="T4" fmla="*/ 127 w 178"/>
                <a:gd name="T5" fmla="*/ 256 h 256"/>
                <a:gd name="T6" fmla="*/ 178 w 178"/>
                <a:gd name="T7" fmla="*/ 220 h 256"/>
                <a:gd name="T8" fmla="*/ 24 w 178"/>
                <a:gd name="T9" fmla="*/ 0 h 2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78" h="256">
                  <a:moveTo>
                    <a:pt x="24" y="0"/>
                  </a:moveTo>
                  <a:cubicBezTo>
                    <a:pt x="16" y="3"/>
                    <a:pt x="8" y="7"/>
                    <a:pt x="0" y="10"/>
                  </a:cubicBezTo>
                  <a:cubicBezTo>
                    <a:pt x="127" y="256"/>
                    <a:pt x="127" y="256"/>
                    <a:pt x="127" y="256"/>
                  </a:cubicBezTo>
                  <a:cubicBezTo>
                    <a:pt x="127" y="256"/>
                    <a:pt x="160" y="255"/>
                    <a:pt x="178" y="220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9" name="îṣ1íďé"/>
            <p:cNvSpPr/>
            <p:nvPr>
              <p:custDataLst>
                <p:tags r:id="rId22"/>
              </p:custDataLst>
            </p:nvPr>
          </p:nvSpPr>
          <p:spPr bwMode="auto">
            <a:xfrm>
              <a:off x="4151" y="9207"/>
              <a:ext cx="140" cy="152"/>
            </a:xfrm>
            <a:custGeom>
              <a:avLst/>
              <a:gdLst>
                <a:gd name="T0" fmla="*/ 20 w 192"/>
                <a:gd name="T1" fmla="*/ 0 h 208"/>
                <a:gd name="T2" fmla="*/ 0 w 192"/>
                <a:gd name="T3" fmla="*/ 16 h 208"/>
                <a:gd name="T4" fmla="*/ 155 w 192"/>
                <a:gd name="T5" fmla="*/ 208 h 208"/>
                <a:gd name="T6" fmla="*/ 192 w 192"/>
                <a:gd name="T7" fmla="*/ 157 h 208"/>
                <a:gd name="T8" fmla="*/ 20 w 192"/>
                <a:gd name="T9" fmla="*/ 0 h 2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2" h="208">
                  <a:moveTo>
                    <a:pt x="20" y="0"/>
                  </a:moveTo>
                  <a:cubicBezTo>
                    <a:pt x="14" y="6"/>
                    <a:pt x="7" y="11"/>
                    <a:pt x="0" y="16"/>
                  </a:cubicBezTo>
                  <a:cubicBezTo>
                    <a:pt x="155" y="208"/>
                    <a:pt x="155" y="208"/>
                    <a:pt x="155" y="208"/>
                  </a:cubicBezTo>
                  <a:cubicBezTo>
                    <a:pt x="155" y="208"/>
                    <a:pt x="187" y="197"/>
                    <a:pt x="192" y="157"/>
                  </a:cubicBezTo>
                  <a:lnTo>
                    <a:pt x="20" y="0"/>
                  </a:lnTo>
                  <a:close/>
                </a:path>
              </a:pathLst>
            </a:custGeom>
            <a:solidFill>
              <a:srgbClr val="3F414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0" name="ïṧḷiḋè"/>
            <p:cNvSpPr/>
            <p:nvPr>
              <p:custDataLst>
                <p:tags r:id="rId23"/>
              </p:custDataLst>
            </p:nvPr>
          </p:nvSpPr>
          <p:spPr bwMode="auto">
            <a:xfrm>
              <a:off x="3885" y="8919"/>
              <a:ext cx="314" cy="352"/>
            </a:xfrm>
            <a:custGeom>
              <a:avLst/>
              <a:gdLst>
                <a:gd name="T0" fmla="*/ 0 w 429"/>
                <a:gd name="T1" fmla="*/ 70 h 482"/>
                <a:gd name="T2" fmla="*/ 111 w 429"/>
                <a:gd name="T3" fmla="*/ 20 h 482"/>
                <a:gd name="T4" fmla="*/ 211 w 429"/>
                <a:gd name="T5" fmla="*/ 255 h 482"/>
                <a:gd name="T6" fmla="*/ 218 w 429"/>
                <a:gd name="T7" fmla="*/ 0 h 482"/>
                <a:gd name="T8" fmla="*/ 352 w 429"/>
                <a:gd name="T9" fmla="*/ 10 h 482"/>
                <a:gd name="T10" fmla="*/ 360 w 429"/>
                <a:gd name="T11" fmla="*/ 276 h 482"/>
                <a:gd name="T12" fmla="*/ 429 w 429"/>
                <a:gd name="T13" fmla="*/ 373 h 482"/>
                <a:gd name="T14" fmla="*/ 50 w 429"/>
                <a:gd name="T15" fmla="*/ 450 h 482"/>
                <a:gd name="T16" fmla="*/ 0 w 429"/>
                <a:gd name="T17" fmla="*/ 70 h 4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482">
                  <a:moveTo>
                    <a:pt x="0" y="70"/>
                  </a:moveTo>
                  <a:cubicBezTo>
                    <a:pt x="111" y="20"/>
                    <a:pt x="111" y="20"/>
                    <a:pt x="111" y="20"/>
                  </a:cubicBezTo>
                  <a:cubicBezTo>
                    <a:pt x="211" y="255"/>
                    <a:pt x="211" y="255"/>
                    <a:pt x="211" y="255"/>
                  </a:cubicBezTo>
                  <a:cubicBezTo>
                    <a:pt x="218" y="0"/>
                    <a:pt x="218" y="0"/>
                    <a:pt x="218" y="0"/>
                  </a:cubicBezTo>
                  <a:cubicBezTo>
                    <a:pt x="352" y="10"/>
                    <a:pt x="352" y="10"/>
                    <a:pt x="352" y="10"/>
                  </a:cubicBezTo>
                  <a:cubicBezTo>
                    <a:pt x="352" y="10"/>
                    <a:pt x="333" y="217"/>
                    <a:pt x="360" y="276"/>
                  </a:cubicBezTo>
                  <a:cubicBezTo>
                    <a:pt x="387" y="336"/>
                    <a:pt x="429" y="373"/>
                    <a:pt x="429" y="373"/>
                  </a:cubicBezTo>
                  <a:cubicBezTo>
                    <a:pt x="320" y="461"/>
                    <a:pt x="196" y="482"/>
                    <a:pt x="50" y="450"/>
                  </a:cubicBezTo>
                  <a:cubicBezTo>
                    <a:pt x="50" y="450"/>
                    <a:pt x="124" y="332"/>
                    <a:pt x="0" y="7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1" name="ïṥ1iḍê"/>
            <p:cNvSpPr/>
            <p:nvPr>
              <p:custDataLst>
                <p:tags r:id="rId24"/>
              </p:custDataLst>
            </p:nvPr>
          </p:nvSpPr>
          <p:spPr bwMode="auto">
            <a:xfrm>
              <a:off x="3940" y="8927"/>
              <a:ext cx="100" cy="178"/>
            </a:xfrm>
            <a:custGeom>
              <a:avLst/>
              <a:gdLst>
                <a:gd name="T0" fmla="*/ 36 w 137"/>
                <a:gd name="T1" fmla="*/ 0 h 244"/>
                <a:gd name="T2" fmla="*/ 8 w 137"/>
                <a:gd name="T3" fmla="*/ 18 h 244"/>
                <a:gd name="T4" fmla="*/ 0 w 137"/>
                <a:gd name="T5" fmla="*/ 104 h 244"/>
                <a:gd name="T6" fmla="*/ 53 w 137"/>
                <a:gd name="T7" fmla="*/ 91 h 244"/>
                <a:gd name="T8" fmla="*/ 32 w 137"/>
                <a:gd name="T9" fmla="*/ 155 h 244"/>
                <a:gd name="T10" fmla="*/ 137 w 137"/>
                <a:gd name="T11" fmla="*/ 244 h 244"/>
                <a:gd name="T12" fmla="*/ 36 w 137"/>
                <a:gd name="T1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7" h="244">
                  <a:moveTo>
                    <a:pt x="36" y="0"/>
                  </a:moveTo>
                  <a:cubicBezTo>
                    <a:pt x="8" y="18"/>
                    <a:pt x="8" y="18"/>
                    <a:pt x="8" y="18"/>
                  </a:cubicBezTo>
                  <a:cubicBezTo>
                    <a:pt x="0" y="104"/>
                    <a:pt x="0" y="104"/>
                    <a:pt x="0" y="104"/>
                  </a:cubicBezTo>
                  <a:cubicBezTo>
                    <a:pt x="53" y="91"/>
                    <a:pt x="53" y="91"/>
                    <a:pt x="53" y="91"/>
                  </a:cubicBezTo>
                  <a:cubicBezTo>
                    <a:pt x="32" y="155"/>
                    <a:pt x="32" y="155"/>
                    <a:pt x="32" y="155"/>
                  </a:cubicBezTo>
                  <a:cubicBezTo>
                    <a:pt x="137" y="244"/>
                    <a:pt x="137" y="244"/>
                    <a:pt x="137" y="244"/>
                  </a:cubicBezTo>
                  <a:cubicBezTo>
                    <a:pt x="137" y="244"/>
                    <a:pt x="64" y="46"/>
                    <a:pt x="36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2" name="îşlîḍè"/>
            <p:cNvSpPr/>
            <p:nvPr>
              <p:custDataLst>
                <p:tags r:id="rId25"/>
              </p:custDataLst>
            </p:nvPr>
          </p:nvSpPr>
          <p:spPr bwMode="auto">
            <a:xfrm>
              <a:off x="4036" y="8912"/>
              <a:ext cx="59" cy="193"/>
            </a:xfrm>
            <a:custGeom>
              <a:avLst/>
              <a:gdLst>
                <a:gd name="T0" fmla="*/ 10 w 81"/>
                <a:gd name="T1" fmla="*/ 0 h 264"/>
                <a:gd name="T2" fmla="*/ 42 w 81"/>
                <a:gd name="T3" fmla="*/ 6 h 264"/>
                <a:gd name="T4" fmla="*/ 81 w 81"/>
                <a:gd name="T5" fmla="*/ 83 h 264"/>
                <a:gd name="T6" fmla="*/ 27 w 81"/>
                <a:gd name="T7" fmla="*/ 90 h 264"/>
                <a:gd name="T8" fmla="*/ 70 w 81"/>
                <a:gd name="T9" fmla="*/ 143 h 264"/>
                <a:gd name="T10" fmla="*/ 5 w 81"/>
                <a:gd name="T11" fmla="*/ 264 h 264"/>
                <a:gd name="T12" fmla="*/ 10 w 81"/>
                <a:gd name="T13" fmla="*/ 0 h 2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" h="264">
                  <a:moveTo>
                    <a:pt x="10" y="0"/>
                  </a:moveTo>
                  <a:cubicBezTo>
                    <a:pt x="42" y="6"/>
                    <a:pt x="42" y="6"/>
                    <a:pt x="42" y="6"/>
                  </a:cubicBezTo>
                  <a:cubicBezTo>
                    <a:pt x="81" y="83"/>
                    <a:pt x="81" y="83"/>
                    <a:pt x="81" y="83"/>
                  </a:cubicBezTo>
                  <a:cubicBezTo>
                    <a:pt x="27" y="90"/>
                    <a:pt x="27" y="90"/>
                    <a:pt x="27" y="90"/>
                  </a:cubicBezTo>
                  <a:cubicBezTo>
                    <a:pt x="70" y="143"/>
                    <a:pt x="70" y="143"/>
                    <a:pt x="70" y="143"/>
                  </a:cubicBezTo>
                  <a:cubicBezTo>
                    <a:pt x="5" y="264"/>
                    <a:pt x="5" y="264"/>
                    <a:pt x="5" y="264"/>
                  </a:cubicBezTo>
                  <a:cubicBezTo>
                    <a:pt x="5" y="264"/>
                    <a:pt x="0" y="53"/>
                    <a:pt x="10" y="0"/>
                  </a:cubicBezTo>
                  <a:close/>
                </a:path>
              </a:pathLst>
            </a:cu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3" name="îṧľíḋe"/>
            <p:cNvSpPr/>
            <p:nvPr>
              <p:custDataLst>
                <p:tags r:id="rId26"/>
              </p:custDataLst>
            </p:nvPr>
          </p:nvSpPr>
          <p:spPr bwMode="auto">
            <a:xfrm>
              <a:off x="4037" y="9125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2"/>
                    <a:pt x="16" y="17"/>
                    <a:pt x="11" y="18"/>
                  </a:cubicBezTo>
                  <a:cubicBezTo>
                    <a:pt x="7" y="19"/>
                    <a:pt x="2" y="16"/>
                    <a:pt x="1" y="11"/>
                  </a:cubicBezTo>
                  <a:cubicBezTo>
                    <a:pt x="0" y="6"/>
                    <a:pt x="4" y="2"/>
                    <a:pt x="8" y="1"/>
                  </a:cubicBezTo>
                  <a:cubicBezTo>
                    <a:pt x="13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4" name="îṥļiḍe"/>
            <p:cNvSpPr/>
            <p:nvPr>
              <p:custDataLst>
                <p:tags r:id="rId27"/>
              </p:custDataLst>
            </p:nvPr>
          </p:nvSpPr>
          <p:spPr bwMode="auto">
            <a:xfrm>
              <a:off x="4043" y="9158"/>
              <a:ext cx="14" cy="14"/>
            </a:xfrm>
            <a:custGeom>
              <a:avLst/>
              <a:gdLst>
                <a:gd name="T0" fmla="*/ 18 w 19"/>
                <a:gd name="T1" fmla="*/ 8 h 19"/>
                <a:gd name="T2" fmla="*/ 11 w 19"/>
                <a:gd name="T3" fmla="*/ 18 h 19"/>
                <a:gd name="T4" fmla="*/ 1 w 19"/>
                <a:gd name="T5" fmla="*/ 11 h 19"/>
                <a:gd name="T6" fmla="*/ 8 w 19"/>
                <a:gd name="T7" fmla="*/ 1 h 19"/>
                <a:gd name="T8" fmla="*/ 18 w 19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19">
                  <a:moveTo>
                    <a:pt x="18" y="8"/>
                  </a:moveTo>
                  <a:cubicBezTo>
                    <a:pt x="19" y="13"/>
                    <a:pt x="16" y="17"/>
                    <a:pt x="11" y="18"/>
                  </a:cubicBezTo>
                  <a:cubicBezTo>
                    <a:pt x="6" y="19"/>
                    <a:pt x="2" y="16"/>
                    <a:pt x="1" y="11"/>
                  </a:cubicBezTo>
                  <a:cubicBezTo>
                    <a:pt x="0" y="7"/>
                    <a:pt x="3" y="2"/>
                    <a:pt x="8" y="1"/>
                  </a:cubicBezTo>
                  <a:cubicBezTo>
                    <a:pt x="13" y="0"/>
                    <a:pt x="17" y="4"/>
                    <a:pt x="18" y="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5" name="i$ḻïḓè"/>
            <p:cNvSpPr/>
            <p:nvPr>
              <p:custDataLst>
                <p:tags r:id="rId28"/>
              </p:custDataLst>
            </p:nvPr>
          </p:nvSpPr>
          <p:spPr bwMode="auto">
            <a:xfrm>
              <a:off x="4050" y="9191"/>
              <a:ext cx="14" cy="14"/>
            </a:xfrm>
            <a:custGeom>
              <a:avLst/>
              <a:gdLst>
                <a:gd name="T0" fmla="*/ 18 w 18"/>
                <a:gd name="T1" fmla="*/ 8 h 19"/>
                <a:gd name="T2" fmla="*/ 11 w 18"/>
                <a:gd name="T3" fmla="*/ 18 h 19"/>
                <a:gd name="T4" fmla="*/ 1 w 18"/>
                <a:gd name="T5" fmla="*/ 11 h 19"/>
                <a:gd name="T6" fmla="*/ 7 w 18"/>
                <a:gd name="T7" fmla="*/ 1 h 19"/>
                <a:gd name="T8" fmla="*/ 18 w 18"/>
                <a:gd name="T9" fmla="*/ 8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" h="19">
                  <a:moveTo>
                    <a:pt x="18" y="8"/>
                  </a:moveTo>
                  <a:cubicBezTo>
                    <a:pt x="18" y="12"/>
                    <a:pt x="15" y="17"/>
                    <a:pt x="11" y="18"/>
                  </a:cubicBezTo>
                  <a:cubicBezTo>
                    <a:pt x="6" y="19"/>
                    <a:pt x="1" y="16"/>
                    <a:pt x="1" y="11"/>
                  </a:cubicBezTo>
                  <a:cubicBezTo>
                    <a:pt x="0" y="6"/>
                    <a:pt x="3" y="2"/>
                    <a:pt x="7" y="1"/>
                  </a:cubicBezTo>
                  <a:cubicBezTo>
                    <a:pt x="12" y="0"/>
                    <a:pt x="17" y="3"/>
                    <a:pt x="18" y="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6" name="íś1iḓe"/>
            <p:cNvSpPr/>
            <p:nvPr>
              <p:custDataLst>
                <p:tags r:id="rId29"/>
              </p:custDataLst>
            </p:nvPr>
          </p:nvSpPr>
          <p:spPr bwMode="auto">
            <a:xfrm>
              <a:off x="3697" y="8441"/>
              <a:ext cx="491" cy="504"/>
            </a:xfrm>
            <a:custGeom>
              <a:avLst/>
              <a:gdLst>
                <a:gd name="T0" fmla="*/ 479 w 670"/>
                <a:gd name="T1" fmla="*/ 77 h 690"/>
                <a:gd name="T2" fmla="*/ 645 w 670"/>
                <a:gd name="T3" fmla="*/ 475 h 690"/>
                <a:gd name="T4" fmla="*/ 541 w 670"/>
                <a:gd name="T5" fmla="*/ 634 h 690"/>
                <a:gd name="T6" fmla="*/ 246 w 670"/>
                <a:gd name="T7" fmla="*/ 623 h 690"/>
                <a:gd name="T8" fmla="*/ 67 w 670"/>
                <a:gd name="T9" fmla="*/ 197 h 690"/>
                <a:gd name="T10" fmla="*/ 479 w 670"/>
                <a:gd name="T11" fmla="*/ 77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70" h="690">
                  <a:moveTo>
                    <a:pt x="479" y="77"/>
                  </a:moveTo>
                  <a:cubicBezTo>
                    <a:pt x="479" y="77"/>
                    <a:pt x="621" y="410"/>
                    <a:pt x="645" y="475"/>
                  </a:cubicBezTo>
                  <a:cubicBezTo>
                    <a:pt x="670" y="541"/>
                    <a:pt x="541" y="634"/>
                    <a:pt x="541" y="634"/>
                  </a:cubicBezTo>
                  <a:cubicBezTo>
                    <a:pt x="541" y="634"/>
                    <a:pt x="375" y="690"/>
                    <a:pt x="246" y="623"/>
                  </a:cubicBezTo>
                  <a:cubicBezTo>
                    <a:pt x="95" y="544"/>
                    <a:pt x="0" y="400"/>
                    <a:pt x="67" y="197"/>
                  </a:cubicBezTo>
                  <a:cubicBezTo>
                    <a:pt x="131" y="0"/>
                    <a:pt x="456" y="16"/>
                    <a:pt x="479" y="77"/>
                  </a:cubicBezTo>
                </a:path>
              </a:pathLst>
            </a:custGeom>
            <a:solidFill>
              <a:srgbClr val="FEDB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7" name="ïṩḷiḋê"/>
            <p:cNvSpPr/>
            <p:nvPr>
              <p:custDataLst>
                <p:tags r:id="rId30"/>
              </p:custDataLst>
            </p:nvPr>
          </p:nvSpPr>
          <p:spPr bwMode="auto">
            <a:xfrm>
              <a:off x="3826" y="8833"/>
              <a:ext cx="22" cy="23"/>
            </a:xfrm>
            <a:custGeom>
              <a:avLst/>
              <a:gdLst>
                <a:gd name="T0" fmla="*/ 28 w 30"/>
                <a:gd name="T1" fmla="*/ 11 h 31"/>
                <a:gd name="T2" fmla="*/ 19 w 30"/>
                <a:gd name="T3" fmla="*/ 28 h 31"/>
                <a:gd name="T4" fmla="*/ 2 w 30"/>
                <a:gd name="T5" fmla="*/ 19 h 31"/>
                <a:gd name="T6" fmla="*/ 11 w 30"/>
                <a:gd name="T7" fmla="*/ 2 h 31"/>
                <a:gd name="T8" fmla="*/ 28 w 30"/>
                <a:gd name="T9" fmla="*/ 11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0" h="31">
                  <a:moveTo>
                    <a:pt x="28" y="11"/>
                  </a:moveTo>
                  <a:cubicBezTo>
                    <a:pt x="30" y="18"/>
                    <a:pt x="26" y="26"/>
                    <a:pt x="19" y="28"/>
                  </a:cubicBezTo>
                  <a:cubicBezTo>
                    <a:pt x="12" y="31"/>
                    <a:pt x="4" y="27"/>
                    <a:pt x="2" y="19"/>
                  </a:cubicBezTo>
                  <a:cubicBezTo>
                    <a:pt x="0" y="12"/>
                    <a:pt x="4" y="5"/>
                    <a:pt x="11" y="2"/>
                  </a:cubicBezTo>
                  <a:cubicBezTo>
                    <a:pt x="18" y="0"/>
                    <a:pt x="26" y="4"/>
                    <a:pt x="28" y="11"/>
                  </a:cubicBezTo>
                  <a:close/>
                </a:path>
              </a:pathLst>
            </a:custGeom>
            <a:solidFill>
              <a:srgbClr val="CE65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8" name="iSlîḓe"/>
            <p:cNvSpPr/>
            <p:nvPr>
              <p:custDataLst>
                <p:tags r:id="rId31"/>
              </p:custDataLst>
            </p:nvPr>
          </p:nvSpPr>
          <p:spPr bwMode="auto">
            <a:xfrm>
              <a:off x="3939" y="8805"/>
              <a:ext cx="20" cy="17"/>
            </a:xfrm>
            <a:custGeom>
              <a:avLst/>
              <a:gdLst>
                <a:gd name="T0" fmla="*/ 26 w 27"/>
                <a:gd name="T1" fmla="*/ 0 h 24"/>
                <a:gd name="T2" fmla="*/ 26 w 27"/>
                <a:gd name="T3" fmla="*/ 0 h 24"/>
                <a:gd name="T4" fmla="*/ 13 w 27"/>
                <a:gd name="T5" fmla="*/ 10 h 24"/>
                <a:gd name="T6" fmla="*/ 0 w 27"/>
                <a:gd name="T7" fmla="*/ 24 h 24"/>
                <a:gd name="T8" fmla="*/ 0 w 27"/>
                <a:gd name="T9" fmla="*/ 24 h 24"/>
                <a:gd name="T10" fmla="*/ 11 w 27"/>
                <a:gd name="T11" fmla="*/ 16 h 24"/>
                <a:gd name="T12" fmla="*/ 27 w 27"/>
                <a:gd name="T13" fmla="*/ 1 h 24"/>
                <a:gd name="T14" fmla="*/ 26 w 27"/>
                <a:gd name="T15" fmla="*/ 0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7" h="24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2"/>
                    <a:pt x="17" y="6"/>
                    <a:pt x="13" y="10"/>
                  </a:cubicBezTo>
                  <a:cubicBezTo>
                    <a:pt x="9" y="14"/>
                    <a:pt x="4" y="19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4" y="22"/>
                    <a:pt x="8" y="19"/>
                    <a:pt x="11" y="16"/>
                  </a:cubicBezTo>
                  <a:cubicBezTo>
                    <a:pt x="16" y="11"/>
                    <a:pt x="22" y="6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89" name="iṣľîḍé"/>
            <p:cNvSpPr/>
            <p:nvPr>
              <p:custDataLst>
                <p:tags r:id="rId32"/>
              </p:custDataLst>
            </p:nvPr>
          </p:nvSpPr>
          <p:spPr bwMode="auto">
            <a:xfrm>
              <a:off x="3951" y="8801"/>
              <a:ext cx="20" cy="20"/>
            </a:xfrm>
            <a:custGeom>
              <a:avLst/>
              <a:gdLst>
                <a:gd name="T0" fmla="*/ 26 w 27"/>
                <a:gd name="T1" fmla="*/ 0 h 28"/>
                <a:gd name="T2" fmla="*/ 26 w 27"/>
                <a:gd name="T3" fmla="*/ 0 h 28"/>
                <a:gd name="T4" fmla="*/ 13 w 27"/>
                <a:gd name="T5" fmla="*/ 13 h 28"/>
                <a:gd name="T6" fmla="*/ 0 w 27"/>
                <a:gd name="T7" fmla="*/ 28 h 28"/>
                <a:gd name="T8" fmla="*/ 0 w 27"/>
                <a:gd name="T9" fmla="*/ 28 h 28"/>
                <a:gd name="T10" fmla="*/ 1 w 27"/>
                <a:gd name="T11" fmla="*/ 28 h 28"/>
                <a:gd name="T12" fmla="*/ 13 w 27"/>
                <a:gd name="T13" fmla="*/ 16 h 28"/>
                <a:gd name="T14" fmla="*/ 27 w 27"/>
                <a:gd name="T15" fmla="*/ 1 h 28"/>
                <a:gd name="T16" fmla="*/ 26 w 27"/>
                <a:gd name="T17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7" h="28">
                  <a:moveTo>
                    <a:pt x="26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1" y="3"/>
                    <a:pt x="17" y="9"/>
                    <a:pt x="13" y="13"/>
                  </a:cubicBezTo>
                  <a:cubicBezTo>
                    <a:pt x="9" y="18"/>
                    <a:pt x="4" y="22"/>
                    <a:pt x="0" y="28"/>
                  </a:cubicBezTo>
                  <a:cubicBezTo>
                    <a:pt x="0" y="28"/>
                    <a:pt x="0" y="28"/>
                    <a:pt x="0" y="28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5" y="25"/>
                    <a:pt x="9" y="20"/>
                    <a:pt x="13" y="16"/>
                  </a:cubicBezTo>
                  <a:cubicBezTo>
                    <a:pt x="18" y="11"/>
                    <a:pt x="24" y="7"/>
                    <a:pt x="27" y="1"/>
                  </a:cubicBezTo>
                  <a:cubicBezTo>
                    <a:pt x="27" y="0"/>
                    <a:pt x="27" y="0"/>
                    <a:pt x="26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0" name="îṧ1ïdè"/>
            <p:cNvSpPr/>
            <p:nvPr>
              <p:custDataLst>
                <p:tags r:id="rId33"/>
              </p:custDataLst>
            </p:nvPr>
          </p:nvSpPr>
          <p:spPr bwMode="auto">
            <a:xfrm>
              <a:off x="3967" y="8791"/>
              <a:ext cx="22" cy="25"/>
            </a:xfrm>
            <a:custGeom>
              <a:avLst/>
              <a:gdLst>
                <a:gd name="T0" fmla="*/ 29 w 30"/>
                <a:gd name="T1" fmla="*/ 0 h 34"/>
                <a:gd name="T2" fmla="*/ 28 w 30"/>
                <a:gd name="T3" fmla="*/ 0 h 34"/>
                <a:gd name="T4" fmla="*/ 13 w 30"/>
                <a:gd name="T5" fmla="*/ 15 h 34"/>
                <a:gd name="T6" fmla="*/ 0 w 30"/>
                <a:gd name="T7" fmla="*/ 33 h 34"/>
                <a:gd name="T8" fmla="*/ 0 w 30"/>
                <a:gd name="T9" fmla="*/ 34 h 34"/>
                <a:gd name="T10" fmla="*/ 2 w 30"/>
                <a:gd name="T11" fmla="*/ 33 h 34"/>
                <a:gd name="T12" fmla="*/ 16 w 30"/>
                <a:gd name="T13" fmla="*/ 15 h 34"/>
                <a:gd name="T14" fmla="*/ 29 w 30"/>
                <a:gd name="T15" fmla="*/ 1 h 34"/>
                <a:gd name="T16" fmla="*/ 29 w 30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0" h="34">
                  <a:moveTo>
                    <a:pt x="29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22" y="4"/>
                    <a:pt x="17" y="10"/>
                    <a:pt x="13" y="15"/>
                  </a:cubicBezTo>
                  <a:cubicBezTo>
                    <a:pt x="8" y="21"/>
                    <a:pt x="3" y="27"/>
                    <a:pt x="0" y="33"/>
                  </a:cubicBezTo>
                  <a:cubicBezTo>
                    <a:pt x="0" y="34"/>
                    <a:pt x="0" y="34"/>
                    <a:pt x="0" y="34"/>
                  </a:cubicBezTo>
                  <a:cubicBezTo>
                    <a:pt x="1" y="34"/>
                    <a:pt x="1" y="34"/>
                    <a:pt x="2" y="33"/>
                  </a:cubicBezTo>
                  <a:cubicBezTo>
                    <a:pt x="6" y="27"/>
                    <a:pt x="11" y="21"/>
                    <a:pt x="16" y="15"/>
                  </a:cubicBezTo>
                  <a:cubicBezTo>
                    <a:pt x="21" y="10"/>
                    <a:pt x="26" y="6"/>
                    <a:pt x="29" y="1"/>
                  </a:cubicBezTo>
                  <a:cubicBezTo>
                    <a:pt x="30" y="0"/>
                    <a:pt x="29" y="0"/>
                    <a:pt x="29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1" name="iṧlïḋe"/>
            <p:cNvSpPr/>
            <p:nvPr>
              <p:custDataLst>
                <p:tags r:id="rId34"/>
              </p:custDataLst>
            </p:nvPr>
          </p:nvSpPr>
          <p:spPr bwMode="auto">
            <a:xfrm>
              <a:off x="4081" y="8752"/>
              <a:ext cx="25" cy="25"/>
            </a:xfrm>
            <a:custGeom>
              <a:avLst/>
              <a:gdLst>
                <a:gd name="T0" fmla="*/ 33 w 34"/>
                <a:gd name="T1" fmla="*/ 0 h 34"/>
                <a:gd name="T2" fmla="*/ 33 w 34"/>
                <a:gd name="T3" fmla="*/ 0 h 34"/>
                <a:gd name="T4" fmla="*/ 20 w 34"/>
                <a:gd name="T5" fmla="*/ 14 h 34"/>
                <a:gd name="T6" fmla="*/ 1 w 34"/>
                <a:gd name="T7" fmla="*/ 32 h 34"/>
                <a:gd name="T8" fmla="*/ 1 w 34"/>
                <a:gd name="T9" fmla="*/ 34 h 34"/>
                <a:gd name="T10" fmla="*/ 1 w 34"/>
                <a:gd name="T11" fmla="*/ 34 h 34"/>
                <a:gd name="T12" fmla="*/ 18 w 34"/>
                <a:gd name="T13" fmla="*/ 19 h 34"/>
                <a:gd name="T14" fmla="*/ 34 w 34"/>
                <a:gd name="T15" fmla="*/ 0 h 34"/>
                <a:gd name="T16" fmla="*/ 33 w 34"/>
                <a:gd name="T17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4">
                  <a:moveTo>
                    <a:pt x="33" y="0"/>
                  </a:moveTo>
                  <a:cubicBezTo>
                    <a:pt x="33" y="0"/>
                    <a:pt x="33" y="0"/>
                    <a:pt x="33" y="0"/>
                  </a:cubicBezTo>
                  <a:cubicBezTo>
                    <a:pt x="28" y="4"/>
                    <a:pt x="24" y="9"/>
                    <a:pt x="20" y="14"/>
                  </a:cubicBezTo>
                  <a:cubicBezTo>
                    <a:pt x="14" y="21"/>
                    <a:pt x="8" y="27"/>
                    <a:pt x="1" y="32"/>
                  </a:cubicBezTo>
                  <a:cubicBezTo>
                    <a:pt x="0" y="33"/>
                    <a:pt x="0" y="34"/>
                    <a:pt x="1" y="34"/>
                  </a:cubicBezTo>
                  <a:cubicBezTo>
                    <a:pt x="1" y="34"/>
                    <a:pt x="1" y="34"/>
                    <a:pt x="1" y="34"/>
                  </a:cubicBezTo>
                  <a:cubicBezTo>
                    <a:pt x="8" y="30"/>
                    <a:pt x="13" y="25"/>
                    <a:pt x="18" y="19"/>
                  </a:cubicBezTo>
                  <a:cubicBezTo>
                    <a:pt x="23" y="13"/>
                    <a:pt x="29" y="7"/>
                    <a:pt x="34" y="0"/>
                  </a:cubicBezTo>
                  <a:cubicBezTo>
                    <a:pt x="34" y="0"/>
                    <a:pt x="34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2" name="íṣ1íḍê"/>
            <p:cNvSpPr/>
            <p:nvPr>
              <p:custDataLst>
                <p:tags r:id="rId35"/>
              </p:custDataLst>
            </p:nvPr>
          </p:nvSpPr>
          <p:spPr bwMode="auto">
            <a:xfrm>
              <a:off x="4095" y="8747"/>
              <a:ext cx="25" cy="27"/>
            </a:xfrm>
            <a:custGeom>
              <a:avLst/>
              <a:gdLst>
                <a:gd name="T0" fmla="*/ 33 w 34"/>
                <a:gd name="T1" fmla="*/ 0 h 37"/>
                <a:gd name="T2" fmla="*/ 32 w 34"/>
                <a:gd name="T3" fmla="*/ 0 h 37"/>
                <a:gd name="T4" fmla="*/ 14 w 34"/>
                <a:gd name="T5" fmla="*/ 18 h 37"/>
                <a:gd name="T6" fmla="*/ 0 w 34"/>
                <a:gd name="T7" fmla="*/ 37 h 37"/>
                <a:gd name="T8" fmla="*/ 1 w 34"/>
                <a:gd name="T9" fmla="*/ 37 h 37"/>
                <a:gd name="T10" fmla="*/ 1 w 34"/>
                <a:gd name="T11" fmla="*/ 37 h 37"/>
                <a:gd name="T12" fmla="*/ 18 w 34"/>
                <a:gd name="T13" fmla="*/ 17 h 37"/>
                <a:gd name="T14" fmla="*/ 33 w 34"/>
                <a:gd name="T15" fmla="*/ 1 h 37"/>
                <a:gd name="T16" fmla="*/ 33 w 34"/>
                <a:gd name="T17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4" h="37">
                  <a:moveTo>
                    <a:pt x="33" y="0"/>
                  </a:moveTo>
                  <a:cubicBezTo>
                    <a:pt x="32" y="0"/>
                    <a:pt x="32" y="0"/>
                    <a:pt x="32" y="0"/>
                  </a:cubicBezTo>
                  <a:cubicBezTo>
                    <a:pt x="25" y="5"/>
                    <a:pt x="19" y="12"/>
                    <a:pt x="14" y="18"/>
                  </a:cubicBezTo>
                  <a:cubicBezTo>
                    <a:pt x="9" y="24"/>
                    <a:pt x="4" y="30"/>
                    <a:pt x="0" y="37"/>
                  </a:cubicBezTo>
                  <a:cubicBezTo>
                    <a:pt x="0" y="37"/>
                    <a:pt x="0" y="37"/>
                    <a:pt x="1" y="37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7" y="31"/>
                    <a:pt x="12" y="24"/>
                    <a:pt x="18" y="17"/>
                  </a:cubicBezTo>
                  <a:cubicBezTo>
                    <a:pt x="23" y="12"/>
                    <a:pt x="29" y="7"/>
                    <a:pt x="33" y="1"/>
                  </a:cubicBezTo>
                  <a:cubicBezTo>
                    <a:pt x="34" y="0"/>
                    <a:pt x="33" y="0"/>
                    <a:pt x="33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3" name="îṡľîďè"/>
            <p:cNvSpPr/>
            <p:nvPr>
              <p:custDataLst>
                <p:tags r:id="rId36"/>
              </p:custDataLst>
            </p:nvPr>
          </p:nvSpPr>
          <p:spPr bwMode="auto">
            <a:xfrm>
              <a:off x="4109" y="8749"/>
              <a:ext cx="21" cy="20"/>
            </a:xfrm>
            <a:custGeom>
              <a:avLst/>
              <a:gdLst>
                <a:gd name="T0" fmla="*/ 27 w 29"/>
                <a:gd name="T1" fmla="*/ 0 h 28"/>
                <a:gd name="T2" fmla="*/ 26 w 29"/>
                <a:gd name="T3" fmla="*/ 0 h 28"/>
                <a:gd name="T4" fmla="*/ 0 w 29"/>
                <a:gd name="T5" fmla="*/ 27 h 28"/>
                <a:gd name="T6" fmla="*/ 1 w 29"/>
                <a:gd name="T7" fmla="*/ 28 h 28"/>
                <a:gd name="T8" fmla="*/ 1 w 29"/>
                <a:gd name="T9" fmla="*/ 28 h 28"/>
                <a:gd name="T10" fmla="*/ 28 w 29"/>
                <a:gd name="T11" fmla="*/ 1 h 28"/>
                <a:gd name="T12" fmla="*/ 27 w 29"/>
                <a:gd name="T13" fmla="*/ 0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9" h="28">
                  <a:moveTo>
                    <a:pt x="27" y="0"/>
                  </a:moveTo>
                  <a:cubicBezTo>
                    <a:pt x="27" y="0"/>
                    <a:pt x="27" y="0"/>
                    <a:pt x="26" y="0"/>
                  </a:cubicBezTo>
                  <a:cubicBezTo>
                    <a:pt x="16" y="7"/>
                    <a:pt x="9" y="18"/>
                    <a:pt x="0" y="27"/>
                  </a:cubicBezTo>
                  <a:cubicBezTo>
                    <a:pt x="0" y="28"/>
                    <a:pt x="0" y="28"/>
                    <a:pt x="1" y="28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11" y="20"/>
                    <a:pt x="20" y="11"/>
                    <a:pt x="28" y="1"/>
                  </a:cubicBezTo>
                  <a:cubicBezTo>
                    <a:pt x="29" y="0"/>
                    <a:pt x="28" y="0"/>
                    <a:pt x="27" y="0"/>
                  </a:cubicBezTo>
                </a:path>
              </a:pathLst>
            </a:custGeom>
            <a:solidFill>
              <a:srgbClr val="E6A09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4" name="ïśľîḓe"/>
            <p:cNvSpPr/>
            <p:nvPr>
              <p:custDataLst>
                <p:tags r:id="rId37"/>
              </p:custDataLst>
            </p:nvPr>
          </p:nvSpPr>
          <p:spPr bwMode="auto">
            <a:xfrm>
              <a:off x="4055" y="8677"/>
              <a:ext cx="68" cy="75"/>
            </a:xfrm>
            <a:custGeom>
              <a:avLst/>
              <a:gdLst>
                <a:gd name="T0" fmla="*/ 9 w 92"/>
                <a:gd name="T1" fmla="*/ 66 h 103"/>
                <a:gd name="T2" fmla="*/ 62 w 92"/>
                <a:gd name="T3" fmla="*/ 95 h 103"/>
                <a:gd name="T4" fmla="*/ 82 w 92"/>
                <a:gd name="T5" fmla="*/ 37 h 103"/>
                <a:gd name="T6" fmla="*/ 29 w 92"/>
                <a:gd name="T7" fmla="*/ 8 h 103"/>
                <a:gd name="T8" fmla="*/ 9 w 92"/>
                <a:gd name="T9" fmla="*/ 66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2" h="103">
                  <a:moveTo>
                    <a:pt x="9" y="66"/>
                  </a:moveTo>
                  <a:cubicBezTo>
                    <a:pt x="18" y="90"/>
                    <a:pt x="42" y="103"/>
                    <a:pt x="62" y="95"/>
                  </a:cubicBezTo>
                  <a:cubicBezTo>
                    <a:pt x="83" y="87"/>
                    <a:pt x="92" y="61"/>
                    <a:pt x="82" y="37"/>
                  </a:cubicBezTo>
                  <a:cubicBezTo>
                    <a:pt x="73" y="13"/>
                    <a:pt x="49" y="0"/>
                    <a:pt x="29" y="8"/>
                  </a:cubicBezTo>
                  <a:cubicBezTo>
                    <a:pt x="9" y="16"/>
                    <a:pt x="0" y="42"/>
                    <a:pt x="9" y="66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5" name="ïšḻíḋê"/>
            <p:cNvSpPr/>
            <p:nvPr>
              <p:custDataLst>
                <p:tags r:id="rId38"/>
              </p:custDataLst>
            </p:nvPr>
          </p:nvSpPr>
          <p:spPr bwMode="auto">
            <a:xfrm>
              <a:off x="4080" y="8682"/>
              <a:ext cx="28" cy="31"/>
            </a:xfrm>
            <a:custGeom>
              <a:avLst/>
              <a:gdLst>
                <a:gd name="T0" fmla="*/ 4 w 39"/>
                <a:gd name="T1" fmla="*/ 27 h 43"/>
                <a:gd name="T2" fmla="*/ 26 w 39"/>
                <a:gd name="T3" fmla="*/ 40 h 43"/>
                <a:gd name="T4" fmla="*/ 35 w 39"/>
                <a:gd name="T5" fmla="*/ 15 h 43"/>
                <a:gd name="T6" fmla="*/ 12 w 39"/>
                <a:gd name="T7" fmla="*/ 3 h 43"/>
                <a:gd name="T8" fmla="*/ 4 w 39"/>
                <a:gd name="T9" fmla="*/ 27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43">
                  <a:moveTo>
                    <a:pt x="4" y="27"/>
                  </a:moveTo>
                  <a:cubicBezTo>
                    <a:pt x="8" y="37"/>
                    <a:pt x="18" y="43"/>
                    <a:pt x="26" y="40"/>
                  </a:cubicBezTo>
                  <a:cubicBezTo>
                    <a:pt x="35" y="36"/>
                    <a:pt x="39" y="25"/>
                    <a:pt x="35" y="15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4" y="6"/>
                    <a:pt x="0" y="17"/>
                    <a:pt x="4" y="2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6" name="işľídè"/>
            <p:cNvSpPr/>
            <p:nvPr>
              <p:custDataLst>
                <p:tags r:id="rId39"/>
              </p:custDataLst>
            </p:nvPr>
          </p:nvSpPr>
          <p:spPr bwMode="auto">
            <a:xfrm>
              <a:off x="3910" y="8718"/>
              <a:ext cx="69" cy="78"/>
            </a:xfrm>
            <a:custGeom>
              <a:avLst/>
              <a:gdLst>
                <a:gd name="T0" fmla="*/ 9 w 95"/>
                <a:gd name="T1" fmla="*/ 68 h 106"/>
                <a:gd name="T2" fmla="*/ 65 w 95"/>
                <a:gd name="T3" fmla="*/ 98 h 106"/>
                <a:gd name="T4" fmla="*/ 85 w 95"/>
                <a:gd name="T5" fmla="*/ 38 h 106"/>
                <a:gd name="T6" fmla="*/ 30 w 95"/>
                <a:gd name="T7" fmla="*/ 8 h 106"/>
                <a:gd name="T8" fmla="*/ 9 w 95"/>
                <a:gd name="T9" fmla="*/ 68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5" h="106">
                  <a:moveTo>
                    <a:pt x="9" y="68"/>
                  </a:moveTo>
                  <a:cubicBezTo>
                    <a:pt x="19" y="93"/>
                    <a:pt x="44" y="106"/>
                    <a:pt x="65" y="98"/>
                  </a:cubicBezTo>
                  <a:cubicBezTo>
                    <a:pt x="86" y="90"/>
                    <a:pt x="95" y="63"/>
                    <a:pt x="85" y="38"/>
                  </a:cubicBezTo>
                  <a:cubicBezTo>
                    <a:pt x="76" y="14"/>
                    <a:pt x="51" y="0"/>
                    <a:pt x="30" y="8"/>
                  </a:cubicBezTo>
                  <a:cubicBezTo>
                    <a:pt x="9" y="16"/>
                    <a:pt x="0" y="43"/>
                    <a:pt x="9" y="68"/>
                  </a:cubicBezTo>
                  <a:close/>
                </a:path>
              </a:pathLst>
            </a:custGeom>
            <a:solidFill>
              <a:srgbClr val="A272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7" name="îsḷiḍe"/>
            <p:cNvSpPr/>
            <p:nvPr>
              <p:custDataLst>
                <p:tags r:id="rId40"/>
              </p:custDataLst>
            </p:nvPr>
          </p:nvSpPr>
          <p:spPr bwMode="auto">
            <a:xfrm>
              <a:off x="3936" y="8725"/>
              <a:ext cx="28" cy="31"/>
            </a:xfrm>
            <a:custGeom>
              <a:avLst/>
              <a:gdLst>
                <a:gd name="T0" fmla="*/ 4 w 38"/>
                <a:gd name="T1" fmla="*/ 28 h 43"/>
                <a:gd name="T2" fmla="*/ 26 w 38"/>
                <a:gd name="T3" fmla="*/ 40 h 43"/>
                <a:gd name="T4" fmla="*/ 35 w 38"/>
                <a:gd name="T5" fmla="*/ 16 h 43"/>
                <a:gd name="T6" fmla="*/ 12 w 38"/>
                <a:gd name="T7" fmla="*/ 3 h 43"/>
                <a:gd name="T8" fmla="*/ 4 w 38"/>
                <a:gd name="T9" fmla="*/ 28 h 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8" h="43">
                  <a:moveTo>
                    <a:pt x="4" y="28"/>
                  </a:moveTo>
                  <a:cubicBezTo>
                    <a:pt x="8" y="38"/>
                    <a:pt x="18" y="43"/>
                    <a:pt x="26" y="40"/>
                  </a:cubicBezTo>
                  <a:cubicBezTo>
                    <a:pt x="35" y="36"/>
                    <a:pt x="38" y="26"/>
                    <a:pt x="35" y="16"/>
                  </a:cubicBezTo>
                  <a:cubicBezTo>
                    <a:pt x="31" y="5"/>
                    <a:pt x="21" y="0"/>
                    <a:pt x="12" y="3"/>
                  </a:cubicBezTo>
                  <a:cubicBezTo>
                    <a:pt x="3" y="7"/>
                    <a:pt x="0" y="18"/>
                    <a:pt x="4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8" name="iṧlîde"/>
            <p:cNvSpPr/>
            <p:nvPr>
              <p:custDataLst>
                <p:tags r:id="rId41"/>
              </p:custDataLst>
            </p:nvPr>
          </p:nvSpPr>
          <p:spPr bwMode="auto">
            <a:xfrm>
              <a:off x="3895" y="8669"/>
              <a:ext cx="64" cy="46"/>
            </a:xfrm>
            <a:custGeom>
              <a:avLst/>
              <a:gdLst>
                <a:gd name="T0" fmla="*/ 81 w 87"/>
                <a:gd name="T1" fmla="*/ 0 h 63"/>
                <a:gd name="T2" fmla="*/ 73 w 87"/>
                <a:gd name="T3" fmla="*/ 4 h 63"/>
                <a:gd name="T4" fmla="*/ 73 w 87"/>
                <a:gd name="T5" fmla="*/ 6 h 63"/>
                <a:gd name="T6" fmla="*/ 49 w 87"/>
                <a:gd name="T7" fmla="*/ 53 h 63"/>
                <a:gd name="T8" fmla="*/ 39 w 87"/>
                <a:gd name="T9" fmla="*/ 55 h 63"/>
                <a:gd name="T10" fmla="*/ 9 w 87"/>
                <a:gd name="T11" fmla="*/ 39 h 63"/>
                <a:gd name="T12" fmla="*/ 8 w 87"/>
                <a:gd name="T13" fmla="*/ 38 h 63"/>
                <a:gd name="T14" fmla="*/ 6 w 87"/>
                <a:gd name="T15" fmla="*/ 39 h 63"/>
                <a:gd name="T16" fmla="*/ 4 w 87"/>
                <a:gd name="T17" fmla="*/ 39 h 63"/>
                <a:gd name="T18" fmla="*/ 0 w 87"/>
                <a:gd name="T19" fmla="*/ 41 h 63"/>
                <a:gd name="T20" fmla="*/ 1 w 87"/>
                <a:gd name="T21" fmla="*/ 43 h 63"/>
                <a:gd name="T22" fmla="*/ 39 w 87"/>
                <a:gd name="T23" fmla="*/ 63 h 63"/>
                <a:gd name="T24" fmla="*/ 51 w 87"/>
                <a:gd name="T25" fmla="*/ 61 h 63"/>
                <a:gd name="T26" fmla="*/ 81 w 87"/>
                <a:gd name="T27" fmla="*/ 3 h 63"/>
                <a:gd name="T28" fmla="*/ 81 w 87"/>
                <a:gd name="T29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87" h="63">
                  <a:moveTo>
                    <a:pt x="81" y="0"/>
                  </a:moveTo>
                  <a:cubicBezTo>
                    <a:pt x="73" y="4"/>
                    <a:pt x="73" y="4"/>
                    <a:pt x="73" y="4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78" y="27"/>
                    <a:pt x="67" y="48"/>
                    <a:pt x="49" y="53"/>
                  </a:cubicBezTo>
                  <a:cubicBezTo>
                    <a:pt x="46" y="54"/>
                    <a:pt x="42" y="55"/>
                    <a:pt x="39" y="55"/>
                  </a:cubicBezTo>
                  <a:cubicBezTo>
                    <a:pt x="28" y="55"/>
                    <a:pt x="17" y="49"/>
                    <a:pt x="9" y="39"/>
                  </a:cubicBezTo>
                  <a:cubicBezTo>
                    <a:pt x="8" y="38"/>
                    <a:pt x="8" y="38"/>
                    <a:pt x="8" y="38"/>
                  </a:cubicBezTo>
                  <a:cubicBezTo>
                    <a:pt x="6" y="39"/>
                    <a:pt x="6" y="39"/>
                    <a:pt x="6" y="39"/>
                  </a:cubicBezTo>
                  <a:cubicBezTo>
                    <a:pt x="5" y="39"/>
                    <a:pt x="5" y="39"/>
                    <a:pt x="4" y="39"/>
                  </a:cubicBezTo>
                  <a:cubicBezTo>
                    <a:pt x="0" y="41"/>
                    <a:pt x="0" y="41"/>
                    <a:pt x="0" y="41"/>
                  </a:cubicBezTo>
                  <a:cubicBezTo>
                    <a:pt x="1" y="43"/>
                    <a:pt x="1" y="43"/>
                    <a:pt x="1" y="43"/>
                  </a:cubicBezTo>
                  <a:cubicBezTo>
                    <a:pt x="11" y="56"/>
                    <a:pt x="25" y="63"/>
                    <a:pt x="39" y="63"/>
                  </a:cubicBezTo>
                  <a:cubicBezTo>
                    <a:pt x="43" y="63"/>
                    <a:pt x="47" y="62"/>
                    <a:pt x="51" y="61"/>
                  </a:cubicBezTo>
                  <a:cubicBezTo>
                    <a:pt x="74" y="54"/>
                    <a:pt x="87" y="29"/>
                    <a:pt x="81" y="3"/>
                  </a:cubicBezTo>
                  <a:lnTo>
                    <a:pt x="81" y="0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9" name="ísḷîdé"/>
            <p:cNvSpPr/>
            <p:nvPr>
              <p:custDataLst>
                <p:tags r:id="rId42"/>
              </p:custDataLst>
            </p:nvPr>
          </p:nvSpPr>
          <p:spPr bwMode="auto">
            <a:xfrm>
              <a:off x="4020" y="8620"/>
              <a:ext cx="55" cy="44"/>
            </a:xfrm>
            <a:custGeom>
              <a:avLst/>
              <a:gdLst>
                <a:gd name="T0" fmla="*/ 74 w 75"/>
                <a:gd name="T1" fmla="*/ 21 h 60"/>
                <a:gd name="T2" fmla="*/ 38 w 75"/>
                <a:gd name="T3" fmla="*/ 0 h 60"/>
                <a:gd name="T4" fmla="*/ 29 w 75"/>
                <a:gd name="T5" fmla="*/ 1 h 60"/>
                <a:gd name="T6" fmla="*/ 6 w 75"/>
                <a:gd name="T7" fmla="*/ 58 h 60"/>
                <a:gd name="T8" fmla="*/ 7 w 75"/>
                <a:gd name="T9" fmla="*/ 60 h 60"/>
                <a:gd name="T10" fmla="*/ 14 w 75"/>
                <a:gd name="T11" fmla="*/ 56 h 60"/>
                <a:gd name="T12" fmla="*/ 13 w 75"/>
                <a:gd name="T13" fmla="*/ 55 h 60"/>
                <a:gd name="T14" fmla="*/ 32 w 75"/>
                <a:gd name="T15" fmla="*/ 9 h 60"/>
                <a:gd name="T16" fmla="*/ 67 w 75"/>
                <a:gd name="T17" fmla="*/ 25 h 60"/>
                <a:gd name="T18" fmla="*/ 68 w 75"/>
                <a:gd name="T19" fmla="*/ 26 h 60"/>
                <a:gd name="T20" fmla="*/ 69 w 75"/>
                <a:gd name="T21" fmla="*/ 26 h 60"/>
                <a:gd name="T22" fmla="*/ 71 w 75"/>
                <a:gd name="T23" fmla="*/ 25 h 60"/>
                <a:gd name="T24" fmla="*/ 75 w 75"/>
                <a:gd name="T25" fmla="*/ 23 h 60"/>
                <a:gd name="T26" fmla="*/ 74 w 75"/>
                <a:gd name="T27" fmla="*/ 2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5" h="60">
                  <a:moveTo>
                    <a:pt x="74" y="21"/>
                  </a:moveTo>
                  <a:cubicBezTo>
                    <a:pt x="64" y="8"/>
                    <a:pt x="51" y="0"/>
                    <a:pt x="38" y="0"/>
                  </a:cubicBezTo>
                  <a:cubicBezTo>
                    <a:pt x="35" y="0"/>
                    <a:pt x="32" y="0"/>
                    <a:pt x="29" y="1"/>
                  </a:cubicBezTo>
                  <a:cubicBezTo>
                    <a:pt x="10" y="7"/>
                    <a:pt x="0" y="32"/>
                    <a:pt x="6" y="58"/>
                  </a:cubicBezTo>
                  <a:cubicBezTo>
                    <a:pt x="7" y="60"/>
                    <a:pt x="7" y="60"/>
                    <a:pt x="7" y="60"/>
                  </a:cubicBezTo>
                  <a:cubicBezTo>
                    <a:pt x="14" y="56"/>
                    <a:pt x="14" y="56"/>
                    <a:pt x="14" y="56"/>
                  </a:cubicBezTo>
                  <a:cubicBezTo>
                    <a:pt x="13" y="55"/>
                    <a:pt x="13" y="55"/>
                    <a:pt x="13" y="55"/>
                  </a:cubicBezTo>
                  <a:cubicBezTo>
                    <a:pt x="9" y="34"/>
                    <a:pt x="17" y="14"/>
                    <a:pt x="32" y="9"/>
                  </a:cubicBezTo>
                  <a:cubicBezTo>
                    <a:pt x="44" y="5"/>
                    <a:pt x="57" y="12"/>
                    <a:pt x="67" y="25"/>
                  </a:cubicBezTo>
                  <a:cubicBezTo>
                    <a:pt x="68" y="26"/>
                    <a:pt x="68" y="26"/>
                    <a:pt x="68" y="26"/>
                  </a:cubicBezTo>
                  <a:cubicBezTo>
                    <a:pt x="69" y="26"/>
                    <a:pt x="69" y="26"/>
                    <a:pt x="69" y="26"/>
                  </a:cubicBezTo>
                  <a:cubicBezTo>
                    <a:pt x="70" y="25"/>
                    <a:pt x="71" y="25"/>
                    <a:pt x="71" y="25"/>
                  </a:cubicBezTo>
                  <a:cubicBezTo>
                    <a:pt x="75" y="23"/>
                    <a:pt x="75" y="23"/>
                    <a:pt x="75" y="23"/>
                  </a:cubicBezTo>
                  <a:lnTo>
                    <a:pt x="74" y="21"/>
                  </a:ln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0" name="ïṡ1idè"/>
            <p:cNvSpPr/>
            <p:nvPr>
              <p:custDataLst>
                <p:tags r:id="rId43"/>
              </p:custDataLst>
            </p:nvPr>
          </p:nvSpPr>
          <p:spPr bwMode="auto">
            <a:xfrm>
              <a:off x="3998" y="8808"/>
              <a:ext cx="113" cy="45"/>
            </a:xfrm>
            <a:custGeom>
              <a:avLst/>
              <a:gdLst>
                <a:gd name="T0" fmla="*/ 152 w 154"/>
                <a:gd name="T1" fmla="*/ 1 h 62"/>
                <a:gd name="T2" fmla="*/ 109 w 154"/>
                <a:gd name="T3" fmla="*/ 39 h 62"/>
                <a:gd name="T4" fmla="*/ 66 w 154"/>
                <a:gd name="T5" fmla="*/ 36 h 62"/>
                <a:gd name="T6" fmla="*/ 1 w 154"/>
                <a:gd name="T7" fmla="*/ 60 h 62"/>
                <a:gd name="T8" fmla="*/ 4 w 154"/>
                <a:gd name="T9" fmla="*/ 61 h 62"/>
                <a:gd name="T10" fmla="*/ 60 w 154"/>
                <a:gd name="T11" fmla="*/ 40 h 62"/>
                <a:gd name="T12" fmla="*/ 107 w 154"/>
                <a:gd name="T13" fmla="*/ 43 h 62"/>
                <a:gd name="T14" fmla="*/ 154 w 154"/>
                <a:gd name="T15" fmla="*/ 1 h 62"/>
                <a:gd name="T16" fmla="*/ 152 w 154"/>
                <a:gd name="T17" fmla="*/ 1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" h="62">
                  <a:moveTo>
                    <a:pt x="152" y="1"/>
                  </a:moveTo>
                  <a:cubicBezTo>
                    <a:pt x="143" y="22"/>
                    <a:pt x="134" y="37"/>
                    <a:pt x="109" y="39"/>
                  </a:cubicBezTo>
                  <a:cubicBezTo>
                    <a:pt x="95" y="40"/>
                    <a:pt x="80" y="37"/>
                    <a:pt x="66" y="36"/>
                  </a:cubicBezTo>
                  <a:cubicBezTo>
                    <a:pt x="43" y="34"/>
                    <a:pt x="13" y="38"/>
                    <a:pt x="1" y="60"/>
                  </a:cubicBezTo>
                  <a:cubicBezTo>
                    <a:pt x="0" y="62"/>
                    <a:pt x="3" y="61"/>
                    <a:pt x="4" y="61"/>
                  </a:cubicBezTo>
                  <a:cubicBezTo>
                    <a:pt x="22" y="46"/>
                    <a:pt x="37" y="39"/>
                    <a:pt x="60" y="40"/>
                  </a:cubicBezTo>
                  <a:cubicBezTo>
                    <a:pt x="76" y="41"/>
                    <a:pt x="92" y="43"/>
                    <a:pt x="107" y="43"/>
                  </a:cubicBezTo>
                  <a:cubicBezTo>
                    <a:pt x="133" y="42"/>
                    <a:pt x="150" y="26"/>
                    <a:pt x="154" y="1"/>
                  </a:cubicBezTo>
                  <a:cubicBezTo>
                    <a:pt x="154" y="0"/>
                    <a:pt x="152" y="0"/>
                    <a:pt x="152" y="1"/>
                  </a:cubicBezTo>
                  <a:close/>
                </a:path>
              </a:pathLst>
            </a:custGeom>
            <a:solidFill>
              <a:srgbClr val="99282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1" name="işliḋè"/>
            <p:cNvSpPr/>
            <p:nvPr>
              <p:custDataLst>
                <p:tags r:id="rId44"/>
              </p:custDataLst>
            </p:nvPr>
          </p:nvSpPr>
          <p:spPr bwMode="auto">
            <a:xfrm>
              <a:off x="3602" y="8356"/>
              <a:ext cx="534" cy="779"/>
            </a:xfrm>
            <a:custGeom>
              <a:avLst/>
              <a:gdLst>
                <a:gd name="T0" fmla="*/ 307 w 729"/>
                <a:gd name="T1" fmla="*/ 559 h 1066"/>
                <a:gd name="T2" fmla="*/ 384 w 729"/>
                <a:gd name="T3" fmla="*/ 318 h 1066"/>
                <a:gd name="T4" fmla="*/ 729 w 729"/>
                <a:gd name="T5" fmla="*/ 295 h 1066"/>
                <a:gd name="T6" fmla="*/ 286 w 729"/>
                <a:gd name="T7" fmla="*/ 86 h 1066"/>
                <a:gd name="T8" fmla="*/ 162 w 729"/>
                <a:gd name="T9" fmla="*/ 239 h 1066"/>
                <a:gd name="T10" fmla="*/ 83 w 729"/>
                <a:gd name="T11" fmla="*/ 608 h 1066"/>
                <a:gd name="T12" fmla="*/ 236 w 729"/>
                <a:gd name="T13" fmla="*/ 895 h 1066"/>
                <a:gd name="T14" fmla="*/ 113 w 729"/>
                <a:gd name="T15" fmla="*/ 962 h 1066"/>
                <a:gd name="T16" fmla="*/ 371 w 729"/>
                <a:gd name="T17" fmla="*/ 781 h 1066"/>
                <a:gd name="T18" fmla="*/ 321 w 729"/>
                <a:gd name="T19" fmla="*/ 680 h 1066"/>
                <a:gd name="T20" fmla="*/ 259 w 729"/>
                <a:gd name="T21" fmla="*/ 595 h 1066"/>
                <a:gd name="T22" fmla="*/ 307 w 729"/>
                <a:gd name="T23" fmla="*/ 559 h 1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29" h="1066">
                  <a:moveTo>
                    <a:pt x="307" y="559"/>
                  </a:moveTo>
                  <a:cubicBezTo>
                    <a:pt x="348" y="528"/>
                    <a:pt x="376" y="371"/>
                    <a:pt x="384" y="318"/>
                  </a:cubicBezTo>
                  <a:cubicBezTo>
                    <a:pt x="455" y="344"/>
                    <a:pt x="588" y="373"/>
                    <a:pt x="729" y="295"/>
                  </a:cubicBezTo>
                  <a:cubicBezTo>
                    <a:pt x="729" y="295"/>
                    <a:pt x="674" y="0"/>
                    <a:pt x="286" y="86"/>
                  </a:cubicBezTo>
                  <a:cubicBezTo>
                    <a:pt x="150" y="116"/>
                    <a:pt x="142" y="212"/>
                    <a:pt x="162" y="239"/>
                  </a:cubicBezTo>
                  <a:cubicBezTo>
                    <a:pt x="9" y="291"/>
                    <a:pt x="0" y="464"/>
                    <a:pt x="83" y="608"/>
                  </a:cubicBezTo>
                  <a:cubicBezTo>
                    <a:pt x="209" y="824"/>
                    <a:pt x="227" y="815"/>
                    <a:pt x="236" y="895"/>
                  </a:cubicBezTo>
                  <a:cubicBezTo>
                    <a:pt x="246" y="975"/>
                    <a:pt x="113" y="962"/>
                    <a:pt x="113" y="962"/>
                  </a:cubicBezTo>
                  <a:cubicBezTo>
                    <a:pt x="304" y="1066"/>
                    <a:pt x="381" y="833"/>
                    <a:pt x="371" y="781"/>
                  </a:cubicBezTo>
                  <a:cubicBezTo>
                    <a:pt x="361" y="729"/>
                    <a:pt x="321" y="680"/>
                    <a:pt x="321" y="680"/>
                  </a:cubicBezTo>
                  <a:cubicBezTo>
                    <a:pt x="267" y="681"/>
                    <a:pt x="255" y="635"/>
                    <a:pt x="259" y="595"/>
                  </a:cubicBezTo>
                  <a:cubicBezTo>
                    <a:pt x="262" y="556"/>
                    <a:pt x="307" y="559"/>
                    <a:pt x="307" y="559"/>
                  </a:cubicBezTo>
                  <a:close/>
                </a:path>
              </a:pathLst>
            </a:custGeom>
            <a:solidFill>
              <a:srgbClr val="F59A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2" name="íslïďê"/>
            <p:cNvSpPr/>
            <p:nvPr>
              <p:custDataLst>
                <p:tags r:id="rId45"/>
              </p:custDataLst>
            </p:nvPr>
          </p:nvSpPr>
          <p:spPr bwMode="auto">
            <a:xfrm>
              <a:off x="3753" y="8661"/>
              <a:ext cx="129" cy="137"/>
            </a:xfrm>
            <a:custGeom>
              <a:avLst/>
              <a:gdLst>
                <a:gd name="T0" fmla="*/ 15 w 176"/>
                <a:gd name="T1" fmla="*/ 167 h 187"/>
                <a:gd name="T2" fmla="*/ 8 w 176"/>
                <a:gd name="T3" fmla="*/ 142 h 187"/>
                <a:gd name="T4" fmla="*/ 0 w 176"/>
                <a:gd name="T5" fmla="*/ 112 h 187"/>
                <a:gd name="T6" fmla="*/ 0 w 176"/>
                <a:gd name="T7" fmla="*/ 110 h 187"/>
                <a:gd name="T8" fmla="*/ 12 w 176"/>
                <a:gd name="T9" fmla="*/ 87 h 187"/>
                <a:gd name="T10" fmla="*/ 28 w 176"/>
                <a:gd name="T11" fmla="*/ 71 h 187"/>
                <a:gd name="T12" fmla="*/ 59 w 176"/>
                <a:gd name="T13" fmla="*/ 60 h 187"/>
                <a:gd name="T14" fmla="*/ 80 w 176"/>
                <a:gd name="T15" fmla="*/ 21 h 187"/>
                <a:gd name="T16" fmla="*/ 106 w 176"/>
                <a:gd name="T17" fmla="*/ 44 h 187"/>
                <a:gd name="T18" fmla="*/ 109 w 176"/>
                <a:gd name="T19" fmla="*/ 94 h 187"/>
                <a:gd name="T20" fmla="*/ 136 w 176"/>
                <a:gd name="T21" fmla="*/ 87 h 187"/>
                <a:gd name="T22" fmla="*/ 176 w 176"/>
                <a:gd name="T23" fmla="*/ 103 h 187"/>
                <a:gd name="T24" fmla="*/ 81 w 176"/>
                <a:gd name="T25" fmla="*/ 185 h 187"/>
                <a:gd name="T26" fmla="*/ 15 w 176"/>
                <a:gd name="T27" fmla="*/ 167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76" h="187">
                  <a:moveTo>
                    <a:pt x="15" y="167"/>
                  </a:moveTo>
                  <a:cubicBezTo>
                    <a:pt x="8" y="142"/>
                    <a:pt x="8" y="142"/>
                    <a:pt x="8" y="142"/>
                  </a:cubicBezTo>
                  <a:cubicBezTo>
                    <a:pt x="6" y="133"/>
                    <a:pt x="4" y="123"/>
                    <a:pt x="0" y="112"/>
                  </a:cubicBezTo>
                  <a:cubicBezTo>
                    <a:pt x="0" y="112"/>
                    <a:pt x="0" y="111"/>
                    <a:pt x="0" y="110"/>
                  </a:cubicBezTo>
                  <a:cubicBezTo>
                    <a:pt x="1" y="102"/>
                    <a:pt x="5" y="93"/>
                    <a:pt x="12" y="87"/>
                  </a:cubicBezTo>
                  <a:cubicBezTo>
                    <a:pt x="20" y="82"/>
                    <a:pt x="23" y="77"/>
                    <a:pt x="28" y="71"/>
                  </a:cubicBezTo>
                  <a:cubicBezTo>
                    <a:pt x="42" y="57"/>
                    <a:pt x="58" y="61"/>
                    <a:pt x="59" y="60"/>
                  </a:cubicBezTo>
                  <a:cubicBezTo>
                    <a:pt x="60" y="59"/>
                    <a:pt x="51" y="45"/>
                    <a:pt x="80" y="21"/>
                  </a:cubicBezTo>
                  <a:cubicBezTo>
                    <a:pt x="106" y="0"/>
                    <a:pt x="147" y="16"/>
                    <a:pt x="106" y="44"/>
                  </a:cubicBezTo>
                  <a:cubicBezTo>
                    <a:pt x="79" y="63"/>
                    <a:pt x="99" y="88"/>
                    <a:pt x="109" y="94"/>
                  </a:cubicBezTo>
                  <a:cubicBezTo>
                    <a:pt x="117" y="95"/>
                    <a:pt x="117" y="95"/>
                    <a:pt x="136" y="87"/>
                  </a:cubicBezTo>
                  <a:cubicBezTo>
                    <a:pt x="167" y="73"/>
                    <a:pt x="176" y="103"/>
                    <a:pt x="176" y="103"/>
                  </a:cubicBezTo>
                  <a:cubicBezTo>
                    <a:pt x="140" y="106"/>
                    <a:pt x="96" y="164"/>
                    <a:pt x="81" y="185"/>
                  </a:cubicBezTo>
                  <a:cubicBezTo>
                    <a:pt x="50" y="187"/>
                    <a:pt x="45" y="176"/>
                    <a:pt x="15" y="167"/>
                  </a:cubicBezTo>
                  <a:close/>
                </a:path>
              </a:pathLst>
            </a:custGeom>
            <a:solidFill>
              <a:srgbClr val="EAC9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3" name="îṣḻíḑe"/>
            <p:cNvSpPr/>
            <p:nvPr>
              <p:custDataLst>
                <p:tags r:id="rId46"/>
              </p:custDataLst>
            </p:nvPr>
          </p:nvSpPr>
          <p:spPr bwMode="auto">
            <a:xfrm>
              <a:off x="3691" y="8755"/>
              <a:ext cx="233" cy="321"/>
            </a:xfrm>
            <a:custGeom>
              <a:avLst/>
              <a:gdLst>
                <a:gd name="T0" fmla="*/ 170 w 319"/>
                <a:gd name="T1" fmla="*/ 57 h 440"/>
                <a:gd name="T2" fmla="*/ 265 w 319"/>
                <a:gd name="T3" fmla="*/ 294 h 440"/>
                <a:gd name="T4" fmla="*/ 297 w 319"/>
                <a:gd name="T5" fmla="*/ 363 h 440"/>
                <a:gd name="T6" fmla="*/ 319 w 319"/>
                <a:gd name="T7" fmla="*/ 440 h 440"/>
                <a:gd name="T8" fmla="*/ 95 w 319"/>
                <a:gd name="T9" fmla="*/ 22 h 440"/>
                <a:gd name="T10" fmla="*/ 170 w 319"/>
                <a:gd name="T11" fmla="*/ 57 h 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19" h="440">
                  <a:moveTo>
                    <a:pt x="170" y="57"/>
                  </a:moveTo>
                  <a:cubicBezTo>
                    <a:pt x="159" y="167"/>
                    <a:pt x="211" y="292"/>
                    <a:pt x="265" y="294"/>
                  </a:cubicBezTo>
                  <a:cubicBezTo>
                    <a:pt x="265" y="294"/>
                    <a:pt x="282" y="316"/>
                    <a:pt x="297" y="363"/>
                  </a:cubicBezTo>
                  <a:cubicBezTo>
                    <a:pt x="313" y="410"/>
                    <a:pt x="319" y="440"/>
                    <a:pt x="319" y="440"/>
                  </a:cubicBezTo>
                  <a:cubicBezTo>
                    <a:pt x="0" y="408"/>
                    <a:pt x="95" y="22"/>
                    <a:pt x="95" y="22"/>
                  </a:cubicBezTo>
                  <a:cubicBezTo>
                    <a:pt x="139" y="0"/>
                    <a:pt x="170" y="57"/>
                    <a:pt x="170" y="57"/>
                  </a:cubicBezTo>
                  <a:close/>
                </a:path>
              </a:pathLst>
            </a:cu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4" name="ïśḷïde"/>
            <p:cNvSpPr/>
            <p:nvPr>
              <p:custDataLst>
                <p:tags r:id="rId47"/>
              </p:custDataLst>
            </p:nvPr>
          </p:nvSpPr>
          <p:spPr bwMode="auto">
            <a:xfrm>
              <a:off x="3792" y="8789"/>
              <a:ext cx="14" cy="16"/>
            </a:xfrm>
            <a:custGeom>
              <a:avLst/>
              <a:gdLst>
                <a:gd name="T0" fmla="*/ 13 w 19"/>
                <a:gd name="T1" fmla="*/ 20 h 22"/>
                <a:gd name="T2" fmla="*/ 2 w 19"/>
                <a:gd name="T3" fmla="*/ 13 h 22"/>
                <a:gd name="T4" fmla="*/ 6 w 19"/>
                <a:gd name="T5" fmla="*/ 1 h 22"/>
                <a:gd name="T6" fmla="*/ 18 w 19"/>
                <a:gd name="T7" fmla="*/ 9 h 22"/>
                <a:gd name="T8" fmla="*/ 13 w 19"/>
                <a:gd name="T9" fmla="*/ 2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9" h="22">
                  <a:moveTo>
                    <a:pt x="13" y="20"/>
                  </a:moveTo>
                  <a:cubicBezTo>
                    <a:pt x="9" y="22"/>
                    <a:pt x="4" y="18"/>
                    <a:pt x="2" y="13"/>
                  </a:cubicBezTo>
                  <a:cubicBezTo>
                    <a:pt x="0" y="8"/>
                    <a:pt x="2" y="3"/>
                    <a:pt x="6" y="1"/>
                  </a:cubicBezTo>
                  <a:cubicBezTo>
                    <a:pt x="11" y="0"/>
                    <a:pt x="16" y="3"/>
                    <a:pt x="18" y="9"/>
                  </a:cubicBezTo>
                  <a:cubicBezTo>
                    <a:pt x="19" y="14"/>
                    <a:pt x="18" y="19"/>
                    <a:pt x="13" y="20"/>
                  </a:cubicBezTo>
                  <a:close/>
                </a:path>
              </a:pathLst>
            </a:custGeom>
            <a:solidFill>
              <a:srgbClr val="45474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5" name="iṡḷîḑê"/>
            <p:cNvSpPr/>
            <p:nvPr>
              <p:custDataLst>
                <p:tags r:id="rId48"/>
              </p:custDataLst>
            </p:nvPr>
          </p:nvSpPr>
          <p:spPr bwMode="auto">
            <a:xfrm>
              <a:off x="3588" y="8534"/>
              <a:ext cx="163" cy="263"/>
            </a:xfrm>
            <a:custGeom>
              <a:avLst/>
              <a:gdLst>
                <a:gd name="T0" fmla="*/ 170 w 223"/>
                <a:gd name="T1" fmla="*/ 0 h 360"/>
                <a:gd name="T2" fmla="*/ 223 w 223"/>
                <a:gd name="T3" fmla="*/ 360 h 360"/>
                <a:gd name="T4" fmla="*/ 170 w 223"/>
                <a:gd name="T5" fmla="*/ 0 h 3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3" h="360">
                  <a:moveTo>
                    <a:pt x="170" y="0"/>
                  </a:moveTo>
                  <a:cubicBezTo>
                    <a:pt x="170" y="0"/>
                    <a:pt x="0" y="234"/>
                    <a:pt x="223" y="360"/>
                  </a:cubicBezTo>
                  <a:cubicBezTo>
                    <a:pt x="223" y="360"/>
                    <a:pt x="72" y="251"/>
                    <a:pt x="170" y="0"/>
                  </a:cubicBezTo>
                  <a:close/>
                </a:path>
              </a:pathLst>
            </a:custGeom>
            <a:solidFill>
              <a:srgbClr val="E588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6" name="íṩ1ídè"/>
            <p:cNvSpPr/>
            <p:nvPr>
              <p:custDataLst>
                <p:tags r:id="rId49"/>
              </p:custDataLst>
            </p:nvPr>
          </p:nvSpPr>
          <p:spPr bwMode="auto">
            <a:xfrm>
              <a:off x="3658" y="8134"/>
              <a:ext cx="160" cy="247"/>
            </a:xfrm>
            <a:custGeom>
              <a:avLst/>
              <a:gdLst>
                <a:gd name="T0" fmla="*/ 0 w 219"/>
                <a:gd name="T1" fmla="*/ 81 h 338"/>
                <a:gd name="T2" fmla="*/ 86 w 219"/>
                <a:gd name="T3" fmla="*/ 18 h 338"/>
                <a:gd name="T4" fmla="*/ 210 w 219"/>
                <a:gd name="T5" fmla="*/ 67 h 338"/>
                <a:gd name="T6" fmla="*/ 169 w 219"/>
                <a:gd name="T7" fmla="*/ 170 h 338"/>
                <a:gd name="T8" fmla="*/ 160 w 219"/>
                <a:gd name="T9" fmla="*/ 226 h 338"/>
                <a:gd name="T10" fmla="*/ 157 w 219"/>
                <a:gd name="T11" fmla="*/ 230 h 338"/>
                <a:gd name="T12" fmla="*/ 100 w 219"/>
                <a:gd name="T13" fmla="*/ 187 h 338"/>
                <a:gd name="T14" fmla="*/ 116 w 219"/>
                <a:gd name="T15" fmla="*/ 87 h 338"/>
                <a:gd name="T16" fmla="*/ 63 w 219"/>
                <a:gd name="T17" fmla="*/ 46 h 338"/>
                <a:gd name="T18" fmla="*/ 39 w 219"/>
                <a:gd name="T19" fmla="*/ 124 h 338"/>
                <a:gd name="T20" fmla="*/ 34 w 219"/>
                <a:gd name="T21" fmla="*/ 125 h 338"/>
                <a:gd name="T22" fmla="*/ 0 w 219"/>
                <a:gd name="T23" fmla="*/ 81 h 338"/>
                <a:gd name="T24" fmla="*/ 120 w 219"/>
                <a:gd name="T25" fmla="*/ 304 h 338"/>
                <a:gd name="T26" fmla="*/ 149 w 219"/>
                <a:gd name="T27" fmla="*/ 254 h 338"/>
                <a:gd name="T28" fmla="*/ 198 w 219"/>
                <a:gd name="T29" fmla="*/ 283 h 338"/>
                <a:gd name="T30" fmla="*/ 170 w 219"/>
                <a:gd name="T31" fmla="*/ 332 h 338"/>
                <a:gd name="T32" fmla="*/ 120 w 219"/>
                <a:gd name="T33" fmla="*/ 304 h 3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219" h="338">
                  <a:moveTo>
                    <a:pt x="0" y="81"/>
                  </a:moveTo>
                  <a:cubicBezTo>
                    <a:pt x="7" y="55"/>
                    <a:pt x="38" y="30"/>
                    <a:pt x="86" y="18"/>
                  </a:cubicBezTo>
                  <a:cubicBezTo>
                    <a:pt x="153" y="0"/>
                    <a:pt x="198" y="18"/>
                    <a:pt x="210" y="67"/>
                  </a:cubicBezTo>
                  <a:cubicBezTo>
                    <a:pt x="219" y="102"/>
                    <a:pt x="205" y="127"/>
                    <a:pt x="169" y="170"/>
                  </a:cubicBezTo>
                  <a:cubicBezTo>
                    <a:pt x="155" y="188"/>
                    <a:pt x="141" y="204"/>
                    <a:pt x="160" y="226"/>
                  </a:cubicBezTo>
                  <a:cubicBezTo>
                    <a:pt x="157" y="230"/>
                    <a:pt x="157" y="230"/>
                    <a:pt x="157" y="230"/>
                  </a:cubicBezTo>
                  <a:cubicBezTo>
                    <a:pt x="130" y="230"/>
                    <a:pt x="104" y="217"/>
                    <a:pt x="100" y="187"/>
                  </a:cubicBezTo>
                  <a:cubicBezTo>
                    <a:pt x="94" y="150"/>
                    <a:pt x="131" y="142"/>
                    <a:pt x="116" y="87"/>
                  </a:cubicBezTo>
                  <a:cubicBezTo>
                    <a:pt x="107" y="55"/>
                    <a:pt x="89" y="40"/>
                    <a:pt x="63" y="46"/>
                  </a:cubicBezTo>
                  <a:cubicBezTo>
                    <a:pt x="37" y="53"/>
                    <a:pt x="27" y="78"/>
                    <a:pt x="39" y="124"/>
                  </a:cubicBezTo>
                  <a:cubicBezTo>
                    <a:pt x="34" y="125"/>
                    <a:pt x="34" y="125"/>
                    <a:pt x="34" y="125"/>
                  </a:cubicBezTo>
                  <a:lnTo>
                    <a:pt x="0" y="81"/>
                  </a:lnTo>
                  <a:close/>
                  <a:moveTo>
                    <a:pt x="120" y="304"/>
                  </a:moveTo>
                  <a:cubicBezTo>
                    <a:pt x="115" y="282"/>
                    <a:pt x="128" y="260"/>
                    <a:pt x="149" y="254"/>
                  </a:cubicBezTo>
                  <a:cubicBezTo>
                    <a:pt x="171" y="249"/>
                    <a:pt x="192" y="262"/>
                    <a:pt x="198" y="283"/>
                  </a:cubicBezTo>
                  <a:cubicBezTo>
                    <a:pt x="204" y="305"/>
                    <a:pt x="191" y="327"/>
                    <a:pt x="170" y="332"/>
                  </a:cubicBezTo>
                  <a:cubicBezTo>
                    <a:pt x="148" y="338"/>
                    <a:pt x="126" y="325"/>
                    <a:pt x="120" y="304"/>
                  </a:cubicBezTo>
                  <a:close/>
                </a:path>
              </a:pathLst>
            </a:custGeom>
            <a:solidFill>
              <a:srgbClr val="769C8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7" name="ïSļîḋê"/>
            <p:cNvSpPr/>
            <p:nvPr>
              <p:custDataLst>
                <p:tags r:id="rId50"/>
              </p:custDataLst>
            </p:nvPr>
          </p:nvSpPr>
          <p:spPr bwMode="auto">
            <a:xfrm>
              <a:off x="4613" y="9472"/>
              <a:ext cx="524" cy="82"/>
            </a:xfrm>
            <a:custGeom>
              <a:avLst/>
              <a:gdLst>
                <a:gd name="T0" fmla="*/ 398 w 716"/>
                <a:gd name="T1" fmla="*/ 0 h 112"/>
                <a:gd name="T2" fmla="*/ 398 w 716"/>
                <a:gd name="T3" fmla="*/ 36 h 112"/>
                <a:gd name="T4" fmla="*/ 397 w 716"/>
                <a:gd name="T5" fmla="*/ 49 h 112"/>
                <a:gd name="T6" fmla="*/ 397 w 716"/>
                <a:gd name="T7" fmla="*/ 49 h 112"/>
                <a:gd name="T8" fmla="*/ 367 w 716"/>
                <a:gd name="T9" fmla="*/ 49 h 112"/>
                <a:gd name="T10" fmla="*/ 326 w 716"/>
                <a:gd name="T11" fmla="*/ 49 h 112"/>
                <a:gd name="T12" fmla="*/ 298 w 716"/>
                <a:gd name="T13" fmla="*/ 49 h 112"/>
                <a:gd name="T14" fmla="*/ 298 w 716"/>
                <a:gd name="T15" fmla="*/ 0 h 112"/>
                <a:gd name="T16" fmla="*/ 0 w 716"/>
                <a:gd name="T17" fmla="*/ 56 h 112"/>
                <a:gd name="T18" fmla="*/ 358 w 716"/>
                <a:gd name="T19" fmla="*/ 112 h 112"/>
                <a:gd name="T20" fmla="*/ 716 w 716"/>
                <a:gd name="T21" fmla="*/ 56 h 112"/>
                <a:gd name="T22" fmla="*/ 398 w 716"/>
                <a:gd name="T23" fmla="*/ 0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716" h="112">
                  <a:moveTo>
                    <a:pt x="398" y="0"/>
                  </a:moveTo>
                  <a:cubicBezTo>
                    <a:pt x="398" y="36"/>
                    <a:pt x="398" y="36"/>
                    <a:pt x="398" y="36"/>
                  </a:cubicBezTo>
                  <a:cubicBezTo>
                    <a:pt x="398" y="40"/>
                    <a:pt x="397" y="45"/>
                    <a:pt x="397" y="49"/>
                  </a:cubicBezTo>
                  <a:cubicBezTo>
                    <a:pt x="397" y="49"/>
                    <a:pt x="397" y="49"/>
                    <a:pt x="397" y="49"/>
                  </a:cubicBezTo>
                  <a:cubicBezTo>
                    <a:pt x="367" y="49"/>
                    <a:pt x="367" y="49"/>
                    <a:pt x="367" y="49"/>
                  </a:cubicBezTo>
                  <a:cubicBezTo>
                    <a:pt x="326" y="49"/>
                    <a:pt x="326" y="49"/>
                    <a:pt x="326" y="49"/>
                  </a:cubicBezTo>
                  <a:cubicBezTo>
                    <a:pt x="298" y="49"/>
                    <a:pt x="298" y="49"/>
                    <a:pt x="298" y="49"/>
                  </a:cubicBezTo>
                  <a:cubicBezTo>
                    <a:pt x="298" y="0"/>
                    <a:pt x="298" y="0"/>
                    <a:pt x="298" y="0"/>
                  </a:cubicBezTo>
                  <a:cubicBezTo>
                    <a:pt x="129" y="5"/>
                    <a:pt x="0" y="28"/>
                    <a:pt x="0" y="56"/>
                  </a:cubicBezTo>
                  <a:cubicBezTo>
                    <a:pt x="0" y="87"/>
                    <a:pt x="161" y="112"/>
                    <a:pt x="358" y="112"/>
                  </a:cubicBezTo>
                  <a:cubicBezTo>
                    <a:pt x="556" y="112"/>
                    <a:pt x="716" y="87"/>
                    <a:pt x="716" y="56"/>
                  </a:cubicBezTo>
                  <a:cubicBezTo>
                    <a:pt x="716" y="27"/>
                    <a:pt x="577" y="3"/>
                    <a:pt x="398" y="0"/>
                  </a:cubicBezTo>
                </a:path>
              </a:pathLst>
            </a:custGeom>
            <a:solidFill>
              <a:srgbClr val="D6E1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8" name="ïś1iďé"/>
            <p:cNvSpPr/>
            <p:nvPr>
              <p:custDataLst>
                <p:tags r:id="rId51"/>
              </p:custDataLst>
            </p:nvPr>
          </p:nvSpPr>
          <p:spPr bwMode="auto">
            <a:xfrm>
              <a:off x="4831" y="7814"/>
              <a:ext cx="73" cy="1694"/>
            </a:xfrm>
            <a:custGeom>
              <a:avLst/>
              <a:gdLst>
                <a:gd name="T0" fmla="*/ 60 w 100"/>
                <a:gd name="T1" fmla="*/ 0 h 2317"/>
                <a:gd name="T2" fmla="*/ 28 w 100"/>
                <a:gd name="T3" fmla="*/ 0 h 2317"/>
                <a:gd name="T4" fmla="*/ 0 w 100"/>
                <a:gd name="T5" fmla="*/ 0 h 2317"/>
                <a:gd name="T6" fmla="*/ 0 w 100"/>
                <a:gd name="T7" fmla="*/ 2317 h 2317"/>
                <a:gd name="T8" fmla="*/ 28 w 100"/>
                <a:gd name="T9" fmla="*/ 2317 h 2317"/>
                <a:gd name="T10" fmla="*/ 69 w 100"/>
                <a:gd name="T11" fmla="*/ 2317 h 2317"/>
                <a:gd name="T12" fmla="*/ 99 w 100"/>
                <a:gd name="T13" fmla="*/ 2317 h 2317"/>
                <a:gd name="T14" fmla="*/ 99 w 100"/>
                <a:gd name="T15" fmla="*/ 2317 h 2317"/>
                <a:gd name="T16" fmla="*/ 100 w 100"/>
                <a:gd name="T17" fmla="*/ 2304 h 2317"/>
                <a:gd name="T18" fmla="*/ 100 w 100"/>
                <a:gd name="T19" fmla="*/ 0 h 2317"/>
                <a:gd name="T20" fmla="*/ 60 w 100"/>
                <a:gd name="T21" fmla="*/ 0 h 2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00" h="2317">
                  <a:moveTo>
                    <a:pt x="60" y="0"/>
                  </a:moveTo>
                  <a:cubicBezTo>
                    <a:pt x="28" y="0"/>
                    <a:pt x="28" y="0"/>
                    <a:pt x="28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2317"/>
                    <a:pt x="0" y="2317"/>
                    <a:pt x="0" y="2317"/>
                  </a:cubicBezTo>
                  <a:cubicBezTo>
                    <a:pt x="28" y="2317"/>
                    <a:pt x="28" y="2317"/>
                    <a:pt x="28" y="2317"/>
                  </a:cubicBezTo>
                  <a:cubicBezTo>
                    <a:pt x="69" y="2317"/>
                    <a:pt x="69" y="2317"/>
                    <a:pt x="6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7"/>
                    <a:pt x="99" y="2317"/>
                    <a:pt x="99" y="2317"/>
                  </a:cubicBezTo>
                  <a:cubicBezTo>
                    <a:pt x="99" y="2313"/>
                    <a:pt x="100" y="2308"/>
                    <a:pt x="100" y="2304"/>
                  </a:cubicBezTo>
                  <a:cubicBezTo>
                    <a:pt x="100" y="0"/>
                    <a:pt x="100" y="0"/>
                    <a:pt x="100" y="0"/>
                  </a:cubicBezTo>
                  <a:cubicBezTo>
                    <a:pt x="60" y="0"/>
                    <a:pt x="60" y="0"/>
                    <a:pt x="60" y="0"/>
                  </a:cubicBezTo>
                </a:path>
              </a:pathLst>
            </a:custGeom>
            <a:solidFill>
              <a:srgbClr val="70645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9" name="îṩḷïḋê"/>
            <p:cNvSpPr/>
            <p:nvPr>
              <p:custDataLst>
                <p:tags r:id="rId52"/>
              </p:custDataLst>
            </p:nvPr>
          </p:nvSpPr>
          <p:spPr bwMode="auto">
            <a:xfrm>
              <a:off x="4569" y="7883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0" name="îṡḷiďê"/>
            <p:cNvSpPr/>
            <p:nvPr>
              <p:custDataLst>
                <p:tags r:id="rId53"/>
              </p:custDataLst>
            </p:nvPr>
          </p:nvSpPr>
          <p:spPr bwMode="auto">
            <a:xfrm>
              <a:off x="4569" y="7883"/>
              <a:ext cx="671" cy="306"/>
            </a:xfrm>
            <a:custGeom>
              <a:avLst/>
              <a:gdLst>
                <a:gd name="T0" fmla="*/ 1514 w 1539"/>
                <a:gd name="T1" fmla="*/ 234 h 702"/>
                <a:gd name="T2" fmla="*/ 1539 w 1539"/>
                <a:gd name="T3" fmla="*/ 198 h 702"/>
                <a:gd name="T4" fmla="*/ 1116 w 1539"/>
                <a:gd name="T5" fmla="*/ 0 h 702"/>
                <a:gd name="T6" fmla="*/ 1106 w 1539"/>
                <a:gd name="T7" fmla="*/ 13 h 702"/>
                <a:gd name="T8" fmla="*/ 1133 w 1539"/>
                <a:gd name="T9" fmla="*/ 147 h 702"/>
                <a:gd name="T10" fmla="*/ 11 w 1539"/>
                <a:gd name="T11" fmla="*/ 312 h 702"/>
                <a:gd name="T12" fmla="*/ 0 w 1539"/>
                <a:gd name="T13" fmla="*/ 328 h 702"/>
                <a:gd name="T14" fmla="*/ 72 w 1539"/>
                <a:gd name="T15" fmla="*/ 702 h 702"/>
                <a:gd name="T16" fmla="*/ 1188 w 1539"/>
                <a:gd name="T17" fmla="*/ 434 h 702"/>
                <a:gd name="T18" fmla="*/ 1213 w 1539"/>
                <a:gd name="T19" fmla="*/ 570 h 702"/>
                <a:gd name="T20" fmla="*/ 1514 w 1539"/>
                <a:gd name="T21" fmla="*/ 234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702">
                  <a:moveTo>
                    <a:pt x="1514" y="234"/>
                  </a:moveTo>
                  <a:lnTo>
                    <a:pt x="1539" y="198"/>
                  </a:lnTo>
                  <a:lnTo>
                    <a:pt x="1116" y="0"/>
                  </a:lnTo>
                  <a:lnTo>
                    <a:pt x="1106" y="13"/>
                  </a:lnTo>
                  <a:lnTo>
                    <a:pt x="1133" y="147"/>
                  </a:lnTo>
                  <a:lnTo>
                    <a:pt x="11" y="312"/>
                  </a:lnTo>
                  <a:lnTo>
                    <a:pt x="0" y="328"/>
                  </a:lnTo>
                  <a:lnTo>
                    <a:pt x="72" y="702"/>
                  </a:lnTo>
                  <a:lnTo>
                    <a:pt x="1188" y="434"/>
                  </a:lnTo>
                  <a:lnTo>
                    <a:pt x="1213" y="570"/>
                  </a:lnTo>
                  <a:lnTo>
                    <a:pt x="1514" y="234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1" name="îṧļîḑè"/>
            <p:cNvSpPr/>
            <p:nvPr>
              <p:custDataLst>
                <p:tags r:id="rId54"/>
              </p:custDataLst>
            </p:nvPr>
          </p:nvSpPr>
          <p:spPr bwMode="auto">
            <a:xfrm>
              <a:off x="4574" y="7883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2" name="îṡļîḑè"/>
            <p:cNvSpPr/>
            <p:nvPr>
              <p:custDataLst>
                <p:tags r:id="rId55"/>
              </p:custDataLst>
            </p:nvPr>
          </p:nvSpPr>
          <p:spPr bwMode="auto">
            <a:xfrm>
              <a:off x="4574" y="7883"/>
              <a:ext cx="666" cy="294"/>
            </a:xfrm>
            <a:custGeom>
              <a:avLst/>
              <a:gdLst>
                <a:gd name="T0" fmla="*/ 1528 w 1528"/>
                <a:gd name="T1" fmla="*/ 198 h 674"/>
                <a:gd name="T2" fmla="*/ 1105 w 1528"/>
                <a:gd name="T3" fmla="*/ 0 h 674"/>
                <a:gd name="T4" fmla="*/ 1134 w 1528"/>
                <a:gd name="T5" fmla="*/ 146 h 674"/>
                <a:gd name="T6" fmla="*/ 0 w 1528"/>
                <a:gd name="T7" fmla="*/ 312 h 674"/>
                <a:gd name="T8" fmla="*/ 71 w 1528"/>
                <a:gd name="T9" fmla="*/ 674 h 674"/>
                <a:gd name="T10" fmla="*/ 1184 w 1528"/>
                <a:gd name="T11" fmla="*/ 407 h 674"/>
                <a:gd name="T12" fmla="*/ 1209 w 1528"/>
                <a:gd name="T13" fmla="*/ 540 h 674"/>
                <a:gd name="T14" fmla="*/ 1528 w 1528"/>
                <a:gd name="T15" fmla="*/ 198 h 6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8" h="674">
                  <a:moveTo>
                    <a:pt x="1528" y="198"/>
                  </a:moveTo>
                  <a:lnTo>
                    <a:pt x="1105" y="0"/>
                  </a:lnTo>
                  <a:lnTo>
                    <a:pt x="1134" y="146"/>
                  </a:lnTo>
                  <a:lnTo>
                    <a:pt x="0" y="312"/>
                  </a:lnTo>
                  <a:lnTo>
                    <a:pt x="71" y="674"/>
                  </a:lnTo>
                  <a:lnTo>
                    <a:pt x="1184" y="407"/>
                  </a:lnTo>
                  <a:lnTo>
                    <a:pt x="1209" y="540"/>
                  </a:lnTo>
                  <a:lnTo>
                    <a:pt x="1528" y="198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3" name="í$1ïďê"/>
            <p:cNvSpPr/>
            <p:nvPr>
              <p:custDataLst>
                <p:tags r:id="rId56"/>
              </p:custDataLst>
            </p:nvPr>
          </p:nvSpPr>
          <p:spPr bwMode="auto">
            <a:xfrm>
              <a:off x="4576" y="8547"/>
              <a:ext cx="671" cy="252"/>
            </a:xfrm>
            <a:custGeom>
              <a:avLst/>
              <a:gdLst>
                <a:gd name="T0" fmla="*/ 1509 w 1539"/>
                <a:gd name="T1" fmla="*/ 293 h 578"/>
                <a:gd name="T2" fmla="*/ 1539 w 1539"/>
                <a:gd name="T3" fmla="*/ 261 h 578"/>
                <a:gd name="T4" fmla="*/ 1153 w 1539"/>
                <a:gd name="T5" fmla="*/ 0 h 578"/>
                <a:gd name="T6" fmla="*/ 1141 w 1539"/>
                <a:gd name="T7" fmla="*/ 12 h 578"/>
                <a:gd name="T8" fmla="*/ 1146 w 1539"/>
                <a:gd name="T9" fmla="*/ 147 h 578"/>
                <a:gd name="T10" fmla="*/ 13 w 1539"/>
                <a:gd name="T11" fmla="*/ 136 h 578"/>
                <a:gd name="T12" fmla="*/ 0 w 1539"/>
                <a:gd name="T13" fmla="*/ 151 h 578"/>
                <a:gd name="T14" fmla="*/ 12 w 1539"/>
                <a:gd name="T15" fmla="*/ 531 h 578"/>
                <a:gd name="T16" fmla="*/ 1156 w 1539"/>
                <a:gd name="T17" fmla="*/ 439 h 578"/>
                <a:gd name="T18" fmla="*/ 1162 w 1539"/>
                <a:gd name="T19" fmla="*/ 578 h 578"/>
                <a:gd name="T20" fmla="*/ 1509 w 1539"/>
                <a:gd name="T21" fmla="*/ 293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1539" h="578">
                  <a:moveTo>
                    <a:pt x="1509" y="293"/>
                  </a:moveTo>
                  <a:lnTo>
                    <a:pt x="1539" y="261"/>
                  </a:lnTo>
                  <a:lnTo>
                    <a:pt x="1153" y="0"/>
                  </a:lnTo>
                  <a:lnTo>
                    <a:pt x="1141" y="12"/>
                  </a:lnTo>
                  <a:lnTo>
                    <a:pt x="1146" y="147"/>
                  </a:lnTo>
                  <a:lnTo>
                    <a:pt x="13" y="136"/>
                  </a:lnTo>
                  <a:lnTo>
                    <a:pt x="0" y="151"/>
                  </a:lnTo>
                  <a:lnTo>
                    <a:pt x="12" y="531"/>
                  </a:lnTo>
                  <a:lnTo>
                    <a:pt x="1156" y="439"/>
                  </a:lnTo>
                  <a:lnTo>
                    <a:pt x="1162" y="578"/>
                  </a:lnTo>
                  <a:lnTo>
                    <a:pt x="1509" y="29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4" name="isľíďe"/>
            <p:cNvSpPr/>
            <p:nvPr>
              <p:custDataLst>
                <p:tags r:id="rId57"/>
              </p:custDataLst>
            </p:nvPr>
          </p:nvSpPr>
          <p:spPr bwMode="auto">
            <a:xfrm>
              <a:off x="4581" y="8547"/>
              <a:ext cx="666" cy="239"/>
            </a:xfrm>
            <a:custGeom>
              <a:avLst/>
              <a:gdLst>
                <a:gd name="T0" fmla="*/ 1526 w 1526"/>
                <a:gd name="T1" fmla="*/ 261 h 548"/>
                <a:gd name="T2" fmla="*/ 1140 w 1526"/>
                <a:gd name="T3" fmla="*/ 0 h 548"/>
                <a:gd name="T4" fmla="*/ 1145 w 1526"/>
                <a:gd name="T5" fmla="*/ 147 h 548"/>
                <a:gd name="T6" fmla="*/ 0 w 1526"/>
                <a:gd name="T7" fmla="*/ 136 h 548"/>
                <a:gd name="T8" fmla="*/ 12 w 1526"/>
                <a:gd name="T9" fmla="*/ 504 h 548"/>
                <a:gd name="T10" fmla="*/ 1155 w 1526"/>
                <a:gd name="T11" fmla="*/ 414 h 548"/>
                <a:gd name="T12" fmla="*/ 1159 w 1526"/>
                <a:gd name="T13" fmla="*/ 548 h 548"/>
                <a:gd name="T14" fmla="*/ 1526 w 1526"/>
                <a:gd name="T15" fmla="*/ 261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6" h="548">
                  <a:moveTo>
                    <a:pt x="1526" y="261"/>
                  </a:moveTo>
                  <a:lnTo>
                    <a:pt x="1140" y="0"/>
                  </a:lnTo>
                  <a:lnTo>
                    <a:pt x="1145" y="147"/>
                  </a:lnTo>
                  <a:lnTo>
                    <a:pt x="0" y="136"/>
                  </a:lnTo>
                  <a:lnTo>
                    <a:pt x="12" y="504"/>
                  </a:lnTo>
                  <a:lnTo>
                    <a:pt x="1155" y="414"/>
                  </a:lnTo>
                  <a:lnTo>
                    <a:pt x="1159" y="548"/>
                  </a:lnTo>
                  <a:lnTo>
                    <a:pt x="1526" y="26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5" name="ïṡlíḓé"/>
            <p:cNvSpPr/>
            <p:nvPr>
              <p:custDataLst>
                <p:tags r:id="rId58"/>
              </p:custDataLst>
            </p:nvPr>
          </p:nvSpPr>
          <p:spPr bwMode="auto">
            <a:xfrm>
              <a:off x="4522" y="8215"/>
              <a:ext cx="673" cy="301"/>
            </a:xfrm>
            <a:custGeom>
              <a:avLst/>
              <a:gdLst>
                <a:gd name="T0" fmla="*/ 0 w 1543"/>
                <a:gd name="T1" fmla="*/ 191 h 690"/>
                <a:gd name="T2" fmla="*/ 427 w 1543"/>
                <a:gd name="T3" fmla="*/ 0 h 690"/>
                <a:gd name="T4" fmla="*/ 437 w 1543"/>
                <a:gd name="T5" fmla="*/ 13 h 690"/>
                <a:gd name="T6" fmla="*/ 408 w 1543"/>
                <a:gd name="T7" fmla="*/ 147 h 690"/>
                <a:gd name="T8" fmla="*/ 1543 w 1543"/>
                <a:gd name="T9" fmla="*/ 327 h 690"/>
                <a:gd name="T10" fmla="*/ 1468 w 1543"/>
                <a:gd name="T11" fmla="*/ 690 h 690"/>
                <a:gd name="T12" fmla="*/ 358 w 1543"/>
                <a:gd name="T13" fmla="*/ 405 h 690"/>
                <a:gd name="T14" fmla="*/ 324 w 1543"/>
                <a:gd name="T15" fmla="*/ 561 h 690"/>
                <a:gd name="T16" fmla="*/ 0 w 1543"/>
                <a:gd name="T17" fmla="*/ 191 h 6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43" h="690">
                  <a:moveTo>
                    <a:pt x="0" y="191"/>
                  </a:moveTo>
                  <a:lnTo>
                    <a:pt x="427" y="0"/>
                  </a:lnTo>
                  <a:lnTo>
                    <a:pt x="437" y="13"/>
                  </a:lnTo>
                  <a:lnTo>
                    <a:pt x="408" y="147"/>
                  </a:lnTo>
                  <a:lnTo>
                    <a:pt x="1543" y="327"/>
                  </a:lnTo>
                  <a:lnTo>
                    <a:pt x="1468" y="690"/>
                  </a:lnTo>
                  <a:lnTo>
                    <a:pt x="358" y="405"/>
                  </a:lnTo>
                  <a:lnTo>
                    <a:pt x="324" y="561"/>
                  </a:lnTo>
                  <a:lnTo>
                    <a:pt x="0" y="191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6" name="îŝ1îdè"/>
            <p:cNvSpPr/>
            <p:nvPr>
              <p:custDataLst>
                <p:tags r:id="rId59"/>
              </p:custDataLst>
            </p:nvPr>
          </p:nvSpPr>
          <p:spPr bwMode="auto">
            <a:xfrm>
              <a:off x="4530" y="8211"/>
              <a:ext cx="666" cy="296"/>
            </a:xfrm>
            <a:custGeom>
              <a:avLst/>
              <a:gdLst>
                <a:gd name="T0" fmla="*/ 0 w 1527"/>
                <a:gd name="T1" fmla="*/ 192 h 678"/>
                <a:gd name="T2" fmla="*/ 312 w 1527"/>
                <a:gd name="T3" fmla="*/ 539 h 678"/>
                <a:gd name="T4" fmla="*/ 342 w 1527"/>
                <a:gd name="T5" fmla="*/ 393 h 678"/>
                <a:gd name="T6" fmla="*/ 1452 w 1527"/>
                <a:gd name="T7" fmla="*/ 678 h 678"/>
                <a:gd name="T8" fmla="*/ 1527 w 1527"/>
                <a:gd name="T9" fmla="*/ 317 h 678"/>
                <a:gd name="T10" fmla="*/ 398 w 1527"/>
                <a:gd name="T11" fmla="*/ 133 h 678"/>
                <a:gd name="T12" fmla="*/ 426 w 1527"/>
                <a:gd name="T13" fmla="*/ 0 h 678"/>
                <a:gd name="T14" fmla="*/ 0 w 1527"/>
                <a:gd name="T15" fmla="*/ 192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27" h="678">
                  <a:moveTo>
                    <a:pt x="0" y="192"/>
                  </a:moveTo>
                  <a:lnTo>
                    <a:pt x="312" y="539"/>
                  </a:lnTo>
                  <a:lnTo>
                    <a:pt x="342" y="393"/>
                  </a:lnTo>
                  <a:lnTo>
                    <a:pt x="1452" y="678"/>
                  </a:lnTo>
                  <a:lnTo>
                    <a:pt x="1527" y="317"/>
                  </a:lnTo>
                  <a:lnTo>
                    <a:pt x="398" y="133"/>
                  </a:lnTo>
                  <a:lnTo>
                    <a:pt x="426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7" name="íśḷîḍé"/>
            <p:cNvSpPr/>
            <p:nvPr>
              <p:custDataLst>
                <p:tags r:id="rId60"/>
              </p:custDataLst>
            </p:nvPr>
          </p:nvSpPr>
          <p:spPr bwMode="auto">
            <a:xfrm>
              <a:off x="4513" y="8859"/>
              <a:ext cx="665" cy="346"/>
            </a:xfrm>
            <a:custGeom>
              <a:avLst/>
              <a:gdLst>
                <a:gd name="T0" fmla="*/ 0 w 1524"/>
                <a:gd name="T1" fmla="*/ 623 h 793"/>
                <a:gd name="T2" fmla="*/ 280 w 1524"/>
                <a:gd name="T3" fmla="*/ 251 h 793"/>
                <a:gd name="T4" fmla="*/ 296 w 1524"/>
                <a:gd name="T5" fmla="*/ 258 h 793"/>
                <a:gd name="T6" fmla="*/ 334 w 1524"/>
                <a:gd name="T7" fmla="*/ 387 h 793"/>
                <a:gd name="T8" fmla="*/ 1417 w 1524"/>
                <a:gd name="T9" fmla="*/ 0 h 793"/>
                <a:gd name="T10" fmla="*/ 1524 w 1524"/>
                <a:gd name="T11" fmla="*/ 355 h 793"/>
                <a:gd name="T12" fmla="*/ 416 w 1524"/>
                <a:gd name="T13" fmla="*/ 638 h 793"/>
                <a:gd name="T14" fmla="*/ 462 w 1524"/>
                <a:gd name="T15" fmla="*/ 793 h 793"/>
                <a:gd name="T16" fmla="*/ 0 w 1524"/>
                <a:gd name="T17" fmla="*/ 623 h 7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524" h="793">
                  <a:moveTo>
                    <a:pt x="0" y="623"/>
                  </a:moveTo>
                  <a:lnTo>
                    <a:pt x="280" y="251"/>
                  </a:lnTo>
                  <a:lnTo>
                    <a:pt x="296" y="258"/>
                  </a:lnTo>
                  <a:lnTo>
                    <a:pt x="334" y="387"/>
                  </a:lnTo>
                  <a:lnTo>
                    <a:pt x="1417" y="0"/>
                  </a:lnTo>
                  <a:lnTo>
                    <a:pt x="1524" y="355"/>
                  </a:lnTo>
                  <a:lnTo>
                    <a:pt x="416" y="638"/>
                  </a:lnTo>
                  <a:lnTo>
                    <a:pt x="462" y="793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C9C2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8" name="ï$ḻíḑe"/>
            <p:cNvSpPr/>
            <p:nvPr>
              <p:custDataLst>
                <p:tags r:id="rId61"/>
              </p:custDataLst>
            </p:nvPr>
          </p:nvSpPr>
          <p:spPr bwMode="auto">
            <a:xfrm>
              <a:off x="4519" y="8852"/>
              <a:ext cx="657" cy="338"/>
            </a:xfrm>
            <a:custGeom>
              <a:avLst/>
              <a:gdLst>
                <a:gd name="T0" fmla="*/ 0 w 1507"/>
                <a:gd name="T1" fmla="*/ 623 h 776"/>
                <a:gd name="T2" fmla="*/ 440 w 1507"/>
                <a:gd name="T3" fmla="*/ 776 h 776"/>
                <a:gd name="T4" fmla="*/ 398 w 1507"/>
                <a:gd name="T5" fmla="*/ 635 h 776"/>
                <a:gd name="T6" fmla="*/ 1507 w 1507"/>
                <a:gd name="T7" fmla="*/ 352 h 776"/>
                <a:gd name="T8" fmla="*/ 1400 w 1507"/>
                <a:gd name="T9" fmla="*/ 0 h 776"/>
                <a:gd name="T10" fmla="*/ 320 w 1507"/>
                <a:gd name="T11" fmla="*/ 380 h 776"/>
                <a:gd name="T12" fmla="*/ 280 w 1507"/>
                <a:gd name="T13" fmla="*/ 251 h 776"/>
                <a:gd name="T14" fmla="*/ 0 w 1507"/>
                <a:gd name="T15" fmla="*/ 623 h 7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07" h="776">
                  <a:moveTo>
                    <a:pt x="0" y="623"/>
                  </a:moveTo>
                  <a:lnTo>
                    <a:pt x="440" y="776"/>
                  </a:lnTo>
                  <a:lnTo>
                    <a:pt x="398" y="635"/>
                  </a:lnTo>
                  <a:lnTo>
                    <a:pt x="1507" y="352"/>
                  </a:lnTo>
                  <a:lnTo>
                    <a:pt x="1400" y="0"/>
                  </a:lnTo>
                  <a:lnTo>
                    <a:pt x="320" y="380"/>
                  </a:lnTo>
                  <a:lnTo>
                    <a:pt x="280" y="251"/>
                  </a:lnTo>
                  <a:lnTo>
                    <a:pt x="0" y="62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19" name="îŝľïďê"/>
            <p:cNvSpPr/>
            <p:nvPr>
              <p:custDataLst>
                <p:tags r:id="rId62"/>
              </p:custDataLst>
            </p:nvPr>
          </p:nvSpPr>
          <p:spPr bwMode="auto">
            <a:xfrm>
              <a:off x="4831" y="8134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0" name="íṡḷíḑe"/>
            <p:cNvSpPr/>
            <p:nvPr>
              <p:custDataLst>
                <p:tags r:id="rId63"/>
              </p:custDataLst>
            </p:nvPr>
          </p:nvSpPr>
          <p:spPr bwMode="auto">
            <a:xfrm>
              <a:off x="4831" y="8134"/>
              <a:ext cx="0" cy="18"/>
            </a:xfrm>
            <a:custGeom>
              <a:avLst/>
              <a:gdLst>
                <a:gd name="T0" fmla="*/ 0 h 42"/>
                <a:gd name="T1" fmla="*/ 0 h 42"/>
                <a:gd name="T2" fmla="*/ 42 h 42"/>
                <a:gd name="T3" fmla="*/ 40 h 42"/>
                <a:gd name="T4" fmla="*/ 0 h 42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  <a:cxn ang="0">
                  <a:pos x="0" y="T3"/>
                </a:cxn>
                <a:cxn ang="0">
                  <a:pos x="0" y="T4"/>
                </a:cxn>
              </a:cxnLst>
              <a:rect l="0" t="0" r="r" b="b"/>
              <a:pathLst>
                <a:path h="42">
                  <a:moveTo>
                    <a:pt x="0" y="0"/>
                  </a:moveTo>
                  <a:lnTo>
                    <a:pt x="0" y="0"/>
                  </a:lnTo>
                  <a:lnTo>
                    <a:pt x="0" y="42"/>
                  </a:lnTo>
                  <a:lnTo>
                    <a:pt x="0" y="40"/>
                  </a:lnTo>
                  <a:lnTo>
                    <a:pt x="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1" name="iśļïďê"/>
            <p:cNvSpPr/>
            <p:nvPr>
              <p:custDataLst>
                <p:tags r:id="rId64"/>
              </p:custDataLst>
            </p:nvPr>
          </p:nvSpPr>
          <p:spPr bwMode="auto">
            <a:xfrm>
              <a:off x="4831" y="8116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2" name="íṧlîḍé"/>
            <p:cNvSpPr/>
            <p:nvPr>
              <p:custDataLst>
                <p:tags r:id="rId65"/>
              </p:custDataLst>
            </p:nvPr>
          </p:nvSpPr>
          <p:spPr bwMode="auto">
            <a:xfrm>
              <a:off x="4831" y="8116"/>
              <a:ext cx="72" cy="35"/>
            </a:xfrm>
            <a:custGeom>
              <a:avLst/>
              <a:gdLst>
                <a:gd name="T0" fmla="*/ 166 w 166"/>
                <a:gd name="T1" fmla="*/ 0 h 81"/>
                <a:gd name="T2" fmla="*/ 151 w 166"/>
                <a:gd name="T3" fmla="*/ 4 h 81"/>
                <a:gd name="T4" fmla="*/ 0 w 166"/>
                <a:gd name="T5" fmla="*/ 41 h 81"/>
                <a:gd name="T6" fmla="*/ 0 w 166"/>
                <a:gd name="T7" fmla="*/ 81 h 81"/>
                <a:gd name="T8" fmla="*/ 45 w 166"/>
                <a:gd name="T9" fmla="*/ 42 h 81"/>
                <a:gd name="T10" fmla="*/ 166 w 166"/>
                <a:gd name="T11" fmla="*/ 0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81">
                  <a:moveTo>
                    <a:pt x="166" y="0"/>
                  </a:moveTo>
                  <a:lnTo>
                    <a:pt x="151" y="4"/>
                  </a:lnTo>
                  <a:lnTo>
                    <a:pt x="0" y="41"/>
                  </a:lnTo>
                  <a:lnTo>
                    <a:pt x="0" y="81"/>
                  </a:lnTo>
                  <a:lnTo>
                    <a:pt x="45" y="42"/>
                  </a:lnTo>
                  <a:lnTo>
                    <a:pt x="166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3" name="iṩļïḍê"/>
            <p:cNvSpPr/>
            <p:nvPr>
              <p:custDataLst>
                <p:tags r:id="rId66"/>
              </p:custDataLst>
            </p:nvPr>
          </p:nvSpPr>
          <p:spPr bwMode="auto">
            <a:xfrm>
              <a:off x="4831" y="8118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4" name="íŝḻiḑe"/>
            <p:cNvSpPr/>
            <p:nvPr>
              <p:custDataLst>
                <p:tags r:id="rId67"/>
              </p:custDataLst>
            </p:nvPr>
          </p:nvSpPr>
          <p:spPr bwMode="auto">
            <a:xfrm>
              <a:off x="4831" y="8118"/>
              <a:ext cx="66" cy="16"/>
            </a:xfrm>
            <a:custGeom>
              <a:avLst/>
              <a:gdLst>
                <a:gd name="T0" fmla="*/ 151 w 151"/>
                <a:gd name="T1" fmla="*/ 0 h 37"/>
                <a:gd name="T2" fmla="*/ 47 w 151"/>
                <a:gd name="T3" fmla="*/ 25 h 37"/>
                <a:gd name="T4" fmla="*/ 0 w 151"/>
                <a:gd name="T5" fmla="*/ 37 h 37"/>
                <a:gd name="T6" fmla="*/ 0 w 151"/>
                <a:gd name="T7" fmla="*/ 37 h 37"/>
                <a:gd name="T8" fmla="*/ 0 w 151"/>
                <a:gd name="T9" fmla="*/ 37 h 37"/>
                <a:gd name="T10" fmla="*/ 151 w 151"/>
                <a:gd name="T11" fmla="*/ 0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1" h="37">
                  <a:moveTo>
                    <a:pt x="151" y="0"/>
                  </a:moveTo>
                  <a:lnTo>
                    <a:pt x="47" y="25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0" y="37"/>
                  </a:lnTo>
                  <a:lnTo>
                    <a:pt x="151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5" name="iṣḷíḋé"/>
            <p:cNvSpPr/>
            <p:nvPr>
              <p:custDataLst>
                <p:tags r:id="rId68"/>
              </p:custDataLst>
            </p:nvPr>
          </p:nvSpPr>
          <p:spPr bwMode="auto">
            <a:xfrm>
              <a:off x="4831" y="8431"/>
              <a:ext cx="72" cy="25"/>
            </a:xfrm>
            <a:custGeom>
              <a:avLst/>
              <a:gdLst>
                <a:gd name="T0" fmla="*/ 0 w 166"/>
                <a:gd name="T1" fmla="*/ 57 h 57"/>
                <a:gd name="T2" fmla="*/ 47 w 166"/>
                <a:gd name="T3" fmla="*/ 23 h 57"/>
                <a:gd name="T4" fmla="*/ 166 w 166"/>
                <a:gd name="T5" fmla="*/ 42 h 57"/>
                <a:gd name="T6" fmla="*/ 47 w 166"/>
                <a:gd name="T7" fmla="*/ 12 h 57"/>
                <a:gd name="T8" fmla="*/ 0 w 166"/>
                <a:gd name="T9" fmla="*/ 0 h 57"/>
                <a:gd name="T10" fmla="*/ 0 w 166"/>
                <a:gd name="T11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57">
                  <a:moveTo>
                    <a:pt x="0" y="57"/>
                  </a:moveTo>
                  <a:lnTo>
                    <a:pt x="47" y="23"/>
                  </a:lnTo>
                  <a:lnTo>
                    <a:pt x="166" y="42"/>
                  </a:lnTo>
                  <a:lnTo>
                    <a:pt x="47" y="12"/>
                  </a:lnTo>
                  <a:lnTo>
                    <a:pt x="0" y="0"/>
                  </a:lnTo>
                  <a:lnTo>
                    <a:pt x="0" y="57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6" name="îSḷíḍe"/>
            <p:cNvSpPr/>
            <p:nvPr>
              <p:custDataLst>
                <p:tags r:id="rId69"/>
              </p:custDataLst>
            </p:nvPr>
          </p:nvSpPr>
          <p:spPr bwMode="auto">
            <a:xfrm>
              <a:off x="4831" y="8752"/>
              <a:ext cx="72" cy="31"/>
            </a:xfrm>
            <a:custGeom>
              <a:avLst/>
              <a:gdLst>
                <a:gd name="T0" fmla="*/ 0 w 166"/>
                <a:gd name="T1" fmla="*/ 72 h 72"/>
                <a:gd name="T2" fmla="*/ 47 w 166"/>
                <a:gd name="T3" fmla="*/ 30 h 72"/>
                <a:gd name="T4" fmla="*/ 166 w 166"/>
                <a:gd name="T5" fmla="*/ 0 h 72"/>
                <a:gd name="T6" fmla="*/ 47 w 166"/>
                <a:gd name="T7" fmla="*/ 10 h 72"/>
                <a:gd name="T8" fmla="*/ 0 w 166"/>
                <a:gd name="T9" fmla="*/ 13 h 72"/>
                <a:gd name="T10" fmla="*/ 0 w 166"/>
                <a:gd name="T11" fmla="*/ 72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72">
                  <a:moveTo>
                    <a:pt x="0" y="72"/>
                  </a:moveTo>
                  <a:lnTo>
                    <a:pt x="47" y="30"/>
                  </a:lnTo>
                  <a:lnTo>
                    <a:pt x="166" y="0"/>
                  </a:lnTo>
                  <a:lnTo>
                    <a:pt x="47" y="10"/>
                  </a:lnTo>
                  <a:lnTo>
                    <a:pt x="0" y="13"/>
                  </a:lnTo>
                  <a:lnTo>
                    <a:pt x="0" y="72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7" name="ïşliďê"/>
            <p:cNvSpPr/>
            <p:nvPr>
              <p:custDataLst>
                <p:tags r:id="rId70"/>
              </p:custDataLst>
            </p:nvPr>
          </p:nvSpPr>
          <p:spPr bwMode="auto">
            <a:xfrm>
              <a:off x="4831" y="9084"/>
              <a:ext cx="72" cy="41"/>
            </a:xfrm>
            <a:custGeom>
              <a:avLst/>
              <a:gdLst>
                <a:gd name="T0" fmla="*/ 0 w 166"/>
                <a:gd name="T1" fmla="*/ 94 h 94"/>
                <a:gd name="T2" fmla="*/ 47 w 166"/>
                <a:gd name="T3" fmla="*/ 45 h 94"/>
                <a:gd name="T4" fmla="*/ 166 w 166"/>
                <a:gd name="T5" fmla="*/ 0 h 94"/>
                <a:gd name="T6" fmla="*/ 47 w 166"/>
                <a:gd name="T7" fmla="*/ 30 h 94"/>
                <a:gd name="T8" fmla="*/ 0 w 166"/>
                <a:gd name="T9" fmla="*/ 44 h 94"/>
                <a:gd name="T10" fmla="*/ 0 w 166"/>
                <a:gd name="T11" fmla="*/ 94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66" h="94">
                  <a:moveTo>
                    <a:pt x="0" y="94"/>
                  </a:moveTo>
                  <a:lnTo>
                    <a:pt x="47" y="45"/>
                  </a:lnTo>
                  <a:lnTo>
                    <a:pt x="166" y="0"/>
                  </a:lnTo>
                  <a:lnTo>
                    <a:pt x="47" y="30"/>
                  </a:lnTo>
                  <a:lnTo>
                    <a:pt x="0" y="44"/>
                  </a:lnTo>
                  <a:lnTo>
                    <a:pt x="0" y="94"/>
                  </a:lnTo>
                  <a:close/>
                </a:path>
              </a:pathLst>
            </a:custGeom>
            <a:solidFill>
              <a:srgbClr val="3B2B1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" name="组合 1"/>
          <p:cNvGrpSpPr/>
          <p:nvPr/>
        </p:nvGrpSpPr>
        <p:grpSpPr>
          <a:xfrm>
            <a:off x="619760" y="1783715"/>
            <a:ext cx="8230870" cy="2679700"/>
            <a:chOff x="976" y="2809"/>
            <a:chExt cx="12962" cy="4220"/>
          </a:xfrm>
        </p:grpSpPr>
        <p:sp>
          <p:nvSpPr>
            <p:cNvPr id="84" name="文本框 83"/>
            <p:cNvSpPr txBox="1"/>
            <p:nvPr>
              <p:custDataLst>
                <p:tags r:id="rId71"/>
              </p:custDataLst>
            </p:nvPr>
          </p:nvSpPr>
          <p:spPr>
            <a:xfrm>
              <a:off x="4033" y="5824"/>
              <a:ext cx="2705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b="1" dirty="0">
                  <a:ln w="0"/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前端页面</a:t>
              </a:r>
              <a:endParaRPr lang="zh-CN" altLang="en-US" b="1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6" name="ï$ḻide"/>
            <p:cNvSpPr/>
            <p:nvPr>
              <p:custDataLst>
                <p:tags r:id="rId72"/>
              </p:custDataLst>
            </p:nvPr>
          </p:nvSpPr>
          <p:spPr>
            <a:xfrm>
              <a:off x="7175" y="4588"/>
              <a:ext cx="711" cy="401"/>
            </a:xfrm>
            <a:prstGeom prst="rightArrow">
              <a:avLst/>
            </a:prstGeom>
            <a:solidFill>
              <a:srgbClr val="ED7D3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4400"/>
              <a:endParaRPr lang="zh-CN" altLang="en-US" sz="20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7" name="ï$ḻide"/>
            <p:cNvSpPr/>
            <p:nvPr>
              <p:custDataLst>
                <p:tags r:id="rId73"/>
              </p:custDataLst>
            </p:nvPr>
          </p:nvSpPr>
          <p:spPr>
            <a:xfrm>
              <a:off x="10964" y="4593"/>
              <a:ext cx="711" cy="397"/>
            </a:xfrm>
            <a:prstGeom prst="rightArrow">
              <a:avLst/>
            </a:prstGeom>
            <a:solidFill>
              <a:srgbClr val="4472C4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4400"/>
              <a:endParaRPr lang="zh-CN" altLang="en-US" sz="20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9" name="iconfont-11432-4397522"/>
            <p:cNvSpPr/>
            <p:nvPr>
              <p:custDataLst>
                <p:tags r:id="rId74"/>
              </p:custDataLst>
            </p:nvPr>
          </p:nvSpPr>
          <p:spPr>
            <a:xfrm>
              <a:off x="976" y="4439"/>
              <a:ext cx="822" cy="960"/>
            </a:xfrm>
            <a:custGeom>
              <a:avLst/>
              <a:gdLst>
                <a:gd name="T0" fmla="*/ 6721 w 9600"/>
                <a:gd name="T1" fmla="*/ 6142 h 11211"/>
                <a:gd name="T2" fmla="*/ 8175 w 9600"/>
                <a:gd name="T3" fmla="*/ 3370 h 11211"/>
                <a:gd name="T4" fmla="*/ 4800 w 9600"/>
                <a:gd name="T5" fmla="*/ 0 h 11211"/>
                <a:gd name="T6" fmla="*/ 1425 w 9600"/>
                <a:gd name="T7" fmla="*/ 3370 h 11211"/>
                <a:gd name="T8" fmla="*/ 2879 w 9600"/>
                <a:gd name="T9" fmla="*/ 6142 h 11211"/>
                <a:gd name="T10" fmla="*/ 0 w 9600"/>
                <a:gd name="T11" fmla="*/ 10536 h 11211"/>
                <a:gd name="T12" fmla="*/ 3 w 9600"/>
                <a:gd name="T13" fmla="*/ 10692 h 11211"/>
                <a:gd name="T14" fmla="*/ 5 w 9600"/>
                <a:gd name="T15" fmla="*/ 10745 h 11211"/>
                <a:gd name="T16" fmla="*/ 526 w 9600"/>
                <a:gd name="T17" fmla="*/ 11199 h 11211"/>
                <a:gd name="T18" fmla="*/ 1004 w 9600"/>
                <a:gd name="T19" fmla="*/ 10700 h 11211"/>
                <a:gd name="T20" fmla="*/ 1004 w 9600"/>
                <a:gd name="T21" fmla="*/ 10694 h 11211"/>
                <a:gd name="T22" fmla="*/ 1003 w 9600"/>
                <a:gd name="T23" fmla="*/ 10667 h 11211"/>
                <a:gd name="T24" fmla="*/ 1000 w 9600"/>
                <a:gd name="T25" fmla="*/ 10536 h 11211"/>
                <a:gd name="T26" fmla="*/ 4800 w 9600"/>
                <a:gd name="T27" fmla="*/ 6741 h 11211"/>
                <a:gd name="T28" fmla="*/ 8600 w 9600"/>
                <a:gd name="T29" fmla="*/ 10536 h 11211"/>
                <a:gd name="T30" fmla="*/ 8598 w 9600"/>
                <a:gd name="T31" fmla="*/ 10664 h 11211"/>
                <a:gd name="T32" fmla="*/ 8596 w 9600"/>
                <a:gd name="T33" fmla="*/ 10699 h 11211"/>
                <a:gd name="T34" fmla="*/ 9076 w 9600"/>
                <a:gd name="T35" fmla="*/ 11198 h 11211"/>
                <a:gd name="T36" fmla="*/ 9596 w 9600"/>
                <a:gd name="T37" fmla="*/ 10741 h 11211"/>
                <a:gd name="T38" fmla="*/ 9597 w 9600"/>
                <a:gd name="T39" fmla="*/ 10693 h 11211"/>
                <a:gd name="T40" fmla="*/ 9600 w 9600"/>
                <a:gd name="T41" fmla="*/ 10536 h 11211"/>
                <a:gd name="T42" fmla="*/ 6721 w 9600"/>
                <a:gd name="T43" fmla="*/ 6142 h 11211"/>
                <a:gd name="T44" fmla="*/ 2425 w 9600"/>
                <a:gd name="T45" fmla="*/ 3370 h 11211"/>
                <a:gd name="T46" fmla="*/ 4800 w 9600"/>
                <a:gd name="T47" fmla="*/ 998 h 11211"/>
                <a:gd name="T48" fmla="*/ 7175 w 9600"/>
                <a:gd name="T49" fmla="*/ 3370 h 11211"/>
                <a:gd name="T50" fmla="*/ 4800 w 9600"/>
                <a:gd name="T51" fmla="*/ 5743 h 11211"/>
                <a:gd name="T52" fmla="*/ 2425 w 9600"/>
                <a:gd name="T53" fmla="*/ 3370 h 11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9600" h="11211">
                  <a:moveTo>
                    <a:pt x="6721" y="6142"/>
                  </a:moveTo>
                  <a:cubicBezTo>
                    <a:pt x="7600" y="5533"/>
                    <a:pt x="8175" y="4519"/>
                    <a:pt x="8175" y="3370"/>
                  </a:cubicBezTo>
                  <a:cubicBezTo>
                    <a:pt x="8175" y="1509"/>
                    <a:pt x="6664" y="0"/>
                    <a:pt x="4800" y="0"/>
                  </a:cubicBezTo>
                  <a:cubicBezTo>
                    <a:pt x="2936" y="0"/>
                    <a:pt x="1425" y="1509"/>
                    <a:pt x="1425" y="3370"/>
                  </a:cubicBezTo>
                  <a:cubicBezTo>
                    <a:pt x="1425" y="4519"/>
                    <a:pt x="2000" y="5533"/>
                    <a:pt x="2879" y="6142"/>
                  </a:cubicBezTo>
                  <a:cubicBezTo>
                    <a:pt x="1184" y="6882"/>
                    <a:pt x="0" y="8571"/>
                    <a:pt x="0" y="10536"/>
                  </a:cubicBezTo>
                  <a:cubicBezTo>
                    <a:pt x="0" y="10589"/>
                    <a:pt x="1" y="10641"/>
                    <a:pt x="3" y="10692"/>
                  </a:cubicBezTo>
                  <a:cubicBezTo>
                    <a:pt x="3" y="10710"/>
                    <a:pt x="4" y="10728"/>
                    <a:pt x="5" y="10745"/>
                  </a:cubicBezTo>
                  <a:cubicBezTo>
                    <a:pt x="29" y="11011"/>
                    <a:pt x="259" y="11211"/>
                    <a:pt x="526" y="11199"/>
                  </a:cubicBezTo>
                  <a:cubicBezTo>
                    <a:pt x="793" y="11187"/>
                    <a:pt x="1003" y="10967"/>
                    <a:pt x="1004" y="10700"/>
                  </a:cubicBezTo>
                  <a:lnTo>
                    <a:pt x="1004" y="10694"/>
                  </a:lnTo>
                  <a:cubicBezTo>
                    <a:pt x="1004" y="10685"/>
                    <a:pt x="1003" y="10676"/>
                    <a:pt x="1003" y="10667"/>
                  </a:cubicBezTo>
                  <a:cubicBezTo>
                    <a:pt x="1001" y="10624"/>
                    <a:pt x="1000" y="10580"/>
                    <a:pt x="1000" y="10536"/>
                  </a:cubicBezTo>
                  <a:cubicBezTo>
                    <a:pt x="1000" y="8440"/>
                    <a:pt x="2702" y="6741"/>
                    <a:pt x="4800" y="6741"/>
                  </a:cubicBezTo>
                  <a:cubicBezTo>
                    <a:pt x="6899" y="6741"/>
                    <a:pt x="8600" y="8440"/>
                    <a:pt x="8600" y="10536"/>
                  </a:cubicBezTo>
                  <a:cubicBezTo>
                    <a:pt x="8600" y="10579"/>
                    <a:pt x="8599" y="10622"/>
                    <a:pt x="8598" y="10664"/>
                  </a:cubicBezTo>
                  <a:cubicBezTo>
                    <a:pt x="8598" y="10676"/>
                    <a:pt x="8597" y="10687"/>
                    <a:pt x="8596" y="10699"/>
                  </a:cubicBezTo>
                  <a:cubicBezTo>
                    <a:pt x="8597" y="10967"/>
                    <a:pt x="8808" y="11187"/>
                    <a:pt x="9076" y="11198"/>
                  </a:cubicBezTo>
                  <a:cubicBezTo>
                    <a:pt x="9343" y="11210"/>
                    <a:pt x="9572" y="11008"/>
                    <a:pt x="9596" y="10741"/>
                  </a:cubicBezTo>
                  <a:cubicBezTo>
                    <a:pt x="9596" y="10725"/>
                    <a:pt x="9597" y="10709"/>
                    <a:pt x="9597" y="10693"/>
                  </a:cubicBezTo>
                  <a:cubicBezTo>
                    <a:pt x="9599" y="10641"/>
                    <a:pt x="9600" y="10589"/>
                    <a:pt x="9600" y="10536"/>
                  </a:cubicBezTo>
                  <a:cubicBezTo>
                    <a:pt x="9600" y="8571"/>
                    <a:pt x="8416" y="6882"/>
                    <a:pt x="6721" y="6142"/>
                  </a:cubicBezTo>
                  <a:close/>
                  <a:moveTo>
                    <a:pt x="2425" y="3370"/>
                  </a:moveTo>
                  <a:cubicBezTo>
                    <a:pt x="2425" y="2060"/>
                    <a:pt x="3488" y="998"/>
                    <a:pt x="4800" y="998"/>
                  </a:cubicBezTo>
                  <a:cubicBezTo>
                    <a:pt x="6112" y="998"/>
                    <a:pt x="7175" y="2061"/>
                    <a:pt x="7175" y="3370"/>
                  </a:cubicBezTo>
                  <a:cubicBezTo>
                    <a:pt x="7175" y="4680"/>
                    <a:pt x="6112" y="5743"/>
                    <a:pt x="4800" y="5743"/>
                  </a:cubicBezTo>
                  <a:cubicBezTo>
                    <a:pt x="3488" y="5743"/>
                    <a:pt x="2425" y="4680"/>
                    <a:pt x="2425" y="33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0" name="iconfont-11432-4397522"/>
            <p:cNvSpPr/>
            <p:nvPr>
              <p:custDataLst>
                <p:tags r:id="rId75"/>
              </p:custDataLst>
            </p:nvPr>
          </p:nvSpPr>
          <p:spPr>
            <a:xfrm>
              <a:off x="976" y="2809"/>
              <a:ext cx="822" cy="960"/>
            </a:xfrm>
            <a:custGeom>
              <a:avLst/>
              <a:gdLst>
                <a:gd name="T0" fmla="*/ 6721 w 9600"/>
                <a:gd name="T1" fmla="*/ 6142 h 11211"/>
                <a:gd name="T2" fmla="*/ 8175 w 9600"/>
                <a:gd name="T3" fmla="*/ 3370 h 11211"/>
                <a:gd name="T4" fmla="*/ 4800 w 9600"/>
                <a:gd name="T5" fmla="*/ 0 h 11211"/>
                <a:gd name="T6" fmla="*/ 1425 w 9600"/>
                <a:gd name="T7" fmla="*/ 3370 h 11211"/>
                <a:gd name="T8" fmla="*/ 2879 w 9600"/>
                <a:gd name="T9" fmla="*/ 6142 h 11211"/>
                <a:gd name="T10" fmla="*/ 0 w 9600"/>
                <a:gd name="T11" fmla="*/ 10536 h 11211"/>
                <a:gd name="T12" fmla="*/ 3 w 9600"/>
                <a:gd name="T13" fmla="*/ 10692 h 11211"/>
                <a:gd name="T14" fmla="*/ 5 w 9600"/>
                <a:gd name="T15" fmla="*/ 10745 h 11211"/>
                <a:gd name="T16" fmla="*/ 526 w 9600"/>
                <a:gd name="T17" fmla="*/ 11199 h 11211"/>
                <a:gd name="T18" fmla="*/ 1004 w 9600"/>
                <a:gd name="T19" fmla="*/ 10700 h 11211"/>
                <a:gd name="T20" fmla="*/ 1004 w 9600"/>
                <a:gd name="T21" fmla="*/ 10694 h 11211"/>
                <a:gd name="T22" fmla="*/ 1003 w 9600"/>
                <a:gd name="T23" fmla="*/ 10667 h 11211"/>
                <a:gd name="T24" fmla="*/ 1000 w 9600"/>
                <a:gd name="T25" fmla="*/ 10536 h 11211"/>
                <a:gd name="T26" fmla="*/ 4800 w 9600"/>
                <a:gd name="T27" fmla="*/ 6741 h 11211"/>
                <a:gd name="T28" fmla="*/ 8600 w 9600"/>
                <a:gd name="T29" fmla="*/ 10536 h 11211"/>
                <a:gd name="T30" fmla="*/ 8598 w 9600"/>
                <a:gd name="T31" fmla="*/ 10664 h 11211"/>
                <a:gd name="T32" fmla="*/ 8596 w 9600"/>
                <a:gd name="T33" fmla="*/ 10699 h 11211"/>
                <a:gd name="T34" fmla="*/ 9076 w 9600"/>
                <a:gd name="T35" fmla="*/ 11198 h 11211"/>
                <a:gd name="T36" fmla="*/ 9596 w 9600"/>
                <a:gd name="T37" fmla="*/ 10741 h 11211"/>
                <a:gd name="T38" fmla="*/ 9597 w 9600"/>
                <a:gd name="T39" fmla="*/ 10693 h 11211"/>
                <a:gd name="T40" fmla="*/ 9600 w 9600"/>
                <a:gd name="T41" fmla="*/ 10536 h 11211"/>
                <a:gd name="T42" fmla="*/ 6721 w 9600"/>
                <a:gd name="T43" fmla="*/ 6142 h 11211"/>
                <a:gd name="T44" fmla="*/ 2425 w 9600"/>
                <a:gd name="T45" fmla="*/ 3370 h 11211"/>
                <a:gd name="T46" fmla="*/ 4800 w 9600"/>
                <a:gd name="T47" fmla="*/ 998 h 11211"/>
                <a:gd name="T48" fmla="*/ 7175 w 9600"/>
                <a:gd name="T49" fmla="*/ 3370 h 11211"/>
                <a:gd name="T50" fmla="*/ 4800 w 9600"/>
                <a:gd name="T51" fmla="*/ 5743 h 11211"/>
                <a:gd name="T52" fmla="*/ 2425 w 9600"/>
                <a:gd name="T53" fmla="*/ 3370 h 11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9600" h="11211">
                  <a:moveTo>
                    <a:pt x="6721" y="6142"/>
                  </a:moveTo>
                  <a:cubicBezTo>
                    <a:pt x="7600" y="5533"/>
                    <a:pt x="8175" y="4519"/>
                    <a:pt x="8175" y="3370"/>
                  </a:cubicBezTo>
                  <a:cubicBezTo>
                    <a:pt x="8175" y="1509"/>
                    <a:pt x="6664" y="0"/>
                    <a:pt x="4800" y="0"/>
                  </a:cubicBezTo>
                  <a:cubicBezTo>
                    <a:pt x="2936" y="0"/>
                    <a:pt x="1425" y="1509"/>
                    <a:pt x="1425" y="3370"/>
                  </a:cubicBezTo>
                  <a:cubicBezTo>
                    <a:pt x="1425" y="4519"/>
                    <a:pt x="2000" y="5533"/>
                    <a:pt x="2879" y="6142"/>
                  </a:cubicBezTo>
                  <a:cubicBezTo>
                    <a:pt x="1184" y="6882"/>
                    <a:pt x="0" y="8571"/>
                    <a:pt x="0" y="10536"/>
                  </a:cubicBezTo>
                  <a:cubicBezTo>
                    <a:pt x="0" y="10589"/>
                    <a:pt x="1" y="10641"/>
                    <a:pt x="3" y="10692"/>
                  </a:cubicBezTo>
                  <a:cubicBezTo>
                    <a:pt x="3" y="10710"/>
                    <a:pt x="4" y="10728"/>
                    <a:pt x="5" y="10745"/>
                  </a:cubicBezTo>
                  <a:cubicBezTo>
                    <a:pt x="29" y="11011"/>
                    <a:pt x="259" y="11211"/>
                    <a:pt x="526" y="11199"/>
                  </a:cubicBezTo>
                  <a:cubicBezTo>
                    <a:pt x="793" y="11187"/>
                    <a:pt x="1003" y="10967"/>
                    <a:pt x="1004" y="10700"/>
                  </a:cubicBezTo>
                  <a:lnTo>
                    <a:pt x="1004" y="10694"/>
                  </a:lnTo>
                  <a:cubicBezTo>
                    <a:pt x="1004" y="10685"/>
                    <a:pt x="1003" y="10676"/>
                    <a:pt x="1003" y="10667"/>
                  </a:cubicBezTo>
                  <a:cubicBezTo>
                    <a:pt x="1001" y="10624"/>
                    <a:pt x="1000" y="10580"/>
                    <a:pt x="1000" y="10536"/>
                  </a:cubicBezTo>
                  <a:cubicBezTo>
                    <a:pt x="1000" y="8440"/>
                    <a:pt x="2702" y="6741"/>
                    <a:pt x="4800" y="6741"/>
                  </a:cubicBezTo>
                  <a:cubicBezTo>
                    <a:pt x="6899" y="6741"/>
                    <a:pt x="8600" y="8440"/>
                    <a:pt x="8600" y="10536"/>
                  </a:cubicBezTo>
                  <a:cubicBezTo>
                    <a:pt x="8600" y="10579"/>
                    <a:pt x="8599" y="10622"/>
                    <a:pt x="8598" y="10664"/>
                  </a:cubicBezTo>
                  <a:cubicBezTo>
                    <a:pt x="8598" y="10676"/>
                    <a:pt x="8597" y="10687"/>
                    <a:pt x="8596" y="10699"/>
                  </a:cubicBezTo>
                  <a:cubicBezTo>
                    <a:pt x="8597" y="10967"/>
                    <a:pt x="8808" y="11187"/>
                    <a:pt x="9076" y="11198"/>
                  </a:cubicBezTo>
                  <a:cubicBezTo>
                    <a:pt x="9343" y="11210"/>
                    <a:pt x="9572" y="11008"/>
                    <a:pt x="9596" y="10741"/>
                  </a:cubicBezTo>
                  <a:cubicBezTo>
                    <a:pt x="9596" y="10725"/>
                    <a:pt x="9597" y="10709"/>
                    <a:pt x="9597" y="10693"/>
                  </a:cubicBezTo>
                  <a:cubicBezTo>
                    <a:pt x="9599" y="10641"/>
                    <a:pt x="9600" y="10589"/>
                    <a:pt x="9600" y="10536"/>
                  </a:cubicBezTo>
                  <a:cubicBezTo>
                    <a:pt x="9600" y="8571"/>
                    <a:pt x="8416" y="6882"/>
                    <a:pt x="6721" y="6142"/>
                  </a:cubicBezTo>
                  <a:close/>
                  <a:moveTo>
                    <a:pt x="2425" y="3370"/>
                  </a:moveTo>
                  <a:cubicBezTo>
                    <a:pt x="2425" y="2060"/>
                    <a:pt x="3488" y="998"/>
                    <a:pt x="4800" y="998"/>
                  </a:cubicBezTo>
                  <a:cubicBezTo>
                    <a:pt x="6112" y="998"/>
                    <a:pt x="7175" y="2061"/>
                    <a:pt x="7175" y="3370"/>
                  </a:cubicBezTo>
                  <a:cubicBezTo>
                    <a:pt x="7175" y="4680"/>
                    <a:pt x="6112" y="5743"/>
                    <a:pt x="4800" y="5743"/>
                  </a:cubicBezTo>
                  <a:cubicBezTo>
                    <a:pt x="3488" y="5743"/>
                    <a:pt x="2425" y="4680"/>
                    <a:pt x="2425" y="33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1" name="iconfont-11432-4397522"/>
            <p:cNvSpPr/>
            <p:nvPr>
              <p:custDataLst>
                <p:tags r:id="rId76"/>
              </p:custDataLst>
            </p:nvPr>
          </p:nvSpPr>
          <p:spPr>
            <a:xfrm>
              <a:off x="976" y="6069"/>
              <a:ext cx="822" cy="960"/>
            </a:xfrm>
            <a:custGeom>
              <a:avLst/>
              <a:gdLst>
                <a:gd name="T0" fmla="*/ 6721 w 9600"/>
                <a:gd name="T1" fmla="*/ 6142 h 11211"/>
                <a:gd name="T2" fmla="*/ 8175 w 9600"/>
                <a:gd name="T3" fmla="*/ 3370 h 11211"/>
                <a:gd name="T4" fmla="*/ 4800 w 9600"/>
                <a:gd name="T5" fmla="*/ 0 h 11211"/>
                <a:gd name="T6" fmla="*/ 1425 w 9600"/>
                <a:gd name="T7" fmla="*/ 3370 h 11211"/>
                <a:gd name="T8" fmla="*/ 2879 w 9600"/>
                <a:gd name="T9" fmla="*/ 6142 h 11211"/>
                <a:gd name="T10" fmla="*/ 0 w 9600"/>
                <a:gd name="T11" fmla="*/ 10536 h 11211"/>
                <a:gd name="T12" fmla="*/ 3 w 9600"/>
                <a:gd name="T13" fmla="*/ 10692 h 11211"/>
                <a:gd name="T14" fmla="*/ 5 w 9600"/>
                <a:gd name="T15" fmla="*/ 10745 h 11211"/>
                <a:gd name="T16" fmla="*/ 526 w 9600"/>
                <a:gd name="T17" fmla="*/ 11199 h 11211"/>
                <a:gd name="T18" fmla="*/ 1004 w 9600"/>
                <a:gd name="T19" fmla="*/ 10700 h 11211"/>
                <a:gd name="T20" fmla="*/ 1004 w 9600"/>
                <a:gd name="T21" fmla="*/ 10694 h 11211"/>
                <a:gd name="T22" fmla="*/ 1003 w 9600"/>
                <a:gd name="T23" fmla="*/ 10667 h 11211"/>
                <a:gd name="T24" fmla="*/ 1000 w 9600"/>
                <a:gd name="T25" fmla="*/ 10536 h 11211"/>
                <a:gd name="T26" fmla="*/ 4800 w 9600"/>
                <a:gd name="T27" fmla="*/ 6741 h 11211"/>
                <a:gd name="T28" fmla="*/ 8600 w 9600"/>
                <a:gd name="T29" fmla="*/ 10536 h 11211"/>
                <a:gd name="T30" fmla="*/ 8598 w 9600"/>
                <a:gd name="T31" fmla="*/ 10664 h 11211"/>
                <a:gd name="T32" fmla="*/ 8596 w 9600"/>
                <a:gd name="T33" fmla="*/ 10699 h 11211"/>
                <a:gd name="T34" fmla="*/ 9076 w 9600"/>
                <a:gd name="T35" fmla="*/ 11198 h 11211"/>
                <a:gd name="T36" fmla="*/ 9596 w 9600"/>
                <a:gd name="T37" fmla="*/ 10741 h 11211"/>
                <a:gd name="T38" fmla="*/ 9597 w 9600"/>
                <a:gd name="T39" fmla="*/ 10693 h 11211"/>
                <a:gd name="T40" fmla="*/ 9600 w 9600"/>
                <a:gd name="T41" fmla="*/ 10536 h 11211"/>
                <a:gd name="T42" fmla="*/ 6721 w 9600"/>
                <a:gd name="T43" fmla="*/ 6142 h 11211"/>
                <a:gd name="T44" fmla="*/ 2425 w 9600"/>
                <a:gd name="T45" fmla="*/ 3370 h 11211"/>
                <a:gd name="T46" fmla="*/ 4800 w 9600"/>
                <a:gd name="T47" fmla="*/ 998 h 11211"/>
                <a:gd name="T48" fmla="*/ 7175 w 9600"/>
                <a:gd name="T49" fmla="*/ 3370 h 11211"/>
                <a:gd name="T50" fmla="*/ 4800 w 9600"/>
                <a:gd name="T51" fmla="*/ 5743 h 11211"/>
                <a:gd name="T52" fmla="*/ 2425 w 9600"/>
                <a:gd name="T53" fmla="*/ 3370 h 112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9600" h="11211">
                  <a:moveTo>
                    <a:pt x="6721" y="6142"/>
                  </a:moveTo>
                  <a:cubicBezTo>
                    <a:pt x="7600" y="5533"/>
                    <a:pt x="8175" y="4519"/>
                    <a:pt x="8175" y="3370"/>
                  </a:cubicBezTo>
                  <a:cubicBezTo>
                    <a:pt x="8175" y="1509"/>
                    <a:pt x="6664" y="0"/>
                    <a:pt x="4800" y="0"/>
                  </a:cubicBezTo>
                  <a:cubicBezTo>
                    <a:pt x="2936" y="0"/>
                    <a:pt x="1425" y="1509"/>
                    <a:pt x="1425" y="3370"/>
                  </a:cubicBezTo>
                  <a:cubicBezTo>
                    <a:pt x="1425" y="4519"/>
                    <a:pt x="2000" y="5533"/>
                    <a:pt x="2879" y="6142"/>
                  </a:cubicBezTo>
                  <a:cubicBezTo>
                    <a:pt x="1184" y="6882"/>
                    <a:pt x="0" y="8571"/>
                    <a:pt x="0" y="10536"/>
                  </a:cubicBezTo>
                  <a:cubicBezTo>
                    <a:pt x="0" y="10589"/>
                    <a:pt x="1" y="10641"/>
                    <a:pt x="3" y="10692"/>
                  </a:cubicBezTo>
                  <a:cubicBezTo>
                    <a:pt x="3" y="10710"/>
                    <a:pt x="4" y="10728"/>
                    <a:pt x="5" y="10745"/>
                  </a:cubicBezTo>
                  <a:cubicBezTo>
                    <a:pt x="29" y="11011"/>
                    <a:pt x="259" y="11211"/>
                    <a:pt x="526" y="11199"/>
                  </a:cubicBezTo>
                  <a:cubicBezTo>
                    <a:pt x="793" y="11187"/>
                    <a:pt x="1003" y="10967"/>
                    <a:pt x="1004" y="10700"/>
                  </a:cubicBezTo>
                  <a:lnTo>
                    <a:pt x="1004" y="10694"/>
                  </a:lnTo>
                  <a:cubicBezTo>
                    <a:pt x="1004" y="10685"/>
                    <a:pt x="1003" y="10676"/>
                    <a:pt x="1003" y="10667"/>
                  </a:cubicBezTo>
                  <a:cubicBezTo>
                    <a:pt x="1001" y="10624"/>
                    <a:pt x="1000" y="10580"/>
                    <a:pt x="1000" y="10536"/>
                  </a:cubicBezTo>
                  <a:cubicBezTo>
                    <a:pt x="1000" y="8440"/>
                    <a:pt x="2702" y="6741"/>
                    <a:pt x="4800" y="6741"/>
                  </a:cubicBezTo>
                  <a:cubicBezTo>
                    <a:pt x="6899" y="6741"/>
                    <a:pt x="8600" y="8440"/>
                    <a:pt x="8600" y="10536"/>
                  </a:cubicBezTo>
                  <a:cubicBezTo>
                    <a:pt x="8600" y="10579"/>
                    <a:pt x="8599" y="10622"/>
                    <a:pt x="8598" y="10664"/>
                  </a:cubicBezTo>
                  <a:cubicBezTo>
                    <a:pt x="8598" y="10676"/>
                    <a:pt x="8597" y="10687"/>
                    <a:pt x="8596" y="10699"/>
                  </a:cubicBezTo>
                  <a:cubicBezTo>
                    <a:pt x="8597" y="10967"/>
                    <a:pt x="8808" y="11187"/>
                    <a:pt x="9076" y="11198"/>
                  </a:cubicBezTo>
                  <a:cubicBezTo>
                    <a:pt x="9343" y="11210"/>
                    <a:pt x="9572" y="11008"/>
                    <a:pt x="9596" y="10741"/>
                  </a:cubicBezTo>
                  <a:cubicBezTo>
                    <a:pt x="9596" y="10725"/>
                    <a:pt x="9597" y="10709"/>
                    <a:pt x="9597" y="10693"/>
                  </a:cubicBezTo>
                  <a:cubicBezTo>
                    <a:pt x="9599" y="10641"/>
                    <a:pt x="9600" y="10589"/>
                    <a:pt x="9600" y="10536"/>
                  </a:cubicBezTo>
                  <a:cubicBezTo>
                    <a:pt x="9600" y="8571"/>
                    <a:pt x="8416" y="6882"/>
                    <a:pt x="6721" y="6142"/>
                  </a:cubicBezTo>
                  <a:close/>
                  <a:moveTo>
                    <a:pt x="2425" y="3370"/>
                  </a:moveTo>
                  <a:cubicBezTo>
                    <a:pt x="2425" y="2060"/>
                    <a:pt x="3488" y="998"/>
                    <a:pt x="4800" y="998"/>
                  </a:cubicBezTo>
                  <a:cubicBezTo>
                    <a:pt x="6112" y="998"/>
                    <a:pt x="7175" y="2061"/>
                    <a:pt x="7175" y="3370"/>
                  </a:cubicBezTo>
                  <a:cubicBezTo>
                    <a:pt x="7175" y="4680"/>
                    <a:pt x="6112" y="5743"/>
                    <a:pt x="4800" y="5743"/>
                  </a:cubicBezTo>
                  <a:cubicBezTo>
                    <a:pt x="3488" y="5743"/>
                    <a:pt x="2425" y="4680"/>
                    <a:pt x="2425" y="337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ï$ḻide"/>
            <p:cNvSpPr/>
            <p:nvPr>
              <p:custDataLst>
                <p:tags r:id="rId77"/>
              </p:custDataLst>
            </p:nvPr>
          </p:nvSpPr>
          <p:spPr>
            <a:xfrm>
              <a:off x="3579" y="4718"/>
              <a:ext cx="711" cy="401"/>
            </a:xfrm>
            <a:prstGeom prst="rightArrow">
              <a:avLst/>
            </a:prstGeom>
            <a:gradFill>
              <a:gsLst>
                <a:gs pos="10000">
                  <a:schemeClr val="tx2">
                    <a:alpha val="0"/>
                  </a:schemeClr>
                </a:gs>
                <a:gs pos="100000">
                  <a:schemeClr val="tx2"/>
                </a:gs>
              </a:gsLst>
              <a:lin ang="0" scaled="0"/>
            </a:gra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endParaRPr lang="zh-CN" altLang="en-US" sz="6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文本框 107"/>
            <p:cNvSpPr txBox="1"/>
            <p:nvPr>
              <p:custDataLst>
                <p:tags r:id="rId78"/>
              </p:custDataLst>
            </p:nvPr>
          </p:nvSpPr>
          <p:spPr>
            <a:xfrm>
              <a:off x="2130" y="4600"/>
              <a:ext cx="1368" cy="725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  <a:prstDash val="dash"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>
                  <a:ln w="0"/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Http</a:t>
              </a:r>
              <a:endParaRPr lang="en-US" altLang="zh-CN" sz="2400" b="1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iconfont-11841-5650496"/>
            <p:cNvSpPr/>
            <p:nvPr>
              <p:custDataLst>
                <p:tags r:id="rId79"/>
              </p:custDataLst>
            </p:nvPr>
          </p:nvSpPr>
          <p:spPr>
            <a:xfrm>
              <a:off x="8238" y="4017"/>
              <a:ext cx="1706" cy="1490"/>
            </a:xfrm>
            <a:custGeom>
              <a:avLst/>
              <a:gdLst>
                <a:gd name="connsiteX0" fmla="*/ 223413 w 446302"/>
                <a:gd name="connsiteY0" fmla="*/ 289001 h 389956"/>
                <a:gd name="connsiteX1" fmla="*/ 168842 w 446302"/>
                <a:gd name="connsiteY1" fmla="*/ 360098 h 389956"/>
                <a:gd name="connsiteX2" fmla="*/ 277413 w 446302"/>
                <a:gd name="connsiteY2" fmla="*/ 360098 h 389956"/>
                <a:gd name="connsiteX3" fmla="*/ 223413 w 446302"/>
                <a:gd name="connsiteY3" fmla="*/ 249619 h 389956"/>
                <a:gd name="connsiteX4" fmla="*/ 235508 w 446302"/>
                <a:gd name="connsiteY4" fmla="*/ 255333 h 389956"/>
                <a:gd name="connsiteX5" fmla="*/ 319317 w 446302"/>
                <a:gd name="connsiteY5" fmla="*/ 365813 h 389956"/>
                <a:gd name="connsiteX6" fmla="*/ 320555 w 446302"/>
                <a:gd name="connsiteY6" fmla="*/ 381051 h 389956"/>
                <a:gd name="connsiteX7" fmla="*/ 307222 w 446302"/>
                <a:gd name="connsiteY7" fmla="*/ 389956 h 389956"/>
                <a:gd name="connsiteX8" fmla="*/ 138985 w 446302"/>
                <a:gd name="connsiteY8" fmla="*/ 389956 h 389956"/>
                <a:gd name="connsiteX9" fmla="*/ 125652 w 446302"/>
                <a:gd name="connsiteY9" fmla="*/ 381670 h 389956"/>
                <a:gd name="connsiteX10" fmla="*/ 126938 w 446302"/>
                <a:gd name="connsiteY10" fmla="*/ 366432 h 389956"/>
                <a:gd name="connsiteX11" fmla="*/ 211366 w 446302"/>
                <a:gd name="connsiteY11" fmla="*/ 255333 h 389956"/>
                <a:gd name="connsiteX12" fmla="*/ 223413 w 446302"/>
                <a:gd name="connsiteY12" fmla="*/ 249619 h 389956"/>
                <a:gd name="connsiteX13" fmla="*/ 252059 w 446302"/>
                <a:gd name="connsiteY13" fmla="*/ 149870 h 389956"/>
                <a:gd name="connsiteX14" fmla="*/ 330079 w 446302"/>
                <a:gd name="connsiteY14" fmla="*/ 170175 h 389956"/>
                <a:gd name="connsiteX15" fmla="*/ 333269 w 446302"/>
                <a:gd name="connsiteY15" fmla="*/ 181585 h 389956"/>
                <a:gd name="connsiteX16" fmla="*/ 321841 w 446302"/>
                <a:gd name="connsiteY16" fmla="*/ 184770 h 389956"/>
                <a:gd name="connsiteX17" fmla="*/ 222175 w 446302"/>
                <a:gd name="connsiteY17" fmla="*/ 174644 h 389956"/>
                <a:gd name="connsiteX18" fmla="*/ 173890 w 446302"/>
                <a:gd name="connsiteY18" fmla="*/ 185389 h 389956"/>
                <a:gd name="connsiteX19" fmla="*/ 117414 w 446302"/>
                <a:gd name="connsiteY19" fmla="*/ 173360 h 389956"/>
                <a:gd name="connsiteX20" fmla="*/ 113605 w 446302"/>
                <a:gd name="connsiteY20" fmla="*/ 161950 h 389956"/>
                <a:gd name="connsiteX21" fmla="*/ 125033 w 446302"/>
                <a:gd name="connsiteY21" fmla="*/ 158147 h 389956"/>
                <a:gd name="connsiteX22" fmla="*/ 213889 w 446302"/>
                <a:gd name="connsiteY22" fmla="*/ 159430 h 389956"/>
                <a:gd name="connsiteX23" fmla="*/ 252059 w 446302"/>
                <a:gd name="connsiteY23" fmla="*/ 149870 h 389956"/>
                <a:gd name="connsiteX24" fmla="*/ 252059 w 446302"/>
                <a:gd name="connsiteY24" fmla="*/ 110522 h 389956"/>
                <a:gd name="connsiteX25" fmla="*/ 330079 w 446302"/>
                <a:gd name="connsiteY25" fmla="*/ 130900 h 389956"/>
                <a:gd name="connsiteX26" fmla="*/ 333269 w 446302"/>
                <a:gd name="connsiteY26" fmla="*/ 142329 h 389956"/>
                <a:gd name="connsiteX27" fmla="*/ 321841 w 446302"/>
                <a:gd name="connsiteY27" fmla="*/ 145472 h 389956"/>
                <a:gd name="connsiteX28" fmla="*/ 222175 w 446302"/>
                <a:gd name="connsiteY28" fmla="*/ 135329 h 389956"/>
                <a:gd name="connsiteX29" fmla="*/ 173890 w 446302"/>
                <a:gd name="connsiteY29" fmla="*/ 146139 h 389956"/>
                <a:gd name="connsiteX30" fmla="*/ 117414 w 446302"/>
                <a:gd name="connsiteY30" fmla="*/ 134043 h 389956"/>
                <a:gd name="connsiteX31" fmla="*/ 113605 w 446302"/>
                <a:gd name="connsiteY31" fmla="*/ 122614 h 389956"/>
                <a:gd name="connsiteX32" fmla="*/ 125033 w 446302"/>
                <a:gd name="connsiteY32" fmla="*/ 118804 h 389956"/>
                <a:gd name="connsiteX33" fmla="*/ 213889 w 446302"/>
                <a:gd name="connsiteY33" fmla="*/ 120090 h 389956"/>
                <a:gd name="connsiteX34" fmla="*/ 252059 w 446302"/>
                <a:gd name="connsiteY34" fmla="*/ 110522 h 389956"/>
                <a:gd name="connsiteX35" fmla="*/ 14618 w 446302"/>
                <a:gd name="connsiteY35" fmla="*/ 0 h 389956"/>
                <a:gd name="connsiteX36" fmla="*/ 431732 w 446302"/>
                <a:gd name="connsiteY36" fmla="*/ 0 h 389956"/>
                <a:gd name="connsiteX37" fmla="*/ 446302 w 446302"/>
                <a:gd name="connsiteY37" fmla="*/ 14624 h 389956"/>
                <a:gd name="connsiteX38" fmla="*/ 446302 w 446302"/>
                <a:gd name="connsiteY38" fmla="*/ 288333 h 389956"/>
                <a:gd name="connsiteX39" fmla="*/ 431732 w 446302"/>
                <a:gd name="connsiteY39" fmla="*/ 302957 h 389956"/>
                <a:gd name="connsiteX40" fmla="*/ 342833 w 446302"/>
                <a:gd name="connsiteY40" fmla="*/ 302957 h 389956"/>
                <a:gd name="connsiteX41" fmla="*/ 328215 w 446302"/>
                <a:gd name="connsiteY41" fmla="*/ 288333 h 389956"/>
                <a:gd name="connsiteX42" fmla="*/ 342833 w 446302"/>
                <a:gd name="connsiteY42" fmla="*/ 273757 h 389956"/>
                <a:gd name="connsiteX43" fmla="*/ 417114 w 446302"/>
                <a:gd name="connsiteY43" fmla="*/ 273757 h 389956"/>
                <a:gd name="connsiteX44" fmla="*/ 417114 w 446302"/>
                <a:gd name="connsiteY44" fmla="*/ 29200 h 389956"/>
                <a:gd name="connsiteX45" fmla="*/ 29855 w 446302"/>
                <a:gd name="connsiteY45" fmla="*/ 29200 h 389956"/>
                <a:gd name="connsiteX46" fmla="*/ 29855 w 446302"/>
                <a:gd name="connsiteY46" fmla="*/ 273090 h 389956"/>
                <a:gd name="connsiteX47" fmla="*/ 111754 w 446302"/>
                <a:gd name="connsiteY47" fmla="*/ 273090 h 389956"/>
                <a:gd name="connsiteX48" fmla="*/ 126324 w 446302"/>
                <a:gd name="connsiteY48" fmla="*/ 287714 h 389956"/>
                <a:gd name="connsiteX49" fmla="*/ 111754 w 446302"/>
                <a:gd name="connsiteY49" fmla="*/ 302338 h 389956"/>
                <a:gd name="connsiteX50" fmla="*/ 14618 w 446302"/>
                <a:gd name="connsiteY50" fmla="*/ 302338 h 389956"/>
                <a:gd name="connsiteX51" fmla="*/ 0 w 446302"/>
                <a:gd name="connsiteY51" fmla="*/ 287714 h 389956"/>
                <a:gd name="connsiteX52" fmla="*/ 0 w 446302"/>
                <a:gd name="connsiteY52" fmla="*/ 14624 h 389956"/>
                <a:gd name="connsiteX53" fmla="*/ 14618 w 446302"/>
                <a:gd name="connsiteY53" fmla="*/ 0 h 389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446302" h="389956">
                  <a:moveTo>
                    <a:pt x="223413" y="289001"/>
                  </a:moveTo>
                  <a:lnTo>
                    <a:pt x="168842" y="360098"/>
                  </a:lnTo>
                  <a:lnTo>
                    <a:pt x="277413" y="360098"/>
                  </a:lnTo>
                  <a:close/>
                  <a:moveTo>
                    <a:pt x="223413" y="249619"/>
                  </a:moveTo>
                  <a:cubicBezTo>
                    <a:pt x="228508" y="249619"/>
                    <a:pt x="232318" y="251523"/>
                    <a:pt x="235508" y="255333"/>
                  </a:cubicBezTo>
                  <a:lnTo>
                    <a:pt x="319317" y="365813"/>
                  </a:lnTo>
                  <a:cubicBezTo>
                    <a:pt x="322460" y="370241"/>
                    <a:pt x="323126" y="376622"/>
                    <a:pt x="320555" y="381051"/>
                  </a:cubicBezTo>
                  <a:cubicBezTo>
                    <a:pt x="317412" y="386766"/>
                    <a:pt x="312317" y="389956"/>
                    <a:pt x="307222" y="389956"/>
                  </a:cubicBezTo>
                  <a:lnTo>
                    <a:pt x="138985" y="389956"/>
                  </a:lnTo>
                  <a:cubicBezTo>
                    <a:pt x="133271" y="389956"/>
                    <a:pt x="128176" y="386766"/>
                    <a:pt x="125652" y="381670"/>
                  </a:cubicBezTo>
                  <a:cubicBezTo>
                    <a:pt x="123128" y="376622"/>
                    <a:pt x="123747" y="370908"/>
                    <a:pt x="126938" y="366432"/>
                  </a:cubicBezTo>
                  <a:lnTo>
                    <a:pt x="211366" y="255333"/>
                  </a:lnTo>
                  <a:cubicBezTo>
                    <a:pt x="213889" y="251523"/>
                    <a:pt x="218366" y="249619"/>
                    <a:pt x="223413" y="249619"/>
                  </a:cubicBezTo>
                  <a:close/>
                  <a:moveTo>
                    <a:pt x="252059" y="149870"/>
                  </a:moveTo>
                  <a:cubicBezTo>
                    <a:pt x="290937" y="148790"/>
                    <a:pt x="328186" y="168749"/>
                    <a:pt x="330079" y="170175"/>
                  </a:cubicBezTo>
                  <a:cubicBezTo>
                    <a:pt x="333888" y="172742"/>
                    <a:pt x="335793" y="177782"/>
                    <a:pt x="333269" y="181585"/>
                  </a:cubicBezTo>
                  <a:cubicBezTo>
                    <a:pt x="330745" y="185389"/>
                    <a:pt x="325650" y="187290"/>
                    <a:pt x="321841" y="184770"/>
                  </a:cubicBezTo>
                  <a:cubicBezTo>
                    <a:pt x="321222" y="184152"/>
                    <a:pt x="262175" y="153059"/>
                    <a:pt x="222175" y="174644"/>
                  </a:cubicBezTo>
                  <a:cubicBezTo>
                    <a:pt x="205651" y="182251"/>
                    <a:pt x="189128" y="185389"/>
                    <a:pt x="173890" y="185389"/>
                  </a:cubicBezTo>
                  <a:cubicBezTo>
                    <a:pt x="143414" y="185389"/>
                    <a:pt x="119319" y="173978"/>
                    <a:pt x="117414" y="173360"/>
                  </a:cubicBezTo>
                  <a:cubicBezTo>
                    <a:pt x="112938" y="171458"/>
                    <a:pt x="111700" y="166371"/>
                    <a:pt x="113605" y="161950"/>
                  </a:cubicBezTo>
                  <a:cubicBezTo>
                    <a:pt x="115509" y="157528"/>
                    <a:pt x="120557" y="156245"/>
                    <a:pt x="125033" y="158147"/>
                  </a:cubicBezTo>
                  <a:cubicBezTo>
                    <a:pt x="125652" y="158765"/>
                    <a:pt x="173890" y="180967"/>
                    <a:pt x="213889" y="159430"/>
                  </a:cubicBezTo>
                  <a:cubicBezTo>
                    <a:pt x="225961" y="152929"/>
                    <a:pt x="239100" y="150231"/>
                    <a:pt x="252059" y="149870"/>
                  </a:cubicBezTo>
                  <a:close/>
                  <a:moveTo>
                    <a:pt x="252059" y="110522"/>
                  </a:moveTo>
                  <a:cubicBezTo>
                    <a:pt x="290937" y="109453"/>
                    <a:pt x="328186" y="129472"/>
                    <a:pt x="330079" y="130900"/>
                  </a:cubicBezTo>
                  <a:cubicBezTo>
                    <a:pt x="333888" y="133424"/>
                    <a:pt x="335793" y="138520"/>
                    <a:pt x="333269" y="142329"/>
                  </a:cubicBezTo>
                  <a:cubicBezTo>
                    <a:pt x="330745" y="146139"/>
                    <a:pt x="325650" y="148044"/>
                    <a:pt x="321841" y="145472"/>
                  </a:cubicBezTo>
                  <a:cubicBezTo>
                    <a:pt x="321222" y="144853"/>
                    <a:pt x="262175" y="113757"/>
                    <a:pt x="222175" y="135329"/>
                  </a:cubicBezTo>
                  <a:cubicBezTo>
                    <a:pt x="205651" y="143568"/>
                    <a:pt x="189128" y="146139"/>
                    <a:pt x="173890" y="146139"/>
                  </a:cubicBezTo>
                  <a:cubicBezTo>
                    <a:pt x="143414" y="146139"/>
                    <a:pt x="119319" y="134710"/>
                    <a:pt x="117414" y="134043"/>
                  </a:cubicBezTo>
                  <a:cubicBezTo>
                    <a:pt x="112938" y="132138"/>
                    <a:pt x="111700" y="127090"/>
                    <a:pt x="113605" y="122614"/>
                  </a:cubicBezTo>
                  <a:cubicBezTo>
                    <a:pt x="115509" y="118185"/>
                    <a:pt x="120557" y="116900"/>
                    <a:pt x="125033" y="118804"/>
                  </a:cubicBezTo>
                  <a:cubicBezTo>
                    <a:pt x="125652" y="119471"/>
                    <a:pt x="173890" y="141663"/>
                    <a:pt x="213889" y="120090"/>
                  </a:cubicBezTo>
                  <a:cubicBezTo>
                    <a:pt x="225961" y="113578"/>
                    <a:pt x="239100" y="110879"/>
                    <a:pt x="252059" y="110522"/>
                  </a:cubicBezTo>
                  <a:close/>
                  <a:moveTo>
                    <a:pt x="14618" y="0"/>
                  </a:moveTo>
                  <a:lnTo>
                    <a:pt x="431732" y="0"/>
                  </a:lnTo>
                  <a:cubicBezTo>
                    <a:pt x="439969" y="0"/>
                    <a:pt x="446302" y="6335"/>
                    <a:pt x="446302" y="14624"/>
                  </a:cubicBezTo>
                  <a:lnTo>
                    <a:pt x="446302" y="288333"/>
                  </a:lnTo>
                  <a:cubicBezTo>
                    <a:pt x="446302" y="296622"/>
                    <a:pt x="439350" y="302957"/>
                    <a:pt x="431732" y="302957"/>
                  </a:cubicBezTo>
                  <a:lnTo>
                    <a:pt x="342833" y="302957"/>
                  </a:lnTo>
                  <a:cubicBezTo>
                    <a:pt x="334596" y="302957"/>
                    <a:pt x="328215" y="296622"/>
                    <a:pt x="328215" y="288333"/>
                  </a:cubicBezTo>
                  <a:cubicBezTo>
                    <a:pt x="328215" y="280093"/>
                    <a:pt x="334596" y="273757"/>
                    <a:pt x="342833" y="273757"/>
                  </a:cubicBezTo>
                  <a:lnTo>
                    <a:pt x="417114" y="273757"/>
                  </a:lnTo>
                  <a:lnTo>
                    <a:pt x="417114" y="29200"/>
                  </a:lnTo>
                  <a:lnTo>
                    <a:pt x="29855" y="29200"/>
                  </a:lnTo>
                  <a:lnTo>
                    <a:pt x="29855" y="273090"/>
                  </a:lnTo>
                  <a:lnTo>
                    <a:pt x="111754" y="273090"/>
                  </a:lnTo>
                  <a:cubicBezTo>
                    <a:pt x="119992" y="273090"/>
                    <a:pt x="126324" y="279473"/>
                    <a:pt x="126324" y="287714"/>
                  </a:cubicBezTo>
                  <a:cubicBezTo>
                    <a:pt x="126324" y="295955"/>
                    <a:pt x="119992" y="302338"/>
                    <a:pt x="111754" y="302338"/>
                  </a:cubicBezTo>
                  <a:lnTo>
                    <a:pt x="14618" y="302338"/>
                  </a:lnTo>
                  <a:cubicBezTo>
                    <a:pt x="6333" y="302338"/>
                    <a:pt x="0" y="295955"/>
                    <a:pt x="0" y="287714"/>
                  </a:cubicBezTo>
                  <a:lnTo>
                    <a:pt x="0" y="14624"/>
                  </a:lnTo>
                  <a:cubicBezTo>
                    <a:pt x="0" y="6335"/>
                    <a:pt x="6333" y="0"/>
                    <a:pt x="146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" name="文本框 93"/>
            <p:cNvSpPr txBox="1"/>
            <p:nvPr>
              <p:custDataLst>
                <p:tags r:id="rId80"/>
              </p:custDataLst>
            </p:nvPr>
          </p:nvSpPr>
          <p:spPr>
            <a:xfrm>
              <a:off x="7663" y="5783"/>
              <a:ext cx="2762" cy="7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altLang="zh-CN" b="1" dirty="0">
                  <a:ln w="0"/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Node.js</a:t>
              </a:r>
              <a:r>
                <a:rPr lang="zh-CN" altLang="en-US" b="1" dirty="0">
                  <a:ln w="0"/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服务端</a:t>
              </a:r>
              <a:endParaRPr lang="zh-CN" altLang="en-US" b="1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95" name="文本框 94"/>
            <p:cNvSpPr txBox="1"/>
            <p:nvPr>
              <p:custDataLst>
                <p:tags r:id="rId81"/>
              </p:custDataLst>
            </p:nvPr>
          </p:nvSpPr>
          <p:spPr>
            <a:xfrm>
              <a:off x="11234" y="5824"/>
              <a:ext cx="2705" cy="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altLang="zh-CN" b="1" dirty="0">
                  <a:ln w="0"/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JSON</a:t>
              </a:r>
              <a:r>
                <a:rPr lang="zh-CN" altLang="en-US" b="1" dirty="0">
                  <a:ln w="0"/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文件</a:t>
              </a:r>
              <a:endParaRPr lang="zh-CN" altLang="en-US" b="1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96" name="ï$ḻide"/>
            <p:cNvSpPr/>
            <p:nvPr>
              <p:custDataLst>
                <p:tags r:id="rId82"/>
              </p:custDataLst>
            </p:nvPr>
          </p:nvSpPr>
          <p:spPr>
            <a:xfrm rot="10800000">
              <a:off x="6393" y="4587"/>
              <a:ext cx="1286" cy="401"/>
            </a:xfrm>
            <a:prstGeom prst="rightArrow">
              <a:avLst/>
            </a:prstGeom>
            <a:solidFill>
              <a:srgbClr val="ED7D31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/>
            <a:p>
              <a:pPr algn="ctr" defTabSz="914400"/>
              <a:endParaRPr lang="zh-CN" altLang="en-US" sz="20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ï$ḻide"/>
            <p:cNvSpPr/>
            <p:nvPr>
              <p:custDataLst>
                <p:tags r:id="rId83"/>
              </p:custDataLst>
            </p:nvPr>
          </p:nvSpPr>
          <p:spPr>
            <a:xfrm rot="10800000">
              <a:off x="10182" y="4587"/>
              <a:ext cx="1286" cy="397"/>
            </a:xfrm>
            <a:prstGeom prst="rightArrow">
              <a:avLst/>
            </a:prstGeom>
            <a:solidFill>
              <a:srgbClr val="4472C4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endParaRPr lang="zh-CN" altLang="en-US" sz="6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ï$ḻide"/>
            <p:cNvSpPr/>
            <p:nvPr>
              <p:custDataLst>
                <p:tags r:id="rId84"/>
              </p:custDataLst>
            </p:nvPr>
          </p:nvSpPr>
          <p:spPr>
            <a:xfrm rot="1436106">
              <a:off x="3598" y="3847"/>
              <a:ext cx="711" cy="401"/>
            </a:xfrm>
            <a:prstGeom prst="rightArrow">
              <a:avLst/>
            </a:prstGeom>
            <a:gradFill>
              <a:gsLst>
                <a:gs pos="10000">
                  <a:schemeClr val="tx2">
                    <a:alpha val="0"/>
                  </a:schemeClr>
                </a:gs>
                <a:gs pos="100000">
                  <a:schemeClr val="tx2"/>
                </a:gs>
              </a:gsLst>
              <a:lin ang="0" scaled="0"/>
            </a:gra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endParaRPr lang="zh-CN" altLang="en-US" sz="6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" name="文本框 105"/>
            <p:cNvSpPr txBox="1"/>
            <p:nvPr>
              <p:custDataLst>
                <p:tags r:id="rId85"/>
              </p:custDataLst>
            </p:nvPr>
          </p:nvSpPr>
          <p:spPr>
            <a:xfrm rot="1436106">
              <a:off x="2367" y="3240"/>
              <a:ext cx="1368" cy="725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  <a:prstDash val="dash"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>
                  <a:ln w="0"/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Http</a:t>
              </a:r>
              <a:endParaRPr lang="en-US" altLang="zh-CN" sz="2400" b="1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ï$ḻide"/>
            <p:cNvSpPr/>
            <p:nvPr>
              <p:custDataLst>
                <p:tags r:id="rId86"/>
              </p:custDataLst>
            </p:nvPr>
          </p:nvSpPr>
          <p:spPr>
            <a:xfrm rot="20146848">
              <a:off x="3596" y="5573"/>
              <a:ext cx="711" cy="401"/>
            </a:xfrm>
            <a:prstGeom prst="rightArrow">
              <a:avLst/>
            </a:prstGeom>
            <a:gradFill>
              <a:gsLst>
                <a:gs pos="10000">
                  <a:schemeClr val="tx2">
                    <a:alpha val="0"/>
                  </a:schemeClr>
                </a:gs>
                <a:gs pos="100000">
                  <a:schemeClr val="tx2"/>
                </a:gs>
              </a:gsLst>
              <a:lin ang="0" scaled="0"/>
            </a:gra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 defTabSz="914400"/>
              <a:endParaRPr lang="zh-CN" altLang="en-US" sz="600" b="1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文本框 103"/>
            <p:cNvSpPr txBox="1"/>
            <p:nvPr>
              <p:custDataLst>
                <p:tags r:id="rId87"/>
              </p:custDataLst>
            </p:nvPr>
          </p:nvSpPr>
          <p:spPr>
            <a:xfrm rot="20146848">
              <a:off x="2176" y="5937"/>
              <a:ext cx="1368" cy="725"/>
            </a:xfrm>
            <a:prstGeom prst="rect">
              <a:avLst/>
            </a:prstGeom>
            <a:noFill/>
            <a:ln>
              <a:solidFill>
                <a:schemeClr val="accent1">
                  <a:lumMod val="60000"/>
                  <a:lumOff val="40000"/>
                </a:schemeClr>
              </a:solidFill>
              <a:prstDash val="dash"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2400" b="1" dirty="0">
                  <a:ln w="0"/>
                  <a:solidFill>
                    <a:schemeClr val="accent1">
                      <a:lumMod val="50000"/>
                    </a:schemeClr>
                  </a:solidFill>
                  <a:effectLst>
                    <a:outerShdw blurRad="38100" dist="25400" dir="5400000" algn="ctr" rotWithShape="0">
                      <a:srgbClr val="6E747A">
                        <a:alpha val="43000"/>
                      </a:srgb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Http</a:t>
              </a:r>
              <a:endParaRPr lang="en-US" altLang="zh-CN" sz="2400" b="1" dirty="0">
                <a:ln w="0"/>
                <a:solidFill>
                  <a:schemeClr val="accent1">
                    <a:lumMod val="5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iconfont-11964-5737194"/>
            <p:cNvSpPr/>
            <p:nvPr>
              <p:custDataLst>
                <p:tags r:id="rId88"/>
              </p:custDataLst>
            </p:nvPr>
          </p:nvSpPr>
          <p:spPr>
            <a:xfrm>
              <a:off x="4486" y="3955"/>
              <a:ext cx="1799" cy="1661"/>
            </a:xfrm>
            <a:custGeom>
              <a:avLst/>
              <a:gdLst>
                <a:gd name="T0" fmla="*/ 0 w 12700"/>
                <a:gd name="T1" fmla="*/ 12500 h 12700"/>
                <a:gd name="T2" fmla="*/ 12500 w 12700"/>
                <a:gd name="T3" fmla="*/ 0 h 12700"/>
                <a:gd name="T4" fmla="*/ 12500 w 12700"/>
                <a:gd name="T5" fmla="*/ 12700 h 12700"/>
                <a:gd name="T6" fmla="*/ 12300 w 12700"/>
                <a:gd name="T7" fmla="*/ 400 h 12700"/>
                <a:gd name="T8" fmla="*/ 12500 w 12700"/>
                <a:gd name="T9" fmla="*/ 2430 h 12700"/>
                <a:gd name="T10" fmla="*/ 100 w 12700"/>
                <a:gd name="T11" fmla="*/ 200 h 12700"/>
                <a:gd name="T12" fmla="*/ 12600 w 12700"/>
                <a:gd name="T13" fmla="*/ 200 h 12700"/>
                <a:gd name="T14" fmla="*/ 300 w 12700"/>
                <a:gd name="T15" fmla="*/ 2230 h 12700"/>
                <a:gd name="T16" fmla="*/ 300 w 12700"/>
                <a:gd name="T17" fmla="*/ 300 h 12700"/>
                <a:gd name="T18" fmla="*/ 1480 w 12700"/>
                <a:gd name="T19" fmla="*/ 9210 h 12700"/>
                <a:gd name="T20" fmla="*/ 1480 w 12700"/>
                <a:gd name="T21" fmla="*/ 5620 h 12700"/>
                <a:gd name="T22" fmla="*/ 4270 w 12700"/>
                <a:gd name="T23" fmla="*/ 6960 h 12700"/>
                <a:gd name="T24" fmla="*/ 2340 w 12700"/>
                <a:gd name="T25" fmla="*/ 8280 h 12700"/>
                <a:gd name="T26" fmla="*/ 1580 w 12700"/>
                <a:gd name="T27" fmla="*/ 9010 h 12700"/>
                <a:gd name="T28" fmla="*/ 2240 w 12700"/>
                <a:gd name="T29" fmla="*/ 8080 h 12700"/>
                <a:gd name="T30" fmla="*/ 4070 w 12700"/>
                <a:gd name="T31" fmla="*/ 6960 h 12700"/>
                <a:gd name="T32" fmla="*/ 1580 w 12700"/>
                <a:gd name="T33" fmla="*/ 5820 h 12700"/>
                <a:gd name="T34" fmla="*/ 2250 w 12700"/>
                <a:gd name="T35" fmla="*/ 7570 h 12700"/>
                <a:gd name="T36" fmla="*/ 2250 w 12700"/>
                <a:gd name="T37" fmla="*/ 6330 h 12700"/>
                <a:gd name="T38" fmla="*/ 3510 w 12700"/>
                <a:gd name="T39" fmla="*/ 6910 h 12700"/>
                <a:gd name="T40" fmla="*/ 2340 w 12700"/>
                <a:gd name="T41" fmla="*/ 7370 h 12700"/>
                <a:gd name="T42" fmla="*/ 3290 w 12700"/>
                <a:gd name="T43" fmla="*/ 6920 h 12700"/>
                <a:gd name="T44" fmla="*/ 2330 w 12700"/>
                <a:gd name="T45" fmla="*/ 6540 h 12700"/>
                <a:gd name="T46" fmla="*/ 7660 w 12700"/>
                <a:gd name="T47" fmla="*/ 9210 h 12700"/>
                <a:gd name="T48" fmla="*/ 6800 w 12700"/>
                <a:gd name="T49" fmla="*/ 7920 h 12700"/>
                <a:gd name="T50" fmla="*/ 5560 w 12700"/>
                <a:gd name="T51" fmla="*/ 9210 h 12700"/>
                <a:gd name="T52" fmla="*/ 4700 w 12700"/>
                <a:gd name="T53" fmla="*/ 5720 h 12700"/>
                <a:gd name="T54" fmla="*/ 5660 w 12700"/>
                <a:gd name="T55" fmla="*/ 5720 h 12700"/>
                <a:gd name="T56" fmla="*/ 6800 w 12700"/>
                <a:gd name="T57" fmla="*/ 5720 h 12700"/>
                <a:gd name="T58" fmla="*/ 7760 w 12700"/>
                <a:gd name="T59" fmla="*/ 5720 h 12700"/>
                <a:gd name="T60" fmla="*/ 6990 w 12700"/>
                <a:gd name="T61" fmla="*/ 9010 h 12700"/>
                <a:gd name="T62" fmla="*/ 6990 w 12700"/>
                <a:gd name="T63" fmla="*/ 5820 h 12700"/>
                <a:gd name="T64" fmla="*/ 5560 w 12700"/>
                <a:gd name="T65" fmla="*/ 7190 h 12700"/>
                <a:gd name="T66" fmla="*/ 4900 w 12700"/>
                <a:gd name="T67" fmla="*/ 5820 h 12700"/>
                <a:gd name="T68" fmla="*/ 5460 w 12700"/>
                <a:gd name="T69" fmla="*/ 7820 h 12700"/>
                <a:gd name="T70" fmla="*/ 7000 w 12700"/>
                <a:gd name="T71" fmla="*/ 7820 h 12700"/>
                <a:gd name="T72" fmla="*/ 9290 w 12700"/>
                <a:gd name="T73" fmla="*/ 9210 h 12700"/>
                <a:gd name="T74" fmla="*/ 8430 w 12700"/>
                <a:gd name="T75" fmla="*/ 5720 h 12700"/>
                <a:gd name="T76" fmla="*/ 10910 w 12700"/>
                <a:gd name="T77" fmla="*/ 5950 h 12700"/>
                <a:gd name="T78" fmla="*/ 9740 w 12700"/>
                <a:gd name="T79" fmla="*/ 8280 h 12700"/>
                <a:gd name="T80" fmla="*/ 9290 w 12700"/>
                <a:gd name="T81" fmla="*/ 9210 h 12700"/>
                <a:gd name="T82" fmla="*/ 9190 w 12700"/>
                <a:gd name="T83" fmla="*/ 8180 h 12700"/>
                <a:gd name="T84" fmla="*/ 10780 w 12700"/>
                <a:gd name="T85" fmla="*/ 7810 h 12700"/>
                <a:gd name="T86" fmla="*/ 9730 w 12700"/>
                <a:gd name="T87" fmla="*/ 5820 h 12700"/>
                <a:gd name="T88" fmla="*/ 9800 w 12700"/>
                <a:gd name="T89" fmla="*/ 7570 h 12700"/>
                <a:gd name="T90" fmla="*/ 9200 w 12700"/>
                <a:gd name="T91" fmla="*/ 6430 h 12700"/>
                <a:gd name="T92" fmla="*/ 10360 w 12700"/>
                <a:gd name="T93" fmla="*/ 6460 h 12700"/>
                <a:gd name="T94" fmla="*/ 9800 w 12700"/>
                <a:gd name="T95" fmla="*/ 7570 h 12700"/>
                <a:gd name="T96" fmla="*/ 10240 w 12700"/>
                <a:gd name="T97" fmla="*/ 7270 h 12700"/>
                <a:gd name="T98" fmla="*/ 9710 w 12700"/>
                <a:gd name="T99" fmla="*/ 6540 h 12700"/>
                <a:gd name="T100" fmla="*/ 9390 w 12700"/>
                <a:gd name="T101" fmla="*/ 7370 h 12700"/>
                <a:gd name="T102" fmla="*/ 1080 w 12700"/>
                <a:gd name="T103" fmla="*/ 1260 h 12700"/>
                <a:gd name="T104" fmla="*/ 8600 w 12700"/>
                <a:gd name="T105" fmla="*/ 1260 h 12700"/>
                <a:gd name="T106" fmla="*/ 9540 w 12700"/>
                <a:gd name="T107" fmla="*/ 1360 h 12700"/>
                <a:gd name="T108" fmla="*/ 10000 w 12700"/>
                <a:gd name="T109" fmla="*/ 1160 h 12700"/>
                <a:gd name="T110" fmla="*/ 11520 w 12700"/>
                <a:gd name="T111" fmla="*/ 1360 h 12700"/>
                <a:gd name="T112" fmla="*/ 11060 w 12700"/>
                <a:gd name="T113" fmla="*/ 1160 h 12700"/>
                <a:gd name="T114" fmla="*/ 11520 w 12700"/>
                <a:gd name="T115" fmla="*/ 1360 h 127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2700" h="12700">
                  <a:moveTo>
                    <a:pt x="12500" y="12700"/>
                  </a:moveTo>
                  <a:lnTo>
                    <a:pt x="200" y="12700"/>
                  </a:lnTo>
                  <a:cubicBezTo>
                    <a:pt x="90" y="12700"/>
                    <a:pt x="0" y="12610"/>
                    <a:pt x="0" y="12500"/>
                  </a:cubicBezTo>
                  <a:lnTo>
                    <a:pt x="0" y="200"/>
                  </a:lnTo>
                  <a:cubicBezTo>
                    <a:pt x="0" y="90"/>
                    <a:pt x="90" y="0"/>
                    <a:pt x="200" y="0"/>
                  </a:cubicBezTo>
                  <a:lnTo>
                    <a:pt x="12500" y="0"/>
                  </a:lnTo>
                  <a:cubicBezTo>
                    <a:pt x="12610" y="0"/>
                    <a:pt x="12700" y="90"/>
                    <a:pt x="12700" y="200"/>
                  </a:cubicBezTo>
                  <a:lnTo>
                    <a:pt x="12700" y="12500"/>
                  </a:lnTo>
                  <a:cubicBezTo>
                    <a:pt x="12700" y="12610"/>
                    <a:pt x="12610" y="12700"/>
                    <a:pt x="12500" y="12700"/>
                  </a:cubicBezTo>
                  <a:close/>
                  <a:moveTo>
                    <a:pt x="400" y="12300"/>
                  </a:moveTo>
                  <a:lnTo>
                    <a:pt x="12300" y="12300"/>
                  </a:lnTo>
                  <a:lnTo>
                    <a:pt x="12300" y="400"/>
                  </a:lnTo>
                  <a:lnTo>
                    <a:pt x="400" y="400"/>
                  </a:lnTo>
                  <a:lnTo>
                    <a:pt x="400" y="12300"/>
                  </a:lnTo>
                  <a:close/>
                  <a:moveTo>
                    <a:pt x="12500" y="2430"/>
                  </a:moveTo>
                  <a:lnTo>
                    <a:pt x="200" y="2430"/>
                  </a:lnTo>
                  <a:cubicBezTo>
                    <a:pt x="140" y="2430"/>
                    <a:pt x="100" y="2390"/>
                    <a:pt x="100" y="2330"/>
                  </a:cubicBezTo>
                  <a:lnTo>
                    <a:pt x="100" y="200"/>
                  </a:lnTo>
                  <a:cubicBezTo>
                    <a:pt x="100" y="140"/>
                    <a:pt x="140" y="100"/>
                    <a:pt x="200" y="100"/>
                  </a:cubicBezTo>
                  <a:lnTo>
                    <a:pt x="12500" y="100"/>
                  </a:lnTo>
                  <a:cubicBezTo>
                    <a:pt x="12560" y="100"/>
                    <a:pt x="12600" y="140"/>
                    <a:pt x="12600" y="200"/>
                  </a:cubicBezTo>
                  <a:lnTo>
                    <a:pt x="12600" y="2330"/>
                  </a:lnTo>
                  <a:cubicBezTo>
                    <a:pt x="12600" y="2380"/>
                    <a:pt x="12560" y="2430"/>
                    <a:pt x="12500" y="2430"/>
                  </a:cubicBezTo>
                  <a:close/>
                  <a:moveTo>
                    <a:pt x="300" y="2230"/>
                  </a:moveTo>
                  <a:lnTo>
                    <a:pt x="12400" y="2230"/>
                  </a:lnTo>
                  <a:lnTo>
                    <a:pt x="12400" y="300"/>
                  </a:lnTo>
                  <a:lnTo>
                    <a:pt x="300" y="300"/>
                  </a:lnTo>
                  <a:lnTo>
                    <a:pt x="300" y="2230"/>
                  </a:lnTo>
                  <a:close/>
                  <a:moveTo>
                    <a:pt x="2240" y="9210"/>
                  </a:moveTo>
                  <a:lnTo>
                    <a:pt x="1480" y="9210"/>
                  </a:lnTo>
                  <a:cubicBezTo>
                    <a:pt x="1420" y="9210"/>
                    <a:pt x="1380" y="9170"/>
                    <a:pt x="1380" y="9110"/>
                  </a:cubicBezTo>
                  <a:lnTo>
                    <a:pt x="1380" y="5720"/>
                  </a:lnTo>
                  <a:cubicBezTo>
                    <a:pt x="1380" y="5660"/>
                    <a:pt x="1420" y="5620"/>
                    <a:pt x="1480" y="5620"/>
                  </a:cubicBezTo>
                  <a:lnTo>
                    <a:pt x="2680" y="5620"/>
                  </a:lnTo>
                  <a:cubicBezTo>
                    <a:pt x="3210" y="5620"/>
                    <a:pt x="3610" y="5730"/>
                    <a:pt x="3860" y="5950"/>
                  </a:cubicBezTo>
                  <a:cubicBezTo>
                    <a:pt x="4130" y="6170"/>
                    <a:pt x="4270" y="6520"/>
                    <a:pt x="4270" y="6960"/>
                  </a:cubicBezTo>
                  <a:cubicBezTo>
                    <a:pt x="4270" y="7410"/>
                    <a:pt x="4130" y="7750"/>
                    <a:pt x="3850" y="7970"/>
                  </a:cubicBezTo>
                  <a:cubicBezTo>
                    <a:pt x="3590" y="8180"/>
                    <a:pt x="3200" y="8280"/>
                    <a:pt x="2690" y="8280"/>
                  </a:cubicBezTo>
                  <a:lnTo>
                    <a:pt x="2340" y="8280"/>
                  </a:lnTo>
                  <a:lnTo>
                    <a:pt x="2340" y="9110"/>
                  </a:lnTo>
                  <a:cubicBezTo>
                    <a:pt x="2340" y="9160"/>
                    <a:pt x="2300" y="9210"/>
                    <a:pt x="2240" y="9210"/>
                  </a:cubicBezTo>
                  <a:close/>
                  <a:moveTo>
                    <a:pt x="1580" y="9010"/>
                  </a:moveTo>
                  <a:lnTo>
                    <a:pt x="2140" y="9010"/>
                  </a:lnTo>
                  <a:lnTo>
                    <a:pt x="2140" y="8180"/>
                  </a:lnTo>
                  <a:cubicBezTo>
                    <a:pt x="2140" y="8120"/>
                    <a:pt x="2180" y="8080"/>
                    <a:pt x="2240" y="8080"/>
                  </a:cubicBezTo>
                  <a:lnTo>
                    <a:pt x="2690" y="8080"/>
                  </a:lnTo>
                  <a:cubicBezTo>
                    <a:pt x="3150" y="8080"/>
                    <a:pt x="3500" y="7990"/>
                    <a:pt x="3730" y="7810"/>
                  </a:cubicBezTo>
                  <a:cubicBezTo>
                    <a:pt x="3960" y="7630"/>
                    <a:pt x="4070" y="7340"/>
                    <a:pt x="4070" y="6960"/>
                  </a:cubicBezTo>
                  <a:cubicBezTo>
                    <a:pt x="4070" y="6580"/>
                    <a:pt x="3960" y="6290"/>
                    <a:pt x="3740" y="6100"/>
                  </a:cubicBezTo>
                  <a:cubicBezTo>
                    <a:pt x="3520" y="5910"/>
                    <a:pt x="3160" y="5820"/>
                    <a:pt x="2680" y="5820"/>
                  </a:cubicBezTo>
                  <a:lnTo>
                    <a:pt x="1580" y="5820"/>
                  </a:lnTo>
                  <a:lnTo>
                    <a:pt x="1580" y="9010"/>
                  </a:lnTo>
                  <a:close/>
                  <a:moveTo>
                    <a:pt x="2750" y="7570"/>
                  </a:moveTo>
                  <a:lnTo>
                    <a:pt x="2250" y="7570"/>
                  </a:lnTo>
                  <a:cubicBezTo>
                    <a:pt x="2190" y="7570"/>
                    <a:pt x="2150" y="7530"/>
                    <a:pt x="2150" y="7470"/>
                  </a:cubicBezTo>
                  <a:lnTo>
                    <a:pt x="2150" y="6430"/>
                  </a:lnTo>
                  <a:cubicBezTo>
                    <a:pt x="2150" y="6370"/>
                    <a:pt x="2190" y="6330"/>
                    <a:pt x="2250" y="6330"/>
                  </a:cubicBezTo>
                  <a:lnTo>
                    <a:pt x="2680" y="6330"/>
                  </a:lnTo>
                  <a:cubicBezTo>
                    <a:pt x="2970" y="6330"/>
                    <a:pt x="3170" y="6370"/>
                    <a:pt x="3310" y="6460"/>
                  </a:cubicBezTo>
                  <a:cubicBezTo>
                    <a:pt x="3440" y="6550"/>
                    <a:pt x="3510" y="6700"/>
                    <a:pt x="3510" y="6910"/>
                  </a:cubicBezTo>
                  <a:cubicBezTo>
                    <a:pt x="3510" y="7120"/>
                    <a:pt x="3460" y="7290"/>
                    <a:pt x="3350" y="7400"/>
                  </a:cubicBezTo>
                  <a:cubicBezTo>
                    <a:pt x="3240" y="7510"/>
                    <a:pt x="3040" y="7570"/>
                    <a:pt x="2750" y="7570"/>
                  </a:cubicBezTo>
                  <a:close/>
                  <a:moveTo>
                    <a:pt x="2340" y="7370"/>
                  </a:moveTo>
                  <a:lnTo>
                    <a:pt x="2740" y="7370"/>
                  </a:lnTo>
                  <a:cubicBezTo>
                    <a:pt x="3060" y="7370"/>
                    <a:pt x="3160" y="7300"/>
                    <a:pt x="3190" y="7270"/>
                  </a:cubicBezTo>
                  <a:cubicBezTo>
                    <a:pt x="3260" y="7200"/>
                    <a:pt x="3290" y="7080"/>
                    <a:pt x="3290" y="6920"/>
                  </a:cubicBezTo>
                  <a:cubicBezTo>
                    <a:pt x="3290" y="6780"/>
                    <a:pt x="3250" y="6680"/>
                    <a:pt x="3180" y="6640"/>
                  </a:cubicBezTo>
                  <a:cubicBezTo>
                    <a:pt x="3110" y="6590"/>
                    <a:pt x="2970" y="6540"/>
                    <a:pt x="2660" y="6540"/>
                  </a:cubicBezTo>
                  <a:lnTo>
                    <a:pt x="2330" y="6540"/>
                  </a:lnTo>
                  <a:lnTo>
                    <a:pt x="2330" y="7370"/>
                  </a:lnTo>
                  <a:lnTo>
                    <a:pt x="2340" y="7370"/>
                  </a:lnTo>
                  <a:close/>
                  <a:moveTo>
                    <a:pt x="7660" y="9210"/>
                  </a:moveTo>
                  <a:lnTo>
                    <a:pt x="6900" y="9210"/>
                  </a:lnTo>
                  <a:cubicBezTo>
                    <a:pt x="6840" y="9210"/>
                    <a:pt x="6800" y="9170"/>
                    <a:pt x="6800" y="9110"/>
                  </a:cubicBezTo>
                  <a:lnTo>
                    <a:pt x="6800" y="7920"/>
                  </a:lnTo>
                  <a:lnTo>
                    <a:pt x="5660" y="7920"/>
                  </a:lnTo>
                  <a:lnTo>
                    <a:pt x="5660" y="9110"/>
                  </a:lnTo>
                  <a:cubicBezTo>
                    <a:pt x="5660" y="9170"/>
                    <a:pt x="5620" y="9210"/>
                    <a:pt x="5560" y="9210"/>
                  </a:cubicBezTo>
                  <a:lnTo>
                    <a:pt x="4800" y="9210"/>
                  </a:lnTo>
                  <a:cubicBezTo>
                    <a:pt x="4740" y="9210"/>
                    <a:pt x="4700" y="9170"/>
                    <a:pt x="4700" y="9110"/>
                  </a:cubicBezTo>
                  <a:lnTo>
                    <a:pt x="4700" y="5720"/>
                  </a:lnTo>
                  <a:cubicBezTo>
                    <a:pt x="4700" y="5660"/>
                    <a:pt x="4740" y="5620"/>
                    <a:pt x="4800" y="5620"/>
                  </a:cubicBezTo>
                  <a:lnTo>
                    <a:pt x="5560" y="5620"/>
                  </a:lnTo>
                  <a:cubicBezTo>
                    <a:pt x="5620" y="5620"/>
                    <a:pt x="5660" y="5660"/>
                    <a:pt x="5660" y="5720"/>
                  </a:cubicBezTo>
                  <a:lnTo>
                    <a:pt x="5660" y="6990"/>
                  </a:lnTo>
                  <a:lnTo>
                    <a:pt x="6800" y="6990"/>
                  </a:lnTo>
                  <a:lnTo>
                    <a:pt x="6800" y="5720"/>
                  </a:lnTo>
                  <a:cubicBezTo>
                    <a:pt x="6800" y="5660"/>
                    <a:pt x="6840" y="5620"/>
                    <a:pt x="6900" y="5620"/>
                  </a:cubicBezTo>
                  <a:lnTo>
                    <a:pt x="7660" y="5620"/>
                  </a:lnTo>
                  <a:cubicBezTo>
                    <a:pt x="7720" y="5620"/>
                    <a:pt x="7760" y="5660"/>
                    <a:pt x="7760" y="5720"/>
                  </a:cubicBezTo>
                  <a:lnTo>
                    <a:pt x="7760" y="9100"/>
                  </a:lnTo>
                  <a:cubicBezTo>
                    <a:pt x="7760" y="9160"/>
                    <a:pt x="7710" y="9210"/>
                    <a:pt x="7660" y="9210"/>
                  </a:cubicBezTo>
                  <a:close/>
                  <a:moveTo>
                    <a:pt x="6990" y="9010"/>
                  </a:moveTo>
                  <a:lnTo>
                    <a:pt x="7550" y="9010"/>
                  </a:lnTo>
                  <a:lnTo>
                    <a:pt x="7550" y="5820"/>
                  </a:lnTo>
                  <a:lnTo>
                    <a:pt x="6990" y="5820"/>
                  </a:lnTo>
                  <a:lnTo>
                    <a:pt x="6990" y="7090"/>
                  </a:lnTo>
                  <a:cubicBezTo>
                    <a:pt x="6990" y="7150"/>
                    <a:pt x="6950" y="7190"/>
                    <a:pt x="6890" y="7190"/>
                  </a:cubicBezTo>
                  <a:lnTo>
                    <a:pt x="5560" y="7190"/>
                  </a:lnTo>
                  <a:cubicBezTo>
                    <a:pt x="5500" y="7190"/>
                    <a:pt x="5460" y="7150"/>
                    <a:pt x="5460" y="7090"/>
                  </a:cubicBezTo>
                  <a:lnTo>
                    <a:pt x="5460" y="5820"/>
                  </a:lnTo>
                  <a:lnTo>
                    <a:pt x="4900" y="5820"/>
                  </a:lnTo>
                  <a:lnTo>
                    <a:pt x="4900" y="9000"/>
                  </a:lnTo>
                  <a:lnTo>
                    <a:pt x="5460" y="9000"/>
                  </a:lnTo>
                  <a:lnTo>
                    <a:pt x="5460" y="7820"/>
                  </a:lnTo>
                  <a:cubicBezTo>
                    <a:pt x="5460" y="7760"/>
                    <a:pt x="5500" y="7720"/>
                    <a:pt x="5560" y="7720"/>
                  </a:cubicBezTo>
                  <a:lnTo>
                    <a:pt x="6900" y="7720"/>
                  </a:lnTo>
                  <a:cubicBezTo>
                    <a:pt x="6960" y="7720"/>
                    <a:pt x="7000" y="7760"/>
                    <a:pt x="7000" y="7820"/>
                  </a:cubicBezTo>
                  <a:lnTo>
                    <a:pt x="7000" y="9010"/>
                  </a:lnTo>
                  <a:lnTo>
                    <a:pt x="6990" y="9010"/>
                  </a:lnTo>
                  <a:close/>
                  <a:moveTo>
                    <a:pt x="9290" y="9210"/>
                  </a:moveTo>
                  <a:lnTo>
                    <a:pt x="8530" y="9210"/>
                  </a:lnTo>
                  <a:cubicBezTo>
                    <a:pt x="8470" y="9210"/>
                    <a:pt x="8430" y="9170"/>
                    <a:pt x="8430" y="9110"/>
                  </a:cubicBezTo>
                  <a:lnTo>
                    <a:pt x="8430" y="5720"/>
                  </a:lnTo>
                  <a:cubicBezTo>
                    <a:pt x="8430" y="5660"/>
                    <a:pt x="8470" y="5620"/>
                    <a:pt x="8530" y="5620"/>
                  </a:cubicBezTo>
                  <a:lnTo>
                    <a:pt x="9730" y="5620"/>
                  </a:lnTo>
                  <a:cubicBezTo>
                    <a:pt x="10260" y="5620"/>
                    <a:pt x="10660" y="5730"/>
                    <a:pt x="10910" y="5950"/>
                  </a:cubicBezTo>
                  <a:cubicBezTo>
                    <a:pt x="11180" y="6170"/>
                    <a:pt x="11320" y="6520"/>
                    <a:pt x="11320" y="6960"/>
                  </a:cubicBezTo>
                  <a:cubicBezTo>
                    <a:pt x="11320" y="7410"/>
                    <a:pt x="11180" y="7750"/>
                    <a:pt x="10900" y="7970"/>
                  </a:cubicBezTo>
                  <a:cubicBezTo>
                    <a:pt x="10640" y="8180"/>
                    <a:pt x="10250" y="8280"/>
                    <a:pt x="9740" y="8280"/>
                  </a:cubicBezTo>
                  <a:lnTo>
                    <a:pt x="9390" y="8280"/>
                  </a:lnTo>
                  <a:lnTo>
                    <a:pt x="9390" y="9110"/>
                  </a:lnTo>
                  <a:cubicBezTo>
                    <a:pt x="9390" y="9160"/>
                    <a:pt x="9350" y="9210"/>
                    <a:pt x="9290" y="9210"/>
                  </a:cubicBezTo>
                  <a:close/>
                  <a:moveTo>
                    <a:pt x="8630" y="9010"/>
                  </a:moveTo>
                  <a:lnTo>
                    <a:pt x="9190" y="9010"/>
                  </a:lnTo>
                  <a:lnTo>
                    <a:pt x="9190" y="8180"/>
                  </a:lnTo>
                  <a:cubicBezTo>
                    <a:pt x="9190" y="8120"/>
                    <a:pt x="9230" y="8080"/>
                    <a:pt x="9290" y="8080"/>
                  </a:cubicBezTo>
                  <a:lnTo>
                    <a:pt x="9740" y="8080"/>
                  </a:lnTo>
                  <a:cubicBezTo>
                    <a:pt x="10200" y="8080"/>
                    <a:pt x="10550" y="7990"/>
                    <a:pt x="10780" y="7810"/>
                  </a:cubicBezTo>
                  <a:cubicBezTo>
                    <a:pt x="11010" y="7630"/>
                    <a:pt x="11120" y="7340"/>
                    <a:pt x="11120" y="6960"/>
                  </a:cubicBezTo>
                  <a:cubicBezTo>
                    <a:pt x="11120" y="6580"/>
                    <a:pt x="11010" y="6290"/>
                    <a:pt x="10790" y="6100"/>
                  </a:cubicBezTo>
                  <a:cubicBezTo>
                    <a:pt x="10570" y="5910"/>
                    <a:pt x="10210" y="5820"/>
                    <a:pt x="9730" y="5820"/>
                  </a:cubicBezTo>
                  <a:lnTo>
                    <a:pt x="8630" y="5820"/>
                  </a:lnTo>
                  <a:lnTo>
                    <a:pt x="8630" y="9010"/>
                  </a:lnTo>
                  <a:close/>
                  <a:moveTo>
                    <a:pt x="9800" y="7570"/>
                  </a:moveTo>
                  <a:lnTo>
                    <a:pt x="9300" y="7570"/>
                  </a:lnTo>
                  <a:cubicBezTo>
                    <a:pt x="9240" y="7570"/>
                    <a:pt x="9200" y="7530"/>
                    <a:pt x="9200" y="7470"/>
                  </a:cubicBezTo>
                  <a:lnTo>
                    <a:pt x="9200" y="6430"/>
                  </a:lnTo>
                  <a:cubicBezTo>
                    <a:pt x="9200" y="6370"/>
                    <a:pt x="9240" y="6330"/>
                    <a:pt x="9300" y="6330"/>
                  </a:cubicBezTo>
                  <a:lnTo>
                    <a:pt x="9730" y="6330"/>
                  </a:lnTo>
                  <a:cubicBezTo>
                    <a:pt x="10020" y="6330"/>
                    <a:pt x="10220" y="6370"/>
                    <a:pt x="10360" y="6460"/>
                  </a:cubicBezTo>
                  <a:cubicBezTo>
                    <a:pt x="10490" y="6550"/>
                    <a:pt x="10560" y="6700"/>
                    <a:pt x="10560" y="6910"/>
                  </a:cubicBezTo>
                  <a:cubicBezTo>
                    <a:pt x="10560" y="7120"/>
                    <a:pt x="10510" y="7290"/>
                    <a:pt x="10400" y="7400"/>
                  </a:cubicBezTo>
                  <a:cubicBezTo>
                    <a:pt x="10280" y="7510"/>
                    <a:pt x="10080" y="7570"/>
                    <a:pt x="9800" y="7570"/>
                  </a:cubicBezTo>
                  <a:close/>
                  <a:moveTo>
                    <a:pt x="9390" y="7370"/>
                  </a:moveTo>
                  <a:lnTo>
                    <a:pt x="9790" y="7370"/>
                  </a:lnTo>
                  <a:cubicBezTo>
                    <a:pt x="10110" y="7370"/>
                    <a:pt x="10210" y="7300"/>
                    <a:pt x="10240" y="7270"/>
                  </a:cubicBezTo>
                  <a:cubicBezTo>
                    <a:pt x="10310" y="7200"/>
                    <a:pt x="10340" y="7080"/>
                    <a:pt x="10340" y="6920"/>
                  </a:cubicBezTo>
                  <a:cubicBezTo>
                    <a:pt x="10340" y="6780"/>
                    <a:pt x="10300" y="6680"/>
                    <a:pt x="10230" y="6640"/>
                  </a:cubicBezTo>
                  <a:cubicBezTo>
                    <a:pt x="10160" y="6590"/>
                    <a:pt x="10020" y="6540"/>
                    <a:pt x="9710" y="6540"/>
                  </a:cubicBezTo>
                  <a:lnTo>
                    <a:pt x="9380" y="6540"/>
                  </a:lnTo>
                  <a:lnTo>
                    <a:pt x="9380" y="7370"/>
                  </a:lnTo>
                  <a:lnTo>
                    <a:pt x="9390" y="7370"/>
                  </a:lnTo>
                  <a:close/>
                  <a:moveTo>
                    <a:pt x="8500" y="1360"/>
                  </a:moveTo>
                  <a:lnTo>
                    <a:pt x="1180" y="1360"/>
                  </a:lnTo>
                  <a:cubicBezTo>
                    <a:pt x="1120" y="1360"/>
                    <a:pt x="1080" y="1320"/>
                    <a:pt x="1080" y="1260"/>
                  </a:cubicBezTo>
                  <a:cubicBezTo>
                    <a:pt x="1080" y="1200"/>
                    <a:pt x="1120" y="1160"/>
                    <a:pt x="1180" y="1160"/>
                  </a:cubicBezTo>
                  <a:lnTo>
                    <a:pt x="8500" y="1160"/>
                  </a:lnTo>
                  <a:cubicBezTo>
                    <a:pt x="8560" y="1160"/>
                    <a:pt x="8600" y="1200"/>
                    <a:pt x="8600" y="1260"/>
                  </a:cubicBezTo>
                  <a:cubicBezTo>
                    <a:pt x="8600" y="1320"/>
                    <a:pt x="8550" y="1360"/>
                    <a:pt x="8500" y="1360"/>
                  </a:cubicBezTo>
                  <a:close/>
                  <a:moveTo>
                    <a:pt x="10000" y="1360"/>
                  </a:moveTo>
                  <a:lnTo>
                    <a:pt x="9540" y="1360"/>
                  </a:lnTo>
                  <a:cubicBezTo>
                    <a:pt x="9480" y="1360"/>
                    <a:pt x="9440" y="1320"/>
                    <a:pt x="9440" y="1260"/>
                  </a:cubicBezTo>
                  <a:cubicBezTo>
                    <a:pt x="9440" y="1200"/>
                    <a:pt x="9480" y="1160"/>
                    <a:pt x="9540" y="1160"/>
                  </a:cubicBezTo>
                  <a:lnTo>
                    <a:pt x="10000" y="1160"/>
                  </a:lnTo>
                  <a:cubicBezTo>
                    <a:pt x="10060" y="1160"/>
                    <a:pt x="10100" y="1200"/>
                    <a:pt x="10100" y="1260"/>
                  </a:cubicBezTo>
                  <a:cubicBezTo>
                    <a:pt x="10100" y="1320"/>
                    <a:pt x="10060" y="1360"/>
                    <a:pt x="10000" y="1360"/>
                  </a:cubicBezTo>
                  <a:close/>
                  <a:moveTo>
                    <a:pt x="11520" y="1360"/>
                  </a:moveTo>
                  <a:lnTo>
                    <a:pt x="11060" y="1360"/>
                  </a:lnTo>
                  <a:cubicBezTo>
                    <a:pt x="11000" y="1360"/>
                    <a:pt x="10960" y="1320"/>
                    <a:pt x="10960" y="1260"/>
                  </a:cubicBezTo>
                  <a:cubicBezTo>
                    <a:pt x="10960" y="1200"/>
                    <a:pt x="11000" y="1160"/>
                    <a:pt x="11060" y="1160"/>
                  </a:cubicBezTo>
                  <a:lnTo>
                    <a:pt x="11520" y="1160"/>
                  </a:lnTo>
                  <a:cubicBezTo>
                    <a:pt x="11580" y="1160"/>
                    <a:pt x="11620" y="1200"/>
                    <a:pt x="11620" y="1260"/>
                  </a:cubicBezTo>
                  <a:cubicBezTo>
                    <a:pt x="11620" y="1320"/>
                    <a:pt x="11580" y="1360"/>
                    <a:pt x="11520" y="136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" name="矩形 101"/>
            <p:cNvSpPr/>
            <p:nvPr>
              <p:custDataLst>
                <p:tags r:id="rId89"/>
              </p:custDataLst>
            </p:nvPr>
          </p:nvSpPr>
          <p:spPr>
            <a:xfrm>
              <a:off x="4530" y="4439"/>
              <a:ext cx="1683" cy="1006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page</a:t>
              </a:r>
              <a:endParaRPr lang="en-US" altLang="zh-CN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109" name="图片 108"/>
            <p:cNvPicPr>
              <a:picLocks noChangeAspect="1"/>
            </p:cNvPicPr>
            <p:nvPr/>
          </p:nvPicPr>
          <p:blipFill>
            <a:blip r:embed="rId90"/>
            <a:stretch>
              <a:fillRect/>
            </a:stretch>
          </p:blipFill>
          <p:spPr>
            <a:xfrm>
              <a:off x="11948" y="3992"/>
              <a:ext cx="1832" cy="1832"/>
            </a:xfrm>
            <a:prstGeom prst="rect">
              <a:avLst/>
            </a:prstGeom>
          </p:spPr>
        </p:pic>
      </p:grpSp>
      <p:sp>
        <p:nvSpPr>
          <p:cNvPr id="4" name="ï$ḻide"/>
          <p:cNvSpPr/>
          <p:nvPr>
            <p:custDataLst>
              <p:tags r:id="rId91"/>
            </p:custDataLst>
          </p:nvPr>
        </p:nvSpPr>
        <p:spPr>
          <a:xfrm rot="10800000">
            <a:off x="8851265" y="2910205"/>
            <a:ext cx="816610" cy="254635"/>
          </a:xfrm>
          <a:prstGeom prst="rightArrow">
            <a:avLst/>
          </a:prstGeom>
          <a:solidFill>
            <a:srgbClr val="FF0000"/>
          </a:solidFill>
          <a:ln w="12700" cap="rnd">
            <a:solidFill>
              <a:srgbClr val="FF0000"/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rmAutofit fontScale="25000" lnSpcReduction="20000"/>
          </a:bodyPr>
          <a:p>
            <a:pPr algn="ctr" defTabSz="914400"/>
            <a:endParaRPr lang="zh-CN" altLang="en-US" sz="2000" b="1" dirty="0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92"/>
          <a:stretch>
            <a:fillRect/>
          </a:stretch>
        </p:blipFill>
        <p:spPr>
          <a:xfrm>
            <a:off x="9753600" y="2454910"/>
            <a:ext cx="1898650" cy="1181100"/>
          </a:xfrm>
          <a:prstGeom prst="rect">
            <a:avLst/>
          </a:prstGeom>
        </p:spPr>
      </p:pic>
    </p:spTree>
    <p:custDataLst>
      <p:tags r:id="rId9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ldLvl="0" animBg="1"/>
      <p:bldP spid="4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目录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3" name="矩形 2"/>
          <p:cNvSpPr/>
          <p:nvPr>
            <p:custDataLst>
              <p:tags r:id="rId2"/>
            </p:custDataLst>
          </p:nvPr>
        </p:nvSpPr>
        <p:spPr>
          <a:xfrm>
            <a:off x="1909893" y="3024859"/>
            <a:ext cx="699247" cy="699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01</a:t>
            </a:r>
            <a:endParaRPr lang="en-US" altLang="zh-CN" sz="3200" b="1" dirty="0">
              <a:solidFill>
                <a:schemeClr val="lt1"/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2718453" y="3136029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实验需求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5030918" y="3024859"/>
            <a:ext cx="699247" cy="6992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02</a:t>
            </a:r>
            <a:endParaRPr lang="en-US" altLang="zh-CN" sz="3200" b="1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5839478" y="3136029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实验步骤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矩形 10"/>
          <p:cNvSpPr/>
          <p:nvPr>
            <p:custDataLst>
              <p:tags r:id="rId6"/>
            </p:custDataLst>
          </p:nvPr>
        </p:nvSpPr>
        <p:spPr>
          <a:xfrm>
            <a:off x="8009703" y="3025136"/>
            <a:ext cx="699247" cy="6992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>
            <a:normAutofit/>
          </a:bodyPr>
          <a:p>
            <a:pPr algn="ctr"/>
            <a:r>
              <a: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rPr>
              <a:t>03</a:t>
            </a:r>
            <a:endParaRPr lang="en-US" altLang="zh-CN" sz="3200" b="1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7"/>
            </p:custDataLst>
          </p:nvPr>
        </p:nvSpPr>
        <p:spPr>
          <a:xfrm>
            <a:off x="8818263" y="3136306"/>
            <a:ext cx="2212545" cy="476908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19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项目实现</a:t>
            </a:r>
            <a:endParaRPr lang="zh-CN" altLang="en-US" sz="1900" b="1" strike="noStrike" spc="200" baseline="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8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实验需求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068705" y="1212850"/>
            <a:ext cx="10372090" cy="613410"/>
            <a:chOff x="1683" y="1910"/>
            <a:chExt cx="16334" cy="966"/>
          </a:xfrm>
        </p:grpSpPr>
        <p:sp>
          <p:nvSpPr>
            <p:cNvPr id="41" name="iŝľíḓé"/>
            <p:cNvSpPr/>
            <p:nvPr>
              <p:custDataLst>
                <p:tags r:id="rId3"/>
              </p:custDataLst>
            </p:nvPr>
          </p:nvSpPr>
          <p:spPr bwMode="auto">
            <a:xfrm>
              <a:off x="1683" y="1910"/>
              <a:ext cx="967" cy="967"/>
            </a:xfrm>
            <a:prstGeom prst="ellipse">
              <a:avLst/>
            </a:prstGeom>
            <a:solidFill>
              <a:srgbClr val="4C944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2" name="ïṣlîdè"/>
            <p:cNvSpPr/>
            <p:nvPr>
              <p:custDataLst>
                <p:tags r:id="rId4"/>
              </p:custDataLst>
            </p:nvPr>
          </p:nvSpPr>
          <p:spPr bwMode="auto">
            <a:xfrm>
              <a:off x="1964" y="2170"/>
              <a:ext cx="405" cy="500"/>
            </a:xfrm>
            <a:custGeom>
              <a:avLst/>
              <a:gdLst>
                <a:gd name="connsiteX0" fmla="*/ 324459 w 489089"/>
                <a:gd name="connsiteY0" fmla="*/ 442516 h 603828"/>
                <a:gd name="connsiteX1" fmla="*/ 386263 w 489089"/>
                <a:gd name="connsiteY1" fmla="*/ 442516 h 603828"/>
                <a:gd name="connsiteX2" fmla="*/ 386263 w 489089"/>
                <a:gd name="connsiteY2" fmla="*/ 452958 h 603828"/>
                <a:gd name="connsiteX3" fmla="*/ 402563 w 489089"/>
                <a:gd name="connsiteY3" fmla="*/ 469096 h 603828"/>
                <a:gd name="connsiteX4" fmla="*/ 489089 w 489089"/>
                <a:gd name="connsiteY4" fmla="*/ 469096 h 603828"/>
                <a:gd name="connsiteX5" fmla="*/ 489089 w 489089"/>
                <a:gd name="connsiteY5" fmla="*/ 587485 h 603828"/>
                <a:gd name="connsiteX6" fmla="*/ 472925 w 489089"/>
                <a:gd name="connsiteY6" fmla="*/ 603758 h 603828"/>
                <a:gd name="connsiteX7" fmla="*/ 324459 w 489089"/>
                <a:gd name="connsiteY7" fmla="*/ 603758 h 603828"/>
                <a:gd name="connsiteX8" fmla="*/ 308159 w 489089"/>
                <a:gd name="connsiteY8" fmla="*/ 587485 h 603828"/>
                <a:gd name="connsiteX9" fmla="*/ 308159 w 489089"/>
                <a:gd name="connsiteY9" fmla="*/ 458789 h 603828"/>
                <a:gd name="connsiteX10" fmla="*/ 324459 w 489089"/>
                <a:gd name="connsiteY10" fmla="*/ 442516 h 603828"/>
                <a:gd name="connsiteX11" fmla="*/ 16307 w 489089"/>
                <a:gd name="connsiteY11" fmla="*/ 442516 h 603828"/>
                <a:gd name="connsiteX12" fmla="*/ 78272 w 489089"/>
                <a:gd name="connsiteY12" fmla="*/ 442516 h 603828"/>
                <a:gd name="connsiteX13" fmla="*/ 78272 w 489089"/>
                <a:gd name="connsiteY13" fmla="*/ 452963 h 603828"/>
                <a:gd name="connsiteX14" fmla="*/ 94443 w 489089"/>
                <a:gd name="connsiteY14" fmla="*/ 469107 h 603828"/>
                <a:gd name="connsiteX15" fmla="*/ 181141 w 489089"/>
                <a:gd name="connsiteY15" fmla="*/ 469107 h 603828"/>
                <a:gd name="connsiteX16" fmla="*/ 181141 w 489089"/>
                <a:gd name="connsiteY16" fmla="*/ 587548 h 603828"/>
                <a:gd name="connsiteX17" fmla="*/ 164834 w 489089"/>
                <a:gd name="connsiteY17" fmla="*/ 603828 h 603828"/>
                <a:gd name="connsiteX18" fmla="*/ 16307 w 489089"/>
                <a:gd name="connsiteY18" fmla="*/ 603828 h 603828"/>
                <a:gd name="connsiteX19" fmla="*/ 0 w 489089"/>
                <a:gd name="connsiteY19" fmla="*/ 587548 h 603828"/>
                <a:gd name="connsiteX20" fmla="*/ 0 w 489089"/>
                <a:gd name="connsiteY20" fmla="*/ 458796 h 603828"/>
                <a:gd name="connsiteX21" fmla="*/ 16307 w 489089"/>
                <a:gd name="connsiteY21" fmla="*/ 442516 h 603828"/>
                <a:gd name="connsiteX22" fmla="*/ 311829 w 489089"/>
                <a:gd name="connsiteY22" fmla="*/ 339702 h 603828"/>
                <a:gd name="connsiteX23" fmla="*/ 343461 w 489089"/>
                <a:gd name="connsiteY23" fmla="*/ 339702 h 603828"/>
                <a:gd name="connsiteX24" fmla="*/ 377808 w 489089"/>
                <a:gd name="connsiteY24" fmla="*/ 422969 h 603828"/>
                <a:gd name="connsiteX25" fmla="*/ 346040 w 489089"/>
                <a:gd name="connsiteY25" fmla="*/ 422969 h 603828"/>
                <a:gd name="connsiteX26" fmla="*/ 145806 w 489089"/>
                <a:gd name="connsiteY26" fmla="*/ 339702 h 603828"/>
                <a:gd name="connsiteX27" fmla="*/ 177472 w 489089"/>
                <a:gd name="connsiteY27" fmla="*/ 339702 h 603828"/>
                <a:gd name="connsiteX28" fmla="*/ 132216 w 489089"/>
                <a:gd name="connsiteY28" fmla="*/ 449713 h 603828"/>
                <a:gd name="connsiteX29" fmla="*/ 100415 w 489089"/>
                <a:gd name="connsiteY29" fmla="*/ 449713 h 603828"/>
                <a:gd name="connsiteX30" fmla="*/ 270626 w 489089"/>
                <a:gd name="connsiteY30" fmla="*/ 0 h 603828"/>
                <a:gd name="connsiteX31" fmla="*/ 383104 w 489089"/>
                <a:gd name="connsiteY31" fmla="*/ 88302 h 603828"/>
                <a:gd name="connsiteX32" fmla="*/ 384326 w 489089"/>
                <a:gd name="connsiteY32" fmla="*/ 93321 h 603828"/>
                <a:gd name="connsiteX33" fmla="*/ 389217 w 489089"/>
                <a:gd name="connsiteY33" fmla="*/ 94813 h 603828"/>
                <a:gd name="connsiteX34" fmla="*/ 470178 w 489089"/>
                <a:gd name="connsiteY34" fmla="*/ 205224 h 603828"/>
                <a:gd name="connsiteX35" fmla="*/ 354441 w 489089"/>
                <a:gd name="connsiteY35" fmla="*/ 320790 h 603828"/>
                <a:gd name="connsiteX36" fmla="*/ 134785 w 489089"/>
                <a:gd name="connsiteY36" fmla="*/ 320790 h 603828"/>
                <a:gd name="connsiteX37" fmla="*/ 18912 w 489089"/>
                <a:gd name="connsiteY37" fmla="*/ 205224 h 603828"/>
                <a:gd name="connsiteX38" fmla="*/ 134785 w 489089"/>
                <a:gd name="connsiteY38" fmla="*/ 89523 h 603828"/>
                <a:gd name="connsiteX39" fmla="*/ 149320 w 489089"/>
                <a:gd name="connsiteY39" fmla="*/ 90472 h 603828"/>
                <a:gd name="connsiteX40" fmla="*/ 157063 w 489089"/>
                <a:gd name="connsiteY40" fmla="*/ 91422 h 603828"/>
                <a:gd name="connsiteX41" fmla="*/ 159236 w 489089"/>
                <a:gd name="connsiteY41" fmla="*/ 83962 h 603828"/>
                <a:gd name="connsiteX42" fmla="*/ 270626 w 489089"/>
                <a:gd name="connsiteY42" fmla="*/ 0 h 6038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489089" h="603828">
                  <a:moveTo>
                    <a:pt x="324459" y="442516"/>
                  </a:moveTo>
                  <a:lnTo>
                    <a:pt x="386263" y="442516"/>
                  </a:lnTo>
                  <a:lnTo>
                    <a:pt x="386263" y="452958"/>
                  </a:lnTo>
                  <a:cubicBezTo>
                    <a:pt x="386263" y="461908"/>
                    <a:pt x="393598" y="469096"/>
                    <a:pt x="402563" y="469096"/>
                  </a:cubicBezTo>
                  <a:lnTo>
                    <a:pt x="489089" y="469096"/>
                  </a:lnTo>
                  <a:lnTo>
                    <a:pt x="489089" y="587485"/>
                  </a:lnTo>
                  <a:cubicBezTo>
                    <a:pt x="489089" y="596435"/>
                    <a:pt x="481890" y="603758"/>
                    <a:pt x="472925" y="603758"/>
                  </a:cubicBezTo>
                  <a:lnTo>
                    <a:pt x="324459" y="603758"/>
                  </a:lnTo>
                  <a:cubicBezTo>
                    <a:pt x="315358" y="603758"/>
                    <a:pt x="308159" y="596435"/>
                    <a:pt x="308159" y="587485"/>
                  </a:cubicBezTo>
                  <a:lnTo>
                    <a:pt x="308159" y="458789"/>
                  </a:lnTo>
                  <a:cubicBezTo>
                    <a:pt x="308159" y="449839"/>
                    <a:pt x="315358" y="442516"/>
                    <a:pt x="324459" y="442516"/>
                  </a:cubicBezTo>
                  <a:close/>
                  <a:moveTo>
                    <a:pt x="16307" y="442516"/>
                  </a:moveTo>
                  <a:lnTo>
                    <a:pt x="78272" y="442516"/>
                  </a:lnTo>
                  <a:lnTo>
                    <a:pt x="78272" y="452963"/>
                  </a:lnTo>
                  <a:cubicBezTo>
                    <a:pt x="78272" y="461917"/>
                    <a:pt x="85475" y="469107"/>
                    <a:pt x="94443" y="469107"/>
                  </a:cubicBezTo>
                  <a:lnTo>
                    <a:pt x="181141" y="469107"/>
                  </a:lnTo>
                  <a:lnTo>
                    <a:pt x="181141" y="587548"/>
                  </a:lnTo>
                  <a:cubicBezTo>
                    <a:pt x="181141" y="596502"/>
                    <a:pt x="173803" y="603828"/>
                    <a:pt x="164834" y="603828"/>
                  </a:cubicBezTo>
                  <a:lnTo>
                    <a:pt x="16307" y="603828"/>
                  </a:lnTo>
                  <a:cubicBezTo>
                    <a:pt x="7338" y="603828"/>
                    <a:pt x="0" y="596502"/>
                    <a:pt x="0" y="587548"/>
                  </a:cubicBezTo>
                  <a:lnTo>
                    <a:pt x="0" y="458796"/>
                  </a:lnTo>
                  <a:cubicBezTo>
                    <a:pt x="0" y="449842"/>
                    <a:pt x="7338" y="442516"/>
                    <a:pt x="16307" y="442516"/>
                  </a:cubicBezTo>
                  <a:close/>
                  <a:moveTo>
                    <a:pt x="311829" y="339702"/>
                  </a:moveTo>
                  <a:lnTo>
                    <a:pt x="343461" y="339702"/>
                  </a:lnTo>
                  <a:lnTo>
                    <a:pt x="377808" y="422969"/>
                  </a:lnTo>
                  <a:lnTo>
                    <a:pt x="346040" y="422969"/>
                  </a:lnTo>
                  <a:close/>
                  <a:moveTo>
                    <a:pt x="145806" y="339702"/>
                  </a:moveTo>
                  <a:lnTo>
                    <a:pt x="177472" y="339702"/>
                  </a:lnTo>
                  <a:lnTo>
                    <a:pt x="132216" y="449713"/>
                  </a:lnTo>
                  <a:lnTo>
                    <a:pt x="100415" y="449713"/>
                  </a:lnTo>
                  <a:close/>
                  <a:moveTo>
                    <a:pt x="270626" y="0"/>
                  </a:moveTo>
                  <a:cubicBezTo>
                    <a:pt x="324284" y="0"/>
                    <a:pt x="370606" y="36352"/>
                    <a:pt x="383104" y="88302"/>
                  </a:cubicBezTo>
                  <a:lnTo>
                    <a:pt x="384326" y="93321"/>
                  </a:lnTo>
                  <a:lnTo>
                    <a:pt x="389217" y="94813"/>
                  </a:lnTo>
                  <a:cubicBezTo>
                    <a:pt x="437712" y="110005"/>
                    <a:pt x="470178" y="154359"/>
                    <a:pt x="470178" y="205224"/>
                  </a:cubicBezTo>
                  <a:cubicBezTo>
                    <a:pt x="470178" y="268975"/>
                    <a:pt x="418287" y="320790"/>
                    <a:pt x="354441" y="320790"/>
                  </a:cubicBezTo>
                  <a:lnTo>
                    <a:pt x="134785" y="320790"/>
                  </a:lnTo>
                  <a:cubicBezTo>
                    <a:pt x="70939" y="320790"/>
                    <a:pt x="18912" y="268975"/>
                    <a:pt x="18912" y="205224"/>
                  </a:cubicBezTo>
                  <a:cubicBezTo>
                    <a:pt x="18912" y="141473"/>
                    <a:pt x="70939" y="89523"/>
                    <a:pt x="134785" y="89523"/>
                  </a:cubicBezTo>
                  <a:cubicBezTo>
                    <a:pt x="139539" y="89523"/>
                    <a:pt x="144565" y="89930"/>
                    <a:pt x="149320" y="90472"/>
                  </a:cubicBezTo>
                  <a:lnTo>
                    <a:pt x="157063" y="91422"/>
                  </a:lnTo>
                  <a:lnTo>
                    <a:pt x="159236" y="83962"/>
                  </a:lnTo>
                  <a:cubicBezTo>
                    <a:pt x="173228" y="34588"/>
                    <a:pt x="219007" y="0"/>
                    <a:pt x="270626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43" name="矩形 42"/>
            <p:cNvSpPr/>
            <p:nvPr>
              <p:custDataLst>
                <p:tags r:id="rId5"/>
              </p:custDataLst>
            </p:nvPr>
          </p:nvSpPr>
          <p:spPr>
            <a:xfrm>
              <a:off x="2703" y="2080"/>
              <a:ext cx="15315" cy="6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200" spc="3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创建服务器，并解决跨域，将获取的网络接口新闻数据响应给客户端。</a:t>
              </a:r>
              <a:endParaRPr lang="zh-CN" altLang="en-US" sz="2200" spc="3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cxnSp>
        <p:nvCxnSpPr>
          <p:cNvPr id="2" name="直接连接符 1"/>
          <p:cNvCxnSpPr/>
          <p:nvPr>
            <p:custDataLst>
              <p:tags r:id="rId6"/>
            </p:custDataLst>
          </p:nvPr>
        </p:nvCxnSpPr>
        <p:spPr>
          <a:xfrm>
            <a:off x="7058660" y="2931795"/>
            <a:ext cx="0" cy="3005455"/>
          </a:xfrm>
          <a:prstGeom prst="line">
            <a:avLst/>
          </a:prstGeom>
          <a:ln w="6350" cap="flat" cmpd="sng" algn="ctr">
            <a:solidFill>
              <a:schemeClr val="accent6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0" name="图片 4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2337435" y="1826895"/>
            <a:ext cx="7003415" cy="455549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</p:pic>
      <p:sp>
        <p:nvSpPr>
          <p:cNvPr id="3" name="矩形 2"/>
          <p:cNvSpPr/>
          <p:nvPr>
            <p:custDataLst>
              <p:tags r:id="rId9"/>
            </p:custDataLst>
          </p:nvPr>
        </p:nvSpPr>
        <p:spPr>
          <a:xfrm>
            <a:off x="6768465" y="4862830"/>
            <a:ext cx="2529205" cy="144462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10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3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实验步骤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1623695" y="4484370"/>
            <a:ext cx="5060950" cy="1014730"/>
            <a:chOff x="2557" y="7062"/>
            <a:chExt cx="7970" cy="1598"/>
          </a:xfrm>
        </p:grpSpPr>
        <p:sp>
          <p:nvSpPr>
            <p:cNvPr id="46" name="文本框 45"/>
            <p:cNvSpPr txBox="1"/>
            <p:nvPr>
              <p:custDataLst>
                <p:tags r:id="rId3"/>
              </p:custDataLst>
            </p:nvPr>
          </p:nvSpPr>
          <p:spPr>
            <a:xfrm>
              <a:off x="3931" y="7062"/>
              <a:ext cx="6596" cy="15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修改</a:t>
              </a:r>
              <a:r>
                <a:rPr lang="en-US" altLang="zh-CN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index.html</a:t>
              </a: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模板页面，向服务器发送请求，并接受响应数据</a:t>
              </a:r>
              <a:endPara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47" name="圆角矩形 48"/>
            <p:cNvSpPr/>
            <p:nvPr>
              <p:custDataLst>
                <p:tags r:id="rId4"/>
              </p:custDataLst>
            </p:nvPr>
          </p:nvSpPr>
          <p:spPr>
            <a:xfrm>
              <a:off x="2557" y="7448"/>
              <a:ext cx="1139" cy="648"/>
            </a:xfrm>
            <a:prstGeom prst="roundRect">
              <a:avLst/>
            </a:prstGeom>
            <a:solidFill>
              <a:srgbClr val="0070C0"/>
            </a:solidFill>
            <a:ln w="57150" cap="rnd">
              <a:noFill/>
              <a:prstDash val="solid"/>
              <a:round/>
            </a:ln>
            <a:effectLst>
              <a:outerShdw blurRad="508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04</a:t>
              </a:r>
              <a:endPara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1623695" y="2494280"/>
            <a:ext cx="5060950" cy="553085"/>
            <a:chOff x="2557" y="3928"/>
            <a:chExt cx="7970" cy="871"/>
          </a:xfrm>
        </p:grpSpPr>
        <p:sp>
          <p:nvSpPr>
            <p:cNvPr id="33" name="文本框 32"/>
            <p:cNvSpPr txBox="1"/>
            <p:nvPr>
              <p:custDataLst>
                <p:tags r:id="rId5"/>
              </p:custDataLst>
            </p:nvPr>
          </p:nvSpPr>
          <p:spPr>
            <a:xfrm>
              <a:off x="3931" y="3928"/>
              <a:ext cx="6596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数据存储到</a:t>
              </a:r>
              <a:r>
                <a:rPr lang="en-US" altLang="zh-CN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news.json</a:t>
              </a: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文件</a:t>
              </a:r>
              <a:endPara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4" name="圆角矩形 52"/>
            <p:cNvSpPr/>
            <p:nvPr>
              <p:custDataLst>
                <p:tags r:id="rId6"/>
              </p:custDataLst>
            </p:nvPr>
          </p:nvSpPr>
          <p:spPr>
            <a:xfrm>
              <a:off x="2557" y="4066"/>
              <a:ext cx="1139" cy="648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02</a:t>
              </a:r>
              <a:endPara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623695" y="3569335"/>
            <a:ext cx="6870700" cy="552450"/>
            <a:chOff x="2557" y="5621"/>
            <a:chExt cx="10820" cy="870"/>
          </a:xfrm>
        </p:grpSpPr>
        <p:sp>
          <p:nvSpPr>
            <p:cNvPr id="37" name="文本框 36"/>
            <p:cNvSpPr txBox="1"/>
            <p:nvPr>
              <p:custDataLst>
                <p:tags r:id="rId7"/>
              </p:custDataLst>
            </p:nvPr>
          </p:nvSpPr>
          <p:spPr>
            <a:xfrm>
              <a:off x="3931" y="5621"/>
              <a:ext cx="9446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编写</a:t>
              </a:r>
              <a:r>
                <a:rPr lang="en-US" altLang="zh-CN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server_API.js</a:t>
              </a: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文件，构建服务器</a:t>
              </a:r>
              <a:endPara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sp>
          <p:nvSpPr>
            <p:cNvPr id="38" name="圆角矩形 43"/>
            <p:cNvSpPr/>
            <p:nvPr>
              <p:custDataLst>
                <p:tags r:id="rId8"/>
              </p:custDataLst>
            </p:nvPr>
          </p:nvSpPr>
          <p:spPr>
            <a:xfrm>
              <a:off x="2557" y="5796"/>
              <a:ext cx="1139" cy="648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03</a:t>
              </a:r>
              <a:endParaRPr lang="en-US" altLang="zh-CN" sz="1600" b="1" spc="3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884555" y="1053465"/>
            <a:ext cx="553720" cy="5230495"/>
            <a:chOff x="1393" y="1659"/>
            <a:chExt cx="872" cy="8237"/>
          </a:xfrm>
        </p:grpSpPr>
        <p:cxnSp>
          <p:nvCxnSpPr>
            <p:cNvPr id="44" name="ïsľïḋé"/>
            <p:cNvCxnSpPr/>
            <p:nvPr>
              <p:custDataLst>
                <p:tags r:id="rId9"/>
              </p:custDataLst>
            </p:nvPr>
          </p:nvCxnSpPr>
          <p:spPr>
            <a:xfrm>
              <a:off x="1829" y="2438"/>
              <a:ext cx="0" cy="7459"/>
            </a:xfrm>
            <a:prstGeom prst="line">
              <a:avLst/>
            </a:prstGeom>
            <a:ln w="22225" cap="rnd">
              <a:solidFill>
                <a:schemeClr val="lt1">
                  <a:lumMod val="75000"/>
                </a:schemeClr>
              </a:soli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íś1îḍé"/>
            <p:cNvSpPr/>
            <p:nvPr>
              <p:custDataLst>
                <p:tags r:id="rId10"/>
              </p:custDataLst>
            </p:nvPr>
          </p:nvSpPr>
          <p:spPr>
            <a:xfrm>
              <a:off x="1715" y="3020"/>
              <a:ext cx="227" cy="227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lt1">
                  <a:alpha val="5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algn="ctr"/>
              <a:endParaRPr lang="zh-CN" altLang="en-US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6" name="íś1îḍé"/>
            <p:cNvSpPr/>
            <p:nvPr>
              <p:custDataLst>
                <p:tags r:id="rId11"/>
              </p:custDataLst>
            </p:nvPr>
          </p:nvSpPr>
          <p:spPr>
            <a:xfrm>
              <a:off x="1727" y="4883"/>
              <a:ext cx="227" cy="227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lt1">
                  <a:alpha val="5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algn="ctr"/>
              <a:endParaRPr lang="zh-CN" altLang="en-US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7" name="íś1îḍé"/>
            <p:cNvSpPr/>
            <p:nvPr>
              <p:custDataLst>
                <p:tags r:id="rId12"/>
              </p:custDataLst>
            </p:nvPr>
          </p:nvSpPr>
          <p:spPr>
            <a:xfrm>
              <a:off x="1738" y="6905"/>
              <a:ext cx="227" cy="227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lt1">
                  <a:alpha val="5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algn="ctr"/>
              <a:endParaRPr lang="zh-CN" altLang="en-US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8" name="íś1îḍé"/>
            <p:cNvSpPr/>
            <p:nvPr>
              <p:custDataLst>
                <p:tags r:id="rId13"/>
              </p:custDataLst>
            </p:nvPr>
          </p:nvSpPr>
          <p:spPr>
            <a:xfrm>
              <a:off x="1715" y="8665"/>
              <a:ext cx="227" cy="227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lt1">
                  <a:alpha val="53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 fontScale="25000" lnSpcReduction="20000"/>
            </a:bodyPr>
            <a:lstStyle/>
            <a:p>
              <a:pPr algn="ctr"/>
              <a:endParaRPr lang="zh-CN" altLang="en-US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9" name="iṧļíḋe"/>
            <p:cNvSpPr/>
            <p:nvPr>
              <p:custDataLst>
                <p:tags r:id="rId14"/>
              </p:custDataLst>
            </p:nvPr>
          </p:nvSpPr>
          <p:spPr>
            <a:xfrm>
              <a:off x="1393" y="1659"/>
              <a:ext cx="872" cy="872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0" name="iṣḷiďê"/>
            <p:cNvSpPr/>
            <p:nvPr>
              <p:custDataLst>
                <p:tags r:id="rId15"/>
              </p:custDataLst>
            </p:nvPr>
          </p:nvSpPr>
          <p:spPr bwMode="auto">
            <a:xfrm>
              <a:off x="1611" y="1903"/>
              <a:ext cx="436" cy="385"/>
            </a:xfrm>
            <a:custGeom>
              <a:avLst/>
              <a:gdLst>
                <a:gd name="connsiteX0" fmla="*/ 494452 w 603405"/>
                <a:gd name="connsiteY0" fmla="*/ 356003 h 533193"/>
                <a:gd name="connsiteX1" fmla="*/ 585270 w 603405"/>
                <a:gd name="connsiteY1" fmla="*/ 356003 h 533193"/>
                <a:gd name="connsiteX2" fmla="*/ 601782 w 603405"/>
                <a:gd name="connsiteY2" fmla="*/ 372480 h 533193"/>
                <a:gd name="connsiteX3" fmla="*/ 585270 w 603405"/>
                <a:gd name="connsiteY3" fmla="*/ 388957 h 533193"/>
                <a:gd name="connsiteX4" fmla="*/ 494452 w 603405"/>
                <a:gd name="connsiteY4" fmla="*/ 388957 h 533193"/>
                <a:gd name="connsiteX5" fmla="*/ 367511 w 603405"/>
                <a:gd name="connsiteY5" fmla="*/ 244227 h 533193"/>
                <a:gd name="connsiteX6" fmla="*/ 443780 w 603405"/>
                <a:gd name="connsiteY6" fmla="*/ 244227 h 533193"/>
                <a:gd name="connsiteX7" fmla="*/ 477411 w 603405"/>
                <a:gd name="connsiteY7" fmla="*/ 277633 h 533193"/>
                <a:gd name="connsiteX8" fmla="*/ 477861 w 603405"/>
                <a:gd name="connsiteY8" fmla="*/ 381744 h 533193"/>
                <a:gd name="connsiteX9" fmla="*/ 463748 w 603405"/>
                <a:gd name="connsiteY9" fmla="*/ 395975 h 533193"/>
                <a:gd name="connsiteX10" fmla="*/ 449486 w 603405"/>
                <a:gd name="connsiteY10" fmla="*/ 381894 h 533193"/>
                <a:gd name="connsiteX11" fmla="*/ 449035 w 603405"/>
                <a:gd name="connsiteY11" fmla="*/ 277782 h 533193"/>
                <a:gd name="connsiteX12" fmla="*/ 446033 w 603405"/>
                <a:gd name="connsiteY12" fmla="*/ 274786 h 533193"/>
                <a:gd name="connsiteX13" fmla="*/ 443030 w 603405"/>
                <a:gd name="connsiteY13" fmla="*/ 277782 h 533193"/>
                <a:gd name="connsiteX14" fmla="*/ 443330 w 603405"/>
                <a:gd name="connsiteY14" fmla="*/ 516116 h 533193"/>
                <a:gd name="connsiteX15" fmla="*/ 426215 w 603405"/>
                <a:gd name="connsiteY15" fmla="*/ 533193 h 533193"/>
                <a:gd name="connsiteX16" fmla="*/ 409249 w 603405"/>
                <a:gd name="connsiteY16" fmla="*/ 516116 h 533193"/>
                <a:gd name="connsiteX17" fmla="*/ 409249 w 603405"/>
                <a:gd name="connsiteY17" fmla="*/ 380096 h 533193"/>
                <a:gd name="connsiteX18" fmla="*/ 401893 w 603405"/>
                <a:gd name="connsiteY18" fmla="*/ 380096 h 533193"/>
                <a:gd name="connsiteX19" fmla="*/ 401893 w 603405"/>
                <a:gd name="connsiteY19" fmla="*/ 516116 h 533193"/>
                <a:gd name="connsiteX20" fmla="*/ 384778 w 603405"/>
                <a:gd name="connsiteY20" fmla="*/ 533193 h 533193"/>
                <a:gd name="connsiteX21" fmla="*/ 367812 w 603405"/>
                <a:gd name="connsiteY21" fmla="*/ 516116 h 533193"/>
                <a:gd name="connsiteX22" fmla="*/ 367812 w 603405"/>
                <a:gd name="connsiteY22" fmla="*/ 380096 h 533193"/>
                <a:gd name="connsiteX23" fmla="*/ 367812 w 603405"/>
                <a:gd name="connsiteY23" fmla="*/ 277782 h 533193"/>
                <a:gd name="connsiteX24" fmla="*/ 364959 w 603405"/>
                <a:gd name="connsiteY24" fmla="*/ 274936 h 533193"/>
                <a:gd name="connsiteX25" fmla="*/ 362257 w 603405"/>
                <a:gd name="connsiteY25" fmla="*/ 277782 h 533193"/>
                <a:gd name="connsiteX26" fmla="*/ 361656 w 603405"/>
                <a:gd name="connsiteY26" fmla="*/ 381894 h 533193"/>
                <a:gd name="connsiteX27" fmla="*/ 347544 w 603405"/>
                <a:gd name="connsiteY27" fmla="*/ 395975 h 533193"/>
                <a:gd name="connsiteX28" fmla="*/ 347393 w 603405"/>
                <a:gd name="connsiteY28" fmla="*/ 395975 h 533193"/>
                <a:gd name="connsiteX29" fmla="*/ 333281 w 603405"/>
                <a:gd name="connsiteY29" fmla="*/ 381744 h 533193"/>
                <a:gd name="connsiteX30" fmla="*/ 333881 w 603405"/>
                <a:gd name="connsiteY30" fmla="*/ 277633 h 533193"/>
                <a:gd name="connsiteX31" fmla="*/ 367511 w 603405"/>
                <a:gd name="connsiteY31" fmla="*/ 244227 h 533193"/>
                <a:gd name="connsiteX32" fmla="*/ 201525 w 603405"/>
                <a:gd name="connsiteY32" fmla="*/ 244227 h 533193"/>
                <a:gd name="connsiteX33" fmla="*/ 277906 w 603405"/>
                <a:gd name="connsiteY33" fmla="*/ 244227 h 533193"/>
                <a:gd name="connsiteX34" fmla="*/ 311520 w 603405"/>
                <a:gd name="connsiteY34" fmla="*/ 277633 h 533193"/>
                <a:gd name="connsiteX35" fmla="*/ 311970 w 603405"/>
                <a:gd name="connsiteY35" fmla="*/ 381744 h 533193"/>
                <a:gd name="connsiteX36" fmla="*/ 297864 w 603405"/>
                <a:gd name="connsiteY36" fmla="*/ 395975 h 533193"/>
                <a:gd name="connsiteX37" fmla="*/ 297714 w 603405"/>
                <a:gd name="connsiteY37" fmla="*/ 395975 h 533193"/>
                <a:gd name="connsiteX38" fmla="*/ 283608 w 603405"/>
                <a:gd name="connsiteY38" fmla="*/ 381894 h 533193"/>
                <a:gd name="connsiteX39" fmla="*/ 283008 w 603405"/>
                <a:gd name="connsiteY39" fmla="*/ 277782 h 533193"/>
                <a:gd name="connsiteX40" fmla="*/ 280007 w 603405"/>
                <a:gd name="connsiteY40" fmla="*/ 274786 h 533193"/>
                <a:gd name="connsiteX41" fmla="*/ 277156 w 603405"/>
                <a:gd name="connsiteY41" fmla="*/ 277782 h 533193"/>
                <a:gd name="connsiteX42" fmla="*/ 277456 w 603405"/>
                <a:gd name="connsiteY42" fmla="*/ 516116 h 533193"/>
                <a:gd name="connsiteX43" fmla="*/ 260349 w 603405"/>
                <a:gd name="connsiteY43" fmla="*/ 533193 h 533193"/>
                <a:gd name="connsiteX44" fmla="*/ 243242 w 603405"/>
                <a:gd name="connsiteY44" fmla="*/ 516116 h 533193"/>
                <a:gd name="connsiteX45" fmla="*/ 243242 w 603405"/>
                <a:gd name="connsiteY45" fmla="*/ 380096 h 533193"/>
                <a:gd name="connsiteX46" fmla="*/ 235889 w 603405"/>
                <a:gd name="connsiteY46" fmla="*/ 380096 h 533193"/>
                <a:gd name="connsiteX47" fmla="*/ 235889 w 603405"/>
                <a:gd name="connsiteY47" fmla="*/ 516116 h 533193"/>
                <a:gd name="connsiteX48" fmla="*/ 218932 w 603405"/>
                <a:gd name="connsiteY48" fmla="*/ 533193 h 533193"/>
                <a:gd name="connsiteX49" fmla="*/ 201825 w 603405"/>
                <a:gd name="connsiteY49" fmla="*/ 516116 h 533193"/>
                <a:gd name="connsiteX50" fmla="*/ 201825 w 603405"/>
                <a:gd name="connsiteY50" fmla="*/ 380096 h 533193"/>
                <a:gd name="connsiteX51" fmla="*/ 201825 w 603405"/>
                <a:gd name="connsiteY51" fmla="*/ 277782 h 533193"/>
                <a:gd name="connsiteX52" fmla="*/ 199124 w 603405"/>
                <a:gd name="connsiteY52" fmla="*/ 274936 h 533193"/>
                <a:gd name="connsiteX53" fmla="*/ 196423 w 603405"/>
                <a:gd name="connsiteY53" fmla="*/ 277782 h 533193"/>
                <a:gd name="connsiteX54" fmla="*/ 195822 w 603405"/>
                <a:gd name="connsiteY54" fmla="*/ 381894 h 533193"/>
                <a:gd name="connsiteX55" fmla="*/ 181567 w 603405"/>
                <a:gd name="connsiteY55" fmla="*/ 395975 h 533193"/>
                <a:gd name="connsiteX56" fmla="*/ 167461 w 603405"/>
                <a:gd name="connsiteY56" fmla="*/ 381744 h 533193"/>
                <a:gd name="connsiteX57" fmla="*/ 167911 w 603405"/>
                <a:gd name="connsiteY57" fmla="*/ 277633 h 533193"/>
                <a:gd name="connsiteX58" fmla="*/ 201525 w 603405"/>
                <a:gd name="connsiteY58" fmla="*/ 244227 h 533193"/>
                <a:gd name="connsiteX59" fmla="*/ 34214 w 603405"/>
                <a:gd name="connsiteY59" fmla="*/ 244227 h 533193"/>
                <a:gd name="connsiteX60" fmla="*/ 110445 w 603405"/>
                <a:gd name="connsiteY60" fmla="*/ 244227 h 533193"/>
                <a:gd name="connsiteX61" fmla="*/ 144059 w 603405"/>
                <a:gd name="connsiteY61" fmla="*/ 277633 h 533193"/>
                <a:gd name="connsiteX62" fmla="*/ 144509 w 603405"/>
                <a:gd name="connsiteY62" fmla="*/ 381744 h 533193"/>
                <a:gd name="connsiteX63" fmla="*/ 130403 w 603405"/>
                <a:gd name="connsiteY63" fmla="*/ 395975 h 533193"/>
                <a:gd name="connsiteX64" fmla="*/ 116147 w 603405"/>
                <a:gd name="connsiteY64" fmla="*/ 381894 h 533193"/>
                <a:gd name="connsiteX65" fmla="*/ 115697 w 603405"/>
                <a:gd name="connsiteY65" fmla="*/ 277782 h 533193"/>
                <a:gd name="connsiteX66" fmla="*/ 112696 w 603405"/>
                <a:gd name="connsiteY66" fmla="*/ 274786 h 533193"/>
                <a:gd name="connsiteX67" fmla="*/ 109694 w 603405"/>
                <a:gd name="connsiteY67" fmla="*/ 277782 h 533193"/>
                <a:gd name="connsiteX68" fmla="*/ 109995 w 603405"/>
                <a:gd name="connsiteY68" fmla="*/ 516116 h 533193"/>
                <a:gd name="connsiteX69" fmla="*/ 92888 w 603405"/>
                <a:gd name="connsiteY69" fmla="*/ 533193 h 533193"/>
                <a:gd name="connsiteX70" fmla="*/ 75931 w 603405"/>
                <a:gd name="connsiteY70" fmla="*/ 516116 h 533193"/>
                <a:gd name="connsiteX71" fmla="*/ 75931 w 603405"/>
                <a:gd name="connsiteY71" fmla="*/ 380096 h 533193"/>
                <a:gd name="connsiteX72" fmla="*/ 68578 w 603405"/>
                <a:gd name="connsiteY72" fmla="*/ 380096 h 533193"/>
                <a:gd name="connsiteX73" fmla="*/ 68578 w 603405"/>
                <a:gd name="connsiteY73" fmla="*/ 516116 h 533193"/>
                <a:gd name="connsiteX74" fmla="*/ 51471 w 603405"/>
                <a:gd name="connsiteY74" fmla="*/ 533193 h 533193"/>
                <a:gd name="connsiteX75" fmla="*/ 34364 w 603405"/>
                <a:gd name="connsiteY75" fmla="*/ 516116 h 533193"/>
                <a:gd name="connsiteX76" fmla="*/ 34364 w 603405"/>
                <a:gd name="connsiteY76" fmla="*/ 380096 h 533193"/>
                <a:gd name="connsiteX77" fmla="*/ 34364 w 603405"/>
                <a:gd name="connsiteY77" fmla="*/ 277782 h 533193"/>
                <a:gd name="connsiteX78" fmla="*/ 31663 w 603405"/>
                <a:gd name="connsiteY78" fmla="*/ 275086 h 533193"/>
                <a:gd name="connsiteX79" fmla="*/ 28962 w 603405"/>
                <a:gd name="connsiteY79" fmla="*/ 277782 h 533193"/>
                <a:gd name="connsiteX80" fmla="*/ 28361 w 603405"/>
                <a:gd name="connsiteY80" fmla="*/ 381894 h 533193"/>
                <a:gd name="connsiteX81" fmla="*/ 14256 w 603405"/>
                <a:gd name="connsiteY81" fmla="*/ 395975 h 533193"/>
                <a:gd name="connsiteX82" fmla="*/ 14106 w 603405"/>
                <a:gd name="connsiteY82" fmla="*/ 395975 h 533193"/>
                <a:gd name="connsiteX83" fmla="*/ 0 w 603405"/>
                <a:gd name="connsiteY83" fmla="*/ 381744 h 533193"/>
                <a:gd name="connsiteX84" fmla="*/ 600 w 603405"/>
                <a:gd name="connsiteY84" fmla="*/ 277633 h 533193"/>
                <a:gd name="connsiteX85" fmla="*/ 34214 w 603405"/>
                <a:gd name="connsiteY85" fmla="*/ 244227 h 533193"/>
                <a:gd name="connsiteX86" fmla="*/ 298774 w 603405"/>
                <a:gd name="connsiteY86" fmla="*/ 232090 h 533193"/>
                <a:gd name="connsiteX87" fmla="*/ 346547 w 603405"/>
                <a:gd name="connsiteY87" fmla="*/ 232090 h 533193"/>
                <a:gd name="connsiteX88" fmla="*/ 322660 w 603405"/>
                <a:gd name="connsiteY88" fmla="*/ 254883 h 533193"/>
                <a:gd name="connsiteX89" fmla="*/ 298774 w 603405"/>
                <a:gd name="connsiteY89" fmla="*/ 232090 h 533193"/>
                <a:gd name="connsiteX90" fmla="*/ 405716 w 603405"/>
                <a:gd name="connsiteY90" fmla="*/ 176061 h 533193"/>
                <a:gd name="connsiteX91" fmla="*/ 435177 w 603405"/>
                <a:gd name="connsiteY91" fmla="*/ 205417 h 533193"/>
                <a:gd name="connsiteX92" fmla="*/ 405716 w 603405"/>
                <a:gd name="connsiteY92" fmla="*/ 234773 h 533193"/>
                <a:gd name="connsiteX93" fmla="*/ 376255 w 603405"/>
                <a:gd name="connsiteY93" fmla="*/ 205417 h 533193"/>
                <a:gd name="connsiteX94" fmla="*/ 405716 w 603405"/>
                <a:gd name="connsiteY94" fmla="*/ 176061 h 533193"/>
                <a:gd name="connsiteX95" fmla="*/ 239817 w 603405"/>
                <a:gd name="connsiteY95" fmla="*/ 176061 h 533193"/>
                <a:gd name="connsiteX96" fmla="*/ 269208 w 603405"/>
                <a:gd name="connsiteY96" fmla="*/ 205417 h 533193"/>
                <a:gd name="connsiteX97" fmla="*/ 239817 w 603405"/>
                <a:gd name="connsiteY97" fmla="*/ 234773 h 533193"/>
                <a:gd name="connsiteX98" fmla="*/ 210426 w 603405"/>
                <a:gd name="connsiteY98" fmla="*/ 205417 h 533193"/>
                <a:gd name="connsiteX99" fmla="*/ 239817 w 603405"/>
                <a:gd name="connsiteY99" fmla="*/ 176061 h 533193"/>
                <a:gd name="connsiteX100" fmla="*/ 72325 w 603405"/>
                <a:gd name="connsiteY100" fmla="*/ 176061 h 533193"/>
                <a:gd name="connsiteX101" fmla="*/ 101897 w 603405"/>
                <a:gd name="connsiteY101" fmla="*/ 205416 h 533193"/>
                <a:gd name="connsiteX102" fmla="*/ 72325 w 603405"/>
                <a:gd name="connsiteY102" fmla="*/ 234772 h 533193"/>
                <a:gd name="connsiteX103" fmla="*/ 42904 w 603405"/>
                <a:gd name="connsiteY103" fmla="*/ 205416 h 533193"/>
                <a:gd name="connsiteX104" fmla="*/ 72325 w 603405"/>
                <a:gd name="connsiteY104" fmla="*/ 176061 h 533193"/>
                <a:gd name="connsiteX105" fmla="*/ 1200 w 603405"/>
                <a:gd name="connsiteY105" fmla="*/ 56241 h 533193"/>
                <a:gd name="connsiteX106" fmla="*/ 384613 w 603405"/>
                <a:gd name="connsiteY106" fmla="*/ 56241 h 533193"/>
                <a:gd name="connsiteX107" fmla="*/ 603405 w 603405"/>
                <a:gd name="connsiteY107" fmla="*/ 274494 h 533193"/>
                <a:gd name="connsiteX108" fmla="*/ 540979 w 603405"/>
                <a:gd name="connsiteY108" fmla="*/ 336809 h 533193"/>
                <a:gd name="connsiteX109" fmla="*/ 494459 w 603405"/>
                <a:gd name="connsiteY109" fmla="*/ 336809 h 533193"/>
                <a:gd name="connsiteX110" fmla="*/ 494159 w 603405"/>
                <a:gd name="connsiteY110" fmla="*/ 277490 h 533193"/>
                <a:gd name="connsiteX111" fmla="*/ 464747 w 603405"/>
                <a:gd name="connsiteY111" fmla="*/ 232102 h 533193"/>
                <a:gd name="connsiteX112" fmla="*/ 551333 w 603405"/>
                <a:gd name="connsiteY112" fmla="*/ 232102 h 533193"/>
                <a:gd name="connsiteX113" fmla="*/ 551483 w 603405"/>
                <a:gd name="connsiteY113" fmla="*/ 232102 h 533193"/>
                <a:gd name="connsiteX114" fmla="*/ 557636 w 603405"/>
                <a:gd name="connsiteY114" fmla="*/ 228806 h 533193"/>
                <a:gd name="connsiteX115" fmla="*/ 558236 w 603405"/>
                <a:gd name="connsiteY115" fmla="*/ 221766 h 533193"/>
                <a:gd name="connsiteX116" fmla="*/ 504663 w 603405"/>
                <a:gd name="connsiteY116" fmla="*/ 136532 h 533193"/>
                <a:gd name="connsiteX117" fmla="*/ 415676 w 603405"/>
                <a:gd name="connsiteY117" fmla="*/ 97585 h 533193"/>
                <a:gd name="connsiteX118" fmla="*/ 397968 w 603405"/>
                <a:gd name="connsiteY118" fmla="*/ 97585 h 533193"/>
                <a:gd name="connsiteX119" fmla="*/ 397968 w 603405"/>
                <a:gd name="connsiteY119" fmla="*/ 159900 h 533193"/>
                <a:gd name="connsiteX120" fmla="*/ 364954 w 603405"/>
                <a:gd name="connsiteY120" fmla="*/ 183568 h 533193"/>
                <a:gd name="connsiteX121" fmla="*/ 364954 w 603405"/>
                <a:gd name="connsiteY121" fmla="*/ 97585 h 533193"/>
                <a:gd name="connsiteX122" fmla="*/ 174223 w 603405"/>
                <a:gd name="connsiteY122" fmla="*/ 97585 h 533193"/>
                <a:gd name="connsiteX123" fmla="*/ 174223 w 603405"/>
                <a:gd name="connsiteY123" fmla="*/ 232102 h 533193"/>
                <a:gd name="connsiteX124" fmla="*/ 180526 w 603405"/>
                <a:gd name="connsiteY124" fmla="*/ 232102 h 533193"/>
                <a:gd name="connsiteX125" fmla="*/ 174223 w 603405"/>
                <a:gd name="connsiteY125" fmla="*/ 235547 h 533193"/>
                <a:gd name="connsiteX126" fmla="*/ 156065 w 603405"/>
                <a:gd name="connsiteY126" fmla="*/ 256369 h 533193"/>
                <a:gd name="connsiteX127" fmla="*/ 141209 w 603405"/>
                <a:gd name="connsiteY127" fmla="*/ 238093 h 533193"/>
                <a:gd name="connsiteX128" fmla="*/ 131455 w 603405"/>
                <a:gd name="connsiteY128" fmla="*/ 232102 h 533193"/>
                <a:gd name="connsiteX129" fmla="*/ 141209 w 603405"/>
                <a:gd name="connsiteY129" fmla="*/ 232102 h 533193"/>
                <a:gd name="connsiteX130" fmla="*/ 141209 w 603405"/>
                <a:gd name="connsiteY130" fmla="*/ 97585 h 533193"/>
                <a:gd name="connsiteX131" fmla="*/ 1200 w 603405"/>
                <a:gd name="connsiteY131" fmla="*/ 97585 h 533193"/>
                <a:gd name="connsiteX132" fmla="*/ 30337 w 603405"/>
                <a:gd name="connsiteY132" fmla="*/ 0 h 533193"/>
                <a:gd name="connsiteX133" fmla="*/ 450496 w 603405"/>
                <a:gd name="connsiteY133" fmla="*/ 0 h 533193"/>
                <a:gd name="connsiteX134" fmla="*/ 467002 w 603405"/>
                <a:gd name="connsiteY134" fmla="*/ 16512 h 533193"/>
                <a:gd name="connsiteX135" fmla="*/ 450496 w 603405"/>
                <a:gd name="connsiteY135" fmla="*/ 33025 h 533193"/>
                <a:gd name="connsiteX136" fmla="*/ 30337 w 603405"/>
                <a:gd name="connsiteY136" fmla="*/ 33025 h 533193"/>
                <a:gd name="connsiteX137" fmla="*/ 13831 w 603405"/>
                <a:gd name="connsiteY137" fmla="*/ 16512 h 533193"/>
                <a:gd name="connsiteX138" fmla="*/ 30337 w 603405"/>
                <a:gd name="connsiteY138" fmla="*/ 0 h 5331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</a:cxnLst>
              <a:rect l="l" t="t" r="r" b="b"/>
              <a:pathLst>
                <a:path w="603405" h="533193">
                  <a:moveTo>
                    <a:pt x="494452" y="356003"/>
                  </a:moveTo>
                  <a:lnTo>
                    <a:pt x="585270" y="356003"/>
                  </a:lnTo>
                  <a:cubicBezTo>
                    <a:pt x="594277" y="356003"/>
                    <a:pt x="601782" y="363343"/>
                    <a:pt x="601782" y="372480"/>
                  </a:cubicBezTo>
                  <a:cubicBezTo>
                    <a:pt x="601782" y="381617"/>
                    <a:pt x="594277" y="388957"/>
                    <a:pt x="585270" y="388957"/>
                  </a:cubicBezTo>
                  <a:lnTo>
                    <a:pt x="494452" y="388957"/>
                  </a:lnTo>
                  <a:close/>
                  <a:moveTo>
                    <a:pt x="367511" y="244227"/>
                  </a:moveTo>
                  <a:lnTo>
                    <a:pt x="443780" y="244227"/>
                  </a:lnTo>
                  <a:cubicBezTo>
                    <a:pt x="462247" y="244227"/>
                    <a:pt x="477261" y="259207"/>
                    <a:pt x="477411" y="277633"/>
                  </a:cubicBezTo>
                  <a:lnTo>
                    <a:pt x="477861" y="381744"/>
                  </a:lnTo>
                  <a:cubicBezTo>
                    <a:pt x="478011" y="389534"/>
                    <a:pt x="471706" y="395975"/>
                    <a:pt x="463748" y="395975"/>
                  </a:cubicBezTo>
                  <a:cubicBezTo>
                    <a:pt x="455941" y="395975"/>
                    <a:pt x="449486" y="389684"/>
                    <a:pt x="449486" y="381894"/>
                  </a:cubicBezTo>
                  <a:lnTo>
                    <a:pt x="449035" y="277782"/>
                  </a:lnTo>
                  <a:cubicBezTo>
                    <a:pt x="449035" y="276135"/>
                    <a:pt x="447684" y="274786"/>
                    <a:pt x="446033" y="274786"/>
                  </a:cubicBezTo>
                  <a:cubicBezTo>
                    <a:pt x="444381" y="274786"/>
                    <a:pt x="443030" y="276135"/>
                    <a:pt x="443030" y="277782"/>
                  </a:cubicBezTo>
                  <a:cubicBezTo>
                    <a:pt x="443030" y="419944"/>
                    <a:pt x="443330" y="291115"/>
                    <a:pt x="443330" y="516116"/>
                  </a:cubicBezTo>
                  <a:cubicBezTo>
                    <a:pt x="443330" y="525553"/>
                    <a:pt x="435673" y="533193"/>
                    <a:pt x="426215" y="533193"/>
                  </a:cubicBezTo>
                  <a:cubicBezTo>
                    <a:pt x="416906" y="533193"/>
                    <a:pt x="409249" y="525553"/>
                    <a:pt x="409249" y="516116"/>
                  </a:cubicBezTo>
                  <a:lnTo>
                    <a:pt x="409249" y="380096"/>
                  </a:lnTo>
                  <a:lnTo>
                    <a:pt x="401893" y="380096"/>
                  </a:lnTo>
                  <a:lnTo>
                    <a:pt x="401893" y="516116"/>
                  </a:lnTo>
                  <a:cubicBezTo>
                    <a:pt x="401893" y="525553"/>
                    <a:pt x="394236" y="533193"/>
                    <a:pt x="384778" y="533193"/>
                  </a:cubicBezTo>
                  <a:cubicBezTo>
                    <a:pt x="375319" y="533193"/>
                    <a:pt x="367812" y="525553"/>
                    <a:pt x="367812" y="516116"/>
                  </a:cubicBezTo>
                  <a:lnTo>
                    <a:pt x="367812" y="380096"/>
                  </a:lnTo>
                  <a:lnTo>
                    <a:pt x="367812" y="277782"/>
                  </a:lnTo>
                  <a:cubicBezTo>
                    <a:pt x="367812" y="276284"/>
                    <a:pt x="366461" y="274936"/>
                    <a:pt x="364959" y="274936"/>
                  </a:cubicBezTo>
                  <a:cubicBezTo>
                    <a:pt x="363458" y="274936"/>
                    <a:pt x="362257" y="276284"/>
                    <a:pt x="362257" y="277782"/>
                  </a:cubicBezTo>
                  <a:lnTo>
                    <a:pt x="361656" y="381894"/>
                  </a:lnTo>
                  <a:cubicBezTo>
                    <a:pt x="361656" y="389684"/>
                    <a:pt x="355351" y="395975"/>
                    <a:pt x="347544" y="395975"/>
                  </a:cubicBezTo>
                  <a:lnTo>
                    <a:pt x="347393" y="395975"/>
                  </a:lnTo>
                  <a:cubicBezTo>
                    <a:pt x="339586" y="395975"/>
                    <a:pt x="333281" y="389534"/>
                    <a:pt x="333281" y="381744"/>
                  </a:cubicBezTo>
                  <a:lnTo>
                    <a:pt x="333881" y="277633"/>
                  </a:lnTo>
                  <a:cubicBezTo>
                    <a:pt x="333881" y="259207"/>
                    <a:pt x="349045" y="244227"/>
                    <a:pt x="367511" y="244227"/>
                  </a:cubicBezTo>
                  <a:close/>
                  <a:moveTo>
                    <a:pt x="201525" y="244227"/>
                  </a:moveTo>
                  <a:lnTo>
                    <a:pt x="277906" y="244227"/>
                  </a:lnTo>
                  <a:cubicBezTo>
                    <a:pt x="296213" y="244227"/>
                    <a:pt x="311370" y="259207"/>
                    <a:pt x="311520" y="277633"/>
                  </a:cubicBezTo>
                  <a:lnTo>
                    <a:pt x="311970" y="381744"/>
                  </a:lnTo>
                  <a:cubicBezTo>
                    <a:pt x="311970" y="389534"/>
                    <a:pt x="305667" y="395975"/>
                    <a:pt x="297864" y="395975"/>
                  </a:cubicBezTo>
                  <a:lnTo>
                    <a:pt x="297714" y="395975"/>
                  </a:lnTo>
                  <a:cubicBezTo>
                    <a:pt x="289911" y="395975"/>
                    <a:pt x="283608" y="389684"/>
                    <a:pt x="283608" y="381894"/>
                  </a:cubicBezTo>
                  <a:lnTo>
                    <a:pt x="283008" y="277782"/>
                  </a:lnTo>
                  <a:cubicBezTo>
                    <a:pt x="283008" y="276135"/>
                    <a:pt x="281657" y="274786"/>
                    <a:pt x="280007" y="274786"/>
                  </a:cubicBezTo>
                  <a:cubicBezTo>
                    <a:pt x="278356" y="274786"/>
                    <a:pt x="277156" y="276135"/>
                    <a:pt x="277156" y="277782"/>
                  </a:cubicBezTo>
                  <a:cubicBezTo>
                    <a:pt x="277156" y="419944"/>
                    <a:pt x="277456" y="291115"/>
                    <a:pt x="277456" y="516116"/>
                  </a:cubicBezTo>
                  <a:cubicBezTo>
                    <a:pt x="277456" y="525553"/>
                    <a:pt x="269803" y="533193"/>
                    <a:pt x="260349" y="533193"/>
                  </a:cubicBezTo>
                  <a:cubicBezTo>
                    <a:pt x="250895" y="533193"/>
                    <a:pt x="243242" y="525553"/>
                    <a:pt x="243242" y="516116"/>
                  </a:cubicBezTo>
                  <a:lnTo>
                    <a:pt x="243242" y="380096"/>
                  </a:lnTo>
                  <a:lnTo>
                    <a:pt x="235889" y="380096"/>
                  </a:lnTo>
                  <a:lnTo>
                    <a:pt x="235889" y="516116"/>
                  </a:lnTo>
                  <a:cubicBezTo>
                    <a:pt x="235889" y="525553"/>
                    <a:pt x="228386" y="533193"/>
                    <a:pt x="218932" y="533193"/>
                  </a:cubicBezTo>
                  <a:cubicBezTo>
                    <a:pt x="209478" y="533193"/>
                    <a:pt x="201825" y="525553"/>
                    <a:pt x="201825" y="516116"/>
                  </a:cubicBezTo>
                  <a:lnTo>
                    <a:pt x="201825" y="380096"/>
                  </a:lnTo>
                  <a:lnTo>
                    <a:pt x="201825" y="277782"/>
                  </a:lnTo>
                  <a:cubicBezTo>
                    <a:pt x="201825" y="276284"/>
                    <a:pt x="200624" y="274936"/>
                    <a:pt x="199124" y="274936"/>
                  </a:cubicBezTo>
                  <a:cubicBezTo>
                    <a:pt x="197623" y="274936"/>
                    <a:pt x="196423" y="276284"/>
                    <a:pt x="196423" y="277782"/>
                  </a:cubicBezTo>
                  <a:lnTo>
                    <a:pt x="195822" y="381894"/>
                  </a:lnTo>
                  <a:cubicBezTo>
                    <a:pt x="195822" y="389684"/>
                    <a:pt x="189370" y="395975"/>
                    <a:pt x="181567" y="395975"/>
                  </a:cubicBezTo>
                  <a:cubicBezTo>
                    <a:pt x="173763" y="395975"/>
                    <a:pt x="167311" y="389534"/>
                    <a:pt x="167461" y="381744"/>
                  </a:cubicBezTo>
                  <a:lnTo>
                    <a:pt x="167911" y="277633"/>
                  </a:lnTo>
                  <a:cubicBezTo>
                    <a:pt x="168061" y="259207"/>
                    <a:pt x="183067" y="244227"/>
                    <a:pt x="201525" y="244227"/>
                  </a:cubicBezTo>
                  <a:close/>
                  <a:moveTo>
                    <a:pt x="34214" y="244227"/>
                  </a:moveTo>
                  <a:lnTo>
                    <a:pt x="110445" y="244227"/>
                  </a:lnTo>
                  <a:cubicBezTo>
                    <a:pt x="128902" y="244227"/>
                    <a:pt x="143908" y="259207"/>
                    <a:pt x="144059" y="277633"/>
                  </a:cubicBezTo>
                  <a:lnTo>
                    <a:pt x="144509" y="381744"/>
                  </a:lnTo>
                  <a:cubicBezTo>
                    <a:pt x="144659" y="389534"/>
                    <a:pt x="138206" y="395975"/>
                    <a:pt x="130403" y="395975"/>
                  </a:cubicBezTo>
                  <a:cubicBezTo>
                    <a:pt x="122600" y="395975"/>
                    <a:pt x="116147" y="389684"/>
                    <a:pt x="116147" y="381894"/>
                  </a:cubicBezTo>
                  <a:lnTo>
                    <a:pt x="115697" y="277782"/>
                  </a:lnTo>
                  <a:cubicBezTo>
                    <a:pt x="115547" y="276135"/>
                    <a:pt x="114346" y="274786"/>
                    <a:pt x="112696" y="274786"/>
                  </a:cubicBezTo>
                  <a:cubicBezTo>
                    <a:pt x="111045" y="274786"/>
                    <a:pt x="109694" y="276135"/>
                    <a:pt x="109694" y="277782"/>
                  </a:cubicBezTo>
                  <a:cubicBezTo>
                    <a:pt x="109694" y="343695"/>
                    <a:pt x="109995" y="452450"/>
                    <a:pt x="109995" y="516116"/>
                  </a:cubicBezTo>
                  <a:cubicBezTo>
                    <a:pt x="109995" y="525553"/>
                    <a:pt x="102341" y="533193"/>
                    <a:pt x="92888" y="533193"/>
                  </a:cubicBezTo>
                  <a:cubicBezTo>
                    <a:pt x="83584" y="533193"/>
                    <a:pt x="75931" y="525553"/>
                    <a:pt x="75931" y="516116"/>
                  </a:cubicBezTo>
                  <a:lnTo>
                    <a:pt x="75931" y="380096"/>
                  </a:lnTo>
                  <a:lnTo>
                    <a:pt x="68578" y="380096"/>
                  </a:lnTo>
                  <a:lnTo>
                    <a:pt x="68578" y="516116"/>
                  </a:lnTo>
                  <a:cubicBezTo>
                    <a:pt x="68578" y="525553"/>
                    <a:pt x="60925" y="533193"/>
                    <a:pt x="51471" y="533193"/>
                  </a:cubicBezTo>
                  <a:cubicBezTo>
                    <a:pt x="42017" y="533193"/>
                    <a:pt x="34364" y="525553"/>
                    <a:pt x="34364" y="516116"/>
                  </a:cubicBezTo>
                  <a:lnTo>
                    <a:pt x="34364" y="380096"/>
                  </a:lnTo>
                  <a:lnTo>
                    <a:pt x="34364" y="277782"/>
                  </a:lnTo>
                  <a:cubicBezTo>
                    <a:pt x="34364" y="276284"/>
                    <a:pt x="33163" y="275086"/>
                    <a:pt x="31663" y="275086"/>
                  </a:cubicBezTo>
                  <a:cubicBezTo>
                    <a:pt x="30162" y="274936"/>
                    <a:pt x="28962" y="276284"/>
                    <a:pt x="28962" y="277782"/>
                  </a:cubicBezTo>
                  <a:lnTo>
                    <a:pt x="28361" y="381894"/>
                  </a:lnTo>
                  <a:cubicBezTo>
                    <a:pt x="28361" y="389684"/>
                    <a:pt x="22059" y="395975"/>
                    <a:pt x="14256" y="395975"/>
                  </a:cubicBezTo>
                  <a:lnTo>
                    <a:pt x="14106" y="395975"/>
                  </a:lnTo>
                  <a:cubicBezTo>
                    <a:pt x="6302" y="395975"/>
                    <a:pt x="0" y="389534"/>
                    <a:pt x="0" y="381744"/>
                  </a:cubicBezTo>
                  <a:lnTo>
                    <a:pt x="600" y="277633"/>
                  </a:lnTo>
                  <a:cubicBezTo>
                    <a:pt x="600" y="259207"/>
                    <a:pt x="15756" y="244227"/>
                    <a:pt x="34214" y="244227"/>
                  </a:cubicBezTo>
                  <a:close/>
                  <a:moveTo>
                    <a:pt x="298774" y="232090"/>
                  </a:moveTo>
                  <a:lnTo>
                    <a:pt x="346547" y="232090"/>
                  </a:lnTo>
                  <a:cubicBezTo>
                    <a:pt x="336331" y="236739"/>
                    <a:pt x="327768" y="244836"/>
                    <a:pt x="322660" y="254883"/>
                  </a:cubicBezTo>
                  <a:cubicBezTo>
                    <a:pt x="317552" y="244836"/>
                    <a:pt x="309140" y="236739"/>
                    <a:pt x="298774" y="232090"/>
                  </a:cubicBezTo>
                  <a:close/>
                  <a:moveTo>
                    <a:pt x="405716" y="176061"/>
                  </a:moveTo>
                  <a:cubicBezTo>
                    <a:pt x="421987" y="176061"/>
                    <a:pt x="435177" y="189204"/>
                    <a:pt x="435177" y="205417"/>
                  </a:cubicBezTo>
                  <a:cubicBezTo>
                    <a:pt x="435177" y="221630"/>
                    <a:pt x="421987" y="234773"/>
                    <a:pt x="405716" y="234773"/>
                  </a:cubicBezTo>
                  <a:cubicBezTo>
                    <a:pt x="389445" y="234773"/>
                    <a:pt x="376255" y="221630"/>
                    <a:pt x="376255" y="205417"/>
                  </a:cubicBezTo>
                  <a:cubicBezTo>
                    <a:pt x="376255" y="189204"/>
                    <a:pt x="389445" y="176061"/>
                    <a:pt x="405716" y="176061"/>
                  </a:cubicBezTo>
                  <a:close/>
                  <a:moveTo>
                    <a:pt x="239817" y="176061"/>
                  </a:moveTo>
                  <a:cubicBezTo>
                    <a:pt x="256049" y="176061"/>
                    <a:pt x="269208" y="189204"/>
                    <a:pt x="269208" y="205417"/>
                  </a:cubicBezTo>
                  <a:cubicBezTo>
                    <a:pt x="269208" y="221630"/>
                    <a:pt x="256049" y="234773"/>
                    <a:pt x="239817" y="234773"/>
                  </a:cubicBezTo>
                  <a:cubicBezTo>
                    <a:pt x="223585" y="234773"/>
                    <a:pt x="210426" y="221630"/>
                    <a:pt x="210426" y="205417"/>
                  </a:cubicBezTo>
                  <a:cubicBezTo>
                    <a:pt x="210426" y="189204"/>
                    <a:pt x="223585" y="176061"/>
                    <a:pt x="239817" y="176061"/>
                  </a:cubicBezTo>
                  <a:close/>
                  <a:moveTo>
                    <a:pt x="72325" y="176061"/>
                  </a:moveTo>
                  <a:cubicBezTo>
                    <a:pt x="88687" y="176061"/>
                    <a:pt x="101897" y="189241"/>
                    <a:pt x="101897" y="205416"/>
                  </a:cubicBezTo>
                  <a:cubicBezTo>
                    <a:pt x="101897" y="221592"/>
                    <a:pt x="88687" y="234772"/>
                    <a:pt x="72325" y="234772"/>
                  </a:cubicBezTo>
                  <a:cubicBezTo>
                    <a:pt x="56113" y="234772"/>
                    <a:pt x="42904" y="221592"/>
                    <a:pt x="42904" y="205416"/>
                  </a:cubicBezTo>
                  <a:cubicBezTo>
                    <a:pt x="42904" y="189241"/>
                    <a:pt x="55963" y="176061"/>
                    <a:pt x="72325" y="176061"/>
                  </a:cubicBezTo>
                  <a:close/>
                  <a:moveTo>
                    <a:pt x="1200" y="56241"/>
                  </a:moveTo>
                  <a:lnTo>
                    <a:pt x="384613" y="56241"/>
                  </a:lnTo>
                  <a:cubicBezTo>
                    <a:pt x="505414" y="56241"/>
                    <a:pt x="603405" y="154058"/>
                    <a:pt x="603405" y="274494"/>
                  </a:cubicBezTo>
                  <a:cubicBezTo>
                    <a:pt x="603405" y="308947"/>
                    <a:pt x="575493" y="336809"/>
                    <a:pt x="540979" y="336809"/>
                  </a:cubicBezTo>
                  <a:lnTo>
                    <a:pt x="494459" y="336809"/>
                  </a:lnTo>
                  <a:lnTo>
                    <a:pt x="494159" y="277490"/>
                  </a:lnTo>
                  <a:cubicBezTo>
                    <a:pt x="494009" y="257417"/>
                    <a:pt x="482004" y="240041"/>
                    <a:pt x="464747" y="232102"/>
                  </a:cubicBezTo>
                  <a:lnTo>
                    <a:pt x="551333" y="232102"/>
                  </a:lnTo>
                  <a:lnTo>
                    <a:pt x="551483" y="232102"/>
                  </a:lnTo>
                  <a:cubicBezTo>
                    <a:pt x="553884" y="232102"/>
                    <a:pt x="556285" y="230753"/>
                    <a:pt x="557636" y="228806"/>
                  </a:cubicBezTo>
                  <a:cubicBezTo>
                    <a:pt x="558986" y="226709"/>
                    <a:pt x="559136" y="224013"/>
                    <a:pt x="558236" y="221766"/>
                  </a:cubicBezTo>
                  <a:cubicBezTo>
                    <a:pt x="550283" y="203790"/>
                    <a:pt x="531825" y="165892"/>
                    <a:pt x="504663" y="136532"/>
                  </a:cubicBezTo>
                  <a:cubicBezTo>
                    <a:pt x="481704" y="111666"/>
                    <a:pt x="449440" y="97585"/>
                    <a:pt x="415676" y="97585"/>
                  </a:cubicBezTo>
                  <a:lnTo>
                    <a:pt x="397968" y="97585"/>
                  </a:lnTo>
                  <a:lnTo>
                    <a:pt x="397968" y="159900"/>
                  </a:lnTo>
                  <a:cubicBezTo>
                    <a:pt x="383712" y="162297"/>
                    <a:pt x="371707" y="171284"/>
                    <a:pt x="364954" y="183568"/>
                  </a:cubicBezTo>
                  <a:lnTo>
                    <a:pt x="364954" y="97585"/>
                  </a:lnTo>
                  <a:lnTo>
                    <a:pt x="174223" y="97585"/>
                  </a:lnTo>
                  <a:lnTo>
                    <a:pt x="174223" y="232102"/>
                  </a:lnTo>
                  <a:lnTo>
                    <a:pt x="180526" y="232102"/>
                  </a:lnTo>
                  <a:cubicBezTo>
                    <a:pt x="178425" y="233150"/>
                    <a:pt x="176324" y="234199"/>
                    <a:pt x="174223" y="235547"/>
                  </a:cubicBezTo>
                  <a:cubicBezTo>
                    <a:pt x="166420" y="240640"/>
                    <a:pt x="159967" y="247830"/>
                    <a:pt x="156065" y="256369"/>
                  </a:cubicBezTo>
                  <a:cubicBezTo>
                    <a:pt x="152614" y="249178"/>
                    <a:pt x="147512" y="242887"/>
                    <a:pt x="141209" y="238093"/>
                  </a:cubicBezTo>
                  <a:cubicBezTo>
                    <a:pt x="138208" y="235697"/>
                    <a:pt x="134906" y="233749"/>
                    <a:pt x="131455" y="232102"/>
                  </a:cubicBezTo>
                  <a:lnTo>
                    <a:pt x="141209" y="232102"/>
                  </a:lnTo>
                  <a:lnTo>
                    <a:pt x="141209" y="97585"/>
                  </a:lnTo>
                  <a:lnTo>
                    <a:pt x="1200" y="97585"/>
                  </a:lnTo>
                  <a:close/>
                  <a:moveTo>
                    <a:pt x="30337" y="0"/>
                  </a:moveTo>
                  <a:lnTo>
                    <a:pt x="450496" y="0"/>
                  </a:lnTo>
                  <a:cubicBezTo>
                    <a:pt x="459649" y="0"/>
                    <a:pt x="467002" y="7356"/>
                    <a:pt x="467002" y="16512"/>
                  </a:cubicBezTo>
                  <a:cubicBezTo>
                    <a:pt x="467002" y="25669"/>
                    <a:pt x="459649" y="33025"/>
                    <a:pt x="450496" y="33025"/>
                  </a:cubicBezTo>
                  <a:lnTo>
                    <a:pt x="30337" y="33025"/>
                  </a:lnTo>
                  <a:cubicBezTo>
                    <a:pt x="21184" y="33025"/>
                    <a:pt x="13831" y="25669"/>
                    <a:pt x="13831" y="16512"/>
                  </a:cubicBezTo>
                  <a:cubicBezTo>
                    <a:pt x="13831" y="7356"/>
                    <a:pt x="21184" y="0"/>
                    <a:pt x="3033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endParaRPr lang="zh-CN" altLang="en-US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623695" y="5586095"/>
            <a:ext cx="5542280" cy="552450"/>
            <a:chOff x="2557" y="8797"/>
            <a:chExt cx="8728" cy="870"/>
          </a:xfrm>
        </p:grpSpPr>
        <p:sp>
          <p:nvSpPr>
            <p:cNvPr id="23" name="文本框 22"/>
            <p:cNvSpPr txBox="1"/>
            <p:nvPr>
              <p:custDataLst>
                <p:tags r:id="rId16"/>
              </p:custDataLst>
            </p:nvPr>
          </p:nvSpPr>
          <p:spPr>
            <a:xfrm>
              <a:off x="3931" y="8797"/>
              <a:ext cx="7354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运行项目</a:t>
              </a:r>
              <a:endParaRPr lang="zh-CN" altLang="en-US" sz="20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圆角矩形 48"/>
            <p:cNvSpPr/>
            <p:nvPr>
              <p:custDataLst>
                <p:tags r:id="rId17"/>
              </p:custDataLst>
            </p:nvPr>
          </p:nvSpPr>
          <p:spPr>
            <a:xfrm>
              <a:off x="2557" y="8995"/>
              <a:ext cx="1139" cy="648"/>
            </a:xfrm>
            <a:prstGeom prst="roundRect">
              <a:avLst/>
            </a:prstGeom>
            <a:solidFill>
              <a:srgbClr val="002060"/>
            </a:solidFill>
            <a:ln w="57150" cap="rnd">
              <a:noFill/>
              <a:prstDash val="solid"/>
              <a:round/>
            </a:ln>
            <a:effectLst>
              <a:outerShdw blurRad="508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05</a:t>
              </a:r>
              <a:endPara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1623695" y="1485265"/>
            <a:ext cx="5060950" cy="552450"/>
            <a:chOff x="2557" y="2339"/>
            <a:chExt cx="7970" cy="870"/>
          </a:xfrm>
        </p:grpSpPr>
        <p:sp>
          <p:nvSpPr>
            <p:cNvPr id="5" name="文本框 4"/>
            <p:cNvSpPr txBox="1"/>
            <p:nvPr>
              <p:custDataLst>
                <p:tags r:id="rId18"/>
              </p:custDataLst>
            </p:nvPr>
          </p:nvSpPr>
          <p:spPr>
            <a:xfrm>
              <a:off x="3931" y="2339"/>
              <a:ext cx="6596" cy="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lnSpc>
                  <a:spcPts val="1500"/>
                </a:lnSpc>
                <a:defRPr sz="900"/>
              </a:lvl1pPr>
            </a:lstStyle>
            <a:p>
              <a:pPr>
                <a:lnSpc>
                  <a:spcPct val="150000"/>
                </a:lnSpc>
              </a:pPr>
              <a:r>
                <a:rPr lang="zh-CN" altLang="en-US" sz="20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获取网络接口数据（天行数据）</a:t>
              </a:r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圆角矩形 52"/>
            <p:cNvSpPr/>
            <p:nvPr>
              <p:custDataLst>
                <p:tags r:id="rId19"/>
              </p:custDataLst>
            </p:nvPr>
          </p:nvSpPr>
          <p:spPr>
            <a:xfrm>
              <a:off x="2557" y="2477"/>
              <a:ext cx="1139" cy="648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r>
                <a:rPr lang="en-US" altLang="zh-CN" sz="1600" b="1" spc="30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01</a:t>
              </a:r>
              <a:endParaRPr lang="en-US" altLang="zh-CN" sz="1600" b="1" spc="30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20"/>
          <a:stretch>
            <a:fillRect/>
          </a:stretch>
        </p:blipFill>
        <p:spPr>
          <a:xfrm>
            <a:off x="7588885" y="1452880"/>
            <a:ext cx="3147695" cy="4298315"/>
          </a:xfrm>
          <a:prstGeom prst="rect">
            <a:avLst/>
          </a:prstGeom>
          <a:ln w="88900" cap="sq" cmpd="thickThin">
            <a:solidFill>
              <a:srgbClr val="4C944C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</p:spTree>
    <p:custDataLst>
      <p:tags r:id="rId2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1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12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061085" y="975995"/>
            <a:ext cx="487680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1. 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ea"/>
              </a:rPr>
              <a:t>获取网络接口数据（天行数据）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3" name="图片 3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 l="12630" t="10830" r="16715" b="-271"/>
          <a:stretch>
            <a:fillRect/>
          </a:stretch>
        </p:blipFill>
        <p:spPr>
          <a:xfrm>
            <a:off x="763270" y="1718310"/>
            <a:ext cx="5863590" cy="3956685"/>
          </a:xfrm>
          <a:prstGeom prst="rect">
            <a:avLst/>
          </a:prstGeom>
          <a:noFill/>
          <a:ln>
            <a:solidFill>
              <a:schemeClr val="lt1">
                <a:lumMod val="85000"/>
              </a:schemeClr>
            </a:solidFill>
          </a:ln>
        </p:spPr>
      </p:pic>
      <p:pic>
        <p:nvPicPr>
          <p:cNvPr id="4" name="图片 4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l="6845" t="10197" r="7496" b="1334"/>
          <a:stretch>
            <a:fillRect/>
          </a:stretch>
        </p:blipFill>
        <p:spPr>
          <a:xfrm>
            <a:off x="1780540" y="1700530"/>
            <a:ext cx="7130415" cy="3968750"/>
          </a:xfrm>
          <a:prstGeom prst="rect">
            <a:avLst/>
          </a:prstGeom>
          <a:noFill/>
          <a:ln>
            <a:solidFill>
              <a:schemeClr val="lt1">
                <a:lumMod val="85000"/>
              </a:schemeClr>
            </a:solidFill>
          </a:ln>
        </p:spPr>
      </p:pic>
      <p:sp>
        <p:nvSpPr>
          <p:cNvPr id="2" name="任意多边形 228"/>
          <p:cNvSpPr/>
          <p:nvPr>
            <p:custDataLst>
              <p:tags r:id="rId7"/>
            </p:custDataLst>
          </p:nvPr>
        </p:nvSpPr>
        <p:spPr>
          <a:xfrm>
            <a:off x="2026921" y="5883276"/>
            <a:ext cx="1534795" cy="369915"/>
          </a:xfrm>
          <a:custGeom>
            <a:avLst/>
            <a:gdLst>
              <a:gd name="rtl" fmla="*/ 30400 w 2432000"/>
              <a:gd name="rtt" fmla="*/ 30400 h 359055"/>
              <a:gd name="rtr" fmla="*/ 2401600 w 2432000"/>
              <a:gd name="rtb" fmla="*/ 328655 h 359055"/>
            </a:gdLst>
            <a:ahLst/>
            <a:cxnLst/>
            <a:rect l="rtl" t="rtt" r="rtr" b="rtb"/>
            <a:pathLst>
              <a:path w="2432000" h="359055">
                <a:moveTo>
                  <a:pt x="179527" y="359055"/>
                </a:moveTo>
                <a:lnTo>
                  <a:pt x="2252473" y="359055"/>
                </a:lnTo>
                <a:cubicBezTo>
                  <a:pt x="2351622" y="359055"/>
                  <a:pt x="2432000" y="278681"/>
                  <a:pt x="2432000" y="179527"/>
                </a:cubicBezTo>
                <a:cubicBezTo>
                  <a:pt x="2432000" y="80375"/>
                  <a:pt x="2351622" y="0"/>
                  <a:pt x="2252473" y="0"/>
                </a:cubicBezTo>
                <a:lnTo>
                  <a:pt x="179527" y="0"/>
                </a:lnTo>
                <a:cubicBezTo>
                  <a:pt x="80375" y="0"/>
                  <a:pt x="0" y="80375"/>
                  <a:pt x="0" y="179527"/>
                </a:cubicBezTo>
                <a:cubicBezTo>
                  <a:pt x="0" y="278681"/>
                  <a:pt x="80375" y="359055"/>
                  <a:pt x="179527" y="359055"/>
                </a:cubicBezTo>
                <a:close/>
              </a:path>
            </a:pathLst>
          </a:custGeom>
          <a:solidFill>
            <a:schemeClr val="accent1"/>
          </a:solidFill>
          <a:ln w="15200" cap="flat">
            <a:noFill/>
            <a:bevel/>
          </a:ln>
          <a:effectLst/>
        </p:spPr>
        <p:txBody>
          <a:bodyPr wrap="square" lIns="36000" tIns="0" rIns="36000" bIns="0"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注册账号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任意多边形 228"/>
          <p:cNvSpPr/>
          <p:nvPr>
            <p:custDataLst>
              <p:tags r:id="rId8"/>
            </p:custDataLst>
          </p:nvPr>
        </p:nvSpPr>
        <p:spPr>
          <a:xfrm>
            <a:off x="4052571" y="5904866"/>
            <a:ext cx="1534795" cy="369915"/>
          </a:xfrm>
          <a:custGeom>
            <a:avLst/>
            <a:gdLst>
              <a:gd name="rtl" fmla="*/ 30400 w 2432000"/>
              <a:gd name="rtt" fmla="*/ 30400 h 359055"/>
              <a:gd name="rtr" fmla="*/ 2401600 w 2432000"/>
              <a:gd name="rtb" fmla="*/ 328655 h 359055"/>
            </a:gdLst>
            <a:ahLst/>
            <a:cxnLst/>
            <a:rect l="rtl" t="rtt" r="rtr" b="rtb"/>
            <a:pathLst>
              <a:path w="2432000" h="359055">
                <a:moveTo>
                  <a:pt x="179527" y="359055"/>
                </a:moveTo>
                <a:lnTo>
                  <a:pt x="2252473" y="359055"/>
                </a:lnTo>
                <a:cubicBezTo>
                  <a:pt x="2351622" y="359055"/>
                  <a:pt x="2432000" y="278681"/>
                  <a:pt x="2432000" y="179527"/>
                </a:cubicBezTo>
                <a:cubicBezTo>
                  <a:pt x="2432000" y="80375"/>
                  <a:pt x="2351622" y="0"/>
                  <a:pt x="2252473" y="0"/>
                </a:cubicBezTo>
                <a:lnTo>
                  <a:pt x="179527" y="0"/>
                </a:lnTo>
                <a:cubicBezTo>
                  <a:pt x="80375" y="0"/>
                  <a:pt x="0" y="80375"/>
                  <a:pt x="0" y="179527"/>
                </a:cubicBezTo>
                <a:cubicBezTo>
                  <a:pt x="0" y="278681"/>
                  <a:pt x="80375" y="359055"/>
                  <a:pt x="179527" y="359055"/>
                </a:cubicBezTo>
                <a:close/>
              </a:path>
            </a:pathLst>
          </a:custGeom>
          <a:solidFill>
            <a:schemeClr val="accent1"/>
          </a:solidFill>
          <a:ln w="15200" cap="flat">
            <a:noFill/>
            <a:bevel/>
          </a:ln>
          <a:effectLst/>
        </p:spPr>
        <p:txBody>
          <a:bodyPr wrap="square" lIns="36000" tIns="0" rIns="3600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申请接口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任意多边形 228"/>
          <p:cNvSpPr/>
          <p:nvPr>
            <p:custDataLst>
              <p:tags r:id="rId9"/>
            </p:custDataLst>
          </p:nvPr>
        </p:nvSpPr>
        <p:spPr>
          <a:xfrm>
            <a:off x="6382386" y="5916296"/>
            <a:ext cx="1534795" cy="369915"/>
          </a:xfrm>
          <a:custGeom>
            <a:avLst/>
            <a:gdLst>
              <a:gd name="rtl" fmla="*/ 30400 w 2432000"/>
              <a:gd name="rtt" fmla="*/ 30400 h 359055"/>
              <a:gd name="rtr" fmla="*/ 2401600 w 2432000"/>
              <a:gd name="rtb" fmla="*/ 328655 h 359055"/>
            </a:gdLst>
            <a:ahLst/>
            <a:cxnLst/>
            <a:rect l="rtl" t="rtt" r="rtr" b="rtb"/>
            <a:pathLst>
              <a:path w="2432000" h="359055">
                <a:moveTo>
                  <a:pt x="179527" y="359055"/>
                </a:moveTo>
                <a:lnTo>
                  <a:pt x="2252473" y="359055"/>
                </a:lnTo>
                <a:cubicBezTo>
                  <a:pt x="2351622" y="359055"/>
                  <a:pt x="2432000" y="278681"/>
                  <a:pt x="2432000" y="179527"/>
                </a:cubicBezTo>
                <a:cubicBezTo>
                  <a:pt x="2432000" y="80375"/>
                  <a:pt x="2351622" y="0"/>
                  <a:pt x="2252473" y="0"/>
                </a:cubicBezTo>
                <a:lnTo>
                  <a:pt x="179527" y="0"/>
                </a:lnTo>
                <a:cubicBezTo>
                  <a:pt x="80375" y="0"/>
                  <a:pt x="0" y="80375"/>
                  <a:pt x="0" y="179527"/>
                </a:cubicBezTo>
                <a:cubicBezTo>
                  <a:pt x="0" y="278681"/>
                  <a:pt x="80375" y="359055"/>
                  <a:pt x="179527" y="359055"/>
                </a:cubicBezTo>
                <a:close/>
              </a:path>
            </a:pathLst>
          </a:custGeom>
          <a:solidFill>
            <a:schemeClr val="accent1"/>
          </a:solidFill>
          <a:ln w="15200" cap="flat">
            <a:noFill/>
            <a:bevel/>
          </a:ln>
          <a:effectLst/>
        </p:spPr>
        <p:txBody>
          <a:bodyPr wrap="square" lIns="36000" tIns="0" rIns="36000" bIns="0"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获取地址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任意多边形 228"/>
          <p:cNvSpPr/>
          <p:nvPr>
            <p:custDataLst>
              <p:tags r:id="rId10"/>
            </p:custDataLst>
          </p:nvPr>
        </p:nvSpPr>
        <p:spPr>
          <a:xfrm>
            <a:off x="8712201" y="5890261"/>
            <a:ext cx="1534795" cy="369915"/>
          </a:xfrm>
          <a:custGeom>
            <a:avLst/>
            <a:gdLst>
              <a:gd name="rtl" fmla="*/ 30400 w 2432000"/>
              <a:gd name="rtt" fmla="*/ 30400 h 359055"/>
              <a:gd name="rtr" fmla="*/ 2401600 w 2432000"/>
              <a:gd name="rtb" fmla="*/ 328655 h 359055"/>
            </a:gdLst>
            <a:ahLst/>
            <a:cxnLst/>
            <a:rect l="rtl" t="rtt" r="rtr" b="rtb"/>
            <a:pathLst>
              <a:path w="2432000" h="359055">
                <a:moveTo>
                  <a:pt x="179527" y="359055"/>
                </a:moveTo>
                <a:lnTo>
                  <a:pt x="2252473" y="359055"/>
                </a:lnTo>
                <a:cubicBezTo>
                  <a:pt x="2351622" y="359055"/>
                  <a:pt x="2432000" y="278681"/>
                  <a:pt x="2432000" y="179527"/>
                </a:cubicBezTo>
                <a:cubicBezTo>
                  <a:pt x="2432000" y="80375"/>
                  <a:pt x="2351622" y="0"/>
                  <a:pt x="2252473" y="0"/>
                </a:cubicBezTo>
                <a:lnTo>
                  <a:pt x="179527" y="0"/>
                </a:lnTo>
                <a:cubicBezTo>
                  <a:pt x="80375" y="0"/>
                  <a:pt x="0" y="80375"/>
                  <a:pt x="0" y="179527"/>
                </a:cubicBezTo>
                <a:cubicBezTo>
                  <a:pt x="0" y="278681"/>
                  <a:pt x="80375" y="359055"/>
                  <a:pt x="179527" y="359055"/>
                </a:cubicBezTo>
                <a:close/>
              </a:path>
            </a:pathLst>
          </a:custGeom>
          <a:solidFill>
            <a:schemeClr val="accent1"/>
          </a:solidFill>
          <a:ln w="15200" cap="flat">
            <a:noFill/>
            <a:bevel/>
          </a:ln>
          <a:effectLst/>
        </p:spPr>
        <p:txBody>
          <a:bodyPr wrap="square" lIns="36000" tIns="0" rIns="36000" bIns="0"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浏览数据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矩形 7"/>
          <p:cNvSpPr/>
          <p:nvPr>
            <p:custDataLst>
              <p:tags r:id="rId11"/>
            </p:custDataLst>
          </p:nvPr>
        </p:nvSpPr>
        <p:spPr>
          <a:xfrm>
            <a:off x="3453765" y="3937000"/>
            <a:ext cx="535940" cy="284480"/>
          </a:xfrm>
          <a:prstGeom prst="rect">
            <a:avLst/>
          </a:prstGeom>
          <a:noFill/>
          <a:ln w="9525">
            <a:solidFill>
              <a:srgbClr val="C00000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5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rcRect r="903" b="2316"/>
          <a:stretch>
            <a:fillRect/>
          </a:stretch>
        </p:blipFill>
        <p:spPr>
          <a:xfrm>
            <a:off x="2804795" y="1735455"/>
            <a:ext cx="7934325" cy="3944620"/>
          </a:xfrm>
          <a:prstGeom prst="rect">
            <a:avLst/>
          </a:prstGeom>
          <a:noFill/>
          <a:ln>
            <a:solidFill>
              <a:schemeClr val="lt1">
                <a:lumMod val="85000"/>
              </a:schemeClr>
            </a:solidFill>
          </a:ln>
        </p:spPr>
      </p:pic>
      <p:pic>
        <p:nvPicPr>
          <p:cNvPr id="14" name="图片 10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7559675" y="1692910"/>
            <a:ext cx="2926715" cy="3976370"/>
          </a:xfrm>
          <a:prstGeom prst="rect">
            <a:avLst/>
          </a:prstGeom>
          <a:noFill/>
          <a:ln>
            <a:solidFill>
              <a:schemeClr val="lt1">
                <a:lumMod val="85000"/>
              </a:schemeClr>
            </a:solidFill>
          </a:ln>
        </p:spPr>
      </p:pic>
      <p:pic>
        <p:nvPicPr>
          <p:cNvPr id="13" name="图片 9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3561715" y="1718945"/>
            <a:ext cx="8441690" cy="3988435"/>
          </a:xfrm>
          <a:prstGeom prst="rect">
            <a:avLst/>
          </a:prstGeom>
          <a:noFill/>
          <a:ln>
            <a:solidFill>
              <a:schemeClr val="lt1">
                <a:lumMod val="85000"/>
              </a:schemeClr>
            </a:solidFill>
          </a:ln>
        </p:spPr>
      </p:pic>
      <p:sp>
        <p:nvSpPr>
          <p:cNvPr id="22" name="Isosceles Triangle 2_1"/>
          <p:cNvSpPr/>
          <p:nvPr>
            <p:custDataLst>
              <p:tags r:id="rId18"/>
            </p:custDataLst>
          </p:nvPr>
        </p:nvSpPr>
        <p:spPr>
          <a:xfrm rot="16200000" flipV="1">
            <a:off x="807720" y="1122680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1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" grpId="1" animBg="1"/>
      <p:bldP spid="8" grpId="0" bldLvl="0" animBg="1"/>
      <p:bldP spid="8" grpId="1" animBg="1"/>
      <p:bldP spid="5" grpId="0" bldLvl="0" animBg="1"/>
      <p:bldP spid="5" grpId="1" animBg="1"/>
      <p:bldP spid="6" grpId="0" bldLvl="0" animBg="1"/>
      <p:bldP spid="6" grpId="1" animBg="1"/>
      <p:bldP spid="7" grpId="0" bldLvl="0" animBg="1"/>
      <p:bldP spid="7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" name="文本框 18"/>
          <p:cNvSpPr txBox="1"/>
          <p:nvPr>
            <p:custDataLst>
              <p:tags r:id="rId3"/>
            </p:custDataLst>
          </p:nvPr>
        </p:nvSpPr>
        <p:spPr>
          <a:xfrm>
            <a:off x="1024286" y="1020505"/>
            <a:ext cx="7089387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2. 新闻数据存储到news.json文件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2" name="Isosceles Triangle 2_1"/>
          <p:cNvSpPr/>
          <p:nvPr>
            <p:custDataLst>
              <p:tags r:id="rId4"/>
            </p:custDataLst>
          </p:nvPr>
        </p:nvSpPr>
        <p:spPr>
          <a:xfrm rot="16200000" flipV="1">
            <a:off x="726034" y="1109141"/>
            <a:ext cx="299396" cy="258102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820" y="1716405"/>
            <a:ext cx="7953375" cy="4508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" name="直接连接符 5"/>
          <p:cNvCxnSpPr/>
          <p:nvPr/>
        </p:nvCxnSpPr>
        <p:spPr>
          <a:xfrm>
            <a:off x="4811395" y="2388870"/>
            <a:ext cx="656590" cy="0"/>
          </a:xfrm>
          <a:prstGeom prst="line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715010" y="2526665"/>
            <a:ext cx="7347585" cy="0"/>
          </a:xfrm>
          <a:prstGeom prst="line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640080" y="6123940"/>
            <a:ext cx="3494405" cy="0"/>
          </a:xfrm>
          <a:prstGeom prst="line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9" name="任意多边形 228"/>
          <p:cNvSpPr/>
          <p:nvPr>
            <p:custDataLst>
              <p:tags r:id="rId6"/>
            </p:custDataLst>
          </p:nvPr>
        </p:nvSpPr>
        <p:spPr>
          <a:xfrm>
            <a:off x="9295765" y="2685415"/>
            <a:ext cx="1958975" cy="370205"/>
          </a:xfrm>
          <a:custGeom>
            <a:avLst/>
            <a:gdLst>
              <a:gd name="rtl" fmla="*/ 30400 w 2432000"/>
              <a:gd name="rtt" fmla="*/ 30400 h 359055"/>
              <a:gd name="rtr" fmla="*/ 2401600 w 2432000"/>
              <a:gd name="rtb" fmla="*/ 328655 h 359055"/>
            </a:gdLst>
            <a:ahLst/>
            <a:cxnLst/>
            <a:rect l="rtl" t="rtt" r="rtr" b="rtb"/>
            <a:pathLst>
              <a:path w="2432000" h="359055">
                <a:moveTo>
                  <a:pt x="179527" y="359055"/>
                </a:moveTo>
                <a:lnTo>
                  <a:pt x="2252473" y="359055"/>
                </a:lnTo>
                <a:cubicBezTo>
                  <a:pt x="2351622" y="359055"/>
                  <a:pt x="2432000" y="278681"/>
                  <a:pt x="2432000" y="179527"/>
                </a:cubicBezTo>
                <a:cubicBezTo>
                  <a:pt x="2432000" y="80375"/>
                  <a:pt x="2351622" y="0"/>
                  <a:pt x="2252473" y="0"/>
                </a:cubicBezTo>
                <a:lnTo>
                  <a:pt x="179527" y="0"/>
                </a:lnTo>
                <a:cubicBezTo>
                  <a:pt x="80375" y="0"/>
                  <a:pt x="0" y="80375"/>
                  <a:pt x="0" y="179527"/>
                </a:cubicBezTo>
                <a:cubicBezTo>
                  <a:pt x="0" y="278681"/>
                  <a:pt x="80375" y="359055"/>
                  <a:pt x="179527" y="359055"/>
                </a:cubicBezTo>
                <a:close/>
              </a:path>
            </a:pathLst>
          </a:custGeom>
          <a:solidFill>
            <a:schemeClr val="accent1"/>
          </a:solidFill>
          <a:ln w="15200" cap="flat">
            <a:noFill/>
            <a:bevel/>
          </a:ln>
          <a:effectLst/>
        </p:spPr>
        <p:txBody>
          <a:bodyPr wrap="square" lIns="36000" tIns="0" rIns="36000" bIns="0"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注意分析数据结构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任意多边形 228"/>
          <p:cNvSpPr/>
          <p:nvPr>
            <p:custDataLst>
              <p:tags r:id="rId7"/>
            </p:custDataLst>
          </p:nvPr>
        </p:nvSpPr>
        <p:spPr>
          <a:xfrm>
            <a:off x="9296400" y="3578860"/>
            <a:ext cx="1958975" cy="370205"/>
          </a:xfrm>
          <a:custGeom>
            <a:avLst/>
            <a:gdLst>
              <a:gd name="rtl" fmla="*/ 30400 w 2432000"/>
              <a:gd name="rtt" fmla="*/ 30400 h 359055"/>
              <a:gd name="rtr" fmla="*/ 2401600 w 2432000"/>
              <a:gd name="rtb" fmla="*/ 328655 h 359055"/>
            </a:gdLst>
            <a:ahLst/>
            <a:cxnLst/>
            <a:rect l="rtl" t="rtt" r="rtr" b="rtb"/>
            <a:pathLst>
              <a:path w="2432000" h="359055">
                <a:moveTo>
                  <a:pt x="179527" y="359055"/>
                </a:moveTo>
                <a:lnTo>
                  <a:pt x="2252473" y="359055"/>
                </a:lnTo>
                <a:cubicBezTo>
                  <a:pt x="2351622" y="359055"/>
                  <a:pt x="2432000" y="278681"/>
                  <a:pt x="2432000" y="179527"/>
                </a:cubicBezTo>
                <a:cubicBezTo>
                  <a:pt x="2432000" y="80375"/>
                  <a:pt x="2351622" y="0"/>
                  <a:pt x="2252473" y="0"/>
                </a:cubicBezTo>
                <a:lnTo>
                  <a:pt x="179527" y="0"/>
                </a:lnTo>
                <a:cubicBezTo>
                  <a:pt x="80375" y="0"/>
                  <a:pt x="0" y="80375"/>
                  <a:pt x="0" y="179527"/>
                </a:cubicBezTo>
                <a:cubicBezTo>
                  <a:pt x="0" y="278681"/>
                  <a:pt x="80375" y="359055"/>
                  <a:pt x="179527" y="359055"/>
                </a:cubicBezTo>
                <a:close/>
              </a:path>
            </a:pathLst>
          </a:custGeom>
          <a:solidFill>
            <a:schemeClr val="accent1"/>
          </a:solidFill>
          <a:ln w="15200" cap="flat">
            <a:noFill/>
            <a:bevel/>
          </a:ln>
          <a:effectLst/>
        </p:spPr>
        <p:txBody>
          <a:bodyPr wrap="square" lIns="36000" tIns="0" rIns="36000" bIns="0"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新闻数据在数组中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任意多边形 228"/>
          <p:cNvSpPr/>
          <p:nvPr>
            <p:custDataLst>
              <p:tags r:id="rId8"/>
            </p:custDataLst>
          </p:nvPr>
        </p:nvSpPr>
        <p:spPr>
          <a:xfrm>
            <a:off x="9296400" y="4472305"/>
            <a:ext cx="1958975" cy="370205"/>
          </a:xfrm>
          <a:custGeom>
            <a:avLst/>
            <a:gdLst>
              <a:gd name="rtl" fmla="*/ 30400 w 2432000"/>
              <a:gd name="rtt" fmla="*/ 30400 h 359055"/>
              <a:gd name="rtr" fmla="*/ 2401600 w 2432000"/>
              <a:gd name="rtb" fmla="*/ 328655 h 359055"/>
            </a:gdLst>
            <a:ahLst/>
            <a:cxnLst/>
            <a:rect l="rtl" t="rtt" r="rtr" b="rtb"/>
            <a:pathLst>
              <a:path w="2432000" h="359055">
                <a:moveTo>
                  <a:pt x="179527" y="359055"/>
                </a:moveTo>
                <a:lnTo>
                  <a:pt x="2252473" y="359055"/>
                </a:lnTo>
                <a:cubicBezTo>
                  <a:pt x="2351622" y="359055"/>
                  <a:pt x="2432000" y="278681"/>
                  <a:pt x="2432000" y="179527"/>
                </a:cubicBezTo>
                <a:cubicBezTo>
                  <a:pt x="2432000" y="80375"/>
                  <a:pt x="2351622" y="0"/>
                  <a:pt x="2252473" y="0"/>
                </a:cubicBezTo>
                <a:lnTo>
                  <a:pt x="179527" y="0"/>
                </a:lnTo>
                <a:cubicBezTo>
                  <a:pt x="80375" y="0"/>
                  <a:pt x="0" y="80375"/>
                  <a:pt x="0" y="179527"/>
                </a:cubicBezTo>
                <a:cubicBezTo>
                  <a:pt x="0" y="278681"/>
                  <a:pt x="80375" y="359055"/>
                  <a:pt x="179527" y="359055"/>
                </a:cubicBezTo>
                <a:close/>
              </a:path>
            </a:pathLst>
          </a:custGeom>
          <a:solidFill>
            <a:schemeClr val="accent1"/>
          </a:solidFill>
          <a:ln w="15200" cap="flat">
            <a:noFill/>
            <a:bevel/>
          </a:ln>
          <a:effectLst/>
        </p:spPr>
        <p:txBody>
          <a:bodyPr wrap="square" lIns="36000" tIns="0" rIns="36000" bIns="0"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每条新闻是一个对象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3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bldLvl="0" animBg="1"/>
      <p:bldP spid="9" grpId="1" animBg="1"/>
      <p:bldP spid="10" grpId="0" bldLvl="0" animBg="1"/>
      <p:bldP spid="10" grpId="1" animBg="1"/>
      <p:bldP spid="11" grpId="0" bldLvl="0" animBg="1"/>
      <p:bldP spid="11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131185" y="1647190"/>
            <a:ext cx="8856980" cy="4793615"/>
            <a:chOff x="4931" y="2594"/>
            <a:chExt cx="13948" cy="7549"/>
          </a:xfrm>
        </p:grpSpPr>
        <p:sp>
          <p:nvSpPr>
            <p:cNvPr id="45" name="圆角矩形 25"/>
            <p:cNvSpPr/>
            <p:nvPr>
              <p:custDataLst>
                <p:tags r:id="rId3"/>
              </p:custDataLst>
            </p:nvPr>
          </p:nvSpPr>
          <p:spPr>
            <a:xfrm>
              <a:off x="4931" y="2611"/>
              <a:ext cx="13734" cy="7532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2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5289" y="2594"/>
              <a:ext cx="13590" cy="705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var http=require('http');</a:t>
              </a:r>
              <a:endParaRPr lang="en-US" altLang="zh-CN" sz="17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var fs=require('fs');</a:t>
              </a:r>
              <a:endParaRPr lang="en-US" altLang="zh-CN" sz="17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var server=http.createServer();</a:t>
              </a:r>
              <a:endParaRPr lang="en-US" altLang="zh-CN" sz="17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server.on('request',function(request,response){</a:t>
              </a:r>
              <a:endParaRPr lang="en-US" altLang="zh-CN" sz="17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// 解决跨域问题</a:t>
              </a:r>
              <a:r>
                <a:rPr lang="zh-CN" altLang="en-US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，</a:t>
              </a: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*表示所有地址都可以访问</a:t>
              </a:r>
              <a:endParaRPr lang="en-US" altLang="zh-CN" sz="17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7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response.setHeader('Access-Control-Allow-Origin','*');</a:t>
              </a: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</a:t>
              </a:r>
              <a:endParaRPr lang="en-US" altLang="zh-CN" sz="17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response.writeHead(200,</a:t>
              </a:r>
              <a:r>
                <a:rPr lang="en-US" altLang="zh-CN" sz="12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{'Content-Type':'text/plain;charset=utf-8'}</a:t>
              </a: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);</a:t>
              </a:r>
              <a:endParaRPr lang="en-US" altLang="zh-CN" sz="17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var data=fs.readFileSync('</a:t>
              </a:r>
              <a:r>
                <a:rPr lang="en-US" altLang="zh-CN" sz="17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./data/news.json</a:t>
              </a: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'); </a:t>
              </a:r>
              <a:r>
                <a:rPr lang="en-US" altLang="zh-CN" sz="12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//同步读，字符串	</a:t>
              </a:r>
              <a:endParaRPr lang="en-US" altLang="zh-CN" sz="1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response.end(data);   </a:t>
              </a:r>
              <a:endParaRPr lang="en-US" altLang="zh-CN" sz="17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});</a:t>
              </a:r>
              <a:endParaRPr lang="en-US" altLang="zh-CN" sz="17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endParaRPr lang="en-US" altLang="zh-CN" sz="17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server.listen(3010,function(err){</a:t>
              </a:r>
              <a:endParaRPr lang="en-US" altLang="zh-CN" sz="17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	console.log('服务器创建成功！http://localhost:3010');</a:t>
              </a:r>
              <a:endParaRPr lang="en-US" altLang="zh-CN" sz="17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en-US" altLang="zh-CN" sz="17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});</a:t>
              </a:r>
              <a:endParaRPr lang="en-US" altLang="zh-CN" sz="17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276860" y="1657985"/>
            <a:ext cx="11414125" cy="1028065"/>
            <a:chOff x="436" y="2611"/>
            <a:chExt cx="17975" cy="1619"/>
          </a:xfrm>
        </p:grpSpPr>
        <p:sp>
          <p:nvSpPr>
            <p:cNvPr id="58" name="矩形 57"/>
            <p:cNvSpPr/>
            <p:nvPr/>
          </p:nvSpPr>
          <p:spPr>
            <a:xfrm>
              <a:off x="5207" y="2611"/>
              <a:ext cx="13205" cy="1093"/>
            </a:xfrm>
            <a:prstGeom prst="rect">
              <a:avLst/>
            </a:prstGeom>
            <a:noFill/>
            <a:ln w="2857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3" name="矩形 4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436" y="3154"/>
              <a:ext cx="4215" cy="107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加载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http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模块和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fs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模块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27" name="直接连接符 5"/>
            <p:cNvCxnSpPr>
              <a:cxnSpLocks noChangeShapeType="1"/>
            </p:cNvCxnSpPr>
            <p:nvPr>
              <p:custDataLst>
                <p:tags r:id="rId5"/>
              </p:custDataLst>
            </p:nvPr>
          </p:nvCxnSpPr>
          <p:spPr bwMode="auto">
            <a:xfrm flipH="1">
              <a:off x="5194" y="3258"/>
              <a:ext cx="3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9" name="直接连接符 76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H="1">
              <a:off x="4802" y="3692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6" name="直接连接符 90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>
              <a:off x="4802" y="3356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0" name="组合 9"/>
          <p:cNvGrpSpPr/>
          <p:nvPr/>
        </p:nvGrpSpPr>
        <p:grpSpPr>
          <a:xfrm>
            <a:off x="276860" y="2684145"/>
            <a:ext cx="11372215" cy="2237740"/>
            <a:chOff x="436" y="4227"/>
            <a:chExt cx="17909" cy="3524"/>
          </a:xfrm>
        </p:grpSpPr>
        <p:sp>
          <p:nvSpPr>
            <p:cNvPr id="32" name="矩形 31"/>
            <p:cNvSpPr/>
            <p:nvPr/>
          </p:nvSpPr>
          <p:spPr>
            <a:xfrm>
              <a:off x="5159" y="4227"/>
              <a:ext cx="13186" cy="3524"/>
            </a:xfrm>
            <a:prstGeom prst="rect">
              <a:avLst/>
            </a:prstGeom>
            <a:noFill/>
            <a:ln w="28575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7" name="矩形 4"/>
            <p:cNvSpPr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436" y="5334"/>
              <a:ext cx="4215" cy="107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处理前端请求，解决跨域问题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51" name="直接连接符 5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>
              <a:off x="5194" y="5438"/>
              <a:ext cx="3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3" name="直接连接符 76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 flipH="1">
              <a:off x="4802" y="5872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50" name="直接连接符 90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 flipH="1">
              <a:off x="4802" y="5536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1" name="组合 10"/>
          <p:cNvGrpSpPr/>
          <p:nvPr/>
        </p:nvGrpSpPr>
        <p:grpSpPr>
          <a:xfrm>
            <a:off x="276860" y="4667250"/>
            <a:ext cx="7583170" cy="779145"/>
            <a:chOff x="436" y="7350"/>
            <a:chExt cx="11942" cy="1227"/>
          </a:xfrm>
        </p:grpSpPr>
        <p:sp>
          <p:nvSpPr>
            <p:cNvPr id="65" name="矩形 4"/>
            <p:cNvSpPr>
              <a:spLocks noChangeArrowheads="1"/>
            </p:cNvSpPr>
            <p:nvPr>
              <p:custDataLst>
                <p:tags r:id="rId12"/>
              </p:custDataLst>
            </p:nvPr>
          </p:nvSpPr>
          <p:spPr bwMode="auto">
            <a:xfrm>
              <a:off x="436" y="7350"/>
              <a:ext cx="4215" cy="12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设置监听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3010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端口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69" name="直接连接符 5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5160" y="8577"/>
              <a:ext cx="7219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0" name="直接连接符 9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H="1" flipV="1">
              <a:off x="5159" y="7739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1" name="直接连接符 76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 flipH="1">
              <a:off x="4767" y="7739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68" name="直接连接符 90"/>
            <p:cNvCxnSpPr>
              <a:cxnSpLocks noChangeShapeType="1"/>
            </p:cNvCxnSpPr>
            <p:nvPr>
              <p:custDataLst>
                <p:tags r:id="rId16"/>
              </p:custDataLst>
            </p:nvPr>
          </p:nvCxnSpPr>
          <p:spPr bwMode="auto">
            <a:xfrm flipH="1">
              <a:off x="4767" y="7403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2" name="组合 1"/>
          <p:cNvGrpSpPr/>
          <p:nvPr/>
        </p:nvGrpSpPr>
        <p:grpSpPr>
          <a:xfrm>
            <a:off x="542925" y="934085"/>
            <a:ext cx="11148695" cy="987425"/>
            <a:chOff x="855" y="1471"/>
            <a:chExt cx="17557" cy="1555"/>
          </a:xfrm>
        </p:grpSpPr>
        <p:sp>
          <p:nvSpPr>
            <p:cNvPr id="19" name="文本框 18"/>
            <p:cNvSpPr txBox="1"/>
            <p:nvPr>
              <p:custDataLst>
                <p:tags r:id="rId17"/>
              </p:custDataLst>
            </p:nvPr>
          </p:nvSpPr>
          <p:spPr>
            <a:xfrm>
              <a:off x="5032" y="1471"/>
              <a:ext cx="13380" cy="7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chemeClr val="lt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3. 编写server_API.js文件，构建服务器，监听3010端口</a:t>
              </a:r>
              <a:endPara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0" name="Isosceles Triangle 2_1"/>
            <p:cNvSpPr/>
            <p:nvPr>
              <p:custDataLst>
                <p:tags r:id="rId18"/>
              </p:custDataLst>
            </p:nvPr>
          </p:nvSpPr>
          <p:spPr>
            <a:xfrm rot="16200000" flipV="1">
              <a:off x="4593" y="1559"/>
              <a:ext cx="471" cy="406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365">
                <a:solidFill>
                  <a:srgbClr val="00001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6" name="文本框 35"/>
            <p:cNvSpPr txBox="1"/>
            <p:nvPr>
              <p:custDataLst>
                <p:tags r:id="rId19"/>
              </p:custDataLst>
            </p:nvPr>
          </p:nvSpPr>
          <p:spPr>
            <a:xfrm>
              <a:off x="1430" y="2496"/>
              <a:ext cx="2602" cy="5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server_API.js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855" y="1518"/>
              <a:ext cx="3618" cy="961"/>
              <a:chOff x="855" y="1518"/>
              <a:chExt cx="3618" cy="961"/>
            </a:xfrm>
          </p:grpSpPr>
          <p:sp>
            <p:nvSpPr>
              <p:cNvPr id="33" name="矩形 32"/>
              <p:cNvSpPr/>
              <p:nvPr>
                <p:custDataLst>
                  <p:tags r:id="rId20"/>
                </p:custDataLst>
              </p:nvPr>
            </p:nvSpPr>
            <p:spPr>
              <a:xfrm>
                <a:off x="884" y="2347"/>
                <a:ext cx="3492" cy="132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AFABAB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" name="矩形 1"/>
              <p:cNvSpPr/>
              <p:nvPr>
                <p:custDataLst>
                  <p:tags r:id="rId21"/>
                </p:custDataLst>
              </p:nvPr>
            </p:nvSpPr>
            <p:spPr bwMode="auto">
              <a:xfrm>
                <a:off x="855" y="1518"/>
                <a:ext cx="3618" cy="655"/>
              </a:xfrm>
              <a:custGeom>
                <a:avLst/>
                <a:gdLst>
                  <a:gd name="connsiteX0" fmla="*/ 0 w 6840760"/>
                  <a:gd name="connsiteY0" fmla="*/ 0 h 888468"/>
                  <a:gd name="connsiteX1" fmla="*/ 6840760 w 6840760"/>
                  <a:gd name="connsiteY1" fmla="*/ 0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-1" fmla="*/ 0 w 6840760"/>
                  <a:gd name="connsiteY0-2" fmla="*/ 0 h 888468"/>
                  <a:gd name="connsiteX1-3" fmla="*/ 6465622 w 6840760"/>
                  <a:gd name="connsiteY1-4" fmla="*/ 35169 h 888468"/>
                  <a:gd name="connsiteX2-5" fmla="*/ 6840760 w 6840760"/>
                  <a:gd name="connsiteY2-6" fmla="*/ 888468 h 888468"/>
                  <a:gd name="connsiteX3-7" fmla="*/ 0 w 6840760"/>
                  <a:gd name="connsiteY3-8" fmla="*/ 888468 h 888468"/>
                  <a:gd name="connsiteX4-9" fmla="*/ 0 w 6840760"/>
                  <a:gd name="connsiteY4-10" fmla="*/ 0 h 888468"/>
                  <a:gd name="connsiteX0-11" fmla="*/ 351693 w 6840760"/>
                  <a:gd name="connsiteY0-12" fmla="*/ 0 h 888468"/>
                  <a:gd name="connsiteX1-13" fmla="*/ 6465622 w 6840760"/>
                  <a:gd name="connsiteY1-14" fmla="*/ 35169 h 888468"/>
                  <a:gd name="connsiteX2-15" fmla="*/ 6840760 w 6840760"/>
                  <a:gd name="connsiteY2-16" fmla="*/ 888468 h 888468"/>
                  <a:gd name="connsiteX3-17" fmla="*/ 0 w 6840760"/>
                  <a:gd name="connsiteY3-18" fmla="*/ 888468 h 888468"/>
                  <a:gd name="connsiteX4-19" fmla="*/ 351693 w 6840760"/>
                  <a:gd name="connsiteY4-20" fmla="*/ 0 h 88846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6840760" h="888468">
                    <a:moveTo>
                      <a:pt x="351693" y="0"/>
                    </a:moveTo>
                    <a:lnTo>
                      <a:pt x="6465622" y="35169"/>
                    </a:lnTo>
                    <a:lnTo>
                      <a:pt x="6840760" y="888468"/>
                    </a:lnTo>
                    <a:lnTo>
                      <a:pt x="0" y="888468"/>
                    </a:lnTo>
                    <a:lnTo>
                      <a:pt x="351693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6" name="TextBox 27"/>
              <p:cNvSpPr txBox="1">
                <a:spLocks noChangeArrowheads="1"/>
              </p:cNvSpPr>
              <p:nvPr/>
            </p:nvSpPr>
            <p:spPr bwMode="auto">
              <a:xfrm>
                <a:off x="1476" y="1580"/>
                <a:ext cx="2288" cy="6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marL="3429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342900" marR="0" lvl="0" indent="-3429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服务</a:t>
                </a:r>
                <a:r>
                  <a:rPr kumimoji="0" lang="zh-CN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器代码</a:t>
                </a:r>
                <a:endPara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</p:spTree>
    <p:custDataLst>
      <p:tags r:id="rId2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3546475" y="1167130"/>
            <a:ext cx="8224520" cy="5228590"/>
            <a:chOff x="5585" y="1838"/>
            <a:chExt cx="12952" cy="8234"/>
          </a:xfrm>
        </p:grpSpPr>
        <p:sp>
          <p:nvSpPr>
            <p:cNvPr id="45" name="圆角矩形 25"/>
            <p:cNvSpPr/>
            <p:nvPr>
              <p:custDataLst>
                <p:tags r:id="rId3"/>
              </p:custDataLst>
            </p:nvPr>
          </p:nvSpPr>
          <p:spPr>
            <a:xfrm>
              <a:off x="5585" y="1838"/>
              <a:ext cx="12953" cy="8160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2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5780" y="2464"/>
              <a:ext cx="12618" cy="760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&lt;!--（略，可见附录index.html）--&gt;</a:t>
              </a:r>
              <a:endPara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&lt;!-- 新闻中心 --&gt;</a:t>
              </a:r>
              <a:endPara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&lt;section </a:t>
              </a:r>
              <a:r>
                <a:rPr lang="en-US" altLang="zh-CN" sz="14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class="news"</a:t>
              </a:r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&gt; </a:t>
              </a:r>
              <a:endPara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&lt;h2&gt;新闻中心&lt;/h2&gt;&lt;a href="#"&gt;更多新闻&lt;/a&gt; </a:t>
              </a:r>
              <a:endPara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&lt;ul class="allNews"&gt; </a:t>
              </a:r>
              <a:endPara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&lt;!--&lt;li&gt;&lt;a href="#"&gt;企业质量诚信经营承诺书&lt;span&gt;05-16&lt;/span&gt;&lt;/a&gt;&lt;/li&gt;--&gt; </a:t>
              </a:r>
              <a:endPara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&lt;script&gt; </a:t>
              </a:r>
              <a:endPara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$.ajax({url:'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http://localhost:3010</a:t>
              </a:r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' //服务器地址</a:t>
              </a:r>
              <a:endPara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}).then(res=&gt;{ // res 是字符串</a:t>
              </a:r>
              <a:endPara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endPara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var nArr=</a:t>
              </a:r>
              <a:r>
                <a:rPr lang="en-US" altLang="zh-CN" sz="1400" dirty="0">
                  <a:solidFill>
                    <a:srgbClr val="000000"/>
                  </a:solidFill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JSON.parse(res).result.newslist</a:t>
              </a:r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;</a:t>
              </a:r>
              <a:endPara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console.log(nArr); // </a:t>
              </a:r>
              <a:r>
                <a:rPr lang="zh-CN" altLang="en-US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客户端测试输出</a:t>
              </a:r>
              <a:endPara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for(i=0;i&lt;nArr.length;i++){ </a:t>
              </a:r>
              <a:endPara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  $('</a:t>
              </a:r>
              <a:r>
                <a:rPr lang="en-US" altLang="zh-CN" sz="14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.allNews</a:t>
              </a:r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').append(`&lt;li&gt;&lt;a href="#"&gt;</a:t>
              </a:r>
              <a:r>
                <a:rPr lang="en-US" altLang="zh-CN" sz="14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${nArr[i].title. </a:t>
              </a:r>
              <a:endParaRPr lang="en-US" altLang="zh-CN" sz="14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4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substr(0,18)}...</a:t>
              </a:r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&lt;span&gt;</a:t>
              </a:r>
              <a:r>
                <a:rPr lang="en-US" altLang="zh-CN" sz="14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${nArr[i].ctime}</a:t>
              </a:r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&lt;/span&gt;&lt;/a&gt;&lt;/li&gt;`);</a:t>
              </a:r>
              <a:endPara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} </a:t>
              </a:r>
              <a:endPara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}); </a:t>
              </a:r>
              <a:endPara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&lt;/script&gt; </a:t>
              </a:r>
              <a:endPara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&lt;/ul&gt; </a:t>
              </a:r>
              <a:endPara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&lt;/section&gt; </a:t>
              </a:r>
              <a:endPara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&lt;!-- 新闻中心 --&gt;</a:t>
              </a:r>
              <a:endPara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140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&lt;!--（略，可见附录index.html）--&gt;</a:t>
              </a:r>
              <a:endParaRPr lang="en-US" altLang="zh-CN" sz="1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290195" y="1925320"/>
            <a:ext cx="8340725" cy="1613535"/>
            <a:chOff x="457" y="3032"/>
            <a:chExt cx="13135" cy="2541"/>
          </a:xfrm>
        </p:grpSpPr>
        <p:sp>
          <p:nvSpPr>
            <p:cNvPr id="13" name="矩形 4"/>
            <p:cNvSpPr>
              <a:spLocks noChangeArrowheads="1"/>
            </p:cNvSpPr>
            <p:nvPr>
              <p:custDataLst>
                <p:tags r:id="rId4"/>
              </p:custDataLst>
            </p:nvPr>
          </p:nvSpPr>
          <p:spPr bwMode="auto">
            <a:xfrm>
              <a:off x="457" y="3032"/>
              <a:ext cx="4378" cy="136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17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通过</a:t>
              </a:r>
              <a:r>
                <a:rPr lang="en-US" altLang="zh-CN" sz="17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ajax</a:t>
              </a:r>
              <a:r>
                <a:rPr lang="zh-CN" altLang="en-US" sz="17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向服务器地址</a:t>
              </a:r>
              <a:r>
                <a:rPr lang="en-US" altLang="zh-CN" sz="17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http://127.0.0.1:3010</a:t>
              </a:r>
              <a:endParaRPr lang="en-US" altLang="zh-CN" sz="17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  <a:p>
              <a:pPr eaLnBrk="1" hangingPunct="1">
                <a:buFont typeface="Arial" panose="020B0604020202020204" pitchFamily="34" charset="0"/>
                <a:buNone/>
              </a:pPr>
              <a:r>
                <a:rPr lang="zh-CN" altLang="en-US" sz="17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发送请求</a:t>
              </a:r>
              <a:endParaRPr lang="zh-CN" altLang="en-US" sz="17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17" name="直接连接符 5"/>
            <p:cNvCxnSpPr>
              <a:cxnSpLocks noChangeShapeType="1"/>
            </p:cNvCxnSpPr>
            <p:nvPr>
              <p:custDataLst>
                <p:tags r:id="rId5"/>
              </p:custDataLst>
            </p:nvPr>
          </p:nvCxnSpPr>
          <p:spPr bwMode="auto">
            <a:xfrm flipH="1">
              <a:off x="5336" y="5573"/>
              <a:ext cx="8256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8" name="直接连接符 9"/>
            <p:cNvCxnSpPr>
              <a:cxnSpLocks noChangeShapeType="1"/>
            </p:cNvCxnSpPr>
            <p:nvPr>
              <p:custDataLst>
                <p:tags r:id="rId6"/>
              </p:custDataLst>
            </p:nvPr>
          </p:nvCxnSpPr>
          <p:spPr bwMode="auto">
            <a:xfrm flipV="1">
              <a:off x="5336" y="3714"/>
              <a:ext cx="0" cy="1859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0" name="直接连接符 76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>
              <a:off x="4944" y="3714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16" name="直接连接符 90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4944" y="3379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2" name="组合 11"/>
          <p:cNvGrpSpPr/>
          <p:nvPr/>
        </p:nvGrpSpPr>
        <p:grpSpPr>
          <a:xfrm>
            <a:off x="290195" y="3703955"/>
            <a:ext cx="11356340" cy="2905760"/>
            <a:chOff x="457" y="5833"/>
            <a:chExt cx="17884" cy="4576"/>
          </a:xfrm>
        </p:grpSpPr>
        <p:sp>
          <p:nvSpPr>
            <p:cNvPr id="58" name="矩形 57"/>
            <p:cNvSpPr/>
            <p:nvPr/>
          </p:nvSpPr>
          <p:spPr>
            <a:xfrm>
              <a:off x="5863" y="5833"/>
              <a:ext cx="12478" cy="2094"/>
            </a:xfrm>
            <a:prstGeom prst="rect">
              <a:avLst/>
            </a:prstGeom>
            <a:noFill/>
            <a:ln w="19050">
              <a:solidFill>
                <a:srgbClr val="C0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noFill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11" name="组合 10"/>
            <p:cNvGrpSpPr/>
            <p:nvPr/>
          </p:nvGrpSpPr>
          <p:grpSpPr>
            <a:xfrm>
              <a:off x="457" y="6080"/>
              <a:ext cx="15692" cy="4329"/>
              <a:chOff x="457" y="6080"/>
              <a:chExt cx="15692" cy="4329"/>
            </a:xfrm>
          </p:grpSpPr>
          <p:sp>
            <p:nvSpPr>
              <p:cNvPr id="77" name="矩形 4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457" y="6090"/>
                <a:ext cx="4378" cy="4319"/>
              </a:xfrm>
              <a:prstGeom prst="rect">
                <a:avLst/>
              </a:prstGeom>
              <a:solidFill>
                <a:schemeClr val="accent1"/>
              </a:solidFill>
              <a:ln>
                <a:noFill/>
              </a:ln>
            </p:spPr>
            <p:txBody>
              <a:bodyPr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en-US" sz="17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en-US" altLang="zh-CN" sz="1700" b="1" dirty="0" err="1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JSON.parse</a:t>
                </a:r>
                <a:r>
                  <a:rPr lang="en-US" altLang="zh-CN" sz="17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()</a:t>
                </a:r>
                <a:endParaRPr lang="en-US" altLang="zh-CN" sz="17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zh-CN" altLang="en-US" sz="17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解析</a:t>
                </a:r>
                <a:r>
                  <a:rPr lang="zh-CN" altLang="en-US" sz="17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响应数据。</a:t>
                </a:r>
                <a:endParaRPr lang="zh-CN" altLang="en-US" sz="17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eaLnBrk="1" hangingPunct="1">
                  <a:buFont typeface="Arial" panose="020B0604020202020204" pitchFamily="34" charset="0"/>
                  <a:buNone/>
                </a:pPr>
                <a:endParaRPr lang="en-US" altLang="zh-CN" sz="17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zh-CN" altLang="en-US" sz="17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根据</a:t>
                </a:r>
                <a:r>
                  <a:rPr lang="en-US" altLang="zh-CN" sz="17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json</a:t>
                </a:r>
                <a:r>
                  <a:rPr lang="zh-CN" altLang="en-US" sz="17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文件的数据结构，</a:t>
                </a:r>
                <a:r>
                  <a:rPr lang="en-US" altLang="zh-CN" sz="1400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highlight>
                      <a:srgbClr val="FFFF00"/>
                    </a:highlight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  <a:sym typeface="Arial" panose="020B0604020202020204" pitchFamily="34" charset="0"/>
                  </a:rPr>
                  <a:t>JSON.parse(res).result.newslist</a:t>
                </a:r>
                <a:endParaRPr lang="en-US" altLang="zh-CN" sz="1600" dirty="0">
                  <a:solidFill>
                    <a:schemeClr val="dk1">
                      <a:lumMod val="85000"/>
                      <a:lumOff val="15000"/>
                    </a:schemeClr>
                  </a:solidFill>
                  <a:highlight>
                    <a:srgbClr val="FFFF00"/>
                  </a:highlight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endParaRPr>
              </a:p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zh-CN" altLang="en-US" sz="17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获取所有的</a:t>
                </a:r>
                <a:r>
                  <a:rPr lang="zh-CN" altLang="en-US" sz="17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新闻数据。</a:t>
                </a:r>
                <a:endParaRPr lang="zh-CN" altLang="en-US" sz="17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eaLnBrk="1" hangingPunct="1">
                  <a:buFont typeface="Arial" panose="020B0604020202020204" pitchFamily="34" charset="0"/>
                  <a:buNone/>
                </a:pPr>
                <a:endParaRPr lang="zh-CN" altLang="en-US" sz="17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  <a:p>
                <a:pPr eaLnBrk="1" hangingPunct="1">
                  <a:buFont typeface="Arial" panose="020B0604020202020204" pitchFamily="34" charset="0"/>
                  <a:buNone/>
                </a:pPr>
                <a:r>
                  <a:rPr lang="en-US" altLang="zh-CN" sz="17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for</a:t>
                </a:r>
                <a:r>
                  <a:rPr lang="zh-CN" altLang="en-US" sz="17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循环解析出每</a:t>
                </a:r>
                <a:r>
                  <a:rPr lang="zh-CN" altLang="en-US" sz="1700" b="1" dirty="0">
                    <a:solidFill>
                      <a:schemeClr val="dk1">
                        <a:lumMod val="85000"/>
                        <a:lumOff val="1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微软雅黑" panose="020B0503020204020204" pitchFamily="34" charset="-122"/>
                  </a:rPr>
                  <a:t>条新闻，在已有页面模板中输出。</a:t>
                </a:r>
                <a:endParaRPr lang="zh-CN" altLang="en-US" sz="17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endParaRPr>
              </a:p>
            </p:txBody>
          </p:sp>
          <p:cxnSp>
            <p:nvCxnSpPr>
              <p:cNvPr id="81" name="直接连接符 5"/>
              <p:cNvCxnSpPr>
                <a:cxnSpLocks noChangeShapeType="1"/>
              </p:cNvCxnSpPr>
              <p:nvPr>
                <p:custDataLst>
                  <p:tags r:id="rId10"/>
                </p:custDataLst>
              </p:nvPr>
            </p:nvCxnSpPr>
            <p:spPr bwMode="auto">
              <a:xfrm flipH="1">
                <a:off x="5336" y="6934"/>
                <a:ext cx="10813" cy="0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90" name="直接连接符 9"/>
              <p:cNvCxnSpPr>
                <a:cxnSpLocks noChangeShapeType="1"/>
              </p:cNvCxnSpPr>
              <p:nvPr>
                <p:custDataLst>
                  <p:tags r:id="rId11"/>
                </p:custDataLst>
              </p:nvPr>
            </p:nvCxnSpPr>
            <p:spPr bwMode="auto">
              <a:xfrm flipV="1">
                <a:off x="5336" y="6416"/>
                <a:ext cx="0" cy="518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91" name="直接连接符 76"/>
              <p:cNvCxnSpPr>
                <a:cxnSpLocks noChangeShapeType="1"/>
              </p:cNvCxnSpPr>
              <p:nvPr>
                <p:custDataLst>
                  <p:tags r:id="rId12"/>
                </p:custDataLst>
              </p:nvPr>
            </p:nvCxnSpPr>
            <p:spPr bwMode="auto">
              <a:xfrm flipH="1">
                <a:off x="4944" y="6416"/>
                <a:ext cx="392" cy="0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dash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80" name="直接连接符 90"/>
              <p:cNvCxnSpPr>
                <a:cxnSpLocks noChangeShapeType="1"/>
              </p:cNvCxnSpPr>
              <p:nvPr>
                <p:custDataLst>
                  <p:tags r:id="rId13"/>
                </p:custDataLst>
              </p:nvPr>
            </p:nvCxnSpPr>
            <p:spPr bwMode="auto">
              <a:xfrm flipH="1">
                <a:off x="4944" y="6080"/>
                <a:ext cx="0" cy="671"/>
              </a:xfrm>
              <a:prstGeom prst="line">
                <a:avLst/>
              </a:prstGeom>
              <a:noFill/>
              <a:ln w="28575" algn="ctr">
                <a:solidFill>
                  <a:schemeClr val="accent1"/>
                </a:solidFill>
                <a:prstDash val="solid"/>
                <a:rou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</p:grpSp>
      <p:grpSp>
        <p:nvGrpSpPr>
          <p:cNvPr id="5" name="组合 4"/>
          <p:cNvGrpSpPr/>
          <p:nvPr/>
        </p:nvGrpSpPr>
        <p:grpSpPr>
          <a:xfrm>
            <a:off x="542925" y="608330"/>
            <a:ext cx="11500485" cy="1272540"/>
            <a:chOff x="855" y="958"/>
            <a:chExt cx="18111" cy="2004"/>
          </a:xfrm>
        </p:grpSpPr>
        <p:sp>
          <p:nvSpPr>
            <p:cNvPr id="29" name="文本框 28"/>
            <p:cNvSpPr txBox="1"/>
            <p:nvPr>
              <p:custDataLst>
                <p:tags r:id="rId14"/>
              </p:custDataLst>
            </p:nvPr>
          </p:nvSpPr>
          <p:spPr>
            <a:xfrm>
              <a:off x="1622" y="2432"/>
              <a:ext cx="2602" cy="5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16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index.html</a:t>
              </a:r>
              <a:endParaRPr lang="en-US" altLang="zh-CN" sz="16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3" name="组合 2"/>
            <p:cNvGrpSpPr/>
            <p:nvPr/>
          </p:nvGrpSpPr>
          <p:grpSpPr>
            <a:xfrm>
              <a:off x="855" y="1518"/>
              <a:ext cx="3618" cy="961"/>
              <a:chOff x="855" y="1518"/>
              <a:chExt cx="3618" cy="961"/>
            </a:xfrm>
          </p:grpSpPr>
          <p:sp>
            <p:nvSpPr>
              <p:cNvPr id="33" name="矩形 32"/>
              <p:cNvSpPr/>
              <p:nvPr>
                <p:custDataLst>
                  <p:tags r:id="rId15"/>
                </p:custDataLst>
              </p:nvPr>
            </p:nvSpPr>
            <p:spPr>
              <a:xfrm>
                <a:off x="884" y="2347"/>
                <a:ext cx="3492" cy="132"/>
              </a:xfrm>
              <a:prstGeom prst="rect">
                <a:avLst/>
              </a:prstGeom>
              <a:solidFill>
                <a:schemeClr val="accent5"/>
              </a:solidFill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AFABAB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4" name="矩形 1"/>
              <p:cNvSpPr/>
              <p:nvPr>
                <p:custDataLst>
                  <p:tags r:id="rId16"/>
                </p:custDataLst>
              </p:nvPr>
            </p:nvSpPr>
            <p:spPr bwMode="auto">
              <a:xfrm>
                <a:off x="855" y="1518"/>
                <a:ext cx="3618" cy="655"/>
              </a:xfrm>
              <a:custGeom>
                <a:avLst/>
                <a:gdLst>
                  <a:gd name="connsiteX0" fmla="*/ 0 w 6840760"/>
                  <a:gd name="connsiteY0" fmla="*/ 0 h 888468"/>
                  <a:gd name="connsiteX1" fmla="*/ 6840760 w 6840760"/>
                  <a:gd name="connsiteY1" fmla="*/ 0 h 888468"/>
                  <a:gd name="connsiteX2" fmla="*/ 6840760 w 6840760"/>
                  <a:gd name="connsiteY2" fmla="*/ 888468 h 888468"/>
                  <a:gd name="connsiteX3" fmla="*/ 0 w 6840760"/>
                  <a:gd name="connsiteY3" fmla="*/ 888468 h 888468"/>
                  <a:gd name="connsiteX4" fmla="*/ 0 w 6840760"/>
                  <a:gd name="connsiteY4" fmla="*/ 0 h 888468"/>
                  <a:gd name="connsiteX0-1" fmla="*/ 0 w 6840760"/>
                  <a:gd name="connsiteY0-2" fmla="*/ 0 h 888468"/>
                  <a:gd name="connsiteX1-3" fmla="*/ 6465622 w 6840760"/>
                  <a:gd name="connsiteY1-4" fmla="*/ 35169 h 888468"/>
                  <a:gd name="connsiteX2-5" fmla="*/ 6840760 w 6840760"/>
                  <a:gd name="connsiteY2-6" fmla="*/ 888468 h 888468"/>
                  <a:gd name="connsiteX3-7" fmla="*/ 0 w 6840760"/>
                  <a:gd name="connsiteY3-8" fmla="*/ 888468 h 888468"/>
                  <a:gd name="connsiteX4-9" fmla="*/ 0 w 6840760"/>
                  <a:gd name="connsiteY4-10" fmla="*/ 0 h 888468"/>
                  <a:gd name="connsiteX0-11" fmla="*/ 351693 w 6840760"/>
                  <a:gd name="connsiteY0-12" fmla="*/ 0 h 888468"/>
                  <a:gd name="connsiteX1-13" fmla="*/ 6465622 w 6840760"/>
                  <a:gd name="connsiteY1-14" fmla="*/ 35169 h 888468"/>
                  <a:gd name="connsiteX2-15" fmla="*/ 6840760 w 6840760"/>
                  <a:gd name="connsiteY2-16" fmla="*/ 888468 h 888468"/>
                  <a:gd name="connsiteX3-17" fmla="*/ 0 w 6840760"/>
                  <a:gd name="connsiteY3-18" fmla="*/ 888468 h 888468"/>
                  <a:gd name="connsiteX4-19" fmla="*/ 351693 w 6840760"/>
                  <a:gd name="connsiteY4-20" fmla="*/ 0 h 888468"/>
                </a:gdLst>
                <a:ahLst/>
                <a:cxnLst>
                  <a:cxn ang="0">
                    <a:pos x="connsiteX0-1" y="connsiteY0-2"/>
                  </a:cxn>
                  <a:cxn ang="0">
                    <a:pos x="connsiteX1-3" y="connsiteY1-4"/>
                  </a:cxn>
                  <a:cxn ang="0">
                    <a:pos x="connsiteX2-5" y="connsiteY2-6"/>
                  </a:cxn>
                  <a:cxn ang="0">
                    <a:pos x="connsiteX3-7" y="connsiteY3-8"/>
                  </a:cxn>
                  <a:cxn ang="0">
                    <a:pos x="connsiteX4-9" y="connsiteY4-10"/>
                  </a:cxn>
                </a:cxnLst>
                <a:rect l="l" t="t" r="r" b="b"/>
                <a:pathLst>
                  <a:path w="6840760" h="888468">
                    <a:moveTo>
                      <a:pt x="351693" y="0"/>
                    </a:moveTo>
                    <a:lnTo>
                      <a:pt x="6465622" y="35169"/>
                    </a:lnTo>
                    <a:lnTo>
                      <a:pt x="6840760" y="888468"/>
                    </a:lnTo>
                    <a:lnTo>
                      <a:pt x="0" y="888468"/>
                    </a:lnTo>
                    <a:lnTo>
                      <a:pt x="351693" y="0"/>
                    </a:lnTo>
                    <a:close/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p>
                <a:pPr marL="0" marR="0" lvl="0" indent="0" algn="ctr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6" name="TextBox 27"/>
              <p:cNvSpPr txBox="1">
                <a:spLocks noChangeArrowheads="1"/>
              </p:cNvSpPr>
              <p:nvPr/>
            </p:nvSpPr>
            <p:spPr bwMode="auto">
              <a:xfrm>
                <a:off x="1508" y="1580"/>
                <a:ext cx="2288" cy="6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>
                <a:spAutoFit/>
              </a:bodyPr>
              <a:lstStyle>
                <a:lvl1pPr marL="342900" indent="-3429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ea typeface="宋体" panose="02010600030101010101" pitchFamily="2" charset="-122"/>
                  </a:defRPr>
                </a:lvl9pPr>
              </a:lstStyle>
              <a:p>
                <a:pPr marL="342900" marR="0" lvl="0" indent="-342900" algn="l" defTabSz="4572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</a:pPr>
                <a:r>
                  <a:rPr kumimoji="0" lang="zh-CN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客户端代码</a:t>
                </a:r>
                <a:endPara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" name="组合 1"/>
            <p:cNvGrpSpPr/>
            <p:nvPr/>
          </p:nvGrpSpPr>
          <p:grpSpPr>
            <a:xfrm>
              <a:off x="4474" y="958"/>
              <a:ext cx="14493" cy="1539"/>
              <a:chOff x="1305" y="1546"/>
              <a:chExt cx="15658" cy="1539"/>
            </a:xfrm>
          </p:grpSpPr>
          <p:sp>
            <p:nvSpPr>
              <p:cNvPr id="26" name="文本框 25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1798" y="1546"/>
                <a:ext cx="15165" cy="1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lvl="0">
                  <a:lnSpc>
                    <a:spcPct val="120000"/>
                  </a:lnSpc>
                  <a:buClr>
                    <a:srgbClr val="3C853C"/>
                  </a:buClr>
                </a:pPr>
                <a:r>
                  <a:rPr lang="zh-CN" altLang="en-US" sz="2400" b="1" dirty="0">
                    <a:solidFill>
                      <a:schemeClr val="lt2">
                        <a:lumMod val="50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Arial" panose="020B0604020202020204" pitchFamily="34" charset="0"/>
                  </a:rPr>
                  <a:t>4. 修改index.html模板页面，向服务器发送请求，接收新闻数据</a:t>
                </a:r>
                <a:endParaRPr lang="zh-CN" altLang="en-US" sz="2400" b="1" dirty="0">
                  <a:solidFill>
                    <a:schemeClr val="lt2">
                      <a:lumMod val="50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2" name="Isosceles Triangle 2_1"/>
              <p:cNvSpPr/>
              <p:nvPr>
                <p:custDataLst>
                  <p:tags r:id="rId18"/>
                </p:custDataLst>
              </p:nvPr>
            </p:nvSpPr>
            <p:spPr>
              <a:xfrm rot="16200000" flipV="1">
                <a:off x="1272" y="1768"/>
                <a:ext cx="471" cy="406"/>
              </a:xfrm>
              <a:prstGeom prst="triangl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2365">
                  <a:solidFill>
                    <a:srgbClr val="00001E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</p:spTree>
    <p:custDataLst>
      <p:tags r:id="rId1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1061085" y="975995"/>
            <a:ext cx="3844290" cy="5340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20000"/>
              </a:lnSpc>
              <a:buClr>
                <a:srgbClr val="3C853C"/>
              </a:buClr>
            </a:pP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5. 运行项目，查看结果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18084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项目实现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11" name="图片 1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112395" y="1939290"/>
            <a:ext cx="5761355" cy="307975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</p:pic>
      <p:pic>
        <p:nvPicPr>
          <p:cNvPr id="10" name="图片 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6050280" y="1720215"/>
            <a:ext cx="5993130" cy="341693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</p:pic>
      <p:sp>
        <p:nvSpPr>
          <p:cNvPr id="5" name="任意多边形 228"/>
          <p:cNvSpPr/>
          <p:nvPr>
            <p:custDataLst>
              <p:tags r:id="rId8"/>
            </p:custDataLst>
          </p:nvPr>
        </p:nvSpPr>
        <p:spPr>
          <a:xfrm>
            <a:off x="1498600" y="5287645"/>
            <a:ext cx="1951355" cy="370205"/>
          </a:xfrm>
          <a:custGeom>
            <a:avLst/>
            <a:gdLst>
              <a:gd name="rtl" fmla="*/ 30400 w 2432000"/>
              <a:gd name="rtt" fmla="*/ 30400 h 359055"/>
              <a:gd name="rtr" fmla="*/ 2401600 w 2432000"/>
              <a:gd name="rtb" fmla="*/ 328655 h 359055"/>
            </a:gdLst>
            <a:ahLst/>
            <a:cxnLst/>
            <a:rect l="rtl" t="rtt" r="rtr" b="rtb"/>
            <a:pathLst>
              <a:path w="2432000" h="359055">
                <a:moveTo>
                  <a:pt x="179527" y="359055"/>
                </a:moveTo>
                <a:lnTo>
                  <a:pt x="2252473" y="359055"/>
                </a:lnTo>
                <a:cubicBezTo>
                  <a:pt x="2351622" y="359055"/>
                  <a:pt x="2432000" y="278681"/>
                  <a:pt x="2432000" y="179527"/>
                </a:cubicBezTo>
                <a:cubicBezTo>
                  <a:pt x="2432000" y="80375"/>
                  <a:pt x="2351622" y="0"/>
                  <a:pt x="2252473" y="0"/>
                </a:cubicBezTo>
                <a:lnTo>
                  <a:pt x="179527" y="0"/>
                </a:lnTo>
                <a:cubicBezTo>
                  <a:pt x="80375" y="0"/>
                  <a:pt x="0" y="80375"/>
                  <a:pt x="0" y="179527"/>
                </a:cubicBezTo>
                <a:cubicBezTo>
                  <a:pt x="0" y="278681"/>
                  <a:pt x="80375" y="359055"/>
                  <a:pt x="179527" y="359055"/>
                </a:cubicBezTo>
                <a:close/>
              </a:path>
            </a:pathLst>
          </a:custGeom>
          <a:solidFill>
            <a:schemeClr val="accent1"/>
          </a:solidFill>
          <a:ln w="15200" cap="flat">
            <a:noFill/>
            <a:bevel/>
          </a:ln>
          <a:effectLst/>
        </p:spPr>
        <p:txBody>
          <a:bodyPr wrap="square" lIns="36000" tIns="0" rIns="36000" bIns="0"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运行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server_API.js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" name="任意多边形 228"/>
          <p:cNvSpPr/>
          <p:nvPr>
            <p:custDataLst>
              <p:tags r:id="rId9"/>
            </p:custDataLst>
          </p:nvPr>
        </p:nvSpPr>
        <p:spPr>
          <a:xfrm>
            <a:off x="7586980" y="5287645"/>
            <a:ext cx="1951355" cy="370205"/>
          </a:xfrm>
          <a:custGeom>
            <a:avLst/>
            <a:gdLst>
              <a:gd name="rtl" fmla="*/ 30400 w 2432000"/>
              <a:gd name="rtt" fmla="*/ 30400 h 359055"/>
              <a:gd name="rtr" fmla="*/ 2401600 w 2432000"/>
              <a:gd name="rtb" fmla="*/ 328655 h 359055"/>
            </a:gdLst>
            <a:ahLst/>
            <a:cxnLst/>
            <a:rect l="rtl" t="rtt" r="rtr" b="rtb"/>
            <a:pathLst>
              <a:path w="2432000" h="359055">
                <a:moveTo>
                  <a:pt x="179527" y="359055"/>
                </a:moveTo>
                <a:lnTo>
                  <a:pt x="2252473" y="359055"/>
                </a:lnTo>
                <a:cubicBezTo>
                  <a:pt x="2351622" y="359055"/>
                  <a:pt x="2432000" y="278681"/>
                  <a:pt x="2432000" y="179527"/>
                </a:cubicBezTo>
                <a:cubicBezTo>
                  <a:pt x="2432000" y="80375"/>
                  <a:pt x="2351622" y="0"/>
                  <a:pt x="2252473" y="0"/>
                </a:cubicBezTo>
                <a:lnTo>
                  <a:pt x="179527" y="0"/>
                </a:lnTo>
                <a:cubicBezTo>
                  <a:pt x="80375" y="0"/>
                  <a:pt x="0" y="80375"/>
                  <a:pt x="0" y="179527"/>
                </a:cubicBezTo>
                <a:cubicBezTo>
                  <a:pt x="0" y="278681"/>
                  <a:pt x="80375" y="359055"/>
                  <a:pt x="179527" y="359055"/>
                </a:cubicBezTo>
                <a:close/>
              </a:path>
            </a:pathLst>
          </a:custGeom>
          <a:solidFill>
            <a:schemeClr val="accent1"/>
          </a:solidFill>
          <a:ln w="15200" cap="flat">
            <a:noFill/>
            <a:bevel/>
          </a:ln>
          <a:effectLst/>
        </p:spPr>
        <p:txBody>
          <a:bodyPr wrap="square" lIns="36000" tIns="0" rIns="36000" bIns="0" rtlCol="0" anchor="ctr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打开</a:t>
            </a: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index.html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Isosceles Triangle 2_1"/>
          <p:cNvSpPr/>
          <p:nvPr>
            <p:custDataLst>
              <p:tags r:id="rId10"/>
            </p:custDataLst>
          </p:nvPr>
        </p:nvSpPr>
        <p:spPr>
          <a:xfrm rot="16200000" flipV="1">
            <a:off x="807720" y="1122680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custDataLst>
      <p:tags r:id="rId1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ldLvl="0" animBg="1"/>
      <p:bldP spid="5" grpId="1" animBg="1"/>
      <p:bldP spid="2" grpId="0" bldLvl="0" animBg="1"/>
      <p:bldP spid="2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小结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2" name="弧形 81"/>
          <p:cNvSpPr/>
          <p:nvPr>
            <p:custDataLst>
              <p:tags r:id="rId3"/>
            </p:custDataLst>
          </p:nvPr>
        </p:nvSpPr>
        <p:spPr>
          <a:xfrm>
            <a:off x="828475" y="1446360"/>
            <a:ext cx="4277891" cy="4277891"/>
          </a:xfrm>
          <a:prstGeom prst="arc">
            <a:avLst>
              <a:gd name="adj1" fmla="val 19163328"/>
              <a:gd name="adj2" fmla="val 2230506"/>
            </a:avLst>
          </a:prstGeom>
          <a:ln w="12700">
            <a:solidFill>
              <a:schemeClr val="dk1">
                <a:lumMod val="50000"/>
                <a:lumOff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229860" y="1446530"/>
            <a:ext cx="5860415" cy="1285240"/>
            <a:chOff x="8236" y="2278"/>
            <a:chExt cx="9229" cy="2024"/>
          </a:xfrm>
        </p:grpSpPr>
        <p:sp>
          <p:nvSpPr>
            <p:cNvPr id="103" name="圆角矩形 121"/>
            <p:cNvSpPr/>
            <p:nvPr>
              <p:custDataLst>
                <p:tags r:id="rId4"/>
              </p:custDataLst>
            </p:nvPr>
          </p:nvSpPr>
          <p:spPr>
            <a:xfrm>
              <a:off x="8236" y="2873"/>
              <a:ext cx="556" cy="509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5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393" y="3017"/>
              <a:ext cx="241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9" name="矩形 78"/>
            <p:cNvSpPr/>
            <p:nvPr>
              <p:custDataLst>
                <p:tags r:id="rId6"/>
              </p:custDataLst>
            </p:nvPr>
          </p:nvSpPr>
          <p:spPr>
            <a:xfrm>
              <a:off x="9189" y="2278"/>
              <a:ext cx="8277" cy="2024"/>
            </a:xfrm>
            <a:prstGeom prst="rect">
              <a:avLst/>
            </a:prstGeom>
          </p:spPr>
          <p:txBody>
            <a:bodyPr wrap="square" lIns="68559" tIns="34280" rIns="68559" bIns="342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实验需求</a:t>
              </a:r>
              <a:endPara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20000"/>
                </a:lnSpc>
              </a:pPr>
              <a:r>
                <a:rPr lang="zh-CN" altLang="en-US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Courier New" panose="02070309020205020404" pitchFamily="49" charset="0"/>
                  <a:sym typeface="Arial" panose="020B0604020202020204" pitchFamily="34" charset="0"/>
                </a:rPr>
                <a:t>创建后端服务，并解决跨域，获取接口数据响应到前端，并在模板页面中渲染出来。</a:t>
              </a:r>
              <a:endPara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urier New" panose="02070309020205020404" pitchFamily="49" charset="0"/>
                <a:sym typeface="Arial" panose="020B0604020202020204" pitchFamily="34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229860" y="2919730"/>
            <a:ext cx="6352540" cy="1036320"/>
            <a:chOff x="8236" y="4598"/>
            <a:chExt cx="10004" cy="1632"/>
          </a:xfrm>
        </p:grpSpPr>
        <p:sp>
          <p:nvSpPr>
            <p:cNvPr id="101" name="圆角矩形 127"/>
            <p:cNvSpPr/>
            <p:nvPr>
              <p:custDataLst>
                <p:tags r:id="rId7"/>
              </p:custDataLst>
            </p:nvPr>
          </p:nvSpPr>
          <p:spPr>
            <a:xfrm>
              <a:off x="8236" y="5302"/>
              <a:ext cx="510" cy="509"/>
            </a:xfrm>
            <a:prstGeom prst="roundRect">
              <a:avLst/>
            </a:prstGeom>
            <a:solidFill>
              <a:schemeClr val="accent4"/>
            </a:soli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3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5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2" name="任意多边形 128"/>
            <p:cNvSpPr/>
            <p:nvPr>
              <p:custDataLst>
                <p:tags r:id="rId8"/>
              </p:custDataLst>
            </p:nvPr>
          </p:nvSpPr>
          <p:spPr>
            <a:xfrm>
              <a:off x="8363" y="5450"/>
              <a:ext cx="265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0" name="矩形 79"/>
            <p:cNvSpPr/>
            <p:nvPr>
              <p:custDataLst>
                <p:tags r:id="rId9"/>
              </p:custDataLst>
            </p:nvPr>
          </p:nvSpPr>
          <p:spPr>
            <a:xfrm>
              <a:off x="9144" y="4598"/>
              <a:ext cx="9096" cy="1632"/>
            </a:xfrm>
            <a:prstGeom prst="rect">
              <a:avLst/>
            </a:prstGeom>
          </p:spPr>
          <p:txBody>
            <a:bodyPr wrap="square" lIns="68559" tIns="34280" rIns="68559" bIns="342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实现步骤</a:t>
              </a:r>
              <a:endPara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rPr>
                <a:t>申请接口数据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rPr>
                <a:t>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rPr>
                <a:t>创建项目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rPr>
                <a:t>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rPr>
                <a:t>编写代码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rPr>
                <a:t>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Wingdings" panose="05000000000000000000" pitchFamily="2" charset="2"/>
                </a:rPr>
                <a:t>运行项目</a:t>
              </a:r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Wingdings" panose="05000000000000000000" pitchFamily="2" charset="2"/>
              </a:endParaRPr>
            </a:p>
          </p:txBody>
        </p:sp>
      </p:grpSp>
      <p:sp>
        <p:nvSpPr>
          <p:cNvPr id="24" name="îṧľíḑè"/>
          <p:cNvSpPr/>
          <p:nvPr/>
        </p:nvSpPr>
        <p:spPr bwMode="auto">
          <a:xfrm>
            <a:off x="2101850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íśḻïḍè"/>
          <p:cNvSpPr/>
          <p:nvPr>
            <p:custDataLst>
              <p:tags r:id="rId10"/>
            </p:custDataLst>
          </p:nvPr>
        </p:nvSpPr>
        <p:spPr bwMode="auto">
          <a:xfrm>
            <a:off x="2101850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îṩḷíďè"/>
          <p:cNvSpPr/>
          <p:nvPr>
            <p:custDataLst>
              <p:tags r:id="rId11"/>
            </p:custDataLst>
          </p:nvPr>
        </p:nvSpPr>
        <p:spPr bwMode="auto">
          <a:xfrm>
            <a:off x="996950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îṡľîde"/>
          <p:cNvSpPr/>
          <p:nvPr/>
        </p:nvSpPr>
        <p:spPr bwMode="auto">
          <a:xfrm>
            <a:off x="169799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şḷîḓe"/>
          <p:cNvSpPr/>
          <p:nvPr/>
        </p:nvSpPr>
        <p:spPr bwMode="auto">
          <a:xfrm>
            <a:off x="1101090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íşļïḍê"/>
          <p:cNvSpPr/>
          <p:nvPr>
            <p:custDataLst>
              <p:tags r:id="rId12"/>
            </p:custDataLst>
          </p:nvPr>
        </p:nvSpPr>
        <p:spPr bwMode="auto">
          <a:xfrm>
            <a:off x="1078230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chemeClr val="accent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ïṡḷîḓê"/>
          <p:cNvSpPr/>
          <p:nvPr>
            <p:custDataLst>
              <p:tags r:id="rId13"/>
            </p:custDataLst>
          </p:nvPr>
        </p:nvSpPr>
        <p:spPr bwMode="auto">
          <a:xfrm>
            <a:off x="2904490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iŝļîḋe"/>
          <p:cNvSpPr/>
          <p:nvPr/>
        </p:nvSpPr>
        <p:spPr bwMode="auto">
          <a:xfrm>
            <a:off x="147129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íśḻîḑe"/>
          <p:cNvSpPr/>
          <p:nvPr>
            <p:custDataLst>
              <p:tags r:id="rId14"/>
            </p:custDataLst>
          </p:nvPr>
        </p:nvSpPr>
        <p:spPr bwMode="auto">
          <a:xfrm>
            <a:off x="1101090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îSḷiḑé"/>
          <p:cNvSpPr/>
          <p:nvPr>
            <p:custDataLst>
              <p:tags r:id="rId15"/>
            </p:custDataLst>
          </p:nvPr>
        </p:nvSpPr>
        <p:spPr bwMode="auto">
          <a:xfrm>
            <a:off x="2286000" y="231203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îšľïḑé"/>
          <p:cNvSpPr/>
          <p:nvPr>
            <p:custDataLst>
              <p:tags r:id="rId16"/>
            </p:custDataLst>
          </p:nvPr>
        </p:nvSpPr>
        <p:spPr bwMode="auto">
          <a:xfrm>
            <a:off x="2119630" y="2463800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ïṧḻïḍè"/>
          <p:cNvSpPr/>
          <p:nvPr>
            <p:custDataLst>
              <p:tags r:id="rId17"/>
            </p:custDataLst>
          </p:nvPr>
        </p:nvSpPr>
        <p:spPr bwMode="auto">
          <a:xfrm>
            <a:off x="1801495" y="2463800"/>
            <a:ext cx="20637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îSļîḍè"/>
          <p:cNvSpPr/>
          <p:nvPr>
            <p:custDataLst>
              <p:tags r:id="rId18"/>
            </p:custDataLst>
          </p:nvPr>
        </p:nvSpPr>
        <p:spPr bwMode="auto">
          <a:xfrm>
            <a:off x="1973580" y="261556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îsḷîḋè"/>
          <p:cNvSpPr/>
          <p:nvPr>
            <p:custDataLst>
              <p:tags r:id="rId19"/>
            </p:custDataLst>
          </p:nvPr>
        </p:nvSpPr>
        <p:spPr bwMode="auto">
          <a:xfrm>
            <a:off x="2286000" y="276733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išľíḍè"/>
          <p:cNvSpPr/>
          <p:nvPr>
            <p:custDataLst>
              <p:tags r:id="rId20"/>
            </p:custDataLst>
          </p:nvPr>
        </p:nvSpPr>
        <p:spPr bwMode="auto">
          <a:xfrm>
            <a:off x="1897380" y="2767330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iŝḷiḓê"/>
          <p:cNvSpPr/>
          <p:nvPr>
            <p:custDataLst>
              <p:tags r:id="rId21"/>
            </p:custDataLst>
          </p:nvPr>
        </p:nvSpPr>
        <p:spPr bwMode="auto">
          <a:xfrm>
            <a:off x="1650365" y="3516630"/>
            <a:ext cx="401955" cy="66040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íśliḓè"/>
          <p:cNvSpPr/>
          <p:nvPr/>
        </p:nvSpPr>
        <p:spPr bwMode="auto">
          <a:xfrm>
            <a:off x="165036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iṡḷíďé"/>
          <p:cNvSpPr/>
          <p:nvPr>
            <p:custDataLst>
              <p:tags r:id="rId22"/>
            </p:custDataLst>
          </p:nvPr>
        </p:nvSpPr>
        <p:spPr bwMode="auto">
          <a:xfrm>
            <a:off x="1660525" y="3982085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îşļíḑè"/>
          <p:cNvSpPr/>
          <p:nvPr>
            <p:custDataLst>
              <p:tags r:id="rId23"/>
            </p:custDataLst>
          </p:nvPr>
        </p:nvSpPr>
        <p:spPr bwMode="auto">
          <a:xfrm>
            <a:off x="2663190" y="3982085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ïşļiḑé"/>
          <p:cNvSpPr/>
          <p:nvPr>
            <p:custDataLst>
              <p:tags r:id="rId24"/>
            </p:custDataLst>
          </p:nvPr>
        </p:nvSpPr>
        <p:spPr bwMode="auto">
          <a:xfrm>
            <a:off x="2286000" y="413385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iṡľîďé"/>
          <p:cNvSpPr/>
          <p:nvPr/>
        </p:nvSpPr>
        <p:spPr bwMode="auto">
          <a:xfrm>
            <a:off x="245935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îśļiḓè"/>
          <p:cNvSpPr/>
          <p:nvPr>
            <p:custDataLst>
              <p:tags r:id="rId25"/>
            </p:custDataLst>
          </p:nvPr>
        </p:nvSpPr>
        <p:spPr bwMode="auto">
          <a:xfrm>
            <a:off x="231076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îṡlíḍê"/>
          <p:cNvSpPr/>
          <p:nvPr>
            <p:custDataLst>
              <p:tags r:id="rId26"/>
            </p:custDataLst>
          </p:nvPr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íṥľiḍe"/>
          <p:cNvSpPr/>
          <p:nvPr/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íṥ1ïḍe"/>
          <p:cNvSpPr/>
          <p:nvPr>
            <p:custDataLst>
              <p:tags r:id="rId27"/>
            </p:custDataLst>
          </p:nvPr>
        </p:nvSpPr>
        <p:spPr bwMode="auto">
          <a:xfrm>
            <a:off x="2466975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îślïḋe"/>
          <p:cNvSpPr/>
          <p:nvPr>
            <p:custDataLst>
              <p:tags r:id="rId28"/>
            </p:custDataLst>
          </p:nvPr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îṥḻidé"/>
          <p:cNvSpPr/>
          <p:nvPr/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ïşḷiḍè"/>
          <p:cNvSpPr/>
          <p:nvPr>
            <p:custDataLst>
              <p:tags r:id="rId29"/>
            </p:custDataLst>
          </p:nvPr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islîdê"/>
          <p:cNvSpPr/>
          <p:nvPr/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îŝḻiḍê"/>
          <p:cNvSpPr/>
          <p:nvPr>
            <p:custDataLst>
              <p:tags r:id="rId30"/>
            </p:custDataLst>
          </p:nvPr>
        </p:nvSpPr>
        <p:spPr bwMode="auto">
          <a:xfrm>
            <a:off x="2547620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îṧḻíḋè"/>
          <p:cNvSpPr/>
          <p:nvPr>
            <p:custDataLst>
              <p:tags r:id="rId31"/>
            </p:custDataLst>
          </p:nvPr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iŝ1iḓê"/>
          <p:cNvSpPr/>
          <p:nvPr/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iṡļïḍé"/>
          <p:cNvSpPr/>
          <p:nvPr>
            <p:custDataLst>
              <p:tags r:id="rId32"/>
            </p:custDataLst>
          </p:nvPr>
        </p:nvSpPr>
        <p:spPr bwMode="auto">
          <a:xfrm>
            <a:off x="256349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î$1ïḓè"/>
          <p:cNvSpPr/>
          <p:nvPr>
            <p:custDataLst>
              <p:tags r:id="rId33"/>
            </p:custDataLst>
          </p:nvPr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ïşlíḋé"/>
          <p:cNvSpPr/>
          <p:nvPr/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iṩ1iḍe"/>
          <p:cNvSpPr/>
          <p:nvPr>
            <p:custDataLst>
              <p:tags r:id="rId34"/>
            </p:custDataLst>
          </p:nvPr>
        </p:nvSpPr>
        <p:spPr bwMode="auto">
          <a:xfrm>
            <a:off x="254317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ïṡļidê"/>
          <p:cNvSpPr/>
          <p:nvPr>
            <p:custDataLst>
              <p:tags r:id="rId35"/>
            </p:custDataLst>
          </p:nvPr>
        </p:nvSpPr>
        <p:spPr bwMode="auto">
          <a:xfrm>
            <a:off x="248602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íšľíḑé"/>
          <p:cNvSpPr/>
          <p:nvPr>
            <p:custDataLst>
              <p:tags r:id="rId36"/>
            </p:custDataLst>
          </p:nvPr>
        </p:nvSpPr>
        <p:spPr bwMode="auto">
          <a:xfrm>
            <a:off x="2327910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išlíḑe"/>
          <p:cNvSpPr/>
          <p:nvPr>
            <p:custDataLst>
              <p:tags r:id="rId37"/>
            </p:custDataLst>
          </p:nvPr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îṧ1îḑè"/>
          <p:cNvSpPr/>
          <p:nvPr/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iṣļîdè"/>
          <p:cNvSpPr/>
          <p:nvPr/>
        </p:nvSpPr>
        <p:spPr bwMode="auto">
          <a:xfrm>
            <a:off x="1130935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ïşḻíde"/>
          <p:cNvSpPr/>
          <p:nvPr/>
        </p:nvSpPr>
        <p:spPr bwMode="auto">
          <a:xfrm>
            <a:off x="1215390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ïślíḑê"/>
          <p:cNvSpPr/>
          <p:nvPr/>
        </p:nvSpPr>
        <p:spPr bwMode="auto">
          <a:xfrm>
            <a:off x="142113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ïṥlîḋè"/>
          <p:cNvSpPr/>
          <p:nvPr>
            <p:custDataLst>
              <p:tags r:id="rId38"/>
            </p:custDataLst>
          </p:nvPr>
        </p:nvSpPr>
        <p:spPr bwMode="auto">
          <a:xfrm>
            <a:off x="147129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íŝḻïḍé"/>
          <p:cNvSpPr/>
          <p:nvPr>
            <p:custDataLst>
              <p:tags r:id="rId39"/>
            </p:custDataLst>
          </p:nvPr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isḻídè"/>
          <p:cNvSpPr/>
          <p:nvPr/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íṧḻiḑé"/>
          <p:cNvSpPr/>
          <p:nvPr>
            <p:custDataLst>
              <p:tags r:id="rId40"/>
            </p:custDataLst>
          </p:nvPr>
        </p:nvSpPr>
        <p:spPr bwMode="auto">
          <a:xfrm>
            <a:off x="2042160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ïšḻiḑè"/>
          <p:cNvSpPr/>
          <p:nvPr>
            <p:custDataLst>
              <p:tags r:id="rId41"/>
            </p:custDataLst>
          </p:nvPr>
        </p:nvSpPr>
        <p:spPr bwMode="auto">
          <a:xfrm>
            <a:off x="2312035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ïṡlíḑe"/>
          <p:cNvSpPr/>
          <p:nvPr>
            <p:custDataLst>
              <p:tags r:id="rId42"/>
            </p:custDataLst>
          </p:nvPr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chemeClr val="accent6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ïṥľiḋè"/>
          <p:cNvSpPr/>
          <p:nvPr/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íšļiḋê"/>
          <p:cNvSpPr/>
          <p:nvPr/>
        </p:nvSpPr>
        <p:spPr bwMode="auto">
          <a:xfrm>
            <a:off x="142113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iṥlïdê"/>
          <p:cNvSpPr/>
          <p:nvPr>
            <p:custDataLst>
              <p:tags r:id="rId43"/>
            </p:custDataLst>
          </p:nvPr>
        </p:nvSpPr>
        <p:spPr bwMode="auto">
          <a:xfrm>
            <a:off x="1503680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ïşḻîďè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íslîdê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íṧļïḍè"/>
          <p:cNvSpPr/>
          <p:nvPr/>
        </p:nvSpPr>
        <p:spPr bwMode="auto">
          <a:xfrm>
            <a:off x="2393315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iSļîḑé"/>
          <p:cNvSpPr/>
          <p:nvPr/>
        </p:nvSpPr>
        <p:spPr bwMode="auto">
          <a:xfrm>
            <a:off x="217106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iṣḷïďê"/>
          <p:cNvSpPr/>
          <p:nvPr/>
        </p:nvSpPr>
        <p:spPr bwMode="auto">
          <a:xfrm>
            <a:off x="228409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ïsľíḍé"/>
          <p:cNvSpPr/>
          <p:nvPr/>
        </p:nvSpPr>
        <p:spPr bwMode="auto">
          <a:xfrm>
            <a:off x="214693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iṡḷiḓe"/>
          <p:cNvSpPr/>
          <p:nvPr/>
        </p:nvSpPr>
        <p:spPr bwMode="auto">
          <a:xfrm>
            <a:off x="2202815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išḷîḓè"/>
          <p:cNvSpPr/>
          <p:nvPr/>
        </p:nvSpPr>
        <p:spPr bwMode="auto">
          <a:xfrm>
            <a:off x="1503680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íṡlïḓe"/>
          <p:cNvSpPr/>
          <p:nvPr/>
        </p:nvSpPr>
        <p:spPr bwMode="auto">
          <a:xfrm>
            <a:off x="153162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iṡlíḍe"/>
          <p:cNvSpPr/>
          <p:nvPr/>
        </p:nvSpPr>
        <p:spPr bwMode="auto">
          <a:xfrm>
            <a:off x="135572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îṩliḑê"/>
          <p:cNvSpPr/>
          <p:nvPr/>
        </p:nvSpPr>
        <p:spPr bwMode="auto">
          <a:xfrm>
            <a:off x="311150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5229860" y="4240530"/>
            <a:ext cx="4305935" cy="2282825"/>
            <a:chOff x="8236" y="6678"/>
            <a:chExt cx="6781" cy="3595"/>
          </a:xfrm>
        </p:grpSpPr>
        <p:sp>
          <p:nvSpPr>
            <p:cNvPr id="98" name="圆角矩形 121"/>
            <p:cNvSpPr/>
            <p:nvPr>
              <p:custDataLst>
                <p:tags r:id="rId44"/>
              </p:custDataLst>
            </p:nvPr>
          </p:nvSpPr>
          <p:spPr>
            <a:xfrm>
              <a:off x="8236" y="7252"/>
              <a:ext cx="509" cy="509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5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9" name="任意多边形 122"/>
            <p:cNvSpPr/>
            <p:nvPr>
              <p:custDataLst>
                <p:tags r:id="rId45"/>
              </p:custDataLst>
            </p:nvPr>
          </p:nvSpPr>
          <p:spPr>
            <a:xfrm>
              <a:off x="8380" y="7396"/>
              <a:ext cx="221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1" name="矩形 90"/>
            <p:cNvSpPr/>
            <p:nvPr>
              <p:custDataLst>
                <p:tags r:id="rId46"/>
              </p:custDataLst>
            </p:nvPr>
          </p:nvSpPr>
          <p:spPr>
            <a:xfrm>
              <a:off x="9174" y="6678"/>
              <a:ext cx="5843" cy="3595"/>
            </a:xfrm>
            <a:prstGeom prst="rect">
              <a:avLst/>
            </a:prstGeom>
          </p:spPr>
          <p:txBody>
            <a:bodyPr wrap="square" lIns="68559" tIns="34280" rIns="68559" bIns="342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项目实现</a:t>
              </a:r>
              <a:endParaRPr lang="zh-CN" altLang="en-US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8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API</a:t>
              </a:r>
              <a:r>
                <a:rPr lang="zh-CN" altLang="en-US" sz="18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网站注册</a:t>
              </a:r>
              <a:r>
                <a:rPr lang="en-US" altLang="zh-CN" sz="18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-</a:t>
              </a:r>
              <a:r>
                <a:rPr lang="zh-CN" altLang="en-US" sz="18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申请接口数据</a:t>
              </a:r>
              <a:endParaRPr lang="en-US" altLang="zh-CN" sz="18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8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news.json</a:t>
              </a:r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-</a:t>
              </a:r>
              <a:r>
                <a:rPr lang="zh-CN" altLang="en-US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新闻</a:t>
              </a:r>
              <a:r>
                <a:rPr lang="zh-CN" altLang="en-US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数据文件</a:t>
              </a:r>
              <a:endPara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server_API.js-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构建服务器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index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.html-</a:t>
              </a:r>
              <a:r>
                <a:rPr lang="zh-CN" altLang="en-US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客户端接受响应数据</a:t>
              </a:r>
              <a:endParaRPr lang="zh-CN" altLang="en-US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4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谢谢观看</a:t>
            </a:r>
            <a:endParaRPr lang="zh-CN" altLang="en-US" sz="9600" strike="noStrike" baseline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7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59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59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4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6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7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0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0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15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6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7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8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9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2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7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4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2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5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62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</p:tagLst>
</file>

<file path=ppt/tags/tag663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64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6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6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6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68.xml><?xml version="1.0" encoding="utf-8"?>
<p:tagLst xmlns:p="http://schemas.openxmlformats.org/presentationml/2006/main">
  <p:tag name="KSO_WM_UNIT_FILL_FORE_SCHEMECOLOR_INDEX_1_BRIGHTNESS" val="0"/>
  <p:tag name="KSO_WM_UNIT_FILL_FORE_SCHEMECOLOR_INDEX_1" val="15"/>
  <p:tag name="KSO_WM_UNIT_FILL_FORE_SCHEMECOLOR_INDEX_1_POS" val="0.1"/>
  <p:tag name="KSO_WM_UNIT_FILL_FORE_SCHEMECOLOR_INDEX_1_TRANS" val="1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TEXT_FILL_FORE_SCHEMECOLOR_INDEX_BRIGHTNESS" val="0"/>
  <p:tag name="KSO_WM_UNIT_TEXT_FILL_FORE_SCHEMECOLOR_INDEX" val="5"/>
  <p:tag name="KSO_WM_UNIT_TEXT_FILL_TYPE" val="1"/>
</p:tagLst>
</file>

<file path=ppt/tags/tag669.xml><?xml version="1.0" encoding="utf-8"?>
<p:tagLst xmlns:p="http://schemas.openxmlformats.org/presentationml/2006/main">
  <p:tag name="KSO_WM_UNIT_LINE_FORE_SCHEMECOLOR_INDEX_BRIGHTNESS" val="0.4"/>
  <p:tag name="KSO_WM_UNIT_LINE_FORE_SCHEMECOLOR_INDEX" val="5"/>
  <p:tag name="KSO_WM_UNIT_LINE_FILL_TYPE" val="2"/>
  <p:tag name="KSO_WM_UNIT_TEXT_FILL_FORE_SCHEMECOLOR_INDEX_BRIGHTNESS" val="0"/>
  <p:tag name="KSO_WM_UNIT_TEXT_FILL_FORE_SCHEMECOLOR_INDEX" val="5"/>
  <p:tag name="KSO_WM_UNIT_TEXT_FILL_TYPE" val="1"/>
</p:tagLst>
</file>

<file path=ppt/tags/tag67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71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</p:tagLst>
</file>

<file path=ppt/tags/tag672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</p:tagLst>
</file>

<file path=ppt/tags/tag673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74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</p:tagLst>
</file>

<file path=ppt/tags/tag675.xml><?xml version="1.0" encoding="utf-8"?>
<p:tagLst xmlns:p="http://schemas.openxmlformats.org/presentationml/2006/main">
  <p:tag name="KSO_WM_UNIT_FILL_FORE_SCHEMECOLOR_INDEX_1_BRIGHTNESS" val="0"/>
  <p:tag name="KSO_WM_UNIT_FILL_FORE_SCHEMECOLOR_INDEX_1" val="15"/>
  <p:tag name="KSO_WM_UNIT_FILL_FORE_SCHEMECOLOR_INDEX_1_POS" val="0.1"/>
  <p:tag name="KSO_WM_UNIT_FILL_FORE_SCHEMECOLOR_INDEX_1_TRANS" val="1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TEXT_FILL_FORE_SCHEMECOLOR_INDEX_BRIGHTNESS" val="0"/>
  <p:tag name="KSO_WM_UNIT_TEXT_FILL_FORE_SCHEMECOLOR_INDEX" val="5"/>
  <p:tag name="KSO_WM_UNIT_TEXT_FILL_TYPE" val="1"/>
</p:tagLst>
</file>

<file path=ppt/tags/tag676.xml><?xml version="1.0" encoding="utf-8"?>
<p:tagLst xmlns:p="http://schemas.openxmlformats.org/presentationml/2006/main">
  <p:tag name="KSO_WM_UNIT_LINE_FORE_SCHEMECOLOR_INDEX_BRIGHTNESS" val="0.4"/>
  <p:tag name="KSO_WM_UNIT_LINE_FORE_SCHEMECOLOR_INDEX" val="5"/>
  <p:tag name="KSO_WM_UNIT_LINE_FILL_TYPE" val="2"/>
  <p:tag name="KSO_WM_UNIT_TEXT_FILL_FORE_SCHEMECOLOR_INDEX_BRIGHTNESS" val="0"/>
  <p:tag name="KSO_WM_UNIT_TEXT_FILL_FORE_SCHEMECOLOR_INDEX" val="5"/>
  <p:tag name="KSO_WM_UNIT_TEXT_FILL_TYPE" val="1"/>
</p:tagLst>
</file>

<file path=ppt/tags/tag677.xml><?xml version="1.0" encoding="utf-8"?>
<p:tagLst xmlns:p="http://schemas.openxmlformats.org/presentationml/2006/main">
  <p:tag name="KSO_WM_UNIT_FILL_FORE_SCHEMECOLOR_INDEX_1_BRIGHTNESS" val="0"/>
  <p:tag name="KSO_WM_UNIT_FILL_FORE_SCHEMECOLOR_INDEX_1" val="15"/>
  <p:tag name="KSO_WM_UNIT_FILL_FORE_SCHEMECOLOR_INDEX_1_POS" val="0.1"/>
  <p:tag name="KSO_WM_UNIT_FILL_FORE_SCHEMECOLOR_INDEX_1_TRANS" val="1"/>
  <p:tag name="KSO_WM_UNIT_FILL_FORE_SCHEMECOLOR_INDEX_2_BRIGHTNESS" val="0"/>
  <p:tag name="KSO_WM_UNIT_FILL_FORE_SCHEMECOLOR_INDEX_2" val="15"/>
  <p:tag name="KSO_WM_UNIT_FILL_FORE_SCHEMECOLOR_INDEX_2_POS" val="1"/>
  <p:tag name="KSO_WM_UNIT_FILL_FORE_SCHEMECOLOR_INDEX_2_TRANS" val="0"/>
  <p:tag name="KSO_WM_UNIT_FILL_GRADIENT_TYPE" val="0"/>
  <p:tag name="KSO_WM_UNIT_FILL_GRADIENT_ANGLE" val="0"/>
  <p:tag name="KSO_WM_UNIT_FILL_GRADIENT_Direction" val="3"/>
  <p:tag name="KSO_WM_UNIT_FILL_TYPE" val="3"/>
  <p:tag name="KSO_WM_UNIT_TEXT_FILL_FORE_SCHEMECOLOR_INDEX_BRIGHTNESS" val="0"/>
  <p:tag name="KSO_WM_UNIT_TEXT_FILL_FORE_SCHEMECOLOR_INDEX" val="5"/>
  <p:tag name="KSO_WM_UNIT_TEXT_FILL_TYPE" val="1"/>
</p:tagLst>
</file>

<file path=ppt/tags/tag678.xml><?xml version="1.0" encoding="utf-8"?>
<p:tagLst xmlns:p="http://schemas.openxmlformats.org/presentationml/2006/main">
  <p:tag name="KSO_WM_UNIT_LINE_FORE_SCHEMECOLOR_INDEX_BRIGHTNESS" val="0.4"/>
  <p:tag name="KSO_WM_UNIT_LINE_FORE_SCHEMECOLOR_INDEX" val="5"/>
  <p:tag name="KSO_WM_UNIT_LINE_FILL_TYPE" val="2"/>
  <p:tag name="KSO_WM_UNIT_TEXT_FILL_FORE_SCHEMECOLOR_INDEX_BRIGHTNESS" val="0"/>
  <p:tag name="KSO_WM_UNIT_TEXT_FILL_FORE_SCHEMECOLOR_INDEX" val="5"/>
  <p:tag name="KSO_WM_UNIT_TEXT_FILL_TYPE" val="1"/>
</p:tagLst>
</file>

<file path=ppt/tags/tag67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80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</p:tagLst>
</file>

<file path=ppt/tags/tag68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82.xml><?xml version="1.0" encoding="utf-8"?>
<p:tagLst xmlns:p="http://schemas.openxmlformats.org/presentationml/2006/main">
  <p:tag name="ISLIDE.VECTOR" val="#254578;#271387;#262167;#245939;#308535;#224264;#192054;"/>
  <p:tag name="KSO_WM_SLIDE_BACKGROUND_TYPE" val="general"/>
</p:tagLst>
</file>

<file path=ppt/tags/tag683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5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6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191730_5*l_h_i*1_3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f1227ba5c3894d89910f75f900cfb7d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85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191730_5*l_h_a*1_3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23abacf4a9b64692a0242f7be55afed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191730_5*l_h_i*1_4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ed245d2cf5b04bc6837f9a1c606cf70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87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20191730_5*l_h_a*1_4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dfbc1e989df64d6c87633c3e95fe59f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1"/>
  <p:tag name="KSO_WM_UNIT_ID" val="custom20191730_5*l_h_i*1_5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3ccd7cedf7144f4298de856a7acd7ef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8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5_1"/>
  <p:tag name="KSO_WM_UNIT_ID" val="custom20191730_5*l_h_a*1_5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fb4cc35064f943ed9269523c7d2855a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44889763779526,&quot;left&quot;:140.48527559055117,&quot;top&quot;:148.1596062992126,&quot;width&quot;:723.532283464567}"/>
</p:tagLst>
</file>

<file path=ppt/tags/tag690.xml><?xml version="1.0" encoding="utf-8"?>
<p:tagLst xmlns:p="http://schemas.openxmlformats.org/presentationml/2006/main">
  <p:tag name="KSO_WM_SLIDE_ID" val="custom20191730_5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5"/>
  <p:tag name="KSO_WM_SLIDE_INDEX" val="5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96.xml><?xml version="1.0" encoding="utf-8"?>
<p:tagLst xmlns:p="http://schemas.openxmlformats.org/presentationml/2006/main">
  <p:tag name="KSO_WM_UNIT_LINE_FORE_SCHEMECOLOR_INDEX_BRIGHTNESS" val="-0.05"/>
  <p:tag name="KSO_WM_UNIT_LINE_FORE_SCHEMECOLOR_INDEX" val="10"/>
  <p:tag name="KSO_WM_UNIT_LINE_FILL_TYPE" val="2"/>
</p:tagLst>
</file>

<file path=ppt/tags/tag69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9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9.xml><?xml version="1.0" encoding="utf-8"?>
<p:tagLst xmlns:p="http://schemas.openxmlformats.org/presentationml/2006/main">
  <p:tag name="KSO_WM_SLIDE_BACKGROUND_TYPE" val="general"/>
</p:tagLst>
</file>

<file path=ppt/tags/tag7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02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03.xml><?xml version="1.0" encoding="utf-8"?>
<p:tagLst xmlns:p="http://schemas.openxmlformats.org/presentationml/2006/main">
  <p:tag name="KSO_WM_UNIT_SHADOW_SCHEMECOLOR_INDEX_BRIGHTNESS" val="0"/>
  <p:tag name="KSO_WM_UNIT_SHADOW_SCHEMECOLOR_INDEX" val="5"/>
</p:tagLst>
</file>

<file path=ppt/tags/tag704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05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06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0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08.xml><?xml version="1.0" encoding="utf-8"?>
<p:tagLst xmlns:p="http://schemas.openxmlformats.org/presentationml/2006/main">
  <p:tag name="KSO_WM_UNIT_LINE_FORE_SCHEMECOLOR_INDEX_BRIGHTNESS" val="-0.25"/>
  <p:tag name="KSO_WM_UNIT_LINE_FORE_SCHEMECOLOR_INDEX" val="14"/>
  <p:tag name="KSO_WM_UNIT_LINE_FILL_TYPE" val="2"/>
</p:tagLst>
</file>

<file path=ppt/tags/tag70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1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1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1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LINE_FORE_SCHEMECOLOR_INDEX_BRIGHTNESS" val="0"/>
  <p:tag name="KSO_WM_UNIT_LINE_FORE_SCHEMECOLOR_INDEX" val="14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1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714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5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16.xml><?xml version="1.0" encoding="utf-8"?>
<p:tagLst xmlns:p="http://schemas.openxmlformats.org/presentationml/2006/main">
  <p:tag name="KSO_WM_UNIT_SHADOW_SCHEMECOLOR_INDEX_BRIGHTNESS" val="0"/>
  <p:tag name="KSO_WM_UNIT_SHADOW_SCHEMECOLOR_INDEX" val="5"/>
</p:tagLst>
</file>

<file path=ppt/tags/tag71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8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</p:tagLst>
</file>

<file path=ppt/tags/tag719.xml><?xml version="1.0" encoding="utf-8"?>
<p:tagLst xmlns:p="http://schemas.openxmlformats.org/presentationml/2006/main">
  <p:tag name="KSO_WM_SLIDE_BACKGROUND_TYPE" val="general"/>
</p:tagLst>
</file>

<file path=ppt/tags/tag7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22.xml><?xml version="1.0" encoding="utf-8"?>
<p:tagLst xmlns:p="http://schemas.openxmlformats.org/presentationml/2006/main">
  <p:tag name="KSO_WM_UNIT_LINE_FORE_SCHEMECOLOR_INDEX_BRIGHTNESS" val="-0.15"/>
  <p:tag name="KSO_WM_UNIT_LINE_FORE_SCHEMECOLOR_INDEX" val="14"/>
  <p:tag name="KSO_WM_UNIT_LINE_FILL_TYPE" val="2"/>
</p:tagLst>
</file>

<file path=ppt/tags/tag723.xml><?xml version="1.0" encoding="utf-8"?>
<p:tagLst xmlns:p="http://schemas.openxmlformats.org/presentationml/2006/main">
  <p:tag name="KSO_WM_UNIT_LINE_FORE_SCHEMECOLOR_INDEX_BRIGHTNESS" val="-0.15"/>
  <p:tag name="KSO_WM_UNIT_LINE_FORE_SCHEMECOLOR_INDEX" val="14"/>
  <p:tag name="KSO_WM_UNIT_LINE_FILL_TYPE" val="2"/>
</p:tagLst>
</file>

<file path=ppt/tags/tag724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2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2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2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28.xml><?xml version="1.0" encoding="utf-8"?>
<p:tagLst xmlns:p="http://schemas.openxmlformats.org/presentationml/2006/main">
  <p:tag name="KSO_WM_UNIT_TEXT_FILL_FORE_SCHEMECOLOR_INDEX_BRIGHTNESS" val="0"/>
  <p:tag name="KSO_WM_UNIT_TEXT_FILL_FORE_SCHEMECOLOR_INDEX" val="2"/>
  <p:tag name="KSO_WM_UNIT_TEXT_FILL_TYPE" val="1"/>
</p:tagLst>
</file>

<file path=ppt/tags/tag729.xml><?xml version="1.0" encoding="utf-8"?>
<p:tagLst xmlns:p="http://schemas.openxmlformats.org/presentationml/2006/main">
  <p:tag name="KSO_WM_UNIT_LINE_FORE_SCHEMECOLOR_INDEX_BRIGHTNESS" val="-0.15"/>
  <p:tag name="KSO_WM_UNIT_LINE_FORE_SCHEMECOLOR_INDEX" val="14"/>
  <p:tag name="KSO_WM_UNIT_LINE_FILL_TYPE" val="2"/>
</p:tagLst>
</file>

<file path=ppt/tags/tag730.xml><?xml version="1.0" encoding="utf-8"?>
<p:tagLst xmlns:p="http://schemas.openxmlformats.org/presentationml/2006/main">
  <p:tag name="KSO_WM_UNIT_LINE_FORE_SCHEMECOLOR_INDEX_BRIGHTNESS" val="-0.15"/>
  <p:tag name="KSO_WM_UNIT_LINE_FORE_SCHEMECOLOR_INDEX" val="14"/>
  <p:tag name="KSO_WM_UNIT_LINE_FILL_TYPE" val="2"/>
</p:tagLst>
</file>

<file path=ppt/tags/tag731.xml><?xml version="1.0" encoding="utf-8"?>
<p:tagLst xmlns:p="http://schemas.openxmlformats.org/presentationml/2006/main">
  <p:tag name="KSO_WM_UNIT_LINE_FORE_SCHEMECOLOR_INDEX_BRIGHTNESS" val="-0.15"/>
  <p:tag name="KSO_WM_UNIT_LINE_FORE_SCHEMECOLOR_INDEX" val="14"/>
  <p:tag name="KSO_WM_UNIT_LINE_FILL_TYPE" val="2"/>
</p:tagLst>
</file>

<file path=ppt/tags/tag73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33.xml><?xml version="1.0" encoding="utf-8"?>
<p:tagLst xmlns:p="http://schemas.openxmlformats.org/presentationml/2006/main">
  <p:tag name="KSO_WM_SLIDE_BACKGROUND_TYPE" val="general"/>
</p:tagLst>
</file>

<file path=ppt/tags/tag7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6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3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3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3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4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41.xml><?xml version="1.0" encoding="utf-8"?>
<p:tagLst xmlns:p="http://schemas.openxmlformats.org/presentationml/2006/main">
  <p:tag name="KSO_WM_SLIDE_BACKGROUND_TYPE" val="general"/>
</p:tagLst>
</file>

<file path=ppt/tags/tag7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4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4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4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5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5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8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5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6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1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62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63.xml><?xml version="1.0" encoding="utf-8"?>
<p:tagLst xmlns:p="http://schemas.openxmlformats.org/presentationml/2006/main">
  <p:tag name="KSO_WM_SLIDE_BACKGROUND_TYPE" val="general"/>
</p:tagLst>
</file>

<file path=ppt/tags/tag7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66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6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6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6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7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7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78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79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8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8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82.xml><?xml version="1.0" encoding="utf-8"?>
<p:tagLst xmlns:p="http://schemas.openxmlformats.org/presentationml/2006/main">
  <p:tag name="KSO_WM_SLIDE_BACKGROUND_TYPE" val="general"/>
</p:tagLst>
</file>

<file path=ppt/tags/tag7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85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786.xml><?xml version="1.0" encoding="utf-8"?>
<p:tagLst xmlns:p="http://schemas.openxmlformats.org/presentationml/2006/main">
  <p:tag name="KSO_WM_UNIT_LINE_FORE_SCHEMECOLOR_INDEX_BRIGHTNESS" val="-0.05"/>
  <p:tag name="KSO_WM_UNIT_LINE_FORE_SCHEMECOLOR_INDEX" val="10"/>
  <p:tag name="KSO_WM_UNIT_LINE_FILL_TYPE" val="2"/>
</p:tagLst>
</file>

<file path=ppt/tags/tag787.xml><?xml version="1.0" encoding="utf-8"?>
<p:tagLst xmlns:p="http://schemas.openxmlformats.org/presentationml/2006/main">
  <p:tag name="KSO_WM_UNIT_LINE_FORE_SCHEMECOLOR_INDEX_BRIGHTNESS" val="-0.05"/>
  <p:tag name="KSO_WM_UNIT_LINE_FORE_SCHEMECOLOR_INDEX" val="10"/>
  <p:tag name="KSO_WM_UNIT_LINE_FILL_TYPE" val="2"/>
</p:tagLst>
</file>

<file path=ppt/tags/tag788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8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90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91.xml><?xml version="1.0" encoding="utf-8"?>
<p:tagLst xmlns:p="http://schemas.openxmlformats.org/presentationml/2006/main">
  <p:tag name="KSO_WM_SLIDE_BACKGROUND_TYPE" val="general"/>
</p:tagLst>
</file>

<file path=ppt/tags/tag7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94.xml><?xml version="1.0" encoding="utf-8"?>
<p:tagLst xmlns:p="http://schemas.openxmlformats.org/presentationml/2006/main"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95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79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98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SHADOW_SCHEMECOLOR_INDEX_BRIGHTNESS" val="0"/>
  <p:tag name="KSO_WM_UNIT_SHADOW_SCHEMECOLOR_INDEX" val="7"/>
  <p:tag name="KSO_WM_UNIT_TEXT_FILL_FORE_SCHEMECOLOR_INDEX_BRIGHTNESS" val="0"/>
  <p:tag name="KSO_WM_UNIT_TEXT_FILL_FORE_SCHEMECOLOR_INDEX" val="13"/>
  <p:tag name="KSO_WM_UNIT_TEXT_FILL_TYPE" val="1"/>
</p:tagLst>
</file>

<file path=ppt/tags/tag799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0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02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803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804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805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80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0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1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829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30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831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832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833.xml><?xml version="1.0" encoding="utf-8"?>
<p:tagLst xmlns:p="http://schemas.openxmlformats.org/presentationml/2006/main">
  <p:tag name="KSO_WM_UNIT_FILL_FORE_SCHEMECOLOR_INDEX_BRIGHTNESS" val="-0.05"/>
  <p:tag name="KSO_WM_UNIT_FILL_FORE_SCHEMECOLOR_INDEX" val="10"/>
  <p:tag name="KSO_WM_UNIT_FILL_TYPE" val="1"/>
</p:tagLst>
</file>

<file path=ppt/tags/tag834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835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836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3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838.xml><?xml version="1.0" encoding="utf-8"?>
<p:tagLst xmlns:p="http://schemas.openxmlformats.org/presentationml/2006/main">
  <p:tag name="ISLIDE.VECTOR" val="#251088;"/>
  <p:tag name="ISLIDE.ICON" val="#407154;#407154;#407154;"/>
  <p:tag name="KSO_WM_SLIDE_BACKGROUND_TYPE" val="general"/>
</p:tagLst>
</file>

<file path=ppt/tags/tag839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840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841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Yjc1ZjdmNTg5ZWM4ZTgwMDQxNGQ3NzNlMjZkZDY3ZjMifQ==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1801</Words>
  <Application>WPS 演示</Application>
  <PresentationFormat>宽屏</PresentationFormat>
  <Paragraphs>178</Paragraphs>
  <Slides>12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12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Lato Light</vt:lpstr>
      <vt:lpstr>Lato</vt:lpstr>
      <vt:lpstr>MS PGothic</vt:lpstr>
      <vt:lpstr>Lato Black</vt:lpstr>
      <vt:lpstr>Calibri</vt:lpstr>
      <vt:lpstr>等线</vt:lpstr>
      <vt:lpstr>Courier New</vt:lpstr>
      <vt:lpstr>Arial Unicode MS</vt:lpstr>
      <vt:lpstr>Calibri Light</vt:lpstr>
      <vt:lpstr>黑体</vt:lpstr>
      <vt:lpstr>Office 主题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TXY</cp:lastModifiedBy>
  <cp:revision>659</cp:revision>
  <dcterms:created xsi:type="dcterms:W3CDTF">2020-10-23T09:50:00Z</dcterms:created>
  <dcterms:modified xsi:type="dcterms:W3CDTF">2024-08-03T06:42:14Z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DD437A7603E34F87AC275B0D5EE33788_12</vt:lpwstr>
  </property>
  <property fmtid="{D5CDD505-2E9C-101B-9397-08002B2CF9AE}" pid="3" name="KSOProductBuildVer">
    <vt:lpwstr>2052-12.1.0.17147</vt:lpwstr>
  </property>
</Properties>
</file>